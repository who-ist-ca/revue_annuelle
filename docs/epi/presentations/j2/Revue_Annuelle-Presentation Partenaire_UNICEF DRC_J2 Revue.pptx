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86" r:id="rId3"/>
    <p:sldMasterId id="2147483698" r:id="rId4"/>
    <p:sldMasterId id="2147483707" r:id="rId5"/>
  </p:sldMasterIdLst>
  <p:notesMasterIdLst>
    <p:notesMasterId r:id="rId22"/>
  </p:notesMasterIdLst>
  <p:sldIdLst>
    <p:sldId id="283" r:id="rId6"/>
    <p:sldId id="2147472025" r:id="rId7"/>
    <p:sldId id="2147472027" r:id="rId8"/>
    <p:sldId id="2147472003" r:id="rId9"/>
    <p:sldId id="2147472018" r:id="rId10"/>
    <p:sldId id="2147471998" r:id="rId11"/>
    <p:sldId id="2147472799" r:id="rId12"/>
    <p:sldId id="2147476765" r:id="rId13"/>
    <p:sldId id="2147476762" r:id="rId14"/>
    <p:sldId id="2147476763" r:id="rId15"/>
    <p:sldId id="2147472020" r:id="rId16"/>
    <p:sldId id="2147476764" r:id="rId17"/>
    <p:sldId id="2147472023" r:id="rId18"/>
    <p:sldId id="2147472013" r:id="rId19"/>
    <p:sldId id="2147472014" r:id="rId20"/>
    <p:sldId id="21474719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191F0D-6B5A-9FA1-9BFD-E7C2F07A3CB7}" name="Hamed Idrissa Traore" initials="" userId="S::htraore@unicef.org::3703f279-5d02-4ad1-ac95-0a666c051d89" providerId="AD"/>
  <p188:author id="{7902D75D-184D-10CD-3BD8-A205D394E175}" name="Sylvain Zeba" initials="SZ" userId="S::syzeba@unicef.org::b0964e55-4abe-4486-946a-e7ded9529112" providerId="AD"/>
  <p188:author id="{6D510570-D181-BE6E-9F62-01E7203AAF02}" name="Sylvain Muya" initials="SM" userId="S::symuya@unicef.org::ea449ae1-8bbc-4253-b36d-b13dbe70d4cb" providerId="AD"/>
  <p188:author id="{801304AA-F677-72AF-DD0A-ABC7AC9DB9B5}" name="Thomas Noel Gaha" initials="TG" userId="S::tngaha@unicef.org::201b13ec-afeb-4a13-90b2-598fa5eeb83d" providerId="AD"/>
  <p188:author id="{BF5363BE-E938-21F9-FCAF-5C56F9215C80}" name="Frederic Kunjbe Kodio" initials="" userId="S::fkodio@unicef.org::71d596a4-4b7a-47e1-a452-302362ddc926" providerId="AD"/>
  <p188:author id="{C778F6C4-07C4-6BDD-1380-7AFE298B68D9}" name="Adele Mudipanu" initials="" userId="S::amudipanu@unicef.org::b2022322-fd6d-4168-883f-97b45660e1c5" providerId="AD"/>
  <p188:author id="{E3C463E4-08D8-3E43-6022-D01AF2656B8E}" name="Bernard Toni" initials="" userId="S::btoni@unicef.org::616c1660-08f4-4205-b4df-5c1509284f6b" providerId="AD"/>
  <p188:author id="{813091F7-C9B9-2902-B5F8-8237A12F73C1}" name="Mokein Caleb Mian-Gainda" initials="" userId="S::mcmiangainda@unicef.org::f1fdca3b-54bb-469a-8752-c4a66f68d16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9D2E9-929A-4DF8-A240-D3E60F1253DE}" v="29" dt="2025-12-16T08:54:49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713" autoAdjust="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21:23:0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24575,'-9'0'0,"-10"0"0,-1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ED421-0EBF-4F75-9CAB-6FCA051FD74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75593-F1A8-4028-B814-CC31D2ACD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2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B95E1F-0E16-9041-B7F2-F780B1DFEBE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687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75593-F1A8-4028-B814-CC31D2ACD6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64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A123E-BAA2-4B02-A515-66045152112B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87601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8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89A4-52B5-F2F5-2029-E4599C60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6AD24-BED7-ED64-6066-EF9E32B7B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B791E-D3C5-E8D8-24BB-818A85036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Need to </a:t>
            </a:r>
            <a:r>
              <a:rPr lang="fr-FR" err="1"/>
              <a:t>reivse</a:t>
            </a:r>
            <a:r>
              <a:rPr lang="fr-FR"/>
              <a:t> the </a:t>
            </a:r>
            <a:r>
              <a:rPr lang="fr-FR" err="1"/>
              <a:t>number</a:t>
            </a:r>
            <a:r>
              <a:rPr lang="fr-FR"/>
              <a:t> of staff</a:t>
            </a:r>
          </a:p>
          <a:p>
            <a:endParaRPr lang="fr-FR"/>
          </a:p>
          <a:p>
            <a:r>
              <a:rPr lang="fr-FR"/>
              <a:t>Provinces de développement: </a:t>
            </a:r>
            <a:r>
              <a:rPr lang="fr-FR" err="1"/>
              <a:t>Kasai</a:t>
            </a:r>
            <a:r>
              <a:rPr lang="fr-FR"/>
              <a:t>, </a:t>
            </a:r>
            <a:r>
              <a:rPr lang="fr-FR" err="1"/>
              <a:t>Kasai</a:t>
            </a:r>
            <a:r>
              <a:rPr lang="fr-FR"/>
              <a:t> Central, Sankuru et Maniema</a:t>
            </a:r>
          </a:p>
          <a:p>
            <a:r>
              <a:rPr lang="fr-FR"/>
              <a:t>Provinces humanitaires: Nord-Kivu, Sud-Kivu, Ituri et Tanganyika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769CC-79BD-4812-CAEA-E43D22F1F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D71D4C-6C8D-41CE-9252-67324DA72E7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51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4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1EB4-C8A5-7D78-DADE-67AB1E9B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FC9E3-A889-0845-96E5-EFF9B5AD6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6466C-5926-386F-35EF-2C81C671C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6B3F4-58E6-CB45-D4F8-80146A1F8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75593-F1A8-4028-B814-CC31D2ACD6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99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74C1-34B0-B55C-97E8-F20EA93B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696F5-DDDA-14F6-3442-FBFCC6AF7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AA851-312F-33BD-51E0-97C3661FC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11063-3828-04BF-7EBD-106A7518D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75593-F1A8-4028-B814-CC31D2ACD6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46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4872E-65E5-4F63-8D31-D5C0E6122AA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15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D0A3-1ED2-BA1D-7B63-5E2B0A02D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E0BBE-ED84-72B5-3473-F911D3B52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4204-3D94-EDDA-0BF2-28CC1AAC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860CE-4288-1EDE-C18B-F1901996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C9AE0-7F89-559C-8CB3-798802DE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8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8EA5-7452-8ECF-F028-16B7059A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1BDE-FFE2-0BE9-215D-60D7338B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453EC-6467-B877-853F-6D7D56B1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6D479-4344-6013-28E0-4E7FC99D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E4F2A-7057-5FA5-FE6D-BAD9989D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6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DB52-F3E6-5912-7FE0-13AA5C78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B91D5-BE35-BA3C-09B9-F6140F3B5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07ABA-C3C9-8B73-BECA-459CAB3E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9D1CE-C75E-5A54-CFAD-A668FC2D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5B107-578C-E341-6DAC-DC8BB7DA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8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E08C-C5FC-CEA1-9144-D6260AEF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A0CCF-81D3-4C22-83DC-6DC29E61B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17B2A-196F-F708-7F75-6B7B5CD09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5A23E-AA86-1F02-6262-0E2DADBF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A5357-796C-FAFB-0815-F15DC1C7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D2B13-67E4-2766-0F74-BD8977E8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6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F89F-6959-0E61-5F05-A46F47CB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3A6F3-8031-550D-173A-9B0F1FFC9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9F28F-2D85-C981-8FD9-8C01F57DA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9FFFC-9CF5-DE3B-F60B-A0B54D180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448B5-E9AF-152C-E91A-759C8A702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AB455-0A1D-E43D-0DCC-24B6772F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1EDD4-0202-7307-687F-A770318F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2B9AD8-FB64-D2FE-3892-1383FA2C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9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4214-3864-4D30-F60C-726E09F8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B7FED-0E1E-EC92-8129-9C6BEC5F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706B6-A9DB-9955-28DD-69F705F3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98197-C9BE-EC31-E127-184BF5FF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8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9D94A-3E23-01DC-4514-EFDCA4CA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306CA-C743-A81D-040E-B7DC93A3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506BF-B865-D514-2910-7C25C76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7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E58D-CB39-C94C-B21B-401133AC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E7D74-232B-ECBD-8CCF-316D35A1D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6B5F6-7AED-D38F-F9E1-62508CBCC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69024-38D9-CF0F-A563-C6BE38E5F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CB5F7-BD43-BA2D-EDED-D0E4BEDB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93158-F812-6027-FEC2-2B303477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9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BB44-F738-50B3-1D49-1ABF7306A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968F6-2363-930C-C3EB-8AD8926C0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7613B-0999-AC8C-19DB-58F959FD8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324C3-9167-3D3B-65B0-BABC95CA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65366-2CB5-BFAE-0B15-F7A6DCF2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61706-0E56-78B9-ECAD-66CCB62E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6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D10F-0276-0B3E-2F0A-5886890C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388BD-53EC-2A77-89DC-C4A769C53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D40F3-4507-C48A-9C26-C021FE9B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1D9C-E977-CF4B-5237-1BCAEBCE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68F99-FB77-1218-C179-B7BCB6AA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3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910219-14D9-5976-0017-A0F1A57B4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78D3C-B076-8B5A-524D-2E443CF2D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F76B2-AF5F-0D9F-27D3-ABF1AF75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45855-A3BD-FABE-75C0-0DAC7705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3EFAF-85EF-A6F0-0CBF-75BB489C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57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15627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15627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781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6" y="-20665"/>
            <a:ext cx="12374887" cy="692257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9329364" y="6024577"/>
            <a:ext cx="2525050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67">
                <a:solidFill>
                  <a:schemeClr val="bg1"/>
                </a:solidFill>
              </a:rPr>
              <a:t>© UNICEF/UNI197921/</a:t>
            </a:r>
            <a:r>
              <a:rPr lang="en-US" sz="1067" err="1">
                <a:solidFill>
                  <a:schemeClr val="bg1"/>
                </a:solidFill>
              </a:rPr>
              <a:t>Schermbrucker</a:t>
            </a:r>
            <a:endParaRPr lang="en-US" sz="933">
              <a:solidFill>
                <a:schemeClr val="bg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400051" y="1003096"/>
            <a:ext cx="9144000" cy="1480128"/>
          </a:xfrm>
        </p:spPr>
        <p:txBody>
          <a:bodyPr anchor="t">
            <a:normAutofit/>
          </a:bodyPr>
          <a:lstStyle>
            <a:lvl1pPr algn="l">
              <a:defRPr sz="45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0051" y="2579678"/>
            <a:ext cx="5804452" cy="877197"/>
          </a:xfrm>
        </p:spPr>
        <p:txBody>
          <a:bodyPr>
            <a:normAutofit/>
          </a:bodyPr>
          <a:lstStyle>
            <a:lvl1pPr marL="0" indent="0" algn="l">
              <a:buNone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Name of presenter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400051" y="529297"/>
            <a:ext cx="2351616" cy="358215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presentation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84" y="5817778"/>
            <a:ext cx="4637616" cy="5951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6" y="6771244"/>
            <a:ext cx="12386887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87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329365" y="6024577"/>
            <a:ext cx="1806905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67">
                <a:solidFill>
                  <a:schemeClr val="bg1"/>
                </a:solidFill>
              </a:rPr>
              <a:t>© UNICEF/UN016651/Holt</a:t>
            </a:r>
            <a:endParaRPr lang="en-US" sz="933">
              <a:solidFill>
                <a:schemeClr val="bg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400051" y="1003096"/>
            <a:ext cx="9144000" cy="1480128"/>
          </a:xfrm>
        </p:spPr>
        <p:txBody>
          <a:bodyPr anchor="t">
            <a:normAutofit/>
          </a:bodyPr>
          <a:lstStyle>
            <a:lvl1pPr algn="l">
              <a:defRPr sz="45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0051" y="2579678"/>
            <a:ext cx="5804452" cy="877197"/>
          </a:xfrm>
        </p:spPr>
        <p:txBody>
          <a:bodyPr>
            <a:normAutofit/>
          </a:bodyPr>
          <a:lstStyle>
            <a:lvl1pPr marL="0" indent="0" algn="l">
              <a:buNone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Name of presenter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400051" y="529297"/>
            <a:ext cx="2351616" cy="358215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84" y="5817778"/>
            <a:ext cx="4637616" cy="59516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08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9329365" y="6024577"/>
            <a:ext cx="2063385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67"/>
              <a:t>© UNICEF/UNI199159/</a:t>
            </a:r>
            <a:r>
              <a:rPr lang="en-US" sz="1067" err="1"/>
              <a:t>Panday</a:t>
            </a:r>
            <a:endParaRPr lang="en-US" sz="933">
              <a:solidFill>
                <a:schemeClr val="bg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400051" y="1003096"/>
            <a:ext cx="9144000" cy="1480128"/>
          </a:xfrm>
        </p:spPr>
        <p:txBody>
          <a:bodyPr anchor="t">
            <a:normAutofit/>
          </a:bodyPr>
          <a:lstStyle>
            <a:lvl1pPr algn="l">
              <a:defRPr sz="45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0051" y="2579678"/>
            <a:ext cx="5804452" cy="877197"/>
          </a:xfrm>
        </p:spPr>
        <p:txBody>
          <a:bodyPr>
            <a:normAutofit/>
          </a:bodyPr>
          <a:lstStyle>
            <a:lvl1pPr marL="0" indent="0" algn="l">
              <a:buNone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Name of presenter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400051" y="529297"/>
            <a:ext cx="2351616" cy="358215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84" y="5817778"/>
            <a:ext cx="4637616" cy="5951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73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" y="1016"/>
            <a:ext cx="12188387" cy="6855968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329365" y="6024577"/>
            <a:ext cx="198002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67">
                <a:solidFill>
                  <a:schemeClr val="bg1"/>
                </a:solidFill>
              </a:rPr>
              <a:t>© UNICEF/UN08245/</a:t>
            </a:r>
            <a:r>
              <a:rPr lang="en-US" sz="1067" err="1">
                <a:solidFill>
                  <a:schemeClr val="bg1"/>
                </a:solidFill>
              </a:rPr>
              <a:t>Khuzaie</a:t>
            </a:r>
            <a:endParaRPr lang="en-US" sz="933">
              <a:solidFill>
                <a:schemeClr val="bg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400051" y="1003096"/>
            <a:ext cx="9144000" cy="1480128"/>
          </a:xfrm>
        </p:spPr>
        <p:txBody>
          <a:bodyPr anchor="t">
            <a:normAutofit/>
          </a:bodyPr>
          <a:lstStyle>
            <a:lvl1pPr algn="l">
              <a:defRPr sz="45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0051" y="2579678"/>
            <a:ext cx="5804452" cy="877197"/>
          </a:xfrm>
        </p:spPr>
        <p:txBody>
          <a:bodyPr>
            <a:normAutofit/>
          </a:bodyPr>
          <a:lstStyle>
            <a:lvl1pPr marL="0" indent="0" algn="l">
              <a:buNone/>
              <a:defRPr sz="21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Name of presenter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400051" y="529297"/>
            <a:ext cx="2351616" cy="358215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84" y="5817778"/>
            <a:ext cx="4637616" cy="5951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64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596184" y="1514791"/>
            <a:ext cx="11000565" cy="4379384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39451"/>
            <a:ext cx="2985216" cy="300519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95401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596184" y="1514791"/>
            <a:ext cx="11000565" cy="4379384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5"/>
            <a:ext cx="2985216" cy="277905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81574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138412" y="1514790"/>
            <a:ext cx="7458337" cy="478298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39451"/>
            <a:ext cx="2985216" cy="300519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794345" y="4935937"/>
            <a:ext cx="2487773" cy="235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>
                <a:latin typeface="Arial" panose="020B0604020202020204" pitchFamily="34" charset="0"/>
                <a:cs typeface="Arial" panose="020B0604020202020204" pitchFamily="34" charset="0"/>
              </a:rPr>
              <a:t>© UNICEF/NYHQ2013-1217/MAITEM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07" y="1511983"/>
            <a:ext cx="3194755" cy="47794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81079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138412" y="1514790"/>
            <a:ext cx="7458337" cy="478298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874779" y="4855504"/>
            <a:ext cx="2648640" cy="235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>
                <a:solidFill>
                  <a:schemeClr val="bg1"/>
                </a:solidFill>
              </a:rPr>
              <a:t>© </a:t>
            </a:r>
            <a:r>
              <a:rPr lang="en-US" sz="9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UNICEF/NYHQ2013-1217/MAITEM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07" y="1511983"/>
            <a:ext cx="3194755" cy="47794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59786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138412" y="1514790"/>
            <a:ext cx="7458337" cy="478298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39451"/>
            <a:ext cx="2985216" cy="300519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662683" y="5067600"/>
            <a:ext cx="2224449" cy="235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UNICEF/UNI193958/</a:t>
            </a:r>
            <a:r>
              <a:rPr lang="en-US" sz="933" b="0" i="0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Khuzaie</a:t>
            </a:r>
            <a:endParaRPr lang="en-US" sz="93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74" y="1506853"/>
            <a:ext cx="3187820" cy="47897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37576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138412" y="1514790"/>
            <a:ext cx="7458337" cy="478298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1260012" y="4470271"/>
            <a:ext cx="3419107" cy="235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 b="0" i="0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UNICEF/UNI193958/</a:t>
            </a:r>
            <a:r>
              <a:rPr lang="en-US" sz="933" b="0" i="0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Khuzaie</a:t>
            </a:r>
            <a:endParaRPr lang="en-US" sz="933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74" y="1506853"/>
            <a:ext cx="3187820" cy="478971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15872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and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138412" y="1514790"/>
            <a:ext cx="7458337" cy="478298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39451"/>
            <a:ext cx="2985216" cy="300519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662683" y="5067600"/>
            <a:ext cx="2224449" cy="235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>
                <a:latin typeface="Arial" panose="020B0604020202020204" pitchFamily="34" charset="0"/>
                <a:cs typeface="Arial" panose="020B0604020202020204" pitchFamily="34" charset="0"/>
              </a:rPr>
              <a:t>© UNICEF/UNI111450/</a:t>
            </a:r>
            <a:r>
              <a:rPr lang="en-US" sz="933" err="1">
                <a:latin typeface="Arial" panose="020B0604020202020204" pitchFamily="34" charset="0"/>
                <a:cs typeface="Arial" panose="020B0604020202020204" pitchFamily="34" charset="0"/>
              </a:rPr>
              <a:t>Asselin</a:t>
            </a:r>
            <a:endParaRPr lang="en-US" sz="933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92" y="1507720"/>
            <a:ext cx="3191984" cy="478797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74281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and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 userDrawn="1"/>
        </p:nvSpPr>
        <p:spPr>
          <a:xfrm>
            <a:off x="0" y="6436867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4138412" y="1514790"/>
            <a:ext cx="7458337" cy="478298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 rot="16200000">
            <a:off x="-662683" y="5067600"/>
            <a:ext cx="2224449" cy="235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3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UNICEF/UNI111450/</a:t>
            </a:r>
            <a:r>
              <a:rPr lang="en-US" sz="933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Asselin</a:t>
            </a:r>
            <a:endParaRPr lang="en-US" sz="933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92" y="1507720"/>
            <a:ext cx="3191984" cy="478797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85802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299304"/>
            <a:ext cx="12187765" cy="685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auto">
          <a:xfrm rot="16200000">
            <a:off x="10645501" y="4711487"/>
            <a:ext cx="2595582" cy="25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067">
                <a:solidFill>
                  <a:srgbClr val="FFFFFF"/>
                </a:solidFill>
              </a:rPr>
              <a:t>© UNICEF/NYHQ2011-0098/NOORANI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821" y="2800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859258" y="1665458"/>
            <a:ext cx="6266164" cy="4237575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6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71565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191"/>
            <a:ext cx="12187765" cy="685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>
            <a:spLocks noChangeArrowheads="1"/>
          </p:cNvSpPr>
          <p:nvPr userDrawn="1"/>
        </p:nvSpPr>
        <p:spPr bwMode="auto">
          <a:xfrm rot="16200000">
            <a:off x="10634281" y="4711487"/>
            <a:ext cx="2618024" cy="25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1067">
                <a:solidFill>
                  <a:srgbClr val="FFFFFF"/>
                </a:solidFill>
              </a:rPr>
              <a:t>© UNICEF/NYHQ2012-1488/DORMINO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440267" y="681926"/>
            <a:ext cx="5986364" cy="4339525"/>
          </a:xfrm>
        </p:spPr>
        <p:txBody>
          <a:bodyPr anchor="ctr">
            <a:normAutofit/>
          </a:bodyPr>
          <a:lstStyle>
            <a:lvl1pPr>
              <a:defRPr sz="4800" b="0" u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DIVIDER</a:t>
            </a:r>
            <a:endParaRPr lang="en-US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99289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191"/>
            <a:ext cx="12187765" cy="685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247974" y="681926"/>
            <a:ext cx="6695268" cy="4406541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/>
          <p:cNvSpPr>
            <a:spLocks noChangeArrowheads="1"/>
          </p:cNvSpPr>
          <p:nvPr userDrawn="1"/>
        </p:nvSpPr>
        <p:spPr bwMode="auto">
          <a:xfrm rot="16200000">
            <a:off x="10795383" y="4711487"/>
            <a:ext cx="2295821" cy="25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solidFill>
                  <a:srgbClr val="FFFFFF"/>
                </a:solidFill>
              </a:rPr>
              <a:t>© UNICEF/PFPG2015-2253/Lynch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40267" y="681926"/>
            <a:ext cx="5986364" cy="4339525"/>
          </a:xfrm>
        </p:spPr>
        <p:txBody>
          <a:bodyPr anchor="ctr">
            <a:normAutofit/>
          </a:bodyPr>
          <a:lstStyle>
            <a:lvl1pPr>
              <a:defRPr sz="4800" b="0" u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DIVIDER</a:t>
            </a:r>
            <a:endParaRPr lang="en-US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942229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192"/>
            <a:ext cx="12187765" cy="685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247974" y="681926"/>
            <a:ext cx="6695268" cy="4406541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/>
          <p:cNvSpPr>
            <a:spLocks noChangeArrowheads="1"/>
          </p:cNvSpPr>
          <p:nvPr userDrawn="1"/>
        </p:nvSpPr>
        <p:spPr bwMode="auto">
          <a:xfrm rot="16200000">
            <a:off x="11142431" y="4711487"/>
            <a:ext cx="1601721" cy="25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solidFill>
                  <a:srgbClr val="FFFFFF"/>
                </a:solidFill>
              </a:rPr>
              <a:t>© UNICEF/UNI181598/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40267" y="681926"/>
            <a:ext cx="5986364" cy="4339525"/>
          </a:xfrm>
        </p:spPr>
        <p:txBody>
          <a:bodyPr anchor="ctr">
            <a:normAutofit/>
          </a:bodyPr>
          <a:lstStyle>
            <a:lvl1pPr>
              <a:defRPr sz="4800" b="0" u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DIVIDER</a:t>
            </a:r>
            <a:endParaRPr lang="en-US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96197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18" y="1192"/>
            <a:ext cx="12187765" cy="685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>
            <a:spLocks noChangeArrowheads="1"/>
          </p:cNvSpPr>
          <p:nvPr userDrawn="1"/>
        </p:nvSpPr>
        <p:spPr bwMode="auto">
          <a:xfrm rot="16200000">
            <a:off x="11024611" y="4711487"/>
            <a:ext cx="1837362" cy="25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solidFill>
                  <a:srgbClr val="FFFFFF"/>
                </a:solidFill>
              </a:rPr>
              <a:t>© UNICEF/UN024089/Rich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494867" y="681926"/>
            <a:ext cx="5986364" cy="4339525"/>
          </a:xfrm>
        </p:spPr>
        <p:txBody>
          <a:bodyPr anchor="ctr">
            <a:normAutofit/>
          </a:bodyPr>
          <a:lstStyle>
            <a:lvl1pPr algn="r">
              <a:defRPr sz="4800" b="0" u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DIVIDER</a:t>
            </a:r>
            <a:endParaRPr lang="en-US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87081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191"/>
            <a:ext cx="12187765" cy="685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 userDrawn="1"/>
        </p:nvSpPr>
        <p:spPr bwMode="auto">
          <a:xfrm rot="16200000">
            <a:off x="10754068" y="4895376"/>
            <a:ext cx="2249334" cy="23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933">
                <a:solidFill>
                  <a:srgbClr val="FFFFFF"/>
                </a:solidFill>
              </a:rPr>
              <a:t>© UNICEF/SUDA2014-XX228/</a:t>
            </a:r>
            <a:r>
              <a:rPr lang="en-US" altLang="en-US" sz="933" err="1">
                <a:solidFill>
                  <a:srgbClr val="FFFFFF"/>
                </a:solidFill>
              </a:rPr>
              <a:t>Noorani</a:t>
            </a:r>
            <a:endParaRPr lang="en-US" altLang="en-US" sz="933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 userDrawn="1"/>
        </p:nvSpPr>
        <p:spPr bwMode="auto">
          <a:xfrm>
            <a:off x="874755" y="2312799"/>
            <a:ext cx="3024147" cy="74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267">
                <a:solidFill>
                  <a:srgbClr val="2899FC"/>
                </a:solidFill>
              </a:rPr>
              <a:t>Thank You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874753" y="-13092"/>
            <a:ext cx="3024147" cy="2312799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7" y="464600"/>
            <a:ext cx="2470779" cy="13218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10888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B310-2F84-4550-A0C9-59AA4E6E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C22B4-4EA8-4EF8-B17D-8FF633D5E5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 of presentation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72609-71C8-46B4-82DA-5CD52DFC9D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9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8467" y="-396742"/>
            <a:ext cx="12187765" cy="685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745502" y="6462065"/>
            <a:ext cx="5107839" cy="277905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Title of presentation</a:t>
            </a:r>
            <a:endParaRPr lang="en-US"/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1" y="6439453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62064"/>
            <a:ext cx="2985216" cy="285168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501053" y="6344420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685800" rtl="0" eaLnBrk="1" latinLnBrk="0" hangingPunct="1">
              <a:defRPr sz="9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 userDrawn="1"/>
        </p:nvSpPr>
        <p:spPr bwMode="auto">
          <a:xfrm rot="16200000">
            <a:off x="11038600" y="4895376"/>
            <a:ext cx="1680268" cy="23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933">
                <a:solidFill>
                  <a:srgbClr val="FFFFFF"/>
                </a:solidFill>
              </a:rPr>
              <a:t>© UNICEF/UN035993/Page</a:t>
            </a:r>
          </a:p>
        </p:txBody>
      </p:sp>
      <p:sp>
        <p:nvSpPr>
          <p:cNvPr id="14" name="TextBox 13"/>
          <p:cNvSpPr txBox="1">
            <a:spLocks noChangeArrowheads="1"/>
          </p:cNvSpPr>
          <p:nvPr userDrawn="1"/>
        </p:nvSpPr>
        <p:spPr bwMode="auto">
          <a:xfrm>
            <a:off x="874755" y="2312799"/>
            <a:ext cx="3024147" cy="74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267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874753" y="-13092"/>
            <a:ext cx="3024147" cy="2312799"/>
          </a:xfrm>
          <a:prstGeom prst="rect">
            <a:avLst/>
          </a:prstGeom>
          <a:solidFill>
            <a:srgbClr val="00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7" y="464600"/>
            <a:ext cx="2470779" cy="13218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43448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888797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rainbow_blue_bg">
    <p:bg>
      <p:bgPr>
        <a:solidFill>
          <a:srgbClr val="00AE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16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3E14C-528A-4A76-7E9C-E9D1DA72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366BF-0BD5-0D86-DA89-51CF8EDA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FF086-DCEF-1F3A-1E68-0FF69931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414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08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3EBC-F6AA-6BF4-29AC-7791F0BD9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DC8B2B-4D29-032A-7298-C293A0A3B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FACCF-375C-4A7E-97DD-1373C1E4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95BC-0BC8-52DC-F571-01495685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ACC29-5D3E-5EE7-72D4-E3320133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851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64BE-415E-6E06-8967-586AF526E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0A8A-B76C-7AA3-17AB-943531A7D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E52F5-4CAB-81E6-D02A-0686C76B3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308C-2911-B485-CDBA-C8C88CA8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840CC-28F3-21F4-0F0A-FFD5671B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845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FED0-E315-53C7-A151-3D3FA425B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A7CFF-E070-BFE5-178C-2566C70A2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E41C4-EB0B-BC82-73EA-26D6ED65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AF931-BBCC-3051-D4CD-F125DF26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CAE9D-1ACB-2CB7-13EF-A41924EB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027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CF2A-EF38-17AF-2BBF-ECE92858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84A0-7661-B82C-FACC-F906A0CEE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1912A-2609-C64D-6007-919F78B8C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5DCF3-F5D3-7873-EF2A-D431098E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A4051-59E5-A3CD-161F-64A986DA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EBA8D-24CF-9D11-ABA0-43A12FA0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379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9418-1254-EB42-08CE-68329BF8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BB75B-1F1E-34FF-D0BB-4C6D4F572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29B91-3CED-19CB-0B5E-129BCFE09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631EA-BB51-67CA-5668-0A1FD3501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DE9CEA-EDD0-DE04-BD3C-8DED2162C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FF54BB-8E46-7093-DD08-514A5D7C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9E588-3F05-D0E7-5F16-4B5AE90F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E0A46-93E2-D0F0-65B5-ABD7664A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00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E51F-FAFE-9A1B-2258-C3F00298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F3153-CE50-E53A-BB88-28CC6369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AC296-9866-5C30-A111-DE595A6E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9E7E8-9BD7-6248-728F-E65D8319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12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3E14C-528A-4A76-7E9C-E9D1DA72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366BF-0BD5-0D86-DA89-51CF8EDA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FF086-DCEF-1F3A-1E68-0FF69931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831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1B9F-23D7-9961-8743-D58CB419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E1BB-374D-553E-BBC9-87F16B86C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6CE65-48C8-8A8D-35B9-BAB2B46EC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2CD86-87F4-F51F-C0EC-FF87B09E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91619-4C11-2C57-6D06-10001F5A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E272D-8922-044E-DD18-C8C5FFD2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120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0D3E-BD3A-98FD-1046-23D26751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E16CC-412E-A0F7-4DFA-9780C8E6B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85354-8FBE-1BF1-1604-2270D58D8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EEC20-26F1-8FB8-BECC-FB50C589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26F66-AC63-81E9-0387-A683F994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68C34-6F0A-6266-29A5-8909615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995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E0D5-C221-CC72-F81E-94194337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B0256-86C1-C292-A5EB-0D192C107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517A-04F0-E95F-170B-E832615C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F7DA9-4FAB-D51A-D280-C0776B1D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21167-B15A-4020-A727-33083FFC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84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76DEE-C169-BD04-A999-0D9ED4D43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8AB32-C80F-AC94-B87D-D5EF8F97F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DA237-BF43-B4E3-9005-1766F97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68D23-9159-7260-F16B-2374CA74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5E77B-DA81-2AB7-8E0B-1C542D91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13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ctrTitle"/>
          </p:nvPr>
        </p:nvSpPr>
        <p:spPr>
          <a:xfrm>
            <a:off x="415638" y="992767"/>
            <a:ext cx="11361559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subTitle" idx="1"/>
          </p:nvPr>
        </p:nvSpPr>
        <p:spPr>
          <a:xfrm>
            <a:off x="415627" y="3778834"/>
            <a:ext cx="11361559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684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415627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415627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2046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415627" y="740801"/>
            <a:ext cx="3744375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415627" y="1852801"/>
            <a:ext cx="3744375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5240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653709" y="600201"/>
            <a:ext cx="8491012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208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/>
          <p:nvPr/>
        </p:nvSpPr>
        <p:spPr>
          <a:xfrm>
            <a:off x="6096389" y="-167"/>
            <a:ext cx="6096388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22"/>
          <p:cNvSpPr txBox="1">
            <a:spLocks noGrp="1"/>
          </p:cNvSpPr>
          <p:nvPr>
            <p:ph type="title"/>
          </p:nvPr>
        </p:nvSpPr>
        <p:spPr>
          <a:xfrm>
            <a:off x="354024" y="1644233"/>
            <a:ext cx="5393905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354024" y="3737434"/>
            <a:ext cx="5393905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2"/>
          </p:nvPr>
        </p:nvSpPr>
        <p:spPr>
          <a:xfrm>
            <a:off x="6586419" y="965434"/>
            <a:ext cx="5116332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48265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415627" y="5640767"/>
            <a:ext cx="7998883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6370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>
            <a:spLocks noGrp="1"/>
          </p:cNvSpPr>
          <p:nvPr>
            <p:ph type="title" hasCustomPrompt="1"/>
          </p:nvPr>
        </p:nvSpPr>
        <p:spPr>
          <a:xfrm>
            <a:off x="415627" y="1474834"/>
            <a:ext cx="11361559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1"/>
          </p:nvPr>
        </p:nvSpPr>
        <p:spPr>
          <a:xfrm>
            <a:off x="415627" y="4202967"/>
            <a:ext cx="11361559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63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365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DD0B-756B-445B-9D1E-AA5150D66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FCC63-8F41-4EBE-AE11-AE6811804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2064E-12D5-4892-944B-9AA6548A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208D3-6BE0-44BA-8C2C-6FB5B9F2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C779-931D-47FF-B574-9CF37F8A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4057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1226-58B2-4CA9-B810-272C0E58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B645-636F-49DA-BA5C-AC284A4D2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2090-A573-41B3-840E-DB44D355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E6628-940B-4F5A-8BE7-254F4C31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E57FF-06FD-4CFE-92F5-E9A9121E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7273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064D-64CD-4C3A-89FE-EC23ADD8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10CAF-F709-4280-AF8A-735CA21A6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B6891-2C2F-4594-890B-013BB300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8B484-91BF-4277-B399-05E19D5E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78DD-E143-4A42-9E7A-14BEC264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4910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46DD-3A21-442D-8066-96BFA595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A20D-8320-4C65-9B15-7BF6B7FB3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92DB3-0FD4-4D53-8406-E74AE7AF5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52EE5-D884-416A-A41B-8E53E77D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96DE0-F218-4397-94C5-F9EFD912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6E32E-41C4-4912-A4B5-0A636FC9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02937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590D-B613-45C1-A0E1-6E91DAA1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BD772-5C3D-4907-8AB3-5C2984625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870F7-054E-4FF8-9DCF-3ADB16453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70990-A38E-459F-B44F-9C3077A8E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DAEE8-00AD-42F3-AE02-43B7D9DAF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CFD7B-6EB0-40BD-ACA3-625B7D72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53A00-8C43-49CB-ACD0-EF78EF1E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46E7E-A9BF-4AB4-9D81-2AC6855B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968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BB11-8D61-486E-80E8-0BF28B73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38042-BE09-470E-99A6-0308883A7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6CD22-7608-4FC2-9FA9-24D44C15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BD3C4-4E73-4DFC-B681-0AAE91BA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7609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6A455-A7F6-4E34-93C5-504E15B7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0FB24-ED2D-446F-A612-F2591E86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95BB3-0630-4EA0-B564-2765E2A7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7246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0A26-31E2-4136-B4E6-EC2E9966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33A4-FD6D-460A-B6B8-80218E0BB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9CB26-1D71-4E8C-AB84-70D44572C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81FBC-6295-45DC-8E30-39225D42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7659A-4F51-4FF1-BF8B-7642C877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C5B24-2926-49FB-B779-887EF8C3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3285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A885A-B8E1-42CE-9F42-3E7C8E18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C228F-5F41-453C-B90F-5CCE35E3C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DB9D2-3A1C-4BF9-AB0B-CD612782A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7AF2C-DA22-4614-88F5-2089AEFB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50DAA-A8B6-491A-9637-4CE30804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45F96-3305-4AA8-A915-7812EDFE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4575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E903-92B4-4B2A-9841-B75A35A8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E525D-6D4C-404C-9893-BD0A571CA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48FA-37CB-4757-8CB4-AF12CF52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899F7-B163-41A8-9BEE-5C32CB50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05BD-84FD-4011-8CC0-EED0A53D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3463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AF2D7-38BD-4594-AFE3-8C4391FCE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24E08-452F-42C4-9A4A-27AE607B1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087C-D809-46E4-B6EA-EBE5A14F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DD880-8614-4C73-B0F5-2AD290DE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C6A2C-10A9-4DDD-8384-AD555A68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354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436868"/>
            <a:ext cx="12192000" cy="463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596184" y="260101"/>
            <a:ext cx="11000565" cy="1191683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0099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4" hasCustomPrompt="1"/>
          </p:nvPr>
        </p:nvSpPr>
        <p:spPr>
          <a:xfrm>
            <a:off x="596184" y="1514791"/>
            <a:ext cx="11000565" cy="4379384"/>
          </a:xfrm>
        </p:spPr>
        <p:txBody>
          <a:bodyPr>
            <a:normAutofit/>
          </a:bodyPr>
          <a:lstStyle>
            <a:lvl1pPr>
              <a:defRPr sz="26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9527182" y="6439454"/>
            <a:ext cx="205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srgbClr val="7F7F7F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20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GB" sz="1200" b="1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UNICEF</a:t>
            </a:r>
            <a:r>
              <a:rPr lang="en-GB" sz="1200">
                <a:solidFill>
                  <a:srgbClr val="2690E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every child</a:t>
            </a:r>
            <a:endParaRPr lang="en-US" sz="1200">
              <a:solidFill>
                <a:srgbClr val="2690E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43"/>
          <p:cNvSpPr>
            <a:spLocks noGrp="1"/>
          </p:cNvSpPr>
          <p:nvPr>
            <p:ph type="sldNum" sz="quarter" idx="18"/>
          </p:nvPr>
        </p:nvSpPr>
        <p:spPr>
          <a:xfrm>
            <a:off x="596184" y="6439453"/>
            <a:ext cx="2985216" cy="300519"/>
          </a:xfrm>
        </p:spPr>
        <p:txBody>
          <a:bodyPr/>
          <a:lstStyle/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1244"/>
            <a:ext cx="12204000" cy="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6750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20BD3C-6744-6708-1E6F-8863ABFA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FCA58-827D-D250-C60C-3D7018ECA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A538-774D-50A4-16E6-7006F561F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DD0C6-349A-43E0-9FD3-AEBAE3F0BF0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619B-BDD4-79DB-998F-DFF160552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7B7D7-B316-D4A9-E2EE-8F3A068E1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6CAE3-40B4-4B95-A2CA-38F226D60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5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5275" y="6356351"/>
            <a:ext cx="5476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Title of presentation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306C9-9015-2443-9079-7DD3ECAFD5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DA4928-A81E-492F-9331-DAA2C0DE7659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8001"/>
            <a:ext cx="12204000" cy="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3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403D86-8A34-148C-1283-6CCA1446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AD17D-83E1-A8BF-4A0B-3F3E5431D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AFB6C-AD57-3649-DC17-8993B004D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0D186-B073-4809-B5CD-A4ADDB523C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5031F-7FF1-57C7-EAC7-4134D3A6C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4D732-6775-5AAA-C373-00C58FB6E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C811A-9FD4-433C-A2D6-3F8B75B65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5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15627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15627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11297330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9116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83F0B-6FDE-4A45-9444-6DD53916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E823C-069A-40CD-B128-793337C4F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C838-53B1-4DE0-AC17-668D4A615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C6343-DA93-42AA-81BD-D1F51F971E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CAE05-D59A-44CE-A3BD-7DA4BCE4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EDD6C-0BAA-471B-83AC-864559868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2BA76-39EF-4C07-B557-28B7B43B68D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39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9FBFA4-3FEE-4B03-A744-FB299BB39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22" y="5492770"/>
            <a:ext cx="4644529" cy="419467"/>
          </a:xfrm>
        </p:spPr>
        <p:txBody>
          <a:bodyPr>
            <a:noAutofit/>
          </a:bodyPr>
          <a:lstStyle/>
          <a:p>
            <a:r>
              <a:rPr lang="en-US" sz="2133" b="1" baseline="30000" dirty="0">
                <a:latin typeface="Arial" charset="0"/>
                <a:cs typeface="Arial" charset="0"/>
              </a:rPr>
              <a:t>16th</a:t>
            </a:r>
            <a:r>
              <a:rPr lang="en-US" sz="2133" b="1" dirty="0">
                <a:latin typeface="Arial" charset="0"/>
                <a:cs typeface="Arial" charset="0"/>
              </a:rPr>
              <a:t>  Dec  2025</a:t>
            </a:r>
            <a:endParaRPr lang="en-US" sz="2133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9BCED3-C3D8-BE4F-EFB7-3B66A5AD7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0781" y="3892601"/>
            <a:ext cx="4412741" cy="862280"/>
          </a:xfrm>
        </p:spPr>
        <p:txBody>
          <a:bodyPr>
            <a:normAutofit/>
          </a:bodyPr>
          <a:lstStyle/>
          <a:p>
            <a:r>
              <a:rPr lang="en-US" sz="4000" dirty="0" err="1"/>
              <a:t>Appuis</a:t>
            </a:r>
            <a:r>
              <a:rPr lang="en-US" sz="4000" dirty="0"/>
              <a:t> UNICEF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D6B2778-34EA-C1BA-3F0D-63B22491A14A}"/>
              </a:ext>
            </a:extLst>
          </p:cNvPr>
          <p:cNvSpPr txBox="1">
            <a:spLocks/>
          </p:cNvSpPr>
          <p:nvPr/>
        </p:nvSpPr>
        <p:spPr>
          <a:xfrm>
            <a:off x="-160781" y="402336"/>
            <a:ext cx="6256781" cy="17556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33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Revue </a:t>
            </a:r>
            <a:r>
              <a:rPr lang="en-US" dirty="0" err="1"/>
              <a:t>Annuelle</a:t>
            </a:r>
            <a:r>
              <a:rPr lang="en-US" dirty="0"/>
              <a:t> PEV 2025</a:t>
            </a:r>
          </a:p>
          <a:p>
            <a:endParaRPr lang="en-US" dirty="0"/>
          </a:p>
          <a:p>
            <a:r>
              <a:rPr lang="en-US" dirty="0"/>
              <a:t>Presentations des </a:t>
            </a:r>
            <a:r>
              <a:rPr lang="en-US" dirty="0" err="1"/>
              <a:t>partenaires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98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57A6-8F8F-C83F-034B-B8A73FCC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1DB251-6AF0-AD00-5273-754432C1EC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8052" y="69278"/>
            <a:ext cx="11873947" cy="651644"/>
          </a:xfrm>
        </p:spPr>
        <p:txBody>
          <a:bodyPr/>
          <a:lstStyle/>
          <a:p>
            <a:r>
              <a:rPr lang="en-US" sz="4267" kern="0" dirty="0" err="1"/>
              <a:t>Presentation_Agenda</a:t>
            </a:r>
            <a:endParaRPr lang="en-US" sz="4267" kern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DEFE7-FC88-7030-8397-711FB416CB5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defTabSz="914377"/>
            <a:fld id="{E56306C9-9015-2443-9079-7DD3ECAFD520}" type="slidenum">
              <a:rPr lang="en-US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defTabSz="914377"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BDF3F3-319B-A19B-49F4-5C47ED5960DB}"/>
              </a:ext>
            </a:extLst>
          </p:cNvPr>
          <p:cNvSpPr/>
          <p:nvPr/>
        </p:nvSpPr>
        <p:spPr>
          <a:xfrm>
            <a:off x="5947241" y="3228945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>
                <a:solidFill>
                  <a:prstClr val="black"/>
                </a:solidFill>
                <a:latin typeface="Arial" panose="020B0604020202020204"/>
              </a:rPr>
              <a:t>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3347B-44F7-3994-0110-CC5751E2A193}"/>
              </a:ext>
            </a:extLst>
          </p:cNvPr>
          <p:cNvSpPr/>
          <p:nvPr/>
        </p:nvSpPr>
        <p:spPr>
          <a:xfrm>
            <a:off x="5947241" y="3228945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>
                <a:solidFill>
                  <a:prstClr val="black"/>
                </a:solidFill>
                <a:latin typeface="Arial" panose="020B0604020202020204"/>
              </a:rPr>
              <a:t>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5A419-A92F-4A42-C3FB-475223E3A609}"/>
              </a:ext>
            </a:extLst>
          </p:cNvPr>
          <p:cNvSpPr/>
          <p:nvPr/>
        </p:nvSpPr>
        <p:spPr>
          <a:xfrm>
            <a:off x="5947241" y="3228945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>
                <a:solidFill>
                  <a:prstClr val="black"/>
                </a:solidFill>
                <a:latin typeface="Arial" panose="020B0604020202020204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223AF-EC55-6092-BDFE-ACD094DF6E14}"/>
              </a:ext>
            </a:extLst>
          </p:cNvPr>
          <p:cNvSpPr txBox="1"/>
          <p:nvPr/>
        </p:nvSpPr>
        <p:spPr>
          <a:xfrm>
            <a:off x="726647" y="1691738"/>
            <a:ext cx="9079418" cy="452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667" dirty="0">
                <a:solidFill>
                  <a:prstClr val="black"/>
                </a:solidFill>
                <a:latin typeface="Aptos" panose="02110004020202020204"/>
              </a:rPr>
              <a:t>Mandats UNICEF vaccination </a:t>
            </a:r>
          </a:p>
          <a:p>
            <a:pPr marL="457200" indent="-457200">
              <a:lnSpc>
                <a:spcPct val="150000"/>
              </a:lnSpc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667" dirty="0">
                <a:solidFill>
                  <a:prstClr val="black"/>
                </a:solidFill>
                <a:latin typeface="Aptos" panose="02110004020202020204"/>
              </a:rPr>
              <a:t>Redevabilités / Responsabilités POA 2025 du PEV</a:t>
            </a:r>
          </a:p>
          <a:p>
            <a:pPr marL="457200" indent="-457200">
              <a:lnSpc>
                <a:spcPct val="150000"/>
              </a:lnSpc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667" dirty="0">
                <a:solidFill>
                  <a:prstClr val="black"/>
                </a:solidFill>
                <a:latin typeface="Aptos" panose="02110004020202020204"/>
              </a:rPr>
              <a:t>Ressources Financières et Humaines Mobilisées</a:t>
            </a:r>
          </a:p>
          <a:p>
            <a:pPr marL="457200" indent="-457200">
              <a:lnSpc>
                <a:spcPct val="150000"/>
              </a:lnSpc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667" dirty="0">
                <a:solidFill>
                  <a:prstClr val="black"/>
                </a:solidFill>
                <a:latin typeface="Aptos" panose="02110004020202020204"/>
              </a:rPr>
              <a:t>Livrables / Résultats obtenus ( 2024 et 2025)</a:t>
            </a:r>
          </a:p>
          <a:p>
            <a:pPr marL="457200" indent="-457200">
              <a:lnSpc>
                <a:spcPct val="150000"/>
              </a:lnSpc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667" dirty="0">
                <a:solidFill>
                  <a:prstClr val="black"/>
                </a:solidFill>
                <a:latin typeface="Aptos" panose="02110004020202020204"/>
              </a:rPr>
              <a:t>Principaux défis &amp; Challenges</a:t>
            </a:r>
          </a:p>
          <a:p>
            <a:pPr marL="457200" indent="-457200">
              <a:lnSpc>
                <a:spcPct val="150000"/>
              </a:lnSpc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667" dirty="0">
                <a:solidFill>
                  <a:prstClr val="black"/>
                </a:solidFill>
                <a:latin typeface="Aptos" panose="02110004020202020204"/>
              </a:rPr>
              <a:t>Perspectives pour 2026 </a:t>
            </a:r>
          </a:p>
          <a:p>
            <a:pPr marL="533387" indent="-533387">
              <a:buFont typeface="+mj-lt"/>
              <a:buAutoNum type="romanUcPeriod"/>
            </a:pPr>
            <a:endParaRPr lang="fr-FR" sz="2400" dirty="0">
              <a:solidFill>
                <a:prstClr val="black"/>
              </a:solidFill>
              <a:latin typeface="Aptos" panose="02110004020202020204"/>
            </a:endParaRPr>
          </a:p>
          <a:p>
            <a:pPr marL="533387" indent="-533387">
              <a:buFont typeface="+mj-lt"/>
              <a:buAutoNum type="romanUcPeriod"/>
            </a:pPr>
            <a:endParaRPr lang="fr-FR" sz="2400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78514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AC9FC-5FB8-7938-53F7-2DE723F8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C9C6905-669E-B2AB-4276-F0EC96B05D5E}"/>
              </a:ext>
            </a:extLst>
          </p:cNvPr>
          <p:cNvSpPr txBox="1">
            <a:spLocks/>
          </p:cNvSpPr>
          <p:nvPr/>
        </p:nvSpPr>
        <p:spPr>
          <a:xfrm>
            <a:off x="806146" y="1088390"/>
            <a:ext cx="3685676" cy="4680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rgbClr val="0099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fontAlgn="auto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Domaines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 competences UNICEF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DC163-0E3C-C40B-45E8-2CA092EFE455}"/>
              </a:ext>
            </a:extLst>
          </p:cNvPr>
          <p:cNvSpPr txBox="1"/>
          <p:nvPr/>
        </p:nvSpPr>
        <p:spPr>
          <a:xfrm>
            <a:off x="4352544" y="473829"/>
            <a:ext cx="6911203" cy="5652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571500" marR="0" lvl="0" indent="-34290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Support au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programme</a:t>
            </a: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de vaccination  (Planification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strategique</a:t>
            </a: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et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Operationnelle</a:t>
            </a: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, plaidoyer, coordination, performance management, etc.)</a:t>
            </a:r>
          </a:p>
          <a:p>
            <a:pPr marL="571500" marR="0" lvl="0" indent="-34290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Supply chain et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Logistique</a:t>
            </a: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vaccinale</a:t>
            </a: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</a:p>
          <a:p>
            <a:pPr marL="571500" marR="0" lvl="0" indent="-34290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Generation de la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demande</a:t>
            </a: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, </a:t>
            </a:r>
          </a:p>
          <a:p>
            <a:pPr marL="571500" marR="0" lvl="0" indent="-34290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Preparation &amp; riposte aux epidemies </a:t>
            </a:r>
          </a:p>
          <a:p>
            <a:pPr marL="571500" marR="0" lvl="0" indent="-34290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Introduction de nouveaux </a:t>
            </a:r>
            <a:r>
              <a:rPr kumimoji="0" lang="en-US" sz="24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vaccins</a:t>
            </a:r>
            <a:endParaRPr kumimoji="0" lang="en-US" sz="24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533387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4344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ED68-5BB8-BA88-BD9E-1AE224C69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16CE101-1CE7-DA86-E214-DB521F8835F3}"/>
              </a:ext>
            </a:extLst>
          </p:cNvPr>
          <p:cNvSpPr txBox="1">
            <a:spLocks/>
          </p:cNvSpPr>
          <p:nvPr/>
        </p:nvSpPr>
        <p:spPr>
          <a:xfrm>
            <a:off x="0" y="46589"/>
            <a:ext cx="12192000" cy="499327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buSzPts val="2399"/>
            </a:pPr>
            <a:r>
              <a:rPr lang="fr-F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Redevabilités / Responsabilités POA 2025 du PEV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91FD63-1BCC-BDBA-6708-B466F1A0AFDC}"/>
              </a:ext>
            </a:extLst>
          </p:cNvPr>
          <p:cNvGrpSpPr/>
          <p:nvPr/>
        </p:nvGrpSpPr>
        <p:grpSpPr>
          <a:xfrm>
            <a:off x="6242304" y="791880"/>
            <a:ext cx="2578327" cy="682996"/>
            <a:chOff x="4694333" y="-503326"/>
            <a:chExt cx="1933745" cy="51224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9B51C9-8E8A-0B9B-4F1A-C1B510F3ECAA}"/>
                </a:ext>
              </a:extLst>
            </p:cNvPr>
            <p:cNvSpPr/>
            <p:nvPr/>
          </p:nvSpPr>
          <p:spPr>
            <a:xfrm>
              <a:off x="4694333" y="-488290"/>
              <a:ext cx="1784470" cy="497211"/>
            </a:xfrm>
            <a:prstGeom prst="rect">
              <a:avLst/>
            </a:prstGeom>
            <a:solidFill>
              <a:srgbClr val="BB4023"/>
            </a:solidFill>
            <a:ln>
              <a:solidFill>
                <a:srgbClr val="BB4023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D050B5-0CC6-5D3C-5BC7-6F46B4D16E50}"/>
                </a:ext>
              </a:extLst>
            </p:cNvPr>
            <p:cNvSpPr txBox="1"/>
            <p:nvPr/>
          </p:nvSpPr>
          <p:spPr>
            <a:xfrm>
              <a:off x="4843608" y="-503326"/>
              <a:ext cx="1784470" cy="4972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75861" rIns="132757" bIns="75861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BE" sz="1867" b="1"/>
                <a:t>Prestation &amp; Genre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E81322-66B3-03C2-BB02-7F6166BAA627}"/>
              </a:ext>
            </a:extLst>
          </p:cNvPr>
          <p:cNvGrpSpPr/>
          <p:nvPr/>
        </p:nvGrpSpPr>
        <p:grpSpPr>
          <a:xfrm>
            <a:off x="9313762" y="859150"/>
            <a:ext cx="2578327" cy="662948"/>
            <a:chOff x="7216101" y="-431140"/>
            <a:chExt cx="1933745" cy="49721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7A3829-1917-3C1C-92F7-4003DB7B0D20}"/>
                </a:ext>
              </a:extLst>
            </p:cNvPr>
            <p:cNvSpPr/>
            <p:nvPr/>
          </p:nvSpPr>
          <p:spPr>
            <a:xfrm>
              <a:off x="7216101" y="-431140"/>
              <a:ext cx="1784470" cy="49721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58A13E-90C8-8C3F-B918-AEE0862948A5}"/>
                </a:ext>
              </a:extLst>
            </p:cNvPr>
            <p:cNvSpPr txBox="1"/>
            <p:nvPr/>
          </p:nvSpPr>
          <p:spPr>
            <a:xfrm>
              <a:off x="7365376" y="-431140"/>
              <a:ext cx="1784470" cy="4972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75861" rIns="132757" bIns="75861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BE" sz="1867" b="1"/>
                <a:t>Gouvernance &amp; Leadership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D42A632-3B88-D59E-9E66-C092F265ACF9}"/>
              </a:ext>
            </a:extLst>
          </p:cNvPr>
          <p:cNvGrpSpPr/>
          <p:nvPr/>
        </p:nvGrpSpPr>
        <p:grpSpPr>
          <a:xfrm>
            <a:off x="3170848" y="859151"/>
            <a:ext cx="2379293" cy="662948"/>
            <a:chOff x="2508904" y="-553835"/>
            <a:chExt cx="1784470" cy="49721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0491AD-632F-79B7-B289-49F735311211}"/>
                </a:ext>
              </a:extLst>
            </p:cNvPr>
            <p:cNvSpPr/>
            <p:nvPr/>
          </p:nvSpPr>
          <p:spPr>
            <a:xfrm>
              <a:off x="2508904" y="-553835"/>
              <a:ext cx="1784470" cy="497211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05D135-1B9A-3C46-81B5-9307EEC74322}"/>
                </a:ext>
              </a:extLst>
            </p:cNvPr>
            <p:cNvSpPr txBox="1"/>
            <p:nvPr/>
          </p:nvSpPr>
          <p:spPr>
            <a:xfrm>
              <a:off x="2508904" y="-553835"/>
              <a:ext cx="1784470" cy="4972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75861" rIns="132757" bIns="75861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BE" sz="1867" b="1"/>
                <a:t>Génération Demande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6B2554D-C086-E475-4155-223521C6B203}"/>
              </a:ext>
            </a:extLst>
          </p:cNvPr>
          <p:cNvGrpSpPr/>
          <p:nvPr/>
        </p:nvGrpSpPr>
        <p:grpSpPr>
          <a:xfrm>
            <a:off x="299912" y="859151"/>
            <a:ext cx="2379293" cy="662948"/>
            <a:chOff x="96268" y="-376492"/>
            <a:chExt cx="1784470" cy="49721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A788987-5018-9AB0-4DC5-69B2F34F0ADC}"/>
                </a:ext>
              </a:extLst>
            </p:cNvPr>
            <p:cNvSpPr/>
            <p:nvPr/>
          </p:nvSpPr>
          <p:spPr>
            <a:xfrm>
              <a:off x="96268" y="-376492"/>
              <a:ext cx="1784470" cy="497211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ABE139-ABF8-2F2F-4E92-0F6F71B1CD3D}"/>
                </a:ext>
              </a:extLst>
            </p:cNvPr>
            <p:cNvSpPr txBox="1"/>
            <p:nvPr/>
          </p:nvSpPr>
          <p:spPr>
            <a:xfrm>
              <a:off x="96268" y="-376492"/>
              <a:ext cx="1784470" cy="49721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75861" rIns="132757" bIns="75861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BE" sz="1867" b="1"/>
                <a:t>Approvisionnement &amp; Logistique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E8FA10F-5B38-320D-E005-F3A2C86217C0}"/>
              </a:ext>
            </a:extLst>
          </p:cNvPr>
          <p:cNvSpPr txBox="1"/>
          <p:nvPr/>
        </p:nvSpPr>
        <p:spPr>
          <a:xfrm>
            <a:off x="61192" y="1757272"/>
            <a:ext cx="2896026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Acquisition des vaccins </a:t>
            </a:r>
            <a:endParaRPr lang="en-US" sz="1700" dirty="0"/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Financement achat Vaccin 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Acquisition, distribution et installation des ECF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Distribution  Vaccins/Intrants 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Maintenance préventive, curative des hubs 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Appui Inventaire CDF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Appui application CCEOP  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Appui évaluation et mise en œuvre du plan d'</a:t>
            </a:r>
            <a:r>
              <a:rPr lang="fr-BE" sz="1700" dirty="0" err="1"/>
              <a:t>amelioration</a:t>
            </a:r>
            <a:r>
              <a:rPr lang="fr-BE" sz="1700" dirty="0"/>
              <a:t> de la GEV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Reproduction des outils et supports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Formation Logistique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B3518D-E3A6-BBC6-006F-25CCD0650A39}"/>
              </a:ext>
            </a:extLst>
          </p:cNvPr>
          <p:cNvSpPr txBox="1"/>
          <p:nvPr/>
        </p:nvSpPr>
        <p:spPr>
          <a:xfrm>
            <a:off x="3048000" y="2075553"/>
            <a:ext cx="3651443" cy="74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fr-BE" sz="2400"/>
          </a:p>
          <a:p>
            <a:pPr lvl="0"/>
            <a:endParaRPr lang="fr-BE" sz="1867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65D15B-99A9-B141-BF16-2882EF666735}"/>
              </a:ext>
            </a:extLst>
          </p:cNvPr>
          <p:cNvSpPr txBox="1"/>
          <p:nvPr/>
        </p:nvSpPr>
        <p:spPr>
          <a:xfrm>
            <a:off x="6203107" y="1320730"/>
            <a:ext cx="27478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fr-BE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Grand Rattrapage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Vaccination </a:t>
            </a:r>
            <a:r>
              <a:rPr lang="fr-BE" dirty="0" err="1"/>
              <a:t>Mpox</a:t>
            </a:r>
            <a:endParaRPr lang="fr-BE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Vaccination situation Urgence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Intégration Genre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Nouveaux Vaccins (RR, HPV, …)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AVS (Fièvre Jaune, Cholera, Rougeole, </a:t>
            </a:r>
            <a:r>
              <a:rPr lang="fr-BE" dirty="0" err="1"/>
              <a:t>Mpox</a:t>
            </a:r>
            <a:r>
              <a:rPr lang="fr-BE" dirty="0"/>
              <a:t>, MVE etc.)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Digitalisation registre vaccination</a:t>
            </a:r>
          </a:p>
          <a:p>
            <a:endParaRPr lang="fr-B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B9707C-2998-FF03-6C31-C81E6EC305C8}"/>
              </a:ext>
            </a:extLst>
          </p:cNvPr>
          <p:cNvSpPr txBox="1"/>
          <p:nvPr/>
        </p:nvSpPr>
        <p:spPr>
          <a:xfrm>
            <a:off x="3059775" y="1726494"/>
            <a:ext cx="2944299" cy="48628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Redynamisation de CAC et Taskforce Communication</a:t>
            </a:r>
            <a:endParaRPr lang="en-US" sz="1700" dirty="0"/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Formation sur l'utilisation des approches: HCD,..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Plaidoyer à travers le REPACAV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Enquête </a:t>
            </a:r>
            <a:r>
              <a:rPr lang="fr-BE" sz="1700" dirty="0" err="1"/>
              <a:t>BeSD</a:t>
            </a:r>
            <a:r>
              <a:rPr lang="fr-BE" sz="1700" dirty="0"/>
              <a:t>  vaccination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Communication digitale, media et écoute sociale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fr-BE" sz="1700" dirty="0"/>
              <a:t>Appui la mobilisation sociale: BCU, nouveaux vaccins (VAP, RR, HPV), AVS , ripostes rougeole, </a:t>
            </a:r>
            <a:r>
              <a:rPr lang="fr-BE" sz="1700" dirty="0" err="1"/>
              <a:t>Mpox</a:t>
            </a:r>
            <a:r>
              <a:rPr lang="fr-BE" sz="1700" dirty="0"/>
              <a:t>, Cholera et MVE</a:t>
            </a:r>
          </a:p>
          <a:p>
            <a:endParaRPr lang="fr-BE" sz="2000" dirty="0"/>
          </a:p>
          <a:p>
            <a:endParaRPr lang="fr-B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845AFA-554F-E6DE-F407-C112EC5F0933}"/>
              </a:ext>
            </a:extLst>
          </p:cNvPr>
          <p:cNvSpPr txBox="1"/>
          <p:nvPr/>
        </p:nvSpPr>
        <p:spPr>
          <a:xfrm>
            <a:off x="9071806" y="1720840"/>
            <a:ext cx="286320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Coordination stratégique et </a:t>
            </a:r>
            <a:r>
              <a:rPr lang="fr-BE" dirty="0" err="1"/>
              <a:t>Operationnelle</a:t>
            </a:r>
            <a:endParaRPr lang="fr-BE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 </a:t>
            </a:r>
            <a:r>
              <a:rPr lang="fr-BE" sz="2000" dirty="0"/>
              <a:t>Coordination</a:t>
            </a:r>
            <a:r>
              <a:rPr lang="fr-BE" dirty="0"/>
              <a:t> Commission Logistique, Communication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fr-BE" dirty="0"/>
              <a:t>Documents normatifs ( FTCA, Plan Transition, GEV, SNV, , </a:t>
            </a:r>
            <a:r>
              <a:rPr lang="fr-BE" dirty="0" err="1"/>
              <a:t>Comm</a:t>
            </a:r>
            <a:r>
              <a:rPr lang="fr-BE" dirty="0"/>
              <a:t>-SNV, </a:t>
            </a:r>
            <a:r>
              <a:rPr lang="fr-BE" dirty="0" err="1"/>
              <a:t>etc</a:t>
            </a:r>
            <a:r>
              <a:rPr lang="fr-B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334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E1653B-FE61-DC48-301E-27870881C252}"/>
              </a:ext>
            </a:extLst>
          </p:cNvPr>
          <p:cNvSpPr/>
          <p:nvPr/>
        </p:nvSpPr>
        <p:spPr>
          <a:xfrm>
            <a:off x="0" y="28046"/>
            <a:ext cx="12192000" cy="483583"/>
          </a:xfrm>
          <a:prstGeom prst="rect">
            <a:avLst/>
          </a:prstGeom>
          <a:solidFill>
            <a:srgbClr val="00B0F0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550" dirty="0">
                <a:latin typeface="Candara Light" panose="020E0502030303020204" pitchFamily="34" charset="0"/>
              </a:rPr>
              <a:t> </a:t>
            </a:r>
            <a:r>
              <a:rPr lang="fr-FR" sz="3200" b="1" dirty="0"/>
              <a:t>D</a:t>
            </a:r>
            <a:r>
              <a:rPr lang="en-US" sz="3200" b="1" dirty="0" err="1"/>
              <a:t>ispositif</a:t>
            </a:r>
            <a:r>
              <a:rPr lang="en-US" sz="3200" b="1" dirty="0"/>
              <a:t> </a:t>
            </a:r>
            <a:r>
              <a:rPr lang="en-US" sz="3200" b="1" dirty="0" err="1"/>
              <a:t>d’Assistance</a:t>
            </a:r>
            <a:r>
              <a:rPr lang="en-US" sz="3200" b="1" dirty="0"/>
              <a:t> technique (1)</a:t>
            </a:r>
            <a:endParaRPr lang="de-CH" sz="2550" dirty="0">
              <a:latin typeface="Candara Light" panose="020E0502030303020204" pitchFamily="34" charset="0"/>
            </a:endParaRPr>
          </a:p>
        </p:txBody>
      </p:sp>
      <p:pic>
        <p:nvPicPr>
          <p:cNvPr id="4" name="image1.gif">
            <a:extLst>
              <a:ext uri="{FF2B5EF4-FFF2-40B4-BE49-F238E27FC236}">
                <a16:creationId xmlns:a16="http://schemas.microsoft.com/office/drawing/2014/main" id="{EA2557E2-3549-4731-A9A7-ED11AAC57602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5" name="image2.gif">
            <a:extLst>
              <a:ext uri="{FF2B5EF4-FFF2-40B4-BE49-F238E27FC236}">
                <a16:creationId xmlns:a16="http://schemas.microsoft.com/office/drawing/2014/main" id="{183C5F5A-593D-49FB-A861-FD37AEC55851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7" name="image1.gif">
            <a:extLst>
              <a:ext uri="{FF2B5EF4-FFF2-40B4-BE49-F238E27FC236}">
                <a16:creationId xmlns:a16="http://schemas.microsoft.com/office/drawing/2014/main" id="{8CEF7200-FF23-41C1-BE9A-A81A54FFD3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0" y="-4630738"/>
            <a:ext cx="31750" cy="40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1.gif">
            <a:extLst>
              <a:ext uri="{FF2B5EF4-FFF2-40B4-BE49-F238E27FC236}">
                <a16:creationId xmlns:a16="http://schemas.microsoft.com/office/drawing/2014/main" id="{6E51F5A5-92A1-46DE-943E-FCB8164338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1.gif">
            <a:extLst>
              <a:ext uri="{FF2B5EF4-FFF2-40B4-BE49-F238E27FC236}">
                <a16:creationId xmlns:a16="http://schemas.microsoft.com/office/drawing/2014/main" id="{FECA66B2-C98C-49CE-AF8F-E4235E1BA8A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1.gif">
            <a:extLst>
              <a:ext uri="{FF2B5EF4-FFF2-40B4-BE49-F238E27FC236}">
                <a16:creationId xmlns:a16="http://schemas.microsoft.com/office/drawing/2014/main" id="{E37576CC-7FE9-49E5-831B-04EA5EC2EE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1.gif">
            <a:extLst>
              <a:ext uri="{FF2B5EF4-FFF2-40B4-BE49-F238E27FC236}">
                <a16:creationId xmlns:a16="http://schemas.microsoft.com/office/drawing/2014/main" id="{E680A661-9F6A-48FE-91ED-C14BE4395F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1.gif">
            <a:extLst>
              <a:ext uri="{FF2B5EF4-FFF2-40B4-BE49-F238E27FC236}">
                <a16:creationId xmlns:a16="http://schemas.microsoft.com/office/drawing/2014/main" id="{F8D96B86-262A-4CA0-9576-F979B59B1A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1.gif">
            <a:extLst>
              <a:ext uri="{FF2B5EF4-FFF2-40B4-BE49-F238E27FC236}">
                <a16:creationId xmlns:a16="http://schemas.microsoft.com/office/drawing/2014/main" id="{69098B58-6BA7-4C63-9FAF-34E75DB08B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1.gif">
            <a:extLst>
              <a:ext uri="{FF2B5EF4-FFF2-40B4-BE49-F238E27FC236}">
                <a16:creationId xmlns:a16="http://schemas.microsoft.com/office/drawing/2014/main" id="{51F5A291-3E99-4A1D-80DC-DE3F4571AF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1.gif">
            <a:extLst>
              <a:ext uri="{FF2B5EF4-FFF2-40B4-BE49-F238E27FC236}">
                <a16:creationId xmlns:a16="http://schemas.microsoft.com/office/drawing/2014/main" id="{46285692-F9A7-406A-A6AF-4E44AE6469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1.gif">
            <a:extLst>
              <a:ext uri="{FF2B5EF4-FFF2-40B4-BE49-F238E27FC236}">
                <a16:creationId xmlns:a16="http://schemas.microsoft.com/office/drawing/2014/main" id="{ACD52E96-8245-4C58-B5DA-60674B303F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1.gif">
            <a:extLst>
              <a:ext uri="{FF2B5EF4-FFF2-40B4-BE49-F238E27FC236}">
                <a16:creationId xmlns:a16="http://schemas.microsoft.com/office/drawing/2014/main" id="{4141AEF7-4CD5-45BF-A94F-78EBB6F137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1.gif">
            <a:extLst>
              <a:ext uri="{FF2B5EF4-FFF2-40B4-BE49-F238E27FC236}">
                <a16:creationId xmlns:a16="http://schemas.microsoft.com/office/drawing/2014/main" id="{914F47A1-6ECE-4717-99A7-C1AD8809CA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1.gif">
            <a:extLst>
              <a:ext uri="{FF2B5EF4-FFF2-40B4-BE49-F238E27FC236}">
                <a16:creationId xmlns:a16="http://schemas.microsoft.com/office/drawing/2014/main" id="{E037F27F-3FC4-467C-A8BE-914FCCC4E3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1.gif">
            <a:extLst>
              <a:ext uri="{FF2B5EF4-FFF2-40B4-BE49-F238E27FC236}">
                <a16:creationId xmlns:a16="http://schemas.microsoft.com/office/drawing/2014/main" id="{44656F65-19CB-4FA2-A2DE-BA640DFEB8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1.gif">
            <a:extLst>
              <a:ext uri="{FF2B5EF4-FFF2-40B4-BE49-F238E27FC236}">
                <a16:creationId xmlns:a16="http://schemas.microsoft.com/office/drawing/2014/main" id="{62E0F9B0-FD21-4915-ABCA-73D00979AC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1.gif">
            <a:extLst>
              <a:ext uri="{FF2B5EF4-FFF2-40B4-BE49-F238E27FC236}">
                <a16:creationId xmlns:a16="http://schemas.microsoft.com/office/drawing/2014/main" id="{F5FED798-DA21-45EB-B415-EF08BF6AB1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1.gif">
            <a:extLst>
              <a:ext uri="{FF2B5EF4-FFF2-40B4-BE49-F238E27FC236}">
                <a16:creationId xmlns:a16="http://schemas.microsoft.com/office/drawing/2014/main" id="{EA3BB656-CF07-4EF9-B581-4068D5D553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1.gif">
            <a:extLst>
              <a:ext uri="{FF2B5EF4-FFF2-40B4-BE49-F238E27FC236}">
                <a16:creationId xmlns:a16="http://schemas.microsoft.com/office/drawing/2014/main" id="{5B172478-6DF2-44BD-8F92-E942AB33B3F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image1.gif">
            <a:extLst>
              <a:ext uri="{FF2B5EF4-FFF2-40B4-BE49-F238E27FC236}">
                <a16:creationId xmlns:a16="http://schemas.microsoft.com/office/drawing/2014/main" id="{DBEA2032-9F1F-442F-B299-77E5A66454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1.gif">
            <a:extLst>
              <a:ext uri="{FF2B5EF4-FFF2-40B4-BE49-F238E27FC236}">
                <a16:creationId xmlns:a16="http://schemas.microsoft.com/office/drawing/2014/main" id="{1FEE76D9-01D8-42C1-A063-BCBD8E0DCB1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1.gif">
            <a:extLst>
              <a:ext uri="{FF2B5EF4-FFF2-40B4-BE49-F238E27FC236}">
                <a16:creationId xmlns:a16="http://schemas.microsoft.com/office/drawing/2014/main" id="{639246EB-AC8D-4205-B06D-69A79F974AE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1.gif">
            <a:extLst>
              <a:ext uri="{FF2B5EF4-FFF2-40B4-BE49-F238E27FC236}">
                <a16:creationId xmlns:a16="http://schemas.microsoft.com/office/drawing/2014/main" id="{E7F5C332-BB2F-4D70-881C-5F267270DDA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1.gif">
            <a:extLst>
              <a:ext uri="{FF2B5EF4-FFF2-40B4-BE49-F238E27FC236}">
                <a16:creationId xmlns:a16="http://schemas.microsoft.com/office/drawing/2014/main" id="{11641ACB-BE8D-40E2-B72A-BF4B12D6959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1.gif">
            <a:extLst>
              <a:ext uri="{FF2B5EF4-FFF2-40B4-BE49-F238E27FC236}">
                <a16:creationId xmlns:a16="http://schemas.microsoft.com/office/drawing/2014/main" id="{55292FC3-2AB5-42CE-9913-66C1BD3AF8B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1.gif">
            <a:extLst>
              <a:ext uri="{FF2B5EF4-FFF2-40B4-BE49-F238E27FC236}">
                <a16:creationId xmlns:a16="http://schemas.microsoft.com/office/drawing/2014/main" id="{50767A5A-0527-43AA-9CAF-8B7BB8C900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1.gif">
            <a:extLst>
              <a:ext uri="{FF2B5EF4-FFF2-40B4-BE49-F238E27FC236}">
                <a16:creationId xmlns:a16="http://schemas.microsoft.com/office/drawing/2014/main" id="{F42370DE-701D-488C-A52C-4DF46BBFD4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image1.gif">
            <a:extLst>
              <a:ext uri="{FF2B5EF4-FFF2-40B4-BE49-F238E27FC236}">
                <a16:creationId xmlns:a16="http://schemas.microsoft.com/office/drawing/2014/main" id="{CCE974EB-B92C-4740-B67F-D71F3C275C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image1.gif">
            <a:extLst>
              <a:ext uri="{FF2B5EF4-FFF2-40B4-BE49-F238E27FC236}">
                <a16:creationId xmlns:a16="http://schemas.microsoft.com/office/drawing/2014/main" id="{FBDE0B52-E8FC-4532-A836-0ACD362939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image1.gif">
            <a:extLst>
              <a:ext uri="{FF2B5EF4-FFF2-40B4-BE49-F238E27FC236}">
                <a16:creationId xmlns:a16="http://schemas.microsoft.com/office/drawing/2014/main" id="{CB695623-206F-44FC-817F-CFB04F4DDE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1.gif">
            <a:extLst>
              <a:ext uri="{FF2B5EF4-FFF2-40B4-BE49-F238E27FC236}">
                <a16:creationId xmlns:a16="http://schemas.microsoft.com/office/drawing/2014/main" id="{40FDDD2F-379A-48D0-9090-CA99F7359D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image1.gif">
            <a:extLst>
              <a:ext uri="{FF2B5EF4-FFF2-40B4-BE49-F238E27FC236}">
                <a16:creationId xmlns:a16="http://schemas.microsoft.com/office/drawing/2014/main" id="{BA058C35-36A3-497B-8335-C232171FC0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1.gif">
            <a:extLst>
              <a:ext uri="{FF2B5EF4-FFF2-40B4-BE49-F238E27FC236}">
                <a16:creationId xmlns:a16="http://schemas.microsoft.com/office/drawing/2014/main" id="{84E011BD-B578-415B-A7D1-A20538C756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image1.gif">
            <a:extLst>
              <a:ext uri="{FF2B5EF4-FFF2-40B4-BE49-F238E27FC236}">
                <a16:creationId xmlns:a16="http://schemas.microsoft.com/office/drawing/2014/main" id="{57854836-DC92-4BAC-A5ED-B1791FDE0B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age1.gif">
            <a:extLst>
              <a:ext uri="{FF2B5EF4-FFF2-40B4-BE49-F238E27FC236}">
                <a16:creationId xmlns:a16="http://schemas.microsoft.com/office/drawing/2014/main" id="{8C97ADAC-E0F1-4C8D-B63E-3550DB8453A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image1.gif">
            <a:extLst>
              <a:ext uri="{FF2B5EF4-FFF2-40B4-BE49-F238E27FC236}">
                <a16:creationId xmlns:a16="http://schemas.microsoft.com/office/drawing/2014/main" id="{3B026A71-3338-4F6B-849A-BC475D26A5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image1.gif">
            <a:extLst>
              <a:ext uri="{FF2B5EF4-FFF2-40B4-BE49-F238E27FC236}">
                <a16:creationId xmlns:a16="http://schemas.microsoft.com/office/drawing/2014/main" id="{7B3D569C-D9CB-4D49-8054-2E19C28F9C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image1.gif">
            <a:extLst>
              <a:ext uri="{FF2B5EF4-FFF2-40B4-BE49-F238E27FC236}">
                <a16:creationId xmlns:a16="http://schemas.microsoft.com/office/drawing/2014/main" id="{A9BE8DC6-6DEB-46EB-AF85-C426C8819F1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image1.gif">
            <a:extLst>
              <a:ext uri="{FF2B5EF4-FFF2-40B4-BE49-F238E27FC236}">
                <a16:creationId xmlns:a16="http://schemas.microsoft.com/office/drawing/2014/main" id="{2AB5CE38-D3C8-4051-93C4-7393BDFA6F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image1.gif">
            <a:extLst>
              <a:ext uri="{FF2B5EF4-FFF2-40B4-BE49-F238E27FC236}">
                <a16:creationId xmlns:a16="http://schemas.microsoft.com/office/drawing/2014/main" id="{C1482135-4835-473D-8E4F-76BEFFDA34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image1.gif">
            <a:extLst>
              <a:ext uri="{FF2B5EF4-FFF2-40B4-BE49-F238E27FC236}">
                <a16:creationId xmlns:a16="http://schemas.microsoft.com/office/drawing/2014/main" id="{50D07BF5-D312-498E-88CD-C06B088030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image1.gif">
            <a:extLst>
              <a:ext uri="{FF2B5EF4-FFF2-40B4-BE49-F238E27FC236}">
                <a16:creationId xmlns:a16="http://schemas.microsoft.com/office/drawing/2014/main" id="{EBFD1F6F-5312-42B1-8503-4AFA7C81BC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image1.gif">
            <a:extLst>
              <a:ext uri="{FF2B5EF4-FFF2-40B4-BE49-F238E27FC236}">
                <a16:creationId xmlns:a16="http://schemas.microsoft.com/office/drawing/2014/main" id="{FBE6F54D-4454-4FA5-97D2-F0D85E533C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image1.gif">
            <a:extLst>
              <a:ext uri="{FF2B5EF4-FFF2-40B4-BE49-F238E27FC236}">
                <a16:creationId xmlns:a16="http://schemas.microsoft.com/office/drawing/2014/main" id="{FADBC993-AE3D-4ED1-8845-1A347CF2BEF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1.gif">
            <a:extLst>
              <a:ext uri="{FF2B5EF4-FFF2-40B4-BE49-F238E27FC236}">
                <a16:creationId xmlns:a16="http://schemas.microsoft.com/office/drawing/2014/main" id="{A697DBCA-3CBE-4823-A0F3-5ABB77D1BC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image1.gif">
            <a:extLst>
              <a:ext uri="{FF2B5EF4-FFF2-40B4-BE49-F238E27FC236}">
                <a16:creationId xmlns:a16="http://schemas.microsoft.com/office/drawing/2014/main" id="{A1719890-2AC8-434F-A5ED-6F73C433B9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image1.gif">
            <a:extLst>
              <a:ext uri="{FF2B5EF4-FFF2-40B4-BE49-F238E27FC236}">
                <a16:creationId xmlns:a16="http://schemas.microsoft.com/office/drawing/2014/main" id="{A3C2C41C-C131-4874-9B82-E2A5485B76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1.gif">
            <a:extLst>
              <a:ext uri="{FF2B5EF4-FFF2-40B4-BE49-F238E27FC236}">
                <a16:creationId xmlns:a16="http://schemas.microsoft.com/office/drawing/2014/main" id="{97A4B698-6E28-4DA6-ACDC-38EB39D5CC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image1.gif">
            <a:extLst>
              <a:ext uri="{FF2B5EF4-FFF2-40B4-BE49-F238E27FC236}">
                <a16:creationId xmlns:a16="http://schemas.microsoft.com/office/drawing/2014/main" id="{79309503-544F-4625-9A9B-0EEA04FD2D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image1.gif">
            <a:extLst>
              <a:ext uri="{FF2B5EF4-FFF2-40B4-BE49-F238E27FC236}">
                <a16:creationId xmlns:a16="http://schemas.microsoft.com/office/drawing/2014/main" id="{4A1F2DFC-BBE6-4411-9124-B097AE45DB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image1.gif">
            <a:extLst>
              <a:ext uri="{FF2B5EF4-FFF2-40B4-BE49-F238E27FC236}">
                <a16:creationId xmlns:a16="http://schemas.microsoft.com/office/drawing/2014/main" id="{076088B8-61A9-4AAD-B897-07FB359BD0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image1.gif">
            <a:extLst>
              <a:ext uri="{FF2B5EF4-FFF2-40B4-BE49-F238E27FC236}">
                <a16:creationId xmlns:a16="http://schemas.microsoft.com/office/drawing/2014/main" id="{5AAC8B5D-0D45-4D0F-8BE9-55A1F3AE9C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image1.gif">
            <a:extLst>
              <a:ext uri="{FF2B5EF4-FFF2-40B4-BE49-F238E27FC236}">
                <a16:creationId xmlns:a16="http://schemas.microsoft.com/office/drawing/2014/main" id="{524A5C40-29DE-40FA-AC0B-07B3AE3164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image1.gif">
            <a:extLst>
              <a:ext uri="{FF2B5EF4-FFF2-40B4-BE49-F238E27FC236}">
                <a16:creationId xmlns:a16="http://schemas.microsoft.com/office/drawing/2014/main" id="{529AB2F1-DB08-405E-9F31-E53C22A117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image1.gif">
            <a:extLst>
              <a:ext uri="{FF2B5EF4-FFF2-40B4-BE49-F238E27FC236}">
                <a16:creationId xmlns:a16="http://schemas.microsoft.com/office/drawing/2014/main" id="{4F35B15F-B5C1-426C-AF5A-B6592141A6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image1.gif">
            <a:extLst>
              <a:ext uri="{FF2B5EF4-FFF2-40B4-BE49-F238E27FC236}">
                <a16:creationId xmlns:a16="http://schemas.microsoft.com/office/drawing/2014/main" id="{0C587AE4-7F7C-49D7-84E5-A5712F844A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image1.gif">
            <a:extLst>
              <a:ext uri="{FF2B5EF4-FFF2-40B4-BE49-F238E27FC236}">
                <a16:creationId xmlns:a16="http://schemas.microsoft.com/office/drawing/2014/main" id="{C0DC667B-D7FD-4C98-B11B-98967B90DA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image1.gif">
            <a:extLst>
              <a:ext uri="{FF2B5EF4-FFF2-40B4-BE49-F238E27FC236}">
                <a16:creationId xmlns:a16="http://schemas.microsoft.com/office/drawing/2014/main" id="{4A08202A-35D5-4D5D-B906-83E99B84405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image1.gif">
            <a:extLst>
              <a:ext uri="{FF2B5EF4-FFF2-40B4-BE49-F238E27FC236}">
                <a16:creationId xmlns:a16="http://schemas.microsoft.com/office/drawing/2014/main" id="{3F2A5B16-AAAA-4900-8F3F-C0C6562473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image1.gif">
            <a:extLst>
              <a:ext uri="{FF2B5EF4-FFF2-40B4-BE49-F238E27FC236}">
                <a16:creationId xmlns:a16="http://schemas.microsoft.com/office/drawing/2014/main" id="{53A709D7-1969-41E6-B6B5-4E130CAF60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image1.gif">
            <a:extLst>
              <a:ext uri="{FF2B5EF4-FFF2-40B4-BE49-F238E27FC236}">
                <a16:creationId xmlns:a16="http://schemas.microsoft.com/office/drawing/2014/main" id="{D61E46C8-BCEA-4D03-B23D-21BEC90C10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image1.gif">
            <a:extLst>
              <a:ext uri="{FF2B5EF4-FFF2-40B4-BE49-F238E27FC236}">
                <a16:creationId xmlns:a16="http://schemas.microsoft.com/office/drawing/2014/main" id="{90C51776-5739-49D6-853D-0CAC666F100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1.gif">
            <a:extLst>
              <a:ext uri="{FF2B5EF4-FFF2-40B4-BE49-F238E27FC236}">
                <a16:creationId xmlns:a16="http://schemas.microsoft.com/office/drawing/2014/main" id="{418248F9-DBBE-417B-A34F-543E00466D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image1.gif">
            <a:extLst>
              <a:ext uri="{FF2B5EF4-FFF2-40B4-BE49-F238E27FC236}">
                <a16:creationId xmlns:a16="http://schemas.microsoft.com/office/drawing/2014/main" id="{C4D57100-508E-4548-9DF0-3CB0CD3DF5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image1.gif">
            <a:extLst>
              <a:ext uri="{FF2B5EF4-FFF2-40B4-BE49-F238E27FC236}">
                <a16:creationId xmlns:a16="http://schemas.microsoft.com/office/drawing/2014/main" id="{A08EA9E6-5E82-4CB7-AA25-E84A904E3E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image1.gif">
            <a:extLst>
              <a:ext uri="{FF2B5EF4-FFF2-40B4-BE49-F238E27FC236}">
                <a16:creationId xmlns:a16="http://schemas.microsoft.com/office/drawing/2014/main" id="{12A2A0F3-5830-483A-9054-1C4899FBD9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image1.gif">
            <a:extLst>
              <a:ext uri="{FF2B5EF4-FFF2-40B4-BE49-F238E27FC236}">
                <a16:creationId xmlns:a16="http://schemas.microsoft.com/office/drawing/2014/main" id="{CBC3C797-649C-413E-B290-E18EA89BF5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image1.gif">
            <a:extLst>
              <a:ext uri="{FF2B5EF4-FFF2-40B4-BE49-F238E27FC236}">
                <a16:creationId xmlns:a16="http://schemas.microsoft.com/office/drawing/2014/main" id="{9428186B-14A5-46CD-8A56-D05CC9B9651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image1.gif">
            <a:extLst>
              <a:ext uri="{FF2B5EF4-FFF2-40B4-BE49-F238E27FC236}">
                <a16:creationId xmlns:a16="http://schemas.microsoft.com/office/drawing/2014/main" id="{A6625A30-1188-44AA-815E-2540BAA60B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image1.gif">
            <a:extLst>
              <a:ext uri="{FF2B5EF4-FFF2-40B4-BE49-F238E27FC236}">
                <a16:creationId xmlns:a16="http://schemas.microsoft.com/office/drawing/2014/main" id="{31149B79-5A55-47E3-B6FA-9CA614E6C2D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image1.gif">
            <a:extLst>
              <a:ext uri="{FF2B5EF4-FFF2-40B4-BE49-F238E27FC236}">
                <a16:creationId xmlns:a16="http://schemas.microsoft.com/office/drawing/2014/main" id="{D3B478EB-0AD2-477D-BF4E-C3A5695D3E2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image1.gif">
            <a:extLst>
              <a:ext uri="{FF2B5EF4-FFF2-40B4-BE49-F238E27FC236}">
                <a16:creationId xmlns:a16="http://schemas.microsoft.com/office/drawing/2014/main" id="{55F0E8F0-954C-4026-B07C-8B50765F63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image1.gif">
            <a:extLst>
              <a:ext uri="{FF2B5EF4-FFF2-40B4-BE49-F238E27FC236}">
                <a16:creationId xmlns:a16="http://schemas.microsoft.com/office/drawing/2014/main" id="{9CB59620-00AB-4918-8277-DF1B4E0CA8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image1.gif">
            <a:extLst>
              <a:ext uri="{FF2B5EF4-FFF2-40B4-BE49-F238E27FC236}">
                <a16:creationId xmlns:a16="http://schemas.microsoft.com/office/drawing/2014/main" id="{9106B95F-8222-4A47-8039-DE29F251B6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image1.gif">
            <a:extLst>
              <a:ext uri="{FF2B5EF4-FFF2-40B4-BE49-F238E27FC236}">
                <a16:creationId xmlns:a16="http://schemas.microsoft.com/office/drawing/2014/main" id="{2087BF55-3727-4F8B-BDDF-0027AC06D6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image1.gif">
            <a:extLst>
              <a:ext uri="{FF2B5EF4-FFF2-40B4-BE49-F238E27FC236}">
                <a16:creationId xmlns:a16="http://schemas.microsoft.com/office/drawing/2014/main" id="{B26DC8A7-D6E6-4BBC-A3B2-5151183659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image1.gif">
            <a:extLst>
              <a:ext uri="{FF2B5EF4-FFF2-40B4-BE49-F238E27FC236}">
                <a16:creationId xmlns:a16="http://schemas.microsoft.com/office/drawing/2014/main" id="{459FE743-93FD-42AB-B906-43BB60AF35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image1.gif">
            <a:extLst>
              <a:ext uri="{FF2B5EF4-FFF2-40B4-BE49-F238E27FC236}">
                <a16:creationId xmlns:a16="http://schemas.microsoft.com/office/drawing/2014/main" id="{FD41E638-F3E1-410B-B9FE-72D547AADE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image1.gif">
            <a:extLst>
              <a:ext uri="{FF2B5EF4-FFF2-40B4-BE49-F238E27FC236}">
                <a16:creationId xmlns:a16="http://schemas.microsoft.com/office/drawing/2014/main" id="{D71EDF98-C1AA-44F3-84C3-484C19CDA5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image1.gif">
            <a:extLst>
              <a:ext uri="{FF2B5EF4-FFF2-40B4-BE49-F238E27FC236}">
                <a16:creationId xmlns:a16="http://schemas.microsoft.com/office/drawing/2014/main" id="{69833B3A-6EA5-43FD-860B-7B3368AE7A9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image1.gif">
            <a:extLst>
              <a:ext uri="{FF2B5EF4-FFF2-40B4-BE49-F238E27FC236}">
                <a16:creationId xmlns:a16="http://schemas.microsoft.com/office/drawing/2014/main" id="{BF9F2B08-A199-4701-8758-6D8029F0129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image1.gif">
            <a:extLst>
              <a:ext uri="{FF2B5EF4-FFF2-40B4-BE49-F238E27FC236}">
                <a16:creationId xmlns:a16="http://schemas.microsoft.com/office/drawing/2014/main" id="{D1EB837C-AC3C-4378-924B-959F2ABBAB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image1.gif">
            <a:extLst>
              <a:ext uri="{FF2B5EF4-FFF2-40B4-BE49-F238E27FC236}">
                <a16:creationId xmlns:a16="http://schemas.microsoft.com/office/drawing/2014/main" id="{1E3FEFC2-E919-4F55-93B3-555A94E90A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image1.gif">
            <a:extLst>
              <a:ext uri="{FF2B5EF4-FFF2-40B4-BE49-F238E27FC236}">
                <a16:creationId xmlns:a16="http://schemas.microsoft.com/office/drawing/2014/main" id="{937A1F47-7409-4943-BC04-5A78128358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image1.gif">
            <a:extLst>
              <a:ext uri="{FF2B5EF4-FFF2-40B4-BE49-F238E27FC236}">
                <a16:creationId xmlns:a16="http://schemas.microsoft.com/office/drawing/2014/main" id="{37DBC6C9-DD97-4E2B-80F1-5EEB746E76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image1.gif">
            <a:extLst>
              <a:ext uri="{FF2B5EF4-FFF2-40B4-BE49-F238E27FC236}">
                <a16:creationId xmlns:a16="http://schemas.microsoft.com/office/drawing/2014/main" id="{7B89B958-1705-4C25-8D08-79D9B563D2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image1.gif">
            <a:extLst>
              <a:ext uri="{FF2B5EF4-FFF2-40B4-BE49-F238E27FC236}">
                <a16:creationId xmlns:a16="http://schemas.microsoft.com/office/drawing/2014/main" id="{539BB5F5-8517-4FD1-B04C-F79DE7B81F9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image1.gif">
            <a:extLst>
              <a:ext uri="{FF2B5EF4-FFF2-40B4-BE49-F238E27FC236}">
                <a16:creationId xmlns:a16="http://schemas.microsoft.com/office/drawing/2014/main" id="{3BA240A5-7908-49BE-AE9C-F0C2292937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image1.gif">
            <a:extLst>
              <a:ext uri="{FF2B5EF4-FFF2-40B4-BE49-F238E27FC236}">
                <a16:creationId xmlns:a16="http://schemas.microsoft.com/office/drawing/2014/main" id="{66F23C6A-8AFF-4959-A1F5-CFBFBAC23B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image1.gif">
            <a:extLst>
              <a:ext uri="{FF2B5EF4-FFF2-40B4-BE49-F238E27FC236}">
                <a16:creationId xmlns:a16="http://schemas.microsoft.com/office/drawing/2014/main" id="{06078942-3427-4271-941E-5697F9D4D67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image1.gif">
            <a:extLst>
              <a:ext uri="{FF2B5EF4-FFF2-40B4-BE49-F238E27FC236}">
                <a16:creationId xmlns:a16="http://schemas.microsoft.com/office/drawing/2014/main" id="{230B9198-3EDB-463D-9B57-1EDCEF83EE7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image1.gif">
            <a:extLst>
              <a:ext uri="{FF2B5EF4-FFF2-40B4-BE49-F238E27FC236}">
                <a16:creationId xmlns:a16="http://schemas.microsoft.com/office/drawing/2014/main" id="{82D65E16-E08F-4489-9559-EA7C33710F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image1.gif">
            <a:extLst>
              <a:ext uri="{FF2B5EF4-FFF2-40B4-BE49-F238E27FC236}">
                <a16:creationId xmlns:a16="http://schemas.microsoft.com/office/drawing/2014/main" id="{938980AD-6DA7-40E8-B072-E9FC7E53F2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image1.gif">
            <a:extLst>
              <a:ext uri="{FF2B5EF4-FFF2-40B4-BE49-F238E27FC236}">
                <a16:creationId xmlns:a16="http://schemas.microsoft.com/office/drawing/2014/main" id="{91D8933D-8B0A-4BD7-B67D-913DBED5B1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image1.gif">
            <a:extLst>
              <a:ext uri="{FF2B5EF4-FFF2-40B4-BE49-F238E27FC236}">
                <a16:creationId xmlns:a16="http://schemas.microsoft.com/office/drawing/2014/main" id="{FB1D793B-2B05-4F17-B532-D77D41020D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image1.gif">
            <a:extLst>
              <a:ext uri="{FF2B5EF4-FFF2-40B4-BE49-F238E27FC236}">
                <a16:creationId xmlns:a16="http://schemas.microsoft.com/office/drawing/2014/main" id="{B0C1CE7F-2C62-493F-A2A4-03F9B091B90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image1.gif">
            <a:extLst>
              <a:ext uri="{FF2B5EF4-FFF2-40B4-BE49-F238E27FC236}">
                <a16:creationId xmlns:a16="http://schemas.microsoft.com/office/drawing/2014/main" id="{B5BBFF44-8E39-4EE4-B153-6D425E410D8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image1.gif">
            <a:extLst>
              <a:ext uri="{FF2B5EF4-FFF2-40B4-BE49-F238E27FC236}">
                <a16:creationId xmlns:a16="http://schemas.microsoft.com/office/drawing/2014/main" id="{D85636D3-0952-4F20-95B4-0D2F3E5613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image1.gif">
            <a:extLst>
              <a:ext uri="{FF2B5EF4-FFF2-40B4-BE49-F238E27FC236}">
                <a16:creationId xmlns:a16="http://schemas.microsoft.com/office/drawing/2014/main" id="{2BCF2C5A-B938-4403-8946-F014A19684C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image1.gif">
            <a:extLst>
              <a:ext uri="{FF2B5EF4-FFF2-40B4-BE49-F238E27FC236}">
                <a16:creationId xmlns:a16="http://schemas.microsoft.com/office/drawing/2014/main" id="{0A29AB00-EF45-4EC0-A035-BFB6E1606F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image1.gif">
            <a:extLst>
              <a:ext uri="{FF2B5EF4-FFF2-40B4-BE49-F238E27FC236}">
                <a16:creationId xmlns:a16="http://schemas.microsoft.com/office/drawing/2014/main" id="{250B1588-91A1-4D43-93A9-4C7F9E6DC4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image1.gif">
            <a:extLst>
              <a:ext uri="{FF2B5EF4-FFF2-40B4-BE49-F238E27FC236}">
                <a16:creationId xmlns:a16="http://schemas.microsoft.com/office/drawing/2014/main" id="{7FDDBA61-352F-4F69-920D-653F5528F6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image1.gif">
            <a:extLst>
              <a:ext uri="{FF2B5EF4-FFF2-40B4-BE49-F238E27FC236}">
                <a16:creationId xmlns:a16="http://schemas.microsoft.com/office/drawing/2014/main" id="{981722D9-05C7-4495-83D1-CA01DA3309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image1.gif">
            <a:extLst>
              <a:ext uri="{FF2B5EF4-FFF2-40B4-BE49-F238E27FC236}">
                <a16:creationId xmlns:a16="http://schemas.microsoft.com/office/drawing/2014/main" id="{0DBB35A9-B7AF-4E18-8671-CAB121B8ED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image1.gif">
            <a:extLst>
              <a:ext uri="{FF2B5EF4-FFF2-40B4-BE49-F238E27FC236}">
                <a16:creationId xmlns:a16="http://schemas.microsoft.com/office/drawing/2014/main" id="{E6E173BF-85E2-4E77-AF5E-65786FAF8B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image1.gif">
            <a:extLst>
              <a:ext uri="{FF2B5EF4-FFF2-40B4-BE49-F238E27FC236}">
                <a16:creationId xmlns:a16="http://schemas.microsoft.com/office/drawing/2014/main" id="{20D5DCB2-8EB4-4295-84A9-894D7E5C67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image1.gif">
            <a:extLst>
              <a:ext uri="{FF2B5EF4-FFF2-40B4-BE49-F238E27FC236}">
                <a16:creationId xmlns:a16="http://schemas.microsoft.com/office/drawing/2014/main" id="{D49CA15F-FED0-4626-8DF3-D23FBA1691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image1.gif">
            <a:extLst>
              <a:ext uri="{FF2B5EF4-FFF2-40B4-BE49-F238E27FC236}">
                <a16:creationId xmlns:a16="http://schemas.microsoft.com/office/drawing/2014/main" id="{CBB65A61-DF70-4E3D-A640-0E3A85DD89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image1.gif">
            <a:extLst>
              <a:ext uri="{FF2B5EF4-FFF2-40B4-BE49-F238E27FC236}">
                <a16:creationId xmlns:a16="http://schemas.microsoft.com/office/drawing/2014/main" id="{2F193BFB-B008-4B85-96B3-CF4B05F955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image1.gif">
            <a:extLst>
              <a:ext uri="{FF2B5EF4-FFF2-40B4-BE49-F238E27FC236}">
                <a16:creationId xmlns:a16="http://schemas.microsoft.com/office/drawing/2014/main" id="{E4FC8AC7-D92D-447D-B5A3-F9FF461790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image1.gif">
            <a:extLst>
              <a:ext uri="{FF2B5EF4-FFF2-40B4-BE49-F238E27FC236}">
                <a16:creationId xmlns:a16="http://schemas.microsoft.com/office/drawing/2014/main" id="{582258E5-6B8F-4B7C-A259-B878C95424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image1.gif">
            <a:extLst>
              <a:ext uri="{FF2B5EF4-FFF2-40B4-BE49-F238E27FC236}">
                <a16:creationId xmlns:a16="http://schemas.microsoft.com/office/drawing/2014/main" id="{27FA4A72-C18E-4735-9463-756FBFC748F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image1.gif">
            <a:extLst>
              <a:ext uri="{FF2B5EF4-FFF2-40B4-BE49-F238E27FC236}">
                <a16:creationId xmlns:a16="http://schemas.microsoft.com/office/drawing/2014/main" id="{B684579E-2463-43D0-BF82-8094256380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1.gif">
            <a:extLst>
              <a:ext uri="{FF2B5EF4-FFF2-40B4-BE49-F238E27FC236}">
                <a16:creationId xmlns:a16="http://schemas.microsoft.com/office/drawing/2014/main" id="{87B93E9A-D74C-42E4-994D-A397F6AD7A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1.gif">
            <a:extLst>
              <a:ext uri="{FF2B5EF4-FFF2-40B4-BE49-F238E27FC236}">
                <a16:creationId xmlns:a16="http://schemas.microsoft.com/office/drawing/2014/main" id="{7128333D-5249-42A4-B56F-2E95DC5F54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1.gif">
            <a:extLst>
              <a:ext uri="{FF2B5EF4-FFF2-40B4-BE49-F238E27FC236}">
                <a16:creationId xmlns:a16="http://schemas.microsoft.com/office/drawing/2014/main" id="{32A225ED-AFDD-407B-A8BD-3D383505F4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1.gif">
            <a:extLst>
              <a:ext uri="{FF2B5EF4-FFF2-40B4-BE49-F238E27FC236}">
                <a16:creationId xmlns:a16="http://schemas.microsoft.com/office/drawing/2014/main" id="{FC6BEFD4-E4FD-47BB-9CDF-7EBE262D10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1.gif">
            <a:extLst>
              <a:ext uri="{FF2B5EF4-FFF2-40B4-BE49-F238E27FC236}">
                <a16:creationId xmlns:a16="http://schemas.microsoft.com/office/drawing/2014/main" id="{F9435529-E928-4A5F-A483-5B19FFA6CC9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1.gif">
            <a:extLst>
              <a:ext uri="{FF2B5EF4-FFF2-40B4-BE49-F238E27FC236}">
                <a16:creationId xmlns:a16="http://schemas.microsoft.com/office/drawing/2014/main" id="{F7DAFB7E-DC12-483C-9D4F-9075DAB042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1.gif">
            <a:extLst>
              <a:ext uri="{FF2B5EF4-FFF2-40B4-BE49-F238E27FC236}">
                <a16:creationId xmlns:a16="http://schemas.microsoft.com/office/drawing/2014/main" id="{5C624C60-95F4-4EA1-9D67-71F2886F39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1.gif">
            <a:extLst>
              <a:ext uri="{FF2B5EF4-FFF2-40B4-BE49-F238E27FC236}">
                <a16:creationId xmlns:a16="http://schemas.microsoft.com/office/drawing/2014/main" id="{12D9DF34-B34E-4532-8B84-9CD4F4A3003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1.gif">
            <a:extLst>
              <a:ext uri="{FF2B5EF4-FFF2-40B4-BE49-F238E27FC236}">
                <a16:creationId xmlns:a16="http://schemas.microsoft.com/office/drawing/2014/main" id="{93DA54E2-77AE-469A-9A17-5BEBA8920AF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1.gif">
            <a:extLst>
              <a:ext uri="{FF2B5EF4-FFF2-40B4-BE49-F238E27FC236}">
                <a16:creationId xmlns:a16="http://schemas.microsoft.com/office/drawing/2014/main" id="{E328FA89-C6A8-4CEE-B0C0-A0FBC8A8EF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1.gif">
            <a:extLst>
              <a:ext uri="{FF2B5EF4-FFF2-40B4-BE49-F238E27FC236}">
                <a16:creationId xmlns:a16="http://schemas.microsoft.com/office/drawing/2014/main" id="{25DE9F8A-3259-402E-9624-74B6ECA5E0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1.gif">
            <a:extLst>
              <a:ext uri="{FF2B5EF4-FFF2-40B4-BE49-F238E27FC236}">
                <a16:creationId xmlns:a16="http://schemas.microsoft.com/office/drawing/2014/main" id="{56D168B3-5662-400D-B5DE-C9500B25898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1.gif">
            <a:extLst>
              <a:ext uri="{FF2B5EF4-FFF2-40B4-BE49-F238E27FC236}">
                <a16:creationId xmlns:a16="http://schemas.microsoft.com/office/drawing/2014/main" id="{C570E5F8-C790-4B70-AB66-F49290E7AF5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1.gif">
            <a:extLst>
              <a:ext uri="{FF2B5EF4-FFF2-40B4-BE49-F238E27FC236}">
                <a16:creationId xmlns:a16="http://schemas.microsoft.com/office/drawing/2014/main" id="{3C3CE484-2A59-4A67-AFDF-E5140C3BD1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1.gif">
            <a:extLst>
              <a:ext uri="{FF2B5EF4-FFF2-40B4-BE49-F238E27FC236}">
                <a16:creationId xmlns:a16="http://schemas.microsoft.com/office/drawing/2014/main" id="{B91E7FCB-0F63-4BB5-8C88-96BD6FFA83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1.gif">
            <a:extLst>
              <a:ext uri="{FF2B5EF4-FFF2-40B4-BE49-F238E27FC236}">
                <a16:creationId xmlns:a16="http://schemas.microsoft.com/office/drawing/2014/main" id="{0046A9F3-0AC1-484B-88E9-438C2A08E6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1.gif">
            <a:extLst>
              <a:ext uri="{FF2B5EF4-FFF2-40B4-BE49-F238E27FC236}">
                <a16:creationId xmlns:a16="http://schemas.microsoft.com/office/drawing/2014/main" id="{C1E391ED-363D-4E02-9A94-892095968C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1.gif">
            <a:extLst>
              <a:ext uri="{FF2B5EF4-FFF2-40B4-BE49-F238E27FC236}">
                <a16:creationId xmlns:a16="http://schemas.microsoft.com/office/drawing/2014/main" id="{B9E244D3-9AB5-4F20-A7F4-6001689457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1.gif">
            <a:extLst>
              <a:ext uri="{FF2B5EF4-FFF2-40B4-BE49-F238E27FC236}">
                <a16:creationId xmlns:a16="http://schemas.microsoft.com/office/drawing/2014/main" id="{5A2F9FF5-32E2-411D-9D9A-0E2EFC8729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1.gif">
            <a:extLst>
              <a:ext uri="{FF2B5EF4-FFF2-40B4-BE49-F238E27FC236}">
                <a16:creationId xmlns:a16="http://schemas.microsoft.com/office/drawing/2014/main" id="{9315F843-1160-4923-8314-E22E3FDA73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1.gif">
            <a:extLst>
              <a:ext uri="{FF2B5EF4-FFF2-40B4-BE49-F238E27FC236}">
                <a16:creationId xmlns:a16="http://schemas.microsoft.com/office/drawing/2014/main" id="{AAD31560-B545-4835-AEA9-741B0DFD05E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1.gif">
            <a:extLst>
              <a:ext uri="{FF2B5EF4-FFF2-40B4-BE49-F238E27FC236}">
                <a16:creationId xmlns:a16="http://schemas.microsoft.com/office/drawing/2014/main" id="{68A80798-4C98-48B6-A68D-25072BB8619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1.gif">
            <a:extLst>
              <a:ext uri="{FF2B5EF4-FFF2-40B4-BE49-F238E27FC236}">
                <a16:creationId xmlns:a16="http://schemas.microsoft.com/office/drawing/2014/main" id="{8B378DEC-10A4-4CAE-9A2D-E7253741C7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1.gif">
            <a:extLst>
              <a:ext uri="{FF2B5EF4-FFF2-40B4-BE49-F238E27FC236}">
                <a16:creationId xmlns:a16="http://schemas.microsoft.com/office/drawing/2014/main" id="{7052273D-F9FE-42C6-B3E7-0DE7E372B8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1.gif">
            <a:extLst>
              <a:ext uri="{FF2B5EF4-FFF2-40B4-BE49-F238E27FC236}">
                <a16:creationId xmlns:a16="http://schemas.microsoft.com/office/drawing/2014/main" id="{E547A5C9-94EC-4FA7-B269-2D61441B35F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1.gif">
            <a:extLst>
              <a:ext uri="{FF2B5EF4-FFF2-40B4-BE49-F238E27FC236}">
                <a16:creationId xmlns:a16="http://schemas.microsoft.com/office/drawing/2014/main" id="{23E1AE62-5316-49A8-B19A-F11099D618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1.gif">
            <a:extLst>
              <a:ext uri="{FF2B5EF4-FFF2-40B4-BE49-F238E27FC236}">
                <a16:creationId xmlns:a16="http://schemas.microsoft.com/office/drawing/2014/main" id="{6A9F3B31-9C41-4C56-81DE-60205569E7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1.gif">
            <a:extLst>
              <a:ext uri="{FF2B5EF4-FFF2-40B4-BE49-F238E27FC236}">
                <a16:creationId xmlns:a16="http://schemas.microsoft.com/office/drawing/2014/main" id="{0A0B4E67-2093-4488-B0BF-DA5D12EAD92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1.gif">
            <a:extLst>
              <a:ext uri="{FF2B5EF4-FFF2-40B4-BE49-F238E27FC236}">
                <a16:creationId xmlns:a16="http://schemas.microsoft.com/office/drawing/2014/main" id="{59BA1465-CE9E-47BC-8BDC-4B3C8B581F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1.gif">
            <a:extLst>
              <a:ext uri="{FF2B5EF4-FFF2-40B4-BE49-F238E27FC236}">
                <a16:creationId xmlns:a16="http://schemas.microsoft.com/office/drawing/2014/main" id="{B497C617-FCC8-4E65-B6D8-1D49D82C22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1.gif">
            <a:extLst>
              <a:ext uri="{FF2B5EF4-FFF2-40B4-BE49-F238E27FC236}">
                <a16:creationId xmlns:a16="http://schemas.microsoft.com/office/drawing/2014/main" id="{CB1FA36E-4E22-45ED-8CB4-3790E4A1F5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1.gif">
            <a:extLst>
              <a:ext uri="{FF2B5EF4-FFF2-40B4-BE49-F238E27FC236}">
                <a16:creationId xmlns:a16="http://schemas.microsoft.com/office/drawing/2014/main" id="{0E1B54F9-27C8-4C4D-B22C-0AEB85976F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1.gif">
            <a:extLst>
              <a:ext uri="{FF2B5EF4-FFF2-40B4-BE49-F238E27FC236}">
                <a16:creationId xmlns:a16="http://schemas.microsoft.com/office/drawing/2014/main" id="{B842560C-658B-495E-8E4F-5E4A992726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1.gif">
            <a:extLst>
              <a:ext uri="{FF2B5EF4-FFF2-40B4-BE49-F238E27FC236}">
                <a16:creationId xmlns:a16="http://schemas.microsoft.com/office/drawing/2014/main" id="{CD0D07B6-BE44-4A7D-A6DB-3D58DCEE75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1.gif">
            <a:extLst>
              <a:ext uri="{FF2B5EF4-FFF2-40B4-BE49-F238E27FC236}">
                <a16:creationId xmlns:a16="http://schemas.microsoft.com/office/drawing/2014/main" id="{16BE7F30-A6FB-40E7-AE12-83367708E5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1.gif">
            <a:extLst>
              <a:ext uri="{FF2B5EF4-FFF2-40B4-BE49-F238E27FC236}">
                <a16:creationId xmlns:a16="http://schemas.microsoft.com/office/drawing/2014/main" id="{2B32DEDE-2225-4D14-8E2D-8C74D1B9A7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1.gif">
            <a:extLst>
              <a:ext uri="{FF2B5EF4-FFF2-40B4-BE49-F238E27FC236}">
                <a16:creationId xmlns:a16="http://schemas.microsoft.com/office/drawing/2014/main" id="{E8DDC350-A6C0-48DB-9FE9-C2934E5254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1.gif">
            <a:extLst>
              <a:ext uri="{FF2B5EF4-FFF2-40B4-BE49-F238E27FC236}">
                <a16:creationId xmlns:a16="http://schemas.microsoft.com/office/drawing/2014/main" id="{27255E34-D70F-4B5B-B4CB-F3644ACC26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1.gif">
            <a:extLst>
              <a:ext uri="{FF2B5EF4-FFF2-40B4-BE49-F238E27FC236}">
                <a16:creationId xmlns:a16="http://schemas.microsoft.com/office/drawing/2014/main" id="{2A91A3E2-DA00-4363-B6B7-449C46C91C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1.gif">
            <a:extLst>
              <a:ext uri="{FF2B5EF4-FFF2-40B4-BE49-F238E27FC236}">
                <a16:creationId xmlns:a16="http://schemas.microsoft.com/office/drawing/2014/main" id="{D1A9152C-009E-452A-AAB6-F55CD742A0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1.gif">
            <a:extLst>
              <a:ext uri="{FF2B5EF4-FFF2-40B4-BE49-F238E27FC236}">
                <a16:creationId xmlns:a16="http://schemas.microsoft.com/office/drawing/2014/main" id="{9EB5FF3D-DD7E-4312-B958-E833160734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1.gif">
            <a:extLst>
              <a:ext uri="{FF2B5EF4-FFF2-40B4-BE49-F238E27FC236}">
                <a16:creationId xmlns:a16="http://schemas.microsoft.com/office/drawing/2014/main" id="{32B04301-DD56-446D-9365-B99F48737E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1.gif">
            <a:extLst>
              <a:ext uri="{FF2B5EF4-FFF2-40B4-BE49-F238E27FC236}">
                <a16:creationId xmlns:a16="http://schemas.microsoft.com/office/drawing/2014/main" id="{1E59F828-7158-4CDD-9D7F-3122522183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1.gif">
            <a:extLst>
              <a:ext uri="{FF2B5EF4-FFF2-40B4-BE49-F238E27FC236}">
                <a16:creationId xmlns:a16="http://schemas.microsoft.com/office/drawing/2014/main" id="{2E6B9353-4616-4A67-AC85-B1C6367B8D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1.gif">
            <a:extLst>
              <a:ext uri="{FF2B5EF4-FFF2-40B4-BE49-F238E27FC236}">
                <a16:creationId xmlns:a16="http://schemas.microsoft.com/office/drawing/2014/main" id="{2C6908E8-D465-40A8-A4EC-F5A474045D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1.gif">
            <a:extLst>
              <a:ext uri="{FF2B5EF4-FFF2-40B4-BE49-F238E27FC236}">
                <a16:creationId xmlns:a16="http://schemas.microsoft.com/office/drawing/2014/main" id="{17DBD420-EFCE-4C94-AF68-23ACA168B7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1.gif">
            <a:extLst>
              <a:ext uri="{FF2B5EF4-FFF2-40B4-BE49-F238E27FC236}">
                <a16:creationId xmlns:a16="http://schemas.microsoft.com/office/drawing/2014/main" id="{22289DE1-CE9F-4F3D-9A4F-88137C74D4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1.gif">
            <a:extLst>
              <a:ext uri="{FF2B5EF4-FFF2-40B4-BE49-F238E27FC236}">
                <a16:creationId xmlns:a16="http://schemas.microsoft.com/office/drawing/2014/main" id="{C60A6921-F6DC-4128-8EB6-D241FD2BC0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1.gif">
            <a:extLst>
              <a:ext uri="{FF2B5EF4-FFF2-40B4-BE49-F238E27FC236}">
                <a16:creationId xmlns:a16="http://schemas.microsoft.com/office/drawing/2014/main" id="{F3B578EA-B9D9-4FF3-82BD-7939E699C6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1.gif">
            <a:extLst>
              <a:ext uri="{FF2B5EF4-FFF2-40B4-BE49-F238E27FC236}">
                <a16:creationId xmlns:a16="http://schemas.microsoft.com/office/drawing/2014/main" id="{D26FDA3C-B117-412C-AD4A-4A9DE2D045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1.gif">
            <a:extLst>
              <a:ext uri="{FF2B5EF4-FFF2-40B4-BE49-F238E27FC236}">
                <a16:creationId xmlns:a16="http://schemas.microsoft.com/office/drawing/2014/main" id="{F971F3E0-E48F-4E14-AE03-379E07818F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1.gif">
            <a:extLst>
              <a:ext uri="{FF2B5EF4-FFF2-40B4-BE49-F238E27FC236}">
                <a16:creationId xmlns:a16="http://schemas.microsoft.com/office/drawing/2014/main" id="{E0703686-B611-4A0F-A89D-1E2B8BDC69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1.gif">
            <a:extLst>
              <a:ext uri="{FF2B5EF4-FFF2-40B4-BE49-F238E27FC236}">
                <a16:creationId xmlns:a16="http://schemas.microsoft.com/office/drawing/2014/main" id="{987F54FB-EAB2-4608-8AEA-170A60A7B39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1.gif">
            <a:extLst>
              <a:ext uri="{FF2B5EF4-FFF2-40B4-BE49-F238E27FC236}">
                <a16:creationId xmlns:a16="http://schemas.microsoft.com/office/drawing/2014/main" id="{48271F88-8C7B-4076-AF44-17A8D58E63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1.gif">
            <a:extLst>
              <a:ext uri="{FF2B5EF4-FFF2-40B4-BE49-F238E27FC236}">
                <a16:creationId xmlns:a16="http://schemas.microsoft.com/office/drawing/2014/main" id="{4B7D932E-C44E-4E1E-944F-D1AE840087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1.gif">
            <a:extLst>
              <a:ext uri="{FF2B5EF4-FFF2-40B4-BE49-F238E27FC236}">
                <a16:creationId xmlns:a16="http://schemas.microsoft.com/office/drawing/2014/main" id="{78A9DD25-4BB8-42AF-B50D-F816D63B30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1.gif">
            <a:extLst>
              <a:ext uri="{FF2B5EF4-FFF2-40B4-BE49-F238E27FC236}">
                <a16:creationId xmlns:a16="http://schemas.microsoft.com/office/drawing/2014/main" id="{004F1C4C-33FB-4452-A88A-2DD12DAE62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1.gif">
            <a:extLst>
              <a:ext uri="{FF2B5EF4-FFF2-40B4-BE49-F238E27FC236}">
                <a16:creationId xmlns:a16="http://schemas.microsoft.com/office/drawing/2014/main" id="{1275E63E-C426-4551-9550-FDF83CE7CA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1.gif">
            <a:extLst>
              <a:ext uri="{FF2B5EF4-FFF2-40B4-BE49-F238E27FC236}">
                <a16:creationId xmlns:a16="http://schemas.microsoft.com/office/drawing/2014/main" id="{A50AF3DD-BEB6-4E8E-9A4B-E1BF382523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1.gif">
            <a:extLst>
              <a:ext uri="{FF2B5EF4-FFF2-40B4-BE49-F238E27FC236}">
                <a16:creationId xmlns:a16="http://schemas.microsoft.com/office/drawing/2014/main" id="{44DC52C8-26CA-4FB9-9DFE-611AB27593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1.gif">
            <a:extLst>
              <a:ext uri="{FF2B5EF4-FFF2-40B4-BE49-F238E27FC236}">
                <a16:creationId xmlns:a16="http://schemas.microsoft.com/office/drawing/2014/main" id="{1042374D-8895-440D-BEA8-3F2DBB828B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1.gif">
            <a:extLst>
              <a:ext uri="{FF2B5EF4-FFF2-40B4-BE49-F238E27FC236}">
                <a16:creationId xmlns:a16="http://schemas.microsoft.com/office/drawing/2014/main" id="{3CC7C553-1ED2-402E-BDD4-0C49F5C292B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1.gif">
            <a:extLst>
              <a:ext uri="{FF2B5EF4-FFF2-40B4-BE49-F238E27FC236}">
                <a16:creationId xmlns:a16="http://schemas.microsoft.com/office/drawing/2014/main" id="{B6A2733A-1501-4BF0-85D0-FF8A314A3B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1.gif">
            <a:extLst>
              <a:ext uri="{FF2B5EF4-FFF2-40B4-BE49-F238E27FC236}">
                <a16:creationId xmlns:a16="http://schemas.microsoft.com/office/drawing/2014/main" id="{4AC8E6C5-E696-4AA8-9D49-23FF5B0D6C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1.gif">
            <a:extLst>
              <a:ext uri="{FF2B5EF4-FFF2-40B4-BE49-F238E27FC236}">
                <a16:creationId xmlns:a16="http://schemas.microsoft.com/office/drawing/2014/main" id="{2F8FF8D6-715B-40AA-8100-5BD2A9C8338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1.gif">
            <a:extLst>
              <a:ext uri="{FF2B5EF4-FFF2-40B4-BE49-F238E27FC236}">
                <a16:creationId xmlns:a16="http://schemas.microsoft.com/office/drawing/2014/main" id="{916A1E42-BF68-4600-937C-B0908C472F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1.gif">
            <a:extLst>
              <a:ext uri="{FF2B5EF4-FFF2-40B4-BE49-F238E27FC236}">
                <a16:creationId xmlns:a16="http://schemas.microsoft.com/office/drawing/2014/main" id="{F0325C32-FEE1-4FCA-9817-4AC757ACFB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1.gif">
            <a:extLst>
              <a:ext uri="{FF2B5EF4-FFF2-40B4-BE49-F238E27FC236}">
                <a16:creationId xmlns:a16="http://schemas.microsoft.com/office/drawing/2014/main" id="{3B2FF956-FB4A-4911-8C96-7441357606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1.gif">
            <a:extLst>
              <a:ext uri="{FF2B5EF4-FFF2-40B4-BE49-F238E27FC236}">
                <a16:creationId xmlns:a16="http://schemas.microsoft.com/office/drawing/2014/main" id="{7DD624D5-294F-46C4-8A9C-8103B8B9C6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1.gif">
            <a:extLst>
              <a:ext uri="{FF2B5EF4-FFF2-40B4-BE49-F238E27FC236}">
                <a16:creationId xmlns:a16="http://schemas.microsoft.com/office/drawing/2014/main" id="{E9D8025D-C398-448D-A813-0D31D323FD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1.gif">
            <a:extLst>
              <a:ext uri="{FF2B5EF4-FFF2-40B4-BE49-F238E27FC236}">
                <a16:creationId xmlns:a16="http://schemas.microsoft.com/office/drawing/2014/main" id="{93028E10-7140-45A1-8992-8C06BFC903D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1.gif">
            <a:extLst>
              <a:ext uri="{FF2B5EF4-FFF2-40B4-BE49-F238E27FC236}">
                <a16:creationId xmlns:a16="http://schemas.microsoft.com/office/drawing/2014/main" id="{B89CF6A4-6311-475C-8947-A0A3C87E1D3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1.gif">
            <a:extLst>
              <a:ext uri="{FF2B5EF4-FFF2-40B4-BE49-F238E27FC236}">
                <a16:creationId xmlns:a16="http://schemas.microsoft.com/office/drawing/2014/main" id="{AE0ECCC4-1543-4375-A4E6-200E698EC6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1.gif">
            <a:extLst>
              <a:ext uri="{FF2B5EF4-FFF2-40B4-BE49-F238E27FC236}">
                <a16:creationId xmlns:a16="http://schemas.microsoft.com/office/drawing/2014/main" id="{4A010980-2B94-488E-AC29-A7E39BFA36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1.gif">
            <a:extLst>
              <a:ext uri="{FF2B5EF4-FFF2-40B4-BE49-F238E27FC236}">
                <a16:creationId xmlns:a16="http://schemas.microsoft.com/office/drawing/2014/main" id="{0091D17F-B729-4F46-82D5-B86CEF4F5A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1.gif">
            <a:extLst>
              <a:ext uri="{FF2B5EF4-FFF2-40B4-BE49-F238E27FC236}">
                <a16:creationId xmlns:a16="http://schemas.microsoft.com/office/drawing/2014/main" id="{7E7F20A0-409C-42A8-AD05-D6CD827362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1.gif">
            <a:extLst>
              <a:ext uri="{FF2B5EF4-FFF2-40B4-BE49-F238E27FC236}">
                <a16:creationId xmlns:a16="http://schemas.microsoft.com/office/drawing/2014/main" id="{8D53BD80-96EF-4362-8488-02DFA5E2F5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1.gif">
            <a:extLst>
              <a:ext uri="{FF2B5EF4-FFF2-40B4-BE49-F238E27FC236}">
                <a16:creationId xmlns:a16="http://schemas.microsoft.com/office/drawing/2014/main" id="{2092FCFD-3AAD-475A-8D48-F2475A1D4F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1.gif">
            <a:extLst>
              <a:ext uri="{FF2B5EF4-FFF2-40B4-BE49-F238E27FC236}">
                <a16:creationId xmlns:a16="http://schemas.microsoft.com/office/drawing/2014/main" id="{CADEB4AB-0BF0-4B26-ADED-658BC6C1B8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1.gif">
            <a:extLst>
              <a:ext uri="{FF2B5EF4-FFF2-40B4-BE49-F238E27FC236}">
                <a16:creationId xmlns:a16="http://schemas.microsoft.com/office/drawing/2014/main" id="{27F23C23-72A1-4899-8AC1-DCDC7E1E80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1.gif">
            <a:extLst>
              <a:ext uri="{FF2B5EF4-FFF2-40B4-BE49-F238E27FC236}">
                <a16:creationId xmlns:a16="http://schemas.microsoft.com/office/drawing/2014/main" id="{9C0D31BB-AFCD-413A-888B-8F0E30AA5CE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1.gif">
            <a:extLst>
              <a:ext uri="{FF2B5EF4-FFF2-40B4-BE49-F238E27FC236}">
                <a16:creationId xmlns:a16="http://schemas.microsoft.com/office/drawing/2014/main" id="{DA917D62-F464-4FC1-9C6B-3F43EA035A1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1.gif">
            <a:extLst>
              <a:ext uri="{FF2B5EF4-FFF2-40B4-BE49-F238E27FC236}">
                <a16:creationId xmlns:a16="http://schemas.microsoft.com/office/drawing/2014/main" id="{0332CF8D-E6C1-4CA8-A0E0-7E441AE6E0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1.gif">
            <a:extLst>
              <a:ext uri="{FF2B5EF4-FFF2-40B4-BE49-F238E27FC236}">
                <a16:creationId xmlns:a16="http://schemas.microsoft.com/office/drawing/2014/main" id="{5970AECC-7FF2-4108-B8C7-0C7C56FFB4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1.gif">
            <a:extLst>
              <a:ext uri="{FF2B5EF4-FFF2-40B4-BE49-F238E27FC236}">
                <a16:creationId xmlns:a16="http://schemas.microsoft.com/office/drawing/2014/main" id="{F03BEEDF-B0A9-41B3-B0DA-97DB85CDBA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1.gif">
            <a:extLst>
              <a:ext uri="{FF2B5EF4-FFF2-40B4-BE49-F238E27FC236}">
                <a16:creationId xmlns:a16="http://schemas.microsoft.com/office/drawing/2014/main" id="{8DEFF63E-CC65-42D5-BD3B-0614B63D2B7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1.gif">
            <a:extLst>
              <a:ext uri="{FF2B5EF4-FFF2-40B4-BE49-F238E27FC236}">
                <a16:creationId xmlns:a16="http://schemas.microsoft.com/office/drawing/2014/main" id="{C8BA764D-5184-4CB2-9594-001999901E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1.gif">
            <a:extLst>
              <a:ext uri="{FF2B5EF4-FFF2-40B4-BE49-F238E27FC236}">
                <a16:creationId xmlns:a16="http://schemas.microsoft.com/office/drawing/2014/main" id="{477B9B91-6224-4523-BDFC-CD59EDA6A0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1.gif">
            <a:extLst>
              <a:ext uri="{FF2B5EF4-FFF2-40B4-BE49-F238E27FC236}">
                <a16:creationId xmlns:a16="http://schemas.microsoft.com/office/drawing/2014/main" id="{692218D8-D9DB-47D7-BA0F-21E6867426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1.gif">
            <a:extLst>
              <a:ext uri="{FF2B5EF4-FFF2-40B4-BE49-F238E27FC236}">
                <a16:creationId xmlns:a16="http://schemas.microsoft.com/office/drawing/2014/main" id="{4E61BC65-2AAF-47A4-81CB-27D23E08E7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1.gif">
            <a:extLst>
              <a:ext uri="{FF2B5EF4-FFF2-40B4-BE49-F238E27FC236}">
                <a16:creationId xmlns:a16="http://schemas.microsoft.com/office/drawing/2014/main" id="{1943599A-10FA-4451-9C49-C912574287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1.gif">
            <a:extLst>
              <a:ext uri="{FF2B5EF4-FFF2-40B4-BE49-F238E27FC236}">
                <a16:creationId xmlns:a16="http://schemas.microsoft.com/office/drawing/2014/main" id="{75781463-8CF6-458C-A43B-DAE14A4BB2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1.gif">
            <a:extLst>
              <a:ext uri="{FF2B5EF4-FFF2-40B4-BE49-F238E27FC236}">
                <a16:creationId xmlns:a16="http://schemas.microsoft.com/office/drawing/2014/main" id="{6947EDF4-41D7-4D33-95DD-5EC0D9F880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1.gif">
            <a:extLst>
              <a:ext uri="{FF2B5EF4-FFF2-40B4-BE49-F238E27FC236}">
                <a16:creationId xmlns:a16="http://schemas.microsoft.com/office/drawing/2014/main" id="{FDB80565-5B23-4D10-9131-32502A38AB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1.gif">
            <a:extLst>
              <a:ext uri="{FF2B5EF4-FFF2-40B4-BE49-F238E27FC236}">
                <a16:creationId xmlns:a16="http://schemas.microsoft.com/office/drawing/2014/main" id="{8CFCABB6-AD5E-4AFC-BF7F-0A1092869E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1.gif">
            <a:extLst>
              <a:ext uri="{FF2B5EF4-FFF2-40B4-BE49-F238E27FC236}">
                <a16:creationId xmlns:a16="http://schemas.microsoft.com/office/drawing/2014/main" id="{4DBB953C-EE40-4A45-A58C-B8F3F8ABFB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1.gif">
            <a:extLst>
              <a:ext uri="{FF2B5EF4-FFF2-40B4-BE49-F238E27FC236}">
                <a16:creationId xmlns:a16="http://schemas.microsoft.com/office/drawing/2014/main" id="{3C27FB24-471B-40DF-86F8-DAAA87B1FD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1.gif">
            <a:extLst>
              <a:ext uri="{FF2B5EF4-FFF2-40B4-BE49-F238E27FC236}">
                <a16:creationId xmlns:a16="http://schemas.microsoft.com/office/drawing/2014/main" id="{D42A9061-E99D-457E-977A-5CC9BDBB8E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1.gif">
            <a:extLst>
              <a:ext uri="{FF2B5EF4-FFF2-40B4-BE49-F238E27FC236}">
                <a16:creationId xmlns:a16="http://schemas.microsoft.com/office/drawing/2014/main" id="{9AC615F9-1AF7-4203-B1E5-FDEC8732C24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1.gif">
            <a:extLst>
              <a:ext uri="{FF2B5EF4-FFF2-40B4-BE49-F238E27FC236}">
                <a16:creationId xmlns:a16="http://schemas.microsoft.com/office/drawing/2014/main" id="{748EEDF1-6B19-4B41-97FA-7331AB47D6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1.gif">
            <a:extLst>
              <a:ext uri="{FF2B5EF4-FFF2-40B4-BE49-F238E27FC236}">
                <a16:creationId xmlns:a16="http://schemas.microsoft.com/office/drawing/2014/main" id="{7A4DFBD0-4052-44D9-A60C-6B21E85929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1.gif">
            <a:extLst>
              <a:ext uri="{FF2B5EF4-FFF2-40B4-BE49-F238E27FC236}">
                <a16:creationId xmlns:a16="http://schemas.microsoft.com/office/drawing/2014/main" id="{9C6831BB-FA4E-4469-B477-40067B566C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1.gif">
            <a:extLst>
              <a:ext uri="{FF2B5EF4-FFF2-40B4-BE49-F238E27FC236}">
                <a16:creationId xmlns:a16="http://schemas.microsoft.com/office/drawing/2014/main" id="{5202AC06-5D38-4246-8F2F-77DB86EEB9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1.gif">
            <a:extLst>
              <a:ext uri="{FF2B5EF4-FFF2-40B4-BE49-F238E27FC236}">
                <a16:creationId xmlns:a16="http://schemas.microsoft.com/office/drawing/2014/main" id="{14853E2A-BCCE-46E7-A34F-4C68B81083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1.gif">
            <a:extLst>
              <a:ext uri="{FF2B5EF4-FFF2-40B4-BE49-F238E27FC236}">
                <a16:creationId xmlns:a16="http://schemas.microsoft.com/office/drawing/2014/main" id="{44C5A76F-E077-4CB9-9FD2-DBA01FB167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1.gif">
            <a:extLst>
              <a:ext uri="{FF2B5EF4-FFF2-40B4-BE49-F238E27FC236}">
                <a16:creationId xmlns:a16="http://schemas.microsoft.com/office/drawing/2014/main" id="{07D21187-989C-4B30-AB04-31DF2CA9FE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" name="image1.gif">
            <a:extLst>
              <a:ext uri="{FF2B5EF4-FFF2-40B4-BE49-F238E27FC236}">
                <a16:creationId xmlns:a16="http://schemas.microsoft.com/office/drawing/2014/main" id="{3154C2B1-3B79-4D3B-AB2C-8434247BBD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1.gif">
            <a:extLst>
              <a:ext uri="{FF2B5EF4-FFF2-40B4-BE49-F238E27FC236}">
                <a16:creationId xmlns:a16="http://schemas.microsoft.com/office/drawing/2014/main" id="{561A07F0-4727-4E3B-831F-423D5273F88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1.gif">
            <a:extLst>
              <a:ext uri="{FF2B5EF4-FFF2-40B4-BE49-F238E27FC236}">
                <a16:creationId xmlns:a16="http://schemas.microsoft.com/office/drawing/2014/main" id="{32F081C8-BDFC-4F41-A747-E284D3422E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1.gif">
            <a:extLst>
              <a:ext uri="{FF2B5EF4-FFF2-40B4-BE49-F238E27FC236}">
                <a16:creationId xmlns:a16="http://schemas.microsoft.com/office/drawing/2014/main" id="{20C3EAB9-AA02-468B-8E2F-B135D4278C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1.gif">
            <a:extLst>
              <a:ext uri="{FF2B5EF4-FFF2-40B4-BE49-F238E27FC236}">
                <a16:creationId xmlns:a16="http://schemas.microsoft.com/office/drawing/2014/main" id="{F3BC9F4A-BA75-4FC2-84B0-0D00E5790F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1.gif">
            <a:extLst>
              <a:ext uri="{FF2B5EF4-FFF2-40B4-BE49-F238E27FC236}">
                <a16:creationId xmlns:a16="http://schemas.microsoft.com/office/drawing/2014/main" id="{FD570A80-DE2F-49B6-86A3-47A85A9544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1.gif">
            <a:extLst>
              <a:ext uri="{FF2B5EF4-FFF2-40B4-BE49-F238E27FC236}">
                <a16:creationId xmlns:a16="http://schemas.microsoft.com/office/drawing/2014/main" id="{CF090E09-6887-4480-A4CB-264500BBA3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1.gif">
            <a:extLst>
              <a:ext uri="{FF2B5EF4-FFF2-40B4-BE49-F238E27FC236}">
                <a16:creationId xmlns:a16="http://schemas.microsoft.com/office/drawing/2014/main" id="{DC5123C9-153C-4E8C-8B69-6EA14785CA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1.gif">
            <a:extLst>
              <a:ext uri="{FF2B5EF4-FFF2-40B4-BE49-F238E27FC236}">
                <a16:creationId xmlns:a16="http://schemas.microsoft.com/office/drawing/2014/main" id="{6DB4EFF2-F765-4054-BEE3-3300E54260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1.gif">
            <a:extLst>
              <a:ext uri="{FF2B5EF4-FFF2-40B4-BE49-F238E27FC236}">
                <a16:creationId xmlns:a16="http://schemas.microsoft.com/office/drawing/2014/main" id="{DBD3F08B-A1E1-4DD3-A1B0-3C3F59265E7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1.gif">
            <a:extLst>
              <a:ext uri="{FF2B5EF4-FFF2-40B4-BE49-F238E27FC236}">
                <a16:creationId xmlns:a16="http://schemas.microsoft.com/office/drawing/2014/main" id="{EE26110E-767A-41D8-A52D-DEE739251F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1.gif">
            <a:extLst>
              <a:ext uri="{FF2B5EF4-FFF2-40B4-BE49-F238E27FC236}">
                <a16:creationId xmlns:a16="http://schemas.microsoft.com/office/drawing/2014/main" id="{F23AD35B-8298-49D2-88CD-A3EAFCECEC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1.gif">
            <a:extLst>
              <a:ext uri="{FF2B5EF4-FFF2-40B4-BE49-F238E27FC236}">
                <a16:creationId xmlns:a16="http://schemas.microsoft.com/office/drawing/2014/main" id="{DA1D53DA-34F3-48AA-8340-5F55F85F96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1.gif">
            <a:extLst>
              <a:ext uri="{FF2B5EF4-FFF2-40B4-BE49-F238E27FC236}">
                <a16:creationId xmlns:a16="http://schemas.microsoft.com/office/drawing/2014/main" id="{F4D16A5F-8362-4555-B57A-EB147B6328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1.gif">
            <a:extLst>
              <a:ext uri="{FF2B5EF4-FFF2-40B4-BE49-F238E27FC236}">
                <a16:creationId xmlns:a16="http://schemas.microsoft.com/office/drawing/2014/main" id="{18FCFB82-F594-4DE2-9357-F1EB9AC119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1.gif">
            <a:extLst>
              <a:ext uri="{FF2B5EF4-FFF2-40B4-BE49-F238E27FC236}">
                <a16:creationId xmlns:a16="http://schemas.microsoft.com/office/drawing/2014/main" id="{E19A925B-8450-42E9-BD41-C8ECCDC039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1.gif">
            <a:extLst>
              <a:ext uri="{FF2B5EF4-FFF2-40B4-BE49-F238E27FC236}">
                <a16:creationId xmlns:a16="http://schemas.microsoft.com/office/drawing/2014/main" id="{E010A338-0C51-4F73-B42E-5CEF54DE9C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1.gif">
            <a:extLst>
              <a:ext uri="{FF2B5EF4-FFF2-40B4-BE49-F238E27FC236}">
                <a16:creationId xmlns:a16="http://schemas.microsoft.com/office/drawing/2014/main" id="{DB962525-CE2F-4D26-979D-0BA5A2AD17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1.gif">
            <a:extLst>
              <a:ext uri="{FF2B5EF4-FFF2-40B4-BE49-F238E27FC236}">
                <a16:creationId xmlns:a16="http://schemas.microsoft.com/office/drawing/2014/main" id="{45E53FDE-C911-4554-8E2A-05D63F57E89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1.gif">
            <a:extLst>
              <a:ext uri="{FF2B5EF4-FFF2-40B4-BE49-F238E27FC236}">
                <a16:creationId xmlns:a16="http://schemas.microsoft.com/office/drawing/2014/main" id="{A0455DA2-76FB-463C-A1A6-6E4655562B7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1.gif">
            <a:extLst>
              <a:ext uri="{FF2B5EF4-FFF2-40B4-BE49-F238E27FC236}">
                <a16:creationId xmlns:a16="http://schemas.microsoft.com/office/drawing/2014/main" id="{1E0026F9-6DE5-423E-A671-DF7334CD04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1.gif">
            <a:extLst>
              <a:ext uri="{FF2B5EF4-FFF2-40B4-BE49-F238E27FC236}">
                <a16:creationId xmlns:a16="http://schemas.microsoft.com/office/drawing/2014/main" id="{6383DEEA-EEB3-4463-AD1C-379DC2E762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1.gif">
            <a:extLst>
              <a:ext uri="{FF2B5EF4-FFF2-40B4-BE49-F238E27FC236}">
                <a16:creationId xmlns:a16="http://schemas.microsoft.com/office/drawing/2014/main" id="{1974EF67-2860-44A9-BB49-71367BEADA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1.gif">
            <a:extLst>
              <a:ext uri="{FF2B5EF4-FFF2-40B4-BE49-F238E27FC236}">
                <a16:creationId xmlns:a16="http://schemas.microsoft.com/office/drawing/2014/main" id="{B32CC07E-AD01-41C5-82CC-EB2BA9700F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1.gif">
            <a:extLst>
              <a:ext uri="{FF2B5EF4-FFF2-40B4-BE49-F238E27FC236}">
                <a16:creationId xmlns:a16="http://schemas.microsoft.com/office/drawing/2014/main" id="{C59DCF15-FC53-409B-9D45-085D3DFB3CA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1.gif">
            <a:extLst>
              <a:ext uri="{FF2B5EF4-FFF2-40B4-BE49-F238E27FC236}">
                <a16:creationId xmlns:a16="http://schemas.microsoft.com/office/drawing/2014/main" id="{5941FAF3-82C5-4686-B977-07518BD8359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1.gif">
            <a:extLst>
              <a:ext uri="{FF2B5EF4-FFF2-40B4-BE49-F238E27FC236}">
                <a16:creationId xmlns:a16="http://schemas.microsoft.com/office/drawing/2014/main" id="{B3BBA5DD-E657-4EDF-8336-37113089365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1.gif">
            <a:extLst>
              <a:ext uri="{FF2B5EF4-FFF2-40B4-BE49-F238E27FC236}">
                <a16:creationId xmlns:a16="http://schemas.microsoft.com/office/drawing/2014/main" id="{CFDC9B01-7620-4E13-B7FC-149FD8B1C4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1.gif">
            <a:extLst>
              <a:ext uri="{FF2B5EF4-FFF2-40B4-BE49-F238E27FC236}">
                <a16:creationId xmlns:a16="http://schemas.microsoft.com/office/drawing/2014/main" id="{EC70AFA7-0CBE-4738-ACA9-374852092D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1.gif">
            <a:extLst>
              <a:ext uri="{FF2B5EF4-FFF2-40B4-BE49-F238E27FC236}">
                <a16:creationId xmlns:a16="http://schemas.microsoft.com/office/drawing/2014/main" id="{9FF8E601-F256-4D37-9E39-A88C537B03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1.gif">
            <a:extLst>
              <a:ext uri="{FF2B5EF4-FFF2-40B4-BE49-F238E27FC236}">
                <a16:creationId xmlns:a16="http://schemas.microsoft.com/office/drawing/2014/main" id="{07EEE855-B557-4455-B8F8-61FA2DCC40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1.gif">
            <a:extLst>
              <a:ext uri="{FF2B5EF4-FFF2-40B4-BE49-F238E27FC236}">
                <a16:creationId xmlns:a16="http://schemas.microsoft.com/office/drawing/2014/main" id="{30500A44-C8C6-4639-9480-8FB3B52774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1.gif">
            <a:extLst>
              <a:ext uri="{FF2B5EF4-FFF2-40B4-BE49-F238E27FC236}">
                <a16:creationId xmlns:a16="http://schemas.microsoft.com/office/drawing/2014/main" id="{D383C6E4-1E1C-4BF2-A8EF-3A5972FD22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1.gif">
            <a:extLst>
              <a:ext uri="{FF2B5EF4-FFF2-40B4-BE49-F238E27FC236}">
                <a16:creationId xmlns:a16="http://schemas.microsoft.com/office/drawing/2014/main" id="{E0E7F235-8B16-4A7A-B24A-D0A3A985D9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1.gif">
            <a:extLst>
              <a:ext uri="{FF2B5EF4-FFF2-40B4-BE49-F238E27FC236}">
                <a16:creationId xmlns:a16="http://schemas.microsoft.com/office/drawing/2014/main" id="{53C627A6-3265-432F-B818-825680DD56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1.gif">
            <a:extLst>
              <a:ext uri="{FF2B5EF4-FFF2-40B4-BE49-F238E27FC236}">
                <a16:creationId xmlns:a16="http://schemas.microsoft.com/office/drawing/2014/main" id="{79E29223-820A-4A7C-8E02-FD27FF5D23A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1.gif">
            <a:extLst>
              <a:ext uri="{FF2B5EF4-FFF2-40B4-BE49-F238E27FC236}">
                <a16:creationId xmlns:a16="http://schemas.microsoft.com/office/drawing/2014/main" id="{B2E0FCB8-55C7-434C-9A6D-2A1C11AB34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1.gif">
            <a:extLst>
              <a:ext uri="{FF2B5EF4-FFF2-40B4-BE49-F238E27FC236}">
                <a16:creationId xmlns:a16="http://schemas.microsoft.com/office/drawing/2014/main" id="{DC5E8FD7-ED45-4F1C-90B5-90F8C9D305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1.gif">
            <a:extLst>
              <a:ext uri="{FF2B5EF4-FFF2-40B4-BE49-F238E27FC236}">
                <a16:creationId xmlns:a16="http://schemas.microsoft.com/office/drawing/2014/main" id="{F6B8D6C7-1368-4DDD-97C8-B17D526F035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1.gif">
            <a:extLst>
              <a:ext uri="{FF2B5EF4-FFF2-40B4-BE49-F238E27FC236}">
                <a16:creationId xmlns:a16="http://schemas.microsoft.com/office/drawing/2014/main" id="{120A805A-8C8D-4D68-9E48-2655FF1519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1.gif">
            <a:extLst>
              <a:ext uri="{FF2B5EF4-FFF2-40B4-BE49-F238E27FC236}">
                <a16:creationId xmlns:a16="http://schemas.microsoft.com/office/drawing/2014/main" id="{B179B8F3-6495-48A4-ACA0-24B846D93D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1.gif">
            <a:extLst>
              <a:ext uri="{FF2B5EF4-FFF2-40B4-BE49-F238E27FC236}">
                <a16:creationId xmlns:a16="http://schemas.microsoft.com/office/drawing/2014/main" id="{7B590A86-E8FB-4A27-A5D7-F3B520B6C2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1.gif">
            <a:extLst>
              <a:ext uri="{FF2B5EF4-FFF2-40B4-BE49-F238E27FC236}">
                <a16:creationId xmlns:a16="http://schemas.microsoft.com/office/drawing/2014/main" id="{B62DE759-0D02-4964-AE30-5672C7A53A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1.gif">
            <a:extLst>
              <a:ext uri="{FF2B5EF4-FFF2-40B4-BE49-F238E27FC236}">
                <a16:creationId xmlns:a16="http://schemas.microsoft.com/office/drawing/2014/main" id="{4A1B71F7-B37D-4BDF-8373-7F34F4FFF6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1.gif">
            <a:extLst>
              <a:ext uri="{FF2B5EF4-FFF2-40B4-BE49-F238E27FC236}">
                <a16:creationId xmlns:a16="http://schemas.microsoft.com/office/drawing/2014/main" id="{97EFDB2D-B6D9-4768-9CD6-6D7E3AB1B0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1.gif">
            <a:extLst>
              <a:ext uri="{FF2B5EF4-FFF2-40B4-BE49-F238E27FC236}">
                <a16:creationId xmlns:a16="http://schemas.microsoft.com/office/drawing/2014/main" id="{11CFEAFE-C0FB-41E6-AB62-9022072F3E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1.gif">
            <a:extLst>
              <a:ext uri="{FF2B5EF4-FFF2-40B4-BE49-F238E27FC236}">
                <a16:creationId xmlns:a16="http://schemas.microsoft.com/office/drawing/2014/main" id="{716C786F-8024-4DBE-B148-3ECEEE41F1A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1.gif">
            <a:extLst>
              <a:ext uri="{FF2B5EF4-FFF2-40B4-BE49-F238E27FC236}">
                <a16:creationId xmlns:a16="http://schemas.microsoft.com/office/drawing/2014/main" id="{47283D4E-A411-4034-B09A-72901F49C5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1.gif">
            <a:extLst>
              <a:ext uri="{FF2B5EF4-FFF2-40B4-BE49-F238E27FC236}">
                <a16:creationId xmlns:a16="http://schemas.microsoft.com/office/drawing/2014/main" id="{F4D16FB8-21F8-475E-A423-C1E5332C111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1.gif">
            <a:extLst>
              <a:ext uri="{FF2B5EF4-FFF2-40B4-BE49-F238E27FC236}">
                <a16:creationId xmlns:a16="http://schemas.microsoft.com/office/drawing/2014/main" id="{7C3C13EE-0EF9-48FA-9BF6-59A994A587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1.gif">
            <a:extLst>
              <a:ext uri="{FF2B5EF4-FFF2-40B4-BE49-F238E27FC236}">
                <a16:creationId xmlns:a16="http://schemas.microsoft.com/office/drawing/2014/main" id="{C9ADAE25-45B4-4EBB-B2DA-4D55A2DBE7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1.gif">
            <a:extLst>
              <a:ext uri="{FF2B5EF4-FFF2-40B4-BE49-F238E27FC236}">
                <a16:creationId xmlns:a16="http://schemas.microsoft.com/office/drawing/2014/main" id="{AFFF3544-C80E-4C5A-97D8-E46CE0B131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1.gif">
            <a:extLst>
              <a:ext uri="{FF2B5EF4-FFF2-40B4-BE49-F238E27FC236}">
                <a16:creationId xmlns:a16="http://schemas.microsoft.com/office/drawing/2014/main" id="{F89FF9D5-71FC-484A-8803-327F8EB9BB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1.gif">
            <a:extLst>
              <a:ext uri="{FF2B5EF4-FFF2-40B4-BE49-F238E27FC236}">
                <a16:creationId xmlns:a16="http://schemas.microsoft.com/office/drawing/2014/main" id="{BCE5C84C-17A2-45C5-9E43-D8A96023CB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1.gif">
            <a:extLst>
              <a:ext uri="{FF2B5EF4-FFF2-40B4-BE49-F238E27FC236}">
                <a16:creationId xmlns:a16="http://schemas.microsoft.com/office/drawing/2014/main" id="{4AC27E47-811F-42A3-8DB1-5D5C0414039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1.gif">
            <a:extLst>
              <a:ext uri="{FF2B5EF4-FFF2-40B4-BE49-F238E27FC236}">
                <a16:creationId xmlns:a16="http://schemas.microsoft.com/office/drawing/2014/main" id="{FC56FA6B-E6D0-4359-AF4A-4EB20E399C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1.gif">
            <a:extLst>
              <a:ext uri="{FF2B5EF4-FFF2-40B4-BE49-F238E27FC236}">
                <a16:creationId xmlns:a16="http://schemas.microsoft.com/office/drawing/2014/main" id="{65CBE429-DA3A-4EBE-92A8-2BDD3428FC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1.gif">
            <a:extLst>
              <a:ext uri="{FF2B5EF4-FFF2-40B4-BE49-F238E27FC236}">
                <a16:creationId xmlns:a16="http://schemas.microsoft.com/office/drawing/2014/main" id="{4F4CC6A6-A779-4F02-BADC-C370A4ABA3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1.gif">
            <a:extLst>
              <a:ext uri="{FF2B5EF4-FFF2-40B4-BE49-F238E27FC236}">
                <a16:creationId xmlns:a16="http://schemas.microsoft.com/office/drawing/2014/main" id="{47216FED-989E-4D29-8805-EE54679DD8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1.gif">
            <a:extLst>
              <a:ext uri="{FF2B5EF4-FFF2-40B4-BE49-F238E27FC236}">
                <a16:creationId xmlns:a16="http://schemas.microsoft.com/office/drawing/2014/main" id="{C9EEF659-D28D-4A74-BBBB-B5DCCF0E87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1.gif">
            <a:extLst>
              <a:ext uri="{FF2B5EF4-FFF2-40B4-BE49-F238E27FC236}">
                <a16:creationId xmlns:a16="http://schemas.microsoft.com/office/drawing/2014/main" id="{1BACE71E-68AF-4982-BFC5-853D0BC097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1.gif">
            <a:extLst>
              <a:ext uri="{FF2B5EF4-FFF2-40B4-BE49-F238E27FC236}">
                <a16:creationId xmlns:a16="http://schemas.microsoft.com/office/drawing/2014/main" id="{7C205858-E5B5-4CB2-80B1-E20C905EFF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1.gif">
            <a:extLst>
              <a:ext uri="{FF2B5EF4-FFF2-40B4-BE49-F238E27FC236}">
                <a16:creationId xmlns:a16="http://schemas.microsoft.com/office/drawing/2014/main" id="{E36D8575-96DA-4085-B7D8-FBB45AB6C1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1.gif">
            <a:extLst>
              <a:ext uri="{FF2B5EF4-FFF2-40B4-BE49-F238E27FC236}">
                <a16:creationId xmlns:a16="http://schemas.microsoft.com/office/drawing/2014/main" id="{DB103014-CC6B-41C0-B09E-5FD081E4B8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1.gif">
            <a:extLst>
              <a:ext uri="{FF2B5EF4-FFF2-40B4-BE49-F238E27FC236}">
                <a16:creationId xmlns:a16="http://schemas.microsoft.com/office/drawing/2014/main" id="{87AABD28-B8E3-484D-895A-36F0A92174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1.gif">
            <a:extLst>
              <a:ext uri="{FF2B5EF4-FFF2-40B4-BE49-F238E27FC236}">
                <a16:creationId xmlns:a16="http://schemas.microsoft.com/office/drawing/2014/main" id="{018872DA-E682-4252-8134-535B31FA99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1.gif">
            <a:extLst>
              <a:ext uri="{FF2B5EF4-FFF2-40B4-BE49-F238E27FC236}">
                <a16:creationId xmlns:a16="http://schemas.microsoft.com/office/drawing/2014/main" id="{476B1488-E0F9-4CF1-91E6-03CE8F0D8E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1.gif">
            <a:extLst>
              <a:ext uri="{FF2B5EF4-FFF2-40B4-BE49-F238E27FC236}">
                <a16:creationId xmlns:a16="http://schemas.microsoft.com/office/drawing/2014/main" id="{F1F177E7-EF78-41CB-A983-E8B93DEF02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1.gif">
            <a:extLst>
              <a:ext uri="{FF2B5EF4-FFF2-40B4-BE49-F238E27FC236}">
                <a16:creationId xmlns:a16="http://schemas.microsoft.com/office/drawing/2014/main" id="{2996B6C7-0A6D-40B8-B174-4CBE9B909E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1.gif">
            <a:extLst>
              <a:ext uri="{FF2B5EF4-FFF2-40B4-BE49-F238E27FC236}">
                <a16:creationId xmlns:a16="http://schemas.microsoft.com/office/drawing/2014/main" id="{B59B1256-0E75-4C85-AFE5-72CEEBB176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1.gif">
            <a:extLst>
              <a:ext uri="{FF2B5EF4-FFF2-40B4-BE49-F238E27FC236}">
                <a16:creationId xmlns:a16="http://schemas.microsoft.com/office/drawing/2014/main" id="{CCE12D92-8331-498B-8263-46408F2C6C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1.gif">
            <a:extLst>
              <a:ext uri="{FF2B5EF4-FFF2-40B4-BE49-F238E27FC236}">
                <a16:creationId xmlns:a16="http://schemas.microsoft.com/office/drawing/2014/main" id="{DFA8AD93-767D-40FC-B433-631BF5B750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1.gif">
            <a:extLst>
              <a:ext uri="{FF2B5EF4-FFF2-40B4-BE49-F238E27FC236}">
                <a16:creationId xmlns:a16="http://schemas.microsoft.com/office/drawing/2014/main" id="{DA9428F1-8FF2-489C-BC07-548C48D7B4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1.gif">
            <a:extLst>
              <a:ext uri="{FF2B5EF4-FFF2-40B4-BE49-F238E27FC236}">
                <a16:creationId xmlns:a16="http://schemas.microsoft.com/office/drawing/2014/main" id="{D2D7818E-29BE-405D-B52D-166251BBEE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1.gif">
            <a:extLst>
              <a:ext uri="{FF2B5EF4-FFF2-40B4-BE49-F238E27FC236}">
                <a16:creationId xmlns:a16="http://schemas.microsoft.com/office/drawing/2014/main" id="{87DEB8E7-C8FC-421B-95E9-CF883F76FC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1.gif">
            <a:extLst>
              <a:ext uri="{FF2B5EF4-FFF2-40B4-BE49-F238E27FC236}">
                <a16:creationId xmlns:a16="http://schemas.microsoft.com/office/drawing/2014/main" id="{412C5233-C5AF-476B-8C18-B7DFF2AC579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1.gif">
            <a:extLst>
              <a:ext uri="{FF2B5EF4-FFF2-40B4-BE49-F238E27FC236}">
                <a16:creationId xmlns:a16="http://schemas.microsoft.com/office/drawing/2014/main" id="{71476773-7ED9-4FA8-99BE-EAF3F9A908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1.gif">
            <a:extLst>
              <a:ext uri="{FF2B5EF4-FFF2-40B4-BE49-F238E27FC236}">
                <a16:creationId xmlns:a16="http://schemas.microsoft.com/office/drawing/2014/main" id="{EFC23BBA-E1C9-4BAD-A7E3-AD1157DE19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1.gif">
            <a:extLst>
              <a:ext uri="{FF2B5EF4-FFF2-40B4-BE49-F238E27FC236}">
                <a16:creationId xmlns:a16="http://schemas.microsoft.com/office/drawing/2014/main" id="{C5305CE9-D745-43BE-A7A3-D40556C7309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1.gif">
            <a:extLst>
              <a:ext uri="{FF2B5EF4-FFF2-40B4-BE49-F238E27FC236}">
                <a16:creationId xmlns:a16="http://schemas.microsoft.com/office/drawing/2014/main" id="{C4AD625B-AA74-47B8-B713-4B95F20636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1.gif">
            <a:extLst>
              <a:ext uri="{FF2B5EF4-FFF2-40B4-BE49-F238E27FC236}">
                <a16:creationId xmlns:a16="http://schemas.microsoft.com/office/drawing/2014/main" id="{D221FC6A-82CF-4C05-8376-8F0FA4ED00B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1.gif">
            <a:extLst>
              <a:ext uri="{FF2B5EF4-FFF2-40B4-BE49-F238E27FC236}">
                <a16:creationId xmlns:a16="http://schemas.microsoft.com/office/drawing/2014/main" id="{0F7C2886-A000-456C-8D7F-8ACDCEC97A0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1.gif">
            <a:extLst>
              <a:ext uri="{FF2B5EF4-FFF2-40B4-BE49-F238E27FC236}">
                <a16:creationId xmlns:a16="http://schemas.microsoft.com/office/drawing/2014/main" id="{E0D4812C-42FD-4CD1-842A-F9B480A5A9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1.gif">
            <a:extLst>
              <a:ext uri="{FF2B5EF4-FFF2-40B4-BE49-F238E27FC236}">
                <a16:creationId xmlns:a16="http://schemas.microsoft.com/office/drawing/2014/main" id="{25BB95AA-6464-421A-ABD6-5F3EB327C0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1.gif">
            <a:extLst>
              <a:ext uri="{FF2B5EF4-FFF2-40B4-BE49-F238E27FC236}">
                <a16:creationId xmlns:a16="http://schemas.microsoft.com/office/drawing/2014/main" id="{A07F803C-F884-4820-B294-EC11419C4F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1.gif">
            <a:extLst>
              <a:ext uri="{FF2B5EF4-FFF2-40B4-BE49-F238E27FC236}">
                <a16:creationId xmlns:a16="http://schemas.microsoft.com/office/drawing/2014/main" id="{2096DEC4-A01D-413E-962D-A543ED93478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1.gif">
            <a:extLst>
              <a:ext uri="{FF2B5EF4-FFF2-40B4-BE49-F238E27FC236}">
                <a16:creationId xmlns:a16="http://schemas.microsoft.com/office/drawing/2014/main" id="{845619A7-238E-4696-8B47-78CCE42242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1.gif">
            <a:extLst>
              <a:ext uri="{FF2B5EF4-FFF2-40B4-BE49-F238E27FC236}">
                <a16:creationId xmlns:a16="http://schemas.microsoft.com/office/drawing/2014/main" id="{D6107A97-1457-4109-A988-0CCE46E7D0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1.gif">
            <a:extLst>
              <a:ext uri="{FF2B5EF4-FFF2-40B4-BE49-F238E27FC236}">
                <a16:creationId xmlns:a16="http://schemas.microsoft.com/office/drawing/2014/main" id="{CF128B5A-FE8F-4166-A12A-8E88528BAE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1.gif">
            <a:extLst>
              <a:ext uri="{FF2B5EF4-FFF2-40B4-BE49-F238E27FC236}">
                <a16:creationId xmlns:a16="http://schemas.microsoft.com/office/drawing/2014/main" id="{78960222-DCA1-4758-873B-42D27E6DF8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1.gif">
            <a:extLst>
              <a:ext uri="{FF2B5EF4-FFF2-40B4-BE49-F238E27FC236}">
                <a16:creationId xmlns:a16="http://schemas.microsoft.com/office/drawing/2014/main" id="{3FC1B08C-0342-48D8-B1BA-9EA2B4847E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1.gif">
            <a:extLst>
              <a:ext uri="{FF2B5EF4-FFF2-40B4-BE49-F238E27FC236}">
                <a16:creationId xmlns:a16="http://schemas.microsoft.com/office/drawing/2014/main" id="{C583B4DF-5D59-4231-987B-F1C04B27CE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1.gif">
            <a:extLst>
              <a:ext uri="{FF2B5EF4-FFF2-40B4-BE49-F238E27FC236}">
                <a16:creationId xmlns:a16="http://schemas.microsoft.com/office/drawing/2014/main" id="{E714ED36-255D-4DA6-B8D9-EACE830202E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1.gif">
            <a:extLst>
              <a:ext uri="{FF2B5EF4-FFF2-40B4-BE49-F238E27FC236}">
                <a16:creationId xmlns:a16="http://schemas.microsoft.com/office/drawing/2014/main" id="{691CF52E-B04D-4CAA-A922-201DCB81B2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1.gif">
            <a:extLst>
              <a:ext uri="{FF2B5EF4-FFF2-40B4-BE49-F238E27FC236}">
                <a16:creationId xmlns:a16="http://schemas.microsoft.com/office/drawing/2014/main" id="{391DA54D-B62F-459B-97ED-67C9335A31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1.gif">
            <a:extLst>
              <a:ext uri="{FF2B5EF4-FFF2-40B4-BE49-F238E27FC236}">
                <a16:creationId xmlns:a16="http://schemas.microsoft.com/office/drawing/2014/main" id="{A1982CA8-E259-4FF5-9831-3055BFD0E4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1.gif">
            <a:extLst>
              <a:ext uri="{FF2B5EF4-FFF2-40B4-BE49-F238E27FC236}">
                <a16:creationId xmlns:a16="http://schemas.microsoft.com/office/drawing/2014/main" id="{44657C66-D6C6-4E26-85AA-593FAF436F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1.gif">
            <a:extLst>
              <a:ext uri="{FF2B5EF4-FFF2-40B4-BE49-F238E27FC236}">
                <a16:creationId xmlns:a16="http://schemas.microsoft.com/office/drawing/2014/main" id="{07771F0A-DB7D-4778-9128-45E5415534F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1.gif">
            <a:extLst>
              <a:ext uri="{FF2B5EF4-FFF2-40B4-BE49-F238E27FC236}">
                <a16:creationId xmlns:a16="http://schemas.microsoft.com/office/drawing/2014/main" id="{4EE1BDF7-9141-41B8-B282-A753A100D4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1.gif">
            <a:extLst>
              <a:ext uri="{FF2B5EF4-FFF2-40B4-BE49-F238E27FC236}">
                <a16:creationId xmlns:a16="http://schemas.microsoft.com/office/drawing/2014/main" id="{50F83147-2FC0-4DD4-ACC2-57B4A4AD9E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1.gif">
            <a:extLst>
              <a:ext uri="{FF2B5EF4-FFF2-40B4-BE49-F238E27FC236}">
                <a16:creationId xmlns:a16="http://schemas.microsoft.com/office/drawing/2014/main" id="{420BDB5D-A497-4148-89FB-07DEFF30CE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1.gif">
            <a:extLst>
              <a:ext uri="{FF2B5EF4-FFF2-40B4-BE49-F238E27FC236}">
                <a16:creationId xmlns:a16="http://schemas.microsoft.com/office/drawing/2014/main" id="{A5E91D92-50E5-4AE2-979B-BA4C16BFC7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8" name="image1.gif">
            <a:extLst>
              <a:ext uri="{FF2B5EF4-FFF2-40B4-BE49-F238E27FC236}">
                <a16:creationId xmlns:a16="http://schemas.microsoft.com/office/drawing/2014/main" id="{189E204C-B416-499E-98E8-E0E273E3AE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" name="image1.gif">
            <a:extLst>
              <a:ext uri="{FF2B5EF4-FFF2-40B4-BE49-F238E27FC236}">
                <a16:creationId xmlns:a16="http://schemas.microsoft.com/office/drawing/2014/main" id="{A1F80786-4809-423E-99BC-982FBC0E6B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0" name="image1.gif">
            <a:extLst>
              <a:ext uri="{FF2B5EF4-FFF2-40B4-BE49-F238E27FC236}">
                <a16:creationId xmlns:a16="http://schemas.microsoft.com/office/drawing/2014/main" id="{D1C2885C-323C-4157-AD42-48FF95AC310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" name="image1.gif">
            <a:extLst>
              <a:ext uri="{FF2B5EF4-FFF2-40B4-BE49-F238E27FC236}">
                <a16:creationId xmlns:a16="http://schemas.microsoft.com/office/drawing/2014/main" id="{EF65051F-5CEC-4765-B1B9-85AF0A8E1E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2" name="image1.gif">
            <a:extLst>
              <a:ext uri="{FF2B5EF4-FFF2-40B4-BE49-F238E27FC236}">
                <a16:creationId xmlns:a16="http://schemas.microsoft.com/office/drawing/2014/main" id="{ADBDC02F-ED84-4B57-ACA1-848F446581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" name="image1.gif">
            <a:extLst>
              <a:ext uri="{FF2B5EF4-FFF2-40B4-BE49-F238E27FC236}">
                <a16:creationId xmlns:a16="http://schemas.microsoft.com/office/drawing/2014/main" id="{FA20FAF1-4A4E-46A1-96B4-E726B744C8F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" name="image1.gif">
            <a:extLst>
              <a:ext uri="{FF2B5EF4-FFF2-40B4-BE49-F238E27FC236}">
                <a16:creationId xmlns:a16="http://schemas.microsoft.com/office/drawing/2014/main" id="{DD49B009-AC43-44DA-8295-058353990B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5" name="image1.gif">
            <a:extLst>
              <a:ext uri="{FF2B5EF4-FFF2-40B4-BE49-F238E27FC236}">
                <a16:creationId xmlns:a16="http://schemas.microsoft.com/office/drawing/2014/main" id="{1BD562DC-0045-4CD7-BDCD-9D4537E4D0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6" name="image1.gif">
            <a:extLst>
              <a:ext uri="{FF2B5EF4-FFF2-40B4-BE49-F238E27FC236}">
                <a16:creationId xmlns:a16="http://schemas.microsoft.com/office/drawing/2014/main" id="{F6C0471C-436F-4A07-B680-30B135A7BF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" name="image1.gif">
            <a:extLst>
              <a:ext uri="{FF2B5EF4-FFF2-40B4-BE49-F238E27FC236}">
                <a16:creationId xmlns:a16="http://schemas.microsoft.com/office/drawing/2014/main" id="{52551D8C-832A-4C4B-91E7-DE7866DA99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" name="image1.gif">
            <a:extLst>
              <a:ext uri="{FF2B5EF4-FFF2-40B4-BE49-F238E27FC236}">
                <a16:creationId xmlns:a16="http://schemas.microsoft.com/office/drawing/2014/main" id="{52001AAC-7D91-497A-8FEF-6EDD31D51A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" name="image1.gif">
            <a:extLst>
              <a:ext uri="{FF2B5EF4-FFF2-40B4-BE49-F238E27FC236}">
                <a16:creationId xmlns:a16="http://schemas.microsoft.com/office/drawing/2014/main" id="{44BDB495-1B57-424B-82AF-8A2C173C1D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0" name="image1.gif">
            <a:extLst>
              <a:ext uri="{FF2B5EF4-FFF2-40B4-BE49-F238E27FC236}">
                <a16:creationId xmlns:a16="http://schemas.microsoft.com/office/drawing/2014/main" id="{646DF530-1562-4F49-86F5-328A621C4D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1" name="image1.gif">
            <a:extLst>
              <a:ext uri="{FF2B5EF4-FFF2-40B4-BE49-F238E27FC236}">
                <a16:creationId xmlns:a16="http://schemas.microsoft.com/office/drawing/2014/main" id="{E5A85685-7FB9-47D5-BEBB-384E875ED4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" name="image1.gif">
            <a:extLst>
              <a:ext uri="{FF2B5EF4-FFF2-40B4-BE49-F238E27FC236}">
                <a16:creationId xmlns:a16="http://schemas.microsoft.com/office/drawing/2014/main" id="{958F893C-A6DB-47C5-B912-09AEEC6B9B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3" name="image1.gif">
            <a:extLst>
              <a:ext uri="{FF2B5EF4-FFF2-40B4-BE49-F238E27FC236}">
                <a16:creationId xmlns:a16="http://schemas.microsoft.com/office/drawing/2014/main" id="{0C6066B2-B4D4-43D0-9DF9-9AE5FFDC682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4" name="image1.gif">
            <a:extLst>
              <a:ext uri="{FF2B5EF4-FFF2-40B4-BE49-F238E27FC236}">
                <a16:creationId xmlns:a16="http://schemas.microsoft.com/office/drawing/2014/main" id="{47B1C8C1-5167-43C7-A9D2-302E733AEA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5" name="image1.gif">
            <a:extLst>
              <a:ext uri="{FF2B5EF4-FFF2-40B4-BE49-F238E27FC236}">
                <a16:creationId xmlns:a16="http://schemas.microsoft.com/office/drawing/2014/main" id="{8FF4A9FE-0FB5-44B5-9C51-ED0BEED607F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" name="image1.gif">
            <a:extLst>
              <a:ext uri="{FF2B5EF4-FFF2-40B4-BE49-F238E27FC236}">
                <a16:creationId xmlns:a16="http://schemas.microsoft.com/office/drawing/2014/main" id="{AC85F610-F40E-45E8-AE5F-F1D9C2B138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7" name="image1.gif">
            <a:extLst>
              <a:ext uri="{FF2B5EF4-FFF2-40B4-BE49-F238E27FC236}">
                <a16:creationId xmlns:a16="http://schemas.microsoft.com/office/drawing/2014/main" id="{5198988F-CA7F-4510-80F8-23910AE6D05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" name="image1.gif">
            <a:extLst>
              <a:ext uri="{FF2B5EF4-FFF2-40B4-BE49-F238E27FC236}">
                <a16:creationId xmlns:a16="http://schemas.microsoft.com/office/drawing/2014/main" id="{1CFF1D26-CDE7-4139-ACF0-25B9063430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9" name="image1.gif">
            <a:extLst>
              <a:ext uri="{FF2B5EF4-FFF2-40B4-BE49-F238E27FC236}">
                <a16:creationId xmlns:a16="http://schemas.microsoft.com/office/drawing/2014/main" id="{3D2904F5-2D5F-4BAE-9D63-D5BB06BE78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0" name="image1.gif">
            <a:extLst>
              <a:ext uri="{FF2B5EF4-FFF2-40B4-BE49-F238E27FC236}">
                <a16:creationId xmlns:a16="http://schemas.microsoft.com/office/drawing/2014/main" id="{0A5D35AF-6467-4A4D-8600-B797EFA4A2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1" name="image1.gif">
            <a:extLst>
              <a:ext uri="{FF2B5EF4-FFF2-40B4-BE49-F238E27FC236}">
                <a16:creationId xmlns:a16="http://schemas.microsoft.com/office/drawing/2014/main" id="{3DBDF05A-69C9-4C1A-9574-2112CF2072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2" name="image1.gif">
            <a:extLst>
              <a:ext uri="{FF2B5EF4-FFF2-40B4-BE49-F238E27FC236}">
                <a16:creationId xmlns:a16="http://schemas.microsoft.com/office/drawing/2014/main" id="{AB9847B0-53C4-4C5C-B6C6-45E0E421A8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3" name="image1.gif">
            <a:extLst>
              <a:ext uri="{FF2B5EF4-FFF2-40B4-BE49-F238E27FC236}">
                <a16:creationId xmlns:a16="http://schemas.microsoft.com/office/drawing/2014/main" id="{D7B0CE13-7D46-4579-995D-47E5B0EBC9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4" name="image1.gif">
            <a:extLst>
              <a:ext uri="{FF2B5EF4-FFF2-40B4-BE49-F238E27FC236}">
                <a16:creationId xmlns:a16="http://schemas.microsoft.com/office/drawing/2014/main" id="{FEE58CF4-E87A-4FB8-95DD-61D865F00A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5" name="image1.gif">
            <a:extLst>
              <a:ext uri="{FF2B5EF4-FFF2-40B4-BE49-F238E27FC236}">
                <a16:creationId xmlns:a16="http://schemas.microsoft.com/office/drawing/2014/main" id="{43259EC8-3756-4CA4-8FF2-C19D02A4A6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6" name="image1.gif">
            <a:extLst>
              <a:ext uri="{FF2B5EF4-FFF2-40B4-BE49-F238E27FC236}">
                <a16:creationId xmlns:a16="http://schemas.microsoft.com/office/drawing/2014/main" id="{ED72C96F-36D3-4908-B768-4A0C020E84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7" name="image1.gif">
            <a:extLst>
              <a:ext uri="{FF2B5EF4-FFF2-40B4-BE49-F238E27FC236}">
                <a16:creationId xmlns:a16="http://schemas.microsoft.com/office/drawing/2014/main" id="{826FF0AE-CB49-445E-9B92-FEB5FC45740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" name="image1.gif">
            <a:extLst>
              <a:ext uri="{FF2B5EF4-FFF2-40B4-BE49-F238E27FC236}">
                <a16:creationId xmlns:a16="http://schemas.microsoft.com/office/drawing/2014/main" id="{42D878D5-A3E7-40B1-9578-40729F5459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9" name="image1.gif">
            <a:extLst>
              <a:ext uri="{FF2B5EF4-FFF2-40B4-BE49-F238E27FC236}">
                <a16:creationId xmlns:a16="http://schemas.microsoft.com/office/drawing/2014/main" id="{BE814CC2-9E3D-4BE4-9623-BEBD832A33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0" name="image1.gif">
            <a:extLst>
              <a:ext uri="{FF2B5EF4-FFF2-40B4-BE49-F238E27FC236}">
                <a16:creationId xmlns:a16="http://schemas.microsoft.com/office/drawing/2014/main" id="{4361E75A-9CB3-46B6-8770-E16B39FB92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" name="image1.gif">
            <a:extLst>
              <a:ext uri="{FF2B5EF4-FFF2-40B4-BE49-F238E27FC236}">
                <a16:creationId xmlns:a16="http://schemas.microsoft.com/office/drawing/2014/main" id="{87981627-3366-4BE0-A3A1-054CE2F0CD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" name="image1.gif">
            <a:extLst>
              <a:ext uri="{FF2B5EF4-FFF2-40B4-BE49-F238E27FC236}">
                <a16:creationId xmlns:a16="http://schemas.microsoft.com/office/drawing/2014/main" id="{4C2A139E-E841-4B3C-9169-4F863F930E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3" name="image1.gif">
            <a:extLst>
              <a:ext uri="{FF2B5EF4-FFF2-40B4-BE49-F238E27FC236}">
                <a16:creationId xmlns:a16="http://schemas.microsoft.com/office/drawing/2014/main" id="{C2D644CF-B418-485F-948D-1020D5FF0CA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4" name="image1.gif">
            <a:extLst>
              <a:ext uri="{FF2B5EF4-FFF2-40B4-BE49-F238E27FC236}">
                <a16:creationId xmlns:a16="http://schemas.microsoft.com/office/drawing/2014/main" id="{E30E8C56-0553-4FF0-AF5A-3724A73A01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5" name="image1.gif">
            <a:extLst>
              <a:ext uri="{FF2B5EF4-FFF2-40B4-BE49-F238E27FC236}">
                <a16:creationId xmlns:a16="http://schemas.microsoft.com/office/drawing/2014/main" id="{D112CA0E-A90F-4958-85F0-00FD5BFE27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6" name="image1.gif">
            <a:extLst>
              <a:ext uri="{FF2B5EF4-FFF2-40B4-BE49-F238E27FC236}">
                <a16:creationId xmlns:a16="http://schemas.microsoft.com/office/drawing/2014/main" id="{5C08AADB-0164-4B55-9E54-91F9816CA2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7" name="image1.gif">
            <a:extLst>
              <a:ext uri="{FF2B5EF4-FFF2-40B4-BE49-F238E27FC236}">
                <a16:creationId xmlns:a16="http://schemas.microsoft.com/office/drawing/2014/main" id="{B1B673A8-958B-4A1B-AD83-305C39A02A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" name="image1.gif">
            <a:extLst>
              <a:ext uri="{FF2B5EF4-FFF2-40B4-BE49-F238E27FC236}">
                <a16:creationId xmlns:a16="http://schemas.microsoft.com/office/drawing/2014/main" id="{625CDB97-E3AE-4938-BAD3-D07630F4A67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9" name="image1.gif">
            <a:extLst>
              <a:ext uri="{FF2B5EF4-FFF2-40B4-BE49-F238E27FC236}">
                <a16:creationId xmlns:a16="http://schemas.microsoft.com/office/drawing/2014/main" id="{AB041954-AE32-459C-BAE5-779F6EE1CF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0" name="image1.gif">
            <a:extLst>
              <a:ext uri="{FF2B5EF4-FFF2-40B4-BE49-F238E27FC236}">
                <a16:creationId xmlns:a16="http://schemas.microsoft.com/office/drawing/2014/main" id="{7732DBFA-5D95-4442-A15F-1B08E79300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1" name="image1.gif">
            <a:extLst>
              <a:ext uri="{FF2B5EF4-FFF2-40B4-BE49-F238E27FC236}">
                <a16:creationId xmlns:a16="http://schemas.microsoft.com/office/drawing/2014/main" id="{E823B1B3-F98F-4847-86BE-60E2C7E385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2" name="image1.gif">
            <a:extLst>
              <a:ext uri="{FF2B5EF4-FFF2-40B4-BE49-F238E27FC236}">
                <a16:creationId xmlns:a16="http://schemas.microsoft.com/office/drawing/2014/main" id="{F625C6FD-24EA-4A34-9309-DD20914E3B0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3" name="image1.gif">
            <a:extLst>
              <a:ext uri="{FF2B5EF4-FFF2-40B4-BE49-F238E27FC236}">
                <a16:creationId xmlns:a16="http://schemas.microsoft.com/office/drawing/2014/main" id="{69597729-23E7-4B7D-9E2F-18B3E1FC1C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4" name="image1.gif">
            <a:extLst>
              <a:ext uri="{FF2B5EF4-FFF2-40B4-BE49-F238E27FC236}">
                <a16:creationId xmlns:a16="http://schemas.microsoft.com/office/drawing/2014/main" id="{CB3EA531-3DF3-450C-8771-900488A91C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5" name="image1.gif">
            <a:extLst>
              <a:ext uri="{FF2B5EF4-FFF2-40B4-BE49-F238E27FC236}">
                <a16:creationId xmlns:a16="http://schemas.microsoft.com/office/drawing/2014/main" id="{E7E0EB81-1154-4303-AB23-08C7141057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6" name="image1.gif">
            <a:extLst>
              <a:ext uri="{FF2B5EF4-FFF2-40B4-BE49-F238E27FC236}">
                <a16:creationId xmlns:a16="http://schemas.microsoft.com/office/drawing/2014/main" id="{92C3AC86-8647-46F1-928A-1573052675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7" name="image1.gif">
            <a:extLst>
              <a:ext uri="{FF2B5EF4-FFF2-40B4-BE49-F238E27FC236}">
                <a16:creationId xmlns:a16="http://schemas.microsoft.com/office/drawing/2014/main" id="{069986F6-7598-4CB5-99A1-51FAC117B2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" name="image1.gif">
            <a:extLst>
              <a:ext uri="{FF2B5EF4-FFF2-40B4-BE49-F238E27FC236}">
                <a16:creationId xmlns:a16="http://schemas.microsoft.com/office/drawing/2014/main" id="{19288C55-E38A-49DD-8B4E-821D02C062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9" name="image1.gif">
            <a:extLst>
              <a:ext uri="{FF2B5EF4-FFF2-40B4-BE49-F238E27FC236}">
                <a16:creationId xmlns:a16="http://schemas.microsoft.com/office/drawing/2014/main" id="{6DB06AB4-E174-4973-92CA-7D9593DEF3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0" name="image1.gif">
            <a:extLst>
              <a:ext uri="{FF2B5EF4-FFF2-40B4-BE49-F238E27FC236}">
                <a16:creationId xmlns:a16="http://schemas.microsoft.com/office/drawing/2014/main" id="{CEE053D0-0561-4720-A297-A306350700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1" name="image1.gif">
            <a:extLst>
              <a:ext uri="{FF2B5EF4-FFF2-40B4-BE49-F238E27FC236}">
                <a16:creationId xmlns:a16="http://schemas.microsoft.com/office/drawing/2014/main" id="{F9EE5953-C345-4AA5-9FEA-A0E36F8BB1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2" name="image1.gif">
            <a:extLst>
              <a:ext uri="{FF2B5EF4-FFF2-40B4-BE49-F238E27FC236}">
                <a16:creationId xmlns:a16="http://schemas.microsoft.com/office/drawing/2014/main" id="{5F568BE7-DD03-4081-91C0-415BD22772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3" name="image1.gif">
            <a:extLst>
              <a:ext uri="{FF2B5EF4-FFF2-40B4-BE49-F238E27FC236}">
                <a16:creationId xmlns:a16="http://schemas.microsoft.com/office/drawing/2014/main" id="{16A2DC1F-39E1-4DEE-A964-C265C9E883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" name="image1.gif">
            <a:extLst>
              <a:ext uri="{FF2B5EF4-FFF2-40B4-BE49-F238E27FC236}">
                <a16:creationId xmlns:a16="http://schemas.microsoft.com/office/drawing/2014/main" id="{82A98CDD-5D3F-4FEA-B22C-816C0B816F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5" name="image1.gif">
            <a:extLst>
              <a:ext uri="{FF2B5EF4-FFF2-40B4-BE49-F238E27FC236}">
                <a16:creationId xmlns:a16="http://schemas.microsoft.com/office/drawing/2014/main" id="{1D438BAE-C898-4ADA-951C-8F85AA576B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6" name="image1.gif">
            <a:extLst>
              <a:ext uri="{FF2B5EF4-FFF2-40B4-BE49-F238E27FC236}">
                <a16:creationId xmlns:a16="http://schemas.microsoft.com/office/drawing/2014/main" id="{4ED13B58-2E86-4541-B1EF-AC0D2FC6E1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7" name="image1.gif">
            <a:extLst>
              <a:ext uri="{FF2B5EF4-FFF2-40B4-BE49-F238E27FC236}">
                <a16:creationId xmlns:a16="http://schemas.microsoft.com/office/drawing/2014/main" id="{88E5C3D4-4C60-4862-97F1-3B20FC2E7F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" name="image1.gif">
            <a:extLst>
              <a:ext uri="{FF2B5EF4-FFF2-40B4-BE49-F238E27FC236}">
                <a16:creationId xmlns:a16="http://schemas.microsoft.com/office/drawing/2014/main" id="{8E488334-96E9-4768-8180-348158851D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" name="image1.gif">
            <a:extLst>
              <a:ext uri="{FF2B5EF4-FFF2-40B4-BE49-F238E27FC236}">
                <a16:creationId xmlns:a16="http://schemas.microsoft.com/office/drawing/2014/main" id="{DDE905E7-B1E5-49E6-BDDD-3BDB9ED4CB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0" name="image1.gif">
            <a:extLst>
              <a:ext uri="{FF2B5EF4-FFF2-40B4-BE49-F238E27FC236}">
                <a16:creationId xmlns:a16="http://schemas.microsoft.com/office/drawing/2014/main" id="{5807C6FE-BDFE-46AD-A91B-AA145BD7B1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" name="image1.gif">
            <a:extLst>
              <a:ext uri="{FF2B5EF4-FFF2-40B4-BE49-F238E27FC236}">
                <a16:creationId xmlns:a16="http://schemas.microsoft.com/office/drawing/2014/main" id="{C02BC22C-BB15-487B-887D-EF0DF6D7ED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2" name="image1.gif">
            <a:extLst>
              <a:ext uri="{FF2B5EF4-FFF2-40B4-BE49-F238E27FC236}">
                <a16:creationId xmlns:a16="http://schemas.microsoft.com/office/drawing/2014/main" id="{0115C1A4-1F1B-4BEB-95CD-7FE313AECB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3" name="image1.gif">
            <a:extLst>
              <a:ext uri="{FF2B5EF4-FFF2-40B4-BE49-F238E27FC236}">
                <a16:creationId xmlns:a16="http://schemas.microsoft.com/office/drawing/2014/main" id="{2B00EA9F-0D9B-4B1B-AFBD-E3BD502FA7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4" name="image1.gif">
            <a:extLst>
              <a:ext uri="{FF2B5EF4-FFF2-40B4-BE49-F238E27FC236}">
                <a16:creationId xmlns:a16="http://schemas.microsoft.com/office/drawing/2014/main" id="{AF9F2771-0CFF-44E5-BCB1-BE509F1961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5" name="image1.gif">
            <a:extLst>
              <a:ext uri="{FF2B5EF4-FFF2-40B4-BE49-F238E27FC236}">
                <a16:creationId xmlns:a16="http://schemas.microsoft.com/office/drawing/2014/main" id="{EF11D3B5-CF13-40B1-9999-B6B778132A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6" name="image1.gif">
            <a:extLst>
              <a:ext uri="{FF2B5EF4-FFF2-40B4-BE49-F238E27FC236}">
                <a16:creationId xmlns:a16="http://schemas.microsoft.com/office/drawing/2014/main" id="{11573137-6F07-4A81-B0D6-39D3735457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7" name="image1.gif">
            <a:extLst>
              <a:ext uri="{FF2B5EF4-FFF2-40B4-BE49-F238E27FC236}">
                <a16:creationId xmlns:a16="http://schemas.microsoft.com/office/drawing/2014/main" id="{373737DF-27CA-402C-BD9B-F81321A7B91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8" name="image1.gif">
            <a:extLst>
              <a:ext uri="{FF2B5EF4-FFF2-40B4-BE49-F238E27FC236}">
                <a16:creationId xmlns:a16="http://schemas.microsoft.com/office/drawing/2014/main" id="{77EAB45B-08B5-4D66-8D4C-90EC324074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" name="image1.gif">
            <a:extLst>
              <a:ext uri="{FF2B5EF4-FFF2-40B4-BE49-F238E27FC236}">
                <a16:creationId xmlns:a16="http://schemas.microsoft.com/office/drawing/2014/main" id="{93AD1D9E-A06E-4386-BF40-D0D7137931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0" name="image1.gif">
            <a:extLst>
              <a:ext uri="{FF2B5EF4-FFF2-40B4-BE49-F238E27FC236}">
                <a16:creationId xmlns:a16="http://schemas.microsoft.com/office/drawing/2014/main" id="{180FC821-C16F-45A3-BE36-A3314BBE38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1" name="image1.gif">
            <a:extLst>
              <a:ext uri="{FF2B5EF4-FFF2-40B4-BE49-F238E27FC236}">
                <a16:creationId xmlns:a16="http://schemas.microsoft.com/office/drawing/2014/main" id="{76513CFC-54D4-4AC8-8683-BD060961C0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2" name="image1.gif">
            <a:extLst>
              <a:ext uri="{FF2B5EF4-FFF2-40B4-BE49-F238E27FC236}">
                <a16:creationId xmlns:a16="http://schemas.microsoft.com/office/drawing/2014/main" id="{CC0907AD-C233-489C-A392-2A25B4CF15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" name="image1.gif">
            <a:extLst>
              <a:ext uri="{FF2B5EF4-FFF2-40B4-BE49-F238E27FC236}">
                <a16:creationId xmlns:a16="http://schemas.microsoft.com/office/drawing/2014/main" id="{9A0F7093-1887-4769-9322-D280357B17A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4" name="image1.gif">
            <a:extLst>
              <a:ext uri="{FF2B5EF4-FFF2-40B4-BE49-F238E27FC236}">
                <a16:creationId xmlns:a16="http://schemas.microsoft.com/office/drawing/2014/main" id="{98A78D3D-ECAC-4B4C-86F5-475122418C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5" name="image1.gif">
            <a:extLst>
              <a:ext uri="{FF2B5EF4-FFF2-40B4-BE49-F238E27FC236}">
                <a16:creationId xmlns:a16="http://schemas.microsoft.com/office/drawing/2014/main" id="{61BF6C34-6418-42C1-82D4-F82BD9CF90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6" name="image1.gif">
            <a:extLst>
              <a:ext uri="{FF2B5EF4-FFF2-40B4-BE49-F238E27FC236}">
                <a16:creationId xmlns:a16="http://schemas.microsoft.com/office/drawing/2014/main" id="{39453235-BAE6-49D6-98B5-23A07A6C6B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7" name="image1.gif">
            <a:extLst>
              <a:ext uri="{FF2B5EF4-FFF2-40B4-BE49-F238E27FC236}">
                <a16:creationId xmlns:a16="http://schemas.microsoft.com/office/drawing/2014/main" id="{7288C856-973D-4829-8607-6BBD89F989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8" name="image1.gif">
            <a:extLst>
              <a:ext uri="{FF2B5EF4-FFF2-40B4-BE49-F238E27FC236}">
                <a16:creationId xmlns:a16="http://schemas.microsoft.com/office/drawing/2014/main" id="{09720D38-1FD4-44BC-8B38-DAE9CB65AB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" name="image1.gif">
            <a:extLst>
              <a:ext uri="{FF2B5EF4-FFF2-40B4-BE49-F238E27FC236}">
                <a16:creationId xmlns:a16="http://schemas.microsoft.com/office/drawing/2014/main" id="{610B731F-3EA3-4338-94A8-1E40F52192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" name="image1.gif">
            <a:extLst>
              <a:ext uri="{FF2B5EF4-FFF2-40B4-BE49-F238E27FC236}">
                <a16:creationId xmlns:a16="http://schemas.microsoft.com/office/drawing/2014/main" id="{02F49486-FF0D-4856-ABFB-E82DF0A7DB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" name="image1.gif">
            <a:extLst>
              <a:ext uri="{FF2B5EF4-FFF2-40B4-BE49-F238E27FC236}">
                <a16:creationId xmlns:a16="http://schemas.microsoft.com/office/drawing/2014/main" id="{E725DEBE-F922-4870-ABB9-4030526657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" name="image1.gif">
            <a:extLst>
              <a:ext uri="{FF2B5EF4-FFF2-40B4-BE49-F238E27FC236}">
                <a16:creationId xmlns:a16="http://schemas.microsoft.com/office/drawing/2014/main" id="{84997BAA-1D4A-4C3F-A2FB-E0C29EA6C2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" name="image1.gif">
            <a:extLst>
              <a:ext uri="{FF2B5EF4-FFF2-40B4-BE49-F238E27FC236}">
                <a16:creationId xmlns:a16="http://schemas.microsoft.com/office/drawing/2014/main" id="{61FAA5DE-27F9-4FC2-A7AA-97E014D78E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" name="image1.gif">
            <a:extLst>
              <a:ext uri="{FF2B5EF4-FFF2-40B4-BE49-F238E27FC236}">
                <a16:creationId xmlns:a16="http://schemas.microsoft.com/office/drawing/2014/main" id="{02BE2F50-539C-4DAA-8818-8985E54D61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" name="image1.gif">
            <a:extLst>
              <a:ext uri="{FF2B5EF4-FFF2-40B4-BE49-F238E27FC236}">
                <a16:creationId xmlns:a16="http://schemas.microsoft.com/office/drawing/2014/main" id="{BE836D72-C236-4108-B55C-AB1708163D2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" name="image1.gif">
            <a:extLst>
              <a:ext uri="{FF2B5EF4-FFF2-40B4-BE49-F238E27FC236}">
                <a16:creationId xmlns:a16="http://schemas.microsoft.com/office/drawing/2014/main" id="{0595D017-BB6F-4C43-98EF-49F7F4BA10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" name="image1.gif">
            <a:extLst>
              <a:ext uri="{FF2B5EF4-FFF2-40B4-BE49-F238E27FC236}">
                <a16:creationId xmlns:a16="http://schemas.microsoft.com/office/drawing/2014/main" id="{D23D1F97-3489-49DC-98C1-3FFED89FE50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" name="image1.gif">
            <a:extLst>
              <a:ext uri="{FF2B5EF4-FFF2-40B4-BE49-F238E27FC236}">
                <a16:creationId xmlns:a16="http://schemas.microsoft.com/office/drawing/2014/main" id="{5E28D457-B60A-49F1-A8FF-A29B53151A9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" name="image1.gif">
            <a:extLst>
              <a:ext uri="{FF2B5EF4-FFF2-40B4-BE49-F238E27FC236}">
                <a16:creationId xmlns:a16="http://schemas.microsoft.com/office/drawing/2014/main" id="{24782A32-081A-4D84-AD7A-7AA6FA08F29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0" name="image1.gif">
            <a:extLst>
              <a:ext uri="{FF2B5EF4-FFF2-40B4-BE49-F238E27FC236}">
                <a16:creationId xmlns:a16="http://schemas.microsoft.com/office/drawing/2014/main" id="{05F7BEFD-42A4-421E-9359-32B7B1EEC5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" name="image1.gif">
            <a:extLst>
              <a:ext uri="{FF2B5EF4-FFF2-40B4-BE49-F238E27FC236}">
                <a16:creationId xmlns:a16="http://schemas.microsoft.com/office/drawing/2014/main" id="{9772C8DA-6A61-43B9-A12A-4DBC9A0B7F4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" name="image1.gif">
            <a:extLst>
              <a:ext uri="{FF2B5EF4-FFF2-40B4-BE49-F238E27FC236}">
                <a16:creationId xmlns:a16="http://schemas.microsoft.com/office/drawing/2014/main" id="{2848AFC5-A971-4243-B0F5-DB4C4246B8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image1.gif">
            <a:extLst>
              <a:ext uri="{FF2B5EF4-FFF2-40B4-BE49-F238E27FC236}">
                <a16:creationId xmlns:a16="http://schemas.microsoft.com/office/drawing/2014/main" id="{A9988AFD-1AF0-493F-85FB-71FA4FACDC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" name="image1.gif">
            <a:extLst>
              <a:ext uri="{FF2B5EF4-FFF2-40B4-BE49-F238E27FC236}">
                <a16:creationId xmlns:a16="http://schemas.microsoft.com/office/drawing/2014/main" id="{3593FC3B-07C1-49E4-A60B-3A02CF6F35B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" name="image1.gif">
            <a:extLst>
              <a:ext uri="{FF2B5EF4-FFF2-40B4-BE49-F238E27FC236}">
                <a16:creationId xmlns:a16="http://schemas.microsoft.com/office/drawing/2014/main" id="{C43C5846-329B-4DEF-A8C1-4996503D90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" name="image1.gif">
            <a:extLst>
              <a:ext uri="{FF2B5EF4-FFF2-40B4-BE49-F238E27FC236}">
                <a16:creationId xmlns:a16="http://schemas.microsoft.com/office/drawing/2014/main" id="{11092A74-C2B2-43FF-A8D9-BCC17DEF60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image1.gif">
            <a:extLst>
              <a:ext uri="{FF2B5EF4-FFF2-40B4-BE49-F238E27FC236}">
                <a16:creationId xmlns:a16="http://schemas.microsoft.com/office/drawing/2014/main" id="{4AFA8FA6-DB52-486F-8361-8AF265EC55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8" name="image1.gif">
            <a:extLst>
              <a:ext uri="{FF2B5EF4-FFF2-40B4-BE49-F238E27FC236}">
                <a16:creationId xmlns:a16="http://schemas.microsoft.com/office/drawing/2014/main" id="{90AE9328-FDE5-4831-9C23-BB36B4CAA6A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9" name="image1.gif">
            <a:extLst>
              <a:ext uri="{FF2B5EF4-FFF2-40B4-BE49-F238E27FC236}">
                <a16:creationId xmlns:a16="http://schemas.microsoft.com/office/drawing/2014/main" id="{11E2E4E3-3152-4BC2-B312-D94BE00CC5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" name="image1.gif">
            <a:extLst>
              <a:ext uri="{FF2B5EF4-FFF2-40B4-BE49-F238E27FC236}">
                <a16:creationId xmlns:a16="http://schemas.microsoft.com/office/drawing/2014/main" id="{2EF5103F-CBFF-4BEB-AD0A-EE7A89F628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image1.gif">
            <a:extLst>
              <a:ext uri="{FF2B5EF4-FFF2-40B4-BE49-F238E27FC236}">
                <a16:creationId xmlns:a16="http://schemas.microsoft.com/office/drawing/2014/main" id="{D10309E4-8418-4EA5-A32C-C8B82439BB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2" name="image1.gif">
            <a:extLst>
              <a:ext uri="{FF2B5EF4-FFF2-40B4-BE49-F238E27FC236}">
                <a16:creationId xmlns:a16="http://schemas.microsoft.com/office/drawing/2014/main" id="{9F475D9D-3661-4C7B-8262-1A4D426303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3" name="image1.gif">
            <a:extLst>
              <a:ext uri="{FF2B5EF4-FFF2-40B4-BE49-F238E27FC236}">
                <a16:creationId xmlns:a16="http://schemas.microsoft.com/office/drawing/2014/main" id="{D569612E-15FE-4A72-A6F2-B4CBD9BEBB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4" name="image1.gif">
            <a:extLst>
              <a:ext uri="{FF2B5EF4-FFF2-40B4-BE49-F238E27FC236}">
                <a16:creationId xmlns:a16="http://schemas.microsoft.com/office/drawing/2014/main" id="{374AA109-FDB8-487D-8318-1A60CCBC57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5" name="image1.gif">
            <a:extLst>
              <a:ext uri="{FF2B5EF4-FFF2-40B4-BE49-F238E27FC236}">
                <a16:creationId xmlns:a16="http://schemas.microsoft.com/office/drawing/2014/main" id="{563B4174-F540-4ABF-BCA8-0AF5D87C86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6" name="image1.gif">
            <a:extLst>
              <a:ext uri="{FF2B5EF4-FFF2-40B4-BE49-F238E27FC236}">
                <a16:creationId xmlns:a16="http://schemas.microsoft.com/office/drawing/2014/main" id="{0F39E938-A28C-401A-9775-4568F9353D8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7" name="image1.gif">
            <a:extLst>
              <a:ext uri="{FF2B5EF4-FFF2-40B4-BE49-F238E27FC236}">
                <a16:creationId xmlns:a16="http://schemas.microsoft.com/office/drawing/2014/main" id="{681E7F17-13B6-45A6-A093-F007E4BE99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8" name="image1.gif">
            <a:extLst>
              <a:ext uri="{FF2B5EF4-FFF2-40B4-BE49-F238E27FC236}">
                <a16:creationId xmlns:a16="http://schemas.microsoft.com/office/drawing/2014/main" id="{1D11DD94-E4D0-4BE1-8FFC-D84EF734BE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9" name="image1.gif">
            <a:extLst>
              <a:ext uri="{FF2B5EF4-FFF2-40B4-BE49-F238E27FC236}">
                <a16:creationId xmlns:a16="http://schemas.microsoft.com/office/drawing/2014/main" id="{8878D8FE-1905-486A-9574-3BE20AF2C4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" name="image1.gif">
            <a:extLst>
              <a:ext uri="{FF2B5EF4-FFF2-40B4-BE49-F238E27FC236}">
                <a16:creationId xmlns:a16="http://schemas.microsoft.com/office/drawing/2014/main" id="{E167415C-59A7-4B83-8E9E-6AB3613568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1" name="image1.gif">
            <a:extLst>
              <a:ext uri="{FF2B5EF4-FFF2-40B4-BE49-F238E27FC236}">
                <a16:creationId xmlns:a16="http://schemas.microsoft.com/office/drawing/2014/main" id="{B98D62C5-F943-4689-895F-D7AAAA5EF7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2" name="image1.gif">
            <a:extLst>
              <a:ext uri="{FF2B5EF4-FFF2-40B4-BE49-F238E27FC236}">
                <a16:creationId xmlns:a16="http://schemas.microsoft.com/office/drawing/2014/main" id="{E5E6B7B9-00B8-4691-A0DD-0200F3E85EB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3" name="image1.gif">
            <a:extLst>
              <a:ext uri="{FF2B5EF4-FFF2-40B4-BE49-F238E27FC236}">
                <a16:creationId xmlns:a16="http://schemas.microsoft.com/office/drawing/2014/main" id="{73385970-6BED-43F6-A53C-55DB9F38CE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4" name="image1.gif">
            <a:extLst>
              <a:ext uri="{FF2B5EF4-FFF2-40B4-BE49-F238E27FC236}">
                <a16:creationId xmlns:a16="http://schemas.microsoft.com/office/drawing/2014/main" id="{4AD1A41F-A652-444D-9157-91599C0F54B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" name="image1.gif">
            <a:extLst>
              <a:ext uri="{FF2B5EF4-FFF2-40B4-BE49-F238E27FC236}">
                <a16:creationId xmlns:a16="http://schemas.microsoft.com/office/drawing/2014/main" id="{52DDFE67-8C28-4E22-8F55-EF9C9DC5AF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6" name="image1.gif">
            <a:extLst>
              <a:ext uri="{FF2B5EF4-FFF2-40B4-BE49-F238E27FC236}">
                <a16:creationId xmlns:a16="http://schemas.microsoft.com/office/drawing/2014/main" id="{4F3CD926-9DB3-4E5E-83E1-9134052690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7" name="image1.gif">
            <a:extLst>
              <a:ext uri="{FF2B5EF4-FFF2-40B4-BE49-F238E27FC236}">
                <a16:creationId xmlns:a16="http://schemas.microsoft.com/office/drawing/2014/main" id="{7E7D318C-E321-4075-9932-9458C909EF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8" name="image1.gif">
            <a:extLst>
              <a:ext uri="{FF2B5EF4-FFF2-40B4-BE49-F238E27FC236}">
                <a16:creationId xmlns:a16="http://schemas.microsoft.com/office/drawing/2014/main" id="{B78C45D7-E695-4EB4-AEC9-1FBEA35E975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9" name="image1.gif">
            <a:extLst>
              <a:ext uri="{FF2B5EF4-FFF2-40B4-BE49-F238E27FC236}">
                <a16:creationId xmlns:a16="http://schemas.microsoft.com/office/drawing/2014/main" id="{F05FF772-9EF3-4C62-AB7F-37F979260D9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" name="image1.gif">
            <a:extLst>
              <a:ext uri="{FF2B5EF4-FFF2-40B4-BE49-F238E27FC236}">
                <a16:creationId xmlns:a16="http://schemas.microsoft.com/office/drawing/2014/main" id="{CF2920A4-9BF3-4124-B0E8-50BEE8C07F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1" name="image1.gif">
            <a:extLst>
              <a:ext uri="{FF2B5EF4-FFF2-40B4-BE49-F238E27FC236}">
                <a16:creationId xmlns:a16="http://schemas.microsoft.com/office/drawing/2014/main" id="{778D7C56-8E57-4C65-BF22-843F10ACB3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2" name="image1.gif">
            <a:extLst>
              <a:ext uri="{FF2B5EF4-FFF2-40B4-BE49-F238E27FC236}">
                <a16:creationId xmlns:a16="http://schemas.microsoft.com/office/drawing/2014/main" id="{7988A100-F07A-49FB-8D9E-77EDD80689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3" name="image1.gif">
            <a:extLst>
              <a:ext uri="{FF2B5EF4-FFF2-40B4-BE49-F238E27FC236}">
                <a16:creationId xmlns:a16="http://schemas.microsoft.com/office/drawing/2014/main" id="{FC10E44D-6D6B-48BD-AD1C-0068C5332B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4" name="image1.gif">
            <a:extLst>
              <a:ext uri="{FF2B5EF4-FFF2-40B4-BE49-F238E27FC236}">
                <a16:creationId xmlns:a16="http://schemas.microsoft.com/office/drawing/2014/main" id="{52DC54A3-CA6C-4136-BCAF-BFE4EE1884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5" name="image1.gif">
            <a:extLst>
              <a:ext uri="{FF2B5EF4-FFF2-40B4-BE49-F238E27FC236}">
                <a16:creationId xmlns:a16="http://schemas.microsoft.com/office/drawing/2014/main" id="{F699F358-0C2F-4CA1-81A2-0968CA64DA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6" name="image1.gif">
            <a:extLst>
              <a:ext uri="{FF2B5EF4-FFF2-40B4-BE49-F238E27FC236}">
                <a16:creationId xmlns:a16="http://schemas.microsoft.com/office/drawing/2014/main" id="{8EEAA6B9-0AE6-438C-8882-145B26C33F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7" name="image1.gif">
            <a:extLst>
              <a:ext uri="{FF2B5EF4-FFF2-40B4-BE49-F238E27FC236}">
                <a16:creationId xmlns:a16="http://schemas.microsoft.com/office/drawing/2014/main" id="{8F3BE629-D970-4B83-9F22-CF0D92389C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8" name="image1.gif">
            <a:extLst>
              <a:ext uri="{FF2B5EF4-FFF2-40B4-BE49-F238E27FC236}">
                <a16:creationId xmlns:a16="http://schemas.microsoft.com/office/drawing/2014/main" id="{BDE76757-07D7-43D8-A5D5-A679C8703B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9" name="image1.gif">
            <a:extLst>
              <a:ext uri="{FF2B5EF4-FFF2-40B4-BE49-F238E27FC236}">
                <a16:creationId xmlns:a16="http://schemas.microsoft.com/office/drawing/2014/main" id="{9A0EAF2E-A7FB-4F6F-BAC0-185E8543A19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" name="image1.gif">
            <a:extLst>
              <a:ext uri="{FF2B5EF4-FFF2-40B4-BE49-F238E27FC236}">
                <a16:creationId xmlns:a16="http://schemas.microsoft.com/office/drawing/2014/main" id="{2A05513E-2A68-4C49-A065-482FC757E5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1" name="image1.gif">
            <a:extLst>
              <a:ext uri="{FF2B5EF4-FFF2-40B4-BE49-F238E27FC236}">
                <a16:creationId xmlns:a16="http://schemas.microsoft.com/office/drawing/2014/main" id="{9382AB32-F2E0-42D5-AA58-37E17C7C874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2" name="image1.gif">
            <a:extLst>
              <a:ext uri="{FF2B5EF4-FFF2-40B4-BE49-F238E27FC236}">
                <a16:creationId xmlns:a16="http://schemas.microsoft.com/office/drawing/2014/main" id="{F037E3E9-0241-49E8-8470-25560C19A55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3" name="image1.gif">
            <a:extLst>
              <a:ext uri="{FF2B5EF4-FFF2-40B4-BE49-F238E27FC236}">
                <a16:creationId xmlns:a16="http://schemas.microsoft.com/office/drawing/2014/main" id="{C398F995-5D3B-47BD-8544-4C978D3AB1B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4" name="image1.gif">
            <a:extLst>
              <a:ext uri="{FF2B5EF4-FFF2-40B4-BE49-F238E27FC236}">
                <a16:creationId xmlns:a16="http://schemas.microsoft.com/office/drawing/2014/main" id="{1A7FBA38-7051-4D06-9C2C-AEE8CA3F5B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image1.gif">
            <a:extLst>
              <a:ext uri="{FF2B5EF4-FFF2-40B4-BE49-F238E27FC236}">
                <a16:creationId xmlns:a16="http://schemas.microsoft.com/office/drawing/2014/main" id="{7026AB2C-2308-4C35-918B-D0DA916FCE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image1.gif">
            <a:extLst>
              <a:ext uri="{FF2B5EF4-FFF2-40B4-BE49-F238E27FC236}">
                <a16:creationId xmlns:a16="http://schemas.microsoft.com/office/drawing/2014/main" id="{305EEAC4-3801-4D51-A1B2-33F75350BE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7" name="image1.gif">
            <a:extLst>
              <a:ext uri="{FF2B5EF4-FFF2-40B4-BE49-F238E27FC236}">
                <a16:creationId xmlns:a16="http://schemas.microsoft.com/office/drawing/2014/main" id="{8CFC9670-2B1C-43ED-97DE-D3A506D147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8" name="image1.gif">
            <a:extLst>
              <a:ext uri="{FF2B5EF4-FFF2-40B4-BE49-F238E27FC236}">
                <a16:creationId xmlns:a16="http://schemas.microsoft.com/office/drawing/2014/main" id="{EBF4FFC2-DB96-4A5C-9EA8-072FDFD3A88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9" name="image1.gif">
            <a:extLst>
              <a:ext uri="{FF2B5EF4-FFF2-40B4-BE49-F238E27FC236}">
                <a16:creationId xmlns:a16="http://schemas.microsoft.com/office/drawing/2014/main" id="{2BA323D9-4E93-4054-AE1F-1C6D808B06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0" name="image1.gif">
            <a:extLst>
              <a:ext uri="{FF2B5EF4-FFF2-40B4-BE49-F238E27FC236}">
                <a16:creationId xmlns:a16="http://schemas.microsoft.com/office/drawing/2014/main" id="{561E0D06-9F47-496B-8F78-0FA11E69A3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" name="image1.gif">
            <a:extLst>
              <a:ext uri="{FF2B5EF4-FFF2-40B4-BE49-F238E27FC236}">
                <a16:creationId xmlns:a16="http://schemas.microsoft.com/office/drawing/2014/main" id="{EE6A3B41-C9E1-4F63-95ED-2307EB7C16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2" name="image1.gif">
            <a:extLst>
              <a:ext uri="{FF2B5EF4-FFF2-40B4-BE49-F238E27FC236}">
                <a16:creationId xmlns:a16="http://schemas.microsoft.com/office/drawing/2014/main" id="{ED4F0A04-8966-48C0-A7F1-BC9FCB056E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3" name="image1.gif">
            <a:extLst>
              <a:ext uri="{FF2B5EF4-FFF2-40B4-BE49-F238E27FC236}">
                <a16:creationId xmlns:a16="http://schemas.microsoft.com/office/drawing/2014/main" id="{F1F125AD-FAEC-4910-BBA8-0F25CF7DFBD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4" name="image1.gif">
            <a:extLst>
              <a:ext uri="{FF2B5EF4-FFF2-40B4-BE49-F238E27FC236}">
                <a16:creationId xmlns:a16="http://schemas.microsoft.com/office/drawing/2014/main" id="{745E0770-6417-46CA-BA69-13D489E7E6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5" name="image1.gif">
            <a:extLst>
              <a:ext uri="{FF2B5EF4-FFF2-40B4-BE49-F238E27FC236}">
                <a16:creationId xmlns:a16="http://schemas.microsoft.com/office/drawing/2014/main" id="{03E4A194-9EC0-479C-BC7F-CE8EC685E7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6" name="image1.gif">
            <a:extLst>
              <a:ext uri="{FF2B5EF4-FFF2-40B4-BE49-F238E27FC236}">
                <a16:creationId xmlns:a16="http://schemas.microsoft.com/office/drawing/2014/main" id="{49966BCD-D792-4E5A-8DE6-4730772E803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7" name="image1.gif">
            <a:extLst>
              <a:ext uri="{FF2B5EF4-FFF2-40B4-BE49-F238E27FC236}">
                <a16:creationId xmlns:a16="http://schemas.microsoft.com/office/drawing/2014/main" id="{B805D830-C009-4A48-A3BE-456C5F031DA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8" name="image1.gif">
            <a:extLst>
              <a:ext uri="{FF2B5EF4-FFF2-40B4-BE49-F238E27FC236}">
                <a16:creationId xmlns:a16="http://schemas.microsoft.com/office/drawing/2014/main" id="{72AFA65C-EB25-49CB-B185-D555C74A95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9" name="image1.gif">
            <a:extLst>
              <a:ext uri="{FF2B5EF4-FFF2-40B4-BE49-F238E27FC236}">
                <a16:creationId xmlns:a16="http://schemas.microsoft.com/office/drawing/2014/main" id="{B0E3CEFE-8531-424F-9A85-0579F29C471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0" name="image1.gif">
            <a:extLst>
              <a:ext uri="{FF2B5EF4-FFF2-40B4-BE49-F238E27FC236}">
                <a16:creationId xmlns:a16="http://schemas.microsoft.com/office/drawing/2014/main" id="{1C1A3E9C-DF96-4679-87DE-A60D9CEF1F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" name="image1.gif">
            <a:extLst>
              <a:ext uri="{FF2B5EF4-FFF2-40B4-BE49-F238E27FC236}">
                <a16:creationId xmlns:a16="http://schemas.microsoft.com/office/drawing/2014/main" id="{DA07A452-D03C-43A2-96D5-A67546B481D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2" name="image1.gif">
            <a:extLst>
              <a:ext uri="{FF2B5EF4-FFF2-40B4-BE49-F238E27FC236}">
                <a16:creationId xmlns:a16="http://schemas.microsoft.com/office/drawing/2014/main" id="{4B377B34-7990-4E12-8C30-4561B1F521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3" name="image1.gif">
            <a:extLst>
              <a:ext uri="{FF2B5EF4-FFF2-40B4-BE49-F238E27FC236}">
                <a16:creationId xmlns:a16="http://schemas.microsoft.com/office/drawing/2014/main" id="{FC9BF4C3-66C0-48BA-BB08-29090B4E4D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4" name="image1.gif">
            <a:extLst>
              <a:ext uri="{FF2B5EF4-FFF2-40B4-BE49-F238E27FC236}">
                <a16:creationId xmlns:a16="http://schemas.microsoft.com/office/drawing/2014/main" id="{02BDB020-81FA-4A90-A0B9-8C16BB9D7C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5" name="image1.gif">
            <a:extLst>
              <a:ext uri="{FF2B5EF4-FFF2-40B4-BE49-F238E27FC236}">
                <a16:creationId xmlns:a16="http://schemas.microsoft.com/office/drawing/2014/main" id="{24AF2636-8E47-45CB-AEB8-662B14606A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6" name="image1.gif">
            <a:extLst>
              <a:ext uri="{FF2B5EF4-FFF2-40B4-BE49-F238E27FC236}">
                <a16:creationId xmlns:a16="http://schemas.microsoft.com/office/drawing/2014/main" id="{29435FE6-3D06-4F53-ACF6-8AC0C9F9BC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7" name="image1.gif">
            <a:extLst>
              <a:ext uri="{FF2B5EF4-FFF2-40B4-BE49-F238E27FC236}">
                <a16:creationId xmlns:a16="http://schemas.microsoft.com/office/drawing/2014/main" id="{F7F40EC1-52D1-4E66-8F26-128804BD1E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8" name="image1.gif">
            <a:extLst>
              <a:ext uri="{FF2B5EF4-FFF2-40B4-BE49-F238E27FC236}">
                <a16:creationId xmlns:a16="http://schemas.microsoft.com/office/drawing/2014/main" id="{B1DB91F0-6E75-4FF1-922B-BBF7AE5BE7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9" name="image1.gif">
            <a:extLst>
              <a:ext uri="{FF2B5EF4-FFF2-40B4-BE49-F238E27FC236}">
                <a16:creationId xmlns:a16="http://schemas.microsoft.com/office/drawing/2014/main" id="{B64C7524-632A-4E7E-A347-8AF11CF881B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0" name="image1.gif">
            <a:extLst>
              <a:ext uri="{FF2B5EF4-FFF2-40B4-BE49-F238E27FC236}">
                <a16:creationId xmlns:a16="http://schemas.microsoft.com/office/drawing/2014/main" id="{CB2A21DA-B672-4CF0-A4A2-A6E0856AF8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" name="image1.gif">
            <a:extLst>
              <a:ext uri="{FF2B5EF4-FFF2-40B4-BE49-F238E27FC236}">
                <a16:creationId xmlns:a16="http://schemas.microsoft.com/office/drawing/2014/main" id="{79FAE5F6-4618-4FE8-B740-90075846EC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2" name="image1.gif">
            <a:extLst>
              <a:ext uri="{FF2B5EF4-FFF2-40B4-BE49-F238E27FC236}">
                <a16:creationId xmlns:a16="http://schemas.microsoft.com/office/drawing/2014/main" id="{728C76B4-C3D1-4414-A8FF-4CA592EE2A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3" name="image1.gif">
            <a:extLst>
              <a:ext uri="{FF2B5EF4-FFF2-40B4-BE49-F238E27FC236}">
                <a16:creationId xmlns:a16="http://schemas.microsoft.com/office/drawing/2014/main" id="{39EAC30A-7611-465C-82D4-31A4D989AF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4" name="image1.gif">
            <a:extLst>
              <a:ext uri="{FF2B5EF4-FFF2-40B4-BE49-F238E27FC236}">
                <a16:creationId xmlns:a16="http://schemas.microsoft.com/office/drawing/2014/main" id="{028EA3A0-8A30-400F-B7B6-2E25C207C93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5" name="image1.gif">
            <a:extLst>
              <a:ext uri="{FF2B5EF4-FFF2-40B4-BE49-F238E27FC236}">
                <a16:creationId xmlns:a16="http://schemas.microsoft.com/office/drawing/2014/main" id="{F54CE0B2-C0E4-421F-B7CC-DC03CEA1DA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6" name="image1.gif">
            <a:extLst>
              <a:ext uri="{FF2B5EF4-FFF2-40B4-BE49-F238E27FC236}">
                <a16:creationId xmlns:a16="http://schemas.microsoft.com/office/drawing/2014/main" id="{4C9D7BDB-615F-4D7E-A045-61B0BA85F3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7" name="image1.gif">
            <a:extLst>
              <a:ext uri="{FF2B5EF4-FFF2-40B4-BE49-F238E27FC236}">
                <a16:creationId xmlns:a16="http://schemas.microsoft.com/office/drawing/2014/main" id="{58407A4D-79A4-4E5B-86F6-0BDA6D97C8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8" name="image1.gif">
            <a:extLst>
              <a:ext uri="{FF2B5EF4-FFF2-40B4-BE49-F238E27FC236}">
                <a16:creationId xmlns:a16="http://schemas.microsoft.com/office/drawing/2014/main" id="{C28A9116-C9BE-4F7B-9170-6579463EFE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9" name="image1.gif">
            <a:extLst>
              <a:ext uri="{FF2B5EF4-FFF2-40B4-BE49-F238E27FC236}">
                <a16:creationId xmlns:a16="http://schemas.microsoft.com/office/drawing/2014/main" id="{05DD3139-436D-45B1-8D9E-95D0EAA2B3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0" name="image1.gif">
            <a:extLst>
              <a:ext uri="{FF2B5EF4-FFF2-40B4-BE49-F238E27FC236}">
                <a16:creationId xmlns:a16="http://schemas.microsoft.com/office/drawing/2014/main" id="{4D34C303-9E26-4F2C-B519-569977FBCE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" name="image1.gif">
            <a:extLst>
              <a:ext uri="{FF2B5EF4-FFF2-40B4-BE49-F238E27FC236}">
                <a16:creationId xmlns:a16="http://schemas.microsoft.com/office/drawing/2014/main" id="{0DEA65C2-9C7B-422E-89B8-8EC312C7988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2" name="image1.gif">
            <a:extLst>
              <a:ext uri="{FF2B5EF4-FFF2-40B4-BE49-F238E27FC236}">
                <a16:creationId xmlns:a16="http://schemas.microsoft.com/office/drawing/2014/main" id="{517737D6-FDC1-418B-BBCF-7F26D1414F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3" name="image1.gif">
            <a:extLst>
              <a:ext uri="{FF2B5EF4-FFF2-40B4-BE49-F238E27FC236}">
                <a16:creationId xmlns:a16="http://schemas.microsoft.com/office/drawing/2014/main" id="{68A7BFEF-5CC9-49CA-BA0C-E042DEE98F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4" name="image1.gif">
            <a:extLst>
              <a:ext uri="{FF2B5EF4-FFF2-40B4-BE49-F238E27FC236}">
                <a16:creationId xmlns:a16="http://schemas.microsoft.com/office/drawing/2014/main" id="{14823B6D-6FC3-49E8-8A21-5FE92CEE75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image1.gif">
            <a:extLst>
              <a:ext uri="{FF2B5EF4-FFF2-40B4-BE49-F238E27FC236}">
                <a16:creationId xmlns:a16="http://schemas.microsoft.com/office/drawing/2014/main" id="{42AF2679-3844-4524-8D2F-270F12AC02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6" name="image1.gif">
            <a:extLst>
              <a:ext uri="{FF2B5EF4-FFF2-40B4-BE49-F238E27FC236}">
                <a16:creationId xmlns:a16="http://schemas.microsoft.com/office/drawing/2014/main" id="{35964C55-5907-4FD8-A45B-10657CF4D77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7" name="image1.gif">
            <a:extLst>
              <a:ext uri="{FF2B5EF4-FFF2-40B4-BE49-F238E27FC236}">
                <a16:creationId xmlns:a16="http://schemas.microsoft.com/office/drawing/2014/main" id="{ADF63C25-2080-45A1-ADC8-359378FF2D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8" name="image1.gif">
            <a:extLst>
              <a:ext uri="{FF2B5EF4-FFF2-40B4-BE49-F238E27FC236}">
                <a16:creationId xmlns:a16="http://schemas.microsoft.com/office/drawing/2014/main" id="{5CD6191B-CBE2-4E7C-A2C2-15E914A3F5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9" name="image1.gif">
            <a:extLst>
              <a:ext uri="{FF2B5EF4-FFF2-40B4-BE49-F238E27FC236}">
                <a16:creationId xmlns:a16="http://schemas.microsoft.com/office/drawing/2014/main" id="{7D1EBDD0-F57E-4336-A0FB-7378BC95FD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0" name="image1.gif">
            <a:extLst>
              <a:ext uri="{FF2B5EF4-FFF2-40B4-BE49-F238E27FC236}">
                <a16:creationId xmlns:a16="http://schemas.microsoft.com/office/drawing/2014/main" id="{ADF896FA-7098-4C59-9DCF-93A136EE98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1" name="image1.gif">
            <a:extLst>
              <a:ext uri="{FF2B5EF4-FFF2-40B4-BE49-F238E27FC236}">
                <a16:creationId xmlns:a16="http://schemas.microsoft.com/office/drawing/2014/main" id="{62416719-941F-4A2B-AF86-9383AA7BFA8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" name="image1.gif">
            <a:extLst>
              <a:ext uri="{FF2B5EF4-FFF2-40B4-BE49-F238E27FC236}">
                <a16:creationId xmlns:a16="http://schemas.microsoft.com/office/drawing/2014/main" id="{2E6D51E0-CCF5-4AE3-8B7A-5D11C1BCEAA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" name="image1.gif">
            <a:extLst>
              <a:ext uri="{FF2B5EF4-FFF2-40B4-BE49-F238E27FC236}">
                <a16:creationId xmlns:a16="http://schemas.microsoft.com/office/drawing/2014/main" id="{E48DE409-0803-46F6-B0D3-15FC87DC1F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" name="image1.gif">
            <a:extLst>
              <a:ext uri="{FF2B5EF4-FFF2-40B4-BE49-F238E27FC236}">
                <a16:creationId xmlns:a16="http://schemas.microsoft.com/office/drawing/2014/main" id="{C56B4E0A-8957-480D-8EAF-CA490B0CF0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" name="image1.gif">
            <a:extLst>
              <a:ext uri="{FF2B5EF4-FFF2-40B4-BE49-F238E27FC236}">
                <a16:creationId xmlns:a16="http://schemas.microsoft.com/office/drawing/2014/main" id="{572483FA-5ED3-4F5D-9D7D-5C4CEC2CB1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" name="image1.gif">
            <a:extLst>
              <a:ext uri="{FF2B5EF4-FFF2-40B4-BE49-F238E27FC236}">
                <a16:creationId xmlns:a16="http://schemas.microsoft.com/office/drawing/2014/main" id="{5858BED3-DB5C-47BF-92C7-088E6D0A47D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" name="image1.gif">
            <a:extLst>
              <a:ext uri="{FF2B5EF4-FFF2-40B4-BE49-F238E27FC236}">
                <a16:creationId xmlns:a16="http://schemas.microsoft.com/office/drawing/2014/main" id="{20DB5C0C-F60A-4D2C-9A0C-333698ED70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" name="image1.gif">
            <a:extLst>
              <a:ext uri="{FF2B5EF4-FFF2-40B4-BE49-F238E27FC236}">
                <a16:creationId xmlns:a16="http://schemas.microsoft.com/office/drawing/2014/main" id="{DDF90197-9B55-40B3-9902-E43E20D849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" name="image1.gif">
            <a:extLst>
              <a:ext uri="{FF2B5EF4-FFF2-40B4-BE49-F238E27FC236}">
                <a16:creationId xmlns:a16="http://schemas.microsoft.com/office/drawing/2014/main" id="{AF516F74-B28B-4DA2-A8E3-0F5D990C02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0" name="image1.gif">
            <a:extLst>
              <a:ext uri="{FF2B5EF4-FFF2-40B4-BE49-F238E27FC236}">
                <a16:creationId xmlns:a16="http://schemas.microsoft.com/office/drawing/2014/main" id="{3B6D0509-F1DA-4392-8755-8763A88CB8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1" name="image1.gif">
            <a:extLst>
              <a:ext uri="{FF2B5EF4-FFF2-40B4-BE49-F238E27FC236}">
                <a16:creationId xmlns:a16="http://schemas.microsoft.com/office/drawing/2014/main" id="{275211C7-63B4-4DBF-A73E-920775D2EE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" name="image1.gif">
            <a:extLst>
              <a:ext uri="{FF2B5EF4-FFF2-40B4-BE49-F238E27FC236}">
                <a16:creationId xmlns:a16="http://schemas.microsoft.com/office/drawing/2014/main" id="{7827A3A3-140D-4B54-A86E-B5307D7739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" name="image1.gif">
            <a:extLst>
              <a:ext uri="{FF2B5EF4-FFF2-40B4-BE49-F238E27FC236}">
                <a16:creationId xmlns:a16="http://schemas.microsoft.com/office/drawing/2014/main" id="{ADD25C23-3A93-4943-9884-D9532CD38D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" name="image1.gif">
            <a:extLst>
              <a:ext uri="{FF2B5EF4-FFF2-40B4-BE49-F238E27FC236}">
                <a16:creationId xmlns:a16="http://schemas.microsoft.com/office/drawing/2014/main" id="{4E2780D9-A248-479F-A2C7-1A399CBFA4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" name="image1.gif">
            <a:extLst>
              <a:ext uri="{FF2B5EF4-FFF2-40B4-BE49-F238E27FC236}">
                <a16:creationId xmlns:a16="http://schemas.microsoft.com/office/drawing/2014/main" id="{2D922119-9EEE-46EB-A0EE-C60F5C09A4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" name="image1.gif">
            <a:extLst>
              <a:ext uri="{FF2B5EF4-FFF2-40B4-BE49-F238E27FC236}">
                <a16:creationId xmlns:a16="http://schemas.microsoft.com/office/drawing/2014/main" id="{1849EEF8-AAE2-48F3-8407-C0D9A09FB8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7" name="image1.gif">
            <a:extLst>
              <a:ext uri="{FF2B5EF4-FFF2-40B4-BE49-F238E27FC236}">
                <a16:creationId xmlns:a16="http://schemas.microsoft.com/office/drawing/2014/main" id="{378C7364-DDA2-44A7-9248-6A20A4623D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8" name="image1.gif">
            <a:extLst>
              <a:ext uri="{FF2B5EF4-FFF2-40B4-BE49-F238E27FC236}">
                <a16:creationId xmlns:a16="http://schemas.microsoft.com/office/drawing/2014/main" id="{44BFC298-CD1B-4416-8EA9-04CA71CDF6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9" name="image1.gif">
            <a:extLst>
              <a:ext uri="{FF2B5EF4-FFF2-40B4-BE49-F238E27FC236}">
                <a16:creationId xmlns:a16="http://schemas.microsoft.com/office/drawing/2014/main" id="{7B38357A-E251-48DA-8285-E51D3A91F6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0" name="image1.gif">
            <a:extLst>
              <a:ext uri="{FF2B5EF4-FFF2-40B4-BE49-F238E27FC236}">
                <a16:creationId xmlns:a16="http://schemas.microsoft.com/office/drawing/2014/main" id="{B46F354B-62E6-42A8-988B-D376F73067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1" name="image1.gif">
            <a:extLst>
              <a:ext uri="{FF2B5EF4-FFF2-40B4-BE49-F238E27FC236}">
                <a16:creationId xmlns:a16="http://schemas.microsoft.com/office/drawing/2014/main" id="{50F9F28B-8EBA-4C51-A89F-88B239F132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" name="image1.gif">
            <a:extLst>
              <a:ext uri="{FF2B5EF4-FFF2-40B4-BE49-F238E27FC236}">
                <a16:creationId xmlns:a16="http://schemas.microsoft.com/office/drawing/2014/main" id="{92AFFFE3-38DB-4C26-84C2-30E990EA74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3" name="image1.gif">
            <a:extLst>
              <a:ext uri="{FF2B5EF4-FFF2-40B4-BE49-F238E27FC236}">
                <a16:creationId xmlns:a16="http://schemas.microsoft.com/office/drawing/2014/main" id="{0604C56C-B92B-41DA-A49A-DBD5C125B2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4" name="image1.gif">
            <a:extLst>
              <a:ext uri="{FF2B5EF4-FFF2-40B4-BE49-F238E27FC236}">
                <a16:creationId xmlns:a16="http://schemas.microsoft.com/office/drawing/2014/main" id="{1BA9C43E-C70A-4B01-9F20-42E1E3083FD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5" name="image1.gif">
            <a:extLst>
              <a:ext uri="{FF2B5EF4-FFF2-40B4-BE49-F238E27FC236}">
                <a16:creationId xmlns:a16="http://schemas.microsoft.com/office/drawing/2014/main" id="{5259D098-FD51-46A1-87BD-9637551069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6" name="image1.gif">
            <a:extLst>
              <a:ext uri="{FF2B5EF4-FFF2-40B4-BE49-F238E27FC236}">
                <a16:creationId xmlns:a16="http://schemas.microsoft.com/office/drawing/2014/main" id="{CA79464F-CDDC-4B8E-A458-C0F2562CFF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7" name="image1.gif">
            <a:extLst>
              <a:ext uri="{FF2B5EF4-FFF2-40B4-BE49-F238E27FC236}">
                <a16:creationId xmlns:a16="http://schemas.microsoft.com/office/drawing/2014/main" id="{FE1BC268-53E4-4473-9407-B4EC4ADF99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image1.gif">
            <a:extLst>
              <a:ext uri="{FF2B5EF4-FFF2-40B4-BE49-F238E27FC236}">
                <a16:creationId xmlns:a16="http://schemas.microsoft.com/office/drawing/2014/main" id="{749CDE29-56AE-48ED-AF91-40238B7286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9" name="image1.gif">
            <a:extLst>
              <a:ext uri="{FF2B5EF4-FFF2-40B4-BE49-F238E27FC236}">
                <a16:creationId xmlns:a16="http://schemas.microsoft.com/office/drawing/2014/main" id="{7B4CD3FE-79CD-4F2B-A4C5-E476953608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0" name="image1.gif">
            <a:extLst>
              <a:ext uri="{FF2B5EF4-FFF2-40B4-BE49-F238E27FC236}">
                <a16:creationId xmlns:a16="http://schemas.microsoft.com/office/drawing/2014/main" id="{02194EC6-BD71-4BAA-8DC7-BA25F7E8C4E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1" name="image1.gif">
            <a:extLst>
              <a:ext uri="{FF2B5EF4-FFF2-40B4-BE49-F238E27FC236}">
                <a16:creationId xmlns:a16="http://schemas.microsoft.com/office/drawing/2014/main" id="{E63CC364-16DF-4AAD-80AB-9488BA389B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" name="image1.gif">
            <a:extLst>
              <a:ext uri="{FF2B5EF4-FFF2-40B4-BE49-F238E27FC236}">
                <a16:creationId xmlns:a16="http://schemas.microsoft.com/office/drawing/2014/main" id="{90814909-51F2-4501-81DB-6D263DB66F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3" name="image1.gif">
            <a:extLst>
              <a:ext uri="{FF2B5EF4-FFF2-40B4-BE49-F238E27FC236}">
                <a16:creationId xmlns:a16="http://schemas.microsoft.com/office/drawing/2014/main" id="{B63DF96A-1321-4D2E-BAA3-E9C8164DADF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4" name="image1.gif">
            <a:extLst>
              <a:ext uri="{FF2B5EF4-FFF2-40B4-BE49-F238E27FC236}">
                <a16:creationId xmlns:a16="http://schemas.microsoft.com/office/drawing/2014/main" id="{E82CE020-31C3-4233-89A6-ED24B1B89B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5" name="image1.gif">
            <a:extLst>
              <a:ext uri="{FF2B5EF4-FFF2-40B4-BE49-F238E27FC236}">
                <a16:creationId xmlns:a16="http://schemas.microsoft.com/office/drawing/2014/main" id="{91E82AA3-B882-476F-B04D-55EE1C0910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6" name="image1.gif">
            <a:extLst>
              <a:ext uri="{FF2B5EF4-FFF2-40B4-BE49-F238E27FC236}">
                <a16:creationId xmlns:a16="http://schemas.microsoft.com/office/drawing/2014/main" id="{0FB12F12-712C-4C88-989A-8266551B9B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7" name="image1.gif">
            <a:extLst>
              <a:ext uri="{FF2B5EF4-FFF2-40B4-BE49-F238E27FC236}">
                <a16:creationId xmlns:a16="http://schemas.microsoft.com/office/drawing/2014/main" id="{59171DA4-4E66-4279-8955-0EA217F3BF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8" name="image1.gif">
            <a:extLst>
              <a:ext uri="{FF2B5EF4-FFF2-40B4-BE49-F238E27FC236}">
                <a16:creationId xmlns:a16="http://schemas.microsoft.com/office/drawing/2014/main" id="{552EC8AB-F8A3-4EC4-93FD-8E340DEA00B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9" name="image1.gif">
            <a:extLst>
              <a:ext uri="{FF2B5EF4-FFF2-40B4-BE49-F238E27FC236}">
                <a16:creationId xmlns:a16="http://schemas.microsoft.com/office/drawing/2014/main" id="{9CC0567F-0DD3-4542-9D02-3A8ED877DF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0" name="image1.gif">
            <a:extLst>
              <a:ext uri="{FF2B5EF4-FFF2-40B4-BE49-F238E27FC236}">
                <a16:creationId xmlns:a16="http://schemas.microsoft.com/office/drawing/2014/main" id="{170AA405-92A2-4FCA-A305-4CAD3D541A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1" name="image1.gif">
            <a:extLst>
              <a:ext uri="{FF2B5EF4-FFF2-40B4-BE49-F238E27FC236}">
                <a16:creationId xmlns:a16="http://schemas.microsoft.com/office/drawing/2014/main" id="{CB867122-326F-427B-BD23-1CC5679783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2" name="image1.gif">
            <a:extLst>
              <a:ext uri="{FF2B5EF4-FFF2-40B4-BE49-F238E27FC236}">
                <a16:creationId xmlns:a16="http://schemas.microsoft.com/office/drawing/2014/main" id="{68F9381F-DC4A-4856-BE77-A38E896FA8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" name="image1.gif">
            <a:extLst>
              <a:ext uri="{FF2B5EF4-FFF2-40B4-BE49-F238E27FC236}">
                <a16:creationId xmlns:a16="http://schemas.microsoft.com/office/drawing/2014/main" id="{A5D7F26B-68C3-4A76-AA3F-0E4510C6D3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4" name="image1.gif">
            <a:extLst>
              <a:ext uri="{FF2B5EF4-FFF2-40B4-BE49-F238E27FC236}">
                <a16:creationId xmlns:a16="http://schemas.microsoft.com/office/drawing/2014/main" id="{F563A752-7D82-42BB-BF6A-1E3465808F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5" name="image1.gif">
            <a:extLst>
              <a:ext uri="{FF2B5EF4-FFF2-40B4-BE49-F238E27FC236}">
                <a16:creationId xmlns:a16="http://schemas.microsoft.com/office/drawing/2014/main" id="{FA56E5E1-6A19-4377-BB54-BB94B92B22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6" name="image1.gif">
            <a:extLst>
              <a:ext uri="{FF2B5EF4-FFF2-40B4-BE49-F238E27FC236}">
                <a16:creationId xmlns:a16="http://schemas.microsoft.com/office/drawing/2014/main" id="{88158229-AC4C-497E-AD62-CDA6AACA64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7" name="image1.gif">
            <a:extLst>
              <a:ext uri="{FF2B5EF4-FFF2-40B4-BE49-F238E27FC236}">
                <a16:creationId xmlns:a16="http://schemas.microsoft.com/office/drawing/2014/main" id="{B4BA6317-FB9F-42E7-861A-3127EBD965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8" name="image1.gif">
            <a:extLst>
              <a:ext uri="{FF2B5EF4-FFF2-40B4-BE49-F238E27FC236}">
                <a16:creationId xmlns:a16="http://schemas.microsoft.com/office/drawing/2014/main" id="{008580BD-39FA-4FDF-9F24-A77130D6E0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9" name="image1.gif">
            <a:extLst>
              <a:ext uri="{FF2B5EF4-FFF2-40B4-BE49-F238E27FC236}">
                <a16:creationId xmlns:a16="http://schemas.microsoft.com/office/drawing/2014/main" id="{8AB9C32C-B710-4031-81AA-7675EE5524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0" name="image1.gif">
            <a:extLst>
              <a:ext uri="{FF2B5EF4-FFF2-40B4-BE49-F238E27FC236}">
                <a16:creationId xmlns:a16="http://schemas.microsoft.com/office/drawing/2014/main" id="{1A42D273-9ECA-466E-8EFF-A15AF4EE1B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1" name="image1.gif">
            <a:extLst>
              <a:ext uri="{FF2B5EF4-FFF2-40B4-BE49-F238E27FC236}">
                <a16:creationId xmlns:a16="http://schemas.microsoft.com/office/drawing/2014/main" id="{E2DEEDEA-E116-403C-B497-979471274D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2" name="image1.gif">
            <a:extLst>
              <a:ext uri="{FF2B5EF4-FFF2-40B4-BE49-F238E27FC236}">
                <a16:creationId xmlns:a16="http://schemas.microsoft.com/office/drawing/2014/main" id="{11F7761C-1F17-4215-AD4D-DBCE31FB06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" name="image1.gif">
            <a:extLst>
              <a:ext uri="{FF2B5EF4-FFF2-40B4-BE49-F238E27FC236}">
                <a16:creationId xmlns:a16="http://schemas.microsoft.com/office/drawing/2014/main" id="{13292E88-16A0-4AD1-AE36-DCF727BAF12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4" name="image1.gif">
            <a:extLst>
              <a:ext uri="{FF2B5EF4-FFF2-40B4-BE49-F238E27FC236}">
                <a16:creationId xmlns:a16="http://schemas.microsoft.com/office/drawing/2014/main" id="{D8F70D00-B822-4C91-B824-8865805AD5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5" name="image1.gif">
            <a:extLst>
              <a:ext uri="{FF2B5EF4-FFF2-40B4-BE49-F238E27FC236}">
                <a16:creationId xmlns:a16="http://schemas.microsoft.com/office/drawing/2014/main" id="{84B95FB3-89C7-4694-893C-6334EEF5B9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image1.gif">
            <a:extLst>
              <a:ext uri="{FF2B5EF4-FFF2-40B4-BE49-F238E27FC236}">
                <a16:creationId xmlns:a16="http://schemas.microsoft.com/office/drawing/2014/main" id="{A2C1ADD0-B478-4974-9E37-F01D50B4F3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7" name="image1.gif">
            <a:extLst>
              <a:ext uri="{FF2B5EF4-FFF2-40B4-BE49-F238E27FC236}">
                <a16:creationId xmlns:a16="http://schemas.microsoft.com/office/drawing/2014/main" id="{62BACC78-9EAA-4C03-BF11-CED16E769A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8" name="image1.gif">
            <a:extLst>
              <a:ext uri="{FF2B5EF4-FFF2-40B4-BE49-F238E27FC236}">
                <a16:creationId xmlns:a16="http://schemas.microsoft.com/office/drawing/2014/main" id="{8F506ED6-7168-40F9-95E6-0675ADA0F1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9" name="image1.gif">
            <a:extLst>
              <a:ext uri="{FF2B5EF4-FFF2-40B4-BE49-F238E27FC236}">
                <a16:creationId xmlns:a16="http://schemas.microsoft.com/office/drawing/2014/main" id="{010267CB-ABE2-460A-8847-63A37489E2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0" name="image1.gif">
            <a:extLst>
              <a:ext uri="{FF2B5EF4-FFF2-40B4-BE49-F238E27FC236}">
                <a16:creationId xmlns:a16="http://schemas.microsoft.com/office/drawing/2014/main" id="{3853BC9E-BA57-4593-A79A-099990CC0A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1" name="image1.gif">
            <a:extLst>
              <a:ext uri="{FF2B5EF4-FFF2-40B4-BE49-F238E27FC236}">
                <a16:creationId xmlns:a16="http://schemas.microsoft.com/office/drawing/2014/main" id="{181385D2-215D-4C43-B6EC-7C38C65E1E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2" name="image1.gif">
            <a:extLst>
              <a:ext uri="{FF2B5EF4-FFF2-40B4-BE49-F238E27FC236}">
                <a16:creationId xmlns:a16="http://schemas.microsoft.com/office/drawing/2014/main" id="{08CF2331-9FB8-46BF-A4C5-3E26C51399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" name="image1.gif">
            <a:extLst>
              <a:ext uri="{FF2B5EF4-FFF2-40B4-BE49-F238E27FC236}">
                <a16:creationId xmlns:a16="http://schemas.microsoft.com/office/drawing/2014/main" id="{C9AB1287-1111-4959-81A4-228FD0ADE59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4" name="image1.gif">
            <a:extLst>
              <a:ext uri="{FF2B5EF4-FFF2-40B4-BE49-F238E27FC236}">
                <a16:creationId xmlns:a16="http://schemas.microsoft.com/office/drawing/2014/main" id="{2D7923E4-7CA9-496C-ABC8-15CD8B0EEC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5" name="image1.gif">
            <a:extLst>
              <a:ext uri="{FF2B5EF4-FFF2-40B4-BE49-F238E27FC236}">
                <a16:creationId xmlns:a16="http://schemas.microsoft.com/office/drawing/2014/main" id="{40EAC565-622B-479B-8AF5-D0603FD8ED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6" name="image1.gif">
            <a:extLst>
              <a:ext uri="{FF2B5EF4-FFF2-40B4-BE49-F238E27FC236}">
                <a16:creationId xmlns:a16="http://schemas.microsoft.com/office/drawing/2014/main" id="{03888036-565C-4197-9CFE-9C0612EE02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7" name="image1.gif">
            <a:extLst>
              <a:ext uri="{FF2B5EF4-FFF2-40B4-BE49-F238E27FC236}">
                <a16:creationId xmlns:a16="http://schemas.microsoft.com/office/drawing/2014/main" id="{2B5A8F7B-9866-4181-99FC-BF3984A3E14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" name="image1.gif">
            <a:extLst>
              <a:ext uri="{FF2B5EF4-FFF2-40B4-BE49-F238E27FC236}">
                <a16:creationId xmlns:a16="http://schemas.microsoft.com/office/drawing/2014/main" id="{7A8A6C1C-16D9-496E-8C86-CAA7E030E3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9" name="image1.gif">
            <a:extLst>
              <a:ext uri="{FF2B5EF4-FFF2-40B4-BE49-F238E27FC236}">
                <a16:creationId xmlns:a16="http://schemas.microsoft.com/office/drawing/2014/main" id="{BF77A4E9-2A23-4401-87EE-BA44904B71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0" name="image1.gif">
            <a:extLst>
              <a:ext uri="{FF2B5EF4-FFF2-40B4-BE49-F238E27FC236}">
                <a16:creationId xmlns:a16="http://schemas.microsoft.com/office/drawing/2014/main" id="{1D1CE296-2D1B-4E91-8B17-65BFE7D73F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1" name="image1.gif">
            <a:extLst>
              <a:ext uri="{FF2B5EF4-FFF2-40B4-BE49-F238E27FC236}">
                <a16:creationId xmlns:a16="http://schemas.microsoft.com/office/drawing/2014/main" id="{46C6A3F2-0386-465C-A4B7-130CA09523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2" name="image1.gif">
            <a:extLst>
              <a:ext uri="{FF2B5EF4-FFF2-40B4-BE49-F238E27FC236}">
                <a16:creationId xmlns:a16="http://schemas.microsoft.com/office/drawing/2014/main" id="{6A5ED91C-F972-4267-A0BF-C318A218D27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3" name="image1.gif">
            <a:extLst>
              <a:ext uri="{FF2B5EF4-FFF2-40B4-BE49-F238E27FC236}">
                <a16:creationId xmlns:a16="http://schemas.microsoft.com/office/drawing/2014/main" id="{8C9FD5F8-AAF0-4BA7-A7E9-F40D25BBA9F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4" name="image1.gif">
            <a:extLst>
              <a:ext uri="{FF2B5EF4-FFF2-40B4-BE49-F238E27FC236}">
                <a16:creationId xmlns:a16="http://schemas.microsoft.com/office/drawing/2014/main" id="{29568944-33EB-4B53-9090-BE58359E69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5" name="image1.gif">
            <a:extLst>
              <a:ext uri="{FF2B5EF4-FFF2-40B4-BE49-F238E27FC236}">
                <a16:creationId xmlns:a16="http://schemas.microsoft.com/office/drawing/2014/main" id="{B59C987E-FF07-42D6-BCA5-3D52BEA949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6" name="image1.gif">
            <a:extLst>
              <a:ext uri="{FF2B5EF4-FFF2-40B4-BE49-F238E27FC236}">
                <a16:creationId xmlns:a16="http://schemas.microsoft.com/office/drawing/2014/main" id="{D16BB300-8578-4EAC-8E46-078FA3D6BB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7" name="image1.gif">
            <a:extLst>
              <a:ext uri="{FF2B5EF4-FFF2-40B4-BE49-F238E27FC236}">
                <a16:creationId xmlns:a16="http://schemas.microsoft.com/office/drawing/2014/main" id="{A69CF779-1DF0-4A0C-883A-176F80F152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8" name="image1.gif">
            <a:extLst>
              <a:ext uri="{FF2B5EF4-FFF2-40B4-BE49-F238E27FC236}">
                <a16:creationId xmlns:a16="http://schemas.microsoft.com/office/drawing/2014/main" id="{A99938BA-F1BA-4C14-8CF8-B7D9404E6EB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9" name="image1.gif">
            <a:extLst>
              <a:ext uri="{FF2B5EF4-FFF2-40B4-BE49-F238E27FC236}">
                <a16:creationId xmlns:a16="http://schemas.microsoft.com/office/drawing/2014/main" id="{DF6188AA-E1DD-4CB8-BB97-9CA159514C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0" name="image1.gif">
            <a:extLst>
              <a:ext uri="{FF2B5EF4-FFF2-40B4-BE49-F238E27FC236}">
                <a16:creationId xmlns:a16="http://schemas.microsoft.com/office/drawing/2014/main" id="{7620396E-3E5C-4BAC-9438-CAC01ED782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1" name="image1.gif">
            <a:extLst>
              <a:ext uri="{FF2B5EF4-FFF2-40B4-BE49-F238E27FC236}">
                <a16:creationId xmlns:a16="http://schemas.microsoft.com/office/drawing/2014/main" id="{6AB4AE64-3AAC-4285-A8EA-69DF9E8C96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2" name="image1.gif">
            <a:extLst>
              <a:ext uri="{FF2B5EF4-FFF2-40B4-BE49-F238E27FC236}">
                <a16:creationId xmlns:a16="http://schemas.microsoft.com/office/drawing/2014/main" id="{C551D5D1-2248-43EA-87EB-9F4DCFB0B6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3" name="image1.gif">
            <a:extLst>
              <a:ext uri="{FF2B5EF4-FFF2-40B4-BE49-F238E27FC236}">
                <a16:creationId xmlns:a16="http://schemas.microsoft.com/office/drawing/2014/main" id="{64C35E0C-422D-4FC4-82FA-ABF4B91A24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4" name="image1.gif">
            <a:extLst>
              <a:ext uri="{FF2B5EF4-FFF2-40B4-BE49-F238E27FC236}">
                <a16:creationId xmlns:a16="http://schemas.microsoft.com/office/drawing/2014/main" id="{E49C125E-B197-4D73-934D-D979C70F0B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5" name="image1.gif">
            <a:extLst>
              <a:ext uri="{FF2B5EF4-FFF2-40B4-BE49-F238E27FC236}">
                <a16:creationId xmlns:a16="http://schemas.microsoft.com/office/drawing/2014/main" id="{80B4ECE3-0E1D-4C1F-88DD-5E81658631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6" name="image1.gif">
            <a:extLst>
              <a:ext uri="{FF2B5EF4-FFF2-40B4-BE49-F238E27FC236}">
                <a16:creationId xmlns:a16="http://schemas.microsoft.com/office/drawing/2014/main" id="{348173D1-99E7-4CED-AF2B-DBD9F4310B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7" name="image1.gif">
            <a:extLst>
              <a:ext uri="{FF2B5EF4-FFF2-40B4-BE49-F238E27FC236}">
                <a16:creationId xmlns:a16="http://schemas.microsoft.com/office/drawing/2014/main" id="{1DB01622-AA14-441D-BC0B-F93B66BEE1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8" name="image1.gif">
            <a:extLst>
              <a:ext uri="{FF2B5EF4-FFF2-40B4-BE49-F238E27FC236}">
                <a16:creationId xmlns:a16="http://schemas.microsoft.com/office/drawing/2014/main" id="{12BC4284-A513-4F2C-9A35-856D185548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9" name="image1.gif">
            <a:extLst>
              <a:ext uri="{FF2B5EF4-FFF2-40B4-BE49-F238E27FC236}">
                <a16:creationId xmlns:a16="http://schemas.microsoft.com/office/drawing/2014/main" id="{B2023109-1222-44F8-8E70-3F6102C1A1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0" name="image1.gif">
            <a:extLst>
              <a:ext uri="{FF2B5EF4-FFF2-40B4-BE49-F238E27FC236}">
                <a16:creationId xmlns:a16="http://schemas.microsoft.com/office/drawing/2014/main" id="{B3358F58-45BD-4DE8-8838-0EFE6A7683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1" name="image1.gif">
            <a:extLst>
              <a:ext uri="{FF2B5EF4-FFF2-40B4-BE49-F238E27FC236}">
                <a16:creationId xmlns:a16="http://schemas.microsoft.com/office/drawing/2014/main" id="{AA84E7C4-8ED5-437B-A44B-E03B4613DA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2" name="image1.gif">
            <a:extLst>
              <a:ext uri="{FF2B5EF4-FFF2-40B4-BE49-F238E27FC236}">
                <a16:creationId xmlns:a16="http://schemas.microsoft.com/office/drawing/2014/main" id="{73D369AC-A8D4-4DA1-BF59-DA5B67BD83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3" name="image1.gif">
            <a:extLst>
              <a:ext uri="{FF2B5EF4-FFF2-40B4-BE49-F238E27FC236}">
                <a16:creationId xmlns:a16="http://schemas.microsoft.com/office/drawing/2014/main" id="{79E925DD-BB2F-41AF-8EE3-BABDA4DAACD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4" name="image1.gif">
            <a:extLst>
              <a:ext uri="{FF2B5EF4-FFF2-40B4-BE49-F238E27FC236}">
                <a16:creationId xmlns:a16="http://schemas.microsoft.com/office/drawing/2014/main" id="{D523C196-A06D-41E4-915A-D92B4A85ED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5" name="image1.gif">
            <a:extLst>
              <a:ext uri="{FF2B5EF4-FFF2-40B4-BE49-F238E27FC236}">
                <a16:creationId xmlns:a16="http://schemas.microsoft.com/office/drawing/2014/main" id="{55477759-E33A-441B-B364-B6CC9DD240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6" name="image1.gif">
            <a:extLst>
              <a:ext uri="{FF2B5EF4-FFF2-40B4-BE49-F238E27FC236}">
                <a16:creationId xmlns:a16="http://schemas.microsoft.com/office/drawing/2014/main" id="{2D5DF608-1A9E-42E9-9D5E-4962C19100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7" name="image1.gif">
            <a:extLst>
              <a:ext uri="{FF2B5EF4-FFF2-40B4-BE49-F238E27FC236}">
                <a16:creationId xmlns:a16="http://schemas.microsoft.com/office/drawing/2014/main" id="{AE7FE4D7-40EA-4DA4-A9A3-FDCF6537FB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8" name="image1.gif">
            <a:extLst>
              <a:ext uri="{FF2B5EF4-FFF2-40B4-BE49-F238E27FC236}">
                <a16:creationId xmlns:a16="http://schemas.microsoft.com/office/drawing/2014/main" id="{7E6DEAC2-FE66-4EAD-8D2C-BE7ACD6E1F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9" name="image1.gif">
            <a:extLst>
              <a:ext uri="{FF2B5EF4-FFF2-40B4-BE49-F238E27FC236}">
                <a16:creationId xmlns:a16="http://schemas.microsoft.com/office/drawing/2014/main" id="{C34D485F-F12E-4314-A190-5208C55CE9E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0" name="image1.gif">
            <a:extLst>
              <a:ext uri="{FF2B5EF4-FFF2-40B4-BE49-F238E27FC236}">
                <a16:creationId xmlns:a16="http://schemas.microsoft.com/office/drawing/2014/main" id="{39A6FF74-4CAE-49F8-BE4D-7B953EB250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1" name="image1.gif">
            <a:extLst>
              <a:ext uri="{FF2B5EF4-FFF2-40B4-BE49-F238E27FC236}">
                <a16:creationId xmlns:a16="http://schemas.microsoft.com/office/drawing/2014/main" id="{7DB2D6F6-3AA3-4832-AC8F-8968FECBF4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2" name="image1.gif">
            <a:extLst>
              <a:ext uri="{FF2B5EF4-FFF2-40B4-BE49-F238E27FC236}">
                <a16:creationId xmlns:a16="http://schemas.microsoft.com/office/drawing/2014/main" id="{B4227549-9CAC-4FCD-B99E-4CC86F1F5C1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3" name="image1.gif">
            <a:extLst>
              <a:ext uri="{FF2B5EF4-FFF2-40B4-BE49-F238E27FC236}">
                <a16:creationId xmlns:a16="http://schemas.microsoft.com/office/drawing/2014/main" id="{B285DF30-721D-417F-B58D-0424F2887A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" name="image1.gif">
            <a:extLst>
              <a:ext uri="{FF2B5EF4-FFF2-40B4-BE49-F238E27FC236}">
                <a16:creationId xmlns:a16="http://schemas.microsoft.com/office/drawing/2014/main" id="{F3940126-09CA-416E-BA3D-5D234125A2F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" name="image1.gif">
            <a:extLst>
              <a:ext uri="{FF2B5EF4-FFF2-40B4-BE49-F238E27FC236}">
                <a16:creationId xmlns:a16="http://schemas.microsoft.com/office/drawing/2014/main" id="{383EEFEF-17EE-4D5E-9256-BECD187BE9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" name="image1.gif">
            <a:extLst>
              <a:ext uri="{FF2B5EF4-FFF2-40B4-BE49-F238E27FC236}">
                <a16:creationId xmlns:a16="http://schemas.microsoft.com/office/drawing/2014/main" id="{5602967B-856B-4899-B1DC-03AB5847B1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7" name="image1.gif">
            <a:extLst>
              <a:ext uri="{FF2B5EF4-FFF2-40B4-BE49-F238E27FC236}">
                <a16:creationId xmlns:a16="http://schemas.microsoft.com/office/drawing/2014/main" id="{7AEBA639-FD24-48D7-8BD4-32F6A962F7B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" name="image1.gif">
            <a:extLst>
              <a:ext uri="{FF2B5EF4-FFF2-40B4-BE49-F238E27FC236}">
                <a16:creationId xmlns:a16="http://schemas.microsoft.com/office/drawing/2014/main" id="{29536DDB-97C6-49F6-B8E7-4CFA49D9B0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" name="image1.gif">
            <a:extLst>
              <a:ext uri="{FF2B5EF4-FFF2-40B4-BE49-F238E27FC236}">
                <a16:creationId xmlns:a16="http://schemas.microsoft.com/office/drawing/2014/main" id="{5D43DBDC-0287-4337-B6E4-5BA2B27BAE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" name="image1.gif">
            <a:extLst>
              <a:ext uri="{FF2B5EF4-FFF2-40B4-BE49-F238E27FC236}">
                <a16:creationId xmlns:a16="http://schemas.microsoft.com/office/drawing/2014/main" id="{E02E045D-7B1B-48D5-8EBC-7A5A7F3593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image1.gif">
            <a:extLst>
              <a:ext uri="{FF2B5EF4-FFF2-40B4-BE49-F238E27FC236}">
                <a16:creationId xmlns:a16="http://schemas.microsoft.com/office/drawing/2014/main" id="{C04E157A-B3DB-4FA1-9231-880EE7CE64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2" name="image1.gif">
            <a:extLst>
              <a:ext uri="{FF2B5EF4-FFF2-40B4-BE49-F238E27FC236}">
                <a16:creationId xmlns:a16="http://schemas.microsoft.com/office/drawing/2014/main" id="{1BDA8871-D163-418A-989D-30DC18B01C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3" name="image1.gif">
            <a:extLst>
              <a:ext uri="{FF2B5EF4-FFF2-40B4-BE49-F238E27FC236}">
                <a16:creationId xmlns:a16="http://schemas.microsoft.com/office/drawing/2014/main" id="{369C97FE-4681-4B8F-85D9-3328A24BA35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" name="image1.gif">
            <a:extLst>
              <a:ext uri="{FF2B5EF4-FFF2-40B4-BE49-F238E27FC236}">
                <a16:creationId xmlns:a16="http://schemas.microsoft.com/office/drawing/2014/main" id="{B6BC30FE-DC7E-4247-8764-47867F1E1B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" name="image1.gif">
            <a:extLst>
              <a:ext uri="{FF2B5EF4-FFF2-40B4-BE49-F238E27FC236}">
                <a16:creationId xmlns:a16="http://schemas.microsoft.com/office/drawing/2014/main" id="{776AE40B-84E8-4E0C-ADDA-1D6B3A21D23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" name="image1.gif">
            <a:extLst>
              <a:ext uri="{FF2B5EF4-FFF2-40B4-BE49-F238E27FC236}">
                <a16:creationId xmlns:a16="http://schemas.microsoft.com/office/drawing/2014/main" id="{1DA0D77F-5205-42C4-9AEA-A343ADD1E6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" name="image1.gif">
            <a:extLst>
              <a:ext uri="{FF2B5EF4-FFF2-40B4-BE49-F238E27FC236}">
                <a16:creationId xmlns:a16="http://schemas.microsoft.com/office/drawing/2014/main" id="{ECC0BD22-2B1D-4EF8-90C8-C68E2D5AA5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8" name="image1.gif">
            <a:extLst>
              <a:ext uri="{FF2B5EF4-FFF2-40B4-BE49-F238E27FC236}">
                <a16:creationId xmlns:a16="http://schemas.microsoft.com/office/drawing/2014/main" id="{464F6953-DB2E-4ACD-9AA0-F9B9606042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9" name="image1.gif">
            <a:extLst>
              <a:ext uri="{FF2B5EF4-FFF2-40B4-BE49-F238E27FC236}">
                <a16:creationId xmlns:a16="http://schemas.microsoft.com/office/drawing/2014/main" id="{A3474E9E-1C2A-46BB-B74E-44DC686024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0" name="image1.gif">
            <a:extLst>
              <a:ext uri="{FF2B5EF4-FFF2-40B4-BE49-F238E27FC236}">
                <a16:creationId xmlns:a16="http://schemas.microsoft.com/office/drawing/2014/main" id="{4C5964E9-A41E-433A-9822-5F2690B869D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1" name="image1.gif">
            <a:extLst>
              <a:ext uri="{FF2B5EF4-FFF2-40B4-BE49-F238E27FC236}">
                <a16:creationId xmlns:a16="http://schemas.microsoft.com/office/drawing/2014/main" id="{3F6A488A-E089-4DE1-BB04-47E44ADD4D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2" name="image1.gif">
            <a:extLst>
              <a:ext uri="{FF2B5EF4-FFF2-40B4-BE49-F238E27FC236}">
                <a16:creationId xmlns:a16="http://schemas.microsoft.com/office/drawing/2014/main" id="{F1289450-9072-4819-92C7-29BA82EA2A6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3" name="image1.gif">
            <a:extLst>
              <a:ext uri="{FF2B5EF4-FFF2-40B4-BE49-F238E27FC236}">
                <a16:creationId xmlns:a16="http://schemas.microsoft.com/office/drawing/2014/main" id="{721BFA8D-779D-468C-AA49-30B159CD14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" name="image1.gif">
            <a:extLst>
              <a:ext uri="{FF2B5EF4-FFF2-40B4-BE49-F238E27FC236}">
                <a16:creationId xmlns:a16="http://schemas.microsoft.com/office/drawing/2014/main" id="{06748584-5194-48FB-9FBB-ACEBDEBB03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5" name="image1.gif">
            <a:extLst>
              <a:ext uri="{FF2B5EF4-FFF2-40B4-BE49-F238E27FC236}">
                <a16:creationId xmlns:a16="http://schemas.microsoft.com/office/drawing/2014/main" id="{823355D1-B4D3-4E86-BE52-23D9BC260E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6" name="image1.gif">
            <a:extLst>
              <a:ext uri="{FF2B5EF4-FFF2-40B4-BE49-F238E27FC236}">
                <a16:creationId xmlns:a16="http://schemas.microsoft.com/office/drawing/2014/main" id="{7021F618-BAC0-421C-9452-B524896EA8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7" name="image1.gif">
            <a:extLst>
              <a:ext uri="{FF2B5EF4-FFF2-40B4-BE49-F238E27FC236}">
                <a16:creationId xmlns:a16="http://schemas.microsoft.com/office/drawing/2014/main" id="{AE8514A2-1DC4-46AC-AF87-DBC469C3A8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8" name="image1.gif">
            <a:extLst>
              <a:ext uri="{FF2B5EF4-FFF2-40B4-BE49-F238E27FC236}">
                <a16:creationId xmlns:a16="http://schemas.microsoft.com/office/drawing/2014/main" id="{655ECEC1-1C4A-4FE6-9A25-9B2449DF73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9" name="image1.gif">
            <a:extLst>
              <a:ext uri="{FF2B5EF4-FFF2-40B4-BE49-F238E27FC236}">
                <a16:creationId xmlns:a16="http://schemas.microsoft.com/office/drawing/2014/main" id="{F0CDF2DB-DA4B-465D-A385-878693D4E2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0" name="image1.gif">
            <a:extLst>
              <a:ext uri="{FF2B5EF4-FFF2-40B4-BE49-F238E27FC236}">
                <a16:creationId xmlns:a16="http://schemas.microsoft.com/office/drawing/2014/main" id="{57899D89-DB8F-47A3-8FF5-ED02984A6A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1" name="image1.gif">
            <a:extLst>
              <a:ext uri="{FF2B5EF4-FFF2-40B4-BE49-F238E27FC236}">
                <a16:creationId xmlns:a16="http://schemas.microsoft.com/office/drawing/2014/main" id="{74DBC18F-4260-4CDE-819F-42458745D4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2" name="image1.gif">
            <a:extLst>
              <a:ext uri="{FF2B5EF4-FFF2-40B4-BE49-F238E27FC236}">
                <a16:creationId xmlns:a16="http://schemas.microsoft.com/office/drawing/2014/main" id="{40A3DB1C-D293-48F8-9D05-C6EBC27D3F9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3" name="image1.gif">
            <a:extLst>
              <a:ext uri="{FF2B5EF4-FFF2-40B4-BE49-F238E27FC236}">
                <a16:creationId xmlns:a16="http://schemas.microsoft.com/office/drawing/2014/main" id="{23690CD7-0617-4DF0-A5ED-04D41864A5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4" name="image1.gif">
            <a:extLst>
              <a:ext uri="{FF2B5EF4-FFF2-40B4-BE49-F238E27FC236}">
                <a16:creationId xmlns:a16="http://schemas.microsoft.com/office/drawing/2014/main" id="{9E254565-F51B-45A3-BC06-10F2FAADEF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" name="image1.gif">
            <a:extLst>
              <a:ext uri="{FF2B5EF4-FFF2-40B4-BE49-F238E27FC236}">
                <a16:creationId xmlns:a16="http://schemas.microsoft.com/office/drawing/2014/main" id="{5788CB88-7627-410C-BDF5-A7475FA409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6" name="image1.gif">
            <a:extLst>
              <a:ext uri="{FF2B5EF4-FFF2-40B4-BE49-F238E27FC236}">
                <a16:creationId xmlns:a16="http://schemas.microsoft.com/office/drawing/2014/main" id="{2E14BCD0-2F90-410B-B1E0-D3A319993D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7" name="image1.gif">
            <a:extLst>
              <a:ext uri="{FF2B5EF4-FFF2-40B4-BE49-F238E27FC236}">
                <a16:creationId xmlns:a16="http://schemas.microsoft.com/office/drawing/2014/main" id="{F5DD96CA-EBB9-4D6C-BB8D-6F8CD4D773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8" name="image1.gif">
            <a:extLst>
              <a:ext uri="{FF2B5EF4-FFF2-40B4-BE49-F238E27FC236}">
                <a16:creationId xmlns:a16="http://schemas.microsoft.com/office/drawing/2014/main" id="{07F8B89F-A454-4D95-A011-C0753BAC03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9" name="image1.gif">
            <a:extLst>
              <a:ext uri="{FF2B5EF4-FFF2-40B4-BE49-F238E27FC236}">
                <a16:creationId xmlns:a16="http://schemas.microsoft.com/office/drawing/2014/main" id="{BCB1F1D8-6829-4107-9559-8742C9ED13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0" name="image1.gif">
            <a:extLst>
              <a:ext uri="{FF2B5EF4-FFF2-40B4-BE49-F238E27FC236}">
                <a16:creationId xmlns:a16="http://schemas.microsoft.com/office/drawing/2014/main" id="{D7566512-53F8-4C78-82D1-ED029ADF5BB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1" name="image1.gif">
            <a:extLst>
              <a:ext uri="{FF2B5EF4-FFF2-40B4-BE49-F238E27FC236}">
                <a16:creationId xmlns:a16="http://schemas.microsoft.com/office/drawing/2014/main" id="{D68A8F25-81BE-4854-9597-023AA5E696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2" name="image1.gif">
            <a:extLst>
              <a:ext uri="{FF2B5EF4-FFF2-40B4-BE49-F238E27FC236}">
                <a16:creationId xmlns:a16="http://schemas.microsoft.com/office/drawing/2014/main" id="{C3BC2CB7-1DD6-401D-80AF-5A1038ABD9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3" name="image1.gif">
            <a:extLst>
              <a:ext uri="{FF2B5EF4-FFF2-40B4-BE49-F238E27FC236}">
                <a16:creationId xmlns:a16="http://schemas.microsoft.com/office/drawing/2014/main" id="{1CD46075-B8FF-44E3-9AB5-53FDD43467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4" name="image1.gif">
            <a:extLst>
              <a:ext uri="{FF2B5EF4-FFF2-40B4-BE49-F238E27FC236}">
                <a16:creationId xmlns:a16="http://schemas.microsoft.com/office/drawing/2014/main" id="{92C37B2C-4F50-404C-844F-D2C4286BB7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" name="image1.gif">
            <a:extLst>
              <a:ext uri="{FF2B5EF4-FFF2-40B4-BE49-F238E27FC236}">
                <a16:creationId xmlns:a16="http://schemas.microsoft.com/office/drawing/2014/main" id="{F8963BB1-824D-401A-9C69-E5878207A5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6" name="image1.gif">
            <a:extLst>
              <a:ext uri="{FF2B5EF4-FFF2-40B4-BE49-F238E27FC236}">
                <a16:creationId xmlns:a16="http://schemas.microsoft.com/office/drawing/2014/main" id="{C4FDFB9A-0116-486D-9223-0BADF0C63D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7" name="image1.gif">
            <a:extLst>
              <a:ext uri="{FF2B5EF4-FFF2-40B4-BE49-F238E27FC236}">
                <a16:creationId xmlns:a16="http://schemas.microsoft.com/office/drawing/2014/main" id="{E68B5C4B-EABE-4569-A05E-D31FD23FA9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8" name="image1.gif">
            <a:extLst>
              <a:ext uri="{FF2B5EF4-FFF2-40B4-BE49-F238E27FC236}">
                <a16:creationId xmlns:a16="http://schemas.microsoft.com/office/drawing/2014/main" id="{FF3DB30A-8B13-4318-8406-FD51C73229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9" name="image1.gif">
            <a:extLst>
              <a:ext uri="{FF2B5EF4-FFF2-40B4-BE49-F238E27FC236}">
                <a16:creationId xmlns:a16="http://schemas.microsoft.com/office/drawing/2014/main" id="{43FD1188-930A-4B58-8C5C-F53A576327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0" name="image1.gif">
            <a:extLst>
              <a:ext uri="{FF2B5EF4-FFF2-40B4-BE49-F238E27FC236}">
                <a16:creationId xmlns:a16="http://schemas.microsoft.com/office/drawing/2014/main" id="{33DD03E7-2748-49C4-9AA6-B1B65A4B5FB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1" name="image1.gif">
            <a:extLst>
              <a:ext uri="{FF2B5EF4-FFF2-40B4-BE49-F238E27FC236}">
                <a16:creationId xmlns:a16="http://schemas.microsoft.com/office/drawing/2014/main" id="{6B54692E-B65F-4CA2-B88D-CAF0F2B388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2" name="image1.gif">
            <a:extLst>
              <a:ext uri="{FF2B5EF4-FFF2-40B4-BE49-F238E27FC236}">
                <a16:creationId xmlns:a16="http://schemas.microsoft.com/office/drawing/2014/main" id="{A49E80E1-6B0C-4BF2-8D15-DFCD702B40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3" name="image1.gif">
            <a:extLst>
              <a:ext uri="{FF2B5EF4-FFF2-40B4-BE49-F238E27FC236}">
                <a16:creationId xmlns:a16="http://schemas.microsoft.com/office/drawing/2014/main" id="{4D88340D-04AF-47B0-932D-0444B5E9703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4" name="image1.gif">
            <a:extLst>
              <a:ext uri="{FF2B5EF4-FFF2-40B4-BE49-F238E27FC236}">
                <a16:creationId xmlns:a16="http://schemas.microsoft.com/office/drawing/2014/main" id="{70EEC9FC-23FF-4923-9190-85F7ECA2CF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" name="image1.gif">
            <a:extLst>
              <a:ext uri="{FF2B5EF4-FFF2-40B4-BE49-F238E27FC236}">
                <a16:creationId xmlns:a16="http://schemas.microsoft.com/office/drawing/2014/main" id="{504DA3D9-30F3-40DC-AB58-B06E7C3F60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6" name="image1.gif">
            <a:extLst>
              <a:ext uri="{FF2B5EF4-FFF2-40B4-BE49-F238E27FC236}">
                <a16:creationId xmlns:a16="http://schemas.microsoft.com/office/drawing/2014/main" id="{734BBF38-A41D-4C9F-8E92-F9E6D6A89E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7" name="image1.gif">
            <a:extLst>
              <a:ext uri="{FF2B5EF4-FFF2-40B4-BE49-F238E27FC236}">
                <a16:creationId xmlns:a16="http://schemas.microsoft.com/office/drawing/2014/main" id="{AA237F1F-AD7D-4217-BA63-32DAEA56EA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8" name="image1.gif">
            <a:extLst>
              <a:ext uri="{FF2B5EF4-FFF2-40B4-BE49-F238E27FC236}">
                <a16:creationId xmlns:a16="http://schemas.microsoft.com/office/drawing/2014/main" id="{637C505B-1F31-4F3A-9E6A-E4C3313837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9" name="image1.gif">
            <a:extLst>
              <a:ext uri="{FF2B5EF4-FFF2-40B4-BE49-F238E27FC236}">
                <a16:creationId xmlns:a16="http://schemas.microsoft.com/office/drawing/2014/main" id="{126AA477-E77C-4647-9BBF-25C74AAF65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0" name="image1.gif">
            <a:extLst>
              <a:ext uri="{FF2B5EF4-FFF2-40B4-BE49-F238E27FC236}">
                <a16:creationId xmlns:a16="http://schemas.microsoft.com/office/drawing/2014/main" id="{7E66F5A1-90CC-4474-AF4A-601208BE2A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1" name="image1.gif">
            <a:extLst>
              <a:ext uri="{FF2B5EF4-FFF2-40B4-BE49-F238E27FC236}">
                <a16:creationId xmlns:a16="http://schemas.microsoft.com/office/drawing/2014/main" id="{ABF67926-919A-41B5-AC3D-882A0FAF945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2" name="image1.gif">
            <a:extLst>
              <a:ext uri="{FF2B5EF4-FFF2-40B4-BE49-F238E27FC236}">
                <a16:creationId xmlns:a16="http://schemas.microsoft.com/office/drawing/2014/main" id="{B0722D1F-7F24-458E-8DEE-08F250467AD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3" name="image1.gif">
            <a:extLst>
              <a:ext uri="{FF2B5EF4-FFF2-40B4-BE49-F238E27FC236}">
                <a16:creationId xmlns:a16="http://schemas.microsoft.com/office/drawing/2014/main" id="{C784B58C-B6D1-44E4-BF9D-A848AE321E7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4" name="image1.gif">
            <a:extLst>
              <a:ext uri="{FF2B5EF4-FFF2-40B4-BE49-F238E27FC236}">
                <a16:creationId xmlns:a16="http://schemas.microsoft.com/office/drawing/2014/main" id="{252DC519-B521-4556-B48A-F3BA18CA60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5" name="image1.gif">
            <a:extLst>
              <a:ext uri="{FF2B5EF4-FFF2-40B4-BE49-F238E27FC236}">
                <a16:creationId xmlns:a16="http://schemas.microsoft.com/office/drawing/2014/main" id="{3A1308BA-AD38-4026-9865-5F64E5A58C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6" name="image1.gif">
            <a:extLst>
              <a:ext uri="{FF2B5EF4-FFF2-40B4-BE49-F238E27FC236}">
                <a16:creationId xmlns:a16="http://schemas.microsoft.com/office/drawing/2014/main" id="{34C0332F-BD48-4D50-8C2E-AF168D5E91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7" name="image1.gif">
            <a:extLst>
              <a:ext uri="{FF2B5EF4-FFF2-40B4-BE49-F238E27FC236}">
                <a16:creationId xmlns:a16="http://schemas.microsoft.com/office/drawing/2014/main" id="{2C47A09F-31EB-43DB-B6BE-05A5C75CC2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8" name="image1.gif">
            <a:extLst>
              <a:ext uri="{FF2B5EF4-FFF2-40B4-BE49-F238E27FC236}">
                <a16:creationId xmlns:a16="http://schemas.microsoft.com/office/drawing/2014/main" id="{8C5C303B-825B-48F0-BAAB-5E543473FDF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9" name="image1.gif">
            <a:extLst>
              <a:ext uri="{FF2B5EF4-FFF2-40B4-BE49-F238E27FC236}">
                <a16:creationId xmlns:a16="http://schemas.microsoft.com/office/drawing/2014/main" id="{C8113B7B-092D-4D93-BEC4-4A0B358422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0" name="image1.gif">
            <a:extLst>
              <a:ext uri="{FF2B5EF4-FFF2-40B4-BE49-F238E27FC236}">
                <a16:creationId xmlns:a16="http://schemas.microsoft.com/office/drawing/2014/main" id="{E6BEF4B4-238D-444F-A75C-88200C6C17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1" name="image1.gif">
            <a:extLst>
              <a:ext uri="{FF2B5EF4-FFF2-40B4-BE49-F238E27FC236}">
                <a16:creationId xmlns:a16="http://schemas.microsoft.com/office/drawing/2014/main" id="{FEBC68CE-3C00-4898-8A77-49757643C3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2" name="image1.gif">
            <a:extLst>
              <a:ext uri="{FF2B5EF4-FFF2-40B4-BE49-F238E27FC236}">
                <a16:creationId xmlns:a16="http://schemas.microsoft.com/office/drawing/2014/main" id="{2410BAD5-F07A-41A7-9B8E-F67635AB82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3" name="image1.gif">
            <a:extLst>
              <a:ext uri="{FF2B5EF4-FFF2-40B4-BE49-F238E27FC236}">
                <a16:creationId xmlns:a16="http://schemas.microsoft.com/office/drawing/2014/main" id="{6E96DA8A-1C4E-4A4C-B302-9E483D34B79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4" name="image1.gif">
            <a:extLst>
              <a:ext uri="{FF2B5EF4-FFF2-40B4-BE49-F238E27FC236}">
                <a16:creationId xmlns:a16="http://schemas.microsoft.com/office/drawing/2014/main" id="{2B2209A6-9042-4FE1-8A68-AACD461FCC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5" name="image1.gif">
            <a:extLst>
              <a:ext uri="{FF2B5EF4-FFF2-40B4-BE49-F238E27FC236}">
                <a16:creationId xmlns:a16="http://schemas.microsoft.com/office/drawing/2014/main" id="{83F7CEFA-1BD9-485C-8DB2-F2BDA99DF0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6" name="image1.gif">
            <a:extLst>
              <a:ext uri="{FF2B5EF4-FFF2-40B4-BE49-F238E27FC236}">
                <a16:creationId xmlns:a16="http://schemas.microsoft.com/office/drawing/2014/main" id="{0AB20285-5F98-43DF-B6CE-36D18D12CF4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7" name="image1.gif">
            <a:extLst>
              <a:ext uri="{FF2B5EF4-FFF2-40B4-BE49-F238E27FC236}">
                <a16:creationId xmlns:a16="http://schemas.microsoft.com/office/drawing/2014/main" id="{0D84BA42-5E68-4500-B445-3D410A7DA6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8" name="image1.gif">
            <a:extLst>
              <a:ext uri="{FF2B5EF4-FFF2-40B4-BE49-F238E27FC236}">
                <a16:creationId xmlns:a16="http://schemas.microsoft.com/office/drawing/2014/main" id="{1ABCBB93-5134-4411-8F59-4DAEA059B0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9" name="image1.gif">
            <a:extLst>
              <a:ext uri="{FF2B5EF4-FFF2-40B4-BE49-F238E27FC236}">
                <a16:creationId xmlns:a16="http://schemas.microsoft.com/office/drawing/2014/main" id="{72F0F1FA-F047-4E5D-B8BD-FF5FCFA9EB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0" name="image1.gif">
            <a:extLst>
              <a:ext uri="{FF2B5EF4-FFF2-40B4-BE49-F238E27FC236}">
                <a16:creationId xmlns:a16="http://schemas.microsoft.com/office/drawing/2014/main" id="{3C95D015-2079-4892-89B2-4B4EE157A1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1" name="image1.gif">
            <a:extLst>
              <a:ext uri="{FF2B5EF4-FFF2-40B4-BE49-F238E27FC236}">
                <a16:creationId xmlns:a16="http://schemas.microsoft.com/office/drawing/2014/main" id="{E3F40CCC-FEB9-400E-AC3A-EBAE70B1788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2" name="image1.gif">
            <a:extLst>
              <a:ext uri="{FF2B5EF4-FFF2-40B4-BE49-F238E27FC236}">
                <a16:creationId xmlns:a16="http://schemas.microsoft.com/office/drawing/2014/main" id="{A8C3E153-B78B-4CF9-8595-6F7D1221AC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3" name="image1.gif">
            <a:extLst>
              <a:ext uri="{FF2B5EF4-FFF2-40B4-BE49-F238E27FC236}">
                <a16:creationId xmlns:a16="http://schemas.microsoft.com/office/drawing/2014/main" id="{2E582CC0-5C4F-4B8B-9629-535FDB7515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4" name="image1.gif">
            <a:extLst>
              <a:ext uri="{FF2B5EF4-FFF2-40B4-BE49-F238E27FC236}">
                <a16:creationId xmlns:a16="http://schemas.microsoft.com/office/drawing/2014/main" id="{DA809697-DA85-4626-8B50-80953EEF01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5" name="image1.gif">
            <a:extLst>
              <a:ext uri="{FF2B5EF4-FFF2-40B4-BE49-F238E27FC236}">
                <a16:creationId xmlns:a16="http://schemas.microsoft.com/office/drawing/2014/main" id="{5ECA8599-8458-4559-BE75-D144656E84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6" name="image1.gif">
            <a:extLst>
              <a:ext uri="{FF2B5EF4-FFF2-40B4-BE49-F238E27FC236}">
                <a16:creationId xmlns:a16="http://schemas.microsoft.com/office/drawing/2014/main" id="{1927AA39-D06C-46F9-8AD3-DA462BEE27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7" name="image1.gif">
            <a:extLst>
              <a:ext uri="{FF2B5EF4-FFF2-40B4-BE49-F238E27FC236}">
                <a16:creationId xmlns:a16="http://schemas.microsoft.com/office/drawing/2014/main" id="{A0E2F3DB-C5AB-4CA8-B56B-9D44C25FDBA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8" name="image1.gif">
            <a:extLst>
              <a:ext uri="{FF2B5EF4-FFF2-40B4-BE49-F238E27FC236}">
                <a16:creationId xmlns:a16="http://schemas.microsoft.com/office/drawing/2014/main" id="{E8394779-6A55-43CA-88A2-161754AE6D4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9" name="image1.gif">
            <a:extLst>
              <a:ext uri="{FF2B5EF4-FFF2-40B4-BE49-F238E27FC236}">
                <a16:creationId xmlns:a16="http://schemas.microsoft.com/office/drawing/2014/main" id="{0C6E8DB7-3CFB-417D-90BB-1D02917BE2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0" name="image1.gif">
            <a:extLst>
              <a:ext uri="{FF2B5EF4-FFF2-40B4-BE49-F238E27FC236}">
                <a16:creationId xmlns:a16="http://schemas.microsoft.com/office/drawing/2014/main" id="{00360603-0266-47EE-B71C-C16E65951F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1" name="image1.gif">
            <a:extLst>
              <a:ext uri="{FF2B5EF4-FFF2-40B4-BE49-F238E27FC236}">
                <a16:creationId xmlns:a16="http://schemas.microsoft.com/office/drawing/2014/main" id="{126823CA-5333-4FBD-B9B3-BD8D1369494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2" name="image1.gif">
            <a:extLst>
              <a:ext uri="{FF2B5EF4-FFF2-40B4-BE49-F238E27FC236}">
                <a16:creationId xmlns:a16="http://schemas.microsoft.com/office/drawing/2014/main" id="{A4520BA2-CE53-4465-B753-789C309130F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3" name="image1.gif">
            <a:extLst>
              <a:ext uri="{FF2B5EF4-FFF2-40B4-BE49-F238E27FC236}">
                <a16:creationId xmlns:a16="http://schemas.microsoft.com/office/drawing/2014/main" id="{A89A5258-E919-4B70-B23C-ED67921585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4" name="image1.gif">
            <a:extLst>
              <a:ext uri="{FF2B5EF4-FFF2-40B4-BE49-F238E27FC236}">
                <a16:creationId xmlns:a16="http://schemas.microsoft.com/office/drawing/2014/main" id="{83CFD72F-DFB3-4241-9103-67DFD1DB56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5" name="image1.gif">
            <a:extLst>
              <a:ext uri="{FF2B5EF4-FFF2-40B4-BE49-F238E27FC236}">
                <a16:creationId xmlns:a16="http://schemas.microsoft.com/office/drawing/2014/main" id="{68CA811A-394A-41B5-B214-426951F498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" name="image1.gif">
            <a:extLst>
              <a:ext uri="{FF2B5EF4-FFF2-40B4-BE49-F238E27FC236}">
                <a16:creationId xmlns:a16="http://schemas.microsoft.com/office/drawing/2014/main" id="{79EFD082-30F0-4628-A65A-AF334AA23E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7" name="image1.gif">
            <a:extLst>
              <a:ext uri="{FF2B5EF4-FFF2-40B4-BE49-F238E27FC236}">
                <a16:creationId xmlns:a16="http://schemas.microsoft.com/office/drawing/2014/main" id="{ECE9C19D-0288-4EA7-A736-F077B51EA0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8" name="image1.gif">
            <a:extLst>
              <a:ext uri="{FF2B5EF4-FFF2-40B4-BE49-F238E27FC236}">
                <a16:creationId xmlns:a16="http://schemas.microsoft.com/office/drawing/2014/main" id="{59EBA731-1CED-425C-B7B1-7326CC8EB7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9" name="image1.gif">
            <a:extLst>
              <a:ext uri="{FF2B5EF4-FFF2-40B4-BE49-F238E27FC236}">
                <a16:creationId xmlns:a16="http://schemas.microsoft.com/office/drawing/2014/main" id="{D57BC453-994F-4D49-9FCA-48983A501F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0" name="image1.gif">
            <a:extLst>
              <a:ext uri="{FF2B5EF4-FFF2-40B4-BE49-F238E27FC236}">
                <a16:creationId xmlns:a16="http://schemas.microsoft.com/office/drawing/2014/main" id="{66F16D8D-1B06-43E3-8F3E-E0E08B60FF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1" name="image1.gif">
            <a:extLst>
              <a:ext uri="{FF2B5EF4-FFF2-40B4-BE49-F238E27FC236}">
                <a16:creationId xmlns:a16="http://schemas.microsoft.com/office/drawing/2014/main" id="{457AD7F9-4A39-4FFD-BDC4-94CF2A101B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2" name="image1.gif">
            <a:extLst>
              <a:ext uri="{FF2B5EF4-FFF2-40B4-BE49-F238E27FC236}">
                <a16:creationId xmlns:a16="http://schemas.microsoft.com/office/drawing/2014/main" id="{56219A9F-F014-4440-89AE-1BEA869F01B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3" name="image1.gif">
            <a:extLst>
              <a:ext uri="{FF2B5EF4-FFF2-40B4-BE49-F238E27FC236}">
                <a16:creationId xmlns:a16="http://schemas.microsoft.com/office/drawing/2014/main" id="{56A79A3A-42AB-401E-A983-C3C9DFFB12C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4" name="image1.gif">
            <a:extLst>
              <a:ext uri="{FF2B5EF4-FFF2-40B4-BE49-F238E27FC236}">
                <a16:creationId xmlns:a16="http://schemas.microsoft.com/office/drawing/2014/main" id="{34E044D2-55AE-4766-81B3-AEC8B88750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5" name="image1.gif">
            <a:extLst>
              <a:ext uri="{FF2B5EF4-FFF2-40B4-BE49-F238E27FC236}">
                <a16:creationId xmlns:a16="http://schemas.microsoft.com/office/drawing/2014/main" id="{F15E3102-F22B-4E61-A40F-877D5B052A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" name="image1.gif">
            <a:extLst>
              <a:ext uri="{FF2B5EF4-FFF2-40B4-BE49-F238E27FC236}">
                <a16:creationId xmlns:a16="http://schemas.microsoft.com/office/drawing/2014/main" id="{E80FA2D1-5F48-45D8-A5E3-68261F2E81E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" name="image1.gif">
            <a:extLst>
              <a:ext uri="{FF2B5EF4-FFF2-40B4-BE49-F238E27FC236}">
                <a16:creationId xmlns:a16="http://schemas.microsoft.com/office/drawing/2014/main" id="{B5127D2E-A10D-4E15-95C5-C40A15A2814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" name="image1.gif">
            <a:extLst>
              <a:ext uri="{FF2B5EF4-FFF2-40B4-BE49-F238E27FC236}">
                <a16:creationId xmlns:a16="http://schemas.microsoft.com/office/drawing/2014/main" id="{D8B739B7-1BD5-451F-9A2A-DEF480AD7D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" name="image1.gif">
            <a:extLst>
              <a:ext uri="{FF2B5EF4-FFF2-40B4-BE49-F238E27FC236}">
                <a16:creationId xmlns:a16="http://schemas.microsoft.com/office/drawing/2014/main" id="{0B9F62B5-752F-4A8C-88C0-4B82B1C2B2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0" name="image1.gif">
            <a:extLst>
              <a:ext uri="{FF2B5EF4-FFF2-40B4-BE49-F238E27FC236}">
                <a16:creationId xmlns:a16="http://schemas.microsoft.com/office/drawing/2014/main" id="{B42931C7-7C6E-46A4-ACAA-32C7DDEF29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1" name="image1.gif">
            <a:extLst>
              <a:ext uri="{FF2B5EF4-FFF2-40B4-BE49-F238E27FC236}">
                <a16:creationId xmlns:a16="http://schemas.microsoft.com/office/drawing/2014/main" id="{29D76875-6E7B-4B82-8C21-C835994A2A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2" name="image1.gif">
            <a:extLst>
              <a:ext uri="{FF2B5EF4-FFF2-40B4-BE49-F238E27FC236}">
                <a16:creationId xmlns:a16="http://schemas.microsoft.com/office/drawing/2014/main" id="{6B55B17A-FAE3-407E-94D1-BF3147CD22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3" name="image1.gif">
            <a:extLst>
              <a:ext uri="{FF2B5EF4-FFF2-40B4-BE49-F238E27FC236}">
                <a16:creationId xmlns:a16="http://schemas.microsoft.com/office/drawing/2014/main" id="{F6A7F0B9-0494-44A2-A80D-286D965235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4" name="image1.gif">
            <a:extLst>
              <a:ext uri="{FF2B5EF4-FFF2-40B4-BE49-F238E27FC236}">
                <a16:creationId xmlns:a16="http://schemas.microsoft.com/office/drawing/2014/main" id="{2914D25E-8F67-4A0E-98D4-5786821272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5" name="image1.gif">
            <a:extLst>
              <a:ext uri="{FF2B5EF4-FFF2-40B4-BE49-F238E27FC236}">
                <a16:creationId xmlns:a16="http://schemas.microsoft.com/office/drawing/2014/main" id="{666755EA-FDC5-4E46-B461-9DF5035F75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6" name="image1.gif">
            <a:extLst>
              <a:ext uri="{FF2B5EF4-FFF2-40B4-BE49-F238E27FC236}">
                <a16:creationId xmlns:a16="http://schemas.microsoft.com/office/drawing/2014/main" id="{E1C5B31D-F872-41E2-834C-6EF170BE7C4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7" name="image1.gif">
            <a:extLst>
              <a:ext uri="{FF2B5EF4-FFF2-40B4-BE49-F238E27FC236}">
                <a16:creationId xmlns:a16="http://schemas.microsoft.com/office/drawing/2014/main" id="{2F5BDA1F-9024-442A-8FF5-9117611EE0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8" name="image1.gif">
            <a:extLst>
              <a:ext uri="{FF2B5EF4-FFF2-40B4-BE49-F238E27FC236}">
                <a16:creationId xmlns:a16="http://schemas.microsoft.com/office/drawing/2014/main" id="{2793D358-F66A-4B00-BA4F-ED287D1947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9" name="image1.gif">
            <a:extLst>
              <a:ext uri="{FF2B5EF4-FFF2-40B4-BE49-F238E27FC236}">
                <a16:creationId xmlns:a16="http://schemas.microsoft.com/office/drawing/2014/main" id="{483EFFDA-FE92-4660-B282-EEB85A55D7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0" name="image1.gif">
            <a:extLst>
              <a:ext uri="{FF2B5EF4-FFF2-40B4-BE49-F238E27FC236}">
                <a16:creationId xmlns:a16="http://schemas.microsoft.com/office/drawing/2014/main" id="{C9622466-8C29-4A2F-B2F9-FD78E9159C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1" name="image1.gif">
            <a:extLst>
              <a:ext uri="{FF2B5EF4-FFF2-40B4-BE49-F238E27FC236}">
                <a16:creationId xmlns:a16="http://schemas.microsoft.com/office/drawing/2014/main" id="{C4C127C5-D93C-4D18-8928-271582FC09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2" name="image1.gif">
            <a:extLst>
              <a:ext uri="{FF2B5EF4-FFF2-40B4-BE49-F238E27FC236}">
                <a16:creationId xmlns:a16="http://schemas.microsoft.com/office/drawing/2014/main" id="{C462CFA5-DB5C-40E7-8E8D-F6681B84B5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3" name="image1.gif">
            <a:extLst>
              <a:ext uri="{FF2B5EF4-FFF2-40B4-BE49-F238E27FC236}">
                <a16:creationId xmlns:a16="http://schemas.microsoft.com/office/drawing/2014/main" id="{AE232B30-949A-41A6-9648-AA956F8FEB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4" name="image1.gif">
            <a:extLst>
              <a:ext uri="{FF2B5EF4-FFF2-40B4-BE49-F238E27FC236}">
                <a16:creationId xmlns:a16="http://schemas.microsoft.com/office/drawing/2014/main" id="{EF0DD5E5-6E59-4227-9AB5-5B2632FBC05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5" name="image1.gif">
            <a:extLst>
              <a:ext uri="{FF2B5EF4-FFF2-40B4-BE49-F238E27FC236}">
                <a16:creationId xmlns:a16="http://schemas.microsoft.com/office/drawing/2014/main" id="{C1A54F26-D83C-49FE-B5A3-05FEE74FCE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6" name="image1.gif">
            <a:extLst>
              <a:ext uri="{FF2B5EF4-FFF2-40B4-BE49-F238E27FC236}">
                <a16:creationId xmlns:a16="http://schemas.microsoft.com/office/drawing/2014/main" id="{60FB3F9C-F389-47EB-B596-D77DAB2A93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7" name="image1.gif">
            <a:extLst>
              <a:ext uri="{FF2B5EF4-FFF2-40B4-BE49-F238E27FC236}">
                <a16:creationId xmlns:a16="http://schemas.microsoft.com/office/drawing/2014/main" id="{5F977DF1-73D1-49E8-A592-DE0081F48E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8" name="image1.gif">
            <a:extLst>
              <a:ext uri="{FF2B5EF4-FFF2-40B4-BE49-F238E27FC236}">
                <a16:creationId xmlns:a16="http://schemas.microsoft.com/office/drawing/2014/main" id="{BC26D698-4E02-4065-B4A9-092CF098F88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9" name="image1.gif">
            <a:extLst>
              <a:ext uri="{FF2B5EF4-FFF2-40B4-BE49-F238E27FC236}">
                <a16:creationId xmlns:a16="http://schemas.microsoft.com/office/drawing/2014/main" id="{859F583B-8DE4-402E-A5C4-6BC2E444E9A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0" name="image1.gif">
            <a:extLst>
              <a:ext uri="{FF2B5EF4-FFF2-40B4-BE49-F238E27FC236}">
                <a16:creationId xmlns:a16="http://schemas.microsoft.com/office/drawing/2014/main" id="{BEBD5C5F-8C41-4B00-9A25-4955A0C32EF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1" name="image1.gif">
            <a:extLst>
              <a:ext uri="{FF2B5EF4-FFF2-40B4-BE49-F238E27FC236}">
                <a16:creationId xmlns:a16="http://schemas.microsoft.com/office/drawing/2014/main" id="{B65682E6-9BED-429F-8C71-AC53EC8DC7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2" name="image1.gif">
            <a:extLst>
              <a:ext uri="{FF2B5EF4-FFF2-40B4-BE49-F238E27FC236}">
                <a16:creationId xmlns:a16="http://schemas.microsoft.com/office/drawing/2014/main" id="{B5215132-01F1-43AD-A8A1-C1ED7FD5ED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3" name="image1.gif">
            <a:extLst>
              <a:ext uri="{FF2B5EF4-FFF2-40B4-BE49-F238E27FC236}">
                <a16:creationId xmlns:a16="http://schemas.microsoft.com/office/drawing/2014/main" id="{A668D0A3-CD52-466D-A2A7-2275255830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4" name="image1.gif">
            <a:extLst>
              <a:ext uri="{FF2B5EF4-FFF2-40B4-BE49-F238E27FC236}">
                <a16:creationId xmlns:a16="http://schemas.microsoft.com/office/drawing/2014/main" id="{DA6388C2-EF78-4321-8499-938B18F779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5" name="image1.gif">
            <a:extLst>
              <a:ext uri="{FF2B5EF4-FFF2-40B4-BE49-F238E27FC236}">
                <a16:creationId xmlns:a16="http://schemas.microsoft.com/office/drawing/2014/main" id="{64D4B929-7F94-444B-BB3C-2A9BE63415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6" name="image1.gif">
            <a:extLst>
              <a:ext uri="{FF2B5EF4-FFF2-40B4-BE49-F238E27FC236}">
                <a16:creationId xmlns:a16="http://schemas.microsoft.com/office/drawing/2014/main" id="{A12BF894-7CD9-4B50-AB50-2DA5E27575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7" name="image1.gif">
            <a:extLst>
              <a:ext uri="{FF2B5EF4-FFF2-40B4-BE49-F238E27FC236}">
                <a16:creationId xmlns:a16="http://schemas.microsoft.com/office/drawing/2014/main" id="{FDFFF04B-63CB-4879-B43D-433B6B36F2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8" name="image1.gif">
            <a:extLst>
              <a:ext uri="{FF2B5EF4-FFF2-40B4-BE49-F238E27FC236}">
                <a16:creationId xmlns:a16="http://schemas.microsoft.com/office/drawing/2014/main" id="{09295B05-DFE9-4926-8461-17E813549F5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9" name="image1.gif">
            <a:extLst>
              <a:ext uri="{FF2B5EF4-FFF2-40B4-BE49-F238E27FC236}">
                <a16:creationId xmlns:a16="http://schemas.microsoft.com/office/drawing/2014/main" id="{18A1EC1C-A19E-4E56-8CCE-517BDF8F6E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0" name="image1.gif">
            <a:extLst>
              <a:ext uri="{FF2B5EF4-FFF2-40B4-BE49-F238E27FC236}">
                <a16:creationId xmlns:a16="http://schemas.microsoft.com/office/drawing/2014/main" id="{9A8CDD9A-0115-4600-A22B-26B9D454093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1" name="image1.gif">
            <a:extLst>
              <a:ext uri="{FF2B5EF4-FFF2-40B4-BE49-F238E27FC236}">
                <a16:creationId xmlns:a16="http://schemas.microsoft.com/office/drawing/2014/main" id="{6599FAC3-5008-4E4E-9FF2-10CB2FA226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2" name="image1.gif">
            <a:extLst>
              <a:ext uri="{FF2B5EF4-FFF2-40B4-BE49-F238E27FC236}">
                <a16:creationId xmlns:a16="http://schemas.microsoft.com/office/drawing/2014/main" id="{33BC0E7B-0C5A-4DCE-ADC4-28F5F562B05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3" name="image1.gif">
            <a:extLst>
              <a:ext uri="{FF2B5EF4-FFF2-40B4-BE49-F238E27FC236}">
                <a16:creationId xmlns:a16="http://schemas.microsoft.com/office/drawing/2014/main" id="{A9A4CB81-B6BF-4ACA-B369-2DBFCD5374F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4" name="image1.gif">
            <a:extLst>
              <a:ext uri="{FF2B5EF4-FFF2-40B4-BE49-F238E27FC236}">
                <a16:creationId xmlns:a16="http://schemas.microsoft.com/office/drawing/2014/main" id="{EC26BA16-9E9D-4233-BC3E-AB0FEF2F60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5" name="image1.gif">
            <a:extLst>
              <a:ext uri="{FF2B5EF4-FFF2-40B4-BE49-F238E27FC236}">
                <a16:creationId xmlns:a16="http://schemas.microsoft.com/office/drawing/2014/main" id="{18D8C0F0-DE2C-4FCF-89CC-06D32D1E7A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6" name="image1.gif">
            <a:extLst>
              <a:ext uri="{FF2B5EF4-FFF2-40B4-BE49-F238E27FC236}">
                <a16:creationId xmlns:a16="http://schemas.microsoft.com/office/drawing/2014/main" id="{C1B571BF-44C9-4206-B3E3-9E08E24FD6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" name="image1.gif">
            <a:extLst>
              <a:ext uri="{FF2B5EF4-FFF2-40B4-BE49-F238E27FC236}">
                <a16:creationId xmlns:a16="http://schemas.microsoft.com/office/drawing/2014/main" id="{1DF9644C-8AA4-49E8-9E3D-0677FEC352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8" name="image1.gif">
            <a:extLst>
              <a:ext uri="{FF2B5EF4-FFF2-40B4-BE49-F238E27FC236}">
                <a16:creationId xmlns:a16="http://schemas.microsoft.com/office/drawing/2014/main" id="{AC1EEE8D-1BD5-4BDD-95E1-446039A4D5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9" name="image1.gif">
            <a:extLst>
              <a:ext uri="{FF2B5EF4-FFF2-40B4-BE49-F238E27FC236}">
                <a16:creationId xmlns:a16="http://schemas.microsoft.com/office/drawing/2014/main" id="{0C63EACF-E32E-4AF3-9125-130B011ECB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0" name="image1.gif">
            <a:extLst>
              <a:ext uri="{FF2B5EF4-FFF2-40B4-BE49-F238E27FC236}">
                <a16:creationId xmlns:a16="http://schemas.microsoft.com/office/drawing/2014/main" id="{E1A1ACFD-F98B-4980-8A8D-119D784844F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1" name="image1.gif">
            <a:extLst>
              <a:ext uri="{FF2B5EF4-FFF2-40B4-BE49-F238E27FC236}">
                <a16:creationId xmlns:a16="http://schemas.microsoft.com/office/drawing/2014/main" id="{4456E7FE-6F51-48F7-8B15-97E4BCE3B4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2" name="image1.gif">
            <a:extLst>
              <a:ext uri="{FF2B5EF4-FFF2-40B4-BE49-F238E27FC236}">
                <a16:creationId xmlns:a16="http://schemas.microsoft.com/office/drawing/2014/main" id="{72B5813F-70A0-441A-87B8-1FB3C17B42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3" name="image1.gif">
            <a:extLst>
              <a:ext uri="{FF2B5EF4-FFF2-40B4-BE49-F238E27FC236}">
                <a16:creationId xmlns:a16="http://schemas.microsoft.com/office/drawing/2014/main" id="{96AD4C3D-2989-4441-AF22-DDD7DF941E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4" name="image1.gif">
            <a:extLst>
              <a:ext uri="{FF2B5EF4-FFF2-40B4-BE49-F238E27FC236}">
                <a16:creationId xmlns:a16="http://schemas.microsoft.com/office/drawing/2014/main" id="{6D49AA29-C12E-42F6-BACA-FA82BD563E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5" name="image1.gif">
            <a:extLst>
              <a:ext uri="{FF2B5EF4-FFF2-40B4-BE49-F238E27FC236}">
                <a16:creationId xmlns:a16="http://schemas.microsoft.com/office/drawing/2014/main" id="{4E4E0A5F-5252-4D01-A085-F14B2674F8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6" name="image1.gif">
            <a:extLst>
              <a:ext uri="{FF2B5EF4-FFF2-40B4-BE49-F238E27FC236}">
                <a16:creationId xmlns:a16="http://schemas.microsoft.com/office/drawing/2014/main" id="{19D6C4D7-69E5-4F25-A3F8-405D626C3A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7" name="image1.gif">
            <a:extLst>
              <a:ext uri="{FF2B5EF4-FFF2-40B4-BE49-F238E27FC236}">
                <a16:creationId xmlns:a16="http://schemas.microsoft.com/office/drawing/2014/main" id="{FF086DAF-4760-4B44-A1D2-0D0E4C75E2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8" name="image1.gif">
            <a:extLst>
              <a:ext uri="{FF2B5EF4-FFF2-40B4-BE49-F238E27FC236}">
                <a16:creationId xmlns:a16="http://schemas.microsoft.com/office/drawing/2014/main" id="{D0C9DCE3-530C-4D35-812E-C8B50850C1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9" name="image1.gif">
            <a:extLst>
              <a:ext uri="{FF2B5EF4-FFF2-40B4-BE49-F238E27FC236}">
                <a16:creationId xmlns:a16="http://schemas.microsoft.com/office/drawing/2014/main" id="{C331AA6F-871A-456E-99F4-1EFB34EE8D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0" name="image1.gif">
            <a:extLst>
              <a:ext uri="{FF2B5EF4-FFF2-40B4-BE49-F238E27FC236}">
                <a16:creationId xmlns:a16="http://schemas.microsoft.com/office/drawing/2014/main" id="{1D091E88-0414-4026-8811-873C9DA3E8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1" name="image1.gif">
            <a:extLst>
              <a:ext uri="{FF2B5EF4-FFF2-40B4-BE49-F238E27FC236}">
                <a16:creationId xmlns:a16="http://schemas.microsoft.com/office/drawing/2014/main" id="{E5DA4934-1375-428C-8E84-5D5A37430F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2" name="image1.gif">
            <a:extLst>
              <a:ext uri="{FF2B5EF4-FFF2-40B4-BE49-F238E27FC236}">
                <a16:creationId xmlns:a16="http://schemas.microsoft.com/office/drawing/2014/main" id="{3AAB8C56-B471-4363-91BA-115823F627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3" name="image1.gif">
            <a:extLst>
              <a:ext uri="{FF2B5EF4-FFF2-40B4-BE49-F238E27FC236}">
                <a16:creationId xmlns:a16="http://schemas.microsoft.com/office/drawing/2014/main" id="{EDCA2F24-82A6-4242-AEF3-1003AB40A0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4" name="image1.gif">
            <a:extLst>
              <a:ext uri="{FF2B5EF4-FFF2-40B4-BE49-F238E27FC236}">
                <a16:creationId xmlns:a16="http://schemas.microsoft.com/office/drawing/2014/main" id="{1FDFB3F2-BD78-47F5-BFD5-D17690AB16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5" name="image1.gif">
            <a:extLst>
              <a:ext uri="{FF2B5EF4-FFF2-40B4-BE49-F238E27FC236}">
                <a16:creationId xmlns:a16="http://schemas.microsoft.com/office/drawing/2014/main" id="{0C151998-BBCD-47FB-A792-429694B894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6" name="image1.gif">
            <a:extLst>
              <a:ext uri="{FF2B5EF4-FFF2-40B4-BE49-F238E27FC236}">
                <a16:creationId xmlns:a16="http://schemas.microsoft.com/office/drawing/2014/main" id="{0389D194-4B40-472C-B975-2F220CD0C4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7" name="image1.gif">
            <a:extLst>
              <a:ext uri="{FF2B5EF4-FFF2-40B4-BE49-F238E27FC236}">
                <a16:creationId xmlns:a16="http://schemas.microsoft.com/office/drawing/2014/main" id="{FAEEABFA-41A7-4637-A372-1B9C2E7C0A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8" name="image1.gif">
            <a:extLst>
              <a:ext uri="{FF2B5EF4-FFF2-40B4-BE49-F238E27FC236}">
                <a16:creationId xmlns:a16="http://schemas.microsoft.com/office/drawing/2014/main" id="{61A0848D-FFF6-4462-AE00-D7562D7277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9" name="image1.gif">
            <a:extLst>
              <a:ext uri="{FF2B5EF4-FFF2-40B4-BE49-F238E27FC236}">
                <a16:creationId xmlns:a16="http://schemas.microsoft.com/office/drawing/2014/main" id="{5A94659C-0AEB-45E8-8BD5-81BC0BF946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0" name="image1.gif">
            <a:extLst>
              <a:ext uri="{FF2B5EF4-FFF2-40B4-BE49-F238E27FC236}">
                <a16:creationId xmlns:a16="http://schemas.microsoft.com/office/drawing/2014/main" id="{651EA50E-C03D-45E4-85E7-B0F10DC8D16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1" name="image1.gif">
            <a:extLst>
              <a:ext uri="{FF2B5EF4-FFF2-40B4-BE49-F238E27FC236}">
                <a16:creationId xmlns:a16="http://schemas.microsoft.com/office/drawing/2014/main" id="{07E15AD3-EB41-40AB-BC36-4E7E80E973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2" name="image1.gif">
            <a:extLst>
              <a:ext uri="{FF2B5EF4-FFF2-40B4-BE49-F238E27FC236}">
                <a16:creationId xmlns:a16="http://schemas.microsoft.com/office/drawing/2014/main" id="{FB703BF8-43A2-4038-BE56-5BC035DE61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3" name="image1.gif">
            <a:extLst>
              <a:ext uri="{FF2B5EF4-FFF2-40B4-BE49-F238E27FC236}">
                <a16:creationId xmlns:a16="http://schemas.microsoft.com/office/drawing/2014/main" id="{3A59FB2D-E0C6-4734-A37C-C9707ECC37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4" name="image1.gif">
            <a:extLst>
              <a:ext uri="{FF2B5EF4-FFF2-40B4-BE49-F238E27FC236}">
                <a16:creationId xmlns:a16="http://schemas.microsoft.com/office/drawing/2014/main" id="{3917D48C-9D3E-481D-A612-E308E93DF2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5" name="image1.gif">
            <a:extLst>
              <a:ext uri="{FF2B5EF4-FFF2-40B4-BE49-F238E27FC236}">
                <a16:creationId xmlns:a16="http://schemas.microsoft.com/office/drawing/2014/main" id="{2FA7D9B0-1248-416D-9CE8-4C11FFFF9A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6" name="image1.gif">
            <a:extLst>
              <a:ext uri="{FF2B5EF4-FFF2-40B4-BE49-F238E27FC236}">
                <a16:creationId xmlns:a16="http://schemas.microsoft.com/office/drawing/2014/main" id="{713A4AE6-CA31-491D-AA70-BC856570B8B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7" name="image1.gif">
            <a:extLst>
              <a:ext uri="{FF2B5EF4-FFF2-40B4-BE49-F238E27FC236}">
                <a16:creationId xmlns:a16="http://schemas.microsoft.com/office/drawing/2014/main" id="{AC9D7339-BFBD-4BA9-A1A9-41FDB202C4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8" name="image1.gif">
            <a:extLst>
              <a:ext uri="{FF2B5EF4-FFF2-40B4-BE49-F238E27FC236}">
                <a16:creationId xmlns:a16="http://schemas.microsoft.com/office/drawing/2014/main" id="{0A4FD747-A9C8-4C77-8065-E594F4133A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9" name="image1.gif">
            <a:extLst>
              <a:ext uri="{FF2B5EF4-FFF2-40B4-BE49-F238E27FC236}">
                <a16:creationId xmlns:a16="http://schemas.microsoft.com/office/drawing/2014/main" id="{550CF701-F3B4-43B3-9FB4-59F36FBDEC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0" name="image1.gif">
            <a:extLst>
              <a:ext uri="{FF2B5EF4-FFF2-40B4-BE49-F238E27FC236}">
                <a16:creationId xmlns:a16="http://schemas.microsoft.com/office/drawing/2014/main" id="{B788CF86-A0E5-4DD0-9435-027224C3C4B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1" name="image1.gif">
            <a:extLst>
              <a:ext uri="{FF2B5EF4-FFF2-40B4-BE49-F238E27FC236}">
                <a16:creationId xmlns:a16="http://schemas.microsoft.com/office/drawing/2014/main" id="{FC83BB2B-6398-4EA2-9E78-25724F734DB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2" name="image1.gif">
            <a:extLst>
              <a:ext uri="{FF2B5EF4-FFF2-40B4-BE49-F238E27FC236}">
                <a16:creationId xmlns:a16="http://schemas.microsoft.com/office/drawing/2014/main" id="{995E9A92-C251-4499-A020-D31461B978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3" name="image1.gif">
            <a:extLst>
              <a:ext uri="{FF2B5EF4-FFF2-40B4-BE49-F238E27FC236}">
                <a16:creationId xmlns:a16="http://schemas.microsoft.com/office/drawing/2014/main" id="{3834381A-CD9B-4B3C-A3C4-7AECEE9A33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4" name="image1.gif">
            <a:extLst>
              <a:ext uri="{FF2B5EF4-FFF2-40B4-BE49-F238E27FC236}">
                <a16:creationId xmlns:a16="http://schemas.microsoft.com/office/drawing/2014/main" id="{1B3D8FDF-E1E5-4E19-B9D4-D8A7801437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5" name="image1.gif">
            <a:extLst>
              <a:ext uri="{FF2B5EF4-FFF2-40B4-BE49-F238E27FC236}">
                <a16:creationId xmlns:a16="http://schemas.microsoft.com/office/drawing/2014/main" id="{1A1CBB3D-049D-4EEE-8BC4-DA3FF4B6F3E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6" name="image1.gif">
            <a:extLst>
              <a:ext uri="{FF2B5EF4-FFF2-40B4-BE49-F238E27FC236}">
                <a16:creationId xmlns:a16="http://schemas.microsoft.com/office/drawing/2014/main" id="{B6438021-EE4F-42E8-AD64-0AA26CC5AD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7" name="image1.gif">
            <a:extLst>
              <a:ext uri="{FF2B5EF4-FFF2-40B4-BE49-F238E27FC236}">
                <a16:creationId xmlns:a16="http://schemas.microsoft.com/office/drawing/2014/main" id="{DAAFEB6B-4B43-48B6-A367-C0002E2F6C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" name="image1.gif">
            <a:extLst>
              <a:ext uri="{FF2B5EF4-FFF2-40B4-BE49-F238E27FC236}">
                <a16:creationId xmlns:a16="http://schemas.microsoft.com/office/drawing/2014/main" id="{C905331B-50AD-4789-9E47-331C344A96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9" name="image1.gif">
            <a:extLst>
              <a:ext uri="{FF2B5EF4-FFF2-40B4-BE49-F238E27FC236}">
                <a16:creationId xmlns:a16="http://schemas.microsoft.com/office/drawing/2014/main" id="{ED07A6CB-7D95-4DD8-9A44-4934F678B04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0" name="image1.gif">
            <a:extLst>
              <a:ext uri="{FF2B5EF4-FFF2-40B4-BE49-F238E27FC236}">
                <a16:creationId xmlns:a16="http://schemas.microsoft.com/office/drawing/2014/main" id="{5BCF841D-CC4F-4D36-9284-604BD7902A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1" name="image1.gif">
            <a:extLst>
              <a:ext uri="{FF2B5EF4-FFF2-40B4-BE49-F238E27FC236}">
                <a16:creationId xmlns:a16="http://schemas.microsoft.com/office/drawing/2014/main" id="{E620BAEB-2854-4E1F-A03B-9F950191BA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2" name="image1.gif">
            <a:extLst>
              <a:ext uri="{FF2B5EF4-FFF2-40B4-BE49-F238E27FC236}">
                <a16:creationId xmlns:a16="http://schemas.microsoft.com/office/drawing/2014/main" id="{39757958-DD37-43FB-8D59-FF80D96B9A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3" name="image1.gif">
            <a:extLst>
              <a:ext uri="{FF2B5EF4-FFF2-40B4-BE49-F238E27FC236}">
                <a16:creationId xmlns:a16="http://schemas.microsoft.com/office/drawing/2014/main" id="{02948A26-2D1B-47D1-A4DB-9E25557BFA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4" name="image1.gif">
            <a:extLst>
              <a:ext uri="{FF2B5EF4-FFF2-40B4-BE49-F238E27FC236}">
                <a16:creationId xmlns:a16="http://schemas.microsoft.com/office/drawing/2014/main" id="{C2AA6C2E-056C-41FA-86F3-19C823EC95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5" name="image1.gif">
            <a:extLst>
              <a:ext uri="{FF2B5EF4-FFF2-40B4-BE49-F238E27FC236}">
                <a16:creationId xmlns:a16="http://schemas.microsoft.com/office/drawing/2014/main" id="{CD878BC1-3FDA-409E-9E36-F05C295196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6" name="image1.gif">
            <a:extLst>
              <a:ext uri="{FF2B5EF4-FFF2-40B4-BE49-F238E27FC236}">
                <a16:creationId xmlns:a16="http://schemas.microsoft.com/office/drawing/2014/main" id="{D8A24D61-F6A5-4202-85FF-87620F322C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7" name="image1.gif">
            <a:extLst>
              <a:ext uri="{FF2B5EF4-FFF2-40B4-BE49-F238E27FC236}">
                <a16:creationId xmlns:a16="http://schemas.microsoft.com/office/drawing/2014/main" id="{E69A3EA6-11F9-40BC-9D3F-06034963C8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8" name="image1.gif">
            <a:extLst>
              <a:ext uri="{FF2B5EF4-FFF2-40B4-BE49-F238E27FC236}">
                <a16:creationId xmlns:a16="http://schemas.microsoft.com/office/drawing/2014/main" id="{AA8617E8-CEF0-42F7-B58B-E860100068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9" name="image1.gif">
            <a:extLst>
              <a:ext uri="{FF2B5EF4-FFF2-40B4-BE49-F238E27FC236}">
                <a16:creationId xmlns:a16="http://schemas.microsoft.com/office/drawing/2014/main" id="{80A83AA9-3C51-46FA-840F-2AA5A1CC2C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0" name="image1.gif">
            <a:extLst>
              <a:ext uri="{FF2B5EF4-FFF2-40B4-BE49-F238E27FC236}">
                <a16:creationId xmlns:a16="http://schemas.microsoft.com/office/drawing/2014/main" id="{6E7DA5F2-E6D1-4D95-8FCA-85889AD91B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1" name="image1.gif">
            <a:extLst>
              <a:ext uri="{FF2B5EF4-FFF2-40B4-BE49-F238E27FC236}">
                <a16:creationId xmlns:a16="http://schemas.microsoft.com/office/drawing/2014/main" id="{54391B5A-62B9-4403-A368-7613317B55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2" name="image1.gif">
            <a:extLst>
              <a:ext uri="{FF2B5EF4-FFF2-40B4-BE49-F238E27FC236}">
                <a16:creationId xmlns:a16="http://schemas.microsoft.com/office/drawing/2014/main" id="{49E7449E-05CA-49D4-845F-F88727AC3A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3" name="image1.gif">
            <a:extLst>
              <a:ext uri="{FF2B5EF4-FFF2-40B4-BE49-F238E27FC236}">
                <a16:creationId xmlns:a16="http://schemas.microsoft.com/office/drawing/2014/main" id="{00334CA2-9892-4CA5-9FEB-904184A4611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4" name="image1.gif">
            <a:extLst>
              <a:ext uri="{FF2B5EF4-FFF2-40B4-BE49-F238E27FC236}">
                <a16:creationId xmlns:a16="http://schemas.microsoft.com/office/drawing/2014/main" id="{9A370A41-EFE5-424A-991A-C03D1CE2C5F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5" name="image1.gif">
            <a:extLst>
              <a:ext uri="{FF2B5EF4-FFF2-40B4-BE49-F238E27FC236}">
                <a16:creationId xmlns:a16="http://schemas.microsoft.com/office/drawing/2014/main" id="{DBC5FB34-C625-4B9E-A393-FEF84485DC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6" name="image1.gif">
            <a:extLst>
              <a:ext uri="{FF2B5EF4-FFF2-40B4-BE49-F238E27FC236}">
                <a16:creationId xmlns:a16="http://schemas.microsoft.com/office/drawing/2014/main" id="{4B76B006-1B44-4E01-8957-941BB8BAD2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7" name="image1.gif">
            <a:extLst>
              <a:ext uri="{FF2B5EF4-FFF2-40B4-BE49-F238E27FC236}">
                <a16:creationId xmlns:a16="http://schemas.microsoft.com/office/drawing/2014/main" id="{155F8DC9-25C7-499B-9D8F-3B6C146577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8" name="image1.gif">
            <a:extLst>
              <a:ext uri="{FF2B5EF4-FFF2-40B4-BE49-F238E27FC236}">
                <a16:creationId xmlns:a16="http://schemas.microsoft.com/office/drawing/2014/main" id="{5FE142D6-00F1-4B7B-A5F2-E2777B4CDE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" name="image1.gif">
            <a:extLst>
              <a:ext uri="{FF2B5EF4-FFF2-40B4-BE49-F238E27FC236}">
                <a16:creationId xmlns:a16="http://schemas.microsoft.com/office/drawing/2014/main" id="{C25B2406-0C38-43FA-9AAE-0EAA6C25CD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" name="image1.gif">
            <a:extLst>
              <a:ext uri="{FF2B5EF4-FFF2-40B4-BE49-F238E27FC236}">
                <a16:creationId xmlns:a16="http://schemas.microsoft.com/office/drawing/2014/main" id="{41823A68-852F-4178-B9F6-E029B30B56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" name="image1.gif">
            <a:extLst>
              <a:ext uri="{FF2B5EF4-FFF2-40B4-BE49-F238E27FC236}">
                <a16:creationId xmlns:a16="http://schemas.microsoft.com/office/drawing/2014/main" id="{901BDF89-A394-4757-9734-B899BE0768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2" name="image1.gif">
            <a:extLst>
              <a:ext uri="{FF2B5EF4-FFF2-40B4-BE49-F238E27FC236}">
                <a16:creationId xmlns:a16="http://schemas.microsoft.com/office/drawing/2014/main" id="{60D27E3A-1BD1-4899-9EAC-22CEC95E67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3" name="image1.gif">
            <a:extLst>
              <a:ext uri="{FF2B5EF4-FFF2-40B4-BE49-F238E27FC236}">
                <a16:creationId xmlns:a16="http://schemas.microsoft.com/office/drawing/2014/main" id="{B7DE2425-D0CF-48F3-A6DA-B69EDAC1ED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4" name="image1.gif">
            <a:extLst>
              <a:ext uri="{FF2B5EF4-FFF2-40B4-BE49-F238E27FC236}">
                <a16:creationId xmlns:a16="http://schemas.microsoft.com/office/drawing/2014/main" id="{71A0097F-BF7D-4E77-AC24-FC01749C48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5" name="image1.gif">
            <a:extLst>
              <a:ext uri="{FF2B5EF4-FFF2-40B4-BE49-F238E27FC236}">
                <a16:creationId xmlns:a16="http://schemas.microsoft.com/office/drawing/2014/main" id="{01B4FAE3-6836-480F-BF84-E0DBAE624C9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6" name="image1.gif">
            <a:extLst>
              <a:ext uri="{FF2B5EF4-FFF2-40B4-BE49-F238E27FC236}">
                <a16:creationId xmlns:a16="http://schemas.microsoft.com/office/drawing/2014/main" id="{BADFC3CF-23A4-4247-ADE1-6AF847ED80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7" name="image1.gif">
            <a:extLst>
              <a:ext uri="{FF2B5EF4-FFF2-40B4-BE49-F238E27FC236}">
                <a16:creationId xmlns:a16="http://schemas.microsoft.com/office/drawing/2014/main" id="{3F9AD5A0-9AFF-4F47-8056-48FC1E6FE9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8" name="image1.gif">
            <a:extLst>
              <a:ext uri="{FF2B5EF4-FFF2-40B4-BE49-F238E27FC236}">
                <a16:creationId xmlns:a16="http://schemas.microsoft.com/office/drawing/2014/main" id="{510EC0BD-8FB1-4025-A56F-1A28D73ACB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9" name="image1.gif">
            <a:extLst>
              <a:ext uri="{FF2B5EF4-FFF2-40B4-BE49-F238E27FC236}">
                <a16:creationId xmlns:a16="http://schemas.microsoft.com/office/drawing/2014/main" id="{DA926938-831D-4536-9BB9-57D52C393BB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0" name="image1.gif">
            <a:extLst>
              <a:ext uri="{FF2B5EF4-FFF2-40B4-BE49-F238E27FC236}">
                <a16:creationId xmlns:a16="http://schemas.microsoft.com/office/drawing/2014/main" id="{73F43DC6-EBB3-4C6F-8B30-1128555C0F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1" name="image1.gif">
            <a:extLst>
              <a:ext uri="{FF2B5EF4-FFF2-40B4-BE49-F238E27FC236}">
                <a16:creationId xmlns:a16="http://schemas.microsoft.com/office/drawing/2014/main" id="{9CD96143-DF7B-4567-BD73-45385556CA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2" name="image1.gif">
            <a:extLst>
              <a:ext uri="{FF2B5EF4-FFF2-40B4-BE49-F238E27FC236}">
                <a16:creationId xmlns:a16="http://schemas.microsoft.com/office/drawing/2014/main" id="{56E7A3D0-7111-466A-AED7-DB314561FC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3" name="image1.gif">
            <a:extLst>
              <a:ext uri="{FF2B5EF4-FFF2-40B4-BE49-F238E27FC236}">
                <a16:creationId xmlns:a16="http://schemas.microsoft.com/office/drawing/2014/main" id="{CDBA04D6-A93E-48F5-9ECA-FB9FE86EE1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4" name="image1.gif">
            <a:extLst>
              <a:ext uri="{FF2B5EF4-FFF2-40B4-BE49-F238E27FC236}">
                <a16:creationId xmlns:a16="http://schemas.microsoft.com/office/drawing/2014/main" id="{5B2F6638-6AB6-413C-9D56-77632173E5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5" name="image1.gif">
            <a:extLst>
              <a:ext uri="{FF2B5EF4-FFF2-40B4-BE49-F238E27FC236}">
                <a16:creationId xmlns:a16="http://schemas.microsoft.com/office/drawing/2014/main" id="{1D7A43B6-A3B4-45D8-9215-524957ED6A5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6" name="image1.gif">
            <a:extLst>
              <a:ext uri="{FF2B5EF4-FFF2-40B4-BE49-F238E27FC236}">
                <a16:creationId xmlns:a16="http://schemas.microsoft.com/office/drawing/2014/main" id="{BA67B5E9-03FE-4CD0-89C4-50A5D3DF2F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7" name="image1.gif">
            <a:extLst>
              <a:ext uri="{FF2B5EF4-FFF2-40B4-BE49-F238E27FC236}">
                <a16:creationId xmlns:a16="http://schemas.microsoft.com/office/drawing/2014/main" id="{153D0EFA-DA2D-420F-8543-DFC10E3E1E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8" name="image1.gif">
            <a:extLst>
              <a:ext uri="{FF2B5EF4-FFF2-40B4-BE49-F238E27FC236}">
                <a16:creationId xmlns:a16="http://schemas.microsoft.com/office/drawing/2014/main" id="{D895BE73-B2D2-4C1F-A93F-1BD48F7AA2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9" name="image1.gif">
            <a:extLst>
              <a:ext uri="{FF2B5EF4-FFF2-40B4-BE49-F238E27FC236}">
                <a16:creationId xmlns:a16="http://schemas.microsoft.com/office/drawing/2014/main" id="{8A038686-CBFC-4958-B4C5-DE9D69F126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0" name="image1.gif">
            <a:extLst>
              <a:ext uri="{FF2B5EF4-FFF2-40B4-BE49-F238E27FC236}">
                <a16:creationId xmlns:a16="http://schemas.microsoft.com/office/drawing/2014/main" id="{E816726B-A0D5-4E25-B43E-04E2AA85EA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1" name="image1.gif">
            <a:extLst>
              <a:ext uri="{FF2B5EF4-FFF2-40B4-BE49-F238E27FC236}">
                <a16:creationId xmlns:a16="http://schemas.microsoft.com/office/drawing/2014/main" id="{2BA5E19B-AE23-4CDB-BAB6-862CF3DDCD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2" name="image1.gif">
            <a:extLst>
              <a:ext uri="{FF2B5EF4-FFF2-40B4-BE49-F238E27FC236}">
                <a16:creationId xmlns:a16="http://schemas.microsoft.com/office/drawing/2014/main" id="{41DD8417-EE7B-42CD-A85F-F12C537F12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3" name="image1.gif">
            <a:extLst>
              <a:ext uri="{FF2B5EF4-FFF2-40B4-BE49-F238E27FC236}">
                <a16:creationId xmlns:a16="http://schemas.microsoft.com/office/drawing/2014/main" id="{F8D69D9A-D534-421C-9C3E-B63087EB65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4" name="image1.gif">
            <a:extLst>
              <a:ext uri="{FF2B5EF4-FFF2-40B4-BE49-F238E27FC236}">
                <a16:creationId xmlns:a16="http://schemas.microsoft.com/office/drawing/2014/main" id="{08AC7876-9BC3-49F5-B7C6-8847BEFC5F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5" name="image1.gif">
            <a:extLst>
              <a:ext uri="{FF2B5EF4-FFF2-40B4-BE49-F238E27FC236}">
                <a16:creationId xmlns:a16="http://schemas.microsoft.com/office/drawing/2014/main" id="{5F77BB5D-B298-413C-A9EF-46FE91478D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6" name="image1.gif">
            <a:extLst>
              <a:ext uri="{FF2B5EF4-FFF2-40B4-BE49-F238E27FC236}">
                <a16:creationId xmlns:a16="http://schemas.microsoft.com/office/drawing/2014/main" id="{46741916-6499-4CCE-B51A-722B88BC08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7" name="image1.gif">
            <a:extLst>
              <a:ext uri="{FF2B5EF4-FFF2-40B4-BE49-F238E27FC236}">
                <a16:creationId xmlns:a16="http://schemas.microsoft.com/office/drawing/2014/main" id="{32A70043-3265-4652-8235-507BB8A8439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8" name="image1.gif">
            <a:extLst>
              <a:ext uri="{FF2B5EF4-FFF2-40B4-BE49-F238E27FC236}">
                <a16:creationId xmlns:a16="http://schemas.microsoft.com/office/drawing/2014/main" id="{AE9A6183-8C9C-47DA-9371-CD73CFF0D8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9" name="image1.gif">
            <a:extLst>
              <a:ext uri="{FF2B5EF4-FFF2-40B4-BE49-F238E27FC236}">
                <a16:creationId xmlns:a16="http://schemas.microsoft.com/office/drawing/2014/main" id="{7BB017C0-095C-4D75-A78B-AC2FB585C9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0" name="image1.gif">
            <a:extLst>
              <a:ext uri="{FF2B5EF4-FFF2-40B4-BE49-F238E27FC236}">
                <a16:creationId xmlns:a16="http://schemas.microsoft.com/office/drawing/2014/main" id="{1808D411-8D9B-4F51-A8D4-1795FB913F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1" name="image1.gif">
            <a:extLst>
              <a:ext uri="{FF2B5EF4-FFF2-40B4-BE49-F238E27FC236}">
                <a16:creationId xmlns:a16="http://schemas.microsoft.com/office/drawing/2014/main" id="{B0EE186E-F19A-4FFB-97F8-DE26825F4B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2" name="image1.gif">
            <a:extLst>
              <a:ext uri="{FF2B5EF4-FFF2-40B4-BE49-F238E27FC236}">
                <a16:creationId xmlns:a16="http://schemas.microsoft.com/office/drawing/2014/main" id="{BC1B7D70-8D85-4412-84AE-C9C6BCE2CF0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3" name="image1.gif">
            <a:extLst>
              <a:ext uri="{FF2B5EF4-FFF2-40B4-BE49-F238E27FC236}">
                <a16:creationId xmlns:a16="http://schemas.microsoft.com/office/drawing/2014/main" id="{E19636D0-9F71-4BF9-A994-6D40913EC3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4" name="image1.gif">
            <a:extLst>
              <a:ext uri="{FF2B5EF4-FFF2-40B4-BE49-F238E27FC236}">
                <a16:creationId xmlns:a16="http://schemas.microsoft.com/office/drawing/2014/main" id="{2D0DA9B0-5456-45E5-A87B-096FF09033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5" name="image1.gif">
            <a:extLst>
              <a:ext uri="{FF2B5EF4-FFF2-40B4-BE49-F238E27FC236}">
                <a16:creationId xmlns:a16="http://schemas.microsoft.com/office/drawing/2014/main" id="{4ECFE833-23D3-4526-9080-C854F77365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6" name="image1.gif">
            <a:extLst>
              <a:ext uri="{FF2B5EF4-FFF2-40B4-BE49-F238E27FC236}">
                <a16:creationId xmlns:a16="http://schemas.microsoft.com/office/drawing/2014/main" id="{62A37990-B8F5-4A19-BA16-5041B95274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7" name="image1.gif">
            <a:extLst>
              <a:ext uri="{FF2B5EF4-FFF2-40B4-BE49-F238E27FC236}">
                <a16:creationId xmlns:a16="http://schemas.microsoft.com/office/drawing/2014/main" id="{B6E40C82-1E51-4689-AF0A-4F63C41AF62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8" name="image1.gif">
            <a:extLst>
              <a:ext uri="{FF2B5EF4-FFF2-40B4-BE49-F238E27FC236}">
                <a16:creationId xmlns:a16="http://schemas.microsoft.com/office/drawing/2014/main" id="{9CA77C54-ABF4-4BF1-8819-A652E0F9E3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9" name="image1.gif">
            <a:extLst>
              <a:ext uri="{FF2B5EF4-FFF2-40B4-BE49-F238E27FC236}">
                <a16:creationId xmlns:a16="http://schemas.microsoft.com/office/drawing/2014/main" id="{8012CA83-FB3F-43FB-8DC5-97BBF922E6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0" name="image1.gif">
            <a:extLst>
              <a:ext uri="{FF2B5EF4-FFF2-40B4-BE49-F238E27FC236}">
                <a16:creationId xmlns:a16="http://schemas.microsoft.com/office/drawing/2014/main" id="{65C42A1E-735C-434D-9B50-D2757968C2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1" name="image1.gif">
            <a:extLst>
              <a:ext uri="{FF2B5EF4-FFF2-40B4-BE49-F238E27FC236}">
                <a16:creationId xmlns:a16="http://schemas.microsoft.com/office/drawing/2014/main" id="{EDF1F043-B29D-4FB5-8AAF-3B1EB72565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2" name="image1.gif">
            <a:extLst>
              <a:ext uri="{FF2B5EF4-FFF2-40B4-BE49-F238E27FC236}">
                <a16:creationId xmlns:a16="http://schemas.microsoft.com/office/drawing/2014/main" id="{7D223946-1F50-4428-BFAD-56E39237C3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3" name="image1.gif">
            <a:extLst>
              <a:ext uri="{FF2B5EF4-FFF2-40B4-BE49-F238E27FC236}">
                <a16:creationId xmlns:a16="http://schemas.microsoft.com/office/drawing/2014/main" id="{B08CDDB2-A6AF-44D5-A384-40D36BE547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4" name="image1.gif">
            <a:extLst>
              <a:ext uri="{FF2B5EF4-FFF2-40B4-BE49-F238E27FC236}">
                <a16:creationId xmlns:a16="http://schemas.microsoft.com/office/drawing/2014/main" id="{575B0085-B56E-41AE-8B97-A8E61A2D06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5" name="image1.gif">
            <a:extLst>
              <a:ext uri="{FF2B5EF4-FFF2-40B4-BE49-F238E27FC236}">
                <a16:creationId xmlns:a16="http://schemas.microsoft.com/office/drawing/2014/main" id="{2A2E992A-29A6-4ACD-B4DA-73DCE2898B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6" name="image1.gif">
            <a:extLst>
              <a:ext uri="{FF2B5EF4-FFF2-40B4-BE49-F238E27FC236}">
                <a16:creationId xmlns:a16="http://schemas.microsoft.com/office/drawing/2014/main" id="{E0C088B6-5673-478F-98E3-8FDE8CAA22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7" name="image1.gif">
            <a:extLst>
              <a:ext uri="{FF2B5EF4-FFF2-40B4-BE49-F238E27FC236}">
                <a16:creationId xmlns:a16="http://schemas.microsoft.com/office/drawing/2014/main" id="{87F2D050-88B6-49EE-B612-D37C34A069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8" name="image1.gif">
            <a:extLst>
              <a:ext uri="{FF2B5EF4-FFF2-40B4-BE49-F238E27FC236}">
                <a16:creationId xmlns:a16="http://schemas.microsoft.com/office/drawing/2014/main" id="{F1FCAAF7-A1D8-4512-8F2A-62520535D4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9" name="image1.gif">
            <a:extLst>
              <a:ext uri="{FF2B5EF4-FFF2-40B4-BE49-F238E27FC236}">
                <a16:creationId xmlns:a16="http://schemas.microsoft.com/office/drawing/2014/main" id="{39F89648-8493-4FC4-915F-C1D74B752CF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0" name="image1.gif">
            <a:extLst>
              <a:ext uri="{FF2B5EF4-FFF2-40B4-BE49-F238E27FC236}">
                <a16:creationId xmlns:a16="http://schemas.microsoft.com/office/drawing/2014/main" id="{2B8BDA53-7139-4BC9-AEB0-A1EBF659114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1" name="image1.gif">
            <a:extLst>
              <a:ext uri="{FF2B5EF4-FFF2-40B4-BE49-F238E27FC236}">
                <a16:creationId xmlns:a16="http://schemas.microsoft.com/office/drawing/2014/main" id="{C8EF035A-2227-408E-9008-2C90CD86FB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2" name="image1.gif">
            <a:extLst>
              <a:ext uri="{FF2B5EF4-FFF2-40B4-BE49-F238E27FC236}">
                <a16:creationId xmlns:a16="http://schemas.microsoft.com/office/drawing/2014/main" id="{06C588B6-B6C2-4270-8E52-55C73DA8BB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3" name="image1.gif">
            <a:extLst>
              <a:ext uri="{FF2B5EF4-FFF2-40B4-BE49-F238E27FC236}">
                <a16:creationId xmlns:a16="http://schemas.microsoft.com/office/drawing/2014/main" id="{BBD36F10-35C9-45B7-B814-A612BC752C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4" name="image1.gif">
            <a:extLst>
              <a:ext uri="{FF2B5EF4-FFF2-40B4-BE49-F238E27FC236}">
                <a16:creationId xmlns:a16="http://schemas.microsoft.com/office/drawing/2014/main" id="{73ED1179-6BC0-45E8-A064-76CBC56F2E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5" name="image1.gif">
            <a:extLst>
              <a:ext uri="{FF2B5EF4-FFF2-40B4-BE49-F238E27FC236}">
                <a16:creationId xmlns:a16="http://schemas.microsoft.com/office/drawing/2014/main" id="{CCE41DD0-DEC8-4187-B845-E740122D5F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6" name="image1.gif">
            <a:extLst>
              <a:ext uri="{FF2B5EF4-FFF2-40B4-BE49-F238E27FC236}">
                <a16:creationId xmlns:a16="http://schemas.microsoft.com/office/drawing/2014/main" id="{19E9B5CB-1179-4E47-A6BA-54C2B16F67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7" name="image1.gif">
            <a:extLst>
              <a:ext uri="{FF2B5EF4-FFF2-40B4-BE49-F238E27FC236}">
                <a16:creationId xmlns:a16="http://schemas.microsoft.com/office/drawing/2014/main" id="{B091AF94-0A7D-479D-81E9-E83E2F21AE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8" name="image1.gif">
            <a:extLst>
              <a:ext uri="{FF2B5EF4-FFF2-40B4-BE49-F238E27FC236}">
                <a16:creationId xmlns:a16="http://schemas.microsoft.com/office/drawing/2014/main" id="{8D5658AF-9F41-487F-8C38-85E69F1D42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9" name="image1.gif">
            <a:extLst>
              <a:ext uri="{FF2B5EF4-FFF2-40B4-BE49-F238E27FC236}">
                <a16:creationId xmlns:a16="http://schemas.microsoft.com/office/drawing/2014/main" id="{E1828AE5-3C1C-48D9-8272-90196E39B3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0" name="image1.gif">
            <a:extLst>
              <a:ext uri="{FF2B5EF4-FFF2-40B4-BE49-F238E27FC236}">
                <a16:creationId xmlns:a16="http://schemas.microsoft.com/office/drawing/2014/main" id="{938A9DE1-1A8E-4505-BD16-E3838CE9A9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1" name="image1.gif">
            <a:extLst>
              <a:ext uri="{FF2B5EF4-FFF2-40B4-BE49-F238E27FC236}">
                <a16:creationId xmlns:a16="http://schemas.microsoft.com/office/drawing/2014/main" id="{FB0E8C80-CBF1-4F71-8E28-4A96F3F848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2" name="image1.gif">
            <a:extLst>
              <a:ext uri="{FF2B5EF4-FFF2-40B4-BE49-F238E27FC236}">
                <a16:creationId xmlns:a16="http://schemas.microsoft.com/office/drawing/2014/main" id="{6512BD9C-71ED-4EC0-884A-FF3B958176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3" name="image1.gif">
            <a:extLst>
              <a:ext uri="{FF2B5EF4-FFF2-40B4-BE49-F238E27FC236}">
                <a16:creationId xmlns:a16="http://schemas.microsoft.com/office/drawing/2014/main" id="{81DE506F-AAB5-4A04-9016-682FDE8A02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4" name="image1.gif">
            <a:extLst>
              <a:ext uri="{FF2B5EF4-FFF2-40B4-BE49-F238E27FC236}">
                <a16:creationId xmlns:a16="http://schemas.microsoft.com/office/drawing/2014/main" id="{2737B8A9-D6E5-447C-9721-7011CB81A9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5" name="image1.gif">
            <a:extLst>
              <a:ext uri="{FF2B5EF4-FFF2-40B4-BE49-F238E27FC236}">
                <a16:creationId xmlns:a16="http://schemas.microsoft.com/office/drawing/2014/main" id="{9FA34A0A-6C99-43C1-B105-A3D9912BBC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6" name="image1.gif">
            <a:extLst>
              <a:ext uri="{FF2B5EF4-FFF2-40B4-BE49-F238E27FC236}">
                <a16:creationId xmlns:a16="http://schemas.microsoft.com/office/drawing/2014/main" id="{FC2B217C-3BA6-43F7-9B77-0BDE937337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7" name="image1.gif">
            <a:extLst>
              <a:ext uri="{FF2B5EF4-FFF2-40B4-BE49-F238E27FC236}">
                <a16:creationId xmlns:a16="http://schemas.microsoft.com/office/drawing/2014/main" id="{0D73CA5E-EEDC-42D6-A04C-F1BC66FAC7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8" name="image1.gif">
            <a:extLst>
              <a:ext uri="{FF2B5EF4-FFF2-40B4-BE49-F238E27FC236}">
                <a16:creationId xmlns:a16="http://schemas.microsoft.com/office/drawing/2014/main" id="{7918A329-1959-41A3-995C-C3312188565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9" name="image1.gif">
            <a:extLst>
              <a:ext uri="{FF2B5EF4-FFF2-40B4-BE49-F238E27FC236}">
                <a16:creationId xmlns:a16="http://schemas.microsoft.com/office/drawing/2014/main" id="{13734171-1C50-431A-870E-B6AA3BEBE1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0" name="image1.gif">
            <a:extLst>
              <a:ext uri="{FF2B5EF4-FFF2-40B4-BE49-F238E27FC236}">
                <a16:creationId xmlns:a16="http://schemas.microsoft.com/office/drawing/2014/main" id="{8689A4A9-7CD2-4126-952F-3C1E332CAB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1" name="image1.gif">
            <a:extLst>
              <a:ext uri="{FF2B5EF4-FFF2-40B4-BE49-F238E27FC236}">
                <a16:creationId xmlns:a16="http://schemas.microsoft.com/office/drawing/2014/main" id="{B00B3218-E9FE-46B8-8500-E5B2DDF78E9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2" name="image1.gif">
            <a:extLst>
              <a:ext uri="{FF2B5EF4-FFF2-40B4-BE49-F238E27FC236}">
                <a16:creationId xmlns:a16="http://schemas.microsoft.com/office/drawing/2014/main" id="{5E09426B-8204-44C9-A55F-3002EA15C3A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3" name="image1.gif">
            <a:extLst>
              <a:ext uri="{FF2B5EF4-FFF2-40B4-BE49-F238E27FC236}">
                <a16:creationId xmlns:a16="http://schemas.microsoft.com/office/drawing/2014/main" id="{3998B407-D9D8-48A9-9DA9-9898DE7C797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4" name="image1.gif">
            <a:extLst>
              <a:ext uri="{FF2B5EF4-FFF2-40B4-BE49-F238E27FC236}">
                <a16:creationId xmlns:a16="http://schemas.microsoft.com/office/drawing/2014/main" id="{38524DE5-0C85-4A9E-9283-860CF83DAA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5" name="image1.gif">
            <a:extLst>
              <a:ext uri="{FF2B5EF4-FFF2-40B4-BE49-F238E27FC236}">
                <a16:creationId xmlns:a16="http://schemas.microsoft.com/office/drawing/2014/main" id="{D351E9E0-4634-4D2B-B7F9-D86AAEA5C7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6" name="image1.gif">
            <a:extLst>
              <a:ext uri="{FF2B5EF4-FFF2-40B4-BE49-F238E27FC236}">
                <a16:creationId xmlns:a16="http://schemas.microsoft.com/office/drawing/2014/main" id="{D62AFDD0-9401-40E2-BE85-DB0B82D9CA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7" name="image1.gif">
            <a:extLst>
              <a:ext uri="{FF2B5EF4-FFF2-40B4-BE49-F238E27FC236}">
                <a16:creationId xmlns:a16="http://schemas.microsoft.com/office/drawing/2014/main" id="{6CAA5DC6-F2D0-4C3D-BD5E-58441C85EA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8" name="image1.gif">
            <a:extLst>
              <a:ext uri="{FF2B5EF4-FFF2-40B4-BE49-F238E27FC236}">
                <a16:creationId xmlns:a16="http://schemas.microsoft.com/office/drawing/2014/main" id="{CBEB4D38-3DE7-4891-BD56-5DC522CE58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9" name="image1.gif">
            <a:extLst>
              <a:ext uri="{FF2B5EF4-FFF2-40B4-BE49-F238E27FC236}">
                <a16:creationId xmlns:a16="http://schemas.microsoft.com/office/drawing/2014/main" id="{5FB270E2-EB6B-456E-BB4C-34DE58D0F2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0" name="image1.gif">
            <a:extLst>
              <a:ext uri="{FF2B5EF4-FFF2-40B4-BE49-F238E27FC236}">
                <a16:creationId xmlns:a16="http://schemas.microsoft.com/office/drawing/2014/main" id="{B2684483-4142-47E3-9439-85BA0FE4C51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1" name="image1.gif">
            <a:extLst>
              <a:ext uri="{FF2B5EF4-FFF2-40B4-BE49-F238E27FC236}">
                <a16:creationId xmlns:a16="http://schemas.microsoft.com/office/drawing/2014/main" id="{CD864E7B-86A3-499B-92D5-A1C1438265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2" name="image1.gif">
            <a:extLst>
              <a:ext uri="{FF2B5EF4-FFF2-40B4-BE49-F238E27FC236}">
                <a16:creationId xmlns:a16="http://schemas.microsoft.com/office/drawing/2014/main" id="{D1574017-A0AE-4134-9922-AFB25B5329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3" name="image1.gif">
            <a:extLst>
              <a:ext uri="{FF2B5EF4-FFF2-40B4-BE49-F238E27FC236}">
                <a16:creationId xmlns:a16="http://schemas.microsoft.com/office/drawing/2014/main" id="{1AF33AA6-912B-41B6-94F7-3CFF304AFF3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4" name="image1.gif">
            <a:extLst>
              <a:ext uri="{FF2B5EF4-FFF2-40B4-BE49-F238E27FC236}">
                <a16:creationId xmlns:a16="http://schemas.microsoft.com/office/drawing/2014/main" id="{5757745B-DE0E-4649-BB90-620E258D8A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5" name="image1.gif">
            <a:extLst>
              <a:ext uri="{FF2B5EF4-FFF2-40B4-BE49-F238E27FC236}">
                <a16:creationId xmlns:a16="http://schemas.microsoft.com/office/drawing/2014/main" id="{1236F459-402B-4620-995B-11BB592313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6" name="image1.gif">
            <a:extLst>
              <a:ext uri="{FF2B5EF4-FFF2-40B4-BE49-F238E27FC236}">
                <a16:creationId xmlns:a16="http://schemas.microsoft.com/office/drawing/2014/main" id="{5D0C3546-501B-4028-94CC-8C1700031F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7" name="image1.gif">
            <a:extLst>
              <a:ext uri="{FF2B5EF4-FFF2-40B4-BE49-F238E27FC236}">
                <a16:creationId xmlns:a16="http://schemas.microsoft.com/office/drawing/2014/main" id="{EDEFB78D-B9C8-49A4-A496-33FBD482B6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8" name="image1.gif">
            <a:extLst>
              <a:ext uri="{FF2B5EF4-FFF2-40B4-BE49-F238E27FC236}">
                <a16:creationId xmlns:a16="http://schemas.microsoft.com/office/drawing/2014/main" id="{54E5793E-38C4-4612-9F13-65EA25E499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9" name="image1.gif">
            <a:extLst>
              <a:ext uri="{FF2B5EF4-FFF2-40B4-BE49-F238E27FC236}">
                <a16:creationId xmlns:a16="http://schemas.microsoft.com/office/drawing/2014/main" id="{07D9A380-FE79-4FA7-9CB1-D30F3F1496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0" name="image1.gif">
            <a:extLst>
              <a:ext uri="{FF2B5EF4-FFF2-40B4-BE49-F238E27FC236}">
                <a16:creationId xmlns:a16="http://schemas.microsoft.com/office/drawing/2014/main" id="{F070205F-6D92-423D-BE5A-B2BF3DD99B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1" name="image1.gif">
            <a:extLst>
              <a:ext uri="{FF2B5EF4-FFF2-40B4-BE49-F238E27FC236}">
                <a16:creationId xmlns:a16="http://schemas.microsoft.com/office/drawing/2014/main" id="{0541E2EE-8B75-4412-A644-F31CE6986C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2" name="image1.gif">
            <a:extLst>
              <a:ext uri="{FF2B5EF4-FFF2-40B4-BE49-F238E27FC236}">
                <a16:creationId xmlns:a16="http://schemas.microsoft.com/office/drawing/2014/main" id="{BEFAC77C-E6FD-492E-8FFD-FBA3D2E8CE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3" name="image1.gif">
            <a:extLst>
              <a:ext uri="{FF2B5EF4-FFF2-40B4-BE49-F238E27FC236}">
                <a16:creationId xmlns:a16="http://schemas.microsoft.com/office/drawing/2014/main" id="{94E99379-C6A1-42CC-89F8-672D18D0F7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4" name="image1.gif">
            <a:extLst>
              <a:ext uri="{FF2B5EF4-FFF2-40B4-BE49-F238E27FC236}">
                <a16:creationId xmlns:a16="http://schemas.microsoft.com/office/drawing/2014/main" id="{53BC12EF-7389-4A5E-A125-18977617B2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5" name="image1.gif">
            <a:extLst>
              <a:ext uri="{FF2B5EF4-FFF2-40B4-BE49-F238E27FC236}">
                <a16:creationId xmlns:a16="http://schemas.microsoft.com/office/drawing/2014/main" id="{2043D34C-51FF-4B1C-B332-A358BFA279D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6" name="image1.gif">
            <a:extLst>
              <a:ext uri="{FF2B5EF4-FFF2-40B4-BE49-F238E27FC236}">
                <a16:creationId xmlns:a16="http://schemas.microsoft.com/office/drawing/2014/main" id="{86F43076-A909-4116-A833-A24D042562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7" name="image1.gif">
            <a:extLst>
              <a:ext uri="{FF2B5EF4-FFF2-40B4-BE49-F238E27FC236}">
                <a16:creationId xmlns:a16="http://schemas.microsoft.com/office/drawing/2014/main" id="{7F54D3D9-FC49-4428-A907-5C6B9522CF3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8" name="image1.gif">
            <a:extLst>
              <a:ext uri="{FF2B5EF4-FFF2-40B4-BE49-F238E27FC236}">
                <a16:creationId xmlns:a16="http://schemas.microsoft.com/office/drawing/2014/main" id="{E05F02E4-D728-4ED7-97CA-4EE8E0CD85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9" name="image1.gif">
            <a:extLst>
              <a:ext uri="{FF2B5EF4-FFF2-40B4-BE49-F238E27FC236}">
                <a16:creationId xmlns:a16="http://schemas.microsoft.com/office/drawing/2014/main" id="{58D71233-BDC7-42A4-9D21-2443D7BE25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0" name="image1.gif">
            <a:extLst>
              <a:ext uri="{FF2B5EF4-FFF2-40B4-BE49-F238E27FC236}">
                <a16:creationId xmlns:a16="http://schemas.microsoft.com/office/drawing/2014/main" id="{A9CF89D1-896B-43AF-99BD-368B860D60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" name="image1.gif">
            <a:extLst>
              <a:ext uri="{FF2B5EF4-FFF2-40B4-BE49-F238E27FC236}">
                <a16:creationId xmlns:a16="http://schemas.microsoft.com/office/drawing/2014/main" id="{5CC3699C-735E-4AE0-A460-FE43FD44F80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" name="image1.gif">
            <a:extLst>
              <a:ext uri="{FF2B5EF4-FFF2-40B4-BE49-F238E27FC236}">
                <a16:creationId xmlns:a16="http://schemas.microsoft.com/office/drawing/2014/main" id="{6637CE97-43AA-4314-8546-BBB7576EE9D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" name="image1.gif">
            <a:extLst>
              <a:ext uri="{FF2B5EF4-FFF2-40B4-BE49-F238E27FC236}">
                <a16:creationId xmlns:a16="http://schemas.microsoft.com/office/drawing/2014/main" id="{BE5D1909-2B51-4342-BD4B-0A1689FBDF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" name="image1.gif">
            <a:extLst>
              <a:ext uri="{FF2B5EF4-FFF2-40B4-BE49-F238E27FC236}">
                <a16:creationId xmlns:a16="http://schemas.microsoft.com/office/drawing/2014/main" id="{C5CE0806-DD53-4C49-BD22-59BDEF1E37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5" name="image1.gif">
            <a:extLst>
              <a:ext uri="{FF2B5EF4-FFF2-40B4-BE49-F238E27FC236}">
                <a16:creationId xmlns:a16="http://schemas.microsoft.com/office/drawing/2014/main" id="{22DC32DD-10D9-478E-9A09-28668B90452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6" name="image1.gif">
            <a:extLst>
              <a:ext uri="{FF2B5EF4-FFF2-40B4-BE49-F238E27FC236}">
                <a16:creationId xmlns:a16="http://schemas.microsoft.com/office/drawing/2014/main" id="{24E78F60-C276-43FD-9494-CBBE70200E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7" name="image1.gif">
            <a:extLst>
              <a:ext uri="{FF2B5EF4-FFF2-40B4-BE49-F238E27FC236}">
                <a16:creationId xmlns:a16="http://schemas.microsoft.com/office/drawing/2014/main" id="{20CBBED7-B415-444A-BE10-61F7C1940BB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8" name="image1.gif">
            <a:extLst>
              <a:ext uri="{FF2B5EF4-FFF2-40B4-BE49-F238E27FC236}">
                <a16:creationId xmlns:a16="http://schemas.microsoft.com/office/drawing/2014/main" id="{4D299C0C-6FBD-44F5-94D8-91DCF295C1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9" name="image1.gif">
            <a:extLst>
              <a:ext uri="{FF2B5EF4-FFF2-40B4-BE49-F238E27FC236}">
                <a16:creationId xmlns:a16="http://schemas.microsoft.com/office/drawing/2014/main" id="{1981E9D4-BE1F-4C91-B6E8-9FFE8C134CB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0" name="image1.gif">
            <a:extLst>
              <a:ext uri="{FF2B5EF4-FFF2-40B4-BE49-F238E27FC236}">
                <a16:creationId xmlns:a16="http://schemas.microsoft.com/office/drawing/2014/main" id="{B68BA8D5-FE73-45D2-8F27-555A01861A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1" name="image1.gif">
            <a:extLst>
              <a:ext uri="{FF2B5EF4-FFF2-40B4-BE49-F238E27FC236}">
                <a16:creationId xmlns:a16="http://schemas.microsoft.com/office/drawing/2014/main" id="{9919AA53-3D08-4A31-9437-9BD1F6736EE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2" name="image1.gif">
            <a:extLst>
              <a:ext uri="{FF2B5EF4-FFF2-40B4-BE49-F238E27FC236}">
                <a16:creationId xmlns:a16="http://schemas.microsoft.com/office/drawing/2014/main" id="{1E382570-A66F-40CF-A7D3-24C8AB5EA8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3" name="image1.gif">
            <a:extLst>
              <a:ext uri="{FF2B5EF4-FFF2-40B4-BE49-F238E27FC236}">
                <a16:creationId xmlns:a16="http://schemas.microsoft.com/office/drawing/2014/main" id="{2C32D141-79AF-47D5-B13B-DBCEB223E2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4" name="image1.gif">
            <a:extLst>
              <a:ext uri="{FF2B5EF4-FFF2-40B4-BE49-F238E27FC236}">
                <a16:creationId xmlns:a16="http://schemas.microsoft.com/office/drawing/2014/main" id="{AEBAD0EF-4947-4876-B7F2-CA677DF867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5" name="image1.gif">
            <a:extLst>
              <a:ext uri="{FF2B5EF4-FFF2-40B4-BE49-F238E27FC236}">
                <a16:creationId xmlns:a16="http://schemas.microsoft.com/office/drawing/2014/main" id="{F4217727-77E1-4325-8602-3672C258F9B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6" name="image1.gif">
            <a:extLst>
              <a:ext uri="{FF2B5EF4-FFF2-40B4-BE49-F238E27FC236}">
                <a16:creationId xmlns:a16="http://schemas.microsoft.com/office/drawing/2014/main" id="{08FB6741-7E25-4387-8A42-F2E29DC423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7" name="image1.gif">
            <a:extLst>
              <a:ext uri="{FF2B5EF4-FFF2-40B4-BE49-F238E27FC236}">
                <a16:creationId xmlns:a16="http://schemas.microsoft.com/office/drawing/2014/main" id="{F6BC109D-9C6D-4BEB-A90C-FABCD015A87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8" name="image1.gif">
            <a:extLst>
              <a:ext uri="{FF2B5EF4-FFF2-40B4-BE49-F238E27FC236}">
                <a16:creationId xmlns:a16="http://schemas.microsoft.com/office/drawing/2014/main" id="{07E89032-9E97-448B-9D62-6E083199A7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9" name="image1.gif">
            <a:extLst>
              <a:ext uri="{FF2B5EF4-FFF2-40B4-BE49-F238E27FC236}">
                <a16:creationId xmlns:a16="http://schemas.microsoft.com/office/drawing/2014/main" id="{E71FF534-E047-4368-8C62-85D1EBCCCB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0" name="image1.gif">
            <a:extLst>
              <a:ext uri="{FF2B5EF4-FFF2-40B4-BE49-F238E27FC236}">
                <a16:creationId xmlns:a16="http://schemas.microsoft.com/office/drawing/2014/main" id="{7C63D7F2-0B18-46C9-BA3C-B62C2167D2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1" name="image1.gif">
            <a:extLst>
              <a:ext uri="{FF2B5EF4-FFF2-40B4-BE49-F238E27FC236}">
                <a16:creationId xmlns:a16="http://schemas.microsoft.com/office/drawing/2014/main" id="{616D853B-56D3-4989-8762-FD6C552ED0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2" name="image1.gif">
            <a:extLst>
              <a:ext uri="{FF2B5EF4-FFF2-40B4-BE49-F238E27FC236}">
                <a16:creationId xmlns:a16="http://schemas.microsoft.com/office/drawing/2014/main" id="{27DB5FF4-EA54-4137-9B05-79AAFDB268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3" name="image1.gif">
            <a:extLst>
              <a:ext uri="{FF2B5EF4-FFF2-40B4-BE49-F238E27FC236}">
                <a16:creationId xmlns:a16="http://schemas.microsoft.com/office/drawing/2014/main" id="{E26C112C-E9D0-474E-A5BC-FEB83055C7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4" name="image1.gif">
            <a:extLst>
              <a:ext uri="{FF2B5EF4-FFF2-40B4-BE49-F238E27FC236}">
                <a16:creationId xmlns:a16="http://schemas.microsoft.com/office/drawing/2014/main" id="{3BF064E7-E264-4B18-B99E-E15112EA732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5" name="image1.gif">
            <a:extLst>
              <a:ext uri="{FF2B5EF4-FFF2-40B4-BE49-F238E27FC236}">
                <a16:creationId xmlns:a16="http://schemas.microsoft.com/office/drawing/2014/main" id="{312D47F9-C99B-4185-9DF0-1442C5FB7C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6" name="image1.gif">
            <a:extLst>
              <a:ext uri="{FF2B5EF4-FFF2-40B4-BE49-F238E27FC236}">
                <a16:creationId xmlns:a16="http://schemas.microsoft.com/office/drawing/2014/main" id="{4A4805D5-2D20-486C-8748-742FF916B3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7" name="image1.gif">
            <a:extLst>
              <a:ext uri="{FF2B5EF4-FFF2-40B4-BE49-F238E27FC236}">
                <a16:creationId xmlns:a16="http://schemas.microsoft.com/office/drawing/2014/main" id="{2CB80684-A7B2-478E-910F-A1F6F7A0D1B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8" name="image1.gif">
            <a:extLst>
              <a:ext uri="{FF2B5EF4-FFF2-40B4-BE49-F238E27FC236}">
                <a16:creationId xmlns:a16="http://schemas.microsoft.com/office/drawing/2014/main" id="{3683DF7F-DB7E-41CD-B7FF-157BF424B8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9" name="image1.gif">
            <a:extLst>
              <a:ext uri="{FF2B5EF4-FFF2-40B4-BE49-F238E27FC236}">
                <a16:creationId xmlns:a16="http://schemas.microsoft.com/office/drawing/2014/main" id="{95688A36-E5AF-4597-BFAD-90B57066D4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0" name="image1.gif">
            <a:extLst>
              <a:ext uri="{FF2B5EF4-FFF2-40B4-BE49-F238E27FC236}">
                <a16:creationId xmlns:a16="http://schemas.microsoft.com/office/drawing/2014/main" id="{8D97DF13-D575-41DE-AC4B-286A411D6C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1" name="image1.gif">
            <a:extLst>
              <a:ext uri="{FF2B5EF4-FFF2-40B4-BE49-F238E27FC236}">
                <a16:creationId xmlns:a16="http://schemas.microsoft.com/office/drawing/2014/main" id="{183AA989-9CDF-4367-9418-5B42A8C074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2" name="image1.gif">
            <a:extLst>
              <a:ext uri="{FF2B5EF4-FFF2-40B4-BE49-F238E27FC236}">
                <a16:creationId xmlns:a16="http://schemas.microsoft.com/office/drawing/2014/main" id="{384BD353-5150-4B63-B042-DC8B00295A6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3" name="image1.gif">
            <a:extLst>
              <a:ext uri="{FF2B5EF4-FFF2-40B4-BE49-F238E27FC236}">
                <a16:creationId xmlns:a16="http://schemas.microsoft.com/office/drawing/2014/main" id="{B4EC6644-3256-4E90-A3EB-08F59529AF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4" name="image1.gif">
            <a:extLst>
              <a:ext uri="{FF2B5EF4-FFF2-40B4-BE49-F238E27FC236}">
                <a16:creationId xmlns:a16="http://schemas.microsoft.com/office/drawing/2014/main" id="{F6D2F071-9ACD-4EBD-84E4-23CFA81C239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5" name="image1.gif">
            <a:extLst>
              <a:ext uri="{FF2B5EF4-FFF2-40B4-BE49-F238E27FC236}">
                <a16:creationId xmlns:a16="http://schemas.microsoft.com/office/drawing/2014/main" id="{7CE938FE-2BEB-44C0-886D-897098389C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6" name="image1.gif">
            <a:extLst>
              <a:ext uri="{FF2B5EF4-FFF2-40B4-BE49-F238E27FC236}">
                <a16:creationId xmlns:a16="http://schemas.microsoft.com/office/drawing/2014/main" id="{50A712E7-318B-49FF-A9B1-7440E96C98F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7" name="image1.gif">
            <a:extLst>
              <a:ext uri="{FF2B5EF4-FFF2-40B4-BE49-F238E27FC236}">
                <a16:creationId xmlns:a16="http://schemas.microsoft.com/office/drawing/2014/main" id="{AB3F6E5E-C460-4E21-9548-2017D79699A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8" name="image1.gif">
            <a:extLst>
              <a:ext uri="{FF2B5EF4-FFF2-40B4-BE49-F238E27FC236}">
                <a16:creationId xmlns:a16="http://schemas.microsoft.com/office/drawing/2014/main" id="{67110763-12B3-4F2C-BBF8-79A00CE935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9" name="image1.gif">
            <a:extLst>
              <a:ext uri="{FF2B5EF4-FFF2-40B4-BE49-F238E27FC236}">
                <a16:creationId xmlns:a16="http://schemas.microsoft.com/office/drawing/2014/main" id="{6961F78B-CD53-4685-A1BE-07D8755A2D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0" name="image1.gif">
            <a:extLst>
              <a:ext uri="{FF2B5EF4-FFF2-40B4-BE49-F238E27FC236}">
                <a16:creationId xmlns:a16="http://schemas.microsoft.com/office/drawing/2014/main" id="{C13CA7F3-A9EB-4297-80B8-98AB087EC1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1" name="image1.gif">
            <a:extLst>
              <a:ext uri="{FF2B5EF4-FFF2-40B4-BE49-F238E27FC236}">
                <a16:creationId xmlns:a16="http://schemas.microsoft.com/office/drawing/2014/main" id="{786D707E-7BBB-4F63-9558-350BE39464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2" name="image1.gif">
            <a:extLst>
              <a:ext uri="{FF2B5EF4-FFF2-40B4-BE49-F238E27FC236}">
                <a16:creationId xmlns:a16="http://schemas.microsoft.com/office/drawing/2014/main" id="{085B4843-C44B-4C45-BA03-81FB20FD02B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3" name="image1.gif">
            <a:extLst>
              <a:ext uri="{FF2B5EF4-FFF2-40B4-BE49-F238E27FC236}">
                <a16:creationId xmlns:a16="http://schemas.microsoft.com/office/drawing/2014/main" id="{09C5FCDB-606A-4F4E-84B0-727D7F743D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4" name="image1.gif">
            <a:extLst>
              <a:ext uri="{FF2B5EF4-FFF2-40B4-BE49-F238E27FC236}">
                <a16:creationId xmlns:a16="http://schemas.microsoft.com/office/drawing/2014/main" id="{CAD102E6-FD15-49FC-A7C1-C1E674EA84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5" name="image1.gif">
            <a:extLst>
              <a:ext uri="{FF2B5EF4-FFF2-40B4-BE49-F238E27FC236}">
                <a16:creationId xmlns:a16="http://schemas.microsoft.com/office/drawing/2014/main" id="{332ACA91-1EAB-4615-B02A-66D0B0BEFE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6" name="image1.gif">
            <a:extLst>
              <a:ext uri="{FF2B5EF4-FFF2-40B4-BE49-F238E27FC236}">
                <a16:creationId xmlns:a16="http://schemas.microsoft.com/office/drawing/2014/main" id="{5C075DE8-7E39-465F-A04E-A9080CDDA8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7" name="image1.gif">
            <a:extLst>
              <a:ext uri="{FF2B5EF4-FFF2-40B4-BE49-F238E27FC236}">
                <a16:creationId xmlns:a16="http://schemas.microsoft.com/office/drawing/2014/main" id="{704BA47F-26B6-4CDC-A0C9-061BE703759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8" name="image1.gif">
            <a:extLst>
              <a:ext uri="{FF2B5EF4-FFF2-40B4-BE49-F238E27FC236}">
                <a16:creationId xmlns:a16="http://schemas.microsoft.com/office/drawing/2014/main" id="{BC34D4DE-EE92-4B9D-9160-1A54C2CC41F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9" name="image1.gif">
            <a:extLst>
              <a:ext uri="{FF2B5EF4-FFF2-40B4-BE49-F238E27FC236}">
                <a16:creationId xmlns:a16="http://schemas.microsoft.com/office/drawing/2014/main" id="{52FA5977-7FEE-4652-B7F5-BE2D235801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0" name="image1.gif">
            <a:extLst>
              <a:ext uri="{FF2B5EF4-FFF2-40B4-BE49-F238E27FC236}">
                <a16:creationId xmlns:a16="http://schemas.microsoft.com/office/drawing/2014/main" id="{5849141A-52C7-4F49-A27D-976377338A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1" name="image1.gif">
            <a:extLst>
              <a:ext uri="{FF2B5EF4-FFF2-40B4-BE49-F238E27FC236}">
                <a16:creationId xmlns:a16="http://schemas.microsoft.com/office/drawing/2014/main" id="{353EE2C2-3293-4405-9B1E-D6F4CCD3EA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2" name="image1.gif">
            <a:extLst>
              <a:ext uri="{FF2B5EF4-FFF2-40B4-BE49-F238E27FC236}">
                <a16:creationId xmlns:a16="http://schemas.microsoft.com/office/drawing/2014/main" id="{852E0B77-30AA-40AF-AC46-E0FE1CCAA69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3" name="image1.gif">
            <a:extLst>
              <a:ext uri="{FF2B5EF4-FFF2-40B4-BE49-F238E27FC236}">
                <a16:creationId xmlns:a16="http://schemas.microsoft.com/office/drawing/2014/main" id="{34F71205-8C8F-4E35-826B-CB2B127E80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4" name="image1.gif">
            <a:extLst>
              <a:ext uri="{FF2B5EF4-FFF2-40B4-BE49-F238E27FC236}">
                <a16:creationId xmlns:a16="http://schemas.microsoft.com/office/drawing/2014/main" id="{C91F6187-0690-4687-807D-145CF24295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5" name="image1.gif">
            <a:extLst>
              <a:ext uri="{FF2B5EF4-FFF2-40B4-BE49-F238E27FC236}">
                <a16:creationId xmlns:a16="http://schemas.microsoft.com/office/drawing/2014/main" id="{EEFD6E47-AF82-49FD-91FD-02A3F77668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6" name="image1.gif">
            <a:extLst>
              <a:ext uri="{FF2B5EF4-FFF2-40B4-BE49-F238E27FC236}">
                <a16:creationId xmlns:a16="http://schemas.microsoft.com/office/drawing/2014/main" id="{FACA1ABF-0D9A-4B41-8891-5E59612EE9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7" name="image1.gif">
            <a:extLst>
              <a:ext uri="{FF2B5EF4-FFF2-40B4-BE49-F238E27FC236}">
                <a16:creationId xmlns:a16="http://schemas.microsoft.com/office/drawing/2014/main" id="{465E60FD-DA6E-437C-B966-8542BA9733D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8" name="image1.gif">
            <a:extLst>
              <a:ext uri="{FF2B5EF4-FFF2-40B4-BE49-F238E27FC236}">
                <a16:creationId xmlns:a16="http://schemas.microsoft.com/office/drawing/2014/main" id="{924EBE74-13A2-4338-BB05-FF448457CD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9" name="image1.gif">
            <a:extLst>
              <a:ext uri="{FF2B5EF4-FFF2-40B4-BE49-F238E27FC236}">
                <a16:creationId xmlns:a16="http://schemas.microsoft.com/office/drawing/2014/main" id="{247C5C6F-34D6-4944-B95A-EAFFC4BC97F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0" name="image1.gif">
            <a:extLst>
              <a:ext uri="{FF2B5EF4-FFF2-40B4-BE49-F238E27FC236}">
                <a16:creationId xmlns:a16="http://schemas.microsoft.com/office/drawing/2014/main" id="{65C2035E-856F-457A-9739-CC4837D644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1" name="image1.gif">
            <a:extLst>
              <a:ext uri="{FF2B5EF4-FFF2-40B4-BE49-F238E27FC236}">
                <a16:creationId xmlns:a16="http://schemas.microsoft.com/office/drawing/2014/main" id="{8ACD51E8-FFF2-45C0-BD2F-AB35B7B24D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2" name="image1.gif">
            <a:extLst>
              <a:ext uri="{FF2B5EF4-FFF2-40B4-BE49-F238E27FC236}">
                <a16:creationId xmlns:a16="http://schemas.microsoft.com/office/drawing/2014/main" id="{20081B8E-B0C1-42BC-B3CF-387CF4A1CF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" name="image1.gif">
            <a:extLst>
              <a:ext uri="{FF2B5EF4-FFF2-40B4-BE49-F238E27FC236}">
                <a16:creationId xmlns:a16="http://schemas.microsoft.com/office/drawing/2014/main" id="{58B2FFFA-18CE-4732-954E-BB7AAE99B6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4" name="image1.gif">
            <a:extLst>
              <a:ext uri="{FF2B5EF4-FFF2-40B4-BE49-F238E27FC236}">
                <a16:creationId xmlns:a16="http://schemas.microsoft.com/office/drawing/2014/main" id="{FAE7807D-3102-44E8-B0F7-6EA6A9412E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5" name="image1.gif">
            <a:extLst>
              <a:ext uri="{FF2B5EF4-FFF2-40B4-BE49-F238E27FC236}">
                <a16:creationId xmlns:a16="http://schemas.microsoft.com/office/drawing/2014/main" id="{8FE978C8-2D23-4744-B1BE-DF018453DC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6" name="image1.gif">
            <a:extLst>
              <a:ext uri="{FF2B5EF4-FFF2-40B4-BE49-F238E27FC236}">
                <a16:creationId xmlns:a16="http://schemas.microsoft.com/office/drawing/2014/main" id="{CA9DA24A-692A-4E24-8841-86F261FCE1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7" name="image1.gif">
            <a:extLst>
              <a:ext uri="{FF2B5EF4-FFF2-40B4-BE49-F238E27FC236}">
                <a16:creationId xmlns:a16="http://schemas.microsoft.com/office/drawing/2014/main" id="{1508E50F-6ECB-43B6-B0A3-7203779BD6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8" name="image1.gif">
            <a:extLst>
              <a:ext uri="{FF2B5EF4-FFF2-40B4-BE49-F238E27FC236}">
                <a16:creationId xmlns:a16="http://schemas.microsoft.com/office/drawing/2014/main" id="{A48EC044-E9A4-4EBC-9D3F-1E8C50300D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9" name="image1.gif">
            <a:extLst>
              <a:ext uri="{FF2B5EF4-FFF2-40B4-BE49-F238E27FC236}">
                <a16:creationId xmlns:a16="http://schemas.microsoft.com/office/drawing/2014/main" id="{B97FA840-1A7D-4520-8A8F-11D1C01B92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0" name="image1.gif">
            <a:extLst>
              <a:ext uri="{FF2B5EF4-FFF2-40B4-BE49-F238E27FC236}">
                <a16:creationId xmlns:a16="http://schemas.microsoft.com/office/drawing/2014/main" id="{DE78AB3F-2978-4F92-A1E2-DAFAA9EAD9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1" name="image1.gif">
            <a:extLst>
              <a:ext uri="{FF2B5EF4-FFF2-40B4-BE49-F238E27FC236}">
                <a16:creationId xmlns:a16="http://schemas.microsoft.com/office/drawing/2014/main" id="{2A36766F-434A-48E2-A26F-8BF622C1DC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2" name="image1.gif">
            <a:extLst>
              <a:ext uri="{FF2B5EF4-FFF2-40B4-BE49-F238E27FC236}">
                <a16:creationId xmlns:a16="http://schemas.microsoft.com/office/drawing/2014/main" id="{A39BC570-8E15-4A03-9BDA-5B01B458F51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3" name="image1.gif">
            <a:extLst>
              <a:ext uri="{FF2B5EF4-FFF2-40B4-BE49-F238E27FC236}">
                <a16:creationId xmlns:a16="http://schemas.microsoft.com/office/drawing/2014/main" id="{D45666FA-9236-44F7-AE07-D62D647125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4" name="image1.gif">
            <a:extLst>
              <a:ext uri="{FF2B5EF4-FFF2-40B4-BE49-F238E27FC236}">
                <a16:creationId xmlns:a16="http://schemas.microsoft.com/office/drawing/2014/main" id="{92DA39F5-2D3D-430F-82D0-EFC9AE1DE58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5" name="image1.gif">
            <a:extLst>
              <a:ext uri="{FF2B5EF4-FFF2-40B4-BE49-F238E27FC236}">
                <a16:creationId xmlns:a16="http://schemas.microsoft.com/office/drawing/2014/main" id="{A3903B9F-EC5C-4560-8EF3-60668A6D8C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6" name="image1.gif">
            <a:extLst>
              <a:ext uri="{FF2B5EF4-FFF2-40B4-BE49-F238E27FC236}">
                <a16:creationId xmlns:a16="http://schemas.microsoft.com/office/drawing/2014/main" id="{C00BEAF1-822B-4075-BB82-ED03BD81AD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7" name="image1.gif">
            <a:extLst>
              <a:ext uri="{FF2B5EF4-FFF2-40B4-BE49-F238E27FC236}">
                <a16:creationId xmlns:a16="http://schemas.microsoft.com/office/drawing/2014/main" id="{EED11C44-7ED1-471A-BFA8-C419BE809D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8" name="image1.gif">
            <a:extLst>
              <a:ext uri="{FF2B5EF4-FFF2-40B4-BE49-F238E27FC236}">
                <a16:creationId xmlns:a16="http://schemas.microsoft.com/office/drawing/2014/main" id="{97F41DBF-38AC-454A-8EE8-BF135C96BB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9" name="image1.gif">
            <a:extLst>
              <a:ext uri="{FF2B5EF4-FFF2-40B4-BE49-F238E27FC236}">
                <a16:creationId xmlns:a16="http://schemas.microsoft.com/office/drawing/2014/main" id="{6D7CC532-02DC-40B8-9E6F-27241F0CA6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0" name="image1.gif">
            <a:extLst>
              <a:ext uri="{FF2B5EF4-FFF2-40B4-BE49-F238E27FC236}">
                <a16:creationId xmlns:a16="http://schemas.microsoft.com/office/drawing/2014/main" id="{9637102D-230A-4F4F-A26E-F38BB5C018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1" name="image1.gif">
            <a:extLst>
              <a:ext uri="{FF2B5EF4-FFF2-40B4-BE49-F238E27FC236}">
                <a16:creationId xmlns:a16="http://schemas.microsoft.com/office/drawing/2014/main" id="{59DAAE70-9AA5-4FCB-B712-A056816AE6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2" name="image1.gif">
            <a:extLst>
              <a:ext uri="{FF2B5EF4-FFF2-40B4-BE49-F238E27FC236}">
                <a16:creationId xmlns:a16="http://schemas.microsoft.com/office/drawing/2014/main" id="{A914B9CC-F7BA-47D7-860A-41B976AB221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3" name="image1.gif">
            <a:extLst>
              <a:ext uri="{FF2B5EF4-FFF2-40B4-BE49-F238E27FC236}">
                <a16:creationId xmlns:a16="http://schemas.microsoft.com/office/drawing/2014/main" id="{60110D05-358D-4E12-8F21-664F1AB460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4" name="image1.gif">
            <a:extLst>
              <a:ext uri="{FF2B5EF4-FFF2-40B4-BE49-F238E27FC236}">
                <a16:creationId xmlns:a16="http://schemas.microsoft.com/office/drawing/2014/main" id="{9B1BBADE-747C-45FC-9A5D-78C9923DF9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5" name="image1.gif">
            <a:extLst>
              <a:ext uri="{FF2B5EF4-FFF2-40B4-BE49-F238E27FC236}">
                <a16:creationId xmlns:a16="http://schemas.microsoft.com/office/drawing/2014/main" id="{6CF20B91-3ED0-4243-B8A6-48C1C0E05B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6" name="image1.gif">
            <a:extLst>
              <a:ext uri="{FF2B5EF4-FFF2-40B4-BE49-F238E27FC236}">
                <a16:creationId xmlns:a16="http://schemas.microsoft.com/office/drawing/2014/main" id="{9C58160C-5629-44E0-A8D5-500E6D03D6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7" name="image1.gif">
            <a:extLst>
              <a:ext uri="{FF2B5EF4-FFF2-40B4-BE49-F238E27FC236}">
                <a16:creationId xmlns:a16="http://schemas.microsoft.com/office/drawing/2014/main" id="{D4C5C42C-1129-456E-A4F9-A68B1AD572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8" name="image1.gif">
            <a:extLst>
              <a:ext uri="{FF2B5EF4-FFF2-40B4-BE49-F238E27FC236}">
                <a16:creationId xmlns:a16="http://schemas.microsoft.com/office/drawing/2014/main" id="{AFE6A03A-2F49-464B-9C36-60B1232E08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9" name="image1.gif">
            <a:extLst>
              <a:ext uri="{FF2B5EF4-FFF2-40B4-BE49-F238E27FC236}">
                <a16:creationId xmlns:a16="http://schemas.microsoft.com/office/drawing/2014/main" id="{BB9C7EDF-F60C-4E6C-AB2F-3D7CBE0BC0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0" name="image1.gif">
            <a:extLst>
              <a:ext uri="{FF2B5EF4-FFF2-40B4-BE49-F238E27FC236}">
                <a16:creationId xmlns:a16="http://schemas.microsoft.com/office/drawing/2014/main" id="{238F9DCF-EFAB-46F3-8B1E-EFE5322AE2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1" name="image1.gif">
            <a:extLst>
              <a:ext uri="{FF2B5EF4-FFF2-40B4-BE49-F238E27FC236}">
                <a16:creationId xmlns:a16="http://schemas.microsoft.com/office/drawing/2014/main" id="{8D34530B-2184-40CD-9A1E-8379080128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2" name="image1.gif">
            <a:extLst>
              <a:ext uri="{FF2B5EF4-FFF2-40B4-BE49-F238E27FC236}">
                <a16:creationId xmlns:a16="http://schemas.microsoft.com/office/drawing/2014/main" id="{4C881C99-3458-4372-8A8E-59F2F82CCD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" name="image1.gif">
            <a:extLst>
              <a:ext uri="{FF2B5EF4-FFF2-40B4-BE49-F238E27FC236}">
                <a16:creationId xmlns:a16="http://schemas.microsoft.com/office/drawing/2014/main" id="{06F1CC8B-7410-4E18-AD2F-06C76CFC7E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4" name="image1.gif">
            <a:extLst>
              <a:ext uri="{FF2B5EF4-FFF2-40B4-BE49-F238E27FC236}">
                <a16:creationId xmlns:a16="http://schemas.microsoft.com/office/drawing/2014/main" id="{2729EADF-DD35-48E9-968F-B8BA2941C7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5" name="image1.gif">
            <a:extLst>
              <a:ext uri="{FF2B5EF4-FFF2-40B4-BE49-F238E27FC236}">
                <a16:creationId xmlns:a16="http://schemas.microsoft.com/office/drawing/2014/main" id="{C26B60CB-16AC-48B8-B746-53BDBA6B71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6" name="image1.gif">
            <a:extLst>
              <a:ext uri="{FF2B5EF4-FFF2-40B4-BE49-F238E27FC236}">
                <a16:creationId xmlns:a16="http://schemas.microsoft.com/office/drawing/2014/main" id="{D53C9C32-263B-4A1B-9417-00B59D753C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7" name="image1.gif">
            <a:extLst>
              <a:ext uri="{FF2B5EF4-FFF2-40B4-BE49-F238E27FC236}">
                <a16:creationId xmlns:a16="http://schemas.microsoft.com/office/drawing/2014/main" id="{78AD64A6-8FB3-482A-912C-F8399C23D2D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8" name="image1.gif">
            <a:extLst>
              <a:ext uri="{FF2B5EF4-FFF2-40B4-BE49-F238E27FC236}">
                <a16:creationId xmlns:a16="http://schemas.microsoft.com/office/drawing/2014/main" id="{7A1BD49B-974F-41E7-B888-EE08D3682B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9" name="image1.gif">
            <a:extLst>
              <a:ext uri="{FF2B5EF4-FFF2-40B4-BE49-F238E27FC236}">
                <a16:creationId xmlns:a16="http://schemas.microsoft.com/office/drawing/2014/main" id="{52A74FD4-49CB-4698-A1B3-B228B0A30C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0" name="image1.gif">
            <a:extLst>
              <a:ext uri="{FF2B5EF4-FFF2-40B4-BE49-F238E27FC236}">
                <a16:creationId xmlns:a16="http://schemas.microsoft.com/office/drawing/2014/main" id="{CFE320C2-7336-4E00-88F6-6C76D900CD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1" name="image1.gif">
            <a:extLst>
              <a:ext uri="{FF2B5EF4-FFF2-40B4-BE49-F238E27FC236}">
                <a16:creationId xmlns:a16="http://schemas.microsoft.com/office/drawing/2014/main" id="{2C4414AA-EE99-4B46-9870-7F922540BD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2" name="image1.gif">
            <a:extLst>
              <a:ext uri="{FF2B5EF4-FFF2-40B4-BE49-F238E27FC236}">
                <a16:creationId xmlns:a16="http://schemas.microsoft.com/office/drawing/2014/main" id="{137CEDAD-A1CD-4395-89F5-2D3CF942F99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3" name="image1.gif">
            <a:extLst>
              <a:ext uri="{FF2B5EF4-FFF2-40B4-BE49-F238E27FC236}">
                <a16:creationId xmlns:a16="http://schemas.microsoft.com/office/drawing/2014/main" id="{CB5427AF-7B5A-4C4F-8827-C449775564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image1.gif">
            <a:extLst>
              <a:ext uri="{FF2B5EF4-FFF2-40B4-BE49-F238E27FC236}">
                <a16:creationId xmlns:a16="http://schemas.microsoft.com/office/drawing/2014/main" id="{BBDEF24E-99E8-49B7-8591-5373AD81F6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age1.gif">
            <a:extLst>
              <a:ext uri="{FF2B5EF4-FFF2-40B4-BE49-F238E27FC236}">
                <a16:creationId xmlns:a16="http://schemas.microsoft.com/office/drawing/2014/main" id="{D58F59DB-CD00-4847-A484-A06BDA9902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image1.gif">
            <a:extLst>
              <a:ext uri="{FF2B5EF4-FFF2-40B4-BE49-F238E27FC236}">
                <a16:creationId xmlns:a16="http://schemas.microsoft.com/office/drawing/2014/main" id="{CFCEC4ED-7445-4A4B-A9FF-906FFAFBA6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image1.gif">
            <a:extLst>
              <a:ext uri="{FF2B5EF4-FFF2-40B4-BE49-F238E27FC236}">
                <a16:creationId xmlns:a16="http://schemas.microsoft.com/office/drawing/2014/main" id="{F118E5E6-3FF1-42CF-8018-F2470B596D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image1.gif">
            <a:extLst>
              <a:ext uri="{FF2B5EF4-FFF2-40B4-BE49-F238E27FC236}">
                <a16:creationId xmlns:a16="http://schemas.microsoft.com/office/drawing/2014/main" id="{E3A9FEF4-FC28-4ACE-A676-8070E15ADEB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image1.gif">
            <a:extLst>
              <a:ext uri="{FF2B5EF4-FFF2-40B4-BE49-F238E27FC236}">
                <a16:creationId xmlns:a16="http://schemas.microsoft.com/office/drawing/2014/main" id="{7FE20299-EA73-47B0-B182-159F899749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image1.gif">
            <a:extLst>
              <a:ext uri="{FF2B5EF4-FFF2-40B4-BE49-F238E27FC236}">
                <a16:creationId xmlns:a16="http://schemas.microsoft.com/office/drawing/2014/main" id="{A4288112-B8B1-4153-BE87-D9687CEF98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image1.gif">
            <a:extLst>
              <a:ext uri="{FF2B5EF4-FFF2-40B4-BE49-F238E27FC236}">
                <a16:creationId xmlns:a16="http://schemas.microsoft.com/office/drawing/2014/main" id="{346CCC87-F46E-4F08-AFA5-9202389B2D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image1.gif">
            <a:extLst>
              <a:ext uri="{FF2B5EF4-FFF2-40B4-BE49-F238E27FC236}">
                <a16:creationId xmlns:a16="http://schemas.microsoft.com/office/drawing/2014/main" id="{76AAA435-7FF8-402D-AB53-9C4AA8EA6085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1033" name="image2.gif">
            <a:extLst>
              <a:ext uri="{FF2B5EF4-FFF2-40B4-BE49-F238E27FC236}">
                <a16:creationId xmlns:a16="http://schemas.microsoft.com/office/drawing/2014/main" id="{9BA9F222-0A1F-44A2-89CC-D145EB112E8F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1034" name="image3.gif">
            <a:extLst>
              <a:ext uri="{FF2B5EF4-FFF2-40B4-BE49-F238E27FC236}">
                <a16:creationId xmlns:a16="http://schemas.microsoft.com/office/drawing/2014/main" id="{1D8723C1-0E87-42D3-B47B-53AE3BEC03C3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7621590" y="-4614863"/>
            <a:ext cx="28575" cy="333375"/>
          </a:xfrm>
          <a:prstGeom prst="rect">
            <a:avLst/>
          </a:prstGeom>
          <a:noFill/>
        </p:spPr>
      </p:pic>
      <p:pic>
        <p:nvPicPr>
          <p:cNvPr id="1035" name="image1.gif">
            <a:extLst>
              <a:ext uri="{FF2B5EF4-FFF2-40B4-BE49-F238E27FC236}">
                <a16:creationId xmlns:a16="http://schemas.microsoft.com/office/drawing/2014/main" id="{7F96A08D-0E6A-4A5B-88E3-7D52EC7817C2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1036" name="image2.gif">
            <a:extLst>
              <a:ext uri="{FF2B5EF4-FFF2-40B4-BE49-F238E27FC236}">
                <a16:creationId xmlns:a16="http://schemas.microsoft.com/office/drawing/2014/main" id="{EBAC3E30-C0FB-4A30-8B50-20FEF2C36D9D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1037" name="image1.gif">
            <a:extLst>
              <a:ext uri="{FF2B5EF4-FFF2-40B4-BE49-F238E27FC236}">
                <a16:creationId xmlns:a16="http://schemas.microsoft.com/office/drawing/2014/main" id="{4277E8C0-E055-4EB7-96FF-72585E28B2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0" y="-4630738"/>
            <a:ext cx="31750" cy="40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image1.gif">
            <a:extLst>
              <a:ext uri="{FF2B5EF4-FFF2-40B4-BE49-F238E27FC236}">
                <a16:creationId xmlns:a16="http://schemas.microsoft.com/office/drawing/2014/main" id="{BDC70139-FA71-46FF-B303-DD8667757A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image1.gif">
            <a:extLst>
              <a:ext uri="{FF2B5EF4-FFF2-40B4-BE49-F238E27FC236}">
                <a16:creationId xmlns:a16="http://schemas.microsoft.com/office/drawing/2014/main" id="{857B0136-5B4F-4616-AD1C-FF3A03C48BB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image1.gif">
            <a:extLst>
              <a:ext uri="{FF2B5EF4-FFF2-40B4-BE49-F238E27FC236}">
                <a16:creationId xmlns:a16="http://schemas.microsoft.com/office/drawing/2014/main" id="{DDBE9DD9-E5D7-4D7B-A31C-95814DCFE9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image1.gif">
            <a:extLst>
              <a:ext uri="{FF2B5EF4-FFF2-40B4-BE49-F238E27FC236}">
                <a16:creationId xmlns:a16="http://schemas.microsoft.com/office/drawing/2014/main" id="{24CCF515-A96F-49B4-AB8E-253F1820EA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image1.gif">
            <a:extLst>
              <a:ext uri="{FF2B5EF4-FFF2-40B4-BE49-F238E27FC236}">
                <a16:creationId xmlns:a16="http://schemas.microsoft.com/office/drawing/2014/main" id="{A407064E-F241-486B-BABD-167D7186ED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image1.gif">
            <a:extLst>
              <a:ext uri="{FF2B5EF4-FFF2-40B4-BE49-F238E27FC236}">
                <a16:creationId xmlns:a16="http://schemas.microsoft.com/office/drawing/2014/main" id="{4EB719ED-F803-4195-8199-4A25F206BC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image1.gif">
            <a:extLst>
              <a:ext uri="{FF2B5EF4-FFF2-40B4-BE49-F238E27FC236}">
                <a16:creationId xmlns:a16="http://schemas.microsoft.com/office/drawing/2014/main" id="{B82E58B0-DDD0-486D-88F2-0DC4906CAE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image1.gif">
            <a:extLst>
              <a:ext uri="{FF2B5EF4-FFF2-40B4-BE49-F238E27FC236}">
                <a16:creationId xmlns:a16="http://schemas.microsoft.com/office/drawing/2014/main" id="{0E361B66-5120-4BB0-9BA0-B2BDBD8A119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image1.gif">
            <a:extLst>
              <a:ext uri="{FF2B5EF4-FFF2-40B4-BE49-F238E27FC236}">
                <a16:creationId xmlns:a16="http://schemas.microsoft.com/office/drawing/2014/main" id="{E2DF313A-8756-47F3-8367-8E2389B316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image1.gif">
            <a:extLst>
              <a:ext uri="{FF2B5EF4-FFF2-40B4-BE49-F238E27FC236}">
                <a16:creationId xmlns:a16="http://schemas.microsoft.com/office/drawing/2014/main" id="{0B8902B2-F3F5-4F72-A94E-93B6C70193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image1.gif">
            <a:extLst>
              <a:ext uri="{FF2B5EF4-FFF2-40B4-BE49-F238E27FC236}">
                <a16:creationId xmlns:a16="http://schemas.microsoft.com/office/drawing/2014/main" id="{75879262-8A63-4769-8B22-85B416EA1D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image1.gif">
            <a:extLst>
              <a:ext uri="{FF2B5EF4-FFF2-40B4-BE49-F238E27FC236}">
                <a16:creationId xmlns:a16="http://schemas.microsoft.com/office/drawing/2014/main" id="{EFEA2A00-57CC-404D-A6D8-260ECBF4C7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image1.gif">
            <a:extLst>
              <a:ext uri="{FF2B5EF4-FFF2-40B4-BE49-F238E27FC236}">
                <a16:creationId xmlns:a16="http://schemas.microsoft.com/office/drawing/2014/main" id="{5FD84CDC-BADF-4C25-BB14-D54D4FBA6E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image1.gif">
            <a:extLst>
              <a:ext uri="{FF2B5EF4-FFF2-40B4-BE49-F238E27FC236}">
                <a16:creationId xmlns:a16="http://schemas.microsoft.com/office/drawing/2014/main" id="{567E1511-9D34-4EAB-A737-0E37DADD67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image1.gif">
            <a:extLst>
              <a:ext uri="{FF2B5EF4-FFF2-40B4-BE49-F238E27FC236}">
                <a16:creationId xmlns:a16="http://schemas.microsoft.com/office/drawing/2014/main" id="{12E021C8-82D3-4ACE-A194-153EB55436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image1.gif">
            <a:extLst>
              <a:ext uri="{FF2B5EF4-FFF2-40B4-BE49-F238E27FC236}">
                <a16:creationId xmlns:a16="http://schemas.microsoft.com/office/drawing/2014/main" id="{91477ABB-6120-4F6A-837D-E779FA113C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image1.gif">
            <a:extLst>
              <a:ext uri="{FF2B5EF4-FFF2-40B4-BE49-F238E27FC236}">
                <a16:creationId xmlns:a16="http://schemas.microsoft.com/office/drawing/2014/main" id="{085220EF-2B56-4638-81EB-6BEACF178E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image1.gif">
            <a:extLst>
              <a:ext uri="{FF2B5EF4-FFF2-40B4-BE49-F238E27FC236}">
                <a16:creationId xmlns:a16="http://schemas.microsoft.com/office/drawing/2014/main" id="{8C373910-835C-4C83-ACFE-4AB5C88E63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image1.gif">
            <a:extLst>
              <a:ext uri="{FF2B5EF4-FFF2-40B4-BE49-F238E27FC236}">
                <a16:creationId xmlns:a16="http://schemas.microsoft.com/office/drawing/2014/main" id="{6C77AC82-1737-44D2-BEE5-28E8D21FDB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image1.gif">
            <a:extLst>
              <a:ext uri="{FF2B5EF4-FFF2-40B4-BE49-F238E27FC236}">
                <a16:creationId xmlns:a16="http://schemas.microsoft.com/office/drawing/2014/main" id="{7326E643-581C-4621-9D44-F1AD7E8FE4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image1.gif">
            <a:extLst>
              <a:ext uri="{FF2B5EF4-FFF2-40B4-BE49-F238E27FC236}">
                <a16:creationId xmlns:a16="http://schemas.microsoft.com/office/drawing/2014/main" id="{0CC48F34-0CCC-4411-970A-897409725B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image1.gif">
            <a:extLst>
              <a:ext uri="{FF2B5EF4-FFF2-40B4-BE49-F238E27FC236}">
                <a16:creationId xmlns:a16="http://schemas.microsoft.com/office/drawing/2014/main" id="{6EBCA47A-AA88-4AF9-A63C-79459EB472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image1.gif">
            <a:extLst>
              <a:ext uri="{FF2B5EF4-FFF2-40B4-BE49-F238E27FC236}">
                <a16:creationId xmlns:a16="http://schemas.microsoft.com/office/drawing/2014/main" id="{438012E9-B972-48E3-8B67-BAFC1AB020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image1.gif">
            <a:extLst>
              <a:ext uri="{FF2B5EF4-FFF2-40B4-BE49-F238E27FC236}">
                <a16:creationId xmlns:a16="http://schemas.microsoft.com/office/drawing/2014/main" id="{812D7903-3E2A-4E3F-BFA0-E0AD018F32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image1.gif">
            <a:extLst>
              <a:ext uri="{FF2B5EF4-FFF2-40B4-BE49-F238E27FC236}">
                <a16:creationId xmlns:a16="http://schemas.microsoft.com/office/drawing/2014/main" id="{D0DBAE05-C5AE-43FB-95BF-4E4B44AE08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image1.gif">
            <a:extLst>
              <a:ext uri="{FF2B5EF4-FFF2-40B4-BE49-F238E27FC236}">
                <a16:creationId xmlns:a16="http://schemas.microsoft.com/office/drawing/2014/main" id="{3E0CA330-AE08-4D14-93B9-375183393A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image1.gif">
            <a:extLst>
              <a:ext uri="{FF2B5EF4-FFF2-40B4-BE49-F238E27FC236}">
                <a16:creationId xmlns:a16="http://schemas.microsoft.com/office/drawing/2014/main" id="{04CEBBF8-2B01-45A1-A156-AFB5C4C5079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image1.gif">
            <a:extLst>
              <a:ext uri="{FF2B5EF4-FFF2-40B4-BE49-F238E27FC236}">
                <a16:creationId xmlns:a16="http://schemas.microsoft.com/office/drawing/2014/main" id="{851C9E44-B948-40FD-B8FA-CB1CB84F09A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image1.gif">
            <a:extLst>
              <a:ext uri="{FF2B5EF4-FFF2-40B4-BE49-F238E27FC236}">
                <a16:creationId xmlns:a16="http://schemas.microsoft.com/office/drawing/2014/main" id="{7FE36DF7-AB22-420D-BECC-EADFA06467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image1.gif">
            <a:extLst>
              <a:ext uri="{FF2B5EF4-FFF2-40B4-BE49-F238E27FC236}">
                <a16:creationId xmlns:a16="http://schemas.microsoft.com/office/drawing/2014/main" id="{6F8F724B-1189-40FE-A993-1DBBD22207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image1.gif">
            <a:extLst>
              <a:ext uri="{FF2B5EF4-FFF2-40B4-BE49-F238E27FC236}">
                <a16:creationId xmlns:a16="http://schemas.microsoft.com/office/drawing/2014/main" id="{A3CDF7FF-7CBF-4BA6-A12E-C75D88AE06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image1.gif">
            <a:extLst>
              <a:ext uri="{FF2B5EF4-FFF2-40B4-BE49-F238E27FC236}">
                <a16:creationId xmlns:a16="http://schemas.microsoft.com/office/drawing/2014/main" id="{E55EC822-BF5F-4F48-9374-99C10F3260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image1.gif">
            <a:extLst>
              <a:ext uri="{FF2B5EF4-FFF2-40B4-BE49-F238E27FC236}">
                <a16:creationId xmlns:a16="http://schemas.microsoft.com/office/drawing/2014/main" id="{E6BEFF19-1FC7-41C6-8A1F-094CA56241D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image1.gif">
            <a:extLst>
              <a:ext uri="{FF2B5EF4-FFF2-40B4-BE49-F238E27FC236}">
                <a16:creationId xmlns:a16="http://schemas.microsoft.com/office/drawing/2014/main" id="{04DD4B78-E2CA-4697-8953-0D3EBF1576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image1.gif">
            <a:extLst>
              <a:ext uri="{FF2B5EF4-FFF2-40B4-BE49-F238E27FC236}">
                <a16:creationId xmlns:a16="http://schemas.microsoft.com/office/drawing/2014/main" id="{81A0F23E-9F55-41A8-8ACB-1AF2A2FAF9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image1.gif">
            <a:extLst>
              <a:ext uri="{FF2B5EF4-FFF2-40B4-BE49-F238E27FC236}">
                <a16:creationId xmlns:a16="http://schemas.microsoft.com/office/drawing/2014/main" id="{3F84AAC6-92DC-45A2-9470-C9EB325413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image1.gif">
            <a:extLst>
              <a:ext uri="{FF2B5EF4-FFF2-40B4-BE49-F238E27FC236}">
                <a16:creationId xmlns:a16="http://schemas.microsoft.com/office/drawing/2014/main" id="{93074AAB-965D-4507-8ADD-261AB1067B2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image1.gif">
            <a:extLst>
              <a:ext uri="{FF2B5EF4-FFF2-40B4-BE49-F238E27FC236}">
                <a16:creationId xmlns:a16="http://schemas.microsoft.com/office/drawing/2014/main" id="{B8670893-6323-4622-A444-0D2A3A48DB1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image1.gif">
            <a:extLst>
              <a:ext uri="{FF2B5EF4-FFF2-40B4-BE49-F238E27FC236}">
                <a16:creationId xmlns:a16="http://schemas.microsoft.com/office/drawing/2014/main" id="{642E4D14-29CB-494B-AAC7-96A6E5FE68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7" name="image1.gif">
            <a:extLst>
              <a:ext uri="{FF2B5EF4-FFF2-40B4-BE49-F238E27FC236}">
                <a16:creationId xmlns:a16="http://schemas.microsoft.com/office/drawing/2014/main" id="{35F583D7-E70E-4DAB-81B1-9E81C287E7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image1.gif">
            <a:extLst>
              <a:ext uri="{FF2B5EF4-FFF2-40B4-BE49-F238E27FC236}">
                <a16:creationId xmlns:a16="http://schemas.microsoft.com/office/drawing/2014/main" id="{F304DCFD-712F-44EA-92F4-9A401F214C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image1.gif">
            <a:extLst>
              <a:ext uri="{FF2B5EF4-FFF2-40B4-BE49-F238E27FC236}">
                <a16:creationId xmlns:a16="http://schemas.microsoft.com/office/drawing/2014/main" id="{2752C5B0-EC2E-4BE4-9042-C95D6F3608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image1.gif">
            <a:extLst>
              <a:ext uri="{FF2B5EF4-FFF2-40B4-BE49-F238E27FC236}">
                <a16:creationId xmlns:a16="http://schemas.microsoft.com/office/drawing/2014/main" id="{7EB0ADB8-D8B6-4972-AB88-4F8549F73E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image1.gif">
            <a:extLst>
              <a:ext uri="{FF2B5EF4-FFF2-40B4-BE49-F238E27FC236}">
                <a16:creationId xmlns:a16="http://schemas.microsoft.com/office/drawing/2014/main" id="{88802866-6D17-48DE-92C1-8649821700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image1.gif">
            <a:extLst>
              <a:ext uri="{FF2B5EF4-FFF2-40B4-BE49-F238E27FC236}">
                <a16:creationId xmlns:a16="http://schemas.microsoft.com/office/drawing/2014/main" id="{1493B3E8-D7A4-4163-A02A-A6CDB232D55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image1.gif">
            <a:extLst>
              <a:ext uri="{FF2B5EF4-FFF2-40B4-BE49-F238E27FC236}">
                <a16:creationId xmlns:a16="http://schemas.microsoft.com/office/drawing/2014/main" id="{133EF51D-373B-4D40-B3B4-953D6C18DDB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image1.gif">
            <a:extLst>
              <a:ext uri="{FF2B5EF4-FFF2-40B4-BE49-F238E27FC236}">
                <a16:creationId xmlns:a16="http://schemas.microsoft.com/office/drawing/2014/main" id="{8D8E6097-47FF-47EC-8613-30A3E56B45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image1.gif">
            <a:extLst>
              <a:ext uri="{FF2B5EF4-FFF2-40B4-BE49-F238E27FC236}">
                <a16:creationId xmlns:a16="http://schemas.microsoft.com/office/drawing/2014/main" id="{9CA87059-9DA2-4FBA-9EF2-BA7D65457C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image1.gif">
            <a:extLst>
              <a:ext uri="{FF2B5EF4-FFF2-40B4-BE49-F238E27FC236}">
                <a16:creationId xmlns:a16="http://schemas.microsoft.com/office/drawing/2014/main" id="{770C114E-1EFD-4BDE-854B-0CD7E323AD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7" name="image1.gif">
            <a:extLst>
              <a:ext uri="{FF2B5EF4-FFF2-40B4-BE49-F238E27FC236}">
                <a16:creationId xmlns:a16="http://schemas.microsoft.com/office/drawing/2014/main" id="{87EFF4FB-C2F1-4CC1-AEFA-D6DD7250724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image1.gif">
            <a:extLst>
              <a:ext uri="{FF2B5EF4-FFF2-40B4-BE49-F238E27FC236}">
                <a16:creationId xmlns:a16="http://schemas.microsoft.com/office/drawing/2014/main" id="{9502A6D6-7AD8-4225-9B73-5DDB3A963A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9" name="image1.gif">
            <a:extLst>
              <a:ext uri="{FF2B5EF4-FFF2-40B4-BE49-F238E27FC236}">
                <a16:creationId xmlns:a16="http://schemas.microsoft.com/office/drawing/2014/main" id="{9D74085C-5815-435B-AE9C-5DFA5989B3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image1.gif">
            <a:extLst>
              <a:ext uri="{FF2B5EF4-FFF2-40B4-BE49-F238E27FC236}">
                <a16:creationId xmlns:a16="http://schemas.microsoft.com/office/drawing/2014/main" id="{221BE0BD-92BD-4C8B-B8A5-DE7C165A55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1" name="image1.gif">
            <a:extLst>
              <a:ext uri="{FF2B5EF4-FFF2-40B4-BE49-F238E27FC236}">
                <a16:creationId xmlns:a16="http://schemas.microsoft.com/office/drawing/2014/main" id="{932A3386-5C9D-4A60-811F-D0A0D5E1A7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image1.gif">
            <a:extLst>
              <a:ext uri="{FF2B5EF4-FFF2-40B4-BE49-F238E27FC236}">
                <a16:creationId xmlns:a16="http://schemas.microsoft.com/office/drawing/2014/main" id="{437C9A35-8FCD-4943-B87C-EC77F23871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3" name="image1.gif">
            <a:extLst>
              <a:ext uri="{FF2B5EF4-FFF2-40B4-BE49-F238E27FC236}">
                <a16:creationId xmlns:a16="http://schemas.microsoft.com/office/drawing/2014/main" id="{071CCA7C-F4C8-4CDF-87E5-39729366DA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4" name="image1.gif">
            <a:extLst>
              <a:ext uri="{FF2B5EF4-FFF2-40B4-BE49-F238E27FC236}">
                <a16:creationId xmlns:a16="http://schemas.microsoft.com/office/drawing/2014/main" id="{B11E01D7-216D-416E-9931-96FD85B185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" name="image1.gif">
            <a:extLst>
              <a:ext uri="{FF2B5EF4-FFF2-40B4-BE49-F238E27FC236}">
                <a16:creationId xmlns:a16="http://schemas.microsoft.com/office/drawing/2014/main" id="{2EBDFACC-98E4-4F91-B686-8664B6EBAA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image1.gif">
            <a:extLst>
              <a:ext uri="{FF2B5EF4-FFF2-40B4-BE49-F238E27FC236}">
                <a16:creationId xmlns:a16="http://schemas.microsoft.com/office/drawing/2014/main" id="{BC348AB5-D006-42DB-91CE-F7E2CC8A74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7" name="image1.gif">
            <a:extLst>
              <a:ext uri="{FF2B5EF4-FFF2-40B4-BE49-F238E27FC236}">
                <a16:creationId xmlns:a16="http://schemas.microsoft.com/office/drawing/2014/main" id="{CE6E8536-456F-43CD-A811-73D42A5245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8" name="image1.gif">
            <a:extLst>
              <a:ext uri="{FF2B5EF4-FFF2-40B4-BE49-F238E27FC236}">
                <a16:creationId xmlns:a16="http://schemas.microsoft.com/office/drawing/2014/main" id="{58DBAFAB-8380-4177-96FC-0B1FA5B5D8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9" name="image1.gif">
            <a:extLst>
              <a:ext uri="{FF2B5EF4-FFF2-40B4-BE49-F238E27FC236}">
                <a16:creationId xmlns:a16="http://schemas.microsoft.com/office/drawing/2014/main" id="{71003BF0-5E85-4B12-8EA0-99367AA20D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image1.gif">
            <a:extLst>
              <a:ext uri="{FF2B5EF4-FFF2-40B4-BE49-F238E27FC236}">
                <a16:creationId xmlns:a16="http://schemas.microsoft.com/office/drawing/2014/main" id="{E00A89AE-26C3-4461-84DF-E320BA22A1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1" name="image1.gif">
            <a:extLst>
              <a:ext uri="{FF2B5EF4-FFF2-40B4-BE49-F238E27FC236}">
                <a16:creationId xmlns:a16="http://schemas.microsoft.com/office/drawing/2014/main" id="{FDB97327-77E8-43AC-BDCF-33293C1FA0E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image1.gif">
            <a:extLst>
              <a:ext uri="{FF2B5EF4-FFF2-40B4-BE49-F238E27FC236}">
                <a16:creationId xmlns:a16="http://schemas.microsoft.com/office/drawing/2014/main" id="{C45950D7-5E2C-4077-87D3-B2C3A2FB965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3" name="image1.gif">
            <a:extLst>
              <a:ext uri="{FF2B5EF4-FFF2-40B4-BE49-F238E27FC236}">
                <a16:creationId xmlns:a16="http://schemas.microsoft.com/office/drawing/2014/main" id="{770638E2-9316-4354-BC4D-711FEE38A8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4" name="image1.gif">
            <a:extLst>
              <a:ext uri="{FF2B5EF4-FFF2-40B4-BE49-F238E27FC236}">
                <a16:creationId xmlns:a16="http://schemas.microsoft.com/office/drawing/2014/main" id="{D14C08DA-C295-4718-B904-1CDC5C3E69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5" name="image1.gif">
            <a:extLst>
              <a:ext uri="{FF2B5EF4-FFF2-40B4-BE49-F238E27FC236}">
                <a16:creationId xmlns:a16="http://schemas.microsoft.com/office/drawing/2014/main" id="{F014AB10-BA88-4917-A8A4-A77DACEB4D3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6" name="image1.gif">
            <a:extLst>
              <a:ext uri="{FF2B5EF4-FFF2-40B4-BE49-F238E27FC236}">
                <a16:creationId xmlns:a16="http://schemas.microsoft.com/office/drawing/2014/main" id="{DC0A6CB9-378E-4176-A262-5B4A064F59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7" name="image1.gif">
            <a:extLst>
              <a:ext uri="{FF2B5EF4-FFF2-40B4-BE49-F238E27FC236}">
                <a16:creationId xmlns:a16="http://schemas.microsoft.com/office/drawing/2014/main" id="{0A587C38-1FCD-4F84-90D9-B6DA1CB12A1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8" name="image1.gif">
            <a:extLst>
              <a:ext uri="{FF2B5EF4-FFF2-40B4-BE49-F238E27FC236}">
                <a16:creationId xmlns:a16="http://schemas.microsoft.com/office/drawing/2014/main" id="{E2399AF2-D006-47D1-9E85-496618E2582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9" name="image1.gif">
            <a:extLst>
              <a:ext uri="{FF2B5EF4-FFF2-40B4-BE49-F238E27FC236}">
                <a16:creationId xmlns:a16="http://schemas.microsoft.com/office/drawing/2014/main" id="{C9E9F36A-D44A-429B-AA7B-4CFE5ACFAA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0" name="image1.gif">
            <a:extLst>
              <a:ext uri="{FF2B5EF4-FFF2-40B4-BE49-F238E27FC236}">
                <a16:creationId xmlns:a16="http://schemas.microsoft.com/office/drawing/2014/main" id="{225718E0-D369-4171-AEC4-3F45AD150C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1" name="image1.gif">
            <a:extLst>
              <a:ext uri="{FF2B5EF4-FFF2-40B4-BE49-F238E27FC236}">
                <a16:creationId xmlns:a16="http://schemas.microsoft.com/office/drawing/2014/main" id="{317B1B64-0222-4E70-9892-C0109D4750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2" name="image1.gif">
            <a:extLst>
              <a:ext uri="{FF2B5EF4-FFF2-40B4-BE49-F238E27FC236}">
                <a16:creationId xmlns:a16="http://schemas.microsoft.com/office/drawing/2014/main" id="{AD86D28F-B876-40EF-B423-A21739541C9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3" name="image1.gif">
            <a:extLst>
              <a:ext uri="{FF2B5EF4-FFF2-40B4-BE49-F238E27FC236}">
                <a16:creationId xmlns:a16="http://schemas.microsoft.com/office/drawing/2014/main" id="{480DFD68-A25D-47C3-B873-040F928EC3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4" name="image1.gif">
            <a:extLst>
              <a:ext uri="{FF2B5EF4-FFF2-40B4-BE49-F238E27FC236}">
                <a16:creationId xmlns:a16="http://schemas.microsoft.com/office/drawing/2014/main" id="{0883C5AC-521A-48B7-88C1-C9DC27C3C5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5" name="image1.gif">
            <a:extLst>
              <a:ext uri="{FF2B5EF4-FFF2-40B4-BE49-F238E27FC236}">
                <a16:creationId xmlns:a16="http://schemas.microsoft.com/office/drawing/2014/main" id="{5E437419-478E-468C-AE05-6322474DB2B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" name="image1.gif">
            <a:extLst>
              <a:ext uri="{FF2B5EF4-FFF2-40B4-BE49-F238E27FC236}">
                <a16:creationId xmlns:a16="http://schemas.microsoft.com/office/drawing/2014/main" id="{64344673-B44C-45EF-ADCD-6703ED66D3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7" name="image1.gif">
            <a:extLst>
              <a:ext uri="{FF2B5EF4-FFF2-40B4-BE49-F238E27FC236}">
                <a16:creationId xmlns:a16="http://schemas.microsoft.com/office/drawing/2014/main" id="{0F10B2AD-0249-4657-B46F-6FB5ADB562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8" name="image1.gif">
            <a:extLst>
              <a:ext uri="{FF2B5EF4-FFF2-40B4-BE49-F238E27FC236}">
                <a16:creationId xmlns:a16="http://schemas.microsoft.com/office/drawing/2014/main" id="{6BEDEA7E-810F-4C5B-9191-592FE2EB1EA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9" name="image1.gif">
            <a:extLst>
              <a:ext uri="{FF2B5EF4-FFF2-40B4-BE49-F238E27FC236}">
                <a16:creationId xmlns:a16="http://schemas.microsoft.com/office/drawing/2014/main" id="{34BAECA0-7CA3-4C5B-BC12-65825F390F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0" name="image1.gif">
            <a:extLst>
              <a:ext uri="{FF2B5EF4-FFF2-40B4-BE49-F238E27FC236}">
                <a16:creationId xmlns:a16="http://schemas.microsoft.com/office/drawing/2014/main" id="{78652A15-BBE9-4CFE-87AC-1BB2D05DE3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1" name="image1.gif">
            <a:extLst>
              <a:ext uri="{FF2B5EF4-FFF2-40B4-BE49-F238E27FC236}">
                <a16:creationId xmlns:a16="http://schemas.microsoft.com/office/drawing/2014/main" id="{D67BD100-3E9A-4960-A725-08DA0F5294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2" name="image1.gif">
            <a:extLst>
              <a:ext uri="{FF2B5EF4-FFF2-40B4-BE49-F238E27FC236}">
                <a16:creationId xmlns:a16="http://schemas.microsoft.com/office/drawing/2014/main" id="{FC225C9A-D19D-416B-8623-6AA8218BAB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3" name="image1.gif">
            <a:extLst>
              <a:ext uri="{FF2B5EF4-FFF2-40B4-BE49-F238E27FC236}">
                <a16:creationId xmlns:a16="http://schemas.microsoft.com/office/drawing/2014/main" id="{B076706C-C811-4CA8-86DB-C12EA9C7FD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4" name="image1.gif">
            <a:extLst>
              <a:ext uri="{FF2B5EF4-FFF2-40B4-BE49-F238E27FC236}">
                <a16:creationId xmlns:a16="http://schemas.microsoft.com/office/drawing/2014/main" id="{EFBCE6B0-48BB-4D9D-9313-6EB20FB3098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5" name="image1.gif">
            <a:extLst>
              <a:ext uri="{FF2B5EF4-FFF2-40B4-BE49-F238E27FC236}">
                <a16:creationId xmlns:a16="http://schemas.microsoft.com/office/drawing/2014/main" id="{B6440CC0-8A34-4E8F-B299-FAD9030F07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" name="image1.gif">
            <a:extLst>
              <a:ext uri="{FF2B5EF4-FFF2-40B4-BE49-F238E27FC236}">
                <a16:creationId xmlns:a16="http://schemas.microsoft.com/office/drawing/2014/main" id="{F17AFC0A-80FE-41F1-8987-09CE86577F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" name="image1.gif">
            <a:extLst>
              <a:ext uri="{FF2B5EF4-FFF2-40B4-BE49-F238E27FC236}">
                <a16:creationId xmlns:a16="http://schemas.microsoft.com/office/drawing/2014/main" id="{FF25FAC3-0F32-4F1B-A1BE-646FF0F0E6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" name="image1.gif">
            <a:extLst>
              <a:ext uri="{FF2B5EF4-FFF2-40B4-BE49-F238E27FC236}">
                <a16:creationId xmlns:a16="http://schemas.microsoft.com/office/drawing/2014/main" id="{23D9D828-9BF8-4FA2-96E9-4F5282C266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9" name="image1.gif">
            <a:extLst>
              <a:ext uri="{FF2B5EF4-FFF2-40B4-BE49-F238E27FC236}">
                <a16:creationId xmlns:a16="http://schemas.microsoft.com/office/drawing/2014/main" id="{568FAF15-EA13-492F-8BB4-9B7DA0E688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0" name="image1.gif">
            <a:extLst>
              <a:ext uri="{FF2B5EF4-FFF2-40B4-BE49-F238E27FC236}">
                <a16:creationId xmlns:a16="http://schemas.microsoft.com/office/drawing/2014/main" id="{A93E95FC-61A9-491E-A905-63BFB653FA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1" name="image1.gif">
            <a:extLst>
              <a:ext uri="{FF2B5EF4-FFF2-40B4-BE49-F238E27FC236}">
                <a16:creationId xmlns:a16="http://schemas.microsoft.com/office/drawing/2014/main" id="{21C4C9BB-C2CC-4F46-90CF-DE5F464166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2" name="image1.gif">
            <a:extLst>
              <a:ext uri="{FF2B5EF4-FFF2-40B4-BE49-F238E27FC236}">
                <a16:creationId xmlns:a16="http://schemas.microsoft.com/office/drawing/2014/main" id="{2800F442-3EBC-4744-911B-51B80957DF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3" name="image1.gif">
            <a:extLst>
              <a:ext uri="{FF2B5EF4-FFF2-40B4-BE49-F238E27FC236}">
                <a16:creationId xmlns:a16="http://schemas.microsoft.com/office/drawing/2014/main" id="{1ABEBBAE-B619-4AE2-B053-CDB97D3D777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4" name="image1.gif">
            <a:extLst>
              <a:ext uri="{FF2B5EF4-FFF2-40B4-BE49-F238E27FC236}">
                <a16:creationId xmlns:a16="http://schemas.microsoft.com/office/drawing/2014/main" id="{1287D77A-C38B-47FA-9C89-C012AF5DA5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5" name="image1.gif">
            <a:extLst>
              <a:ext uri="{FF2B5EF4-FFF2-40B4-BE49-F238E27FC236}">
                <a16:creationId xmlns:a16="http://schemas.microsoft.com/office/drawing/2014/main" id="{3F499C5E-FFB2-4F90-A049-4A8046A564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6" name="image1.gif">
            <a:extLst>
              <a:ext uri="{FF2B5EF4-FFF2-40B4-BE49-F238E27FC236}">
                <a16:creationId xmlns:a16="http://schemas.microsoft.com/office/drawing/2014/main" id="{0F330D8F-ECF5-498B-AC84-E09A963A020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7" name="image1.gif">
            <a:extLst>
              <a:ext uri="{FF2B5EF4-FFF2-40B4-BE49-F238E27FC236}">
                <a16:creationId xmlns:a16="http://schemas.microsoft.com/office/drawing/2014/main" id="{1844AD9B-F3CE-4426-9312-6964B14626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8" name="image1.gif">
            <a:extLst>
              <a:ext uri="{FF2B5EF4-FFF2-40B4-BE49-F238E27FC236}">
                <a16:creationId xmlns:a16="http://schemas.microsoft.com/office/drawing/2014/main" id="{513E5BBB-808D-4DE7-8EE5-7A455E55A19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9" name="image1.gif">
            <a:extLst>
              <a:ext uri="{FF2B5EF4-FFF2-40B4-BE49-F238E27FC236}">
                <a16:creationId xmlns:a16="http://schemas.microsoft.com/office/drawing/2014/main" id="{51138714-579C-402C-82DA-8EA66E97CB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0" name="image1.gif">
            <a:extLst>
              <a:ext uri="{FF2B5EF4-FFF2-40B4-BE49-F238E27FC236}">
                <a16:creationId xmlns:a16="http://schemas.microsoft.com/office/drawing/2014/main" id="{40FAF4F5-B207-4D37-A75A-A2A03FD450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1" name="image1.gif">
            <a:extLst>
              <a:ext uri="{FF2B5EF4-FFF2-40B4-BE49-F238E27FC236}">
                <a16:creationId xmlns:a16="http://schemas.microsoft.com/office/drawing/2014/main" id="{F68BFC66-6FA9-4C32-A6F5-07B7152DB5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2" name="image1.gif">
            <a:extLst>
              <a:ext uri="{FF2B5EF4-FFF2-40B4-BE49-F238E27FC236}">
                <a16:creationId xmlns:a16="http://schemas.microsoft.com/office/drawing/2014/main" id="{C26AB54C-8FBE-402A-928A-E16A4D7FFA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3" name="image1.gif">
            <a:extLst>
              <a:ext uri="{FF2B5EF4-FFF2-40B4-BE49-F238E27FC236}">
                <a16:creationId xmlns:a16="http://schemas.microsoft.com/office/drawing/2014/main" id="{09594ACE-FFB4-49E0-AADC-00EECFE337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4" name="image1.gif">
            <a:extLst>
              <a:ext uri="{FF2B5EF4-FFF2-40B4-BE49-F238E27FC236}">
                <a16:creationId xmlns:a16="http://schemas.microsoft.com/office/drawing/2014/main" id="{9BD76D8C-B605-46CC-8ADF-6E1A901CE64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5" name="image1.gif">
            <a:extLst>
              <a:ext uri="{FF2B5EF4-FFF2-40B4-BE49-F238E27FC236}">
                <a16:creationId xmlns:a16="http://schemas.microsoft.com/office/drawing/2014/main" id="{BC5A8D81-A605-4EDE-A60C-ABF06969DD3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" name="image1.gif">
            <a:extLst>
              <a:ext uri="{FF2B5EF4-FFF2-40B4-BE49-F238E27FC236}">
                <a16:creationId xmlns:a16="http://schemas.microsoft.com/office/drawing/2014/main" id="{AB540EFF-9ADF-4370-B4A6-96413383A5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7" name="image1.gif">
            <a:extLst>
              <a:ext uri="{FF2B5EF4-FFF2-40B4-BE49-F238E27FC236}">
                <a16:creationId xmlns:a16="http://schemas.microsoft.com/office/drawing/2014/main" id="{AED392A6-3EBC-4096-81C3-80778D227D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8" name="image1.gif">
            <a:extLst>
              <a:ext uri="{FF2B5EF4-FFF2-40B4-BE49-F238E27FC236}">
                <a16:creationId xmlns:a16="http://schemas.microsoft.com/office/drawing/2014/main" id="{7C4E01E7-5681-491E-B9B2-24FDAE8F7A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9" name="image1.gif">
            <a:extLst>
              <a:ext uri="{FF2B5EF4-FFF2-40B4-BE49-F238E27FC236}">
                <a16:creationId xmlns:a16="http://schemas.microsoft.com/office/drawing/2014/main" id="{AC7295B5-9830-4933-A129-DB7C1C3B20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0" name="image1.gif">
            <a:extLst>
              <a:ext uri="{FF2B5EF4-FFF2-40B4-BE49-F238E27FC236}">
                <a16:creationId xmlns:a16="http://schemas.microsoft.com/office/drawing/2014/main" id="{FB880DA6-2718-45D8-A66E-7BAFE8B33E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1" name="image1.gif">
            <a:extLst>
              <a:ext uri="{FF2B5EF4-FFF2-40B4-BE49-F238E27FC236}">
                <a16:creationId xmlns:a16="http://schemas.microsoft.com/office/drawing/2014/main" id="{4B4DE9A1-2B8B-424E-94DF-3CF3751C47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2" name="image1.gif">
            <a:extLst>
              <a:ext uri="{FF2B5EF4-FFF2-40B4-BE49-F238E27FC236}">
                <a16:creationId xmlns:a16="http://schemas.microsoft.com/office/drawing/2014/main" id="{CB98134F-7F03-40F4-B5E6-364D69B842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3" name="image1.gif">
            <a:extLst>
              <a:ext uri="{FF2B5EF4-FFF2-40B4-BE49-F238E27FC236}">
                <a16:creationId xmlns:a16="http://schemas.microsoft.com/office/drawing/2014/main" id="{62BD8E4A-9BE8-4CC6-88C4-CC487D4AB3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4" name="image1.gif">
            <a:extLst>
              <a:ext uri="{FF2B5EF4-FFF2-40B4-BE49-F238E27FC236}">
                <a16:creationId xmlns:a16="http://schemas.microsoft.com/office/drawing/2014/main" id="{22CBB681-464F-49C4-AE95-E862242411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5" name="image1.gif">
            <a:extLst>
              <a:ext uri="{FF2B5EF4-FFF2-40B4-BE49-F238E27FC236}">
                <a16:creationId xmlns:a16="http://schemas.microsoft.com/office/drawing/2014/main" id="{9B4210F6-A178-4E17-AFAD-5CA952E04E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6" name="image1.gif">
            <a:extLst>
              <a:ext uri="{FF2B5EF4-FFF2-40B4-BE49-F238E27FC236}">
                <a16:creationId xmlns:a16="http://schemas.microsoft.com/office/drawing/2014/main" id="{4362921A-FA7F-45C8-86FA-EB395D216F9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7" name="image1.gif">
            <a:extLst>
              <a:ext uri="{FF2B5EF4-FFF2-40B4-BE49-F238E27FC236}">
                <a16:creationId xmlns:a16="http://schemas.microsoft.com/office/drawing/2014/main" id="{64CE3094-4CEF-4516-A905-E6ED0898E1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8" name="image1.gif">
            <a:extLst>
              <a:ext uri="{FF2B5EF4-FFF2-40B4-BE49-F238E27FC236}">
                <a16:creationId xmlns:a16="http://schemas.microsoft.com/office/drawing/2014/main" id="{092A1BF9-F688-4C3E-B941-C2BE3EB3D7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9" name="image1.gif">
            <a:extLst>
              <a:ext uri="{FF2B5EF4-FFF2-40B4-BE49-F238E27FC236}">
                <a16:creationId xmlns:a16="http://schemas.microsoft.com/office/drawing/2014/main" id="{4625D905-9024-4229-ACB0-D95DA33DAC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0" name="image1.gif">
            <a:extLst>
              <a:ext uri="{FF2B5EF4-FFF2-40B4-BE49-F238E27FC236}">
                <a16:creationId xmlns:a16="http://schemas.microsoft.com/office/drawing/2014/main" id="{71E94E84-BDEF-49BE-8101-D3B9B1BDB5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1" name="image1.gif">
            <a:extLst>
              <a:ext uri="{FF2B5EF4-FFF2-40B4-BE49-F238E27FC236}">
                <a16:creationId xmlns:a16="http://schemas.microsoft.com/office/drawing/2014/main" id="{7CD35F7C-F754-46B2-809E-790D2BCFD1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2" name="image1.gif">
            <a:extLst>
              <a:ext uri="{FF2B5EF4-FFF2-40B4-BE49-F238E27FC236}">
                <a16:creationId xmlns:a16="http://schemas.microsoft.com/office/drawing/2014/main" id="{85834D54-07ED-467B-BE44-9383615E7D1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3" name="image1.gif">
            <a:extLst>
              <a:ext uri="{FF2B5EF4-FFF2-40B4-BE49-F238E27FC236}">
                <a16:creationId xmlns:a16="http://schemas.microsoft.com/office/drawing/2014/main" id="{44DE7A14-7603-4C1A-9CEA-762A7F2E64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4" name="image1.gif">
            <a:extLst>
              <a:ext uri="{FF2B5EF4-FFF2-40B4-BE49-F238E27FC236}">
                <a16:creationId xmlns:a16="http://schemas.microsoft.com/office/drawing/2014/main" id="{2495A357-94A5-4FF8-BBC8-FB1B22D08E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5" name="image1.gif">
            <a:extLst>
              <a:ext uri="{FF2B5EF4-FFF2-40B4-BE49-F238E27FC236}">
                <a16:creationId xmlns:a16="http://schemas.microsoft.com/office/drawing/2014/main" id="{6AB685DB-0C02-476F-ADB9-9C0AD118C0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6" name="image1.gif">
            <a:extLst>
              <a:ext uri="{FF2B5EF4-FFF2-40B4-BE49-F238E27FC236}">
                <a16:creationId xmlns:a16="http://schemas.microsoft.com/office/drawing/2014/main" id="{C5F996A6-60C1-4E02-8BF5-7AA1D00FECD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7" name="image1.gif">
            <a:extLst>
              <a:ext uri="{FF2B5EF4-FFF2-40B4-BE49-F238E27FC236}">
                <a16:creationId xmlns:a16="http://schemas.microsoft.com/office/drawing/2014/main" id="{8B23A24F-BFFD-47CF-94F7-397350579D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8" name="image1.gif">
            <a:extLst>
              <a:ext uri="{FF2B5EF4-FFF2-40B4-BE49-F238E27FC236}">
                <a16:creationId xmlns:a16="http://schemas.microsoft.com/office/drawing/2014/main" id="{08462D75-51C6-4471-8B66-44A27921EAE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9" name="image1.gif">
            <a:extLst>
              <a:ext uri="{FF2B5EF4-FFF2-40B4-BE49-F238E27FC236}">
                <a16:creationId xmlns:a16="http://schemas.microsoft.com/office/drawing/2014/main" id="{3B0B214C-FDA4-42CC-A013-94F61D114C5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0" name="image1.gif">
            <a:extLst>
              <a:ext uri="{FF2B5EF4-FFF2-40B4-BE49-F238E27FC236}">
                <a16:creationId xmlns:a16="http://schemas.microsoft.com/office/drawing/2014/main" id="{52798FBF-5B49-42BA-AB28-19DC8D0465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1" name="image1.gif">
            <a:extLst>
              <a:ext uri="{FF2B5EF4-FFF2-40B4-BE49-F238E27FC236}">
                <a16:creationId xmlns:a16="http://schemas.microsoft.com/office/drawing/2014/main" id="{A5D649FF-46BC-4792-93C7-2A4F30CF47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2" name="image1.gif">
            <a:extLst>
              <a:ext uri="{FF2B5EF4-FFF2-40B4-BE49-F238E27FC236}">
                <a16:creationId xmlns:a16="http://schemas.microsoft.com/office/drawing/2014/main" id="{3C0624A9-A038-44A6-ABBE-C6845C4D72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3" name="image1.gif">
            <a:extLst>
              <a:ext uri="{FF2B5EF4-FFF2-40B4-BE49-F238E27FC236}">
                <a16:creationId xmlns:a16="http://schemas.microsoft.com/office/drawing/2014/main" id="{024F4E0F-24C1-4B11-A1AF-D1D4713AA3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4" name="image1.gif">
            <a:extLst>
              <a:ext uri="{FF2B5EF4-FFF2-40B4-BE49-F238E27FC236}">
                <a16:creationId xmlns:a16="http://schemas.microsoft.com/office/drawing/2014/main" id="{D8182398-7A94-4914-8C75-C73F8EF361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5" name="image1.gif">
            <a:extLst>
              <a:ext uri="{FF2B5EF4-FFF2-40B4-BE49-F238E27FC236}">
                <a16:creationId xmlns:a16="http://schemas.microsoft.com/office/drawing/2014/main" id="{6890B732-4E0D-4131-8ED4-5844F586CB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6" name="image1.gif">
            <a:extLst>
              <a:ext uri="{FF2B5EF4-FFF2-40B4-BE49-F238E27FC236}">
                <a16:creationId xmlns:a16="http://schemas.microsoft.com/office/drawing/2014/main" id="{4CC7E3BE-F3D1-421C-B3DB-5FADDC0DE7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7" name="image1.gif">
            <a:extLst>
              <a:ext uri="{FF2B5EF4-FFF2-40B4-BE49-F238E27FC236}">
                <a16:creationId xmlns:a16="http://schemas.microsoft.com/office/drawing/2014/main" id="{8628BB84-DFD8-4198-B8B7-CEE5312CB0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8" name="image1.gif">
            <a:extLst>
              <a:ext uri="{FF2B5EF4-FFF2-40B4-BE49-F238E27FC236}">
                <a16:creationId xmlns:a16="http://schemas.microsoft.com/office/drawing/2014/main" id="{482382C3-B7D7-4A51-84E7-778C44E4E4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9" name="image1.gif">
            <a:extLst>
              <a:ext uri="{FF2B5EF4-FFF2-40B4-BE49-F238E27FC236}">
                <a16:creationId xmlns:a16="http://schemas.microsoft.com/office/drawing/2014/main" id="{D04680F8-B134-4318-AAB1-989AD25869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0" name="image1.gif">
            <a:extLst>
              <a:ext uri="{FF2B5EF4-FFF2-40B4-BE49-F238E27FC236}">
                <a16:creationId xmlns:a16="http://schemas.microsoft.com/office/drawing/2014/main" id="{0DB32D67-BB44-479D-A526-530BFA38867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1" name="image1.gif">
            <a:extLst>
              <a:ext uri="{FF2B5EF4-FFF2-40B4-BE49-F238E27FC236}">
                <a16:creationId xmlns:a16="http://schemas.microsoft.com/office/drawing/2014/main" id="{FE4020D3-BCDB-49C4-874F-612490038A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2" name="image1.gif">
            <a:extLst>
              <a:ext uri="{FF2B5EF4-FFF2-40B4-BE49-F238E27FC236}">
                <a16:creationId xmlns:a16="http://schemas.microsoft.com/office/drawing/2014/main" id="{756A13DE-6EC1-4DDA-8640-02C4ABC825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3" name="image1.gif">
            <a:extLst>
              <a:ext uri="{FF2B5EF4-FFF2-40B4-BE49-F238E27FC236}">
                <a16:creationId xmlns:a16="http://schemas.microsoft.com/office/drawing/2014/main" id="{5F542B10-B1D7-49AA-A439-BC33E466379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4" name="image1.gif">
            <a:extLst>
              <a:ext uri="{FF2B5EF4-FFF2-40B4-BE49-F238E27FC236}">
                <a16:creationId xmlns:a16="http://schemas.microsoft.com/office/drawing/2014/main" id="{B7C5D3C9-3E32-452B-8139-351AA1A5D7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5" name="image1.gif">
            <a:extLst>
              <a:ext uri="{FF2B5EF4-FFF2-40B4-BE49-F238E27FC236}">
                <a16:creationId xmlns:a16="http://schemas.microsoft.com/office/drawing/2014/main" id="{7EF02F45-BAC1-451D-9494-FC0FA08C96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6" name="image1.gif">
            <a:extLst>
              <a:ext uri="{FF2B5EF4-FFF2-40B4-BE49-F238E27FC236}">
                <a16:creationId xmlns:a16="http://schemas.microsoft.com/office/drawing/2014/main" id="{19FE1D21-6E4A-41C6-A179-B6141D2B4A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7" name="image1.gif">
            <a:extLst>
              <a:ext uri="{FF2B5EF4-FFF2-40B4-BE49-F238E27FC236}">
                <a16:creationId xmlns:a16="http://schemas.microsoft.com/office/drawing/2014/main" id="{6423262F-B76C-42B4-80CD-16D98CE9A4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8" name="image1.gif">
            <a:extLst>
              <a:ext uri="{FF2B5EF4-FFF2-40B4-BE49-F238E27FC236}">
                <a16:creationId xmlns:a16="http://schemas.microsoft.com/office/drawing/2014/main" id="{F654A62C-F7D7-49DC-81B8-0A65435160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9" name="image1.gif">
            <a:extLst>
              <a:ext uri="{FF2B5EF4-FFF2-40B4-BE49-F238E27FC236}">
                <a16:creationId xmlns:a16="http://schemas.microsoft.com/office/drawing/2014/main" id="{0102B43D-20FA-4667-AF49-CA684E3CA7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0" name="image1.gif">
            <a:extLst>
              <a:ext uri="{FF2B5EF4-FFF2-40B4-BE49-F238E27FC236}">
                <a16:creationId xmlns:a16="http://schemas.microsoft.com/office/drawing/2014/main" id="{AF039796-51A1-4497-AFBC-90AC393E1F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1" name="image1.gif">
            <a:extLst>
              <a:ext uri="{FF2B5EF4-FFF2-40B4-BE49-F238E27FC236}">
                <a16:creationId xmlns:a16="http://schemas.microsoft.com/office/drawing/2014/main" id="{F3421FD7-D45A-4298-A4A1-06D8398615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2" name="image1.gif">
            <a:extLst>
              <a:ext uri="{FF2B5EF4-FFF2-40B4-BE49-F238E27FC236}">
                <a16:creationId xmlns:a16="http://schemas.microsoft.com/office/drawing/2014/main" id="{A0272CE3-D783-42D7-BB2C-0323510578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3" name="image1.gif">
            <a:extLst>
              <a:ext uri="{FF2B5EF4-FFF2-40B4-BE49-F238E27FC236}">
                <a16:creationId xmlns:a16="http://schemas.microsoft.com/office/drawing/2014/main" id="{6AB01514-F77D-4CE3-BDED-D70CB17F84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4" name="image1.gif">
            <a:extLst>
              <a:ext uri="{FF2B5EF4-FFF2-40B4-BE49-F238E27FC236}">
                <a16:creationId xmlns:a16="http://schemas.microsoft.com/office/drawing/2014/main" id="{C570495D-93CF-4BCC-B2D5-B2F410B4D5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5" name="image1.gif">
            <a:extLst>
              <a:ext uri="{FF2B5EF4-FFF2-40B4-BE49-F238E27FC236}">
                <a16:creationId xmlns:a16="http://schemas.microsoft.com/office/drawing/2014/main" id="{1E000DC7-B195-4967-86C3-8DC199079D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6" name="image1.gif">
            <a:extLst>
              <a:ext uri="{FF2B5EF4-FFF2-40B4-BE49-F238E27FC236}">
                <a16:creationId xmlns:a16="http://schemas.microsoft.com/office/drawing/2014/main" id="{EED7F9C6-2B45-48E8-B57D-6758BAC8BC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7" name="image1.gif">
            <a:extLst>
              <a:ext uri="{FF2B5EF4-FFF2-40B4-BE49-F238E27FC236}">
                <a16:creationId xmlns:a16="http://schemas.microsoft.com/office/drawing/2014/main" id="{4691E4F2-6B5C-4F4E-9EFD-79B9F33692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8" name="image1.gif">
            <a:extLst>
              <a:ext uri="{FF2B5EF4-FFF2-40B4-BE49-F238E27FC236}">
                <a16:creationId xmlns:a16="http://schemas.microsoft.com/office/drawing/2014/main" id="{AA07E986-33A3-430E-A6B7-D21EDD0F5A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9" name="image1.gif">
            <a:extLst>
              <a:ext uri="{FF2B5EF4-FFF2-40B4-BE49-F238E27FC236}">
                <a16:creationId xmlns:a16="http://schemas.microsoft.com/office/drawing/2014/main" id="{A2F023E0-FB99-4E1A-9007-2D85179931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0" name="image1.gif">
            <a:extLst>
              <a:ext uri="{FF2B5EF4-FFF2-40B4-BE49-F238E27FC236}">
                <a16:creationId xmlns:a16="http://schemas.microsoft.com/office/drawing/2014/main" id="{CB7DFA44-2D49-4EE8-9409-4A99443E42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1" name="image1.gif">
            <a:extLst>
              <a:ext uri="{FF2B5EF4-FFF2-40B4-BE49-F238E27FC236}">
                <a16:creationId xmlns:a16="http://schemas.microsoft.com/office/drawing/2014/main" id="{A3A44361-B59E-4AA1-9775-6B4690B5B4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2" name="image1.gif">
            <a:extLst>
              <a:ext uri="{FF2B5EF4-FFF2-40B4-BE49-F238E27FC236}">
                <a16:creationId xmlns:a16="http://schemas.microsoft.com/office/drawing/2014/main" id="{6C119730-1581-4BAC-B933-A5A84A5C07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3" name="image1.gif">
            <a:extLst>
              <a:ext uri="{FF2B5EF4-FFF2-40B4-BE49-F238E27FC236}">
                <a16:creationId xmlns:a16="http://schemas.microsoft.com/office/drawing/2014/main" id="{9251DCC1-EFD1-4B3F-90E1-5401139EAE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4" name="image1.gif">
            <a:extLst>
              <a:ext uri="{FF2B5EF4-FFF2-40B4-BE49-F238E27FC236}">
                <a16:creationId xmlns:a16="http://schemas.microsoft.com/office/drawing/2014/main" id="{95AC5B49-3A83-49F9-867D-8C1ECE963C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5" name="image1.gif">
            <a:extLst>
              <a:ext uri="{FF2B5EF4-FFF2-40B4-BE49-F238E27FC236}">
                <a16:creationId xmlns:a16="http://schemas.microsoft.com/office/drawing/2014/main" id="{6C98B7C6-DB3D-4069-8A2B-C614DBFA87D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6" name="image1.gif">
            <a:extLst>
              <a:ext uri="{FF2B5EF4-FFF2-40B4-BE49-F238E27FC236}">
                <a16:creationId xmlns:a16="http://schemas.microsoft.com/office/drawing/2014/main" id="{1E0843A2-4F61-4AA0-8432-495E57A481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7" name="image1.gif">
            <a:extLst>
              <a:ext uri="{FF2B5EF4-FFF2-40B4-BE49-F238E27FC236}">
                <a16:creationId xmlns:a16="http://schemas.microsoft.com/office/drawing/2014/main" id="{F0FD86D0-DEB4-40AF-91F0-41FE233929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8" name="image1.gif">
            <a:extLst>
              <a:ext uri="{FF2B5EF4-FFF2-40B4-BE49-F238E27FC236}">
                <a16:creationId xmlns:a16="http://schemas.microsoft.com/office/drawing/2014/main" id="{AE663A36-B206-4109-98F0-BC8250C7DA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9" name="image1.gif">
            <a:extLst>
              <a:ext uri="{FF2B5EF4-FFF2-40B4-BE49-F238E27FC236}">
                <a16:creationId xmlns:a16="http://schemas.microsoft.com/office/drawing/2014/main" id="{80BC3A8D-5062-4A8C-A041-5D6F4AD999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0" name="image1.gif">
            <a:extLst>
              <a:ext uri="{FF2B5EF4-FFF2-40B4-BE49-F238E27FC236}">
                <a16:creationId xmlns:a16="http://schemas.microsoft.com/office/drawing/2014/main" id="{91D84212-587B-4904-B40E-B9F9854A54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1" name="image1.gif">
            <a:extLst>
              <a:ext uri="{FF2B5EF4-FFF2-40B4-BE49-F238E27FC236}">
                <a16:creationId xmlns:a16="http://schemas.microsoft.com/office/drawing/2014/main" id="{D4FBA73E-62D4-4192-A2EE-A51A85660C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2" name="image1.gif">
            <a:extLst>
              <a:ext uri="{FF2B5EF4-FFF2-40B4-BE49-F238E27FC236}">
                <a16:creationId xmlns:a16="http://schemas.microsoft.com/office/drawing/2014/main" id="{3ACE63C0-E26F-48EB-BD66-18193CBB4E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3" name="image1.gif">
            <a:extLst>
              <a:ext uri="{FF2B5EF4-FFF2-40B4-BE49-F238E27FC236}">
                <a16:creationId xmlns:a16="http://schemas.microsoft.com/office/drawing/2014/main" id="{3D174102-7E3B-4D82-8B67-EC21066AD9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4" name="image1.gif">
            <a:extLst>
              <a:ext uri="{FF2B5EF4-FFF2-40B4-BE49-F238E27FC236}">
                <a16:creationId xmlns:a16="http://schemas.microsoft.com/office/drawing/2014/main" id="{071D1730-3DB7-4C90-90C3-64ACFE3F0B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5" name="image1.gif">
            <a:extLst>
              <a:ext uri="{FF2B5EF4-FFF2-40B4-BE49-F238E27FC236}">
                <a16:creationId xmlns:a16="http://schemas.microsoft.com/office/drawing/2014/main" id="{4FEFF906-1F9A-483A-B3B3-3E1BC7DD88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6" name="image1.gif">
            <a:extLst>
              <a:ext uri="{FF2B5EF4-FFF2-40B4-BE49-F238E27FC236}">
                <a16:creationId xmlns:a16="http://schemas.microsoft.com/office/drawing/2014/main" id="{1BA93B8B-2243-45A5-A1E2-6BD15EEBCC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7" name="image1.gif">
            <a:extLst>
              <a:ext uri="{FF2B5EF4-FFF2-40B4-BE49-F238E27FC236}">
                <a16:creationId xmlns:a16="http://schemas.microsoft.com/office/drawing/2014/main" id="{2D070A7C-7DEC-48A3-BAAB-708BD59B0F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8" name="image1.gif">
            <a:extLst>
              <a:ext uri="{FF2B5EF4-FFF2-40B4-BE49-F238E27FC236}">
                <a16:creationId xmlns:a16="http://schemas.microsoft.com/office/drawing/2014/main" id="{CD4710E8-F40D-4180-A988-FA9D91095E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9" name="image1.gif">
            <a:extLst>
              <a:ext uri="{FF2B5EF4-FFF2-40B4-BE49-F238E27FC236}">
                <a16:creationId xmlns:a16="http://schemas.microsoft.com/office/drawing/2014/main" id="{3B2EFAD1-403F-4C61-8565-678F18CFEA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0" name="image1.gif">
            <a:extLst>
              <a:ext uri="{FF2B5EF4-FFF2-40B4-BE49-F238E27FC236}">
                <a16:creationId xmlns:a16="http://schemas.microsoft.com/office/drawing/2014/main" id="{23CD051B-1D5A-4216-BFCA-9645A25230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1" name="image1.gif">
            <a:extLst>
              <a:ext uri="{FF2B5EF4-FFF2-40B4-BE49-F238E27FC236}">
                <a16:creationId xmlns:a16="http://schemas.microsoft.com/office/drawing/2014/main" id="{AE12D7DA-09B8-4A5C-BE00-B4EC68A9254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2" name="image1.gif">
            <a:extLst>
              <a:ext uri="{FF2B5EF4-FFF2-40B4-BE49-F238E27FC236}">
                <a16:creationId xmlns:a16="http://schemas.microsoft.com/office/drawing/2014/main" id="{D2A3F1EF-CAC3-4B02-96D3-2F618A43ED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3" name="image1.gif">
            <a:extLst>
              <a:ext uri="{FF2B5EF4-FFF2-40B4-BE49-F238E27FC236}">
                <a16:creationId xmlns:a16="http://schemas.microsoft.com/office/drawing/2014/main" id="{D3AB2763-CB0D-41E0-B5B9-ED34FA161A1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4" name="image1.gif">
            <a:extLst>
              <a:ext uri="{FF2B5EF4-FFF2-40B4-BE49-F238E27FC236}">
                <a16:creationId xmlns:a16="http://schemas.microsoft.com/office/drawing/2014/main" id="{C82F90B7-5447-4A4B-9689-C78397911F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5" name="image1.gif">
            <a:extLst>
              <a:ext uri="{FF2B5EF4-FFF2-40B4-BE49-F238E27FC236}">
                <a16:creationId xmlns:a16="http://schemas.microsoft.com/office/drawing/2014/main" id="{4CE28A16-40E9-44C3-BC43-EFEA984CD3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6" name="image1.gif">
            <a:extLst>
              <a:ext uri="{FF2B5EF4-FFF2-40B4-BE49-F238E27FC236}">
                <a16:creationId xmlns:a16="http://schemas.microsoft.com/office/drawing/2014/main" id="{D94E1CDD-2584-458E-AC76-4CCDB58739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7" name="image1.gif">
            <a:extLst>
              <a:ext uri="{FF2B5EF4-FFF2-40B4-BE49-F238E27FC236}">
                <a16:creationId xmlns:a16="http://schemas.microsoft.com/office/drawing/2014/main" id="{B1A0226C-C319-49B2-BC8A-482F5A4FD8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" name="image1.gif">
            <a:extLst>
              <a:ext uri="{FF2B5EF4-FFF2-40B4-BE49-F238E27FC236}">
                <a16:creationId xmlns:a16="http://schemas.microsoft.com/office/drawing/2014/main" id="{BF0CA5E7-C6F4-4F89-8E6D-FCEFDA5C5A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" name="image1.gif">
            <a:extLst>
              <a:ext uri="{FF2B5EF4-FFF2-40B4-BE49-F238E27FC236}">
                <a16:creationId xmlns:a16="http://schemas.microsoft.com/office/drawing/2014/main" id="{7FBBCF19-3103-4612-931A-B668869249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" name="image1.gif">
            <a:extLst>
              <a:ext uri="{FF2B5EF4-FFF2-40B4-BE49-F238E27FC236}">
                <a16:creationId xmlns:a16="http://schemas.microsoft.com/office/drawing/2014/main" id="{BA0504A0-D751-4E54-81DC-FB570FB05F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1" name="image1.gif">
            <a:extLst>
              <a:ext uri="{FF2B5EF4-FFF2-40B4-BE49-F238E27FC236}">
                <a16:creationId xmlns:a16="http://schemas.microsoft.com/office/drawing/2014/main" id="{10D67D90-B8C9-4EE1-8C66-8DFDD9CF6F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2" name="image1.gif">
            <a:extLst>
              <a:ext uri="{FF2B5EF4-FFF2-40B4-BE49-F238E27FC236}">
                <a16:creationId xmlns:a16="http://schemas.microsoft.com/office/drawing/2014/main" id="{1023C8CE-87C2-4B98-899D-27A7C723E98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3" name="image1.gif">
            <a:extLst>
              <a:ext uri="{FF2B5EF4-FFF2-40B4-BE49-F238E27FC236}">
                <a16:creationId xmlns:a16="http://schemas.microsoft.com/office/drawing/2014/main" id="{9B9D2CDA-FBD5-46DE-91D1-FC0E126FF87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4" name="image1.gif">
            <a:extLst>
              <a:ext uri="{FF2B5EF4-FFF2-40B4-BE49-F238E27FC236}">
                <a16:creationId xmlns:a16="http://schemas.microsoft.com/office/drawing/2014/main" id="{3B68AFED-6B17-4C7E-BA51-DFF849224F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5" name="image1.gif">
            <a:extLst>
              <a:ext uri="{FF2B5EF4-FFF2-40B4-BE49-F238E27FC236}">
                <a16:creationId xmlns:a16="http://schemas.microsoft.com/office/drawing/2014/main" id="{3D70F5BC-74A9-4CD4-97C7-FF17C351505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6" name="image1.gif">
            <a:extLst>
              <a:ext uri="{FF2B5EF4-FFF2-40B4-BE49-F238E27FC236}">
                <a16:creationId xmlns:a16="http://schemas.microsoft.com/office/drawing/2014/main" id="{4FF47A93-F566-4BCF-BD58-336DD0C097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7" name="image1.gif">
            <a:extLst>
              <a:ext uri="{FF2B5EF4-FFF2-40B4-BE49-F238E27FC236}">
                <a16:creationId xmlns:a16="http://schemas.microsoft.com/office/drawing/2014/main" id="{173E7A03-52B2-4BB8-BBEC-71151CCCB3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8" name="image1.gif">
            <a:extLst>
              <a:ext uri="{FF2B5EF4-FFF2-40B4-BE49-F238E27FC236}">
                <a16:creationId xmlns:a16="http://schemas.microsoft.com/office/drawing/2014/main" id="{2142902F-DB4E-4ACA-A102-ABE176D2B19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" name="image1.gif">
            <a:extLst>
              <a:ext uri="{FF2B5EF4-FFF2-40B4-BE49-F238E27FC236}">
                <a16:creationId xmlns:a16="http://schemas.microsoft.com/office/drawing/2014/main" id="{E628C6F6-9936-43E3-A3B7-1B72265279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0" name="image1.gif">
            <a:extLst>
              <a:ext uri="{FF2B5EF4-FFF2-40B4-BE49-F238E27FC236}">
                <a16:creationId xmlns:a16="http://schemas.microsoft.com/office/drawing/2014/main" id="{85B66E22-AE48-43A2-91DF-378C96E1BD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1" name="image1.gif">
            <a:extLst>
              <a:ext uri="{FF2B5EF4-FFF2-40B4-BE49-F238E27FC236}">
                <a16:creationId xmlns:a16="http://schemas.microsoft.com/office/drawing/2014/main" id="{B5B90E0C-1966-4C55-BF62-A6121568320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2" name="image1.gif">
            <a:extLst>
              <a:ext uri="{FF2B5EF4-FFF2-40B4-BE49-F238E27FC236}">
                <a16:creationId xmlns:a16="http://schemas.microsoft.com/office/drawing/2014/main" id="{37D560DB-83F9-474B-9E73-876B0771F4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3" name="image1.gif">
            <a:extLst>
              <a:ext uri="{FF2B5EF4-FFF2-40B4-BE49-F238E27FC236}">
                <a16:creationId xmlns:a16="http://schemas.microsoft.com/office/drawing/2014/main" id="{141EAC59-D3E7-43A4-A32D-44E75EA5BE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4" name="image1.gif">
            <a:extLst>
              <a:ext uri="{FF2B5EF4-FFF2-40B4-BE49-F238E27FC236}">
                <a16:creationId xmlns:a16="http://schemas.microsoft.com/office/drawing/2014/main" id="{83A032DC-8FC7-4EBE-BBCA-A396D3B0B1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5" name="image1.gif">
            <a:extLst>
              <a:ext uri="{FF2B5EF4-FFF2-40B4-BE49-F238E27FC236}">
                <a16:creationId xmlns:a16="http://schemas.microsoft.com/office/drawing/2014/main" id="{5DB854EE-B89C-464B-94E5-FF38221763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6" name="image1.gif">
            <a:extLst>
              <a:ext uri="{FF2B5EF4-FFF2-40B4-BE49-F238E27FC236}">
                <a16:creationId xmlns:a16="http://schemas.microsoft.com/office/drawing/2014/main" id="{E5AB900D-CBB0-434B-9549-14ADF511AA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7" name="image1.gif">
            <a:extLst>
              <a:ext uri="{FF2B5EF4-FFF2-40B4-BE49-F238E27FC236}">
                <a16:creationId xmlns:a16="http://schemas.microsoft.com/office/drawing/2014/main" id="{F7A0A45E-C346-4311-B82A-EE4311AF4B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8" name="image1.gif">
            <a:extLst>
              <a:ext uri="{FF2B5EF4-FFF2-40B4-BE49-F238E27FC236}">
                <a16:creationId xmlns:a16="http://schemas.microsoft.com/office/drawing/2014/main" id="{DDFD7017-E2EF-44E0-A76B-649EFA3C9A7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9" name="image1.gif">
            <a:extLst>
              <a:ext uri="{FF2B5EF4-FFF2-40B4-BE49-F238E27FC236}">
                <a16:creationId xmlns:a16="http://schemas.microsoft.com/office/drawing/2014/main" id="{D06FE1C2-4B26-4B39-B664-5E26282AD3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0" name="image1.gif">
            <a:extLst>
              <a:ext uri="{FF2B5EF4-FFF2-40B4-BE49-F238E27FC236}">
                <a16:creationId xmlns:a16="http://schemas.microsoft.com/office/drawing/2014/main" id="{3527EC54-C13D-4984-923A-808F84D746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1" name="image1.gif">
            <a:extLst>
              <a:ext uri="{FF2B5EF4-FFF2-40B4-BE49-F238E27FC236}">
                <a16:creationId xmlns:a16="http://schemas.microsoft.com/office/drawing/2014/main" id="{415D585C-850D-4D36-BA4E-C88F2EA330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2" name="image1.gif">
            <a:extLst>
              <a:ext uri="{FF2B5EF4-FFF2-40B4-BE49-F238E27FC236}">
                <a16:creationId xmlns:a16="http://schemas.microsoft.com/office/drawing/2014/main" id="{D55019B5-2352-4343-BCDE-10A962241C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3" name="image1.gif">
            <a:extLst>
              <a:ext uri="{FF2B5EF4-FFF2-40B4-BE49-F238E27FC236}">
                <a16:creationId xmlns:a16="http://schemas.microsoft.com/office/drawing/2014/main" id="{9E6F90E1-83D2-4E26-8016-FBAC951517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image1.gif">
            <a:extLst>
              <a:ext uri="{FF2B5EF4-FFF2-40B4-BE49-F238E27FC236}">
                <a16:creationId xmlns:a16="http://schemas.microsoft.com/office/drawing/2014/main" id="{7136C991-6BCE-4866-B379-4F11D3584CC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5" name="image1.gif">
            <a:extLst>
              <a:ext uri="{FF2B5EF4-FFF2-40B4-BE49-F238E27FC236}">
                <a16:creationId xmlns:a16="http://schemas.microsoft.com/office/drawing/2014/main" id="{3AC04B0B-B230-471F-B213-18B5FAA52F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6" name="image1.gif">
            <a:extLst>
              <a:ext uri="{FF2B5EF4-FFF2-40B4-BE49-F238E27FC236}">
                <a16:creationId xmlns:a16="http://schemas.microsoft.com/office/drawing/2014/main" id="{D9F21763-05FA-46B3-B84D-F49D155925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7" name="image1.gif">
            <a:extLst>
              <a:ext uri="{FF2B5EF4-FFF2-40B4-BE49-F238E27FC236}">
                <a16:creationId xmlns:a16="http://schemas.microsoft.com/office/drawing/2014/main" id="{3D76C0C5-080B-40CB-BD1B-BF881B3F50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8" name="image1.gif">
            <a:extLst>
              <a:ext uri="{FF2B5EF4-FFF2-40B4-BE49-F238E27FC236}">
                <a16:creationId xmlns:a16="http://schemas.microsoft.com/office/drawing/2014/main" id="{9A631486-6D7F-4478-A4B4-E47FB393FC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" name="image1.gif">
            <a:extLst>
              <a:ext uri="{FF2B5EF4-FFF2-40B4-BE49-F238E27FC236}">
                <a16:creationId xmlns:a16="http://schemas.microsoft.com/office/drawing/2014/main" id="{B3BB9331-DE19-404B-AF76-6A742FD974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0" name="image1.gif">
            <a:extLst>
              <a:ext uri="{FF2B5EF4-FFF2-40B4-BE49-F238E27FC236}">
                <a16:creationId xmlns:a16="http://schemas.microsoft.com/office/drawing/2014/main" id="{FA82CDBA-205E-41BE-9F86-29A5C1B075A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1" name="image1.gif">
            <a:extLst>
              <a:ext uri="{FF2B5EF4-FFF2-40B4-BE49-F238E27FC236}">
                <a16:creationId xmlns:a16="http://schemas.microsoft.com/office/drawing/2014/main" id="{282C4A33-5084-469D-8709-0895A9BC3E1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2" name="image1.gif">
            <a:extLst>
              <a:ext uri="{FF2B5EF4-FFF2-40B4-BE49-F238E27FC236}">
                <a16:creationId xmlns:a16="http://schemas.microsoft.com/office/drawing/2014/main" id="{0175B09B-7DE8-4E93-A3D9-2BF41783986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3" name="image1.gif">
            <a:extLst>
              <a:ext uri="{FF2B5EF4-FFF2-40B4-BE49-F238E27FC236}">
                <a16:creationId xmlns:a16="http://schemas.microsoft.com/office/drawing/2014/main" id="{EB86E603-1C66-4384-B23D-3189A57B1D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4" name="image1.gif">
            <a:extLst>
              <a:ext uri="{FF2B5EF4-FFF2-40B4-BE49-F238E27FC236}">
                <a16:creationId xmlns:a16="http://schemas.microsoft.com/office/drawing/2014/main" id="{0DE97041-9237-4733-92BF-40FD8CE2DC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5" name="image1.gif">
            <a:extLst>
              <a:ext uri="{FF2B5EF4-FFF2-40B4-BE49-F238E27FC236}">
                <a16:creationId xmlns:a16="http://schemas.microsoft.com/office/drawing/2014/main" id="{F55F4ADB-4AAD-44F0-BF3B-12A41E69BC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6" name="image1.gif">
            <a:extLst>
              <a:ext uri="{FF2B5EF4-FFF2-40B4-BE49-F238E27FC236}">
                <a16:creationId xmlns:a16="http://schemas.microsoft.com/office/drawing/2014/main" id="{BA65DECA-F9CC-4C4A-B18D-00FEFE974B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7" name="image1.gif">
            <a:extLst>
              <a:ext uri="{FF2B5EF4-FFF2-40B4-BE49-F238E27FC236}">
                <a16:creationId xmlns:a16="http://schemas.microsoft.com/office/drawing/2014/main" id="{BA713238-F24B-4BC8-8A62-EDE0C61EEC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8" name="image1.gif">
            <a:extLst>
              <a:ext uri="{FF2B5EF4-FFF2-40B4-BE49-F238E27FC236}">
                <a16:creationId xmlns:a16="http://schemas.microsoft.com/office/drawing/2014/main" id="{56B0BD9B-4AD9-4073-B784-90D9741350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9" name="image1.gif">
            <a:extLst>
              <a:ext uri="{FF2B5EF4-FFF2-40B4-BE49-F238E27FC236}">
                <a16:creationId xmlns:a16="http://schemas.microsoft.com/office/drawing/2014/main" id="{D5602C8D-E469-4159-BE20-FBC1184287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0" name="image1.gif">
            <a:extLst>
              <a:ext uri="{FF2B5EF4-FFF2-40B4-BE49-F238E27FC236}">
                <a16:creationId xmlns:a16="http://schemas.microsoft.com/office/drawing/2014/main" id="{3ABC4E75-48D3-4E4B-8867-DCC77840A2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1" name="image1.gif">
            <a:extLst>
              <a:ext uri="{FF2B5EF4-FFF2-40B4-BE49-F238E27FC236}">
                <a16:creationId xmlns:a16="http://schemas.microsoft.com/office/drawing/2014/main" id="{EBF78CC8-7EF7-437E-BB1A-8308F801A0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2" name="image1.gif">
            <a:extLst>
              <a:ext uri="{FF2B5EF4-FFF2-40B4-BE49-F238E27FC236}">
                <a16:creationId xmlns:a16="http://schemas.microsoft.com/office/drawing/2014/main" id="{CAE0EA85-762B-4624-8F68-4B8E617FE32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3" name="image1.gif">
            <a:extLst>
              <a:ext uri="{FF2B5EF4-FFF2-40B4-BE49-F238E27FC236}">
                <a16:creationId xmlns:a16="http://schemas.microsoft.com/office/drawing/2014/main" id="{18A1F935-E4FC-4D27-AE17-587BEF3EA1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4" name="image1.gif">
            <a:extLst>
              <a:ext uri="{FF2B5EF4-FFF2-40B4-BE49-F238E27FC236}">
                <a16:creationId xmlns:a16="http://schemas.microsoft.com/office/drawing/2014/main" id="{59EA481F-1A81-47C2-97F0-2CF30CACC5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5" name="image1.gif">
            <a:extLst>
              <a:ext uri="{FF2B5EF4-FFF2-40B4-BE49-F238E27FC236}">
                <a16:creationId xmlns:a16="http://schemas.microsoft.com/office/drawing/2014/main" id="{846AAA6D-CF16-428A-A1D3-EDAA8B409FE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6" name="image1.gif">
            <a:extLst>
              <a:ext uri="{FF2B5EF4-FFF2-40B4-BE49-F238E27FC236}">
                <a16:creationId xmlns:a16="http://schemas.microsoft.com/office/drawing/2014/main" id="{A5A19730-5006-4E8F-8858-B18E45BDAA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7" name="image1.gif">
            <a:extLst>
              <a:ext uri="{FF2B5EF4-FFF2-40B4-BE49-F238E27FC236}">
                <a16:creationId xmlns:a16="http://schemas.microsoft.com/office/drawing/2014/main" id="{FE6233AC-F6DA-46C1-9CC2-CABA777D3F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8" name="image1.gif">
            <a:extLst>
              <a:ext uri="{FF2B5EF4-FFF2-40B4-BE49-F238E27FC236}">
                <a16:creationId xmlns:a16="http://schemas.microsoft.com/office/drawing/2014/main" id="{DFB5AB74-FAB7-4BF7-9741-66DF5B80A0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9" name="image1.gif">
            <a:extLst>
              <a:ext uri="{FF2B5EF4-FFF2-40B4-BE49-F238E27FC236}">
                <a16:creationId xmlns:a16="http://schemas.microsoft.com/office/drawing/2014/main" id="{EA05F7E1-50DB-407F-8FF4-E9CE511975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0" name="image1.gif">
            <a:extLst>
              <a:ext uri="{FF2B5EF4-FFF2-40B4-BE49-F238E27FC236}">
                <a16:creationId xmlns:a16="http://schemas.microsoft.com/office/drawing/2014/main" id="{F347250C-131C-4AD9-B432-957249A876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1" name="image1.gif">
            <a:extLst>
              <a:ext uri="{FF2B5EF4-FFF2-40B4-BE49-F238E27FC236}">
                <a16:creationId xmlns:a16="http://schemas.microsoft.com/office/drawing/2014/main" id="{4F0C93E3-466F-4EA3-B1B5-458674C17AE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2" name="image1.gif">
            <a:extLst>
              <a:ext uri="{FF2B5EF4-FFF2-40B4-BE49-F238E27FC236}">
                <a16:creationId xmlns:a16="http://schemas.microsoft.com/office/drawing/2014/main" id="{C8AB3B26-CE16-4328-8399-1909A1583E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3" name="image1.gif">
            <a:extLst>
              <a:ext uri="{FF2B5EF4-FFF2-40B4-BE49-F238E27FC236}">
                <a16:creationId xmlns:a16="http://schemas.microsoft.com/office/drawing/2014/main" id="{6490D3A5-0DA6-4327-AB51-195C52C60F7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4" name="image1.gif">
            <a:extLst>
              <a:ext uri="{FF2B5EF4-FFF2-40B4-BE49-F238E27FC236}">
                <a16:creationId xmlns:a16="http://schemas.microsoft.com/office/drawing/2014/main" id="{E031C914-B8EC-4CC6-9E37-0BF98731D6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5" name="image1.gif">
            <a:extLst>
              <a:ext uri="{FF2B5EF4-FFF2-40B4-BE49-F238E27FC236}">
                <a16:creationId xmlns:a16="http://schemas.microsoft.com/office/drawing/2014/main" id="{C4650AEB-E9BB-4D29-9827-BB38A1A83C3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6" name="image1.gif">
            <a:extLst>
              <a:ext uri="{FF2B5EF4-FFF2-40B4-BE49-F238E27FC236}">
                <a16:creationId xmlns:a16="http://schemas.microsoft.com/office/drawing/2014/main" id="{51E12FC9-5176-4BA4-89BB-ECFEBB89F98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7" name="image1.gif">
            <a:extLst>
              <a:ext uri="{FF2B5EF4-FFF2-40B4-BE49-F238E27FC236}">
                <a16:creationId xmlns:a16="http://schemas.microsoft.com/office/drawing/2014/main" id="{8ABEBE44-4570-4304-BC80-08F558AE9B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8" name="image1.gif">
            <a:extLst>
              <a:ext uri="{FF2B5EF4-FFF2-40B4-BE49-F238E27FC236}">
                <a16:creationId xmlns:a16="http://schemas.microsoft.com/office/drawing/2014/main" id="{FF50864A-6A21-4969-833D-305E97DD94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9" name="image1.gif">
            <a:extLst>
              <a:ext uri="{FF2B5EF4-FFF2-40B4-BE49-F238E27FC236}">
                <a16:creationId xmlns:a16="http://schemas.microsoft.com/office/drawing/2014/main" id="{8C575B28-9B4E-4311-B290-A6D78FED2A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" name="image1.gif">
            <a:extLst>
              <a:ext uri="{FF2B5EF4-FFF2-40B4-BE49-F238E27FC236}">
                <a16:creationId xmlns:a16="http://schemas.microsoft.com/office/drawing/2014/main" id="{69855782-51F9-4A39-A868-F99AE5B86BE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1" name="image1.gif">
            <a:extLst>
              <a:ext uri="{FF2B5EF4-FFF2-40B4-BE49-F238E27FC236}">
                <a16:creationId xmlns:a16="http://schemas.microsoft.com/office/drawing/2014/main" id="{D2E9A9AF-8516-4831-BC1E-DF47A01012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2" name="image1.gif">
            <a:extLst>
              <a:ext uri="{FF2B5EF4-FFF2-40B4-BE49-F238E27FC236}">
                <a16:creationId xmlns:a16="http://schemas.microsoft.com/office/drawing/2014/main" id="{4AFA7151-EE6C-4DD5-8151-7155C61509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3" name="image1.gif">
            <a:extLst>
              <a:ext uri="{FF2B5EF4-FFF2-40B4-BE49-F238E27FC236}">
                <a16:creationId xmlns:a16="http://schemas.microsoft.com/office/drawing/2014/main" id="{B8C72DC5-74D3-4D76-B189-112634D9B83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4" name="image1.gif">
            <a:extLst>
              <a:ext uri="{FF2B5EF4-FFF2-40B4-BE49-F238E27FC236}">
                <a16:creationId xmlns:a16="http://schemas.microsoft.com/office/drawing/2014/main" id="{A5A36DF3-D021-4FBC-86B5-B13F950691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5" name="image1.gif">
            <a:extLst>
              <a:ext uri="{FF2B5EF4-FFF2-40B4-BE49-F238E27FC236}">
                <a16:creationId xmlns:a16="http://schemas.microsoft.com/office/drawing/2014/main" id="{3E6DF303-9303-48DB-93D5-AC690CBB02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6" name="image1.gif">
            <a:extLst>
              <a:ext uri="{FF2B5EF4-FFF2-40B4-BE49-F238E27FC236}">
                <a16:creationId xmlns:a16="http://schemas.microsoft.com/office/drawing/2014/main" id="{F5CDC6E2-8939-4A02-96DE-E2FDCD554D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7" name="image1.gif">
            <a:extLst>
              <a:ext uri="{FF2B5EF4-FFF2-40B4-BE49-F238E27FC236}">
                <a16:creationId xmlns:a16="http://schemas.microsoft.com/office/drawing/2014/main" id="{7968060A-604E-4778-A134-EBD93E8B087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8" name="image1.gif">
            <a:extLst>
              <a:ext uri="{FF2B5EF4-FFF2-40B4-BE49-F238E27FC236}">
                <a16:creationId xmlns:a16="http://schemas.microsoft.com/office/drawing/2014/main" id="{E4B391B8-BBD4-4D58-BBF2-570A9131F5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9" name="image1.gif">
            <a:extLst>
              <a:ext uri="{FF2B5EF4-FFF2-40B4-BE49-F238E27FC236}">
                <a16:creationId xmlns:a16="http://schemas.microsoft.com/office/drawing/2014/main" id="{1B169E69-ED1A-4C29-9CFF-CE06B158B0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0" name="image1.gif">
            <a:extLst>
              <a:ext uri="{FF2B5EF4-FFF2-40B4-BE49-F238E27FC236}">
                <a16:creationId xmlns:a16="http://schemas.microsoft.com/office/drawing/2014/main" id="{BDC17379-7DDC-4A66-8700-921C4F8B2A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1" name="image1.gif">
            <a:extLst>
              <a:ext uri="{FF2B5EF4-FFF2-40B4-BE49-F238E27FC236}">
                <a16:creationId xmlns:a16="http://schemas.microsoft.com/office/drawing/2014/main" id="{9E1FFD08-D5E7-4219-8366-4344333DB3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2" name="image1.gif">
            <a:extLst>
              <a:ext uri="{FF2B5EF4-FFF2-40B4-BE49-F238E27FC236}">
                <a16:creationId xmlns:a16="http://schemas.microsoft.com/office/drawing/2014/main" id="{E0FC0991-2E47-4752-AB91-E2219CF205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3" name="image1.gif">
            <a:extLst>
              <a:ext uri="{FF2B5EF4-FFF2-40B4-BE49-F238E27FC236}">
                <a16:creationId xmlns:a16="http://schemas.microsoft.com/office/drawing/2014/main" id="{24CAF198-EFDA-4F47-B211-E247A3A06D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4" name="image1.gif">
            <a:extLst>
              <a:ext uri="{FF2B5EF4-FFF2-40B4-BE49-F238E27FC236}">
                <a16:creationId xmlns:a16="http://schemas.microsoft.com/office/drawing/2014/main" id="{D05DA933-3DB9-4C71-849B-0082F3B979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5" name="image1.gif">
            <a:extLst>
              <a:ext uri="{FF2B5EF4-FFF2-40B4-BE49-F238E27FC236}">
                <a16:creationId xmlns:a16="http://schemas.microsoft.com/office/drawing/2014/main" id="{ACD54110-EC02-4D0F-A4A7-CF0BCCC870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6" name="image1.gif">
            <a:extLst>
              <a:ext uri="{FF2B5EF4-FFF2-40B4-BE49-F238E27FC236}">
                <a16:creationId xmlns:a16="http://schemas.microsoft.com/office/drawing/2014/main" id="{851D0703-9DD8-480F-9F3F-D1FC599853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7" name="image1.gif">
            <a:extLst>
              <a:ext uri="{FF2B5EF4-FFF2-40B4-BE49-F238E27FC236}">
                <a16:creationId xmlns:a16="http://schemas.microsoft.com/office/drawing/2014/main" id="{E81B40F2-2DFD-401C-B4AD-52266C44E5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8" name="image1.gif">
            <a:extLst>
              <a:ext uri="{FF2B5EF4-FFF2-40B4-BE49-F238E27FC236}">
                <a16:creationId xmlns:a16="http://schemas.microsoft.com/office/drawing/2014/main" id="{49A25FEC-2830-4038-80AA-B3256A609D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9" name="image1.gif">
            <a:extLst>
              <a:ext uri="{FF2B5EF4-FFF2-40B4-BE49-F238E27FC236}">
                <a16:creationId xmlns:a16="http://schemas.microsoft.com/office/drawing/2014/main" id="{DBFCD97B-9FEE-4426-8109-F1D228991F5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0" name="image1.gif">
            <a:extLst>
              <a:ext uri="{FF2B5EF4-FFF2-40B4-BE49-F238E27FC236}">
                <a16:creationId xmlns:a16="http://schemas.microsoft.com/office/drawing/2014/main" id="{BA999FDA-424E-4696-97CB-F25AA22433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1" name="image1.gif">
            <a:extLst>
              <a:ext uri="{FF2B5EF4-FFF2-40B4-BE49-F238E27FC236}">
                <a16:creationId xmlns:a16="http://schemas.microsoft.com/office/drawing/2014/main" id="{EBF9189B-6446-4AAA-BE19-9FA58173E2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2" name="image1.gif">
            <a:extLst>
              <a:ext uri="{FF2B5EF4-FFF2-40B4-BE49-F238E27FC236}">
                <a16:creationId xmlns:a16="http://schemas.microsoft.com/office/drawing/2014/main" id="{4759511E-7060-4543-ACA3-AE18D67B03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3" name="image1.gif">
            <a:extLst>
              <a:ext uri="{FF2B5EF4-FFF2-40B4-BE49-F238E27FC236}">
                <a16:creationId xmlns:a16="http://schemas.microsoft.com/office/drawing/2014/main" id="{2D173B47-6E2F-4E75-AE91-4CE53D6BDA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4" name="image1.gif">
            <a:extLst>
              <a:ext uri="{FF2B5EF4-FFF2-40B4-BE49-F238E27FC236}">
                <a16:creationId xmlns:a16="http://schemas.microsoft.com/office/drawing/2014/main" id="{B4722BED-B6AA-4AB9-9976-31D5521CF6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5" name="image1.gif">
            <a:extLst>
              <a:ext uri="{FF2B5EF4-FFF2-40B4-BE49-F238E27FC236}">
                <a16:creationId xmlns:a16="http://schemas.microsoft.com/office/drawing/2014/main" id="{667E9C87-905A-4CE8-92D9-FE46C33A45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6" name="image1.gif">
            <a:extLst>
              <a:ext uri="{FF2B5EF4-FFF2-40B4-BE49-F238E27FC236}">
                <a16:creationId xmlns:a16="http://schemas.microsoft.com/office/drawing/2014/main" id="{219D6D2D-A27E-4F35-800C-2FC4C8B19B1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7" name="image1.gif">
            <a:extLst>
              <a:ext uri="{FF2B5EF4-FFF2-40B4-BE49-F238E27FC236}">
                <a16:creationId xmlns:a16="http://schemas.microsoft.com/office/drawing/2014/main" id="{05A96FFA-652E-4E8B-B397-CD992F77F8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8" name="image1.gif">
            <a:extLst>
              <a:ext uri="{FF2B5EF4-FFF2-40B4-BE49-F238E27FC236}">
                <a16:creationId xmlns:a16="http://schemas.microsoft.com/office/drawing/2014/main" id="{86D15E79-975E-4635-BC7A-07B4817AD6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9" name="image1.gif">
            <a:extLst>
              <a:ext uri="{FF2B5EF4-FFF2-40B4-BE49-F238E27FC236}">
                <a16:creationId xmlns:a16="http://schemas.microsoft.com/office/drawing/2014/main" id="{A28E8A5D-19DB-425E-B70C-45D0DFA525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0" name="image1.gif">
            <a:extLst>
              <a:ext uri="{FF2B5EF4-FFF2-40B4-BE49-F238E27FC236}">
                <a16:creationId xmlns:a16="http://schemas.microsoft.com/office/drawing/2014/main" id="{212988EE-3681-4B22-BF1E-728465D3B1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" name="image1.gif">
            <a:extLst>
              <a:ext uri="{FF2B5EF4-FFF2-40B4-BE49-F238E27FC236}">
                <a16:creationId xmlns:a16="http://schemas.microsoft.com/office/drawing/2014/main" id="{A0AAE586-44B7-4B0C-B512-4B738F3220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2" name="image1.gif">
            <a:extLst>
              <a:ext uri="{FF2B5EF4-FFF2-40B4-BE49-F238E27FC236}">
                <a16:creationId xmlns:a16="http://schemas.microsoft.com/office/drawing/2014/main" id="{5F2B3293-EFBE-4ED1-91C2-E3B31F942F0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3" name="image1.gif">
            <a:extLst>
              <a:ext uri="{FF2B5EF4-FFF2-40B4-BE49-F238E27FC236}">
                <a16:creationId xmlns:a16="http://schemas.microsoft.com/office/drawing/2014/main" id="{0710FAD5-6CB9-4AFF-8D85-F53C16B35D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4" name="image1.gif">
            <a:extLst>
              <a:ext uri="{FF2B5EF4-FFF2-40B4-BE49-F238E27FC236}">
                <a16:creationId xmlns:a16="http://schemas.microsoft.com/office/drawing/2014/main" id="{2024A29E-626D-4E64-B2F5-50107AB581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5" name="image1.gif">
            <a:extLst>
              <a:ext uri="{FF2B5EF4-FFF2-40B4-BE49-F238E27FC236}">
                <a16:creationId xmlns:a16="http://schemas.microsoft.com/office/drawing/2014/main" id="{2069F35E-32BC-45F2-8BB8-E8AF47466F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6" name="image1.gif">
            <a:extLst>
              <a:ext uri="{FF2B5EF4-FFF2-40B4-BE49-F238E27FC236}">
                <a16:creationId xmlns:a16="http://schemas.microsoft.com/office/drawing/2014/main" id="{C942E424-28D2-4CB2-A45D-FC41D64595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7" name="image1.gif">
            <a:extLst>
              <a:ext uri="{FF2B5EF4-FFF2-40B4-BE49-F238E27FC236}">
                <a16:creationId xmlns:a16="http://schemas.microsoft.com/office/drawing/2014/main" id="{C02B3BAE-63F7-4453-9571-5E95D5B820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8" name="image1.gif">
            <a:extLst>
              <a:ext uri="{FF2B5EF4-FFF2-40B4-BE49-F238E27FC236}">
                <a16:creationId xmlns:a16="http://schemas.microsoft.com/office/drawing/2014/main" id="{27AF6858-8FAF-4883-8E59-92C14BFC59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9" name="image1.gif">
            <a:extLst>
              <a:ext uri="{FF2B5EF4-FFF2-40B4-BE49-F238E27FC236}">
                <a16:creationId xmlns:a16="http://schemas.microsoft.com/office/drawing/2014/main" id="{A16EFDBC-8534-49CA-99F6-ECBC7E29BE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0" name="image1.gif">
            <a:extLst>
              <a:ext uri="{FF2B5EF4-FFF2-40B4-BE49-F238E27FC236}">
                <a16:creationId xmlns:a16="http://schemas.microsoft.com/office/drawing/2014/main" id="{630DDB5B-177B-4BD2-8436-6B12D21F600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" name="image1.gif">
            <a:extLst>
              <a:ext uri="{FF2B5EF4-FFF2-40B4-BE49-F238E27FC236}">
                <a16:creationId xmlns:a16="http://schemas.microsoft.com/office/drawing/2014/main" id="{BC0E8152-4F8B-4905-96D7-609E25CB43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" name="image1.gif">
            <a:extLst>
              <a:ext uri="{FF2B5EF4-FFF2-40B4-BE49-F238E27FC236}">
                <a16:creationId xmlns:a16="http://schemas.microsoft.com/office/drawing/2014/main" id="{A412E865-B977-4A29-A55C-0B806AE983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3" name="image1.gif">
            <a:extLst>
              <a:ext uri="{FF2B5EF4-FFF2-40B4-BE49-F238E27FC236}">
                <a16:creationId xmlns:a16="http://schemas.microsoft.com/office/drawing/2014/main" id="{3B7BFBE3-E1B0-41C3-A009-289A1B48E91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4" name="image1.gif">
            <a:extLst>
              <a:ext uri="{FF2B5EF4-FFF2-40B4-BE49-F238E27FC236}">
                <a16:creationId xmlns:a16="http://schemas.microsoft.com/office/drawing/2014/main" id="{F9D1432D-96FA-4BA4-BDA4-699D0EA3D1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5" name="image1.gif">
            <a:extLst>
              <a:ext uri="{FF2B5EF4-FFF2-40B4-BE49-F238E27FC236}">
                <a16:creationId xmlns:a16="http://schemas.microsoft.com/office/drawing/2014/main" id="{27FE1200-575E-43DD-8EB3-C347D83374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6" name="image1.gif">
            <a:extLst>
              <a:ext uri="{FF2B5EF4-FFF2-40B4-BE49-F238E27FC236}">
                <a16:creationId xmlns:a16="http://schemas.microsoft.com/office/drawing/2014/main" id="{0FBCC55C-4B49-4FFE-84BE-25BEB8B13DF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7" name="image1.gif">
            <a:extLst>
              <a:ext uri="{FF2B5EF4-FFF2-40B4-BE49-F238E27FC236}">
                <a16:creationId xmlns:a16="http://schemas.microsoft.com/office/drawing/2014/main" id="{D77BDB5F-DCBF-4A85-AF12-99B2D52B7B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8" name="image1.gif">
            <a:extLst>
              <a:ext uri="{FF2B5EF4-FFF2-40B4-BE49-F238E27FC236}">
                <a16:creationId xmlns:a16="http://schemas.microsoft.com/office/drawing/2014/main" id="{C4F1FF29-53AB-4315-94A0-063C9061242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9" name="image1.gif">
            <a:extLst>
              <a:ext uri="{FF2B5EF4-FFF2-40B4-BE49-F238E27FC236}">
                <a16:creationId xmlns:a16="http://schemas.microsoft.com/office/drawing/2014/main" id="{96E8768B-0733-4B3A-9BB5-C402CA6544A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0" name="image1.gif">
            <a:extLst>
              <a:ext uri="{FF2B5EF4-FFF2-40B4-BE49-F238E27FC236}">
                <a16:creationId xmlns:a16="http://schemas.microsoft.com/office/drawing/2014/main" id="{FF5603F4-3A92-4FB2-89B4-243B047A59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1" name="image1.gif">
            <a:extLst>
              <a:ext uri="{FF2B5EF4-FFF2-40B4-BE49-F238E27FC236}">
                <a16:creationId xmlns:a16="http://schemas.microsoft.com/office/drawing/2014/main" id="{80567F56-5056-4B3D-A065-46B544CCD8A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2" name="image1.gif">
            <a:extLst>
              <a:ext uri="{FF2B5EF4-FFF2-40B4-BE49-F238E27FC236}">
                <a16:creationId xmlns:a16="http://schemas.microsoft.com/office/drawing/2014/main" id="{6E4AA5BA-02A7-4435-BA48-F914DB1DCA1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3" name="image1.gif">
            <a:extLst>
              <a:ext uri="{FF2B5EF4-FFF2-40B4-BE49-F238E27FC236}">
                <a16:creationId xmlns:a16="http://schemas.microsoft.com/office/drawing/2014/main" id="{EE464A60-8B51-4377-B422-BAEB52D8F4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4" name="image1.gif">
            <a:extLst>
              <a:ext uri="{FF2B5EF4-FFF2-40B4-BE49-F238E27FC236}">
                <a16:creationId xmlns:a16="http://schemas.microsoft.com/office/drawing/2014/main" id="{58D80F9B-8786-4C90-B6CE-E0A345371B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5" name="image1.gif">
            <a:extLst>
              <a:ext uri="{FF2B5EF4-FFF2-40B4-BE49-F238E27FC236}">
                <a16:creationId xmlns:a16="http://schemas.microsoft.com/office/drawing/2014/main" id="{6B8407C0-9D18-476C-8194-9EB1189EDD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6" name="image1.gif">
            <a:extLst>
              <a:ext uri="{FF2B5EF4-FFF2-40B4-BE49-F238E27FC236}">
                <a16:creationId xmlns:a16="http://schemas.microsoft.com/office/drawing/2014/main" id="{E183BB4F-D1F2-4150-A217-DF0BC81332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7" name="image1.gif">
            <a:extLst>
              <a:ext uri="{FF2B5EF4-FFF2-40B4-BE49-F238E27FC236}">
                <a16:creationId xmlns:a16="http://schemas.microsoft.com/office/drawing/2014/main" id="{7F57B5D3-DB3C-49C3-AEE6-88469E9343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8" name="image1.gif">
            <a:extLst>
              <a:ext uri="{FF2B5EF4-FFF2-40B4-BE49-F238E27FC236}">
                <a16:creationId xmlns:a16="http://schemas.microsoft.com/office/drawing/2014/main" id="{F770E292-2BF5-45F8-832E-9E0333A386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9" name="image1.gif">
            <a:extLst>
              <a:ext uri="{FF2B5EF4-FFF2-40B4-BE49-F238E27FC236}">
                <a16:creationId xmlns:a16="http://schemas.microsoft.com/office/drawing/2014/main" id="{2BB3F29C-27D4-4446-8DA0-DEDB8766E9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0" name="image1.gif">
            <a:extLst>
              <a:ext uri="{FF2B5EF4-FFF2-40B4-BE49-F238E27FC236}">
                <a16:creationId xmlns:a16="http://schemas.microsoft.com/office/drawing/2014/main" id="{F85998B9-D7D1-455D-832F-D41D871392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" name="image1.gif">
            <a:extLst>
              <a:ext uri="{FF2B5EF4-FFF2-40B4-BE49-F238E27FC236}">
                <a16:creationId xmlns:a16="http://schemas.microsoft.com/office/drawing/2014/main" id="{8A635D1D-64A4-416D-9B5D-0FD640E8D9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2" name="image1.gif">
            <a:extLst>
              <a:ext uri="{FF2B5EF4-FFF2-40B4-BE49-F238E27FC236}">
                <a16:creationId xmlns:a16="http://schemas.microsoft.com/office/drawing/2014/main" id="{859BBCDD-E7DD-4749-B5A6-AD3543133E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3" name="image1.gif">
            <a:extLst>
              <a:ext uri="{FF2B5EF4-FFF2-40B4-BE49-F238E27FC236}">
                <a16:creationId xmlns:a16="http://schemas.microsoft.com/office/drawing/2014/main" id="{255E996E-1728-4CB7-8CE0-25C13FFB6C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4" name="image1.gif">
            <a:extLst>
              <a:ext uri="{FF2B5EF4-FFF2-40B4-BE49-F238E27FC236}">
                <a16:creationId xmlns:a16="http://schemas.microsoft.com/office/drawing/2014/main" id="{31B36D2A-2E81-4B9A-A8BF-83DEC2397B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5" name="image1.gif">
            <a:extLst>
              <a:ext uri="{FF2B5EF4-FFF2-40B4-BE49-F238E27FC236}">
                <a16:creationId xmlns:a16="http://schemas.microsoft.com/office/drawing/2014/main" id="{F86D2ED9-9F23-4B7B-88D9-1D6BB10358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6" name="image1.gif">
            <a:extLst>
              <a:ext uri="{FF2B5EF4-FFF2-40B4-BE49-F238E27FC236}">
                <a16:creationId xmlns:a16="http://schemas.microsoft.com/office/drawing/2014/main" id="{769F5560-7AEA-4E83-9362-F773933964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7" name="image1.gif">
            <a:extLst>
              <a:ext uri="{FF2B5EF4-FFF2-40B4-BE49-F238E27FC236}">
                <a16:creationId xmlns:a16="http://schemas.microsoft.com/office/drawing/2014/main" id="{EF514C5C-4080-4705-A04E-3357D2CD43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8" name="image1.gif">
            <a:extLst>
              <a:ext uri="{FF2B5EF4-FFF2-40B4-BE49-F238E27FC236}">
                <a16:creationId xmlns:a16="http://schemas.microsoft.com/office/drawing/2014/main" id="{DCFA3C5C-CF6F-49B1-9335-3F84E12D44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9" name="image1.gif">
            <a:extLst>
              <a:ext uri="{FF2B5EF4-FFF2-40B4-BE49-F238E27FC236}">
                <a16:creationId xmlns:a16="http://schemas.microsoft.com/office/drawing/2014/main" id="{74783ABA-679D-4FAC-BB96-58B8AEBC09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0" name="image1.gif">
            <a:extLst>
              <a:ext uri="{FF2B5EF4-FFF2-40B4-BE49-F238E27FC236}">
                <a16:creationId xmlns:a16="http://schemas.microsoft.com/office/drawing/2014/main" id="{4DE0A379-BEA2-453B-82C0-A7CEC8B607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1" name="image1.gif">
            <a:extLst>
              <a:ext uri="{FF2B5EF4-FFF2-40B4-BE49-F238E27FC236}">
                <a16:creationId xmlns:a16="http://schemas.microsoft.com/office/drawing/2014/main" id="{B26385F7-5B00-487F-97F2-604687C19A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2" name="image1.gif">
            <a:extLst>
              <a:ext uri="{FF2B5EF4-FFF2-40B4-BE49-F238E27FC236}">
                <a16:creationId xmlns:a16="http://schemas.microsoft.com/office/drawing/2014/main" id="{DB50541D-C2D7-4F73-AB40-B23577DCF8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3" name="image1.gif">
            <a:extLst>
              <a:ext uri="{FF2B5EF4-FFF2-40B4-BE49-F238E27FC236}">
                <a16:creationId xmlns:a16="http://schemas.microsoft.com/office/drawing/2014/main" id="{997EBC49-362D-4BCC-86B7-7F60694269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4" name="image1.gif">
            <a:extLst>
              <a:ext uri="{FF2B5EF4-FFF2-40B4-BE49-F238E27FC236}">
                <a16:creationId xmlns:a16="http://schemas.microsoft.com/office/drawing/2014/main" id="{F9931E47-7818-49F5-AA53-1DDDB540412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5" name="image1.gif">
            <a:extLst>
              <a:ext uri="{FF2B5EF4-FFF2-40B4-BE49-F238E27FC236}">
                <a16:creationId xmlns:a16="http://schemas.microsoft.com/office/drawing/2014/main" id="{78CE89B9-3E4E-45E7-A420-9809B1A13A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6" name="image1.gif">
            <a:extLst>
              <a:ext uri="{FF2B5EF4-FFF2-40B4-BE49-F238E27FC236}">
                <a16:creationId xmlns:a16="http://schemas.microsoft.com/office/drawing/2014/main" id="{C3C854FF-B46D-4585-8DE8-48B07E3DA29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7" name="image1.gif">
            <a:extLst>
              <a:ext uri="{FF2B5EF4-FFF2-40B4-BE49-F238E27FC236}">
                <a16:creationId xmlns:a16="http://schemas.microsoft.com/office/drawing/2014/main" id="{4F4B7A5B-B639-484F-92E0-1DABB65F4CA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8" name="image1.gif">
            <a:extLst>
              <a:ext uri="{FF2B5EF4-FFF2-40B4-BE49-F238E27FC236}">
                <a16:creationId xmlns:a16="http://schemas.microsoft.com/office/drawing/2014/main" id="{8B52013F-151F-4128-B2E5-DCD3DC293C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9" name="image1.gif">
            <a:extLst>
              <a:ext uri="{FF2B5EF4-FFF2-40B4-BE49-F238E27FC236}">
                <a16:creationId xmlns:a16="http://schemas.microsoft.com/office/drawing/2014/main" id="{955C3A57-FC44-4D3D-8348-947C0A62ED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0" name="image1.gif">
            <a:extLst>
              <a:ext uri="{FF2B5EF4-FFF2-40B4-BE49-F238E27FC236}">
                <a16:creationId xmlns:a16="http://schemas.microsoft.com/office/drawing/2014/main" id="{56960FF9-93E8-4B30-BE4B-7113FA09EE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1" name="image1.gif">
            <a:extLst>
              <a:ext uri="{FF2B5EF4-FFF2-40B4-BE49-F238E27FC236}">
                <a16:creationId xmlns:a16="http://schemas.microsoft.com/office/drawing/2014/main" id="{5DAF400A-F5D8-4D95-9B4E-6902961DBF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2" name="image1.gif">
            <a:extLst>
              <a:ext uri="{FF2B5EF4-FFF2-40B4-BE49-F238E27FC236}">
                <a16:creationId xmlns:a16="http://schemas.microsoft.com/office/drawing/2014/main" id="{D43860AB-590A-4D54-B607-AFE046F09CF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3" name="image1.gif">
            <a:extLst>
              <a:ext uri="{FF2B5EF4-FFF2-40B4-BE49-F238E27FC236}">
                <a16:creationId xmlns:a16="http://schemas.microsoft.com/office/drawing/2014/main" id="{33B0E2F5-8DA2-47A2-B593-0AD09661552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4" name="image1.gif">
            <a:extLst>
              <a:ext uri="{FF2B5EF4-FFF2-40B4-BE49-F238E27FC236}">
                <a16:creationId xmlns:a16="http://schemas.microsoft.com/office/drawing/2014/main" id="{24B540F1-D015-49A4-9D47-EF53F37020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5" name="image1.gif">
            <a:extLst>
              <a:ext uri="{FF2B5EF4-FFF2-40B4-BE49-F238E27FC236}">
                <a16:creationId xmlns:a16="http://schemas.microsoft.com/office/drawing/2014/main" id="{33832222-0988-4BEB-993D-D123E56656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6" name="image1.gif">
            <a:extLst>
              <a:ext uri="{FF2B5EF4-FFF2-40B4-BE49-F238E27FC236}">
                <a16:creationId xmlns:a16="http://schemas.microsoft.com/office/drawing/2014/main" id="{7484F58F-7ED8-4997-8D1A-0976DD80EE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7" name="image1.gif">
            <a:extLst>
              <a:ext uri="{FF2B5EF4-FFF2-40B4-BE49-F238E27FC236}">
                <a16:creationId xmlns:a16="http://schemas.microsoft.com/office/drawing/2014/main" id="{A4FC1059-412D-4602-A7F1-969BF95CF8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8" name="image1.gif">
            <a:extLst>
              <a:ext uri="{FF2B5EF4-FFF2-40B4-BE49-F238E27FC236}">
                <a16:creationId xmlns:a16="http://schemas.microsoft.com/office/drawing/2014/main" id="{770D90C4-360E-4CDE-B88B-44F5605BDF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9" name="image1.gif">
            <a:extLst>
              <a:ext uri="{FF2B5EF4-FFF2-40B4-BE49-F238E27FC236}">
                <a16:creationId xmlns:a16="http://schemas.microsoft.com/office/drawing/2014/main" id="{F06FAE0E-DC41-42BA-A9EA-0AE3246E53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0" name="image1.gif">
            <a:extLst>
              <a:ext uri="{FF2B5EF4-FFF2-40B4-BE49-F238E27FC236}">
                <a16:creationId xmlns:a16="http://schemas.microsoft.com/office/drawing/2014/main" id="{0DA76347-D1A5-460E-B1BA-4DE9F2FF27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1" name="image1.gif">
            <a:extLst>
              <a:ext uri="{FF2B5EF4-FFF2-40B4-BE49-F238E27FC236}">
                <a16:creationId xmlns:a16="http://schemas.microsoft.com/office/drawing/2014/main" id="{B656B264-2DAB-48AA-87EC-2764534DEF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2" name="image1.gif">
            <a:extLst>
              <a:ext uri="{FF2B5EF4-FFF2-40B4-BE49-F238E27FC236}">
                <a16:creationId xmlns:a16="http://schemas.microsoft.com/office/drawing/2014/main" id="{3666F4D4-0CDB-4590-9CBD-75263A07B5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3" name="image1.gif">
            <a:extLst>
              <a:ext uri="{FF2B5EF4-FFF2-40B4-BE49-F238E27FC236}">
                <a16:creationId xmlns:a16="http://schemas.microsoft.com/office/drawing/2014/main" id="{A504551D-CC76-4198-8D08-364D4EAD510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4" name="image1.gif">
            <a:extLst>
              <a:ext uri="{FF2B5EF4-FFF2-40B4-BE49-F238E27FC236}">
                <a16:creationId xmlns:a16="http://schemas.microsoft.com/office/drawing/2014/main" id="{B8A6C44F-67AC-45CE-BA52-653545759C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5" name="image1.gif">
            <a:extLst>
              <a:ext uri="{FF2B5EF4-FFF2-40B4-BE49-F238E27FC236}">
                <a16:creationId xmlns:a16="http://schemas.microsoft.com/office/drawing/2014/main" id="{A8662544-7D85-483E-9A94-033C5B724D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6" name="image1.gif">
            <a:extLst>
              <a:ext uri="{FF2B5EF4-FFF2-40B4-BE49-F238E27FC236}">
                <a16:creationId xmlns:a16="http://schemas.microsoft.com/office/drawing/2014/main" id="{55B922DB-5968-4616-AB15-DF29EA24DC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7" name="image1.gif">
            <a:extLst>
              <a:ext uri="{FF2B5EF4-FFF2-40B4-BE49-F238E27FC236}">
                <a16:creationId xmlns:a16="http://schemas.microsoft.com/office/drawing/2014/main" id="{963662BB-F02E-42F2-89CF-EE0765ED67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8" name="image1.gif">
            <a:extLst>
              <a:ext uri="{FF2B5EF4-FFF2-40B4-BE49-F238E27FC236}">
                <a16:creationId xmlns:a16="http://schemas.microsoft.com/office/drawing/2014/main" id="{7989D354-2A3E-49F9-A2A8-7ED703567E9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9" name="image1.gif">
            <a:extLst>
              <a:ext uri="{FF2B5EF4-FFF2-40B4-BE49-F238E27FC236}">
                <a16:creationId xmlns:a16="http://schemas.microsoft.com/office/drawing/2014/main" id="{B6EC9BB8-5D49-4A2D-AA5C-B6D7D4929E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0" name="image1.gif">
            <a:extLst>
              <a:ext uri="{FF2B5EF4-FFF2-40B4-BE49-F238E27FC236}">
                <a16:creationId xmlns:a16="http://schemas.microsoft.com/office/drawing/2014/main" id="{1E4BE68A-1999-460B-A21B-0614B5CF3F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1" name="image1.gif">
            <a:extLst>
              <a:ext uri="{FF2B5EF4-FFF2-40B4-BE49-F238E27FC236}">
                <a16:creationId xmlns:a16="http://schemas.microsoft.com/office/drawing/2014/main" id="{877080F1-F9BA-471F-AFA7-14AB2A2C5F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2" name="image1.gif">
            <a:extLst>
              <a:ext uri="{FF2B5EF4-FFF2-40B4-BE49-F238E27FC236}">
                <a16:creationId xmlns:a16="http://schemas.microsoft.com/office/drawing/2014/main" id="{ABC600DA-B64B-4BA6-92DF-4ED1B635D8C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3" name="image1.gif">
            <a:extLst>
              <a:ext uri="{FF2B5EF4-FFF2-40B4-BE49-F238E27FC236}">
                <a16:creationId xmlns:a16="http://schemas.microsoft.com/office/drawing/2014/main" id="{C5B4181A-FF2F-4321-B693-9BE9FF186C9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4" name="image1.gif">
            <a:extLst>
              <a:ext uri="{FF2B5EF4-FFF2-40B4-BE49-F238E27FC236}">
                <a16:creationId xmlns:a16="http://schemas.microsoft.com/office/drawing/2014/main" id="{E3CC3C3F-0173-467E-9A00-3E8B014959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5" name="image1.gif">
            <a:extLst>
              <a:ext uri="{FF2B5EF4-FFF2-40B4-BE49-F238E27FC236}">
                <a16:creationId xmlns:a16="http://schemas.microsoft.com/office/drawing/2014/main" id="{AA010343-FEB4-47A4-A4B9-47952A1196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6" name="image1.gif">
            <a:extLst>
              <a:ext uri="{FF2B5EF4-FFF2-40B4-BE49-F238E27FC236}">
                <a16:creationId xmlns:a16="http://schemas.microsoft.com/office/drawing/2014/main" id="{09BBBE72-7A70-4772-B82D-DB7EFB0FA72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7" name="image1.gif">
            <a:extLst>
              <a:ext uri="{FF2B5EF4-FFF2-40B4-BE49-F238E27FC236}">
                <a16:creationId xmlns:a16="http://schemas.microsoft.com/office/drawing/2014/main" id="{183B348D-A1D3-4CDE-BE2D-C200D86E27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8" name="image1.gif">
            <a:extLst>
              <a:ext uri="{FF2B5EF4-FFF2-40B4-BE49-F238E27FC236}">
                <a16:creationId xmlns:a16="http://schemas.microsoft.com/office/drawing/2014/main" id="{2F11CC41-6A19-4832-B383-0F3A67C4B0F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9" name="image1.gif">
            <a:extLst>
              <a:ext uri="{FF2B5EF4-FFF2-40B4-BE49-F238E27FC236}">
                <a16:creationId xmlns:a16="http://schemas.microsoft.com/office/drawing/2014/main" id="{E39EBD76-2AF4-40F5-A4FE-758351AE0C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0" name="image1.gif">
            <a:extLst>
              <a:ext uri="{FF2B5EF4-FFF2-40B4-BE49-F238E27FC236}">
                <a16:creationId xmlns:a16="http://schemas.microsoft.com/office/drawing/2014/main" id="{3FBBCDB7-CB3E-4D6A-A266-2840E353AD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1" name="image1.gif">
            <a:extLst>
              <a:ext uri="{FF2B5EF4-FFF2-40B4-BE49-F238E27FC236}">
                <a16:creationId xmlns:a16="http://schemas.microsoft.com/office/drawing/2014/main" id="{30DE3ABD-D396-4B0C-B3C0-803C1E894D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2" name="image1.gif">
            <a:extLst>
              <a:ext uri="{FF2B5EF4-FFF2-40B4-BE49-F238E27FC236}">
                <a16:creationId xmlns:a16="http://schemas.microsoft.com/office/drawing/2014/main" id="{607219C4-4CBB-4A0C-9148-B45894BAB09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3" name="image1.gif">
            <a:extLst>
              <a:ext uri="{FF2B5EF4-FFF2-40B4-BE49-F238E27FC236}">
                <a16:creationId xmlns:a16="http://schemas.microsoft.com/office/drawing/2014/main" id="{9EF0C69D-097E-4782-AC4E-C5213D19E0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4" name="image1.gif">
            <a:extLst>
              <a:ext uri="{FF2B5EF4-FFF2-40B4-BE49-F238E27FC236}">
                <a16:creationId xmlns:a16="http://schemas.microsoft.com/office/drawing/2014/main" id="{649A253C-3B59-4CF5-8AAA-350D64570C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5" name="image1.gif">
            <a:extLst>
              <a:ext uri="{FF2B5EF4-FFF2-40B4-BE49-F238E27FC236}">
                <a16:creationId xmlns:a16="http://schemas.microsoft.com/office/drawing/2014/main" id="{A278D5D3-3C5A-4008-8C57-D3ABB8B7F0B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6" name="image1.gif">
            <a:extLst>
              <a:ext uri="{FF2B5EF4-FFF2-40B4-BE49-F238E27FC236}">
                <a16:creationId xmlns:a16="http://schemas.microsoft.com/office/drawing/2014/main" id="{A7657288-8D6B-425E-AF64-9E37B406A2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7" name="image1.gif">
            <a:extLst>
              <a:ext uri="{FF2B5EF4-FFF2-40B4-BE49-F238E27FC236}">
                <a16:creationId xmlns:a16="http://schemas.microsoft.com/office/drawing/2014/main" id="{C979089A-1241-4CEB-959B-80E4DE7F3F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8" name="image1.gif">
            <a:extLst>
              <a:ext uri="{FF2B5EF4-FFF2-40B4-BE49-F238E27FC236}">
                <a16:creationId xmlns:a16="http://schemas.microsoft.com/office/drawing/2014/main" id="{6905FBE7-66A8-46BB-B2A8-CCD1207CAF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9" name="image1.gif">
            <a:extLst>
              <a:ext uri="{FF2B5EF4-FFF2-40B4-BE49-F238E27FC236}">
                <a16:creationId xmlns:a16="http://schemas.microsoft.com/office/drawing/2014/main" id="{0146FF7E-D618-4C50-8DD7-E319748635B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0" name="image1.gif">
            <a:extLst>
              <a:ext uri="{FF2B5EF4-FFF2-40B4-BE49-F238E27FC236}">
                <a16:creationId xmlns:a16="http://schemas.microsoft.com/office/drawing/2014/main" id="{B8094679-D732-43FA-BE95-65B34A1298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1" name="image1.gif">
            <a:extLst>
              <a:ext uri="{FF2B5EF4-FFF2-40B4-BE49-F238E27FC236}">
                <a16:creationId xmlns:a16="http://schemas.microsoft.com/office/drawing/2014/main" id="{5D77C369-7DE1-4E70-B81B-8ADBD5FA2B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2" name="image1.gif">
            <a:extLst>
              <a:ext uri="{FF2B5EF4-FFF2-40B4-BE49-F238E27FC236}">
                <a16:creationId xmlns:a16="http://schemas.microsoft.com/office/drawing/2014/main" id="{D146D281-13A8-43BC-8224-5B86B578A0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3" name="image1.gif">
            <a:extLst>
              <a:ext uri="{FF2B5EF4-FFF2-40B4-BE49-F238E27FC236}">
                <a16:creationId xmlns:a16="http://schemas.microsoft.com/office/drawing/2014/main" id="{B1F3A351-993B-4799-9674-E81BB49C81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4" name="image1.gif">
            <a:extLst>
              <a:ext uri="{FF2B5EF4-FFF2-40B4-BE49-F238E27FC236}">
                <a16:creationId xmlns:a16="http://schemas.microsoft.com/office/drawing/2014/main" id="{37EB0A06-4737-4E06-99F7-6434C3BC04A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5" name="image1.gif">
            <a:extLst>
              <a:ext uri="{FF2B5EF4-FFF2-40B4-BE49-F238E27FC236}">
                <a16:creationId xmlns:a16="http://schemas.microsoft.com/office/drawing/2014/main" id="{C185231F-9467-48CD-A7B3-28994B7BCF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6" name="image1.gif">
            <a:extLst>
              <a:ext uri="{FF2B5EF4-FFF2-40B4-BE49-F238E27FC236}">
                <a16:creationId xmlns:a16="http://schemas.microsoft.com/office/drawing/2014/main" id="{4AD148B9-BDA7-4E94-8AA2-40FFEBE801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7" name="image1.gif">
            <a:extLst>
              <a:ext uri="{FF2B5EF4-FFF2-40B4-BE49-F238E27FC236}">
                <a16:creationId xmlns:a16="http://schemas.microsoft.com/office/drawing/2014/main" id="{58608B23-B8AE-4CAA-9518-54073BAA39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8" name="image1.gif">
            <a:extLst>
              <a:ext uri="{FF2B5EF4-FFF2-40B4-BE49-F238E27FC236}">
                <a16:creationId xmlns:a16="http://schemas.microsoft.com/office/drawing/2014/main" id="{12774F88-F8ED-47A8-B1D6-7501C51B7D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9" name="image1.gif">
            <a:extLst>
              <a:ext uri="{FF2B5EF4-FFF2-40B4-BE49-F238E27FC236}">
                <a16:creationId xmlns:a16="http://schemas.microsoft.com/office/drawing/2014/main" id="{D0A78F84-09A6-4F85-824E-90F4523344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0" name="image1.gif">
            <a:extLst>
              <a:ext uri="{FF2B5EF4-FFF2-40B4-BE49-F238E27FC236}">
                <a16:creationId xmlns:a16="http://schemas.microsoft.com/office/drawing/2014/main" id="{B87AA119-BBE5-40DF-8071-62DD8198B2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1" name="image1.gif">
            <a:extLst>
              <a:ext uri="{FF2B5EF4-FFF2-40B4-BE49-F238E27FC236}">
                <a16:creationId xmlns:a16="http://schemas.microsoft.com/office/drawing/2014/main" id="{2D5E6AA6-42B7-43C4-95D9-E1D7EEF3E1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2" name="image1.gif">
            <a:extLst>
              <a:ext uri="{FF2B5EF4-FFF2-40B4-BE49-F238E27FC236}">
                <a16:creationId xmlns:a16="http://schemas.microsoft.com/office/drawing/2014/main" id="{D5F72560-D579-4224-A11B-A731CB5432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3" name="image1.gif">
            <a:extLst>
              <a:ext uri="{FF2B5EF4-FFF2-40B4-BE49-F238E27FC236}">
                <a16:creationId xmlns:a16="http://schemas.microsoft.com/office/drawing/2014/main" id="{51E766AD-70D5-4D4C-A222-FFFB5D4B48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4" name="image1.gif">
            <a:extLst>
              <a:ext uri="{FF2B5EF4-FFF2-40B4-BE49-F238E27FC236}">
                <a16:creationId xmlns:a16="http://schemas.microsoft.com/office/drawing/2014/main" id="{63D3D564-0F69-4276-938A-026EEA59249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5" name="image1.gif">
            <a:extLst>
              <a:ext uri="{FF2B5EF4-FFF2-40B4-BE49-F238E27FC236}">
                <a16:creationId xmlns:a16="http://schemas.microsoft.com/office/drawing/2014/main" id="{01812906-0A03-457C-AF5F-6D8F54F3D7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6" name="image1.gif">
            <a:extLst>
              <a:ext uri="{FF2B5EF4-FFF2-40B4-BE49-F238E27FC236}">
                <a16:creationId xmlns:a16="http://schemas.microsoft.com/office/drawing/2014/main" id="{8CCB559A-7DF4-4754-A015-AB7FFA1044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7" name="image1.gif">
            <a:extLst>
              <a:ext uri="{FF2B5EF4-FFF2-40B4-BE49-F238E27FC236}">
                <a16:creationId xmlns:a16="http://schemas.microsoft.com/office/drawing/2014/main" id="{A7A972FB-0068-4F0B-A9EF-D7A5841C05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8" name="image1.gif">
            <a:extLst>
              <a:ext uri="{FF2B5EF4-FFF2-40B4-BE49-F238E27FC236}">
                <a16:creationId xmlns:a16="http://schemas.microsoft.com/office/drawing/2014/main" id="{09F5368E-D915-43DB-A439-4EB7D21B58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9" name="image1.gif">
            <a:extLst>
              <a:ext uri="{FF2B5EF4-FFF2-40B4-BE49-F238E27FC236}">
                <a16:creationId xmlns:a16="http://schemas.microsoft.com/office/drawing/2014/main" id="{866B723C-F570-4660-B298-DA4BF359F07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0" name="image1.gif">
            <a:extLst>
              <a:ext uri="{FF2B5EF4-FFF2-40B4-BE49-F238E27FC236}">
                <a16:creationId xmlns:a16="http://schemas.microsoft.com/office/drawing/2014/main" id="{BE0F3D01-1288-458A-B633-1CC4E52FAA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1" name="image1.gif">
            <a:extLst>
              <a:ext uri="{FF2B5EF4-FFF2-40B4-BE49-F238E27FC236}">
                <a16:creationId xmlns:a16="http://schemas.microsoft.com/office/drawing/2014/main" id="{6F8FE2AC-CCB2-4F48-9315-D54C9BC34E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2" name="image1.gif">
            <a:extLst>
              <a:ext uri="{FF2B5EF4-FFF2-40B4-BE49-F238E27FC236}">
                <a16:creationId xmlns:a16="http://schemas.microsoft.com/office/drawing/2014/main" id="{897D7E4B-17C9-41CF-AD5B-2CF8DF18B11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" name="image1.gif">
            <a:extLst>
              <a:ext uri="{FF2B5EF4-FFF2-40B4-BE49-F238E27FC236}">
                <a16:creationId xmlns:a16="http://schemas.microsoft.com/office/drawing/2014/main" id="{3D0832B9-06B3-4D6E-8687-4CBD4BDA7A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" name="image1.gif">
            <a:extLst>
              <a:ext uri="{FF2B5EF4-FFF2-40B4-BE49-F238E27FC236}">
                <a16:creationId xmlns:a16="http://schemas.microsoft.com/office/drawing/2014/main" id="{647FE7DA-1986-4F1B-B3AF-4B1A21C3D9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" name="image1.gif">
            <a:extLst>
              <a:ext uri="{FF2B5EF4-FFF2-40B4-BE49-F238E27FC236}">
                <a16:creationId xmlns:a16="http://schemas.microsoft.com/office/drawing/2014/main" id="{92A1B801-4B31-4182-B3F6-34C3DBB560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" name="image1.gif">
            <a:extLst>
              <a:ext uri="{FF2B5EF4-FFF2-40B4-BE49-F238E27FC236}">
                <a16:creationId xmlns:a16="http://schemas.microsoft.com/office/drawing/2014/main" id="{8D26982E-29B8-4FA6-BE8E-C6E7063200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7" name="image1.gif">
            <a:extLst>
              <a:ext uri="{FF2B5EF4-FFF2-40B4-BE49-F238E27FC236}">
                <a16:creationId xmlns:a16="http://schemas.microsoft.com/office/drawing/2014/main" id="{83C5B82F-23A3-45B1-999E-BA14F47E071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8" name="image1.gif">
            <a:extLst>
              <a:ext uri="{FF2B5EF4-FFF2-40B4-BE49-F238E27FC236}">
                <a16:creationId xmlns:a16="http://schemas.microsoft.com/office/drawing/2014/main" id="{AAAFFCE1-222C-41C3-BC02-221EFEF90D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9" name="image1.gif">
            <a:extLst>
              <a:ext uri="{FF2B5EF4-FFF2-40B4-BE49-F238E27FC236}">
                <a16:creationId xmlns:a16="http://schemas.microsoft.com/office/drawing/2014/main" id="{82A859FC-4434-452C-91B4-A38FEBC0EB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0" name="image1.gif">
            <a:extLst>
              <a:ext uri="{FF2B5EF4-FFF2-40B4-BE49-F238E27FC236}">
                <a16:creationId xmlns:a16="http://schemas.microsoft.com/office/drawing/2014/main" id="{8BC1719E-B60C-4477-A366-DD051DB459A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1" name="image1.gif">
            <a:extLst>
              <a:ext uri="{FF2B5EF4-FFF2-40B4-BE49-F238E27FC236}">
                <a16:creationId xmlns:a16="http://schemas.microsoft.com/office/drawing/2014/main" id="{230B6BE4-FE69-4A17-BC70-F0A0E9AF97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2" name="image1.gif">
            <a:extLst>
              <a:ext uri="{FF2B5EF4-FFF2-40B4-BE49-F238E27FC236}">
                <a16:creationId xmlns:a16="http://schemas.microsoft.com/office/drawing/2014/main" id="{1C712D93-BFC9-4A48-BC3D-2537A1633B9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3" name="image1.gif">
            <a:extLst>
              <a:ext uri="{FF2B5EF4-FFF2-40B4-BE49-F238E27FC236}">
                <a16:creationId xmlns:a16="http://schemas.microsoft.com/office/drawing/2014/main" id="{8C56B28A-536F-4F09-B1C1-91E4C087E4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4" name="image1.gif">
            <a:extLst>
              <a:ext uri="{FF2B5EF4-FFF2-40B4-BE49-F238E27FC236}">
                <a16:creationId xmlns:a16="http://schemas.microsoft.com/office/drawing/2014/main" id="{AC2FAE6D-F2CE-4218-A384-2E5B4D98BC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5" name="image1.gif">
            <a:extLst>
              <a:ext uri="{FF2B5EF4-FFF2-40B4-BE49-F238E27FC236}">
                <a16:creationId xmlns:a16="http://schemas.microsoft.com/office/drawing/2014/main" id="{D1693A6E-9B60-479B-BCDB-8ECE6AEB2B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6" name="image1.gif">
            <a:extLst>
              <a:ext uri="{FF2B5EF4-FFF2-40B4-BE49-F238E27FC236}">
                <a16:creationId xmlns:a16="http://schemas.microsoft.com/office/drawing/2014/main" id="{0CFF33AA-250B-47A7-B856-42BEEE1011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7" name="image1.gif">
            <a:extLst>
              <a:ext uri="{FF2B5EF4-FFF2-40B4-BE49-F238E27FC236}">
                <a16:creationId xmlns:a16="http://schemas.microsoft.com/office/drawing/2014/main" id="{EE47CE33-798E-4858-9C8D-EE62CC5C3D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8" name="image1.gif">
            <a:extLst>
              <a:ext uri="{FF2B5EF4-FFF2-40B4-BE49-F238E27FC236}">
                <a16:creationId xmlns:a16="http://schemas.microsoft.com/office/drawing/2014/main" id="{A2348AA8-9BB0-4F94-9113-376C0632D62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9" name="image1.gif">
            <a:extLst>
              <a:ext uri="{FF2B5EF4-FFF2-40B4-BE49-F238E27FC236}">
                <a16:creationId xmlns:a16="http://schemas.microsoft.com/office/drawing/2014/main" id="{A611DA3B-6DF3-46EB-890C-6B0E171082E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0" name="image1.gif">
            <a:extLst>
              <a:ext uri="{FF2B5EF4-FFF2-40B4-BE49-F238E27FC236}">
                <a16:creationId xmlns:a16="http://schemas.microsoft.com/office/drawing/2014/main" id="{ABFBAD7F-ADCB-4C48-87D6-4B64A107DDD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1" name="image1.gif">
            <a:extLst>
              <a:ext uri="{FF2B5EF4-FFF2-40B4-BE49-F238E27FC236}">
                <a16:creationId xmlns:a16="http://schemas.microsoft.com/office/drawing/2014/main" id="{5BF58EA9-5E43-4247-9F03-934B8EDF84E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2" name="image1.gif">
            <a:extLst>
              <a:ext uri="{FF2B5EF4-FFF2-40B4-BE49-F238E27FC236}">
                <a16:creationId xmlns:a16="http://schemas.microsoft.com/office/drawing/2014/main" id="{1354E226-186C-4F48-BF1C-097C9403D8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3" name="image1.gif">
            <a:extLst>
              <a:ext uri="{FF2B5EF4-FFF2-40B4-BE49-F238E27FC236}">
                <a16:creationId xmlns:a16="http://schemas.microsoft.com/office/drawing/2014/main" id="{31ACBA23-14D8-46DE-AE1C-F26C44B130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" name="image1.gif">
            <a:extLst>
              <a:ext uri="{FF2B5EF4-FFF2-40B4-BE49-F238E27FC236}">
                <a16:creationId xmlns:a16="http://schemas.microsoft.com/office/drawing/2014/main" id="{67473834-0FD7-40F2-8125-BAC45F7218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5" name="image1.gif">
            <a:extLst>
              <a:ext uri="{FF2B5EF4-FFF2-40B4-BE49-F238E27FC236}">
                <a16:creationId xmlns:a16="http://schemas.microsoft.com/office/drawing/2014/main" id="{0D037DF0-E1BD-4A8F-8EF8-C6460F7004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6" name="image1.gif">
            <a:extLst>
              <a:ext uri="{FF2B5EF4-FFF2-40B4-BE49-F238E27FC236}">
                <a16:creationId xmlns:a16="http://schemas.microsoft.com/office/drawing/2014/main" id="{8B092FF9-E017-4048-ABD1-2716293880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7" name="image1.gif">
            <a:extLst>
              <a:ext uri="{FF2B5EF4-FFF2-40B4-BE49-F238E27FC236}">
                <a16:creationId xmlns:a16="http://schemas.microsoft.com/office/drawing/2014/main" id="{F9B9433A-B61F-400E-9E19-3C1033B26A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8" name="image1.gif">
            <a:extLst>
              <a:ext uri="{FF2B5EF4-FFF2-40B4-BE49-F238E27FC236}">
                <a16:creationId xmlns:a16="http://schemas.microsoft.com/office/drawing/2014/main" id="{7E7111FF-4ECE-4A2E-A7E4-3F21A1A999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9" name="image1.gif">
            <a:extLst>
              <a:ext uri="{FF2B5EF4-FFF2-40B4-BE49-F238E27FC236}">
                <a16:creationId xmlns:a16="http://schemas.microsoft.com/office/drawing/2014/main" id="{9477B445-5136-4098-8FE6-AD6D98A0AA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0" name="image1.gif">
            <a:extLst>
              <a:ext uri="{FF2B5EF4-FFF2-40B4-BE49-F238E27FC236}">
                <a16:creationId xmlns:a16="http://schemas.microsoft.com/office/drawing/2014/main" id="{D5F4D68C-2636-41A9-8762-60E941089E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1" name="image1.gif">
            <a:extLst>
              <a:ext uri="{FF2B5EF4-FFF2-40B4-BE49-F238E27FC236}">
                <a16:creationId xmlns:a16="http://schemas.microsoft.com/office/drawing/2014/main" id="{721267CD-A390-49D4-877D-EA7415700F5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2" name="image1.gif">
            <a:extLst>
              <a:ext uri="{FF2B5EF4-FFF2-40B4-BE49-F238E27FC236}">
                <a16:creationId xmlns:a16="http://schemas.microsoft.com/office/drawing/2014/main" id="{2007B0B6-CFF7-42A0-AE44-49C97DFFA2A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3" name="image1.gif">
            <a:extLst>
              <a:ext uri="{FF2B5EF4-FFF2-40B4-BE49-F238E27FC236}">
                <a16:creationId xmlns:a16="http://schemas.microsoft.com/office/drawing/2014/main" id="{9CE80BD4-01BC-419B-80F6-9154E6A304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4" name="image1.gif">
            <a:extLst>
              <a:ext uri="{FF2B5EF4-FFF2-40B4-BE49-F238E27FC236}">
                <a16:creationId xmlns:a16="http://schemas.microsoft.com/office/drawing/2014/main" id="{8449C7B1-FC08-4DDD-9BB8-FD143E1A49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5" name="image1.gif">
            <a:extLst>
              <a:ext uri="{FF2B5EF4-FFF2-40B4-BE49-F238E27FC236}">
                <a16:creationId xmlns:a16="http://schemas.microsoft.com/office/drawing/2014/main" id="{B98C2312-036F-4D48-80AA-61ADB07DC9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6" name="image1.gif">
            <a:extLst>
              <a:ext uri="{FF2B5EF4-FFF2-40B4-BE49-F238E27FC236}">
                <a16:creationId xmlns:a16="http://schemas.microsoft.com/office/drawing/2014/main" id="{0913E074-A44E-441B-A4E7-EB47559DDF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7" name="image1.gif">
            <a:extLst>
              <a:ext uri="{FF2B5EF4-FFF2-40B4-BE49-F238E27FC236}">
                <a16:creationId xmlns:a16="http://schemas.microsoft.com/office/drawing/2014/main" id="{B65BB894-1B7C-43C4-8ED5-2B77CB1787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8" name="image1.gif">
            <a:extLst>
              <a:ext uri="{FF2B5EF4-FFF2-40B4-BE49-F238E27FC236}">
                <a16:creationId xmlns:a16="http://schemas.microsoft.com/office/drawing/2014/main" id="{3C89D933-06A2-48C9-893E-37DB06F5878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9" name="image1.gif">
            <a:extLst>
              <a:ext uri="{FF2B5EF4-FFF2-40B4-BE49-F238E27FC236}">
                <a16:creationId xmlns:a16="http://schemas.microsoft.com/office/drawing/2014/main" id="{F9638518-E9F8-4D85-860B-BD171321ED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0" name="image1.gif">
            <a:extLst>
              <a:ext uri="{FF2B5EF4-FFF2-40B4-BE49-F238E27FC236}">
                <a16:creationId xmlns:a16="http://schemas.microsoft.com/office/drawing/2014/main" id="{77E541C3-4924-4C41-B99A-B17744A1A9B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1" name="image1.gif">
            <a:extLst>
              <a:ext uri="{FF2B5EF4-FFF2-40B4-BE49-F238E27FC236}">
                <a16:creationId xmlns:a16="http://schemas.microsoft.com/office/drawing/2014/main" id="{7CE9D568-4173-4F01-BE68-2466CE3878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2" name="image1.gif">
            <a:extLst>
              <a:ext uri="{FF2B5EF4-FFF2-40B4-BE49-F238E27FC236}">
                <a16:creationId xmlns:a16="http://schemas.microsoft.com/office/drawing/2014/main" id="{46D89F2A-49AB-4CE9-8C40-C91A2A0FACB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3" name="image1.gif">
            <a:extLst>
              <a:ext uri="{FF2B5EF4-FFF2-40B4-BE49-F238E27FC236}">
                <a16:creationId xmlns:a16="http://schemas.microsoft.com/office/drawing/2014/main" id="{CC8F1C29-DDA7-4501-AAEF-7B62727B8A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4" name="image1.gif">
            <a:extLst>
              <a:ext uri="{FF2B5EF4-FFF2-40B4-BE49-F238E27FC236}">
                <a16:creationId xmlns:a16="http://schemas.microsoft.com/office/drawing/2014/main" id="{1FE20305-09DB-4293-8141-BD2690EAE0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5" name="image1.gif">
            <a:extLst>
              <a:ext uri="{FF2B5EF4-FFF2-40B4-BE49-F238E27FC236}">
                <a16:creationId xmlns:a16="http://schemas.microsoft.com/office/drawing/2014/main" id="{E8951080-EDF0-4297-9AA3-A2FA555725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6" name="image1.gif">
            <a:extLst>
              <a:ext uri="{FF2B5EF4-FFF2-40B4-BE49-F238E27FC236}">
                <a16:creationId xmlns:a16="http://schemas.microsoft.com/office/drawing/2014/main" id="{4077855B-B150-48D5-9182-ACB4153922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7" name="image1.gif">
            <a:extLst>
              <a:ext uri="{FF2B5EF4-FFF2-40B4-BE49-F238E27FC236}">
                <a16:creationId xmlns:a16="http://schemas.microsoft.com/office/drawing/2014/main" id="{9FD80714-0963-4BB7-B62F-EBBDAEDA49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8" name="image1.gif">
            <a:extLst>
              <a:ext uri="{FF2B5EF4-FFF2-40B4-BE49-F238E27FC236}">
                <a16:creationId xmlns:a16="http://schemas.microsoft.com/office/drawing/2014/main" id="{ECF6264B-5EFF-4B8F-A247-6CCAD568AD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9" name="image1.gif">
            <a:extLst>
              <a:ext uri="{FF2B5EF4-FFF2-40B4-BE49-F238E27FC236}">
                <a16:creationId xmlns:a16="http://schemas.microsoft.com/office/drawing/2014/main" id="{F1A17118-11A4-4E01-AEBA-1A1371C0BE0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0" name="image1.gif">
            <a:extLst>
              <a:ext uri="{FF2B5EF4-FFF2-40B4-BE49-F238E27FC236}">
                <a16:creationId xmlns:a16="http://schemas.microsoft.com/office/drawing/2014/main" id="{716D7AFA-54AA-4E0F-AEAE-FBDF8AF4DA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1" name="image1.gif">
            <a:extLst>
              <a:ext uri="{FF2B5EF4-FFF2-40B4-BE49-F238E27FC236}">
                <a16:creationId xmlns:a16="http://schemas.microsoft.com/office/drawing/2014/main" id="{1A524D39-DA3A-417E-A627-C66B35A463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2" name="image1.gif">
            <a:extLst>
              <a:ext uri="{FF2B5EF4-FFF2-40B4-BE49-F238E27FC236}">
                <a16:creationId xmlns:a16="http://schemas.microsoft.com/office/drawing/2014/main" id="{56C69F5D-3C3C-444E-885E-177230D828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3" name="image1.gif">
            <a:extLst>
              <a:ext uri="{FF2B5EF4-FFF2-40B4-BE49-F238E27FC236}">
                <a16:creationId xmlns:a16="http://schemas.microsoft.com/office/drawing/2014/main" id="{1D662B5F-1AFC-4E2E-BCE5-9AD7EA0CA6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4" name="image1.gif">
            <a:extLst>
              <a:ext uri="{FF2B5EF4-FFF2-40B4-BE49-F238E27FC236}">
                <a16:creationId xmlns:a16="http://schemas.microsoft.com/office/drawing/2014/main" id="{073EE80B-2768-454D-8ABE-060643CF26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5" name="image1.gif">
            <a:extLst>
              <a:ext uri="{FF2B5EF4-FFF2-40B4-BE49-F238E27FC236}">
                <a16:creationId xmlns:a16="http://schemas.microsoft.com/office/drawing/2014/main" id="{620A6DE7-688A-4374-8103-C2D77270E9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6" name="image1.gif">
            <a:extLst>
              <a:ext uri="{FF2B5EF4-FFF2-40B4-BE49-F238E27FC236}">
                <a16:creationId xmlns:a16="http://schemas.microsoft.com/office/drawing/2014/main" id="{4819F7ED-D4ED-4501-9160-712D6D50F9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7" name="image1.gif">
            <a:extLst>
              <a:ext uri="{FF2B5EF4-FFF2-40B4-BE49-F238E27FC236}">
                <a16:creationId xmlns:a16="http://schemas.microsoft.com/office/drawing/2014/main" id="{4896F689-614D-4B6E-8281-A24DDCACF7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8" name="image1.gif">
            <a:extLst>
              <a:ext uri="{FF2B5EF4-FFF2-40B4-BE49-F238E27FC236}">
                <a16:creationId xmlns:a16="http://schemas.microsoft.com/office/drawing/2014/main" id="{4D4777A7-72F4-450B-A381-7E120A2301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9" name="image1.gif">
            <a:extLst>
              <a:ext uri="{FF2B5EF4-FFF2-40B4-BE49-F238E27FC236}">
                <a16:creationId xmlns:a16="http://schemas.microsoft.com/office/drawing/2014/main" id="{7A5D9118-82B3-4680-BB6F-D52EF1711A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0" name="image1.gif">
            <a:extLst>
              <a:ext uri="{FF2B5EF4-FFF2-40B4-BE49-F238E27FC236}">
                <a16:creationId xmlns:a16="http://schemas.microsoft.com/office/drawing/2014/main" id="{F571B455-D90B-419D-8B08-13E3B5A7BB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1" name="image1.gif">
            <a:extLst>
              <a:ext uri="{FF2B5EF4-FFF2-40B4-BE49-F238E27FC236}">
                <a16:creationId xmlns:a16="http://schemas.microsoft.com/office/drawing/2014/main" id="{114FF368-9649-4B0F-9DDF-BE629554AF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2" name="image1.gif">
            <a:extLst>
              <a:ext uri="{FF2B5EF4-FFF2-40B4-BE49-F238E27FC236}">
                <a16:creationId xmlns:a16="http://schemas.microsoft.com/office/drawing/2014/main" id="{5C0A1750-13BA-47E3-8E56-9B44071AEC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3" name="image1.gif">
            <a:extLst>
              <a:ext uri="{FF2B5EF4-FFF2-40B4-BE49-F238E27FC236}">
                <a16:creationId xmlns:a16="http://schemas.microsoft.com/office/drawing/2014/main" id="{BB202215-CCF6-4CE8-BA58-1B2F937166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4" name="image1.gif">
            <a:extLst>
              <a:ext uri="{FF2B5EF4-FFF2-40B4-BE49-F238E27FC236}">
                <a16:creationId xmlns:a16="http://schemas.microsoft.com/office/drawing/2014/main" id="{495D3EB3-F51C-4FCC-91E4-B312BAD708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5" name="image1.gif">
            <a:extLst>
              <a:ext uri="{FF2B5EF4-FFF2-40B4-BE49-F238E27FC236}">
                <a16:creationId xmlns:a16="http://schemas.microsoft.com/office/drawing/2014/main" id="{3495C26A-8C2D-4C8F-B644-96EA14A6A74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6" name="image1.gif">
            <a:extLst>
              <a:ext uri="{FF2B5EF4-FFF2-40B4-BE49-F238E27FC236}">
                <a16:creationId xmlns:a16="http://schemas.microsoft.com/office/drawing/2014/main" id="{641C999F-0FC7-469C-9B25-E6F9FE1BDBE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7" name="image1.gif">
            <a:extLst>
              <a:ext uri="{FF2B5EF4-FFF2-40B4-BE49-F238E27FC236}">
                <a16:creationId xmlns:a16="http://schemas.microsoft.com/office/drawing/2014/main" id="{39CA3008-A963-4BED-9D52-A8F3A3AB012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8" name="image1.gif">
            <a:extLst>
              <a:ext uri="{FF2B5EF4-FFF2-40B4-BE49-F238E27FC236}">
                <a16:creationId xmlns:a16="http://schemas.microsoft.com/office/drawing/2014/main" id="{E0E8F105-254C-465A-9E89-955D132BF7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9" name="image1.gif">
            <a:extLst>
              <a:ext uri="{FF2B5EF4-FFF2-40B4-BE49-F238E27FC236}">
                <a16:creationId xmlns:a16="http://schemas.microsoft.com/office/drawing/2014/main" id="{0528F237-69F4-462A-B530-1F683CC4F8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0" name="image1.gif">
            <a:extLst>
              <a:ext uri="{FF2B5EF4-FFF2-40B4-BE49-F238E27FC236}">
                <a16:creationId xmlns:a16="http://schemas.microsoft.com/office/drawing/2014/main" id="{2E09240D-9CDF-4FE9-8F01-A94D3D5ED4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1" name="image1.gif">
            <a:extLst>
              <a:ext uri="{FF2B5EF4-FFF2-40B4-BE49-F238E27FC236}">
                <a16:creationId xmlns:a16="http://schemas.microsoft.com/office/drawing/2014/main" id="{1185764F-F954-4B8D-9755-286916541A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2" name="image1.gif">
            <a:extLst>
              <a:ext uri="{FF2B5EF4-FFF2-40B4-BE49-F238E27FC236}">
                <a16:creationId xmlns:a16="http://schemas.microsoft.com/office/drawing/2014/main" id="{5A5FA7B8-44C8-4B94-B4BD-EA13ABDC66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3" name="image1.gif">
            <a:extLst>
              <a:ext uri="{FF2B5EF4-FFF2-40B4-BE49-F238E27FC236}">
                <a16:creationId xmlns:a16="http://schemas.microsoft.com/office/drawing/2014/main" id="{121E9B66-9AC4-4C2E-951E-DD1C68B3DA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4" name="image1.gif">
            <a:extLst>
              <a:ext uri="{FF2B5EF4-FFF2-40B4-BE49-F238E27FC236}">
                <a16:creationId xmlns:a16="http://schemas.microsoft.com/office/drawing/2014/main" id="{96D63C98-1563-43D7-8628-8CDB8F2F66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5" name="image1.gif">
            <a:extLst>
              <a:ext uri="{FF2B5EF4-FFF2-40B4-BE49-F238E27FC236}">
                <a16:creationId xmlns:a16="http://schemas.microsoft.com/office/drawing/2014/main" id="{CD6A4C81-87AB-4058-93BB-1A4817E9F78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6" name="image1.gif">
            <a:extLst>
              <a:ext uri="{FF2B5EF4-FFF2-40B4-BE49-F238E27FC236}">
                <a16:creationId xmlns:a16="http://schemas.microsoft.com/office/drawing/2014/main" id="{1B165E41-58F4-4118-A3D5-9ECB3565C9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7" name="image1.gif">
            <a:extLst>
              <a:ext uri="{FF2B5EF4-FFF2-40B4-BE49-F238E27FC236}">
                <a16:creationId xmlns:a16="http://schemas.microsoft.com/office/drawing/2014/main" id="{B3AC5F0C-65D7-4CE1-A482-3D3A0C29B1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8" name="image1.gif">
            <a:extLst>
              <a:ext uri="{FF2B5EF4-FFF2-40B4-BE49-F238E27FC236}">
                <a16:creationId xmlns:a16="http://schemas.microsoft.com/office/drawing/2014/main" id="{E9A0DC8E-4010-4C30-B868-07141A68FA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9" name="image1.gif">
            <a:extLst>
              <a:ext uri="{FF2B5EF4-FFF2-40B4-BE49-F238E27FC236}">
                <a16:creationId xmlns:a16="http://schemas.microsoft.com/office/drawing/2014/main" id="{798B783B-AF48-418F-8B90-4EEE335055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0" name="image1.gif">
            <a:extLst>
              <a:ext uri="{FF2B5EF4-FFF2-40B4-BE49-F238E27FC236}">
                <a16:creationId xmlns:a16="http://schemas.microsoft.com/office/drawing/2014/main" id="{96606F47-37EF-429E-908A-3F2DC39FEE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1" name="image1.gif">
            <a:extLst>
              <a:ext uri="{FF2B5EF4-FFF2-40B4-BE49-F238E27FC236}">
                <a16:creationId xmlns:a16="http://schemas.microsoft.com/office/drawing/2014/main" id="{AB77E4AA-51B4-4BA4-B906-C0AAA70A1A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2" name="image1.gif">
            <a:extLst>
              <a:ext uri="{FF2B5EF4-FFF2-40B4-BE49-F238E27FC236}">
                <a16:creationId xmlns:a16="http://schemas.microsoft.com/office/drawing/2014/main" id="{04138014-7955-472A-A3F1-7FB846BE5CD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3" name="image1.gif">
            <a:extLst>
              <a:ext uri="{FF2B5EF4-FFF2-40B4-BE49-F238E27FC236}">
                <a16:creationId xmlns:a16="http://schemas.microsoft.com/office/drawing/2014/main" id="{6E56FCB1-0A12-4C9C-916D-D7F3AF23BF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4" name="image1.gif">
            <a:extLst>
              <a:ext uri="{FF2B5EF4-FFF2-40B4-BE49-F238E27FC236}">
                <a16:creationId xmlns:a16="http://schemas.microsoft.com/office/drawing/2014/main" id="{2913AF67-F275-4194-B1EE-1E806BF0EF9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5" name="image1.gif">
            <a:extLst>
              <a:ext uri="{FF2B5EF4-FFF2-40B4-BE49-F238E27FC236}">
                <a16:creationId xmlns:a16="http://schemas.microsoft.com/office/drawing/2014/main" id="{84017E70-7C51-4AE7-8372-5445072334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6" name="image1.gif">
            <a:extLst>
              <a:ext uri="{FF2B5EF4-FFF2-40B4-BE49-F238E27FC236}">
                <a16:creationId xmlns:a16="http://schemas.microsoft.com/office/drawing/2014/main" id="{BEBF3E8C-4686-41BD-B37D-56CAFD5D56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7" name="image1.gif">
            <a:extLst>
              <a:ext uri="{FF2B5EF4-FFF2-40B4-BE49-F238E27FC236}">
                <a16:creationId xmlns:a16="http://schemas.microsoft.com/office/drawing/2014/main" id="{1CBB1413-03F3-494E-8815-EF175F930F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8" name="image1.gif">
            <a:extLst>
              <a:ext uri="{FF2B5EF4-FFF2-40B4-BE49-F238E27FC236}">
                <a16:creationId xmlns:a16="http://schemas.microsoft.com/office/drawing/2014/main" id="{0F675C1B-7CFD-4E35-9AEF-429E35D7E7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9" name="image1.gif">
            <a:extLst>
              <a:ext uri="{FF2B5EF4-FFF2-40B4-BE49-F238E27FC236}">
                <a16:creationId xmlns:a16="http://schemas.microsoft.com/office/drawing/2014/main" id="{7E1D4008-EFD7-4AEF-8C1B-4CDC2137D61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0" name="image1.gif">
            <a:extLst>
              <a:ext uri="{FF2B5EF4-FFF2-40B4-BE49-F238E27FC236}">
                <a16:creationId xmlns:a16="http://schemas.microsoft.com/office/drawing/2014/main" id="{437C87B2-85F6-48D4-ADCC-BE7169975A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1" name="image1.gif">
            <a:extLst>
              <a:ext uri="{FF2B5EF4-FFF2-40B4-BE49-F238E27FC236}">
                <a16:creationId xmlns:a16="http://schemas.microsoft.com/office/drawing/2014/main" id="{0D89555F-6CC0-4054-9B67-2CA8FCD05F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2" name="image1.gif">
            <a:extLst>
              <a:ext uri="{FF2B5EF4-FFF2-40B4-BE49-F238E27FC236}">
                <a16:creationId xmlns:a16="http://schemas.microsoft.com/office/drawing/2014/main" id="{AA0410B6-B07B-42FC-B78D-EB5762BCB0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3" name="image1.gif">
            <a:extLst>
              <a:ext uri="{FF2B5EF4-FFF2-40B4-BE49-F238E27FC236}">
                <a16:creationId xmlns:a16="http://schemas.microsoft.com/office/drawing/2014/main" id="{73C4C1F4-4020-46F3-97F2-C85E63F872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4" name="image1.gif">
            <a:extLst>
              <a:ext uri="{FF2B5EF4-FFF2-40B4-BE49-F238E27FC236}">
                <a16:creationId xmlns:a16="http://schemas.microsoft.com/office/drawing/2014/main" id="{15E282FB-A548-4F91-955A-BC98CDC34D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5" name="image1.gif">
            <a:extLst>
              <a:ext uri="{FF2B5EF4-FFF2-40B4-BE49-F238E27FC236}">
                <a16:creationId xmlns:a16="http://schemas.microsoft.com/office/drawing/2014/main" id="{BE2EBDF1-AEEC-43B2-ADB5-D56A4F80907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6" name="image1.gif">
            <a:extLst>
              <a:ext uri="{FF2B5EF4-FFF2-40B4-BE49-F238E27FC236}">
                <a16:creationId xmlns:a16="http://schemas.microsoft.com/office/drawing/2014/main" id="{F1724823-854F-4F41-A712-DEC7DD8364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7" name="image1.gif">
            <a:extLst>
              <a:ext uri="{FF2B5EF4-FFF2-40B4-BE49-F238E27FC236}">
                <a16:creationId xmlns:a16="http://schemas.microsoft.com/office/drawing/2014/main" id="{E490F0A8-773C-48C2-8400-DE5373321A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8" name="image1.gif">
            <a:extLst>
              <a:ext uri="{FF2B5EF4-FFF2-40B4-BE49-F238E27FC236}">
                <a16:creationId xmlns:a16="http://schemas.microsoft.com/office/drawing/2014/main" id="{48E7EAF4-3BF2-443B-B7B0-2E5DE82AF9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9" name="image1.gif">
            <a:extLst>
              <a:ext uri="{FF2B5EF4-FFF2-40B4-BE49-F238E27FC236}">
                <a16:creationId xmlns:a16="http://schemas.microsoft.com/office/drawing/2014/main" id="{EF921068-825C-4961-86F9-C389A4FC18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0" name="image1.gif">
            <a:extLst>
              <a:ext uri="{FF2B5EF4-FFF2-40B4-BE49-F238E27FC236}">
                <a16:creationId xmlns:a16="http://schemas.microsoft.com/office/drawing/2014/main" id="{F5AAA36D-7722-4B55-AA6C-6EC9599317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1" name="image1.gif">
            <a:extLst>
              <a:ext uri="{FF2B5EF4-FFF2-40B4-BE49-F238E27FC236}">
                <a16:creationId xmlns:a16="http://schemas.microsoft.com/office/drawing/2014/main" id="{18029BF8-BAF5-437C-9825-8B881BFF43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2" name="image1.gif">
            <a:extLst>
              <a:ext uri="{FF2B5EF4-FFF2-40B4-BE49-F238E27FC236}">
                <a16:creationId xmlns:a16="http://schemas.microsoft.com/office/drawing/2014/main" id="{86BF82D5-4519-4DE7-8959-ECF6ED1DAD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3" name="image1.gif">
            <a:extLst>
              <a:ext uri="{FF2B5EF4-FFF2-40B4-BE49-F238E27FC236}">
                <a16:creationId xmlns:a16="http://schemas.microsoft.com/office/drawing/2014/main" id="{46A75DB0-55E2-44C5-94FC-1123BC4C50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4" name="image1.gif">
            <a:extLst>
              <a:ext uri="{FF2B5EF4-FFF2-40B4-BE49-F238E27FC236}">
                <a16:creationId xmlns:a16="http://schemas.microsoft.com/office/drawing/2014/main" id="{E3FABD3D-2B38-4A96-8755-F22B6A06AE1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5" name="image1.gif">
            <a:extLst>
              <a:ext uri="{FF2B5EF4-FFF2-40B4-BE49-F238E27FC236}">
                <a16:creationId xmlns:a16="http://schemas.microsoft.com/office/drawing/2014/main" id="{24033049-8E25-47B8-BBCF-7914A01A703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" name="image1.gif">
            <a:extLst>
              <a:ext uri="{FF2B5EF4-FFF2-40B4-BE49-F238E27FC236}">
                <a16:creationId xmlns:a16="http://schemas.microsoft.com/office/drawing/2014/main" id="{B174389A-3871-49F5-A037-F43F20F45E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" name="image1.gif">
            <a:extLst>
              <a:ext uri="{FF2B5EF4-FFF2-40B4-BE49-F238E27FC236}">
                <a16:creationId xmlns:a16="http://schemas.microsoft.com/office/drawing/2014/main" id="{7CC4C5DF-ADF6-4664-9F71-73A69BB81B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" name="image1.gif">
            <a:extLst>
              <a:ext uri="{FF2B5EF4-FFF2-40B4-BE49-F238E27FC236}">
                <a16:creationId xmlns:a16="http://schemas.microsoft.com/office/drawing/2014/main" id="{E3AC25F6-F065-40D9-90E6-C9ED153957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9" name="image1.gif">
            <a:extLst>
              <a:ext uri="{FF2B5EF4-FFF2-40B4-BE49-F238E27FC236}">
                <a16:creationId xmlns:a16="http://schemas.microsoft.com/office/drawing/2014/main" id="{DC4DC0B4-4EB0-4C03-9A3E-7305B349F0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0" name="image1.gif">
            <a:extLst>
              <a:ext uri="{FF2B5EF4-FFF2-40B4-BE49-F238E27FC236}">
                <a16:creationId xmlns:a16="http://schemas.microsoft.com/office/drawing/2014/main" id="{61F82B85-087E-42F9-9D1C-5577F496850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1" name="image1.gif">
            <a:extLst>
              <a:ext uri="{FF2B5EF4-FFF2-40B4-BE49-F238E27FC236}">
                <a16:creationId xmlns:a16="http://schemas.microsoft.com/office/drawing/2014/main" id="{A50DAD79-135D-42E3-BCD0-47DC59AB3C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2" name="image1.gif">
            <a:extLst>
              <a:ext uri="{FF2B5EF4-FFF2-40B4-BE49-F238E27FC236}">
                <a16:creationId xmlns:a16="http://schemas.microsoft.com/office/drawing/2014/main" id="{406A743C-6047-4E91-B87A-34B9C5D27F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3" name="image1.gif">
            <a:extLst>
              <a:ext uri="{FF2B5EF4-FFF2-40B4-BE49-F238E27FC236}">
                <a16:creationId xmlns:a16="http://schemas.microsoft.com/office/drawing/2014/main" id="{20339054-7403-4C09-BFE4-9FB8722D8E2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4" name="image1.gif">
            <a:extLst>
              <a:ext uri="{FF2B5EF4-FFF2-40B4-BE49-F238E27FC236}">
                <a16:creationId xmlns:a16="http://schemas.microsoft.com/office/drawing/2014/main" id="{9BD1C2DB-7411-49C2-88BB-14EF5EA7E0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5" name="image1.gif">
            <a:extLst>
              <a:ext uri="{FF2B5EF4-FFF2-40B4-BE49-F238E27FC236}">
                <a16:creationId xmlns:a16="http://schemas.microsoft.com/office/drawing/2014/main" id="{4EF401E5-E494-49BB-87A3-3058C1B141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6" name="image1.gif">
            <a:extLst>
              <a:ext uri="{FF2B5EF4-FFF2-40B4-BE49-F238E27FC236}">
                <a16:creationId xmlns:a16="http://schemas.microsoft.com/office/drawing/2014/main" id="{B1B14DED-F514-461B-BDA3-9B442874B0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7" name="image1.gif">
            <a:extLst>
              <a:ext uri="{FF2B5EF4-FFF2-40B4-BE49-F238E27FC236}">
                <a16:creationId xmlns:a16="http://schemas.microsoft.com/office/drawing/2014/main" id="{8B78BB9C-5A3C-4C98-846A-9A817E91B3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8" name="image1.gif">
            <a:extLst>
              <a:ext uri="{FF2B5EF4-FFF2-40B4-BE49-F238E27FC236}">
                <a16:creationId xmlns:a16="http://schemas.microsoft.com/office/drawing/2014/main" id="{2094E8AC-FF23-4AFC-9221-82F85D86B6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9" name="image1.gif">
            <a:extLst>
              <a:ext uri="{FF2B5EF4-FFF2-40B4-BE49-F238E27FC236}">
                <a16:creationId xmlns:a16="http://schemas.microsoft.com/office/drawing/2014/main" id="{C27A3124-3615-4C1F-8716-CDC6C12EC32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0" name="image1.gif">
            <a:extLst>
              <a:ext uri="{FF2B5EF4-FFF2-40B4-BE49-F238E27FC236}">
                <a16:creationId xmlns:a16="http://schemas.microsoft.com/office/drawing/2014/main" id="{9C4CBFDB-C833-4DF8-8DBA-4E092B3FD40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1" name="image1.gif">
            <a:extLst>
              <a:ext uri="{FF2B5EF4-FFF2-40B4-BE49-F238E27FC236}">
                <a16:creationId xmlns:a16="http://schemas.microsoft.com/office/drawing/2014/main" id="{E01E2F6E-5F5D-423E-B7A5-E30D59ADED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2" name="image1.gif">
            <a:extLst>
              <a:ext uri="{FF2B5EF4-FFF2-40B4-BE49-F238E27FC236}">
                <a16:creationId xmlns:a16="http://schemas.microsoft.com/office/drawing/2014/main" id="{5896C44F-46A4-45DD-935C-051DB6E7FD5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3" name="image1.gif">
            <a:extLst>
              <a:ext uri="{FF2B5EF4-FFF2-40B4-BE49-F238E27FC236}">
                <a16:creationId xmlns:a16="http://schemas.microsoft.com/office/drawing/2014/main" id="{39925136-40CC-4510-B7AF-B4BD9F7E48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4" name="image1.gif">
            <a:extLst>
              <a:ext uri="{FF2B5EF4-FFF2-40B4-BE49-F238E27FC236}">
                <a16:creationId xmlns:a16="http://schemas.microsoft.com/office/drawing/2014/main" id="{FB0D754A-B515-430D-A9DA-BED75F5795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5" name="image1.gif">
            <a:extLst>
              <a:ext uri="{FF2B5EF4-FFF2-40B4-BE49-F238E27FC236}">
                <a16:creationId xmlns:a16="http://schemas.microsoft.com/office/drawing/2014/main" id="{16A2E1A6-FF53-45A3-978F-BD4DF15118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" name="image1.gif">
            <a:extLst>
              <a:ext uri="{FF2B5EF4-FFF2-40B4-BE49-F238E27FC236}">
                <a16:creationId xmlns:a16="http://schemas.microsoft.com/office/drawing/2014/main" id="{B7BED749-DF35-4D2A-A1B5-E6FEC5C68CA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7" name="image1.gif">
            <a:extLst>
              <a:ext uri="{FF2B5EF4-FFF2-40B4-BE49-F238E27FC236}">
                <a16:creationId xmlns:a16="http://schemas.microsoft.com/office/drawing/2014/main" id="{4F8AF418-B74C-4270-B08C-FA1581152E9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8" name="image1.gif">
            <a:extLst>
              <a:ext uri="{FF2B5EF4-FFF2-40B4-BE49-F238E27FC236}">
                <a16:creationId xmlns:a16="http://schemas.microsoft.com/office/drawing/2014/main" id="{56B88B69-CBFE-46DC-BE2A-463ECE1C042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9" name="image1.gif">
            <a:extLst>
              <a:ext uri="{FF2B5EF4-FFF2-40B4-BE49-F238E27FC236}">
                <a16:creationId xmlns:a16="http://schemas.microsoft.com/office/drawing/2014/main" id="{9DA39AF7-3AEC-4799-B0E1-1D3E499451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0" name="image1.gif">
            <a:extLst>
              <a:ext uri="{FF2B5EF4-FFF2-40B4-BE49-F238E27FC236}">
                <a16:creationId xmlns:a16="http://schemas.microsoft.com/office/drawing/2014/main" id="{4104108B-9C33-4A1A-96ED-EBFBB994CE2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1" name="image1.gif">
            <a:extLst>
              <a:ext uri="{FF2B5EF4-FFF2-40B4-BE49-F238E27FC236}">
                <a16:creationId xmlns:a16="http://schemas.microsoft.com/office/drawing/2014/main" id="{B31FC958-4F82-40E9-90CC-B57C0154B4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2" name="image1.gif">
            <a:extLst>
              <a:ext uri="{FF2B5EF4-FFF2-40B4-BE49-F238E27FC236}">
                <a16:creationId xmlns:a16="http://schemas.microsoft.com/office/drawing/2014/main" id="{9AAB1D25-0D46-4BEC-80F2-DDF38E5DD2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3" name="image1.gif">
            <a:extLst>
              <a:ext uri="{FF2B5EF4-FFF2-40B4-BE49-F238E27FC236}">
                <a16:creationId xmlns:a16="http://schemas.microsoft.com/office/drawing/2014/main" id="{F0AF2183-BF0A-48E8-B621-2CF64C2DF0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4" name="image1.gif">
            <a:extLst>
              <a:ext uri="{FF2B5EF4-FFF2-40B4-BE49-F238E27FC236}">
                <a16:creationId xmlns:a16="http://schemas.microsoft.com/office/drawing/2014/main" id="{F07AFB9F-192A-4242-9574-53776F97B89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5" name="image1.gif">
            <a:extLst>
              <a:ext uri="{FF2B5EF4-FFF2-40B4-BE49-F238E27FC236}">
                <a16:creationId xmlns:a16="http://schemas.microsoft.com/office/drawing/2014/main" id="{B82A4174-17AE-438B-A6E3-0D278DE2C5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6" name="image1.gif">
            <a:extLst>
              <a:ext uri="{FF2B5EF4-FFF2-40B4-BE49-F238E27FC236}">
                <a16:creationId xmlns:a16="http://schemas.microsoft.com/office/drawing/2014/main" id="{B780953F-3127-4DF1-9E7B-B729589927A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7" name="image1.gif">
            <a:extLst>
              <a:ext uri="{FF2B5EF4-FFF2-40B4-BE49-F238E27FC236}">
                <a16:creationId xmlns:a16="http://schemas.microsoft.com/office/drawing/2014/main" id="{6C85C83A-1A4E-41A2-A6DE-20F47A9F13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8" name="image1.gif">
            <a:extLst>
              <a:ext uri="{FF2B5EF4-FFF2-40B4-BE49-F238E27FC236}">
                <a16:creationId xmlns:a16="http://schemas.microsoft.com/office/drawing/2014/main" id="{15DFA1B8-493C-45AA-8504-2C6CC80DC5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9" name="image1.gif">
            <a:extLst>
              <a:ext uri="{FF2B5EF4-FFF2-40B4-BE49-F238E27FC236}">
                <a16:creationId xmlns:a16="http://schemas.microsoft.com/office/drawing/2014/main" id="{AD9E23E8-7566-489C-96F6-819BA80AC4E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0" name="image1.gif">
            <a:extLst>
              <a:ext uri="{FF2B5EF4-FFF2-40B4-BE49-F238E27FC236}">
                <a16:creationId xmlns:a16="http://schemas.microsoft.com/office/drawing/2014/main" id="{2BB34698-43B7-4620-BCF5-41B4FC5587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1" name="image1.gif">
            <a:extLst>
              <a:ext uri="{FF2B5EF4-FFF2-40B4-BE49-F238E27FC236}">
                <a16:creationId xmlns:a16="http://schemas.microsoft.com/office/drawing/2014/main" id="{1036DCC6-078E-4FE6-891B-C32F257EE8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2" name="image1.gif">
            <a:extLst>
              <a:ext uri="{FF2B5EF4-FFF2-40B4-BE49-F238E27FC236}">
                <a16:creationId xmlns:a16="http://schemas.microsoft.com/office/drawing/2014/main" id="{65A2EDF9-9C8A-4C85-8FFF-0BB9258AC8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3" name="image1.gif">
            <a:extLst>
              <a:ext uri="{FF2B5EF4-FFF2-40B4-BE49-F238E27FC236}">
                <a16:creationId xmlns:a16="http://schemas.microsoft.com/office/drawing/2014/main" id="{6C1580F0-A2CC-4CD1-99F8-A641F2BF1C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4" name="image1.gif">
            <a:extLst>
              <a:ext uri="{FF2B5EF4-FFF2-40B4-BE49-F238E27FC236}">
                <a16:creationId xmlns:a16="http://schemas.microsoft.com/office/drawing/2014/main" id="{EA597B0D-18EF-4304-8794-79CBE600A1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5" name="image1.gif">
            <a:extLst>
              <a:ext uri="{FF2B5EF4-FFF2-40B4-BE49-F238E27FC236}">
                <a16:creationId xmlns:a16="http://schemas.microsoft.com/office/drawing/2014/main" id="{62E786A6-9778-446C-AC8A-F7E0789B0C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6" name="image1.gif">
            <a:extLst>
              <a:ext uri="{FF2B5EF4-FFF2-40B4-BE49-F238E27FC236}">
                <a16:creationId xmlns:a16="http://schemas.microsoft.com/office/drawing/2014/main" id="{5813891D-8F30-471B-ABF2-FC48436BC3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7" name="image1.gif">
            <a:extLst>
              <a:ext uri="{FF2B5EF4-FFF2-40B4-BE49-F238E27FC236}">
                <a16:creationId xmlns:a16="http://schemas.microsoft.com/office/drawing/2014/main" id="{C11F054B-225F-4019-BB68-1EB88E188B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8" name="image1.gif">
            <a:extLst>
              <a:ext uri="{FF2B5EF4-FFF2-40B4-BE49-F238E27FC236}">
                <a16:creationId xmlns:a16="http://schemas.microsoft.com/office/drawing/2014/main" id="{AB204BAE-DC71-467D-A1D2-2BC8A685853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9" name="image1.gif">
            <a:extLst>
              <a:ext uri="{FF2B5EF4-FFF2-40B4-BE49-F238E27FC236}">
                <a16:creationId xmlns:a16="http://schemas.microsoft.com/office/drawing/2014/main" id="{2020D3D4-D6AA-4990-8D20-DA6B802E10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0" name="image1.gif">
            <a:extLst>
              <a:ext uri="{FF2B5EF4-FFF2-40B4-BE49-F238E27FC236}">
                <a16:creationId xmlns:a16="http://schemas.microsoft.com/office/drawing/2014/main" id="{810292C1-B9FC-4E48-986C-23F4A4309F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1" name="image1.gif">
            <a:extLst>
              <a:ext uri="{FF2B5EF4-FFF2-40B4-BE49-F238E27FC236}">
                <a16:creationId xmlns:a16="http://schemas.microsoft.com/office/drawing/2014/main" id="{1C5869F5-8559-423C-9F7C-2C02C8ECB9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2" name="image1.gif">
            <a:extLst>
              <a:ext uri="{FF2B5EF4-FFF2-40B4-BE49-F238E27FC236}">
                <a16:creationId xmlns:a16="http://schemas.microsoft.com/office/drawing/2014/main" id="{1341892E-89AC-4D17-947F-0572B78E03E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3" name="image1.gif">
            <a:extLst>
              <a:ext uri="{FF2B5EF4-FFF2-40B4-BE49-F238E27FC236}">
                <a16:creationId xmlns:a16="http://schemas.microsoft.com/office/drawing/2014/main" id="{3B81188F-4457-4A9F-A47A-A9B8D5B739D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4" name="image1.gif">
            <a:extLst>
              <a:ext uri="{FF2B5EF4-FFF2-40B4-BE49-F238E27FC236}">
                <a16:creationId xmlns:a16="http://schemas.microsoft.com/office/drawing/2014/main" id="{687DA69E-5C62-4CD7-BC6C-7BCF9E9703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5" name="image1.gif">
            <a:extLst>
              <a:ext uri="{FF2B5EF4-FFF2-40B4-BE49-F238E27FC236}">
                <a16:creationId xmlns:a16="http://schemas.microsoft.com/office/drawing/2014/main" id="{308ACD32-75F9-45D0-8A3B-E23055FA0C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6" name="image1.gif">
            <a:extLst>
              <a:ext uri="{FF2B5EF4-FFF2-40B4-BE49-F238E27FC236}">
                <a16:creationId xmlns:a16="http://schemas.microsoft.com/office/drawing/2014/main" id="{4B914B2C-614B-4128-8B01-64A84F7B43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7" name="image1.gif">
            <a:extLst>
              <a:ext uri="{FF2B5EF4-FFF2-40B4-BE49-F238E27FC236}">
                <a16:creationId xmlns:a16="http://schemas.microsoft.com/office/drawing/2014/main" id="{7E870651-C997-45BE-A901-2A2BCBB31BD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8" name="image1.gif">
            <a:extLst>
              <a:ext uri="{FF2B5EF4-FFF2-40B4-BE49-F238E27FC236}">
                <a16:creationId xmlns:a16="http://schemas.microsoft.com/office/drawing/2014/main" id="{027AE849-4B2E-41B2-8F9C-5EA0637CEB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9" name="image1.gif">
            <a:extLst>
              <a:ext uri="{FF2B5EF4-FFF2-40B4-BE49-F238E27FC236}">
                <a16:creationId xmlns:a16="http://schemas.microsoft.com/office/drawing/2014/main" id="{649B09BD-F72D-4959-BC7B-2A9B153B9B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0" name="image1.gif">
            <a:extLst>
              <a:ext uri="{FF2B5EF4-FFF2-40B4-BE49-F238E27FC236}">
                <a16:creationId xmlns:a16="http://schemas.microsoft.com/office/drawing/2014/main" id="{69C7D131-ACE6-49AF-B75E-2B9D3C21E6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1" name="image1.gif">
            <a:extLst>
              <a:ext uri="{FF2B5EF4-FFF2-40B4-BE49-F238E27FC236}">
                <a16:creationId xmlns:a16="http://schemas.microsoft.com/office/drawing/2014/main" id="{5EF32C2B-F757-4141-9C91-9D170D8C91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2" name="image1.gif">
            <a:extLst>
              <a:ext uri="{FF2B5EF4-FFF2-40B4-BE49-F238E27FC236}">
                <a16:creationId xmlns:a16="http://schemas.microsoft.com/office/drawing/2014/main" id="{C3909946-B4C6-4605-A61B-63672112BD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3" name="image1.gif">
            <a:extLst>
              <a:ext uri="{FF2B5EF4-FFF2-40B4-BE49-F238E27FC236}">
                <a16:creationId xmlns:a16="http://schemas.microsoft.com/office/drawing/2014/main" id="{26DBFDD1-9779-4621-9303-53A6B5039E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4" name="image1.gif">
            <a:extLst>
              <a:ext uri="{FF2B5EF4-FFF2-40B4-BE49-F238E27FC236}">
                <a16:creationId xmlns:a16="http://schemas.microsoft.com/office/drawing/2014/main" id="{F408036F-3848-498C-AC9B-E371CA1FDD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5" name="image1.gif">
            <a:extLst>
              <a:ext uri="{FF2B5EF4-FFF2-40B4-BE49-F238E27FC236}">
                <a16:creationId xmlns:a16="http://schemas.microsoft.com/office/drawing/2014/main" id="{CC70D5A2-CC32-4E7C-948C-CAB0753895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6" name="image1.gif">
            <a:extLst>
              <a:ext uri="{FF2B5EF4-FFF2-40B4-BE49-F238E27FC236}">
                <a16:creationId xmlns:a16="http://schemas.microsoft.com/office/drawing/2014/main" id="{CE1EF608-44E1-4006-9F86-E1AC91EAE7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7" name="image1.gif">
            <a:extLst>
              <a:ext uri="{FF2B5EF4-FFF2-40B4-BE49-F238E27FC236}">
                <a16:creationId xmlns:a16="http://schemas.microsoft.com/office/drawing/2014/main" id="{DB9B1BB2-FFBB-4CB0-8999-184E5C55C8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8" name="image1.gif">
            <a:extLst>
              <a:ext uri="{FF2B5EF4-FFF2-40B4-BE49-F238E27FC236}">
                <a16:creationId xmlns:a16="http://schemas.microsoft.com/office/drawing/2014/main" id="{946CCDF6-A435-45C2-8E1F-F201EC3063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9" name="image1.gif">
            <a:extLst>
              <a:ext uri="{FF2B5EF4-FFF2-40B4-BE49-F238E27FC236}">
                <a16:creationId xmlns:a16="http://schemas.microsoft.com/office/drawing/2014/main" id="{ACDD7FB3-E619-4C0F-8D72-CA1CEC65A8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0" name="image1.gif">
            <a:extLst>
              <a:ext uri="{FF2B5EF4-FFF2-40B4-BE49-F238E27FC236}">
                <a16:creationId xmlns:a16="http://schemas.microsoft.com/office/drawing/2014/main" id="{F12541A3-F61F-4DB2-8BE0-7709F6268DA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1" name="image1.gif">
            <a:extLst>
              <a:ext uri="{FF2B5EF4-FFF2-40B4-BE49-F238E27FC236}">
                <a16:creationId xmlns:a16="http://schemas.microsoft.com/office/drawing/2014/main" id="{9ABE1EE2-14C3-4501-AE70-B127FC96A52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2" name="image1.gif">
            <a:extLst>
              <a:ext uri="{FF2B5EF4-FFF2-40B4-BE49-F238E27FC236}">
                <a16:creationId xmlns:a16="http://schemas.microsoft.com/office/drawing/2014/main" id="{388E4662-B6DC-4F69-A717-558E7C4D08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3" name="image1.gif">
            <a:extLst>
              <a:ext uri="{FF2B5EF4-FFF2-40B4-BE49-F238E27FC236}">
                <a16:creationId xmlns:a16="http://schemas.microsoft.com/office/drawing/2014/main" id="{E4DA69EC-9643-4928-98EE-B0C37818CE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4" name="image1.gif">
            <a:extLst>
              <a:ext uri="{FF2B5EF4-FFF2-40B4-BE49-F238E27FC236}">
                <a16:creationId xmlns:a16="http://schemas.microsoft.com/office/drawing/2014/main" id="{3D6E6929-1F01-4403-AA21-13F393BB7E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5" name="image1.gif">
            <a:extLst>
              <a:ext uri="{FF2B5EF4-FFF2-40B4-BE49-F238E27FC236}">
                <a16:creationId xmlns:a16="http://schemas.microsoft.com/office/drawing/2014/main" id="{078E7E9E-DFD2-41B9-BEF1-D8A30B72DA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6" name="image1.gif">
            <a:extLst>
              <a:ext uri="{FF2B5EF4-FFF2-40B4-BE49-F238E27FC236}">
                <a16:creationId xmlns:a16="http://schemas.microsoft.com/office/drawing/2014/main" id="{5A87AC3F-D366-4FED-8CBA-CA8C8DD847F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7" name="image1.gif">
            <a:extLst>
              <a:ext uri="{FF2B5EF4-FFF2-40B4-BE49-F238E27FC236}">
                <a16:creationId xmlns:a16="http://schemas.microsoft.com/office/drawing/2014/main" id="{4D7F638B-2DD5-4198-8B31-6645F0DAFE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8" name="image1.gif">
            <a:extLst>
              <a:ext uri="{FF2B5EF4-FFF2-40B4-BE49-F238E27FC236}">
                <a16:creationId xmlns:a16="http://schemas.microsoft.com/office/drawing/2014/main" id="{79605256-BB8C-4653-A53D-E9F3087E7F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9" name="image1.gif">
            <a:extLst>
              <a:ext uri="{FF2B5EF4-FFF2-40B4-BE49-F238E27FC236}">
                <a16:creationId xmlns:a16="http://schemas.microsoft.com/office/drawing/2014/main" id="{A1ECDD2C-9101-495A-8C0D-A75459B9A0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0" name="image1.gif">
            <a:extLst>
              <a:ext uri="{FF2B5EF4-FFF2-40B4-BE49-F238E27FC236}">
                <a16:creationId xmlns:a16="http://schemas.microsoft.com/office/drawing/2014/main" id="{55F5623C-6C5A-4C55-8A98-AC882C6FBB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1" name="image1.gif">
            <a:extLst>
              <a:ext uri="{FF2B5EF4-FFF2-40B4-BE49-F238E27FC236}">
                <a16:creationId xmlns:a16="http://schemas.microsoft.com/office/drawing/2014/main" id="{F769CFFF-86D7-420B-8EC1-834FA05FFB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2" name="image1.gif">
            <a:extLst>
              <a:ext uri="{FF2B5EF4-FFF2-40B4-BE49-F238E27FC236}">
                <a16:creationId xmlns:a16="http://schemas.microsoft.com/office/drawing/2014/main" id="{E02EE0F3-682E-44D1-9E6B-6EAFBCEC4A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3" name="image1.gif">
            <a:extLst>
              <a:ext uri="{FF2B5EF4-FFF2-40B4-BE49-F238E27FC236}">
                <a16:creationId xmlns:a16="http://schemas.microsoft.com/office/drawing/2014/main" id="{24DC145E-213B-4DF3-92D6-80693B24CDF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4" name="image1.gif">
            <a:extLst>
              <a:ext uri="{FF2B5EF4-FFF2-40B4-BE49-F238E27FC236}">
                <a16:creationId xmlns:a16="http://schemas.microsoft.com/office/drawing/2014/main" id="{34A7A374-6F64-47DC-BF33-B575F84710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5" name="image1.gif">
            <a:extLst>
              <a:ext uri="{FF2B5EF4-FFF2-40B4-BE49-F238E27FC236}">
                <a16:creationId xmlns:a16="http://schemas.microsoft.com/office/drawing/2014/main" id="{000D804F-EC85-4B62-8A73-B702146BBD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6" name="image1.gif">
            <a:extLst>
              <a:ext uri="{FF2B5EF4-FFF2-40B4-BE49-F238E27FC236}">
                <a16:creationId xmlns:a16="http://schemas.microsoft.com/office/drawing/2014/main" id="{25A8F44E-F746-4A52-BD76-FE825F5086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7" name="image1.gif">
            <a:extLst>
              <a:ext uri="{FF2B5EF4-FFF2-40B4-BE49-F238E27FC236}">
                <a16:creationId xmlns:a16="http://schemas.microsoft.com/office/drawing/2014/main" id="{63020AE4-0D80-467E-9402-CCB4270A2AD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8" name="image1.gif">
            <a:extLst>
              <a:ext uri="{FF2B5EF4-FFF2-40B4-BE49-F238E27FC236}">
                <a16:creationId xmlns:a16="http://schemas.microsoft.com/office/drawing/2014/main" id="{5786E288-26E1-4BCE-AF85-6C26425F78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9" name="image1.gif">
            <a:extLst>
              <a:ext uri="{FF2B5EF4-FFF2-40B4-BE49-F238E27FC236}">
                <a16:creationId xmlns:a16="http://schemas.microsoft.com/office/drawing/2014/main" id="{113E2F01-E427-4D1B-9E94-532DFD8F7C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0" name="image1.gif">
            <a:extLst>
              <a:ext uri="{FF2B5EF4-FFF2-40B4-BE49-F238E27FC236}">
                <a16:creationId xmlns:a16="http://schemas.microsoft.com/office/drawing/2014/main" id="{824A9CA2-8D7E-4307-945D-49D1CCD11A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1" name="image1.gif">
            <a:extLst>
              <a:ext uri="{FF2B5EF4-FFF2-40B4-BE49-F238E27FC236}">
                <a16:creationId xmlns:a16="http://schemas.microsoft.com/office/drawing/2014/main" id="{585DD4F0-D070-4AD6-B2E0-486DE044CCC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2" name="image1.gif">
            <a:extLst>
              <a:ext uri="{FF2B5EF4-FFF2-40B4-BE49-F238E27FC236}">
                <a16:creationId xmlns:a16="http://schemas.microsoft.com/office/drawing/2014/main" id="{1F82A8D7-1332-45DB-B590-FBDC861CB1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3" name="image1.gif">
            <a:extLst>
              <a:ext uri="{FF2B5EF4-FFF2-40B4-BE49-F238E27FC236}">
                <a16:creationId xmlns:a16="http://schemas.microsoft.com/office/drawing/2014/main" id="{1D0C8E04-8876-4361-A73A-95D689431A9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4" name="image1.gif">
            <a:extLst>
              <a:ext uri="{FF2B5EF4-FFF2-40B4-BE49-F238E27FC236}">
                <a16:creationId xmlns:a16="http://schemas.microsoft.com/office/drawing/2014/main" id="{33A11DD9-ED2A-4A75-8C4C-14E7611BCD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5" name="image1.gif">
            <a:extLst>
              <a:ext uri="{FF2B5EF4-FFF2-40B4-BE49-F238E27FC236}">
                <a16:creationId xmlns:a16="http://schemas.microsoft.com/office/drawing/2014/main" id="{24591178-F6FF-4B32-8FD9-6EE7290BD1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6" name="image1.gif">
            <a:extLst>
              <a:ext uri="{FF2B5EF4-FFF2-40B4-BE49-F238E27FC236}">
                <a16:creationId xmlns:a16="http://schemas.microsoft.com/office/drawing/2014/main" id="{E294D3D6-8CB9-465D-9B0B-CF0865574E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7" name="image1.gif">
            <a:extLst>
              <a:ext uri="{FF2B5EF4-FFF2-40B4-BE49-F238E27FC236}">
                <a16:creationId xmlns:a16="http://schemas.microsoft.com/office/drawing/2014/main" id="{CB6D5585-C96F-4165-A25A-74B0A816DCC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8" name="image1.gif">
            <a:extLst>
              <a:ext uri="{FF2B5EF4-FFF2-40B4-BE49-F238E27FC236}">
                <a16:creationId xmlns:a16="http://schemas.microsoft.com/office/drawing/2014/main" id="{33A34C14-FB0D-43F1-9E6F-85D3DD443C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9" name="image1.gif">
            <a:extLst>
              <a:ext uri="{FF2B5EF4-FFF2-40B4-BE49-F238E27FC236}">
                <a16:creationId xmlns:a16="http://schemas.microsoft.com/office/drawing/2014/main" id="{8ED4D77D-51D2-498D-A756-140CF5B0D8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0" name="image1.gif">
            <a:extLst>
              <a:ext uri="{FF2B5EF4-FFF2-40B4-BE49-F238E27FC236}">
                <a16:creationId xmlns:a16="http://schemas.microsoft.com/office/drawing/2014/main" id="{4FEAB1CF-9927-4E39-BD68-CB5DF21C1F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1" name="image1.gif">
            <a:extLst>
              <a:ext uri="{FF2B5EF4-FFF2-40B4-BE49-F238E27FC236}">
                <a16:creationId xmlns:a16="http://schemas.microsoft.com/office/drawing/2014/main" id="{C1FBC0CA-D07D-469F-A197-C88D39349A0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2" name="image1.gif">
            <a:extLst>
              <a:ext uri="{FF2B5EF4-FFF2-40B4-BE49-F238E27FC236}">
                <a16:creationId xmlns:a16="http://schemas.microsoft.com/office/drawing/2014/main" id="{0484357E-BD0C-4859-BD2A-05320EEF74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3" name="image1.gif">
            <a:extLst>
              <a:ext uri="{FF2B5EF4-FFF2-40B4-BE49-F238E27FC236}">
                <a16:creationId xmlns:a16="http://schemas.microsoft.com/office/drawing/2014/main" id="{33A49E25-42BE-40CF-BE4C-7AB8A55A8CC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4" name="image1.gif">
            <a:extLst>
              <a:ext uri="{FF2B5EF4-FFF2-40B4-BE49-F238E27FC236}">
                <a16:creationId xmlns:a16="http://schemas.microsoft.com/office/drawing/2014/main" id="{0DE8618B-5404-4393-93A3-665EC84631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5" name="image1.gif">
            <a:extLst>
              <a:ext uri="{FF2B5EF4-FFF2-40B4-BE49-F238E27FC236}">
                <a16:creationId xmlns:a16="http://schemas.microsoft.com/office/drawing/2014/main" id="{4570E7A0-3CF3-432F-9AB0-34D1D107D9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6" name="image1.gif">
            <a:extLst>
              <a:ext uri="{FF2B5EF4-FFF2-40B4-BE49-F238E27FC236}">
                <a16:creationId xmlns:a16="http://schemas.microsoft.com/office/drawing/2014/main" id="{9521BEF0-C7B7-4388-9845-38583AA46E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7" name="image1.gif">
            <a:extLst>
              <a:ext uri="{FF2B5EF4-FFF2-40B4-BE49-F238E27FC236}">
                <a16:creationId xmlns:a16="http://schemas.microsoft.com/office/drawing/2014/main" id="{4B658B22-6E6D-47CF-964D-71FDFD6103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" name="image1.gif">
            <a:extLst>
              <a:ext uri="{FF2B5EF4-FFF2-40B4-BE49-F238E27FC236}">
                <a16:creationId xmlns:a16="http://schemas.microsoft.com/office/drawing/2014/main" id="{6473DC0D-8D8A-4B0C-8F7B-564703A664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" name="image1.gif">
            <a:extLst>
              <a:ext uri="{FF2B5EF4-FFF2-40B4-BE49-F238E27FC236}">
                <a16:creationId xmlns:a16="http://schemas.microsoft.com/office/drawing/2014/main" id="{A9502879-AB8D-448D-9AE3-B37D9783F35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0" name="image1.gif">
            <a:extLst>
              <a:ext uri="{FF2B5EF4-FFF2-40B4-BE49-F238E27FC236}">
                <a16:creationId xmlns:a16="http://schemas.microsoft.com/office/drawing/2014/main" id="{0293A93C-DD73-4CE9-9D63-44BE33C36A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1" name="image1.gif">
            <a:extLst>
              <a:ext uri="{FF2B5EF4-FFF2-40B4-BE49-F238E27FC236}">
                <a16:creationId xmlns:a16="http://schemas.microsoft.com/office/drawing/2014/main" id="{38B51AEE-3D6D-4EAE-B24A-E726481A8E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2" name="image1.gif">
            <a:extLst>
              <a:ext uri="{FF2B5EF4-FFF2-40B4-BE49-F238E27FC236}">
                <a16:creationId xmlns:a16="http://schemas.microsoft.com/office/drawing/2014/main" id="{140D2906-C3B7-4A04-8A7A-254A7C4210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3" name="image1.gif">
            <a:extLst>
              <a:ext uri="{FF2B5EF4-FFF2-40B4-BE49-F238E27FC236}">
                <a16:creationId xmlns:a16="http://schemas.microsoft.com/office/drawing/2014/main" id="{567FFB1D-CCE3-4D53-8954-908AB68040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4" name="image1.gif">
            <a:extLst>
              <a:ext uri="{FF2B5EF4-FFF2-40B4-BE49-F238E27FC236}">
                <a16:creationId xmlns:a16="http://schemas.microsoft.com/office/drawing/2014/main" id="{C71923FC-616F-4331-9810-9E2F2CA914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5" name="image1.gif">
            <a:extLst>
              <a:ext uri="{FF2B5EF4-FFF2-40B4-BE49-F238E27FC236}">
                <a16:creationId xmlns:a16="http://schemas.microsoft.com/office/drawing/2014/main" id="{BF03E545-DE67-44BB-8479-BE20DB2B41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6" name="image1.gif">
            <a:extLst>
              <a:ext uri="{FF2B5EF4-FFF2-40B4-BE49-F238E27FC236}">
                <a16:creationId xmlns:a16="http://schemas.microsoft.com/office/drawing/2014/main" id="{20B5CDF5-A394-4A87-B0BD-437A87E7DB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7" name="image1.gif">
            <a:extLst>
              <a:ext uri="{FF2B5EF4-FFF2-40B4-BE49-F238E27FC236}">
                <a16:creationId xmlns:a16="http://schemas.microsoft.com/office/drawing/2014/main" id="{6E2D165C-C167-4F2B-ABD5-ADFA60B8D0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8" name="image1.gif">
            <a:extLst>
              <a:ext uri="{FF2B5EF4-FFF2-40B4-BE49-F238E27FC236}">
                <a16:creationId xmlns:a16="http://schemas.microsoft.com/office/drawing/2014/main" id="{4B78D0C2-E37E-4C8A-A177-8AB0F64C549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9" name="image1.gif">
            <a:extLst>
              <a:ext uri="{FF2B5EF4-FFF2-40B4-BE49-F238E27FC236}">
                <a16:creationId xmlns:a16="http://schemas.microsoft.com/office/drawing/2014/main" id="{3C8CC28F-EDB1-4518-9A7A-696E57A25FC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0" name="image1.gif">
            <a:extLst>
              <a:ext uri="{FF2B5EF4-FFF2-40B4-BE49-F238E27FC236}">
                <a16:creationId xmlns:a16="http://schemas.microsoft.com/office/drawing/2014/main" id="{84F2A07B-D1D0-493C-8030-68417544906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1" name="image1.gif">
            <a:extLst>
              <a:ext uri="{FF2B5EF4-FFF2-40B4-BE49-F238E27FC236}">
                <a16:creationId xmlns:a16="http://schemas.microsoft.com/office/drawing/2014/main" id="{0F3A49BD-D43E-4A64-9585-28B5005663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2" name="image1.gif">
            <a:extLst>
              <a:ext uri="{FF2B5EF4-FFF2-40B4-BE49-F238E27FC236}">
                <a16:creationId xmlns:a16="http://schemas.microsoft.com/office/drawing/2014/main" id="{8A331A3F-4A2F-4779-B07A-80A7FB6668F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3" name="image1.gif">
            <a:extLst>
              <a:ext uri="{FF2B5EF4-FFF2-40B4-BE49-F238E27FC236}">
                <a16:creationId xmlns:a16="http://schemas.microsoft.com/office/drawing/2014/main" id="{78488CAB-EB20-4368-8699-2780570066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4" name="image1.gif">
            <a:extLst>
              <a:ext uri="{FF2B5EF4-FFF2-40B4-BE49-F238E27FC236}">
                <a16:creationId xmlns:a16="http://schemas.microsoft.com/office/drawing/2014/main" id="{366CC852-9AED-4AA5-B191-94BB8E2205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5" name="image1.gif">
            <a:extLst>
              <a:ext uri="{FF2B5EF4-FFF2-40B4-BE49-F238E27FC236}">
                <a16:creationId xmlns:a16="http://schemas.microsoft.com/office/drawing/2014/main" id="{9DB1B2E5-77B3-4BA8-9A14-A9D0F59422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6" name="image1.gif">
            <a:extLst>
              <a:ext uri="{FF2B5EF4-FFF2-40B4-BE49-F238E27FC236}">
                <a16:creationId xmlns:a16="http://schemas.microsoft.com/office/drawing/2014/main" id="{C29D4170-D88F-4A02-A21C-7B8D90E760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7" name="image1.gif">
            <a:extLst>
              <a:ext uri="{FF2B5EF4-FFF2-40B4-BE49-F238E27FC236}">
                <a16:creationId xmlns:a16="http://schemas.microsoft.com/office/drawing/2014/main" id="{E6AF9F86-DD3D-44A5-B9C9-6082FB5319B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8" name="image1.gif">
            <a:extLst>
              <a:ext uri="{FF2B5EF4-FFF2-40B4-BE49-F238E27FC236}">
                <a16:creationId xmlns:a16="http://schemas.microsoft.com/office/drawing/2014/main" id="{33E61A03-3C9B-4869-AF53-36AA8C3979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9" name="image1.gif">
            <a:extLst>
              <a:ext uri="{FF2B5EF4-FFF2-40B4-BE49-F238E27FC236}">
                <a16:creationId xmlns:a16="http://schemas.microsoft.com/office/drawing/2014/main" id="{B6B9483E-6A70-489B-9770-76B2F595491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0" name="image1.gif">
            <a:extLst>
              <a:ext uri="{FF2B5EF4-FFF2-40B4-BE49-F238E27FC236}">
                <a16:creationId xmlns:a16="http://schemas.microsoft.com/office/drawing/2014/main" id="{6A0A5788-C22B-4CA3-8974-720B74C13D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1" name="image1.gif">
            <a:extLst>
              <a:ext uri="{FF2B5EF4-FFF2-40B4-BE49-F238E27FC236}">
                <a16:creationId xmlns:a16="http://schemas.microsoft.com/office/drawing/2014/main" id="{0BF86C2C-6B2C-4DEF-9E42-B014E3E6B4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2" name="image1.gif">
            <a:extLst>
              <a:ext uri="{FF2B5EF4-FFF2-40B4-BE49-F238E27FC236}">
                <a16:creationId xmlns:a16="http://schemas.microsoft.com/office/drawing/2014/main" id="{10215BB7-4860-438F-8B68-DCD284CD99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3" name="image1.gif">
            <a:extLst>
              <a:ext uri="{FF2B5EF4-FFF2-40B4-BE49-F238E27FC236}">
                <a16:creationId xmlns:a16="http://schemas.microsoft.com/office/drawing/2014/main" id="{B1D03692-7EC5-4B24-9EF4-766063AFAD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4" name="image1.gif">
            <a:extLst>
              <a:ext uri="{FF2B5EF4-FFF2-40B4-BE49-F238E27FC236}">
                <a16:creationId xmlns:a16="http://schemas.microsoft.com/office/drawing/2014/main" id="{3DA7B75E-4D07-44F9-AB2E-25E24D49E08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5" name="image1.gif">
            <a:extLst>
              <a:ext uri="{FF2B5EF4-FFF2-40B4-BE49-F238E27FC236}">
                <a16:creationId xmlns:a16="http://schemas.microsoft.com/office/drawing/2014/main" id="{9F78E3DC-731F-4E05-9503-BE596564D75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6" name="image1.gif">
            <a:extLst>
              <a:ext uri="{FF2B5EF4-FFF2-40B4-BE49-F238E27FC236}">
                <a16:creationId xmlns:a16="http://schemas.microsoft.com/office/drawing/2014/main" id="{33FD3285-A652-4543-9077-65F90FB965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7" name="image1.gif">
            <a:extLst>
              <a:ext uri="{FF2B5EF4-FFF2-40B4-BE49-F238E27FC236}">
                <a16:creationId xmlns:a16="http://schemas.microsoft.com/office/drawing/2014/main" id="{4F625E8A-E92D-4FE4-BA46-E511FB9D85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8" name="image1.gif">
            <a:extLst>
              <a:ext uri="{FF2B5EF4-FFF2-40B4-BE49-F238E27FC236}">
                <a16:creationId xmlns:a16="http://schemas.microsoft.com/office/drawing/2014/main" id="{B7D17323-2133-4CD5-AE1A-9118B7288DB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9" name="image1.gif">
            <a:extLst>
              <a:ext uri="{FF2B5EF4-FFF2-40B4-BE49-F238E27FC236}">
                <a16:creationId xmlns:a16="http://schemas.microsoft.com/office/drawing/2014/main" id="{AD7901C8-A07D-455C-AA31-BE62E9A5EF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0" name="image1.gif">
            <a:extLst>
              <a:ext uri="{FF2B5EF4-FFF2-40B4-BE49-F238E27FC236}">
                <a16:creationId xmlns:a16="http://schemas.microsoft.com/office/drawing/2014/main" id="{C952FA85-2590-4438-82D5-F6692D6E54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1" name="image1.gif">
            <a:extLst>
              <a:ext uri="{FF2B5EF4-FFF2-40B4-BE49-F238E27FC236}">
                <a16:creationId xmlns:a16="http://schemas.microsoft.com/office/drawing/2014/main" id="{B13A5A0A-32F0-45F0-BDF4-D21229B5F6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2" name="image1.gif">
            <a:extLst>
              <a:ext uri="{FF2B5EF4-FFF2-40B4-BE49-F238E27FC236}">
                <a16:creationId xmlns:a16="http://schemas.microsoft.com/office/drawing/2014/main" id="{3CB7BFAB-9B63-48B7-ACAE-4C0EECF23B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3" name="image1.gif">
            <a:extLst>
              <a:ext uri="{FF2B5EF4-FFF2-40B4-BE49-F238E27FC236}">
                <a16:creationId xmlns:a16="http://schemas.microsoft.com/office/drawing/2014/main" id="{07956AEC-16C2-4972-8E13-F3E7BA7177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4" name="image1.gif">
            <a:extLst>
              <a:ext uri="{FF2B5EF4-FFF2-40B4-BE49-F238E27FC236}">
                <a16:creationId xmlns:a16="http://schemas.microsoft.com/office/drawing/2014/main" id="{CA2318E3-5201-460C-9676-EC445DF9A9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5" name="image1.gif">
            <a:extLst>
              <a:ext uri="{FF2B5EF4-FFF2-40B4-BE49-F238E27FC236}">
                <a16:creationId xmlns:a16="http://schemas.microsoft.com/office/drawing/2014/main" id="{0C4E148B-EC64-4BC0-A9A3-AAE3CD30361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6" name="image1.gif">
            <a:extLst>
              <a:ext uri="{FF2B5EF4-FFF2-40B4-BE49-F238E27FC236}">
                <a16:creationId xmlns:a16="http://schemas.microsoft.com/office/drawing/2014/main" id="{62969BB6-6893-47BB-8C65-EBB27776C2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7" name="image1.gif">
            <a:extLst>
              <a:ext uri="{FF2B5EF4-FFF2-40B4-BE49-F238E27FC236}">
                <a16:creationId xmlns:a16="http://schemas.microsoft.com/office/drawing/2014/main" id="{FF131EB0-7E7D-42F3-8FE9-DFC0089ABB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8" name="image1.gif">
            <a:extLst>
              <a:ext uri="{FF2B5EF4-FFF2-40B4-BE49-F238E27FC236}">
                <a16:creationId xmlns:a16="http://schemas.microsoft.com/office/drawing/2014/main" id="{DC6A3D72-778D-43E6-9004-06F43C3943D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9" name="image1.gif">
            <a:extLst>
              <a:ext uri="{FF2B5EF4-FFF2-40B4-BE49-F238E27FC236}">
                <a16:creationId xmlns:a16="http://schemas.microsoft.com/office/drawing/2014/main" id="{D465CF49-7BB4-46CA-95C7-381BC26372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0" name="image1.gif">
            <a:extLst>
              <a:ext uri="{FF2B5EF4-FFF2-40B4-BE49-F238E27FC236}">
                <a16:creationId xmlns:a16="http://schemas.microsoft.com/office/drawing/2014/main" id="{77523E2E-C639-414E-B7FE-2DA67558356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1" name="image1.gif">
            <a:extLst>
              <a:ext uri="{FF2B5EF4-FFF2-40B4-BE49-F238E27FC236}">
                <a16:creationId xmlns:a16="http://schemas.microsoft.com/office/drawing/2014/main" id="{4EBC88D2-B76E-47E2-81BE-A5817D1BC6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2" name="image1.gif">
            <a:extLst>
              <a:ext uri="{FF2B5EF4-FFF2-40B4-BE49-F238E27FC236}">
                <a16:creationId xmlns:a16="http://schemas.microsoft.com/office/drawing/2014/main" id="{10AEDF90-8165-4B8C-8770-89B8CBDD5F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3" name="image1.gif">
            <a:extLst>
              <a:ext uri="{FF2B5EF4-FFF2-40B4-BE49-F238E27FC236}">
                <a16:creationId xmlns:a16="http://schemas.microsoft.com/office/drawing/2014/main" id="{0DD008AF-F508-46E1-878C-CC8FFF2A39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4" name="image1.gif">
            <a:extLst>
              <a:ext uri="{FF2B5EF4-FFF2-40B4-BE49-F238E27FC236}">
                <a16:creationId xmlns:a16="http://schemas.microsoft.com/office/drawing/2014/main" id="{E901AA8C-E45D-42A7-8A87-AEE379498B2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5" name="image1.gif">
            <a:extLst>
              <a:ext uri="{FF2B5EF4-FFF2-40B4-BE49-F238E27FC236}">
                <a16:creationId xmlns:a16="http://schemas.microsoft.com/office/drawing/2014/main" id="{8772EAC8-B134-4F2D-94D8-54E0BDD1B0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6" name="image1.gif">
            <a:extLst>
              <a:ext uri="{FF2B5EF4-FFF2-40B4-BE49-F238E27FC236}">
                <a16:creationId xmlns:a16="http://schemas.microsoft.com/office/drawing/2014/main" id="{005949CD-3323-4A29-921F-C2A5547C724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7" name="image1.gif">
            <a:extLst>
              <a:ext uri="{FF2B5EF4-FFF2-40B4-BE49-F238E27FC236}">
                <a16:creationId xmlns:a16="http://schemas.microsoft.com/office/drawing/2014/main" id="{C06666CE-2C8A-48D1-B78B-C4C59FCDBB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8" name="image1.gif">
            <a:extLst>
              <a:ext uri="{FF2B5EF4-FFF2-40B4-BE49-F238E27FC236}">
                <a16:creationId xmlns:a16="http://schemas.microsoft.com/office/drawing/2014/main" id="{EC43BA4B-4DC3-401A-98D6-DB9B8F035D3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9" name="image1.gif">
            <a:extLst>
              <a:ext uri="{FF2B5EF4-FFF2-40B4-BE49-F238E27FC236}">
                <a16:creationId xmlns:a16="http://schemas.microsoft.com/office/drawing/2014/main" id="{8BFD14EF-61EB-46C1-B6AD-1CF050249A9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0" name="image1.gif">
            <a:extLst>
              <a:ext uri="{FF2B5EF4-FFF2-40B4-BE49-F238E27FC236}">
                <a16:creationId xmlns:a16="http://schemas.microsoft.com/office/drawing/2014/main" id="{7E6248C8-9FE3-4038-A58F-FFB26658401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1" name="image1.gif">
            <a:extLst>
              <a:ext uri="{FF2B5EF4-FFF2-40B4-BE49-F238E27FC236}">
                <a16:creationId xmlns:a16="http://schemas.microsoft.com/office/drawing/2014/main" id="{BA125CC5-1262-4416-AD09-E02A7996F2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2" name="image1.gif">
            <a:extLst>
              <a:ext uri="{FF2B5EF4-FFF2-40B4-BE49-F238E27FC236}">
                <a16:creationId xmlns:a16="http://schemas.microsoft.com/office/drawing/2014/main" id="{444ADB77-8183-40F7-8BB4-461C234F5E2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3" name="image1.gif">
            <a:extLst>
              <a:ext uri="{FF2B5EF4-FFF2-40B4-BE49-F238E27FC236}">
                <a16:creationId xmlns:a16="http://schemas.microsoft.com/office/drawing/2014/main" id="{8A6DF35B-3C77-474F-9844-68789FCEC0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4" name="image1.gif">
            <a:extLst>
              <a:ext uri="{FF2B5EF4-FFF2-40B4-BE49-F238E27FC236}">
                <a16:creationId xmlns:a16="http://schemas.microsoft.com/office/drawing/2014/main" id="{F14A08EE-CCA9-4C53-B53C-A6D0F1F4C0A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5" name="image1.gif">
            <a:extLst>
              <a:ext uri="{FF2B5EF4-FFF2-40B4-BE49-F238E27FC236}">
                <a16:creationId xmlns:a16="http://schemas.microsoft.com/office/drawing/2014/main" id="{9CE00002-5017-41B3-BF67-C1621E0613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6" name="image1.gif">
            <a:extLst>
              <a:ext uri="{FF2B5EF4-FFF2-40B4-BE49-F238E27FC236}">
                <a16:creationId xmlns:a16="http://schemas.microsoft.com/office/drawing/2014/main" id="{0ACAB258-0F4D-4149-8AAB-6C4DA4BEBE6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7" name="image1.gif">
            <a:extLst>
              <a:ext uri="{FF2B5EF4-FFF2-40B4-BE49-F238E27FC236}">
                <a16:creationId xmlns:a16="http://schemas.microsoft.com/office/drawing/2014/main" id="{686EA6BC-127E-46C7-AE0C-9D30E6EC53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8" name="image1.gif">
            <a:extLst>
              <a:ext uri="{FF2B5EF4-FFF2-40B4-BE49-F238E27FC236}">
                <a16:creationId xmlns:a16="http://schemas.microsoft.com/office/drawing/2014/main" id="{C08A87CD-8AB6-43DA-8502-F8B01DA4A6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9" name="image1.gif">
            <a:extLst>
              <a:ext uri="{FF2B5EF4-FFF2-40B4-BE49-F238E27FC236}">
                <a16:creationId xmlns:a16="http://schemas.microsoft.com/office/drawing/2014/main" id="{0257BB69-6E17-402B-87E0-F6277B9D56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0" name="image1.gif">
            <a:extLst>
              <a:ext uri="{FF2B5EF4-FFF2-40B4-BE49-F238E27FC236}">
                <a16:creationId xmlns:a16="http://schemas.microsoft.com/office/drawing/2014/main" id="{8B350992-5629-4B07-8BF2-3BBB666E21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1" name="image1.gif">
            <a:extLst>
              <a:ext uri="{FF2B5EF4-FFF2-40B4-BE49-F238E27FC236}">
                <a16:creationId xmlns:a16="http://schemas.microsoft.com/office/drawing/2014/main" id="{1E85EAE0-B220-4ED1-8F88-206ED6AD6DA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2" name="image1.gif">
            <a:extLst>
              <a:ext uri="{FF2B5EF4-FFF2-40B4-BE49-F238E27FC236}">
                <a16:creationId xmlns:a16="http://schemas.microsoft.com/office/drawing/2014/main" id="{6EF4CC05-2E3E-485F-B8C8-2804DF75F4B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3" name="image1.gif">
            <a:extLst>
              <a:ext uri="{FF2B5EF4-FFF2-40B4-BE49-F238E27FC236}">
                <a16:creationId xmlns:a16="http://schemas.microsoft.com/office/drawing/2014/main" id="{0D6C63C7-17D5-450E-957E-50270F5D30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4" name="image1.gif">
            <a:extLst>
              <a:ext uri="{FF2B5EF4-FFF2-40B4-BE49-F238E27FC236}">
                <a16:creationId xmlns:a16="http://schemas.microsoft.com/office/drawing/2014/main" id="{C23D2D88-6358-45CD-AD9E-DDDE145733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5" name="image1.gif">
            <a:extLst>
              <a:ext uri="{FF2B5EF4-FFF2-40B4-BE49-F238E27FC236}">
                <a16:creationId xmlns:a16="http://schemas.microsoft.com/office/drawing/2014/main" id="{959A0EC8-8D9D-4066-A541-681E0CCAA1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6" name="image1.gif">
            <a:extLst>
              <a:ext uri="{FF2B5EF4-FFF2-40B4-BE49-F238E27FC236}">
                <a16:creationId xmlns:a16="http://schemas.microsoft.com/office/drawing/2014/main" id="{DD13A07F-8305-4971-90D7-B85CD56DF4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7" name="image1.gif">
            <a:extLst>
              <a:ext uri="{FF2B5EF4-FFF2-40B4-BE49-F238E27FC236}">
                <a16:creationId xmlns:a16="http://schemas.microsoft.com/office/drawing/2014/main" id="{3F4FF5BE-1567-493C-B0FA-178B011F99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8" name="image1.gif">
            <a:extLst>
              <a:ext uri="{FF2B5EF4-FFF2-40B4-BE49-F238E27FC236}">
                <a16:creationId xmlns:a16="http://schemas.microsoft.com/office/drawing/2014/main" id="{573290B7-9FF4-42CE-BC7C-47182D662E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9" name="image1.gif">
            <a:extLst>
              <a:ext uri="{FF2B5EF4-FFF2-40B4-BE49-F238E27FC236}">
                <a16:creationId xmlns:a16="http://schemas.microsoft.com/office/drawing/2014/main" id="{C8AB9E07-74A5-4D9C-B609-C7B107FD4E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0" name="image1.gif">
            <a:extLst>
              <a:ext uri="{FF2B5EF4-FFF2-40B4-BE49-F238E27FC236}">
                <a16:creationId xmlns:a16="http://schemas.microsoft.com/office/drawing/2014/main" id="{4B3F3214-E43C-49A8-9AA7-203AEC8602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1" name="image1.gif">
            <a:extLst>
              <a:ext uri="{FF2B5EF4-FFF2-40B4-BE49-F238E27FC236}">
                <a16:creationId xmlns:a16="http://schemas.microsoft.com/office/drawing/2014/main" id="{2617A53C-29CF-412D-906D-F435DE30D08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2" name="image1.gif">
            <a:extLst>
              <a:ext uri="{FF2B5EF4-FFF2-40B4-BE49-F238E27FC236}">
                <a16:creationId xmlns:a16="http://schemas.microsoft.com/office/drawing/2014/main" id="{69436C8A-73D0-4F5F-9CDC-BBC2576A3D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3" name="image1.gif">
            <a:extLst>
              <a:ext uri="{FF2B5EF4-FFF2-40B4-BE49-F238E27FC236}">
                <a16:creationId xmlns:a16="http://schemas.microsoft.com/office/drawing/2014/main" id="{004BA7DA-1B52-45C5-8086-6A5F93EBA52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4" name="image1.gif">
            <a:extLst>
              <a:ext uri="{FF2B5EF4-FFF2-40B4-BE49-F238E27FC236}">
                <a16:creationId xmlns:a16="http://schemas.microsoft.com/office/drawing/2014/main" id="{CA40E7F5-E5B6-473D-9058-33E6FF57BBD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5" name="image1.gif">
            <a:extLst>
              <a:ext uri="{FF2B5EF4-FFF2-40B4-BE49-F238E27FC236}">
                <a16:creationId xmlns:a16="http://schemas.microsoft.com/office/drawing/2014/main" id="{AC147994-9C80-439A-AEB2-B70220F17F6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6" name="image1.gif">
            <a:extLst>
              <a:ext uri="{FF2B5EF4-FFF2-40B4-BE49-F238E27FC236}">
                <a16:creationId xmlns:a16="http://schemas.microsoft.com/office/drawing/2014/main" id="{83CE751E-BBBE-4B4D-AC07-1F604B44177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7" name="image1.gif">
            <a:extLst>
              <a:ext uri="{FF2B5EF4-FFF2-40B4-BE49-F238E27FC236}">
                <a16:creationId xmlns:a16="http://schemas.microsoft.com/office/drawing/2014/main" id="{BECDCF45-AC57-4342-B3F0-AE3375FAB8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8" name="image1.gif">
            <a:extLst>
              <a:ext uri="{FF2B5EF4-FFF2-40B4-BE49-F238E27FC236}">
                <a16:creationId xmlns:a16="http://schemas.microsoft.com/office/drawing/2014/main" id="{FFEF2FED-6908-4FF2-B011-B644084EC8D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9" name="image1.gif">
            <a:extLst>
              <a:ext uri="{FF2B5EF4-FFF2-40B4-BE49-F238E27FC236}">
                <a16:creationId xmlns:a16="http://schemas.microsoft.com/office/drawing/2014/main" id="{6FE9C9E4-A6F7-4F56-A93F-8AEAC38CE4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0" name="image1.gif">
            <a:extLst>
              <a:ext uri="{FF2B5EF4-FFF2-40B4-BE49-F238E27FC236}">
                <a16:creationId xmlns:a16="http://schemas.microsoft.com/office/drawing/2014/main" id="{1D1AF3E1-C7A8-40C0-A580-853112D1FF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1" name="image1.gif">
            <a:extLst>
              <a:ext uri="{FF2B5EF4-FFF2-40B4-BE49-F238E27FC236}">
                <a16:creationId xmlns:a16="http://schemas.microsoft.com/office/drawing/2014/main" id="{E69284DA-3088-4FE4-AB6C-69294EB027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2" name="image1.gif">
            <a:extLst>
              <a:ext uri="{FF2B5EF4-FFF2-40B4-BE49-F238E27FC236}">
                <a16:creationId xmlns:a16="http://schemas.microsoft.com/office/drawing/2014/main" id="{B2B2291A-978C-4778-A67D-3E82DAA5A74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3" name="image1.gif">
            <a:extLst>
              <a:ext uri="{FF2B5EF4-FFF2-40B4-BE49-F238E27FC236}">
                <a16:creationId xmlns:a16="http://schemas.microsoft.com/office/drawing/2014/main" id="{AE6F786B-0367-4A2B-BD9D-C6217FADFE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4" name="image1.gif">
            <a:extLst>
              <a:ext uri="{FF2B5EF4-FFF2-40B4-BE49-F238E27FC236}">
                <a16:creationId xmlns:a16="http://schemas.microsoft.com/office/drawing/2014/main" id="{B921DAFB-2812-4F09-9833-B4EB7E984DF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5" name="image1.gif">
            <a:extLst>
              <a:ext uri="{FF2B5EF4-FFF2-40B4-BE49-F238E27FC236}">
                <a16:creationId xmlns:a16="http://schemas.microsoft.com/office/drawing/2014/main" id="{134F3B0C-0575-4EA3-91FF-44AA6FEC076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6" name="image1.gif">
            <a:extLst>
              <a:ext uri="{FF2B5EF4-FFF2-40B4-BE49-F238E27FC236}">
                <a16:creationId xmlns:a16="http://schemas.microsoft.com/office/drawing/2014/main" id="{7C801276-FE8A-4176-AF90-06387CDD0D4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7" name="image1.gif">
            <a:extLst>
              <a:ext uri="{FF2B5EF4-FFF2-40B4-BE49-F238E27FC236}">
                <a16:creationId xmlns:a16="http://schemas.microsoft.com/office/drawing/2014/main" id="{B30CCB12-038F-418C-A0E1-3A71820FCE8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8" name="image1.gif">
            <a:extLst>
              <a:ext uri="{FF2B5EF4-FFF2-40B4-BE49-F238E27FC236}">
                <a16:creationId xmlns:a16="http://schemas.microsoft.com/office/drawing/2014/main" id="{BD034631-B2A3-4103-B592-968E4A8FB3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9" name="image1.gif">
            <a:extLst>
              <a:ext uri="{FF2B5EF4-FFF2-40B4-BE49-F238E27FC236}">
                <a16:creationId xmlns:a16="http://schemas.microsoft.com/office/drawing/2014/main" id="{ED6EF6DF-A98E-4D17-B511-58D987EB83A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0" name="image1.gif">
            <a:extLst>
              <a:ext uri="{FF2B5EF4-FFF2-40B4-BE49-F238E27FC236}">
                <a16:creationId xmlns:a16="http://schemas.microsoft.com/office/drawing/2014/main" id="{65512C0B-7DFF-42CD-A1CD-557C760D098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1" name="image1.gif">
            <a:extLst>
              <a:ext uri="{FF2B5EF4-FFF2-40B4-BE49-F238E27FC236}">
                <a16:creationId xmlns:a16="http://schemas.microsoft.com/office/drawing/2014/main" id="{D4D25A1E-096D-4EDC-9BA1-832A0CCA2FA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2" name="image1.gif">
            <a:extLst>
              <a:ext uri="{FF2B5EF4-FFF2-40B4-BE49-F238E27FC236}">
                <a16:creationId xmlns:a16="http://schemas.microsoft.com/office/drawing/2014/main" id="{BF4F5ACE-881A-4BCA-A922-06B0EC71A56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3" name="image1.gif">
            <a:extLst>
              <a:ext uri="{FF2B5EF4-FFF2-40B4-BE49-F238E27FC236}">
                <a16:creationId xmlns:a16="http://schemas.microsoft.com/office/drawing/2014/main" id="{46806532-B5E7-4D3C-B064-822614DEC4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4" name="image1.gif">
            <a:extLst>
              <a:ext uri="{FF2B5EF4-FFF2-40B4-BE49-F238E27FC236}">
                <a16:creationId xmlns:a16="http://schemas.microsoft.com/office/drawing/2014/main" id="{95F87B84-5E96-421A-8F4C-BF84BDBE86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5" name="image1.gif">
            <a:extLst>
              <a:ext uri="{FF2B5EF4-FFF2-40B4-BE49-F238E27FC236}">
                <a16:creationId xmlns:a16="http://schemas.microsoft.com/office/drawing/2014/main" id="{7DF1564F-8C07-4B88-8A80-1648A33954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6" name="image1.gif">
            <a:extLst>
              <a:ext uri="{FF2B5EF4-FFF2-40B4-BE49-F238E27FC236}">
                <a16:creationId xmlns:a16="http://schemas.microsoft.com/office/drawing/2014/main" id="{1A3A6160-7540-488A-8441-39862DA174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7" name="image1.gif">
            <a:extLst>
              <a:ext uri="{FF2B5EF4-FFF2-40B4-BE49-F238E27FC236}">
                <a16:creationId xmlns:a16="http://schemas.microsoft.com/office/drawing/2014/main" id="{67CC6D46-E1A9-4B2B-B2FD-3A9116FCDA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8" name="image1.gif">
            <a:extLst>
              <a:ext uri="{FF2B5EF4-FFF2-40B4-BE49-F238E27FC236}">
                <a16:creationId xmlns:a16="http://schemas.microsoft.com/office/drawing/2014/main" id="{B9B75F88-D701-4A0E-B171-00C355D252A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9" name="image1.gif">
            <a:extLst>
              <a:ext uri="{FF2B5EF4-FFF2-40B4-BE49-F238E27FC236}">
                <a16:creationId xmlns:a16="http://schemas.microsoft.com/office/drawing/2014/main" id="{4D96B375-D5F6-457E-B9E4-96D4E7DDD21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" name="image1.gif">
            <a:extLst>
              <a:ext uri="{FF2B5EF4-FFF2-40B4-BE49-F238E27FC236}">
                <a16:creationId xmlns:a16="http://schemas.microsoft.com/office/drawing/2014/main" id="{B628C175-4EFE-49D8-92CA-3CC4D25152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" name="image1.gif">
            <a:extLst>
              <a:ext uri="{FF2B5EF4-FFF2-40B4-BE49-F238E27FC236}">
                <a16:creationId xmlns:a16="http://schemas.microsoft.com/office/drawing/2014/main" id="{64C109E9-CAF6-4E4B-87CA-502FD00FCB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" name="image1.gif">
            <a:extLst>
              <a:ext uri="{FF2B5EF4-FFF2-40B4-BE49-F238E27FC236}">
                <a16:creationId xmlns:a16="http://schemas.microsoft.com/office/drawing/2014/main" id="{2C6BCDB1-5448-40E1-9F5F-ED51F738772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3" name="image1.gif">
            <a:extLst>
              <a:ext uri="{FF2B5EF4-FFF2-40B4-BE49-F238E27FC236}">
                <a16:creationId xmlns:a16="http://schemas.microsoft.com/office/drawing/2014/main" id="{A5863F04-3473-4960-ADA8-C6921BFDA4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4" name="image1.gif">
            <a:extLst>
              <a:ext uri="{FF2B5EF4-FFF2-40B4-BE49-F238E27FC236}">
                <a16:creationId xmlns:a16="http://schemas.microsoft.com/office/drawing/2014/main" id="{FFEA6AEC-0E51-4A5A-AC88-8D1D7FAEA9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5" name="image1.gif">
            <a:extLst>
              <a:ext uri="{FF2B5EF4-FFF2-40B4-BE49-F238E27FC236}">
                <a16:creationId xmlns:a16="http://schemas.microsoft.com/office/drawing/2014/main" id="{9E6E0B4C-34A4-4578-B48B-236BC95BF87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6" name="image1.gif">
            <a:extLst>
              <a:ext uri="{FF2B5EF4-FFF2-40B4-BE49-F238E27FC236}">
                <a16:creationId xmlns:a16="http://schemas.microsoft.com/office/drawing/2014/main" id="{20F6C42A-00A3-48E8-93DB-4C35F6AE5F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7" name="image1.gif">
            <a:extLst>
              <a:ext uri="{FF2B5EF4-FFF2-40B4-BE49-F238E27FC236}">
                <a16:creationId xmlns:a16="http://schemas.microsoft.com/office/drawing/2014/main" id="{6F4DF691-4780-44BA-BF0F-F9A656C082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8" name="image1.gif">
            <a:extLst>
              <a:ext uri="{FF2B5EF4-FFF2-40B4-BE49-F238E27FC236}">
                <a16:creationId xmlns:a16="http://schemas.microsoft.com/office/drawing/2014/main" id="{04EC3CF2-79DE-4F54-A489-38C00CFC9DA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9" name="image1.gif">
            <a:extLst>
              <a:ext uri="{FF2B5EF4-FFF2-40B4-BE49-F238E27FC236}">
                <a16:creationId xmlns:a16="http://schemas.microsoft.com/office/drawing/2014/main" id="{04582974-F5AA-41FC-8E40-B248AC564C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0" name="image1.gif">
            <a:extLst>
              <a:ext uri="{FF2B5EF4-FFF2-40B4-BE49-F238E27FC236}">
                <a16:creationId xmlns:a16="http://schemas.microsoft.com/office/drawing/2014/main" id="{214BA7BE-BECF-475B-B07E-62D97793738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1" name="image1.gif">
            <a:extLst>
              <a:ext uri="{FF2B5EF4-FFF2-40B4-BE49-F238E27FC236}">
                <a16:creationId xmlns:a16="http://schemas.microsoft.com/office/drawing/2014/main" id="{ECE4889A-14BE-46A6-B612-95A53626DC1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2" name="image1.gif">
            <a:extLst>
              <a:ext uri="{FF2B5EF4-FFF2-40B4-BE49-F238E27FC236}">
                <a16:creationId xmlns:a16="http://schemas.microsoft.com/office/drawing/2014/main" id="{FEA36ED5-0E50-4AA0-9112-B437A00DE4D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3" name="image1.gif">
            <a:extLst>
              <a:ext uri="{FF2B5EF4-FFF2-40B4-BE49-F238E27FC236}">
                <a16:creationId xmlns:a16="http://schemas.microsoft.com/office/drawing/2014/main" id="{F2876E2F-6A23-4FAA-A744-99D74C53F3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4" name="image1.gif">
            <a:extLst>
              <a:ext uri="{FF2B5EF4-FFF2-40B4-BE49-F238E27FC236}">
                <a16:creationId xmlns:a16="http://schemas.microsoft.com/office/drawing/2014/main" id="{60E4C47E-CB6F-4D13-BD56-10E22A2C1C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5" name="image1.gif">
            <a:extLst>
              <a:ext uri="{FF2B5EF4-FFF2-40B4-BE49-F238E27FC236}">
                <a16:creationId xmlns:a16="http://schemas.microsoft.com/office/drawing/2014/main" id="{20585D88-5DBF-426E-9C56-58515820C58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6" name="image1.gif">
            <a:extLst>
              <a:ext uri="{FF2B5EF4-FFF2-40B4-BE49-F238E27FC236}">
                <a16:creationId xmlns:a16="http://schemas.microsoft.com/office/drawing/2014/main" id="{6E515D3E-8CA0-4C0C-88DF-046E954F4A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7" name="image1.gif">
            <a:extLst>
              <a:ext uri="{FF2B5EF4-FFF2-40B4-BE49-F238E27FC236}">
                <a16:creationId xmlns:a16="http://schemas.microsoft.com/office/drawing/2014/main" id="{86464ADE-8C9C-4FCB-864D-49CB3C0941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8" name="image1.gif">
            <a:extLst>
              <a:ext uri="{FF2B5EF4-FFF2-40B4-BE49-F238E27FC236}">
                <a16:creationId xmlns:a16="http://schemas.microsoft.com/office/drawing/2014/main" id="{97820783-D1CD-43AA-89A9-4E3706FD2BC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9" name="image1.gif">
            <a:extLst>
              <a:ext uri="{FF2B5EF4-FFF2-40B4-BE49-F238E27FC236}">
                <a16:creationId xmlns:a16="http://schemas.microsoft.com/office/drawing/2014/main" id="{EECCDFFF-5C58-4B6B-B1E6-4D57F97F04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0" name="image1.gif">
            <a:extLst>
              <a:ext uri="{FF2B5EF4-FFF2-40B4-BE49-F238E27FC236}">
                <a16:creationId xmlns:a16="http://schemas.microsoft.com/office/drawing/2014/main" id="{0D288933-3718-4691-A68B-C1B19BB52F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" name="image1.gif">
            <a:extLst>
              <a:ext uri="{FF2B5EF4-FFF2-40B4-BE49-F238E27FC236}">
                <a16:creationId xmlns:a16="http://schemas.microsoft.com/office/drawing/2014/main" id="{FDD93C48-0BAF-44BB-884E-60D1C6D285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2" name="image1.gif">
            <a:extLst>
              <a:ext uri="{FF2B5EF4-FFF2-40B4-BE49-F238E27FC236}">
                <a16:creationId xmlns:a16="http://schemas.microsoft.com/office/drawing/2014/main" id="{F9CAD17F-8B91-41DB-84F7-DF6C0BB064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3" name="image1.gif">
            <a:extLst>
              <a:ext uri="{FF2B5EF4-FFF2-40B4-BE49-F238E27FC236}">
                <a16:creationId xmlns:a16="http://schemas.microsoft.com/office/drawing/2014/main" id="{FE167EBC-74DB-42D0-A10D-8E25EBDA771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4" name="image1.gif">
            <a:extLst>
              <a:ext uri="{FF2B5EF4-FFF2-40B4-BE49-F238E27FC236}">
                <a16:creationId xmlns:a16="http://schemas.microsoft.com/office/drawing/2014/main" id="{B2BF557C-AB24-49C2-98F7-D9402000E45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5" name="image1.gif">
            <a:extLst>
              <a:ext uri="{FF2B5EF4-FFF2-40B4-BE49-F238E27FC236}">
                <a16:creationId xmlns:a16="http://schemas.microsoft.com/office/drawing/2014/main" id="{520D430D-3E2A-4746-97B3-AB7EBE99F9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6" name="image1.gif">
            <a:extLst>
              <a:ext uri="{FF2B5EF4-FFF2-40B4-BE49-F238E27FC236}">
                <a16:creationId xmlns:a16="http://schemas.microsoft.com/office/drawing/2014/main" id="{38F5859A-3835-4191-B6DE-E3C8853EA0B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7" name="image1.gif">
            <a:extLst>
              <a:ext uri="{FF2B5EF4-FFF2-40B4-BE49-F238E27FC236}">
                <a16:creationId xmlns:a16="http://schemas.microsoft.com/office/drawing/2014/main" id="{A734EC11-ED99-4B96-9AA4-E077E49A39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8" name="image1.gif">
            <a:extLst>
              <a:ext uri="{FF2B5EF4-FFF2-40B4-BE49-F238E27FC236}">
                <a16:creationId xmlns:a16="http://schemas.microsoft.com/office/drawing/2014/main" id="{93495FA8-4E7B-49BF-8C67-B157D61409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9" name="image1.gif">
            <a:extLst>
              <a:ext uri="{FF2B5EF4-FFF2-40B4-BE49-F238E27FC236}">
                <a16:creationId xmlns:a16="http://schemas.microsoft.com/office/drawing/2014/main" id="{2A310705-F3DE-44AA-AE44-1267DA89DC2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0" name="image1.gif">
            <a:extLst>
              <a:ext uri="{FF2B5EF4-FFF2-40B4-BE49-F238E27FC236}">
                <a16:creationId xmlns:a16="http://schemas.microsoft.com/office/drawing/2014/main" id="{E342EB84-DF5E-45A4-B927-5B60A09900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1" name="image1.gif">
            <a:extLst>
              <a:ext uri="{FF2B5EF4-FFF2-40B4-BE49-F238E27FC236}">
                <a16:creationId xmlns:a16="http://schemas.microsoft.com/office/drawing/2014/main" id="{FE4D0542-5FEC-4541-9A50-4DF47EC7FF9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2" name="image1.gif">
            <a:extLst>
              <a:ext uri="{FF2B5EF4-FFF2-40B4-BE49-F238E27FC236}">
                <a16:creationId xmlns:a16="http://schemas.microsoft.com/office/drawing/2014/main" id="{F0AD716B-93A3-440D-91CF-26FF81CEB4A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3" name="image1.gif">
            <a:extLst>
              <a:ext uri="{FF2B5EF4-FFF2-40B4-BE49-F238E27FC236}">
                <a16:creationId xmlns:a16="http://schemas.microsoft.com/office/drawing/2014/main" id="{EAE0C90E-3B59-464B-8F81-20265C58A23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4" name="image1.gif">
            <a:extLst>
              <a:ext uri="{FF2B5EF4-FFF2-40B4-BE49-F238E27FC236}">
                <a16:creationId xmlns:a16="http://schemas.microsoft.com/office/drawing/2014/main" id="{0DCE4E2F-0BF4-4EA7-883A-6F00B442730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5" name="image1.gif">
            <a:extLst>
              <a:ext uri="{FF2B5EF4-FFF2-40B4-BE49-F238E27FC236}">
                <a16:creationId xmlns:a16="http://schemas.microsoft.com/office/drawing/2014/main" id="{3BFC0B81-C0BF-4CC2-AB44-0D029C0E5A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6" name="image1.gif">
            <a:extLst>
              <a:ext uri="{FF2B5EF4-FFF2-40B4-BE49-F238E27FC236}">
                <a16:creationId xmlns:a16="http://schemas.microsoft.com/office/drawing/2014/main" id="{544B348D-3498-4925-9F01-BC92FC5E7CE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7" name="image1.gif">
            <a:extLst>
              <a:ext uri="{FF2B5EF4-FFF2-40B4-BE49-F238E27FC236}">
                <a16:creationId xmlns:a16="http://schemas.microsoft.com/office/drawing/2014/main" id="{EEC8ECC5-6A0D-4C3E-AD49-FF48EDBBD6E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8" name="image1.gif">
            <a:extLst>
              <a:ext uri="{FF2B5EF4-FFF2-40B4-BE49-F238E27FC236}">
                <a16:creationId xmlns:a16="http://schemas.microsoft.com/office/drawing/2014/main" id="{EC4D1AC8-2F31-4882-BC6E-0C3F86EBA75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9" name="image1.gif">
            <a:extLst>
              <a:ext uri="{FF2B5EF4-FFF2-40B4-BE49-F238E27FC236}">
                <a16:creationId xmlns:a16="http://schemas.microsoft.com/office/drawing/2014/main" id="{983DC63F-501E-404D-97EF-13E0C361080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0" name="image1.gif">
            <a:extLst>
              <a:ext uri="{FF2B5EF4-FFF2-40B4-BE49-F238E27FC236}">
                <a16:creationId xmlns:a16="http://schemas.microsoft.com/office/drawing/2014/main" id="{4C256989-244F-42D0-9626-241E2DAD7AE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1" name="image1.gif">
            <a:extLst>
              <a:ext uri="{FF2B5EF4-FFF2-40B4-BE49-F238E27FC236}">
                <a16:creationId xmlns:a16="http://schemas.microsoft.com/office/drawing/2014/main" id="{0915A0AF-D3A4-4167-A99F-3E9BD6F04BF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2" name="image1.gif">
            <a:extLst>
              <a:ext uri="{FF2B5EF4-FFF2-40B4-BE49-F238E27FC236}">
                <a16:creationId xmlns:a16="http://schemas.microsoft.com/office/drawing/2014/main" id="{6F1AE688-0D31-4B58-86FC-D92E1E4F26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3" name="image1.gif">
            <a:extLst>
              <a:ext uri="{FF2B5EF4-FFF2-40B4-BE49-F238E27FC236}">
                <a16:creationId xmlns:a16="http://schemas.microsoft.com/office/drawing/2014/main" id="{95B7DD8A-EA27-4C64-9586-E64C7B15E11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4" name="image1.gif">
            <a:extLst>
              <a:ext uri="{FF2B5EF4-FFF2-40B4-BE49-F238E27FC236}">
                <a16:creationId xmlns:a16="http://schemas.microsoft.com/office/drawing/2014/main" id="{43398C03-1DFF-4879-B3B5-98DBBBB362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5" name="image1.gif">
            <a:extLst>
              <a:ext uri="{FF2B5EF4-FFF2-40B4-BE49-F238E27FC236}">
                <a16:creationId xmlns:a16="http://schemas.microsoft.com/office/drawing/2014/main" id="{D9C05B56-EBE2-4664-A4FF-13B1C64BE24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6" name="image1.gif">
            <a:extLst>
              <a:ext uri="{FF2B5EF4-FFF2-40B4-BE49-F238E27FC236}">
                <a16:creationId xmlns:a16="http://schemas.microsoft.com/office/drawing/2014/main" id="{7B55E1D3-7E44-413D-88F3-9172397470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7" name="image1.gif">
            <a:extLst>
              <a:ext uri="{FF2B5EF4-FFF2-40B4-BE49-F238E27FC236}">
                <a16:creationId xmlns:a16="http://schemas.microsoft.com/office/drawing/2014/main" id="{966A8FEF-1E5B-47A0-ACA4-219EAC6ED1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8" name="image1.gif">
            <a:extLst>
              <a:ext uri="{FF2B5EF4-FFF2-40B4-BE49-F238E27FC236}">
                <a16:creationId xmlns:a16="http://schemas.microsoft.com/office/drawing/2014/main" id="{A7AE04BB-595B-4EAF-8F8F-9F229230086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9" name="image1.gif">
            <a:extLst>
              <a:ext uri="{FF2B5EF4-FFF2-40B4-BE49-F238E27FC236}">
                <a16:creationId xmlns:a16="http://schemas.microsoft.com/office/drawing/2014/main" id="{1C5AF7AA-429D-443D-BFA4-E7CA8E2830F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0" name="image1.gif">
            <a:extLst>
              <a:ext uri="{FF2B5EF4-FFF2-40B4-BE49-F238E27FC236}">
                <a16:creationId xmlns:a16="http://schemas.microsoft.com/office/drawing/2014/main" id="{F415F031-00AA-440E-9D58-978643BD638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1" name="image1.gif">
            <a:extLst>
              <a:ext uri="{FF2B5EF4-FFF2-40B4-BE49-F238E27FC236}">
                <a16:creationId xmlns:a16="http://schemas.microsoft.com/office/drawing/2014/main" id="{A9F63DAF-5F26-4A85-8E8F-8C4690FD02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2" name="image1.gif">
            <a:extLst>
              <a:ext uri="{FF2B5EF4-FFF2-40B4-BE49-F238E27FC236}">
                <a16:creationId xmlns:a16="http://schemas.microsoft.com/office/drawing/2014/main" id="{68C954EF-4EE7-4E1C-8604-F14F9C7340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3" name="image1.gif">
            <a:extLst>
              <a:ext uri="{FF2B5EF4-FFF2-40B4-BE49-F238E27FC236}">
                <a16:creationId xmlns:a16="http://schemas.microsoft.com/office/drawing/2014/main" id="{C06D4677-5145-42DC-A84D-8B4B02467E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4" name="image1.gif">
            <a:extLst>
              <a:ext uri="{FF2B5EF4-FFF2-40B4-BE49-F238E27FC236}">
                <a16:creationId xmlns:a16="http://schemas.microsoft.com/office/drawing/2014/main" id="{27F74607-93D7-4DA0-824E-AC57717465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5" name="image1.gif">
            <a:extLst>
              <a:ext uri="{FF2B5EF4-FFF2-40B4-BE49-F238E27FC236}">
                <a16:creationId xmlns:a16="http://schemas.microsoft.com/office/drawing/2014/main" id="{9C8B9E53-ADD9-4E45-BDCD-F0822C4AE7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6" name="image1.gif">
            <a:extLst>
              <a:ext uri="{FF2B5EF4-FFF2-40B4-BE49-F238E27FC236}">
                <a16:creationId xmlns:a16="http://schemas.microsoft.com/office/drawing/2014/main" id="{FEE93CCF-7761-4BC2-81F7-52D6935C7E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7" name="image1.gif">
            <a:extLst>
              <a:ext uri="{FF2B5EF4-FFF2-40B4-BE49-F238E27FC236}">
                <a16:creationId xmlns:a16="http://schemas.microsoft.com/office/drawing/2014/main" id="{87011756-849B-4970-8BED-D2EA9F0F5C7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8" name="image1.gif">
            <a:extLst>
              <a:ext uri="{FF2B5EF4-FFF2-40B4-BE49-F238E27FC236}">
                <a16:creationId xmlns:a16="http://schemas.microsoft.com/office/drawing/2014/main" id="{860626B7-0F1E-45F9-8DB6-D6E806BF26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9" name="image1.gif">
            <a:extLst>
              <a:ext uri="{FF2B5EF4-FFF2-40B4-BE49-F238E27FC236}">
                <a16:creationId xmlns:a16="http://schemas.microsoft.com/office/drawing/2014/main" id="{DD09FDD4-E516-4611-8771-3C624A0180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0" name="image1.gif">
            <a:extLst>
              <a:ext uri="{FF2B5EF4-FFF2-40B4-BE49-F238E27FC236}">
                <a16:creationId xmlns:a16="http://schemas.microsoft.com/office/drawing/2014/main" id="{14C16802-C123-4750-8118-613EE88C17B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1" name="image1.gif">
            <a:extLst>
              <a:ext uri="{FF2B5EF4-FFF2-40B4-BE49-F238E27FC236}">
                <a16:creationId xmlns:a16="http://schemas.microsoft.com/office/drawing/2014/main" id="{131125DF-84D8-4516-B32B-73074AC4D3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2" name="image1.gif">
            <a:extLst>
              <a:ext uri="{FF2B5EF4-FFF2-40B4-BE49-F238E27FC236}">
                <a16:creationId xmlns:a16="http://schemas.microsoft.com/office/drawing/2014/main" id="{FBF056D3-72D2-40AC-8A44-477AFF9BBC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3" name="image1.gif">
            <a:extLst>
              <a:ext uri="{FF2B5EF4-FFF2-40B4-BE49-F238E27FC236}">
                <a16:creationId xmlns:a16="http://schemas.microsoft.com/office/drawing/2014/main" id="{3B0A5280-E9EB-4881-B7CB-3A8DD80710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4" name="image1.gif">
            <a:extLst>
              <a:ext uri="{FF2B5EF4-FFF2-40B4-BE49-F238E27FC236}">
                <a16:creationId xmlns:a16="http://schemas.microsoft.com/office/drawing/2014/main" id="{CC1EEECF-1BE3-42CA-82FF-C987CFAD0D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5" name="image1.gif">
            <a:extLst>
              <a:ext uri="{FF2B5EF4-FFF2-40B4-BE49-F238E27FC236}">
                <a16:creationId xmlns:a16="http://schemas.microsoft.com/office/drawing/2014/main" id="{922B66CE-4763-4016-8DC4-AE92C193E33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6" name="image1.gif">
            <a:extLst>
              <a:ext uri="{FF2B5EF4-FFF2-40B4-BE49-F238E27FC236}">
                <a16:creationId xmlns:a16="http://schemas.microsoft.com/office/drawing/2014/main" id="{8DCB2B72-585C-4E9D-8448-654DE43F0B5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7" name="image1.gif">
            <a:extLst>
              <a:ext uri="{FF2B5EF4-FFF2-40B4-BE49-F238E27FC236}">
                <a16:creationId xmlns:a16="http://schemas.microsoft.com/office/drawing/2014/main" id="{29682001-3473-4CE3-8E6A-0C1BD7B6A0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8" name="image1.gif">
            <a:extLst>
              <a:ext uri="{FF2B5EF4-FFF2-40B4-BE49-F238E27FC236}">
                <a16:creationId xmlns:a16="http://schemas.microsoft.com/office/drawing/2014/main" id="{85ECAB33-E5B5-4B75-B5C8-B835BF84E8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9" name="image1.gif">
            <a:extLst>
              <a:ext uri="{FF2B5EF4-FFF2-40B4-BE49-F238E27FC236}">
                <a16:creationId xmlns:a16="http://schemas.microsoft.com/office/drawing/2014/main" id="{A272D04E-F860-4F49-9204-16FDE8DEB0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0" name="image1.gif">
            <a:extLst>
              <a:ext uri="{FF2B5EF4-FFF2-40B4-BE49-F238E27FC236}">
                <a16:creationId xmlns:a16="http://schemas.microsoft.com/office/drawing/2014/main" id="{8172CB00-6209-4DA9-A696-53C48DC9F0B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1" name="image1.gif">
            <a:extLst>
              <a:ext uri="{FF2B5EF4-FFF2-40B4-BE49-F238E27FC236}">
                <a16:creationId xmlns:a16="http://schemas.microsoft.com/office/drawing/2014/main" id="{BDB5902F-23BD-469F-BDEA-F54AEEC731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2" name="image1.gif">
            <a:extLst>
              <a:ext uri="{FF2B5EF4-FFF2-40B4-BE49-F238E27FC236}">
                <a16:creationId xmlns:a16="http://schemas.microsoft.com/office/drawing/2014/main" id="{EACA688F-3F3D-4998-A122-90C91AC8599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3" name="image1.gif">
            <a:extLst>
              <a:ext uri="{FF2B5EF4-FFF2-40B4-BE49-F238E27FC236}">
                <a16:creationId xmlns:a16="http://schemas.microsoft.com/office/drawing/2014/main" id="{67E94210-E12C-4840-99AE-96D48F31095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4" name="image1.gif">
            <a:extLst>
              <a:ext uri="{FF2B5EF4-FFF2-40B4-BE49-F238E27FC236}">
                <a16:creationId xmlns:a16="http://schemas.microsoft.com/office/drawing/2014/main" id="{27BB10B3-E702-4460-83AB-BFC97B03A7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5" name="image1.gif">
            <a:extLst>
              <a:ext uri="{FF2B5EF4-FFF2-40B4-BE49-F238E27FC236}">
                <a16:creationId xmlns:a16="http://schemas.microsoft.com/office/drawing/2014/main" id="{C30B1813-7277-425D-98F7-4A6B31EB25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6" name="image1.gif">
            <a:extLst>
              <a:ext uri="{FF2B5EF4-FFF2-40B4-BE49-F238E27FC236}">
                <a16:creationId xmlns:a16="http://schemas.microsoft.com/office/drawing/2014/main" id="{2ECDC700-799D-4D9C-A8CD-C0116369C61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7" name="image1.gif">
            <a:extLst>
              <a:ext uri="{FF2B5EF4-FFF2-40B4-BE49-F238E27FC236}">
                <a16:creationId xmlns:a16="http://schemas.microsoft.com/office/drawing/2014/main" id="{0DDEDDEE-B13C-4EFD-8ED6-CDD7A0B7DD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8" name="image1.gif">
            <a:extLst>
              <a:ext uri="{FF2B5EF4-FFF2-40B4-BE49-F238E27FC236}">
                <a16:creationId xmlns:a16="http://schemas.microsoft.com/office/drawing/2014/main" id="{31542F40-13AF-4D81-BB60-2519DDBF5F8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9" name="image1.gif">
            <a:extLst>
              <a:ext uri="{FF2B5EF4-FFF2-40B4-BE49-F238E27FC236}">
                <a16:creationId xmlns:a16="http://schemas.microsoft.com/office/drawing/2014/main" id="{2B5BCAF9-2AD6-443E-B55A-586170BB9A3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0" name="image1.gif">
            <a:extLst>
              <a:ext uri="{FF2B5EF4-FFF2-40B4-BE49-F238E27FC236}">
                <a16:creationId xmlns:a16="http://schemas.microsoft.com/office/drawing/2014/main" id="{AE9EFF3F-D9E5-4DDA-B031-F76FB53A2E5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1" name="image1.gif">
            <a:extLst>
              <a:ext uri="{FF2B5EF4-FFF2-40B4-BE49-F238E27FC236}">
                <a16:creationId xmlns:a16="http://schemas.microsoft.com/office/drawing/2014/main" id="{EA1487A2-C6DA-43E6-8450-007BE5C7B3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2" name="image1.gif">
            <a:extLst>
              <a:ext uri="{FF2B5EF4-FFF2-40B4-BE49-F238E27FC236}">
                <a16:creationId xmlns:a16="http://schemas.microsoft.com/office/drawing/2014/main" id="{98860EAA-2B0B-4DA5-B4DB-A354FBE106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3" name="image1.gif">
            <a:extLst>
              <a:ext uri="{FF2B5EF4-FFF2-40B4-BE49-F238E27FC236}">
                <a16:creationId xmlns:a16="http://schemas.microsoft.com/office/drawing/2014/main" id="{A8D5AB92-7D77-4677-BB90-568F5F7168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4" name="image1.gif">
            <a:extLst>
              <a:ext uri="{FF2B5EF4-FFF2-40B4-BE49-F238E27FC236}">
                <a16:creationId xmlns:a16="http://schemas.microsoft.com/office/drawing/2014/main" id="{97FB0ADA-23EA-4F9B-825B-ACA7F62F7D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5" name="image1.gif">
            <a:extLst>
              <a:ext uri="{FF2B5EF4-FFF2-40B4-BE49-F238E27FC236}">
                <a16:creationId xmlns:a16="http://schemas.microsoft.com/office/drawing/2014/main" id="{EAA6B2A2-3415-48D4-99DF-8C4C05F113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6" name="image1.gif">
            <a:extLst>
              <a:ext uri="{FF2B5EF4-FFF2-40B4-BE49-F238E27FC236}">
                <a16:creationId xmlns:a16="http://schemas.microsoft.com/office/drawing/2014/main" id="{56168B96-4FF5-488A-B086-21F9A07F16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7" name="image1.gif">
            <a:extLst>
              <a:ext uri="{FF2B5EF4-FFF2-40B4-BE49-F238E27FC236}">
                <a16:creationId xmlns:a16="http://schemas.microsoft.com/office/drawing/2014/main" id="{7B33F084-1B93-4ACA-9FBD-6268747EDA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8" name="image1.gif">
            <a:extLst>
              <a:ext uri="{FF2B5EF4-FFF2-40B4-BE49-F238E27FC236}">
                <a16:creationId xmlns:a16="http://schemas.microsoft.com/office/drawing/2014/main" id="{8A309D25-FE26-480D-8871-827B0FF14C4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9" name="image1.gif">
            <a:extLst>
              <a:ext uri="{FF2B5EF4-FFF2-40B4-BE49-F238E27FC236}">
                <a16:creationId xmlns:a16="http://schemas.microsoft.com/office/drawing/2014/main" id="{1A275B0C-4516-4588-B7DA-1966174147C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0" name="image1.gif">
            <a:extLst>
              <a:ext uri="{FF2B5EF4-FFF2-40B4-BE49-F238E27FC236}">
                <a16:creationId xmlns:a16="http://schemas.microsoft.com/office/drawing/2014/main" id="{0C9B8C0A-144D-46ED-BFE2-E56CBF2D23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1" name="image1.gif">
            <a:extLst>
              <a:ext uri="{FF2B5EF4-FFF2-40B4-BE49-F238E27FC236}">
                <a16:creationId xmlns:a16="http://schemas.microsoft.com/office/drawing/2014/main" id="{EA8B2A3F-06CF-46E2-ADBF-B3AA8C6510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2" name="image1.gif">
            <a:extLst>
              <a:ext uri="{FF2B5EF4-FFF2-40B4-BE49-F238E27FC236}">
                <a16:creationId xmlns:a16="http://schemas.microsoft.com/office/drawing/2014/main" id="{51F1698E-9439-43CA-BAE5-83FA8362DD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3" name="image1.gif">
            <a:extLst>
              <a:ext uri="{FF2B5EF4-FFF2-40B4-BE49-F238E27FC236}">
                <a16:creationId xmlns:a16="http://schemas.microsoft.com/office/drawing/2014/main" id="{A34F5CAC-DA91-4693-A9E8-103F832AB2A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4" name="image1.gif">
            <a:extLst>
              <a:ext uri="{FF2B5EF4-FFF2-40B4-BE49-F238E27FC236}">
                <a16:creationId xmlns:a16="http://schemas.microsoft.com/office/drawing/2014/main" id="{C73F688C-4240-4138-B505-2F03F67F7E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5" name="image1.gif">
            <a:extLst>
              <a:ext uri="{FF2B5EF4-FFF2-40B4-BE49-F238E27FC236}">
                <a16:creationId xmlns:a16="http://schemas.microsoft.com/office/drawing/2014/main" id="{EA57876B-148A-4AF2-8464-64B3301EA8B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6" name="image1.gif">
            <a:extLst>
              <a:ext uri="{FF2B5EF4-FFF2-40B4-BE49-F238E27FC236}">
                <a16:creationId xmlns:a16="http://schemas.microsoft.com/office/drawing/2014/main" id="{4BA36E1F-CAAA-49E0-BE51-A7123A063A3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7" name="image1.gif">
            <a:extLst>
              <a:ext uri="{FF2B5EF4-FFF2-40B4-BE49-F238E27FC236}">
                <a16:creationId xmlns:a16="http://schemas.microsoft.com/office/drawing/2014/main" id="{FC9B4553-8F16-428F-BB7B-961ABE49005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8" name="image1.gif">
            <a:extLst>
              <a:ext uri="{FF2B5EF4-FFF2-40B4-BE49-F238E27FC236}">
                <a16:creationId xmlns:a16="http://schemas.microsoft.com/office/drawing/2014/main" id="{DD9EB6FE-3551-42B1-B77C-F7010C12F4B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9" name="image1.gif">
            <a:extLst>
              <a:ext uri="{FF2B5EF4-FFF2-40B4-BE49-F238E27FC236}">
                <a16:creationId xmlns:a16="http://schemas.microsoft.com/office/drawing/2014/main" id="{8E1954AC-9D38-4DB8-ACD3-CE74F56EEA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0" name="image1.gif">
            <a:extLst>
              <a:ext uri="{FF2B5EF4-FFF2-40B4-BE49-F238E27FC236}">
                <a16:creationId xmlns:a16="http://schemas.microsoft.com/office/drawing/2014/main" id="{A2D90C72-53F7-49B6-B7D0-D0701CF1706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1" name="image1.gif">
            <a:extLst>
              <a:ext uri="{FF2B5EF4-FFF2-40B4-BE49-F238E27FC236}">
                <a16:creationId xmlns:a16="http://schemas.microsoft.com/office/drawing/2014/main" id="{EF2FB3AF-F622-4F42-90C2-69BC17FBE8F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2" name="image1.gif">
            <a:extLst>
              <a:ext uri="{FF2B5EF4-FFF2-40B4-BE49-F238E27FC236}">
                <a16:creationId xmlns:a16="http://schemas.microsoft.com/office/drawing/2014/main" id="{E4DB3439-B510-4AB2-8B3A-38A2D852E3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" name="image1.gif">
            <a:extLst>
              <a:ext uri="{FF2B5EF4-FFF2-40B4-BE49-F238E27FC236}">
                <a16:creationId xmlns:a16="http://schemas.microsoft.com/office/drawing/2014/main" id="{2EF28D66-6C0F-4B51-AF47-EB1D3249AB9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" name="image1.gif">
            <a:extLst>
              <a:ext uri="{FF2B5EF4-FFF2-40B4-BE49-F238E27FC236}">
                <a16:creationId xmlns:a16="http://schemas.microsoft.com/office/drawing/2014/main" id="{449E5349-0A05-415F-8AD2-E154D98050E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5" name="image1.gif">
            <a:extLst>
              <a:ext uri="{FF2B5EF4-FFF2-40B4-BE49-F238E27FC236}">
                <a16:creationId xmlns:a16="http://schemas.microsoft.com/office/drawing/2014/main" id="{611BB028-D7A3-40DA-A106-58CE869C3A1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6" name="image1.gif">
            <a:extLst>
              <a:ext uri="{FF2B5EF4-FFF2-40B4-BE49-F238E27FC236}">
                <a16:creationId xmlns:a16="http://schemas.microsoft.com/office/drawing/2014/main" id="{4F53A5AD-64C7-4727-A06B-C1E4B12F15C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7" name="image1.gif">
            <a:extLst>
              <a:ext uri="{FF2B5EF4-FFF2-40B4-BE49-F238E27FC236}">
                <a16:creationId xmlns:a16="http://schemas.microsoft.com/office/drawing/2014/main" id="{212D0281-C376-4A7F-A9A0-D55CCA7D4F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8" name="image1.gif">
            <a:extLst>
              <a:ext uri="{FF2B5EF4-FFF2-40B4-BE49-F238E27FC236}">
                <a16:creationId xmlns:a16="http://schemas.microsoft.com/office/drawing/2014/main" id="{919D854F-5C05-4FB6-B771-D27831561B9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9" name="image1.gif">
            <a:extLst>
              <a:ext uri="{FF2B5EF4-FFF2-40B4-BE49-F238E27FC236}">
                <a16:creationId xmlns:a16="http://schemas.microsoft.com/office/drawing/2014/main" id="{F739D491-8C47-4BBD-B06E-6F5D6181FE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0" name="image1.gif">
            <a:extLst>
              <a:ext uri="{FF2B5EF4-FFF2-40B4-BE49-F238E27FC236}">
                <a16:creationId xmlns:a16="http://schemas.microsoft.com/office/drawing/2014/main" id="{0567C679-1547-4E31-B746-ECD71B6806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1" name="image1.gif">
            <a:extLst>
              <a:ext uri="{FF2B5EF4-FFF2-40B4-BE49-F238E27FC236}">
                <a16:creationId xmlns:a16="http://schemas.microsoft.com/office/drawing/2014/main" id="{2289C587-43A9-4C45-8165-EE754EC67CD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2" name="image1.gif">
            <a:extLst>
              <a:ext uri="{FF2B5EF4-FFF2-40B4-BE49-F238E27FC236}">
                <a16:creationId xmlns:a16="http://schemas.microsoft.com/office/drawing/2014/main" id="{24489C19-D950-42A6-B778-9F34A59F186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3" name="image1.gif">
            <a:extLst>
              <a:ext uri="{FF2B5EF4-FFF2-40B4-BE49-F238E27FC236}">
                <a16:creationId xmlns:a16="http://schemas.microsoft.com/office/drawing/2014/main" id="{AC1F3768-A298-4292-A54F-4D845B7D311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4" name="image1.gif">
            <a:extLst>
              <a:ext uri="{FF2B5EF4-FFF2-40B4-BE49-F238E27FC236}">
                <a16:creationId xmlns:a16="http://schemas.microsoft.com/office/drawing/2014/main" id="{F7AD18A0-F5E5-472A-9958-7163C277861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5" name="image1.gif">
            <a:extLst>
              <a:ext uri="{FF2B5EF4-FFF2-40B4-BE49-F238E27FC236}">
                <a16:creationId xmlns:a16="http://schemas.microsoft.com/office/drawing/2014/main" id="{D540B32E-B0CB-4912-AF13-331ACCDA9A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6" name="image1.gif">
            <a:extLst>
              <a:ext uri="{FF2B5EF4-FFF2-40B4-BE49-F238E27FC236}">
                <a16:creationId xmlns:a16="http://schemas.microsoft.com/office/drawing/2014/main" id="{57D6DFCD-144A-4830-BDE3-F5E1D4DA08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7" name="image1.gif">
            <a:extLst>
              <a:ext uri="{FF2B5EF4-FFF2-40B4-BE49-F238E27FC236}">
                <a16:creationId xmlns:a16="http://schemas.microsoft.com/office/drawing/2014/main" id="{AFDA72B6-8066-4375-8DA5-BA6E8BE7A0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8" name="image1.gif">
            <a:extLst>
              <a:ext uri="{FF2B5EF4-FFF2-40B4-BE49-F238E27FC236}">
                <a16:creationId xmlns:a16="http://schemas.microsoft.com/office/drawing/2014/main" id="{B0E02BFE-9E55-44EC-BA7E-B996C299C56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9" name="image1.gif">
            <a:extLst>
              <a:ext uri="{FF2B5EF4-FFF2-40B4-BE49-F238E27FC236}">
                <a16:creationId xmlns:a16="http://schemas.microsoft.com/office/drawing/2014/main" id="{48BE351A-B9B8-400C-AFBB-3E713F92652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0" name="image1.gif">
            <a:extLst>
              <a:ext uri="{FF2B5EF4-FFF2-40B4-BE49-F238E27FC236}">
                <a16:creationId xmlns:a16="http://schemas.microsoft.com/office/drawing/2014/main" id="{E27FD282-85E5-4FFA-BDCB-4F24E8C8AF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1" name="image1.gif">
            <a:extLst>
              <a:ext uri="{FF2B5EF4-FFF2-40B4-BE49-F238E27FC236}">
                <a16:creationId xmlns:a16="http://schemas.microsoft.com/office/drawing/2014/main" id="{4E8632A4-03F9-473D-804C-5BE0BC6757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2" name="image1.gif">
            <a:extLst>
              <a:ext uri="{FF2B5EF4-FFF2-40B4-BE49-F238E27FC236}">
                <a16:creationId xmlns:a16="http://schemas.microsoft.com/office/drawing/2014/main" id="{31BDA88F-EA41-4EF3-BD1A-6F6902D720A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3" name="image1.gif">
            <a:extLst>
              <a:ext uri="{FF2B5EF4-FFF2-40B4-BE49-F238E27FC236}">
                <a16:creationId xmlns:a16="http://schemas.microsoft.com/office/drawing/2014/main" id="{22B57986-5BAF-4858-B46A-1E6300F0F0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4" name="image1.gif">
            <a:extLst>
              <a:ext uri="{FF2B5EF4-FFF2-40B4-BE49-F238E27FC236}">
                <a16:creationId xmlns:a16="http://schemas.microsoft.com/office/drawing/2014/main" id="{BD86A21D-13CA-4616-B702-15C16895A3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5" name="image1.gif">
            <a:extLst>
              <a:ext uri="{FF2B5EF4-FFF2-40B4-BE49-F238E27FC236}">
                <a16:creationId xmlns:a16="http://schemas.microsoft.com/office/drawing/2014/main" id="{D4598C95-6477-4392-BB30-F24C9F55589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6" name="image1.gif">
            <a:extLst>
              <a:ext uri="{FF2B5EF4-FFF2-40B4-BE49-F238E27FC236}">
                <a16:creationId xmlns:a16="http://schemas.microsoft.com/office/drawing/2014/main" id="{EC807B04-ED1E-4B4E-8405-75CC2EA2680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7" name="image1.gif">
            <a:extLst>
              <a:ext uri="{FF2B5EF4-FFF2-40B4-BE49-F238E27FC236}">
                <a16:creationId xmlns:a16="http://schemas.microsoft.com/office/drawing/2014/main" id="{4EF853CB-8BED-460A-9C7E-DBBE07FBEE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8" name="image1.gif">
            <a:extLst>
              <a:ext uri="{FF2B5EF4-FFF2-40B4-BE49-F238E27FC236}">
                <a16:creationId xmlns:a16="http://schemas.microsoft.com/office/drawing/2014/main" id="{7E72CC18-590A-4D23-8089-D2A89939D6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9" name="image1.gif">
            <a:extLst>
              <a:ext uri="{FF2B5EF4-FFF2-40B4-BE49-F238E27FC236}">
                <a16:creationId xmlns:a16="http://schemas.microsoft.com/office/drawing/2014/main" id="{46914D7B-ED8E-4BB8-ACD0-E6EB1AA658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0" name="image1.gif">
            <a:extLst>
              <a:ext uri="{FF2B5EF4-FFF2-40B4-BE49-F238E27FC236}">
                <a16:creationId xmlns:a16="http://schemas.microsoft.com/office/drawing/2014/main" id="{48DDF138-5D08-4138-A84F-CF44D781DE7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1" name="image1.gif">
            <a:extLst>
              <a:ext uri="{FF2B5EF4-FFF2-40B4-BE49-F238E27FC236}">
                <a16:creationId xmlns:a16="http://schemas.microsoft.com/office/drawing/2014/main" id="{3B18C2CE-9C1E-4AD0-8BD6-2C4BB0C0DA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2" name="image1.gif">
            <a:extLst>
              <a:ext uri="{FF2B5EF4-FFF2-40B4-BE49-F238E27FC236}">
                <a16:creationId xmlns:a16="http://schemas.microsoft.com/office/drawing/2014/main" id="{C6320616-9180-45B5-A27F-5651286956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3" name="image1.gif">
            <a:extLst>
              <a:ext uri="{FF2B5EF4-FFF2-40B4-BE49-F238E27FC236}">
                <a16:creationId xmlns:a16="http://schemas.microsoft.com/office/drawing/2014/main" id="{E7052217-E897-46A1-9B6E-908E05D48F7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4" name="image1.gif">
            <a:extLst>
              <a:ext uri="{FF2B5EF4-FFF2-40B4-BE49-F238E27FC236}">
                <a16:creationId xmlns:a16="http://schemas.microsoft.com/office/drawing/2014/main" id="{06602505-A089-48EE-BCE7-ACE20CF41A6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5" name="image1.gif">
            <a:extLst>
              <a:ext uri="{FF2B5EF4-FFF2-40B4-BE49-F238E27FC236}">
                <a16:creationId xmlns:a16="http://schemas.microsoft.com/office/drawing/2014/main" id="{CB89DA8E-6E54-472D-AB20-DFCB07E893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6" name="image1.gif">
            <a:extLst>
              <a:ext uri="{FF2B5EF4-FFF2-40B4-BE49-F238E27FC236}">
                <a16:creationId xmlns:a16="http://schemas.microsoft.com/office/drawing/2014/main" id="{D79FE157-99BC-4205-AE8F-CD710AADDC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7" name="image1.gif">
            <a:extLst>
              <a:ext uri="{FF2B5EF4-FFF2-40B4-BE49-F238E27FC236}">
                <a16:creationId xmlns:a16="http://schemas.microsoft.com/office/drawing/2014/main" id="{5BF0EE26-A45F-4C4E-8C77-BE07C1DD0D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8" name="image1.gif">
            <a:extLst>
              <a:ext uri="{FF2B5EF4-FFF2-40B4-BE49-F238E27FC236}">
                <a16:creationId xmlns:a16="http://schemas.microsoft.com/office/drawing/2014/main" id="{B35528E6-BC46-4702-863B-7B27C7D7149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9" name="image1.gif">
            <a:extLst>
              <a:ext uri="{FF2B5EF4-FFF2-40B4-BE49-F238E27FC236}">
                <a16:creationId xmlns:a16="http://schemas.microsoft.com/office/drawing/2014/main" id="{6DC44061-CC0F-4A63-8D20-B56AEAEF44C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0" name="image1.gif">
            <a:extLst>
              <a:ext uri="{FF2B5EF4-FFF2-40B4-BE49-F238E27FC236}">
                <a16:creationId xmlns:a16="http://schemas.microsoft.com/office/drawing/2014/main" id="{32859310-DFC3-4172-9254-D7265B2165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1" name="image1.gif">
            <a:extLst>
              <a:ext uri="{FF2B5EF4-FFF2-40B4-BE49-F238E27FC236}">
                <a16:creationId xmlns:a16="http://schemas.microsoft.com/office/drawing/2014/main" id="{DC1EAB60-DE88-4F12-A06F-B14D3C38550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2" name="image1.gif">
            <a:extLst>
              <a:ext uri="{FF2B5EF4-FFF2-40B4-BE49-F238E27FC236}">
                <a16:creationId xmlns:a16="http://schemas.microsoft.com/office/drawing/2014/main" id="{DA7B9FF3-1F1A-457A-A3BC-7C42DE08A7D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3" name="image1.gif">
            <a:extLst>
              <a:ext uri="{FF2B5EF4-FFF2-40B4-BE49-F238E27FC236}">
                <a16:creationId xmlns:a16="http://schemas.microsoft.com/office/drawing/2014/main" id="{30E2604C-981F-4DCD-907A-C457A376418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4" name="image1.gif">
            <a:extLst>
              <a:ext uri="{FF2B5EF4-FFF2-40B4-BE49-F238E27FC236}">
                <a16:creationId xmlns:a16="http://schemas.microsoft.com/office/drawing/2014/main" id="{DE3718C8-9C49-44C1-81CB-D81577AEBA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5" name="image1.gif">
            <a:extLst>
              <a:ext uri="{FF2B5EF4-FFF2-40B4-BE49-F238E27FC236}">
                <a16:creationId xmlns:a16="http://schemas.microsoft.com/office/drawing/2014/main" id="{9A749C06-8393-4CC0-A7BB-D075C20E64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6" name="image1.gif">
            <a:extLst>
              <a:ext uri="{FF2B5EF4-FFF2-40B4-BE49-F238E27FC236}">
                <a16:creationId xmlns:a16="http://schemas.microsoft.com/office/drawing/2014/main" id="{9B28E194-3E71-4CBA-BB3C-45516574CF2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7" name="image1.gif">
            <a:extLst>
              <a:ext uri="{FF2B5EF4-FFF2-40B4-BE49-F238E27FC236}">
                <a16:creationId xmlns:a16="http://schemas.microsoft.com/office/drawing/2014/main" id="{73E04777-8A74-442E-BA36-063C378376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8" name="image1.gif">
            <a:extLst>
              <a:ext uri="{FF2B5EF4-FFF2-40B4-BE49-F238E27FC236}">
                <a16:creationId xmlns:a16="http://schemas.microsoft.com/office/drawing/2014/main" id="{EFD0FDC9-A04F-4A3B-B967-190869978F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9" name="image1.gif">
            <a:extLst>
              <a:ext uri="{FF2B5EF4-FFF2-40B4-BE49-F238E27FC236}">
                <a16:creationId xmlns:a16="http://schemas.microsoft.com/office/drawing/2014/main" id="{917E733E-5218-44DA-A913-E49C4EF5FB0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0" name="image1.gif">
            <a:extLst>
              <a:ext uri="{FF2B5EF4-FFF2-40B4-BE49-F238E27FC236}">
                <a16:creationId xmlns:a16="http://schemas.microsoft.com/office/drawing/2014/main" id="{00BFAA37-2697-4B6F-B518-89761387BC5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1" name="image1.gif">
            <a:extLst>
              <a:ext uri="{FF2B5EF4-FFF2-40B4-BE49-F238E27FC236}">
                <a16:creationId xmlns:a16="http://schemas.microsoft.com/office/drawing/2014/main" id="{B3C27EDA-4C05-419B-AE82-9CFE5659AE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2" name="image1.gif">
            <a:extLst>
              <a:ext uri="{FF2B5EF4-FFF2-40B4-BE49-F238E27FC236}">
                <a16:creationId xmlns:a16="http://schemas.microsoft.com/office/drawing/2014/main" id="{0CEB7716-EDDD-4038-83C2-574E69127D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3" name="image1.gif">
            <a:extLst>
              <a:ext uri="{FF2B5EF4-FFF2-40B4-BE49-F238E27FC236}">
                <a16:creationId xmlns:a16="http://schemas.microsoft.com/office/drawing/2014/main" id="{3C3F8282-F493-409B-B4CC-3A92B071A9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4" name="image1.gif">
            <a:extLst>
              <a:ext uri="{FF2B5EF4-FFF2-40B4-BE49-F238E27FC236}">
                <a16:creationId xmlns:a16="http://schemas.microsoft.com/office/drawing/2014/main" id="{41B0FDEC-7798-44D4-935C-341D87A33B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5" name="image1.gif">
            <a:extLst>
              <a:ext uri="{FF2B5EF4-FFF2-40B4-BE49-F238E27FC236}">
                <a16:creationId xmlns:a16="http://schemas.microsoft.com/office/drawing/2014/main" id="{082CEF73-1EA9-4FF0-AD40-E20C4B7498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6" name="image1.gif">
            <a:extLst>
              <a:ext uri="{FF2B5EF4-FFF2-40B4-BE49-F238E27FC236}">
                <a16:creationId xmlns:a16="http://schemas.microsoft.com/office/drawing/2014/main" id="{387B052F-B7E7-4BCF-AD87-DD6DDB17CD1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7" name="image1.gif">
            <a:extLst>
              <a:ext uri="{FF2B5EF4-FFF2-40B4-BE49-F238E27FC236}">
                <a16:creationId xmlns:a16="http://schemas.microsoft.com/office/drawing/2014/main" id="{E16AE503-84CF-4ED0-A608-770DFAD901B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8" name="image1.gif">
            <a:extLst>
              <a:ext uri="{FF2B5EF4-FFF2-40B4-BE49-F238E27FC236}">
                <a16:creationId xmlns:a16="http://schemas.microsoft.com/office/drawing/2014/main" id="{F4F092A2-9D28-4B2E-B298-C77BF954A0E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9" name="image1.gif">
            <a:extLst>
              <a:ext uri="{FF2B5EF4-FFF2-40B4-BE49-F238E27FC236}">
                <a16:creationId xmlns:a16="http://schemas.microsoft.com/office/drawing/2014/main" id="{F60C7DD6-8942-486A-83B9-7CB4CDE0CA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0" name="image1.gif">
            <a:extLst>
              <a:ext uri="{FF2B5EF4-FFF2-40B4-BE49-F238E27FC236}">
                <a16:creationId xmlns:a16="http://schemas.microsoft.com/office/drawing/2014/main" id="{AD72B94C-ABF8-4C21-904D-0AB74E7D99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1" name="image1.gif">
            <a:extLst>
              <a:ext uri="{FF2B5EF4-FFF2-40B4-BE49-F238E27FC236}">
                <a16:creationId xmlns:a16="http://schemas.microsoft.com/office/drawing/2014/main" id="{B0DA11BB-FA19-4992-BF2C-A6573B91B9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2" name="image1.gif">
            <a:extLst>
              <a:ext uri="{FF2B5EF4-FFF2-40B4-BE49-F238E27FC236}">
                <a16:creationId xmlns:a16="http://schemas.microsoft.com/office/drawing/2014/main" id="{98A27844-BD71-46FC-B33B-3CEFB06717F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3" name="image1.gif">
            <a:extLst>
              <a:ext uri="{FF2B5EF4-FFF2-40B4-BE49-F238E27FC236}">
                <a16:creationId xmlns:a16="http://schemas.microsoft.com/office/drawing/2014/main" id="{955A55DD-9135-4140-8F15-799E9D6B895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4" name="image1.gif">
            <a:extLst>
              <a:ext uri="{FF2B5EF4-FFF2-40B4-BE49-F238E27FC236}">
                <a16:creationId xmlns:a16="http://schemas.microsoft.com/office/drawing/2014/main" id="{30CC5DC0-3583-4DF8-B973-0224F3F246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5" name="image1.gif">
            <a:extLst>
              <a:ext uri="{FF2B5EF4-FFF2-40B4-BE49-F238E27FC236}">
                <a16:creationId xmlns:a16="http://schemas.microsoft.com/office/drawing/2014/main" id="{E19EF02F-5C20-49BF-83C5-73041AE9807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6" name="image1.gif">
            <a:extLst>
              <a:ext uri="{FF2B5EF4-FFF2-40B4-BE49-F238E27FC236}">
                <a16:creationId xmlns:a16="http://schemas.microsoft.com/office/drawing/2014/main" id="{571670CA-9C59-4534-85C5-32986FCF658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7" name="image1.gif">
            <a:extLst>
              <a:ext uri="{FF2B5EF4-FFF2-40B4-BE49-F238E27FC236}">
                <a16:creationId xmlns:a16="http://schemas.microsoft.com/office/drawing/2014/main" id="{F778D1DE-7FF9-43C9-A6DC-ADFDC298EB2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8" name="image1.gif">
            <a:extLst>
              <a:ext uri="{FF2B5EF4-FFF2-40B4-BE49-F238E27FC236}">
                <a16:creationId xmlns:a16="http://schemas.microsoft.com/office/drawing/2014/main" id="{0AB53931-101B-4909-AF0B-5E5A94CCB4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9" name="image1.gif">
            <a:extLst>
              <a:ext uri="{FF2B5EF4-FFF2-40B4-BE49-F238E27FC236}">
                <a16:creationId xmlns:a16="http://schemas.microsoft.com/office/drawing/2014/main" id="{F3AE0550-C914-4F16-8B76-D49B12D4D77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0" name="image1.gif">
            <a:extLst>
              <a:ext uri="{FF2B5EF4-FFF2-40B4-BE49-F238E27FC236}">
                <a16:creationId xmlns:a16="http://schemas.microsoft.com/office/drawing/2014/main" id="{5CF772B2-6BB8-4C69-BDC2-F0D007EAF8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1" name="image1.gif">
            <a:extLst>
              <a:ext uri="{FF2B5EF4-FFF2-40B4-BE49-F238E27FC236}">
                <a16:creationId xmlns:a16="http://schemas.microsoft.com/office/drawing/2014/main" id="{ED9B7E5D-1C05-4836-A200-2DDD8C0B553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2" name="image1.gif">
            <a:extLst>
              <a:ext uri="{FF2B5EF4-FFF2-40B4-BE49-F238E27FC236}">
                <a16:creationId xmlns:a16="http://schemas.microsoft.com/office/drawing/2014/main" id="{73B07AB1-4F28-4283-9745-4E98AAC7F9D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3" name="image1.gif">
            <a:extLst>
              <a:ext uri="{FF2B5EF4-FFF2-40B4-BE49-F238E27FC236}">
                <a16:creationId xmlns:a16="http://schemas.microsoft.com/office/drawing/2014/main" id="{4E4D6741-B391-41A0-B01F-7B9C92FD0ED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4" name="image1.gif">
            <a:extLst>
              <a:ext uri="{FF2B5EF4-FFF2-40B4-BE49-F238E27FC236}">
                <a16:creationId xmlns:a16="http://schemas.microsoft.com/office/drawing/2014/main" id="{E85C3127-E4D5-42DC-B496-3E90B312A6C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5" name="image1.gif">
            <a:extLst>
              <a:ext uri="{FF2B5EF4-FFF2-40B4-BE49-F238E27FC236}">
                <a16:creationId xmlns:a16="http://schemas.microsoft.com/office/drawing/2014/main" id="{7F890238-E392-4F3C-97D5-F19B81BA4F1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6" name="image1.gif">
            <a:extLst>
              <a:ext uri="{FF2B5EF4-FFF2-40B4-BE49-F238E27FC236}">
                <a16:creationId xmlns:a16="http://schemas.microsoft.com/office/drawing/2014/main" id="{98DE6E70-4011-4379-B7EA-2F3FB909D29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7" name="image1.gif">
            <a:extLst>
              <a:ext uri="{FF2B5EF4-FFF2-40B4-BE49-F238E27FC236}">
                <a16:creationId xmlns:a16="http://schemas.microsoft.com/office/drawing/2014/main" id="{069B5256-8F2F-4729-9176-2070DE17DC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8" name="image1.gif">
            <a:extLst>
              <a:ext uri="{FF2B5EF4-FFF2-40B4-BE49-F238E27FC236}">
                <a16:creationId xmlns:a16="http://schemas.microsoft.com/office/drawing/2014/main" id="{A45AFA14-0879-40E2-BD74-FAE78CFB6E3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9" name="image1.gif">
            <a:extLst>
              <a:ext uri="{FF2B5EF4-FFF2-40B4-BE49-F238E27FC236}">
                <a16:creationId xmlns:a16="http://schemas.microsoft.com/office/drawing/2014/main" id="{B0C963CB-C672-4D54-A648-A5CFD9AE70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0" name="image1.gif">
            <a:extLst>
              <a:ext uri="{FF2B5EF4-FFF2-40B4-BE49-F238E27FC236}">
                <a16:creationId xmlns:a16="http://schemas.microsoft.com/office/drawing/2014/main" id="{F4E8AFEE-F5AA-429F-8A48-D7A73FBB054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1" name="image1.gif">
            <a:extLst>
              <a:ext uri="{FF2B5EF4-FFF2-40B4-BE49-F238E27FC236}">
                <a16:creationId xmlns:a16="http://schemas.microsoft.com/office/drawing/2014/main" id="{F58905BD-1DCB-4E96-A55B-862B1199E5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2" name="image1.gif">
            <a:extLst>
              <a:ext uri="{FF2B5EF4-FFF2-40B4-BE49-F238E27FC236}">
                <a16:creationId xmlns:a16="http://schemas.microsoft.com/office/drawing/2014/main" id="{089F0432-5DDC-4EE4-8173-F7EBBB4EE7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3" name="image1.gif">
            <a:extLst>
              <a:ext uri="{FF2B5EF4-FFF2-40B4-BE49-F238E27FC236}">
                <a16:creationId xmlns:a16="http://schemas.microsoft.com/office/drawing/2014/main" id="{7E07AE8E-C4C9-4EAE-A585-9A7C78E77A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4" name="image1.gif">
            <a:extLst>
              <a:ext uri="{FF2B5EF4-FFF2-40B4-BE49-F238E27FC236}">
                <a16:creationId xmlns:a16="http://schemas.microsoft.com/office/drawing/2014/main" id="{44D05446-CFD1-4B93-A864-F919B5F5FCB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" name="image1.gif">
            <a:extLst>
              <a:ext uri="{FF2B5EF4-FFF2-40B4-BE49-F238E27FC236}">
                <a16:creationId xmlns:a16="http://schemas.microsoft.com/office/drawing/2014/main" id="{61BF5F34-D5B5-4791-AB4E-BD0ADF33944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6" name="image1.gif">
            <a:extLst>
              <a:ext uri="{FF2B5EF4-FFF2-40B4-BE49-F238E27FC236}">
                <a16:creationId xmlns:a16="http://schemas.microsoft.com/office/drawing/2014/main" id="{FDA5790E-3DF3-40FD-BC29-77AD1ADF91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7" name="image1.gif">
            <a:extLst>
              <a:ext uri="{FF2B5EF4-FFF2-40B4-BE49-F238E27FC236}">
                <a16:creationId xmlns:a16="http://schemas.microsoft.com/office/drawing/2014/main" id="{03D16179-595D-4733-B60B-49BD6BC03E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8" name="image1.gif">
            <a:extLst>
              <a:ext uri="{FF2B5EF4-FFF2-40B4-BE49-F238E27FC236}">
                <a16:creationId xmlns:a16="http://schemas.microsoft.com/office/drawing/2014/main" id="{71B8297A-A1F8-488E-B525-9BDB399ABF4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9" name="image1.gif">
            <a:extLst>
              <a:ext uri="{FF2B5EF4-FFF2-40B4-BE49-F238E27FC236}">
                <a16:creationId xmlns:a16="http://schemas.microsoft.com/office/drawing/2014/main" id="{FFF8569E-D0F2-4F01-8BF7-90A32603204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0" name="image1.gif">
            <a:extLst>
              <a:ext uri="{FF2B5EF4-FFF2-40B4-BE49-F238E27FC236}">
                <a16:creationId xmlns:a16="http://schemas.microsoft.com/office/drawing/2014/main" id="{75A785E2-C270-4A31-9010-CAC747721B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1" name="image1.gif">
            <a:extLst>
              <a:ext uri="{FF2B5EF4-FFF2-40B4-BE49-F238E27FC236}">
                <a16:creationId xmlns:a16="http://schemas.microsoft.com/office/drawing/2014/main" id="{B0134426-7E16-4135-A61D-69C6A4FE7F3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2" name="image1.gif">
            <a:extLst>
              <a:ext uri="{FF2B5EF4-FFF2-40B4-BE49-F238E27FC236}">
                <a16:creationId xmlns:a16="http://schemas.microsoft.com/office/drawing/2014/main" id="{D933C4CE-2728-46CC-8CEE-53C83B22C55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3" name="image1.gif">
            <a:extLst>
              <a:ext uri="{FF2B5EF4-FFF2-40B4-BE49-F238E27FC236}">
                <a16:creationId xmlns:a16="http://schemas.microsoft.com/office/drawing/2014/main" id="{B9F92E2E-5173-42AD-8C28-EBE7EAE258C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4" name="image1.gif">
            <a:extLst>
              <a:ext uri="{FF2B5EF4-FFF2-40B4-BE49-F238E27FC236}">
                <a16:creationId xmlns:a16="http://schemas.microsoft.com/office/drawing/2014/main" id="{40C730DC-D1B8-43E9-9DF3-7D25C234C6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5" name="image1.gif">
            <a:extLst>
              <a:ext uri="{FF2B5EF4-FFF2-40B4-BE49-F238E27FC236}">
                <a16:creationId xmlns:a16="http://schemas.microsoft.com/office/drawing/2014/main" id="{C53AB7A7-0956-41F2-8DFB-6668CD1D038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6" name="image1.gif">
            <a:extLst>
              <a:ext uri="{FF2B5EF4-FFF2-40B4-BE49-F238E27FC236}">
                <a16:creationId xmlns:a16="http://schemas.microsoft.com/office/drawing/2014/main" id="{4273E8D6-7FD1-46D6-B008-72B9DD5A1E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7" name="image1.gif">
            <a:extLst>
              <a:ext uri="{FF2B5EF4-FFF2-40B4-BE49-F238E27FC236}">
                <a16:creationId xmlns:a16="http://schemas.microsoft.com/office/drawing/2014/main" id="{E4E1D8CB-2B53-4C1B-A29E-2CFB26741F7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8" name="image1.gif">
            <a:extLst>
              <a:ext uri="{FF2B5EF4-FFF2-40B4-BE49-F238E27FC236}">
                <a16:creationId xmlns:a16="http://schemas.microsoft.com/office/drawing/2014/main" id="{64B42FC4-434C-4EA4-9B5B-D46ED1F5D10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9" name="image1.gif">
            <a:extLst>
              <a:ext uri="{FF2B5EF4-FFF2-40B4-BE49-F238E27FC236}">
                <a16:creationId xmlns:a16="http://schemas.microsoft.com/office/drawing/2014/main" id="{D238CF16-F28B-4B57-A840-8908572616B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0" name="image1.gif">
            <a:extLst>
              <a:ext uri="{FF2B5EF4-FFF2-40B4-BE49-F238E27FC236}">
                <a16:creationId xmlns:a16="http://schemas.microsoft.com/office/drawing/2014/main" id="{14CCFF9B-B416-4B99-9A1D-C94FFD94127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1" name="image1.gif">
            <a:extLst>
              <a:ext uri="{FF2B5EF4-FFF2-40B4-BE49-F238E27FC236}">
                <a16:creationId xmlns:a16="http://schemas.microsoft.com/office/drawing/2014/main" id="{D11AEBBC-5401-4481-BBFE-3844B2DDE47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2" name="image1.gif">
            <a:extLst>
              <a:ext uri="{FF2B5EF4-FFF2-40B4-BE49-F238E27FC236}">
                <a16:creationId xmlns:a16="http://schemas.microsoft.com/office/drawing/2014/main" id="{8B82ADAF-967A-4536-8941-976EAF686C4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3" name="image1.gif">
            <a:extLst>
              <a:ext uri="{FF2B5EF4-FFF2-40B4-BE49-F238E27FC236}">
                <a16:creationId xmlns:a16="http://schemas.microsoft.com/office/drawing/2014/main" id="{8B55FE12-FB41-437E-A5B6-D54EAD308A2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4" name="image1.gif">
            <a:extLst>
              <a:ext uri="{FF2B5EF4-FFF2-40B4-BE49-F238E27FC236}">
                <a16:creationId xmlns:a16="http://schemas.microsoft.com/office/drawing/2014/main" id="{A709803C-4B79-410E-A373-DF83E41E3B8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" name="image1.gif">
            <a:extLst>
              <a:ext uri="{FF2B5EF4-FFF2-40B4-BE49-F238E27FC236}">
                <a16:creationId xmlns:a16="http://schemas.microsoft.com/office/drawing/2014/main" id="{53427FEB-0789-4DBB-B2B3-19311EB4D7E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" name="image1.gif">
            <a:extLst>
              <a:ext uri="{FF2B5EF4-FFF2-40B4-BE49-F238E27FC236}">
                <a16:creationId xmlns:a16="http://schemas.microsoft.com/office/drawing/2014/main" id="{B9434C69-29CB-47C4-B7F5-E1954A325EB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7" name="image1.gif">
            <a:extLst>
              <a:ext uri="{FF2B5EF4-FFF2-40B4-BE49-F238E27FC236}">
                <a16:creationId xmlns:a16="http://schemas.microsoft.com/office/drawing/2014/main" id="{25B03136-A18B-4F40-A57D-7AF8AB4091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8" name="image1.gif">
            <a:extLst>
              <a:ext uri="{FF2B5EF4-FFF2-40B4-BE49-F238E27FC236}">
                <a16:creationId xmlns:a16="http://schemas.microsoft.com/office/drawing/2014/main" id="{30AE8434-CB1F-42C5-BB32-9A6DD52522D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9" name="image1.gif">
            <a:extLst>
              <a:ext uri="{FF2B5EF4-FFF2-40B4-BE49-F238E27FC236}">
                <a16:creationId xmlns:a16="http://schemas.microsoft.com/office/drawing/2014/main" id="{0C6897C2-A13A-40DB-ABA4-C27E66C294C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0" name="image1.gif">
            <a:extLst>
              <a:ext uri="{FF2B5EF4-FFF2-40B4-BE49-F238E27FC236}">
                <a16:creationId xmlns:a16="http://schemas.microsoft.com/office/drawing/2014/main" id="{45D0D095-7207-409A-9326-7E0346CFFE5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1" name="image1.gif">
            <a:extLst>
              <a:ext uri="{FF2B5EF4-FFF2-40B4-BE49-F238E27FC236}">
                <a16:creationId xmlns:a16="http://schemas.microsoft.com/office/drawing/2014/main" id="{72DF6829-082D-40F7-9E3A-A1A4F27F5D9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2" name="image1.gif">
            <a:extLst>
              <a:ext uri="{FF2B5EF4-FFF2-40B4-BE49-F238E27FC236}">
                <a16:creationId xmlns:a16="http://schemas.microsoft.com/office/drawing/2014/main" id="{B6B9CA27-45FB-42E9-A58E-2C47C789285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3" name="image1.gif">
            <a:extLst>
              <a:ext uri="{FF2B5EF4-FFF2-40B4-BE49-F238E27FC236}">
                <a16:creationId xmlns:a16="http://schemas.microsoft.com/office/drawing/2014/main" id="{D1AA85E8-2DD9-4A33-99FA-2D5850A2B2E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4" name="image1.gif">
            <a:extLst>
              <a:ext uri="{FF2B5EF4-FFF2-40B4-BE49-F238E27FC236}">
                <a16:creationId xmlns:a16="http://schemas.microsoft.com/office/drawing/2014/main" id="{E05EC988-E301-4455-A041-A99A1D3DDD1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5" name="image1.gif">
            <a:extLst>
              <a:ext uri="{FF2B5EF4-FFF2-40B4-BE49-F238E27FC236}">
                <a16:creationId xmlns:a16="http://schemas.microsoft.com/office/drawing/2014/main" id="{C078AB8C-9616-4FCA-8F5A-BD5C8B94A95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6" name="image1.gif">
            <a:extLst>
              <a:ext uri="{FF2B5EF4-FFF2-40B4-BE49-F238E27FC236}">
                <a16:creationId xmlns:a16="http://schemas.microsoft.com/office/drawing/2014/main" id="{6467D719-08A3-4652-ADB3-AB96620D7BF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7" name="image1.gif">
            <a:extLst>
              <a:ext uri="{FF2B5EF4-FFF2-40B4-BE49-F238E27FC236}">
                <a16:creationId xmlns:a16="http://schemas.microsoft.com/office/drawing/2014/main" id="{4DEB3E6C-5FCE-4B59-8609-36F7E5B6DD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8" name="image1.gif">
            <a:extLst>
              <a:ext uri="{FF2B5EF4-FFF2-40B4-BE49-F238E27FC236}">
                <a16:creationId xmlns:a16="http://schemas.microsoft.com/office/drawing/2014/main" id="{3923FBCE-9F10-47A7-A091-03B17CC901E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9" name="image1.gif">
            <a:extLst>
              <a:ext uri="{FF2B5EF4-FFF2-40B4-BE49-F238E27FC236}">
                <a16:creationId xmlns:a16="http://schemas.microsoft.com/office/drawing/2014/main" id="{EE9EB541-C4EB-47C7-AED7-3B2F2EABD8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0" name="image1.gif">
            <a:extLst>
              <a:ext uri="{FF2B5EF4-FFF2-40B4-BE49-F238E27FC236}">
                <a16:creationId xmlns:a16="http://schemas.microsoft.com/office/drawing/2014/main" id="{5ACED239-647B-424D-B974-768B4A2063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1" name="image1.gif">
            <a:extLst>
              <a:ext uri="{FF2B5EF4-FFF2-40B4-BE49-F238E27FC236}">
                <a16:creationId xmlns:a16="http://schemas.microsoft.com/office/drawing/2014/main" id="{98CE05F2-FED2-4E60-ADEF-721B1C54B0D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2" name="image1.gif">
            <a:extLst>
              <a:ext uri="{FF2B5EF4-FFF2-40B4-BE49-F238E27FC236}">
                <a16:creationId xmlns:a16="http://schemas.microsoft.com/office/drawing/2014/main" id="{B6EFB49A-276C-4748-B928-5910CFB9E29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3" name="image1.gif">
            <a:extLst>
              <a:ext uri="{FF2B5EF4-FFF2-40B4-BE49-F238E27FC236}">
                <a16:creationId xmlns:a16="http://schemas.microsoft.com/office/drawing/2014/main" id="{889BACBC-25D1-4639-8FB8-712B03DC4CB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4" name="image1.gif">
            <a:extLst>
              <a:ext uri="{FF2B5EF4-FFF2-40B4-BE49-F238E27FC236}">
                <a16:creationId xmlns:a16="http://schemas.microsoft.com/office/drawing/2014/main" id="{A32E1EB0-7B97-4003-B028-E94FAA926B6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5" name="image1.gif">
            <a:extLst>
              <a:ext uri="{FF2B5EF4-FFF2-40B4-BE49-F238E27FC236}">
                <a16:creationId xmlns:a16="http://schemas.microsoft.com/office/drawing/2014/main" id="{08604F75-EF33-48DF-9E43-7EB546A234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6" name="image1.gif">
            <a:extLst>
              <a:ext uri="{FF2B5EF4-FFF2-40B4-BE49-F238E27FC236}">
                <a16:creationId xmlns:a16="http://schemas.microsoft.com/office/drawing/2014/main" id="{786995ED-DB97-43ED-9CAF-0E8F2F9F545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7" name="image1.gif">
            <a:extLst>
              <a:ext uri="{FF2B5EF4-FFF2-40B4-BE49-F238E27FC236}">
                <a16:creationId xmlns:a16="http://schemas.microsoft.com/office/drawing/2014/main" id="{A9F87C56-CCEE-4268-A8CA-156C4539175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8" name="image1.gif">
            <a:extLst>
              <a:ext uri="{FF2B5EF4-FFF2-40B4-BE49-F238E27FC236}">
                <a16:creationId xmlns:a16="http://schemas.microsoft.com/office/drawing/2014/main" id="{8055D084-1B34-4DA0-BB22-ADF99D6B73C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9" name="image1.gif">
            <a:extLst>
              <a:ext uri="{FF2B5EF4-FFF2-40B4-BE49-F238E27FC236}">
                <a16:creationId xmlns:a16="http://schemas.microsoft.com/office/drawing/2014/main" id="{E882AA57-5173-4B24-B453-8059B517450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0" name="image1.gif">
            <a:extLst>
              <a:ext uri="{FF2B5EF4-FFF2-40B4-BE49-F238E27FC236}">
                <a16:creationId xmlns:a16="http://schemas.microsoft.com/office/drawing/2014/main" id="{AC86DF14-864E-44B3-89E0-31B49749E5F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1" name="image1.gif">
            <a:extLst>
              <a:ext uri="{FF2B5EF4-FFF2-40B4-BE49-F238E27FC236}">
                <a16:creationId xmlns:a16="http://schemas.microsoft.com/office/drawing/2014/main" id="{B4B5A1FF-9547-4D35-B516-18FD817DB2A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2" name="image1.gif">
            <a:extLst>
              <a:ext uri="{FF2B5EF4-FFF2-40B4-BE49-F238E27FC236}">
                <a16:creationId xmlns:a16="http://schemas.microsoft.com/office/drawing/2014/main" id="{8814E8BC-C8C2-42FA-A456-157FFA7087F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3" name="image1.gif">
            <a:extLst>
              <a:ext uri="{FF2B5EF4-FFF2-40B4-BE49-F238E27FC236}">
                <a16:creationId xmlns:a16="http://schemas.microsoft.com/office/drawing/2014/main" id="{8D65FCFF-5601-47AE-9B33-E56988D5E50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4" name="image1.gif">
            <a:extLst>
              <a:ext uri="{FF2B5EF4-FFF2-40B4-BE49-F238E27FC236}">
                <a16:creationId xmlns:a16="http://schemas.microsoft.com/office/drawing/2014/main" id="{2CDE3B03-1EF8-48A3-9BC9-738DFFB9673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5" name="image1.gif">
            <a:extLst>
              <a:ext uri="{FF2B5EF4-FFF2-40B4-BE49-F238E27FC236}">
                <a16:creationId xmlns:a16="http://schemas.microsoft.com/office/drawing/2014/main" id="{60003C64-958D-45E6-AADE-D02FD5DEE57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6" name="image1.gif">
            <a:extLst>
              <a:ext uri="{FF2B5EF4-FFF2-40B4-BE49-F238E27FC236}">
                <a16:creationId xmlns:a16="http://schemas.microsoft.com/office/drawing/2014/main" id="{293BBCE0-1CD7-46E4-AA78-ADD2D8DCBCA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7" name="image1.gif">
            <a:extLst>
              <a:ext uri="{FF2B5EF4-FFF2-40B4-BE49-F238E27FC236}">
                <a16:creationId xmlns:a16="http://schemas.microsoft.com/office/drawing/2014/main" id="{E9CFC98A-1645-4CC7-AC2C-CE544888737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8" name="image1.gif">
            <a:extLst>
              <a:ext uri="{FF2B5EF4-FFF2-40B4-BE49-F238E27FC236}">
                <a16:creationId xmlns:a16="http://schemas.microsoft.com/office/drawing/2014/main" id="{7CB86621-CAE4-4D35-92CA-72473C26CA9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9" name="image1.gif">
            <a:extLst>
              <a:ext uri="{FF2B5EF4-FFF2-40B4-BE49-F238E27FC236}">
                <a16:creationId xmlns:a16="http://schemas.microsoft.com/office/drawing/2014/main" id="{D4406A65-57E9-486C-97FA-F746DCE6318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0" name="image1.gif">
            <a:extLst>
              <a:ext uri="{FF2B5EF4-FFF2-40B4-BE49-F238E27FC236}">
                <a16:creationId xmlns:a16="http://schemas.microsoft.com/office/drawing/2014/main" id="{4011AB35-D232-4565-98FA-4A180531838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1" name="image1.gif">
            <a:extLst>
              <a:ext uri="{FF2B5EF4-FFF2-40B4-BE49-F238E27FC236}">
                <a16:creationId xmlns:a16="http://schemas.microsoft.com/office/drawing/2014/main" id="{F14C6FD4-AC0E-477C-9D19-E48FE2D5337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2" name="image1.gif">
            <a:extLst>
              <a:ext uri="{FF2B5EF4-FFF2-40B4-BE49-F238E27FC236}">
                <a16:creationId xmlns:a16="http://schemas.microsoft.com/office/drawing/2014/main" id="{72D3E06B-BC8F-496E-B820-70DFC90784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3" name="image1.gif">
            <a:extLst>
              <a:ext uri="{FF2B5EF4-FFF2-40B4-BE49-F238E27FC236}">
                <a16:creationId xmlns:a16="http://schemas.microsoft.com/office/drawing/2014/main" id="{52F62201-95DA-4E0D-BDBA-F3BDEE5DBF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4" name="image1.gif">
            <a:extLst>
              <a:ext uri="{FF2B5EF4-FFF2-40B4-BE49-F238E27FC236}">
                <a16:creationId xmlns:a16="http://schemas.microsoft.com/office/drawing/2014/main" id="{15AE5E98-06AB-402D-95C1-5F388A24988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5" name="image1.gif">
            <a:extLst>
              <a:ext uri="{FF2B5EF4-FFF2-40B4-BE49-F238E27FC236}">
                <a16:creationId xmlns:a16="http://schemas.microsoft.com/office/drawing/2014/main" id="{2C817ED1-1053-476A-90F8-122E71D9A07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6" name="image1.gif">
            <a:extLst>
              <a:ext uri="{FF2B5EF4-FFF2-40B4-BE49-F238E27FC236}">
                <a16:creationId xmlns:a16="http://schemas.microsoft.com/office/drawing/2014/main" id="{A688142A-211C-46C3-95D0-BF67B05B906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7" name="image1.gif">
            <a:extLst>
              <a:ext uri="{FF2B5EF4-FFF2-40B4-BE49-F238E27FC236}">
                <a16:creationId xmlns:a16="http://schemas.microsoft.com/office/drawing/2014/main" id="{387CB77D-D626-4C56-871B-F13B49CCE9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8" name="image1.gif">
            <a:extLst>
              <a:ext uri="{FF2B5EF4-FFF2-40B4-BE49-F238E27FC236}">
                <a16:creationId xmlns:a16="http://schemas.microsoft.com/office/drawing/2014/main" id="{217DFCAD-F059-4F82-933D-CBC050439BC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9" name="image1.gif">
            <a:extLst>
              <a:ext uri="{FF2B5EF4-FFF2-40B4-BE49-F238E27FC236}">
                <a16:creationId xmlns:a16="http://schemas.microsoft.com/office/drawing/2014/main" id="{2DB2D5DF-0DFF-4A97-BD13-8361ECA24B4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0" name="image1.gif">
            <a:extLst>
              <a:ext uri="{FF2B5EF4-FFF2-40B4-BE49-F238E27FC236}">
                <a16:creationId xmlns:a16="http://schemas.microsoft.com/office/drawing/2014/main" id="{68B10F28-61C8-4961-9618-2482B7695F9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1" name="image1.gif">
            <a:extLst>
              <a:ext uri="{FF2B5EF4-FFF2-40B4-BE49-F238E27FC236}">
                <a16:creationId xmlns:a16="http://schemas.microsoft.com/office/drawing/2014/main" id="{F9CF092C-53E0-40FC-8078-E9EF514C0AF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2" name="image1.gif">
            <a:extLst>
              <a:ext uri="{FF2B5EF4-FFF2-40B4-BE49-F238E27FC236}">
                <a16:creationId xmlns:a16="http://schemas.microsoft.com/office/drawing/2014/main" id="{EFABADA4-EFA5-4550-AC86-596757DA3DA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3" name="image1.gif">
            <a:extLst>
              <a:ext uri="{FF2B5EF4-FFF2-40B4-BE49-F238E27FC236}">
                <a16:creationId xmlns:a16="http://schemas.microsoft.com/office/drawing/2014/main" id="{88C9EF8E-AB17-411D-A947-C92C4D28D9D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4" name="image1.gif">
            <a:extLst>
              <a:ext uri="{FF2B5EF4-FFF2-40B4-BE49-F238E27FC236}">
                <a16:creationId xmlns:a16="http://schemas.microsoft.com/office/drawing/2014/main" id="{3E89AD5A-7E04-47DD-8835-6763A49465E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5" name="image1.gif">
            <a:extLst>
              <a:ext uri="{FF2B5EF4-FFF2-40B4-BE49-F238E27FC236}">
                <a16:creationId xmlns:a16="http://schemas.microsoft.com/office/drawing/2014/main" id="{EF699DDD-303E-4F21-A599-D7267B9A14F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6" name="image1.gif">
            <a:extLst>
              <a:ext uri="{FF2B5EF4-FFF2-40B4-BE49-F238E27FC236}">
                <a16:creationId xmlns:a16="http://schemas.microsoft.com/office/drawing/2014/main" id="{73BC3ED2-5D2A-455A-B874-D61C3594DB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7" name="image1.gif">
            <a:extLst>
              <a:ext uri="{FF2B5EF4-FFF2-40B4-BE49-F238E27FC236}">
                <a16:creationId xmlns:a16="http://schemas.microsoft.com/office/drawing/2014/main" id="{90ADBA4D-164E-4B4E-9090-C3410983E5F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8" name="image1.gif">
            <a:extLst>
              <a:ext uri="{FF2B5EF4-FFF2-40B4-BE49-F238E27FC236}">
                <a16:creationId xmlns:a16="http://schemas.microsoft.com/office/drawing/2014/main" id="{4CF09B42-20B1-4310-9A87-C66FF02275C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9" name="image1.gif">
            <a:extLst>
              <a:ext uri="{FF2B5EF4-FFF2-40B4-BE49-F238E27FC236}">
                <a16:creationId xmlns:a16="http://schemas.microsoft.com/office/drawing/2014/main" id="{FCC01B1C-18CC-4290-B71D-4013D188006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0" name="image1.gif">
            <a:extLst>
              <a:ext uri="{FF2B5EF4-FFF2-40B4-BE49-F238E27FC236}">
                <a16:creationId xmlns:a16="http://schemas.microsoft.com/office/drawing/2014/main" id="{FB611C62-5646-4C5D-9F0B-D8F0A3CDA7F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1" name="image1.gif">
            <a:extLst>
              <a:ext uri="{FF2B5EF4-FFF2-40B4-BE49-F238E27FC236}">
                <a16:creationId xmlns:a16="http://schemas.microsoft.com/office/drawing/2014/main" id="{7DC376C6-BED3-4975-A336-04EE3E2393F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2" name="image1.gif">
            <a:extLst>
              <a:ext uri="{FF2B5EF4-FFF2-40B4-BE49-F238E27FC236}">
                <a16:creationId xmlns:a16="http://schemas.microsoft.com/office/drawing/2014/main" id="{0E7B05B7-F73D-4C91-95CF-1403062D51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3" name="image1.gif">
            <a:extLst>
              <a:ext uri="{FF2B5EF4-FFF2-40B4-BE49-F238E27FC236}">
                <a16:creationId xmlns:a16="http://schemas.microsoft.com/office/drawing/2014/main" id="{6B6DF282-F6BC-4D85-B9E5-1DEE8FA8F87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4" name="image1.gif">
            <a:extLst>
              <a:ext uri="{FF2B5EF4-FFF2-40B4-BE49-F238E27FC236}">
                <a16:creationId xmlns:a16="http://schemas.microsoft.com/office/drawing/2014/main" id="{84B81FC1-D04A-4F2C-ABCC-F9767429BFF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5" name="image1.gif">
            <a:extLst>
              <a:ext uri="{FF2B5EF4-FFF2-40B4-BE49-F238E27FC236}">
                <a16:creationId xmlns:a16="http://schemas.microsoft.com/office/drawing/2014/main" id="{F386A282-ADD8-4DD5-82F3-5879D3D07B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6" name="image1.gif">
            <a:extLst>
              <a:ext uri="{FF2B5EF4-FFF2-40B4-BE49-F238E27FC236}">
                <a16:creationId xmlns:a16="http://schemas.microsoft.com/office/drawing/2014/main" id="{8F210612-57A6-448E-9257-BA5760C1C79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7" name="image1.gif">
            <a:extLst>
              <a:ext uri="{FF2B5EF4-FFF2-40B4-BE49-F238E27FC236}">
                <a16:creationId xmlns:a16="http://schemas.microsoft.com/office/drawing/2014/main" id="{0F29578A-898D-4FB5-A590-A95345F5171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8" name="image1.gif">
            <a:extLst>
              <a:ext uri="{FF2B5EF4-FFF2-40B4-BE49-F238E27FC236}">
                <a16:creationId xmlns:a16="http://schemas.microsoft.com/office/drawing/2014/main" id="{1533BDC0-2D81-4027-8752-885C372602D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9" name="image1.gif">
            <a:extLst>
              <a:ext uri="{FF2B5EF4-FFF2-40B4-BE49-F238E27FC236}">
                <a16:creationId xmlns:a16="http://schemas.microsoft.com/office/drawing/2014/main" id="{614670D8-F186-4C1B-9A1F-9852C1B7916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0" name="image1.gif">
            <a:extLst>
              <a:ext uri="{FF2B5EF4-FFF2-40B4-BE49-F238E27FC236}">
                <a16:creationId xmlns:a16="http://schemas.microsoft.com/office/drawing/2014/main" id="{8E29E66D-7922-47AC-9D57-FCE6F785A60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1" name="image1.gif">
            <a:extLst>
              <a:ext uri="{FF2B5EF4-FFF2-40B4-BE49-F238E27FC236}">
                <a16:creationId xmlns:a16="http://schemas.microsoft.com/office/drawing/2014/main" id="{60166121-AC7B-4A0E-8404-A9BD48D6467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2" name="image1.gif">
            <a:extLst>
              <a:ext uri="{FF2B5EF4-FFF2-40B4-BE49-F238E27FC236}">
                <a16:creationId xmlns:a16="http://schemas.microsoft.com/office/drawing/2014/main" id="{A0C02195-2267-4209-AFE0-B25FE16CB77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3" name="image1.gif">
            <a:extLst>
              <a:ext uri="{FF2B5EF4-FFF2-40B4-BE49-F238E27FC236}">
                <a16:creationId xmlns:a16="http://schemas.microsoft.com/office/drawing/2014/main" id="{A93BE940-7059-4164-B151-81150041E46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4" name="image1.gif">
            <a:extLst>
              <a:ext uri="{FF2B5EF4-FFF2-40B4-BE49-F238E27FC236}">
                <a16:creationId xmlns:a16="http://schemas.microsoft.com/office/drawing/2014/main" id="{DC2C976F-B5F9-46F8-A3BD-5F15152AA8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5" name="image1.gif">
            <a:extLst>
              <a:ext uri="{FF2B5EF4-FFF2-40B4-BE49-F238E27FC236}">
                <a16:creationId xmlns:a16="http://schemas.microsoft.com/office/drawing/2014/main" id="{7BF8A7E9-CA4B-4B76-9C26-DEC892C2AE4E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6" name="image1.gif">
            <a:extLst>
              <a:ext uri="{FF2B5EF4-FFF2-40B4-BE49-F238E27FC236}">
                <a16:creationId xmlns:a16="http://schemas.microsoft.com/office/drawing/2014/main" id="{360AE290-9371-470F-AB71-D408549D176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7" name="image1.gif">
            <a:extLst>
              <a:ext uri="{FF2B5EF4-FFF2-40B4-BE49-F238E27FC236}">
                <a16:creationId xmlns:a16="http://schemas.microsoft.com/office/drawing/2014/main" id="{23557597-7666-4363-AC81-29C00B89B8D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8" name="image1.gif">
            <a:extLst>
              <a:ext uri="{FF2B5EF4-FFF2-40B4-BE49-F238E27FC236}">
                <a16:creationId xmlns:a16="http://schemas.microsoft.com/office/drawing/2014/main" id="{7376E0C1-D9D9-4296-9078-5355ED80E31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9" name="image1.gif">
            <a:extLst>
              <a:ext uri="{FF2B5EF4-FFF2-40B4-BE49-F238E27FC236}">
                <a16:creationId xmlns:a16="http://schemas.microsoft.com/office/drawing/2014/main" id="{921E3DE6-7736-415B-B009-27624D18A42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0" name="image1.gif">
            <a:extLst>
              <a:ext uri="{FF2B5EF4-FFF2-40B4-BE49-F238E27FC236}">
                <a16:creationId xmlns:a16="http://schemas.microsoft.com/office/drawing/2014/main" id="{9274F008-FB4D-4D1B-8360-53B77EE5F70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1" name="image1.gif">
            <a:extLst>
              <a:ext uri="{FF2B5EF4-FFF2-40B4-BE49-F238E27FC236}">
                <a16:creationId xmlns:a16="http://schemas.microsoft.com/office/drawing/2014/main" id="{571AF1F9-21E8-4A11-8B5D-360F3DF7734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2" name="image1.gif">
            <a:extLst>
              <a:ext uri="{FF2B5EF4-FFF2-40B4-BE49-F238E27FC236}">
                <a16:creationId xmlns:a16="http://schemas.microsoft.com/office/drawing/2014/main" id="{114AFA8E-5634-401D-A7DD-3FAC0EE16C2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3" name="image1.gif">
            <a:extLst>
              <a:ext uri="{FF2B5EF4-FFF2-40B4-BE49-F238E27FC236}">
                <a16:creationId xmlns:a16="http://schemas.microsoft.com/office/drawing/2014/main" id="{51D93B46-8973-4095-8D65-69DB0CF8787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4" name="image1.gif">
            <a:extLst>
              <a:ext uri="{FF2B5EF4-FFF2-40B4-BE49-F238E27FC236}">
                <a16:creationId xmlns:a16="http://schemas.microsoft.com/office/drawing/2014/main" id="{9E10D62A-A665-4E19-8A75-A9112EF670B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5" name="image1.gif">
            <a:extLst>
              <a:ext uri="{FF2B5EF4-FFF2-40B4-BE49-F238E27FC236}">
                <a16:creationId xmlns:a16="http://schemas.microsoft.com/office/drawing/2014/main" id="{96DC0014-1F3E-4BB6-ACAF-B7FDF706E9E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6" name="image1.gif">
            <a:extLst>
              <a:ext uri="{FF2B5EF4-FFF2-40B4-BE49-F238E27FC236}">
                <a16:creationId xmlns:a16="http://schemas.microsoft.com/office/drawing/2014/main" id="{0FF47977-916B-4A86-850C-E2E81A0927CB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7" name="image1.gif">
            <a:extLst>
              <a:ext uri="{FF2B5EF4-FFF2-40B4-BE49-F238E27FC236}">
                <a16:creationId xmlns:a16="http://schemas.microsoft.com/office/drawing/2014/main" id="{9B4ED915-37D5-4628-AFAD-110CD58CF95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8" name="image1.gif">
            <a:extLst>
              <a:ext uri="{FF2B5EF4-FFF2-40B4-BE49-F238E27FC236}">
                <a16:creationId xmlns:a16="http://schemas.microsoft.com/office/drawing/2014/main" id="{7BBDACE1-9E82-4BF7-A2E0-595494DBF13C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9" name="image1.gif">
            <a:extLst>
              <a:ext uri="{FF2B5EF4-FFF2-40B4-BE49-F238E27FC236}">
                <a16:creationId xmlns:a16="http://schemas.microsoft.com/office/drawing/2014/main" id="{314CE9BE-BCDF-4EC0-AB61-01F9C612EFB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0" name="image1.gif">
            <a:extLst>
              <a:ext uri="{FF2B5EF4-FFF2-40B4-BE49-F238E27FC236}">
                <a16:creationId xmlns:a16="http://schemas.microsoft.com/office/drawing/2014/main" id="{868BD95F-95DC-4521-8304-4A71E2E9B349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1" name="image1.gif">
            <a:extLst>
              <a:ext uri="{FF2B5EF4-FFF2-40B4-BE49-F238E27FC236}">
                <a16:creationId xmlns:a16="http://schemas.microsoft.com/office/drawing/2014/main" id="{F7844AB9-030B-45CB-A453-CF747123386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2" name="image1.gif">
            <a:extLst>
              <a:ext uri="{FF2B5EF4-FFF2-40B4-BE49-F238E27FC236}">
                <a16:creationId xmlns:a16="http://schemas.microsoft.com/office/drawing/2014/main" id="{7EFB4358-FD43-4AAF-9125-83DE58D56D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3" name="image1.gif">
            <a:extLst>
              <a:ext uri="{FF2B5EF4-FFF2-40B4-BE49-F238E27FC236}">
                <a16:creationId xmlns:a16="http://schemas.microsoft.com/office/drawing/2014/main" id="{DBA5F266-3FF6-4DED-B549-90599593726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4" name="image1.gif">
            <a:extLst>
              <a:ext uri="{FF2B5EF4-FFF2-40B4-BE49-F238E27FC236}">
                <a16:creationId xmlns:a16="http://schemas.microsoft.com/office/drawing/2014/main" id="{4D1F15A2-26C6-4C5B-8112-26179C1A800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5" name="image1.gif">
            <a:extLst>
              <a:ext uri="{FF2B5EF4-FFF2-40B4-BE49-F238E27FC236}">
                <a16:creationId xmlns:a16="http://schemas.microsoft.com/office/drawing/2014/main" id="{918B5A9C-63C8-4439-980F-76FB7FA425B3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6" name="image1.gif">
            <a:extLst>
              <a:ext uri="{FF2B5EF4-FFF2-40B4-BE49-F238E27FC236}">
                <a16:creationId xmlns:a16="http://schemas.microsoft.com/office/drawing/2014/main" id="{8C4B7FB3-B9D6-4717-A47A-433C21C6A9CF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7" name="image1.gif">
            <a:extLst>
              <a:ext uri="{FF2B5EF4-FFF2-40B4-BE49-F238E27FC236}">
                <a16:creationId xmlns:a16="http://schemas.microsoft.com/office/drawing/2014/main" id="{B74BD4F0-69B1-4D48-9C56-128AD7E27681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8" name="image1.gif">
            <a:extLst>
              <a:ext uri="{FF2B5EF4-FFF2-40B4-BE49-F238E27FC236}">
                <a16:creationId xmlns:a16="http://schemas.microsoft.com/office/drawing/2014/main" id="{AD19E44D-2E32-4134-8EE6-85DEEAB84E2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9" name="image1.gif">
            <a:extLst>
              <a:ext uri="{FF2B5EF4-FFF2-40B4-BE49-F238E27FC236}">
                <a16:creationId xmlns:a16="http://schemas.microsoft.com/office/drawing/2014/main" id="{FC7D105A-9A51-4C58-9446-8826AE0F82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0" name="image1.gif">
            <a:extLst>
              <a:ext uri="{FF2B5EF4-FFF2-40B4-BE49-F238E27FC236}">
                <a16:creationId xmlns:a16="http://schemas.microsoft.com/office/drawing/2014/main" id="{507D515C-141E-4A20-9389-DEFD4F55764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1" name="image1.gif">
            <a:extLst>
              <a:ext uri="{FF2B5EF4-FFF2-40B4-BE49-F238E27FC236}">
                <a16:creationId xmlns:a16="http://schemas.microsoft.com/office/drawing/2014/main" id="{36DBFEB2-F63B-431C-8368-AE40CAEC7AA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2" name="image1.gif">
            <a:extLst>
              <a:ext uri="{FF2B5EF4-FFF2-40B4-BE49-F238E27FC236}">
                <a16:creationId xmlns:a16="http://schemas.microsoft.com/office/drawing/2014/main" id="{E90E661C-560D-4381-B9C1-2D5FA3EEA40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3" name="image1.gif">
            <a:extLst>
              <a:ext uri="{FF2B5EF4-FFF2-40B4-BE49-F238E27FC236}">
                <a16:creationId xmlns:a16="http://schemas.microsoft.com/office/drawing/2014/main" id="{2C76AD1C-FF5C-4461-858B-5E2C37AE7A3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4" name="image1.gif">
            <a:extLst>
              <a:ext uri="{FF2B5EF4-FFF2-40B4-BE49-F238E27FC236}">
                <a16:creationId xmlns:a16="http://schemas.microsoft.com/office/drawing/2014/main" id="{F6F5884F-5C82-4ABD-8413-EB87D0D8B7F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5" name="image1.gif">
            <a:extLst>
              <a:ext uri="{FF2B5EF4-FFF2-40B4-BE49-F238E27FC236}">
                <a16:creationId xmlns:a16="http://schemas.microsoft.com/office/drawing/2014/main" id="{75B37330-E0A7-4D1E-94E3-6C962D6B47E2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6" name="image1.gif">
            <a:extLst>
              <a:ext uri="{FF2B5EF4-FFF2-40B4-BE49-F238E27FC236}">
                <a16:creationId xmlns:a16="http://schemas.microsoft.com/office/drawing/2014/main" id="{5B0F63F3-3544-4744-9F53-0C8613B31B6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7" name="image1.gif">
            <a:extLst>
              <a:ext uri="{FF2B5EF4-FFF2-40B4-BE49-F238E27FC236}">
                <a16:creationId xmlns:a16="http://schemas.microsoft.com/office/drawing/2014/main" id="{5F768386-375B-4050-8358-FBF38AEE882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" name="image1.gif">
            <a:extLst>
              <a:ext uri="{FF2B5EF4-FFF2-40B4-BE49-F238E27FC236}">
                <a16:creationId xmlns:a16="http://schemas.microsoft.com/office/drawing/2014/main" id="{44E9AD83-932A-47DE-9B8F-C8B40C6DAF7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age1.gif">
            <a:extLst>
              <a:ext uri="{FF2B5EF4-FFF2-40B4-BE49-F238E27FC236}">
                <a16:creationId xmlns:a16="http://schemas.microsoft.com/office/drawing/2014/main" id="{6B5B1397-4476-4C80-B62A-9962B5D75EA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1.gif">
            <a:extLst>
              <a:ext uri="{FF2B5EF4-FFF2-40B4-BE49-F238E27FC236}">
                <a16:creationId xmlns:a16="http://schemas.microsoft.com/office/drawing/2014/main" id="{257E58E3-DC02-46B0-AB78-7B37C82F734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image1.gif">
            <a:extLst>
              <a:ext uri="{FF2B5EF4-FFF2-40B4-BE49-F238E27FC236}">
                <a16:creationId xmlns:a16="http://schemas.microsoft.com/office/drawing/2014/main" id="{B5432C8C-5621-424F-8BD9-828CF27727F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image1.gif">
            <a:extLst>
              <a:ext uri="{FF2B5EF4-FFF2-40B4-BE49-F238E27FC236}">
                <a16:creationId xmlns:a16="http://schemas.microsoft.com/office/drawing/2014/main" id="{9FE2798F-D554-4000-B1E7-99D7858D4AC0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image1.gif">
            <a:extLst>
              <a:ext uri="{FF2B5EF4-FFF2-40B4-BE49-F238E27FC236}">
                <a16:creationId xmlns:a16="http://schemas.microsoft.com/office/drawing/2014/main" id="{04C059B6-6B8A-4135-A1E6-0B93E9B9E87D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image1.gif">
            <a:extLst>
              <a:ext uri="{FF2B5EF4-FFF2-40B4-BE49-F238E27FC236}">
                <a16:creationId xmlns:a16="http://schemas.microsoft.com/office/drawing/2014/main" id="{9A45CE70-1A38-41AD-82B2-D170B818C105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image1.gif">
            <a:extLst>
              <a:ext uri="{FF2B5EF4-FFF2-40B4-BE49-F238E27FC236}">
                <a16:creationId xmlns:a16="http://schemas.microsoft.com/office/drawing/2014/main" id="{100DC02F-DAA2-4B12-9B8C-48150ABA62A7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1.gif">
            <a:extLst>
              <a:ext uri="{FF2B5EF4-FFF2-40B4-BE49-F238E27FC236}">
                <a16:creationId xmlns:a16="http://schemas.microsoft.com/office/drawing/2014/main" id="{EF682A3B-9EE7-4305-98D8-FDE89D26E5AA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image1.gif">
            <a:extLst>
              <a:ext uri="{FF2B5EF4-FFF2-40B4-BE49-F238E27FC236}">
                <a16:creationId xmlns:a16="http://schemas.microsoft.com/office/drawing/2014/main" id="{DF83122C-4BE6-41E2-8ACA-E0C1D6C72C8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image1.gif">
            <a:extLst>
              <a:ext uri="{FF2B5EF4-FFF2-40B4-BE49-F238E27FC236}">
                <a16:creationId xmlns:a16="http://schemas.microsoft.com/office/drawing/2014/main" id="{F8A49DCC-FF07-45DE-B099-9A8AD471E018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image1.gif">
            <a:extLst>
              <a:ext uri="{FF2B5EF4-FFF2-40B4-BE49-F238E27FC236}">
                <a16:creationId xmlns:a16="http://schemas.microsoft.com/office/drawing/2014/main" id="{0D548155-4121-40D0-AD5B-769D288AB536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image1.gif">
            <a:extLst>
              <a:ext uri="{FF2B5EF4-FFF2-40B4-BE49-F238E27FC236}">
                <a16:creationId xmlns:a16="http://schemas.microsoft.com/office/drawing/2014/main" id="{F62E9965-B274-4771-8524-5F544A721634}"/>
              </a:ext>
            </a:extLst>
          </p:cNvPr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1852" y="-4630738"/>
            <a:ext cx="301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image1.gif">
            <a:extLst>
              <a:ext uri="{FF2B5EF4-FFF2-40B4-BE49-F238E27FC236}">
                <a16:creationId xmlns:a16="http://schemas.microsoft.com/office/drawing/2014/main" id="{47AAAC28-81A2-4379-9FB5-859A2FCE02EA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2062" name="image2.gif">
            <a:extLst>
              <a:ext uri="{FF2B5EF4-FFF2-40B4-BE49-F238E27FC236}">
                <a16:creationId xmlns:a16="http://schemas.microsoft.com/office/drawing/2014/main" id="{EE9AB78C-6439-405F-8CF6-A1C7E085BC99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915027" y="-4630738"/>
            <a:ext cx="28575" cy="333375"/>
          </a:xfrm>
          <a:prstGeom prst="rect">
            <a:avLst/>
          </a:prstGeom>
          <a:noFill/>
        </p:spPr>
      </p:pic>
      <p:pic>
        <p:nvPicPr>
          <p:cNvPr id="2063" name="image1.gif">
            <a:extLst>
              <a:ext uri="{FF2B5EF4-FFF2-40B4-BE49-F238E27FC236}">
                <a16:creationId xmlns:a16="http://schemas.microsoft.com/office/drawing/2014/main" id="{BE003985-3B6C-41D2-9553-76484A13CEA9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64" name="image2.gif">
            <a:extLst>
              <a:ext uri="{FF2B5EF4-FFF2-40B4-BE49-F238E27FC236}">
                <a16:creationId xmlns:a16="http://schemas.microsoft.com/office/drawing/2014/main" id="{146208A8-319C-4FA8-B7E2-7C19CC722968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65" name="image3.gif">
            <a:extLst>
              <a:ext uri="{FF2B5EF4-FFF2-40B4-BE49-F238E27FC236}">
                <a16:creationId xmlns:a16="http://schemas.microsoft.com/office/drawing/2014/main" id="{EE4C762B-3F4D-4E00-8CF8-7741969D0A9B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504606" y="1233352"/>
            <a:ext cx="55488" cy="336008"/>
          </a:xfrm>
          <a:prstGeom prst="rect">
            <a:avLst/>
          </a:prstGeom>
          <a:noFill/>
        </p:spPr>
      </p:pic>
      <p:pic>
        <p:nvPicPr>
          <p:cNvPr id="2066" name="image1.gif">
            <a:extLst>
              <a:ext uri="{FF2B5EF4-FFF2-40B4-BE49-F238E27FC236}">
                <a16:creationId xmlns:a16="http://schemas.microsoft.com/office/drawing/2014/main" id="{B33E928E-E300-4D42-927A-53934E434BD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67" name="image2.gif">
            <a:extLst>
              <a:ext uri="{FF2B5EF4-FFF2-40B4-BE49-F238E27FC236}">
                <a16:creationId xmlns:a16="http://schemas.microsoft.com/office/drawing/2014/main" id="{754DB945-6B8A-4ED3-8C07-973A8774E948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68" name="image1.gif">
            <a:extLst>
              <a:ext uri="{FF2B5EF4-FFF2-40B4-BE49-F238E27FC236}">
                <a16:creationId xmlns:a16="http://schemas.microsoft.com/office/drawing/2014/main" id="{D76BA5C8-8E9F-4618-927B-1495D85F8C6E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69" name="image2.gif">
            <a:extLst>
              <a:ext uri="{FF2B5EF4-FFF2-40B4-BE49-F238E27FC236}">
                <a16:creationId xmlns:a16="http://schemas.microsoft.com/office/drawing/2014/main" id="{1DEE45AE-895F-4065-B296-2D39982C8DF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70" name="image1.gif">
            <a:extLst>
              <a:ext uri="{FF2B5EF4-FFF2-40B4-BE49-F238E27FC236}">
                <a16:creationId xmlns:a16="http://schemas.microsoft.com/office/drawing/2014/main" id="{8E45FADF-AEDE-41D2-BE0F-2F65C872C030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71" name="image2.gif">
            <a:extLst>
              <a:ext uri="{FF2B5EF4-FFF2-40B4-BE49-F238E27FC236}">
                <a16:creationId xmlns:a16="http://schemas.microsoft.com/office/drawing/2014/main" id="{855F61C8-DF14-432E-8EBE-9F1D741C0BB2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980606" y="1217477"/>
            <a:ext cx="55488" cy="336008"/>
          </a:xfrm>
          <a:prstGeom prst="rect">
            <a:avLst/>
          </a:prstGeom>
          <a:noFill/>
        </p:spPr>
      </p:pic>
      <p:pic>
        <p:nvPicPr>
          <p:cNvPr id="2072" name="image3.gif">
            <a:extLst>
              <a:ext uri="{FF2B5EF4-FFF2-40B4-BE49-F238E27FC236}">
                <a16:creationId xmlns:a16="http://schemas.microsoft.com/office/drawing/2014/main" id="{DA337E3B-5CE2-457A-8FD3-46F5FD67A05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504606" y="1233352"/>
            <a:ext cx="55488" cy="336008"/>
          </a:xfrm>
          <a:prstGeom prst="rect">
            <a:avLst/>
          </a:prstGeom>
          <a:noFill/>
        </p:spPr>
      </p:pic>
      <p:pic>
        <p:nvPicPr>
          <p:cNvPr id="2076" name="image1.gif">
            <a:extLst>
              <a:ext uri="{FF2B5EF4-FFF2-40B4-BE49-F238E27FC236}">
                <a16:creationId xmlns:a16="http://schemas.microsoft.com/office/drawing/2014/main" id="{BE003985-3B6C-41D2-9553-76484A13CEA9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77" name="image2.gif">
            <a:extLst>
              <a:ext uri="{FF2B5EF4-FFF2-40B4-BE49-F238E27FC236}">
                <a16:creationId xmlns:a16="http://schemas.microsoft.com/office/drawing/2014/main" id="{146208A8-319C-4FA8-B7E2-7C19CC722968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78" name="image3.gif">
            <a:extLst>
              <a:ext uri="{FF2B5EF4-FFF2-40B4-BE49-F238E27FC236}">
                <a16:creationId xmlns:a16="http://schemas.microsoft.com/office/drawing/2014/main" id="{EE4C762B-3F4D-4E00-8CF8-7741969D0A9B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537325" y="1841500"/>
            <a:ext cx="28575" cy="333375"/>
          </a:xfrm>
          <a:prstGeom prst="rect">
            <a:avLst/>
          </a:prstGeom>
          <a:noFill/>
        </p:spPr>
      </p:pic>
      <p:pic>
        <p:nvPicPr>
          <p:cNvPr id="2079" name="image1.gif">
            <a:extLst>
              <a:ext uri="{FF2B5EF4-FFF2-40B4-BE49-F238E27FC236}">
                <a16:creationId xmlns:a16="http://schemas.microsoft.com/office/drawing/2014/main" id="{B33E928E-E300-4D42-927A-53934E434BD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80" name="image2.gif">
            <a:extLst>
              <a:ext uri="{FF2B5EF4-FFF2-40B4-BE49-F238E27FC236}">
                <a16:creationId xmlns:a16="http://schemas.microsoft.com/office/drawing/2014/main" id="{754DB945-6B8A-4ED3-8C07-973A8774E948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81" name="image1.gif">
            <a:extLst>
              <a:ext uri="{FF2B5EF4-FFF2-40B4-BE49-F238E27FC236}">
                <a16:creationId xmlns:a16="http://schemas.microsoft.com/office/drawing/2014/main" id="{D76BA5C8-8E9F-4618-927B-1495D85F8C6E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82" name="image2.gif">
            <a:extLst>
              <a:ext uri="{FF2B5EF4-FFF2-40B4-BE49-F238E27FC236}">
                <a16:creationId xmlns:a16="http://schemas.microsoft.com/office/drawing/2014/main" id="{1DEE45AE-895F-4065-B296-2D39982C8DF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83" name="image1.gif">
            <a:extLst>
              <a:ext uri="{FF2B5EF4-FFF2-40B4-BE49-F238E27FC236}">
                <a16:creationId xmlns:a16="http://schemas.microsoft.com/office/drawing/2014/main" id="{8E45FADF-AEDE-41D2-BE0F-2F65C872C030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84" name="image2.gif">
            <a:extLst>
              <a:ext uri="{FF2B5EF4-FFF2-40B4-BE49-F238E27FC236}">
                <a16:creationId xmlns:a16="http://schemas.microsoft.com/office/drawing/2014/main" id="{855F61C8-DF14-432E-8EBE-9F1D741C0BB2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013325" y="1825625"/>
            <a:ext cx="28575" cy="333375"/>
          </a:xfrm>
          <a:prstGeom prst="rect">
            <a:avLst/>
          </a:prstGeom>
          <a:noFill/>
        </p:spPr>
      </p:pic>
      <p:pic>
        <p:nvPicPr>
          <p:cNvPr id="2085" name="image3.gif">
            <a:extLst>
              <a:ext uri="{FF2B5EF4-FFF2-40B4-BE49-F238E27FC236}">
                <a16:creationId xmlns:a16="http://schemas.microsoft.com/office/drawing/2014/main" id="{DA337E3B-5CE2-457A-8FD3-46F5FD67A05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537325" y="1841500"/>
            <a:ext cx="28575" cy="333375"/>
          </a:xfrm>
          <a:prstGeom prst="rect">
            <a:avLst/>
          </a:prstGeom>
          <a:noFill/>
        </p:spPr>
      </p:pic>
      <p:pic>
        <p:nvPicPr>
          <p:cNvPr id="2087" name="image1.gif">
            <a:extLst>
              <a:ext uri="{FF2B5EF4-FFF2-40B4-BE49-F238E27FC236}">
                <a16:creationId xmlns:a16="http://schemas.microsoft.com/office/drawing/2014/main" id="{6B5A6F0A-98F9-498D-8FFB-704918726B0D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88" name="image2.gif">
            <a:extLst>
              <a:ext uri="{FF2B5EF4-FFF2-40B4-BE49-F238E27FC236}">
                <a16:creationId xmlns:a16="http://schemas.microsoft.com/office/drawing/2014/main" id="{F37E70F6-CB49-4DBD-94BD-B40A25D11468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89" name="image3.gif">
            <a:extLst>
              <a:ext uri="{FF2B5EF4-FFF2-40B4-BE49-F238E27FC236}">
                <a16:creationId xmlns:a16="http://schemas.microsoft.com/office/drawing/2014/main" id="{7C2391F2-BBA0-4050-9E1A-25D6445E2132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7993063" y="5137150"/>
            <a:ext cx="28575" cy="333375"/>
          </a:xfrm>
          <a:prstGeom prst="rect">
            <a:avLst/>
          </a:prstGeom>
          <a:noFill/>
        </p:spPr>
      </p:pic>
      <p:pic>
        <p:nvPicPr>
          <p:cNvPr id="2090" name="image1.gif">
            <a:extLst>
              <a:ext uri="{FF2B5EF4-FFF2-40B4-BE49-F238E27FC236}">
                <a16:creationId xmlns:a16="http://schemas.microsoft.com/office/drawing/2014/main" id="{9ACDDE4A-0500-4117-8201-DFC17003901D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91" name="image2.gif">
            <a:extLst>
              <a:ext uri="{FF2B5EF4-FFF2-40B4-BE49-F238E27FC236}">
                <a16:creationId xmlns:a16="http://schemas.microsoft.com/office/drawing/2014/main" id="{27AEF7AA-7156-4F12-A7E3-D3F3156A425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92" name="image1.gif">
            <a:extLst>
              <a:ext uri="{FF2B5EF4-FFF2-40B4-BE49-F238E27FC236}">
                <a16:creationId xmlns:a16="http://schemas.microsoft.com/office/drawing/2014/main" id="{5229ABD6-44F0-4D6D-90E2-E02FEF29311D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93" name="image2.gif">
            <a:extLst>
              <a:ext uri="{FF2B5EF4-FFF2-40B4-BE49-F238E27FC236}">
                <a16:creationId xmlns:a16="http://schemas.microsoft.com/office/drawing/2014/main" id="{620A64A1-6BE2-4688-A3E8-D96551AFD83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94" name="image1.gif">
            <a:extLst>
              <a:ext uri="{FF2B5EF4-FFF2-40B4-BE49-F238E27FC236}">
                <a16:creationId xmlns:a16="http://schemas.microsoft.com/office/drawing/2014/main" id="{0225EC77-CA3E-4462-8243-9F397F77852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95" name="image2.gif">
            <a:extLst>
              <a:ext uri="{FF2B5EF4-FFF2-40B4-BE49-F238E27FC236}">
                <a16:creationId xmlns:a16="http://schemas.microsoft.com/office/drawing/2014/main" id="{20233642-ABC0-4D9B-8D15-1E5061490E2C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69063" y="5121275"/>
            <a:ext cx="28575" cy="333375"/>
          </a:xfrm>
          <a:prstGeom prst="rect">
            <a:avLst/>
          </a:prstGeom>
          <a:noFill/>
        </p:spPr>
      </p:pic>
      <p:pic>
        <p:nvPicPr>
          <p:cNvPr id="2096" name="image3.gif">
            <a:extLst>
              <a:ext uri="{FF2B5EF4-FFF2-40B4-BE49-F238E27FC236}">
                <a16:creationId xmlns:a16="http://schemas.microsoft.com/office/drawing/2014/main" id="{14E04F2C-494D-4E1D-98BD-5D7B7BA60F7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7993063" y="5137150"/>
            <a:ext cx="28575" cy="333375"/>
          </a:xfrm>
          <a:prstGeom prst="rect">
            <a:avLst/>
          </a:prstGeom>
          <a:noFill/>
        </p:spPr>
      </p:pic>
      <p:pic>
        <p:nvPicPr>
          <p:cNvPr id="3" name="image1.gif">
            <a:extLst>
              <a:ext uri="{FF2B5EF4-FFF2-40B4-BE49-F238E27FC236}">
                <a16:creationId xmlns:a16="http://schemas.microsoft.com/office/drawing/2014/main" id="{14839C9A-B3F1-4813-ABA1-348131D05C27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073" name="image2.gif">
            <a:extLst>
              <a:ext uri="{FF2B5EF4-FFF2-40B4-BE49-F238E27FC236}">
                <a16:creationId xmlns:a16="http://schemas.microsoft.com/office/drawing/2014/main" id="{54204BF0-33E2-4D79-B77F-6075A9B21ECF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074" name="image3.gif">
            <a:extLst>
              <a:ext uri="{FF2B5EF4-FFF2-40B4-BE49-F238E27FC236}">
                <a16:creationId xmlns:a16="http://schemas.microsoft.com/office/drawing/2014/main" id="{702BBFE8-D91B-40C2-9FC1-F5D888E6D0B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576309" y="1449842"/>
            <a:ext cx="28575" cy="333375"/>
          </a:xfrm>
          <a:prstGeom prst="rect">
            <a:avLst/>
          </a:prstGeom>
          <a:noFill/>
        </p:spPr>
      </p:pic>
      <p:pic>
        <p:nvPicPr>
          <p:cNvPr id="2097" name="image1.gif">
            <a:extLst>
              <a:ext uri="{FF2B5EF4-FFF2-40B4-BE49-F238E27FC236}">
                <a16:creationId xmlns:a16="http://schemas.microsoft.com/office/drawing/2014/main" id="{FD06AAFE-F0C8-4394-A1C1-63070B74960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098" name="image2.gif">
            <a:extLst>
              <a:ext uri="{FF2B5EF4-FFF2-40B4-BE49-F238E27FC236}">
                <a16:creationId xmlns:a16="http://schemas.microsoft.com/office/drawing/2014/main" id="{20100F4D-8015-45F0-A2B7-8D3804F6C75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099" name="image1.gif">
            <a:extLst>
              <a:ext uri="{FF2B5EF4-FFF2-40B4-BE49-F238E27FC236}">
                <a16:creationId xmlns:a16="http://schemas.microsoft.com/office/drawing/2014/main" id="{BF23C418-CE65-4AED-AFC3-950835F8DD67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100" name="image2.gif">
            <a:extLst>
              <a:ext uri="{FF2B5EF4-FFF2-40B4-BE49-F238E27FC236}">
                <a16:creationId xmlns:a16="http://schemas.microsoft.com/office/drawing/2014/main" id="{2A857D15-981B-4C5B-9670-6EC34BF76E2C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101" name="image1.gif">
            <a:extLst>
              <a:ext uri="{FF2B5EF4-FFF2-40B4-BE49-F238E27FC236}">
                <a16:creationId xmlns:a16="http://schemas.microsoft.com/office/drawing/2014/main" id="{82A52E32-BEBF-49E4-AA5D-C700A009B2A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102" name="image2.gif">
            <a:extLst>
              <a:ext uri="{FF2B5EF4-FFF2-40B4-BE49-F238E27FC236}">
                <a16:creationId xmlns:a16="http://schemas.microsoft.com/office/drawing/2014/main" id="{CE7FB4CB-C5E0-428D-902A-9258087D6AD5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960234" y="1433967"/>
            <a:ext cx="28575" cy="333375"/>
          </a:xfrm>
          <a:prstGeom prst="rect">
            <a:avLst/>
          </a:prstGeom>
          <a:noFill/>
        </p:spPr>
      </p:pic>
      <p:pic>
        <p:nvPicPr>
          <p:cNvPr id="2103" name="image3.gif">
            <a:extLst>
              <a:ext uri="{FF2B5EF4-FFF2-40B4-BE49-F238E27FC236}">
                <a16:creationId xmlns:a16="http://schemas.microsoft.com/office/drawing/2014/main" id="{C305B784-4E8C-4214-9FC0-F870FDFC849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576309" y="1449842"/>
            <a:ext cx="28575" cy="333375"/>
          </a:xfrm>
          <a:prstGeom prst="rect">
            <a:avLst/>
          </a:prstGeom>
          <a:noFill/>
        </p:spPr>
      </p:pic>
      <p:pic>
        <p:nvPicPr>
          <p:cNvPr id="2105" name="image1.gif">
            <a:extLst>
              <a:ext uri="{FF2B5EF4-FFF2-40B4-BE49-F238E27FC236}">
                <a16:creationId xmlns:a16="http://schemas.microsoft.com/office/drawing/2014/main" id="{14839C9A-B3F1-4813-ABA1-348131D05C27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06" name="image2.gif">
            <a:extLst>
              <a:ext uri="{FF2B5EF4-FFF2-40B4-BE49-F238E27FC236}">
                <a16:creationId xmlns:a16="http://schemas.microsoft.com/office/drawing/2014/main" id="{54204BF0-33E2-4D79-B77F-6075A9B21ECF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07" name="image3.gif">
            <a:extLst>
              <a:ext uri="{FF2B5EF4-FFF2-40B4-BE49-F238E27FC236}">
                <a16:creationId xmlns:a16="http://schemas.microsoft.com/office/drawing/2014/main" id="{702BBFE8-D91B-40C2-9FC1-F5D888E6D0B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671911" y="914400"/>
            <a:ext cx="28575" cy="333375"/>
          </a:xfrm>
          <a:prstGeom prst="rect">
            <a:avLst/>
          </a:prstGeom>
          <a:noFill/>
        </p:spPr>
      </p:pic>
      <p:pic>
        <p:nvPicPr>
          <p:cNvPr id="2108" name="image1.gif">
            <a:extLst>
              <a:ext uri="{FF2B5EF4-FFF2-40B4-BE49-F238E27FC236}">
                <a16:creationId xmlns:a16="http://schemas.microsoft.com/office/drawing/2014/main" id="{FD06AAFE-F0C8-4394-A1C1-63070B74960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09" name="image2.gif">
            <a:extLst>
              <a:ext uri="{FF2B5EF4-FFF2-40B4-BE49-F238E27FC236}">
                <a16:creationId xmlns:a16="http://schemas.microsoft.com/office/drawing/2014/main" id="{20100F4D-8015-45F0-A2B7-8D3804F6C756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10" name="image1.gif">
            <a:extLst>
              <a:ext uri="{FF2B5EF4-FFF2-40B4-BE49-F238E27FC236}">
                <a16:creationId xmlns:a16="http://schemas.microsoft.com/office/drawing/2014/main" id="{BF23C418-CE65-4AED-AFC3-950835F8DD67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11" name="image2.gif">
            <a:extLst>
              <a:ext uri="{FF2B5EF4-FFF2-40B4-BE49-F238E27FC236}">
                <a16:creationId xmlns:a16="http://schemas.microsoft.com/office/drawing/2014/main" id="{2A857D15-981B-4C5B-9670-6EC34BF76E2C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12" name="image1.gif">
            <a:extLst>
              <a:ext uri="{FF2B5EF4-FFF2-40B4-BE49-F238E27FC236}">
                <a16:creationId xmlns:a16="http://schemas.microsoft.com/office/drawing/2014/main" id="{82A52E32-BEBF-49E4-AA5D-C700A009B2A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13" name="image2.gif">
            <a:extLst>
              <a:ext uri="{FF2B5EF4-FFF2-40B4-BE49-F238E27FC236}">
                <a16:creationId xmlns:a16="http://schemas.microsoft.com/office/drawing/2014/main" id="{CE7FB4CB-C5E0-428D-902A-9258087D6AD5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055836" y="898525"/>
            <a:ext cx="28575" cy="333375"/>
          </a:xfrm>
          <a:prstGeom prst="rect">
            <a:avLst/>
          </a:prstGeom>
          <a:noFill/>
        </p:spPr>
      </p:pic>
      <p:pic>
        <p:nvPicPr>
          <p:cNvPr id="2114" name="image3.gif">
            <a:extLst>
              <a:ext uri="{FF2B5EF4-FFF2-40B4-BE49-F238E27FC236}">
                <a16:creationId xmlns:a16="http://schemas.microsoft.com/office/drawing/2014/main" id="{C305B784-4E8C-4214-9FC0-F870FDFC8494}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5671911" y="914400"/>
            <a:ext cx="28575" cy="333375"/>
          </a:xfrm>
          <a:prstGeom prst="rect">
            <a:avLst/>
          </a:prstGeom>
          <a:noFill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223BA57-6A84-1950-5FEF-44F5AA95CBE1}"/>
              </a:ext>
            </a:extLst>
          </p:cNvPr>
          <p:cNvGrpSpPr/>
          <p:nvPr/>
        </p:nvGrpSpPr>
        <p:grpSpPr>
          <a:xfrm>
            <a:off x="-255596" y="781158"/>
            <a:ext cx="6089468" cy="4201840"/>
            <a:chOff x="-255596" y="781158"/>
            <a:chExt cx="6089468" cy="4201840"/>
          </a:xfrm>
        </p:grpSpPr>
        <p:pic>
          <p:nvPicPr>
            <p:cNvPr id="2075" name="Image 2074">
              <a:extLst>
                <a:ext uri="{FF2B5EF4-FFF2-40B4-BE49-F238E27FC236}">
                  <a16:creationId xmlns:a16="http://schemas.microsoft.com/office/drawing/2014/main" id="{13172FDE-3B5A-1955-B7CE-D34597106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7476" y="1193946"/>
              <a:ext cx="4016396" cy="3789052"/>
            </a:xfrm>
            <a:prstGeom prst="rect">
              <a:avLst/>
            </a:prstGeom>
          </p:spPr>
        </p:pic>
        <p:sp>
          <p:nvSpPr>
            <p:cNvPr id="2104" name="ZoneTexte 2103">
              <a:extLst>
                <a:ext uri="{FF2B5EF4-FFF2-40B4-BE49-F238E27FC236}">
                  <a16:creationId xmlns:a16="http://schemas.microsoft.com/office/drawing/2014/main" id="{5CA4D736-D7C5-A547-C039-25098661D713}"/>
                </a:ext>
              </a:extLst>
            </p:cNvPr>
            <p:cNvSpPr txBox="1"/>
            <p:nvPr/>
          </p:nvSpPr>
          <p:spPr>
            <a:xfrm>
              <a:off x="-255596" y="781158"/>
              <a:ext cx="2788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highlight>
                    <a:srgbClr val="00FFFF"/>
                  </a:highlight>
                </a:rPr>
                <a:t>JANVIER-JUILLET 2025</a:t>
              </a:r>
            </a:p>
          </p:txBody>
        </p:sp>
      </p:grpSp>
      <p:grpSp>
        <p:nvGrpSpPr>
          <p:cNvPr id="2115" name="Group 2114">
            <a:extLst>
              <a:ext uri="{FF2B5EF4-FFF2-40B4-BE49-F238E27FC236}">
                <a16:creationId xmlns:a16="http://schemas.microsoft.com/office/drawing/2014/main" id="{D62A8AC9-69E9-8A18-1DFE-3558BE57CE03}"/>
              </a:ext>
            </a:extLst>
          </p:cNvPr>
          <p:cNvGrpSpPr/>
          <p:nvPr/>
        </p:nvGrpSpPr>
        <p:grpSpPr>
          <a:xfrm>
            <a:off x="5942015" y="751550"/>
            <a:ext cx="5832239" cy="4085488"/>
            <a:chOff x="5942015" y="751550"/>
            <a:chExt cx="5832239" cy="4085488"/>
          </a:xfrm>
        </p:grpSpPr>
        <p:pic>
          <p:nvPicPr>
            <p:cNvPr id="2086" name="Image 2085">
              <a:extLst>
                <a:ext uri="{FF2B5EF4-FFF2-40B4-BE49-F238E27FC236}">
                  <a16:creationId xmlns:a16="http://schemas.microsoft.com/office/drawing/2014/main" id="{1EC97762-0D2C-5EE8-28F8-67DE7A64B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8808" y="1231636"/>
              <a:ext cx="3785446" cy="3605402"/>
            </a:xfrm>
            <a:prstGeom prst="rect">
              <a:avLst/>
            </a:prstGeom>
          </p:spPr>
        </p:pic>
        <p:sp>
          <p:nvSpPr>
            <p:cNvPr id="2116" name="ZoneTexte 2115">
              <a:extLst>
                <a:ext uri="{FF2B5EF4-FFF2-40B4-BE49-F238E27FC236}">
                  <a16:creationId xmlns:a16="http://schemas.microsoft.com/office/drawing/2014/main" id="{4546CB7F-4C4E-DF41-7B8A-1AABC3A857A1}"/>
                </a:ext>
              </a:extLst>
            </p:cNvPr>
            <p:cNvSpPr txBox="1"/>
            <p:nvPr/>
          </p:nvSpPr>
          <p:spPr>
            <a:xfrm>
              <a:off x="5942015" y="751550"/>
              <a:ext cx="3831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>
                  <a:highlight>
                    <a:srgbClr val="00FFFF"/>
                  </a:highlight>
                </a:rPr>
                <a:t>SEPTEMBRE-NOVEMBRE 2025 </a:t>
              </a:r>
            </a:p>
          </p:txBody>
        </p:sp>
      </p:grpSp>
      <p:graphicFrame>
        <p:nvGraphicFramePr>
          <p:cNvPr id="2117" name="Tableau 2116">
            <a:extLst>
              <a:ext uri="{FF2B5EF4-FFF2-40B4-BE49-F238E27FC236}">
                <a16:creationId xmlns:a16="http://schemas.microsoft.com/office/drawing/2014/main" id="{E98EDA4B-64D5-C657-2B81-6C343B35C725}"/>
              </a:ext>
            </a:extLst>
          </p:cNvPr>
          <p:cNvGraphicFramePr>
            <a:graphicFrameLocks noGrp="1"/>
          </p:cNvGraphicFramePr>
          <p:nvPr/>
        </p:nvGraphicFramePr>
        <p:xfrm>
          <a:off x="6361176" y="1381538"/>
          <a:ext cx="2095561" cy="1453101"/>
        </p:xfrm>
        <a:graphic>
          <a:graphicData uri="http://schemas.openxmlformats.org/drawingml/2006/table">
            <a:tbl>
              <a:tblPr/>
              <a:tblGrid>
                <a:gridCol w="776480">
                  <a:extLst>
                    <a:ext uri="{9D8B030D-6E8A-4147-A177-3AD203B41FA5}">
                      <a16:colId xmlns:a16="http://schemas.microsoft.com/office/drawing/2014/main" val="1145837201"/>
                    </a:ext>
                  </a:extLst>
                </a:gridCol>
                <a:gridCol w="1319081">
                  <a:extLst>
                    <a:ext uri="{9D8B030D-6E8A-4147-A177-3AD203B41FA5}">
                      <a16:colId xmlns:a16="http://schemas.microsoft.com/office/drawing/2014/main" val="1903392920"/>
                    </a:ext>
                  </a:extLst>
                </a:gridCol>
              </a:tblGrid>
              <a:tr h="2421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5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PROVINCES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5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216595"/>
                  </a:ext>
                </a:extLst>
              </a:tr>
              <a:tr h="3819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 UBANGI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SALOMON RAMAZANI SALEH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168232"/>
                  </a:ext>
                </a:extLst>
              </a:tr>
              <a:tr h="223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TSHOPO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AIME OSAKO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339946"/>
                  </a:ext>
                </a:extLst>
              </a:tr>
              <a:tr h="223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KINSHASA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MULILA Jérémie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509953"/>
                  </a:ext>
                </a:extLst>
              </a:tr>
              <a:tr h="3819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 CENTRAL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JOSEPH KONGOLO MPINGA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96264"/>
                  </a:ext>
                </a:extLst>
              </a:tr>
            </a:tbl>
          </a:graphicData>
        </a:graphic>
      </p:graphicFrame>
      <p:graphicFrame>
        <p:nvGraphicFramePr>
          <p:cNvPr id="2" name="Tableau 2116">
            <a:extLst>
              <a:ext uri="{FF2B5EF4-FFF2-40B4-BE49-F238E27FC236}">
                <a16:creationId xmlns:a16="http://schemas.microsoft.com/office/drawing/2014/main" id="{B6C4D611-9A52-7550-8BD7-BCEF8A8EB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0703"/>
              </p:ext>
            </p:extLst>
          </p:nvPr>
        </p:nvGraphicFramePr>
        <p:xfrm>
          <a:off x="134112" y="1252591"/>
          <a:ext cx="2234184" cy="1856372"/>
        </p:xfrm>
        <a:graphic>
          <a:graphicData uri="http://schemas.openxmlformats.org/drawingml/2006/table">
            <a:tbl>
              <a:tblPr/>
              <a:tblGrid>
                <a:gridCol w="827844">
                  <a:extLst>
                    <a:ext uri="{9D8B030D-6E8A-4147-A177-3AD203B41FA5}">
                      <a16:colId xmlns:a16="http://schemas.microsoft.com/office/drawing/2014/main" val="1145837201"/>
                    </a:ext>
                  </a:extLst>
                </a:gridCol>
                <a:gridCol w="1406340">
                  <a:extLst>
                    <a:ext uri="{9D8B030D-6E8A-4147-A177-3AD203B41FA5}">
                      <a16:colId xmlns:a16="http://schemas.microsoft.com/office/drawing/2014/main" val="1903392920"/>
                    </a:ext>
                  </a:extLst>
                </a:gridCol>
              </a:tblGrid>
              <a:tr h="1784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PROVINCES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NOMS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216595"/>
                  </a:ext>
                </a:extLst>
              </a:tr>
              <a:tr h="219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KONGO CENTRAL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SALOMON RAMAZANI SALEH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553014"/>
                  </a:ext>
                </a:extLst>
              </a:tr>
              <a:tr h="219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EQUATEUR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JOSEPH KONGOLO MPINGA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113086"/>
                  </a:ext>
                </a:extLst>
              </a:tr>
              <a:tr h="159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TSHOPO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AIME OSAKO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468087"/>
                  </a:ext>
                </a:extLst>
              </a:tr>
              <a:tr h="219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MANIEMA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CLAUDE NGONA MANDRO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419428"/>
                  </a:ext>
                </a:extLst>
              </a:tr>
              <a:tr h="159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ITURI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OGER MULANGE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44304"/>
                  </a:ext>
                </a:extLst>
              </a:tr>
              <a:tr h="159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 KIVU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BIJOUX BULINDI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282071"/>
                  </a:ext>
                </a:extLst>
              </a:tr>
              <a:tr h="159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KIVU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EMILY KYAVU MAPERA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8310"/>
                  </a:ext>
                </a:extLst>
              </a:tr>
              <a:tr h="159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KINSHASA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MULILA Jérémie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416086"/>
                  </a:ext>
                </a:extLst>
              </a:tr>
              <a:tr h="2199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TANGANYIKA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FRANCIS TSHIBALA KABONGO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097214"/>
                  </a:ext>
                </a:extLst>
              </a:tr>
            </a:tbl>
          </a:graphicData>
        </a:graphic>
      </p:graphicFrame>
      <p:sp>
        <p:nvSpPr>
          <p:cNvPr id="2118" name="Rectangle 2117">
            <a:extLst>
              <a:ext uri="{FF2B5EF4-FFF2-40B4-BE49-F238E27FC236}">
                <a16:creationId xmlns:a16="http://schemas.microsoft.com/office/drawing/2014/main" id="{419D3021-9403-9CC2-6344-3EFE8BB54F9D}"/>
              </a:ext>
            </a:extLst>
          </p:cNvPr>
          <p:cNvSpPr/>
          <p:nvPr/>
        </p:nvSpPr>
        <p:spPr>
          <a:xfrm>
            <a:off x="64008" y="5010912"/>
            <a:ext cx="3355847" cy="181904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Senior Immunization manager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Logistique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Supply</a:t>
            </a:r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 Chain manager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Immunisation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</a:t>
            </a:r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,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SBC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Specialiste</a:t>
            </a:r>
            <a:endParaRPr lang="fr-BE" sz="105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 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 M&amp;E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Secialist</a:t>
            </a:r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 -BCU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SBC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</a:t>
            </a:r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 BCU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Immunisation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Specialiste</a:t>
            </a:r>
            <a:endParaRPr lang="fr-BE" sz="105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E5770EDD-89CB-B12E-93AB-69A59D033234}"/>
              </a:ext>
            </a:extLst>
          </p:cNvPr>
          <p:cNvSpPr/>
          <p:nvPr/>
        </p:nvSpPr>
        <p:spPr>
          <a:xfrm>
            <a:off x="7406641" y="4986778"/>
            <a:ext cx="3749039" cy="18431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BE" sz="1200" b="1" dirty="0">
                <a:solidFill>
                  <a:srgbClr val="000000"/>
                </a:solidFill>
                <a:highlight>
                  <a:srgbClr val="FFFF00"/>
                </a:highlight>
                <a:latin typeface="Aptos Narrow" panose="020B0004020202020204" pitchFamily="34" charset="0"/>
              </a:rPr>
              <a:t>Dispositif </a:t>
            </a:r>
            <a:r>
              <a:rPr lang="fr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Aptos Narrow" panose="020B0004020202020204" pitchFamily="34" charset="0"/>
              </a:rPr>
              <a:t>Specifique</a:t>
            </a:r>
            <a:r>
              <a:rPr lang="fr-BE" sz="1200" b="1" dirty="0">
                <a:solidFill>
                  <a:srgbClr val="000000"/>
                </a:solidFill>
                <a:highlight>
                  <a:srgbClr val="FFFF00"/>
                </a:highlight>
                <a:latin typeface="Aptos Narrow" panose="020B0004020202020204" pitchFamily="34" charset="0"/>
              </a:rPr>
              <a:t>  Polio - Consultants</a:t>
            </a:r>
            <a:endParaRPr lang="fr-BE" sz="105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Coordonnatrice Polio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SBC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specialiste</a:t>
            </a:r>
            <a:endParaRPr lang="fr-BE" sz="105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VM / CCL 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Specialiste</a:t>
            </a:r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 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M&amp;E-Paiement HOPE </a:t>
            </a:r>
            <a:r>
              <a:rPr lang="fr-BE" sz="1050" dirty="0" err="1">
                <a:solidFill>
                  <a:srgbClr val="000000"/>
                </a:solidFill>
                <a:latin typeface="Aptos Narrow" panose="020B0004020202020204" pitchFamily="34" charset="0"/>
              </a:rPr>
              <a:t>specialiste</a:t>
            </a:r>
            <a:endParaRPr lang="fr-BE" sz="105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endParaRPr lang="fr-BE" sz="105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Consultants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50 consultants nationaux VM</a:t>
            </a:r>
          </a:p>
          <a:p>
            <a:r>
              <a:rPr lang="fr-BE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180 consultants nationaux</a:t>
            </a:r>
          </a:p>
        </p:txBody>
      </p:sp>
    </p:spTree>
    <p:extLst>
      <p:ext uri="{BB962C8B-B14F-4D97-AF65-F5344CB8AC3E}">
        <p14:creationId xmlns:p14="http://schemas.microsoft.com/office/powerpoint/2010/main" val="404339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F54269-530B-76B9-AB32-E5CFD6950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455835"/>
              </p:ext>
            </p:extLst>
          </p:nvPr>
        </p:nvGraphicFramePr>
        <p:xfrm>
          <a:off x="118872" y="805891"/>
          <a:ext cx="11704320" cy="5951528"/>
        </p:xfrm>
        <a:graphic>
          <a:graphicData uri="http://schemas.openxmlformats.org/drawingml/2006/table">
            <a:tbl>
              <a:tblPr/>
              <a:tblGrid>
                <a:gridCol w="4184256">
                  <a:extLst>
                    <a:ext uri="{9D8B030D-6E8A-4147-A177-3AD203B41FA5}">
                      <a16:colId xmlns:a16="http://schemas.microsoft.com/office/drawing/2014/main" val="3173002954"/>
                    </a:ext>
                  </a:extLst>
                </a:gridCol>
                <a:gridCol w="3540034">
                  <a:extLst>
                    <a:ext uri="{9D8B030D-6E8A-4147-A177-3AD203B41FA5}">
                      <a16:colId xmlns:a16="http://schemas.microsoft.com/office/drawing/2014/main" val="4253093011"/>
                    </a:ext>
                  </a:extLst>
                </a:gridCol>
                <a:gridCol w="3980030">
                  <a:extLst>
                    <a:ext uri="{9D8B030D-6E8A-4147-A177-3AD203B41FA5}">
                      <a16:colId xmlns:a16="http://schemas.microsoft.com/office/drawing/2014/main" val="1087680669"/>
                    </a:ext>
                  </a:extLst>
                </a:gridCol>
              </a:tblGrid>
              <a:tr h="458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BUREAU UNICEF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PROVINCES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PROGRAMME OFFICER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017052"/>
                  </a:ext>
                </a:extLst>
              </a:tr>
              <a:tr h="305179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KANANGA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specialistes santé + 1 SBC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28003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 CENTRAL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79804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KASAI ORIENTAL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114411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LOMAMI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303611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SANKURU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802899"/>
                  </a:ext>
                </a:extLst>
              </a:tr>
              <a:tr h="305179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LUBUMBASHI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LUALABA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specialiste santé + 1 Immunisation officer + 1 vaccine manager + 1 SBC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004193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 KATANGA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806691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 LOMAMI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552167"/>
                  </a:ext>
                </a:extLst>
              </a:tr>
              <a:tr h="6103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KALEMIE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TANGANYIKA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vaccine manager + 1 SBC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33474"/>
                  </a:ext>
                </a:extLst>
              </a:tr>
              <a:tr h="30517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BUNIA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ITURI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specialiste santé + 1 SBC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919389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HAUT-UELE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350724"/>
                  </a:ext>
                </a:extLst>
              </a:tr>
              <a:tr h="30517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GOMA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 KIVU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vaccine manager + 1 SBC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610713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MANIEMA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31457"/>
                  </a:ext>
                </a:extLst>
              </a:tr>
              <a:tr h="6103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BUKAVU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KIVU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specialiste santé + 1 SBC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31274"/>
                  </a:ext>
                </a:extLst>
              </a:tr>
              <a:tr h="30517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KISANGANI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BAS UELE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specialiste Immunisation</a:t>
                      </a:r>
                    </a:p>
                  </a:txBody>
                  <a:tcPr marL="6147" marR="6147" marT="61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07688"/>
                  </a:ext>
                </a:extLst>
              </a:tr>
              <a:tr h="3051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TSHOPO</a:t>
                      </a:r>
                    </a:p>
                  </a:txBody>
                  <a:tcPr marL="6147" marR="6147" marT="61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5044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78B2A0-B98F-9E16-57C9-314616627A17}"/>
              </a:ext>
            </a:extLst>
          </p:cNvPr>
          <p:cNvSpPr txBox="1"/>
          <p:nvPr/>
        </p:nvSpPr>
        <p:spPr>
          <a:xfrm>
            <a:off x="17547" y="0"/>
            <a:ext cx="12006701" cy="697627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defTabSz="914354" eaLnBrk="1" latinLnBrk="0" hangingPunct="1">
              <a:lnSpc>
                <a:spcPct val="120000"/>
              </a:lnSpc>
              <a:buSzPts val="2399"/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r-FR" sz="4267" dirty="0"/>
              <a:t>D</a:t>
            </a:r>
            <a:r>
              <a:rPr lang="en-US" sz="4267" dirty="0" err="1"/>
              <a:t>ispositif</a:t>
            </a:r>
            <a:r>
              <a:rPr lang="en-US" sz="4267" dirty="0"/>
              <a:t> </a:t>
            </a:r>
            <a:r>
              <a:rPr lang="en-US" sz="4267" dirty="0" err="1"/>
              <a:t>d’Assistance</a:t>
            </a:r>
            <a:r>
              <a:rPr lang="en-US" sz="4267" dirty="0"/>
              <a:t> technique (2) BDT</a:t>
            </a:r>
          </a:p>
        </p:txBody>
      </p:sp>
    </p:spTree>
    <p:extLst>
      <p:ext uri="{BB962C8B-B14F-4D97-AF65-F5344CB8AC3E}">
        <p14:creationId xmlns:p14="http://schemas.microsoft.com/office/powerpoint/2010/main" val="3743961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483B-0EC9-C65E-A451-B9B7D89A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8349-69FA-52AD-A934-1148B1E0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31" y="374184"/>
            <a:ext cx="4643503" cy="1325563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rPr>
              <a:t>Cartographie-</a:t>
            </a:r>
            <a:br>
              <a:rPr lang="fr-FR" sz="3600" b="1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rPr>
            </a:br>
            <a:r>
              <a:rPr lang="fr-CA" sz="3600" b="1">
                <a:solidFill>
                  <a:schemeClr val="bg1"/>
                </a:solidFill>
                <a:latin typeface="Arial Nova" panose="020B0504020202020204" pitchFamily="34" charset="0"/>
                <a:ea typeface="+mn-ea"/>
                <a:cs typeface="+mn-cs"/>
              </a:rPr>
              <a:t>Assistance technique</a:t>
            </a:r>
            <a:endParaRPr lang="fr-FR" sz="3600" b="1">
              <a:solidFill>
                <a:schemeClr val="bg1"/>
              </a:solidFill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" name="Freeform 23">
            <a:extLst>
              <a:ext uri="{FF2B5EF4-FFF2-40B4-BE49-F238E27FC236}">
                <a16:creationId xmlns:a16="http://schemas.microsoft.com/office/drawing/2014/main" id="{96FEB57B-45DB-9E65-610F-80738869FDAA}"/>
              </a:ext>
            </a:extLst>
          </p:cNvPr>
          <p:cNvSpPr>
            <a:spLocks/>
          </p:cNvSpPr>
          <p:nvPr/>
        </p:nvSpPr>
        <p:spPr bwMode="auto">
          <a:xfrm>
            <a:off x="5928400" y="3596163"/>
            <a:ext cx="607938" cy="1144021"/>
          </a:xfrm>
          <a:custGeom>
            <a:avLst/>
            <a:gdLst/>
            <a:ahLst/>
            <a:cxnLst>
              <a:cxn ang="0">
                <a:pos x="119" y="19"/>
              </a:cxn>
              <a:cxn ang="0">
                <a:pos x="107" y="52"/>
              </a:cxn>
              <a:cxn ang="0">
                <a:pos x="84" y="70"/>
              </a:cxn>
              <a:cxn ang="0">
                <a:pos x="62" y="91"/>
              </a:cxn>
              <a:cxn ang="0">
                <a:pos x="69" y="115"/>
              </a:cxn>
              <a:cxn ang="0">
                <a:pos x="49" y="109"/>
              </a:cxn>
              <a:cxn ang="0">
                <a:pos x="25" y="114"/>
              </a:cxn>
              <a:cxn ang="0">
                <a:pos x="18" y="147"/>
              </a:cxn>
              <a:cxn ang="0">
                <a:pos x="38" y="165"/>
              </a:cxn>
              <a:cxn ang="0">
                <a:pos x="55" y="196"/>
              </a:cxn>
              <a:cxn ang="0">
                <a:pos x="32" y="205"/>
              </a:cxn>
              <a:cxn ang="0">
                <a:pos x="14" y="249"/>
              </a:cxn>
              <a:cxn ang="0">
                <a:pos x="11" y="290"/>
              </a:cxn>
              <a:cxn ang="0">
                <a:pos x="19" y="313"/>
              </a:cxn>
              <a:cxn ang="0">
                <a:pos x="14" y="355"/>
              </a:cxn>
              <a:cxn ang="0">
                <a:pos x="18" y="374"/>
              </a:cxn>
              <a:cxn ang="0">
                <a:pos x="27" y="392"/>
              </a:cxn>
              <a:cxn ang="0">
                <a:pos x="26" y="420"/>
              </a:cxn>
              <a:cxn ang="0">
                <a:pos x="64" y="440"/>
              </a:cxn>
              <a:cxn ang="0">
                <a:pos x="110" y="431"/>
              </a:cxn>
              <a:cxn ang="0">
                <a:pos x="128" y="446"/>
              </a:cxn>
              <a:cxn ang="0">
                <a:pos x="176" y="445"/>
              </a:cxn>
              <a:cxn ang="0">
                <a:pos x="184" y="388"/>
              </a:cxn>
              <a:cxn ang="0">
                <a:pos x="183" y="338"/>
              </a:cxn>
              <a:cxn ang="0">
                <a:pos x="174" y="314"/>
              </a:cxn>
              <a:cxn ang="0">
                <a:pos x="177" y="275"/>
              </a:cxn>
              <a:cxn ang="0">
                <a:pos x="169" y="251"/>
              </a:cxn>
              <a:cxn ang="0">
                <a:pos x="155" y="224"/>
              </a:cxn>
              <a:cxn ang="0">
                <a:pos x="189" y="190"/>
              </a:cxn>
              <a:cxn ang="0">
                <a:pos x="215" y="188"/>
              </a:cxn>
              <a:cxn ang="0">
                <a:pos x="235" y="174"/>
              </a:cxn>
              <a:cxn ang="0">
                <a:pos x="250" y="162"/>
              </a:cxn>
              <a:cxn ang="0">
                <a:pos x="216" y="130"/>
              </a:cxn>
              <a:cxn ang="0">
                <a:pos x="190" y="129"/>
              </a:cxn>
              <a:cxn ang="0">
                <a:pos x="159" y="101"/>
              </a:cxn>
              <a:cxn ang="0">
                <a:pos x="184" y="69"/>
              </a:cxn>
              <a:cxn ang="0">
                <a:pos x="179" y="35"/>
              </a:cxn>
              <a:cxn ang="0">
                <a:pos x="126" y="2"/>
              </a:cxn>
            </a:cxnLst>
            <a:rect l="0" t="0" r="r" b="b"/>
            <a:pathLst>
              <a:path w="251" h="452">
                <a:moveTo>
                  <a:pt x="119" y="0"/>
                </a:moveTo>
                <a:cubicBezTo>
                  <a:pt x="119" y="19"/>
                  <a:pt x="119" y="19"/>
                  <a:pt x="119" y="19"/>
                </a:cubicBezTo>
                <a:cubicBezTo>
                  <a:pt x="116" y="42"/>
                  <a:pt x="116" y="42"/>
                  <a:pt x="116" y="42"/>
                </a:cubicBezTo>
                <a:cubicBezTo>
                  <a:pt x="107" y="52"/>
                  <a:pt x="107" y="52"/>
                  <a:pt x="107" y="52"/>
                </a:cubicBezTo>
                <a:cubicBezTo>
                  <a:pt x="88" y="59"/>
                  <a:pt x="88" y="59"/>
                  <a:pt x="88" y="59"/>
                </a:cubicBezTo>
                <a:cubicBezTo>
                  <a:pt x="84" y="70"/>
                  <a:pt x="84" y="70"/>
                  <a:pt x="84" y="70"/>
                </a:cubicBezTo>
                <a:cubicBezTo>
                  <a:pt x="77" y="81"/>
                  <a:pt x="77" y="81"/>
                  <a:pt x="77" y="81"/>
                </a:cubicBezTo>
                <a:cubicBezTo>
                  <a:pt x="62" y="91"/>
                  <a:pt x="62" y="91"/>
                  <a:pt x="62" y="91"/>
                </a:cubicBezTo>
                <a:cubicBezTo>
                  <a:pt x="64" y="104"/>
                  <a:pt x="64" y="104"/>
                  <a:pt x="64" y="104"/>
                </a:cubicBezTo>
                <a:cubicBezTo>
                  <a:pt x="69" y="115"/>
                  <a:pt x="69" y="115"/>
                  <a:pt x="69" y="115"/>
                </a:cubicBezTo>
                <a:cubicBezTo>
                  <a:pt x="60" y="121"/>
                  <a:pt x="60" y="121"/>
                  <a:pt x="60" y="121"/>
                </a:cubicBezTo>
                <a:cubicBezTo>
                  <a:pt x="49" y="109"/>
                  <a:pt x="49" y="109"/>
                  <a:pt x="49" y="109"/>
                </a:cubicBezTo>
                <a:cubicBezTo>
                  <a:pt x="39" y="109"/>
                  <a:pt x="39" y="109"/>
                  <a:pt x="39" y="109"/>
                </a:cubicBezTo>
                <a:cubicBezTo>
                  <a:pt x="25" y="114"/>
                  <a:pt x="25" y="114"/>
                  <a:pt x="25" y="114"/>
                </a:cubicBezTo>
                <a:cubicBezTo>
                  <a:pt x="23" y="130"/>
                  <a:pt x="23" y="130"/>
                  <a:pt x="23" y="130"/>
                </a:cubicBezTo>
                <a:cubicBezTo>
                  <a:pt x="18" y="147"/>
                  <a:pt x="18" y="147"/>
                  <a:pt x="18" y="147"/>
                </a:cubicBezTo>
                <a:cubicBezTo>
                  <a:pt x="25" y="160"/>
                  <a:pt x="25" y="160"/>
                  <a:pt x="25" y="160"/>
                </a:cubicBezTo>
                <a:cubicBezTo>
                  <a:pt x="38" y="165"/>
                  <a:pt x="38" y="165"/>
                  <a:pt x="38" y="165"/>
                </a:cubicBezTo>
                <a:cubicBezTo>
                  <a:pt x="55" y="185"/>
                  <a:pt x="55" y="185"/>
                  <a:pt x="55" y="185"/>
                </a:cubicBezTo>
                <a:cubicBezTo>
                  <a:pt x="55" y="196"/>
                  <a:pt x="55" y="196"/>
                  <a:pt x="55" y="196"/>
                </a:cubicBezTo>
                <a:cubicBezTo>
                  <a:pt x="49" y="204"/>
                  <a:pt x="49" y="204"/>
                  <a:pt x="49" y="204"/>
                </a:cubicBezTo>
                <a:cubicBezTo>
                  <a:pt x="32" y="205"/>
                  <a:pt x="32" y="205"/>
                  <a:pt x="32" y="205"/>
                </a:cubicBezTo>
                <a:cubicBezTo>
                  <a:pt x="16" y="231"/>
                  <a:pt x="16" y="231"/>
                  <a:pt x="16" y="231"/>
                </a:cubicBezTo>
                <a:cubicBezTo>
                  <a:pt x="14" y="249"/>
                  <a:pt x="14" y="249"/>
                  <a:pt x="14" y="249"/>
                </a:cubicBezTo>
                <a:cubicBezTo>
                  <a:pt x="7" y="259"/>
                  <a:pt x="7" y="259"/>
                  <a:pt x="7" y="259"/>
                </a:cubicBezTo>
                <a:cubicBezTo>
                  <a:pt x="11" y="290"/>
                  <a:pt x="11" y="290"/>
                  <a:pt x="11" y="290"/>
                </a:cubicBezTo>
                <a:cubicBezTo>
                  <a:pt x="0" y="296"/>
                  <a:pt x="0" y="296"/>
                  <a:pt x="0" y="296"/>
                </a:cubicBezTo>
                <a:cubicBezTo>
                  <a:pt x="19" y="313"/>
                  <a:pt x="19" y="313"/>
                  <a:pt x="19" y="313"/>
                </a:cubicBezTo>
                <a:cubicBezTo>
                  <a:pt x="3" y="337"/>
                  <a:pt x="3" y="337"/>
                  <a:pt x="3" y="337"/>
                </a:cubicBezTo>
                <a:cubicBezTo>
                  <a:pt x="14" y="355"/>
                  <a:pt x="14" y="355"/>
                  <a:pt x="14" y="355"/>
                </a:cubicBezTo>
                <a:cubicBezTo>
                  <a:pt x="18" y="365"/>
                  <a:pt x="18" y="365"/>
                  <a:pt x="18" y="365"/>
                </a:cubicBezTo>
                <a:cubicBezTo>
                  <a:pt x="18" y="374"/>
                  <a:pt x="18" y="374"/>
                  <a:pt x="18" y="374"/>
                </a:cubicBezTo>
                <a:cubicBezTo>
                  <a:pt x="21" y="374"/>
                  <a:pt x="21" y="374"/>
                  <a:pt x="21" y="374"/>
                </a:cubicBezTo>
                <a:cubicBezTo>
                  <a:pt x="27" y="392"/>
                  <a:pt x="27" y="392"/>
                  <a:pt x="27" y="392"/>
                </a:cubicBezTo>
                <a:cubicBezTo>
                  <a:pt x="23" y="415"/>
                  <a:pt x="23" y="415"/>
                  <a:pt x="23" y="415"/>
                </a:cubicBezTo>
                <a:cubicBezTo>
                  <a:pt x="23" y="415"/>
                  <a:pt x="25" y="418"/>
                  <a:pt x="26" y="420"/>
                </a:cubicBezTo>
                <a:cubicBezTo>
                  <a:pt x="44" y="426"/>
                  <a:pt x="44" y="426"/>
                  <a:pt x="44" y="426"/>
                </a:cubicBezTo>
                <a:cubicBezTo>
                  <a:pt x="64" y="440"/>
                  <a:pt x="64" y="440"/>
                  <a:pt x="64" y="440"/>
                </a:cubicBezTo>
                <a:cubicBezTo>
                  <a:pt x="102" y="443"/>
                  <a:pt x="102" y="443"/>
                  <a:pt x="102" y="443"/>
                </a:cubicBezTo>
                <a:cubicBezTo>
                  <a:pt x="110" y="431"/>
                  <a:pt x="110" y="431"/>
                  <a:pt x="110" y="431"/>
                </a:cubicBezTo>
                <a:cubicBezTo>
                  <a:pt x="121" y="430"/>
                  <a:pt x="121" y="430"/>
                  <a:pt x="121" y="430"/>
                </a:cubicBezTo>
                <a:cubicBezTo>
                  <a:pt x="121" y="430"/>
                  <a:pt x="125" y="441"/>
                  <a:pt x="128" y="446"/>
                </a:cubicBezTo>
                <a:cubicBezTo>
                  <a:pt x="131" y="452"/>
                  <a:pt x="161" y="452"/>
                  <a:pt x="161" y="452"/>
                </a:cubicBezTo>
                <a:cubicBezTo>
                  <a:pt x="176" y="445"/>
                  <a:pt x="176" y="445"/>
                  <a:pt x="176" y="445"/>
                </a:cubicBezTo>
                <a:cubicBezTo>
                  <a:pt x="177" y="426"/>
                  <a:pt x="177" y="426"/>
                  <a:pt x="177" y="426"/>
                </a:cubicBezTo>
                <a:cubicBezTo>
                  <a:pt x="184" y="388"/>
                  <a:pt x="184" y="388"/>
                  <a:pt x="184" y="388"/>
                </a:cubicBezTo>
                <a:cubicBezTo>
                  <a:pt x="182" y="354"/>
                  <a:pt x="182" y="354"/>
                  <a:pt x="182" y="354"/>
                </a:cubicBezTo>
                <a:cubicBezTo>
                  <a:pt x="183" y="338"/>
                  <a:pt x="183" y="338"/>
                  <a:pt x="183" y="338"/>
                </a:cubicBezTo>
                <a:cubicBezTo>
                  <a:pt x="190" y="325"/>
                  <a:pt x="190" y="325"/>
                  <a:pt x="190" y="325"/>
                </a:cubicBezTo>
                <a:cubicBezTo>
                  <a:pt x="174" y="314"/>
                  <a:pt x="174" y="314"/>
                  <a:pt x="174" y="314"/>
                </a:cubicBezTo>
                <a:cubicBezTo>
                  <a:pt x="167" y="281"/>
                  <a:pt x="167" y="281"/>
                  <a:pt x="167" y="281"/>
                </a:cubicBezTo>
                <a:cubicBezTo>
                  <a:pt x="177" y="275"/>
                  <a:pt x="177" y="275"/>
                  <a:pt x="177" y="275"/>
                </a:cubicBezTo>
                <a:cubicBezTo>
                  <a:pt x="178" y="258"/>
                  <a:pt x="178" y="258"/>
                  <a:pt x="178" y="258"/>
                </a:cubicBezTo>
                <a:cubicBezTo>
                  <a:pt x="169" y="251"/>
                  <a:pt x="169" y="251"/>
                  <a:pt x="169" y="251"/>
                </a:cubicBezTo>
                <a:cubicBezTo>
                  <a:pt x="178" y="242"/>
                  <a:pt x="178" y="242"/>
                  <a:pt x="178" y="242"/>
                </a:cubicBezTo>
                <a:cubicBezTo>
                  <a:pt x="155" y="224"/>
                  <a:pt x="155" y="224"/>
                  <a:pt x="155" y="224"/>
                </a:cubicBezTo>
                <a:cubicBezTo>
                  <a:pt x="167" y="191"/>
                  <a:pt x="167" y="191"/>
                  <a:pt x="167" y="191"/>
                </a:cubicBezTo>
                <a:cubicBezTo>
                  <a:pt x="189" y="190"/>
                  <a:pt x="189" y="190"/>
                  <a:pt x="189" y="190"/>
                </a:cubicBezTo>
                <a:cubicBezTo>
                  <a:pt x="205" y="183"/>
                  <a:pt x="205" y="183"/>
                  <a:pt x="205" y="183"/>
                </a:cubicBezTo>
                <a:cubicBezTo>
                  <a:pt x="215" y="188"/>
                  <a:pt x="215" y="188"/>
                  <a:pt x="215" y="188"/>
                </a:cubicBezTo>
                <a:cubicBezTo>
                  <a:pt x="232" y="180"/>
                  <a:pt x="232" y="180"/>
                  <a:pt x="232" y="180"/>
                </a:cubicBezTo>
                <a:cubicBezTo>
                  <a:pt x="235" y="174"/>
                  <a:pt x="235" y="174"/>
                  <a:pt x="235" y="174"/>
                </a:cubicBezTo>
                <a:cubicBezTo>
                  <a:pt x="251" y="172"/>
                  <a:pt x="251" y="172"/>
                  <a:pt x="251" y="172"/>
                </a:cubicBezTo>
                <a:cubicBezTo>
                  <a:pt x="250" y="162"/>
                  <a:pt x="250" y="162"/>
                  <a:pt x="250" y="162"/>
                </a:cubicBezTo>
                <a:cubicBezTo>
                  <a:pt x="250" y="137"/>
                  <a:pt x="250" y="137"/>
                  <a:pt x="250" y="137"/>
                </a:cubicBezTo>
                <a:cubicBezTo>
                  <a:pt x="216" y="130"/>
                  <a:pt x="216" y="130"/>
                  <a:pt x="216" y="130"/>
                </a:cubicBezTo>
                <a:cubicBezTo>
                  <a:pt x="212" y="126"/>
                  <a:pt x="212" y="126"/>
                  <a:pt x="212" y="126"/>
                </a:cubicBezTo>
                <a:cubicBezTo>
                  <a:pt x="190" y="129"/>
                  <a:pt x="190" y="129"/>
                  <a:pt x="190" y="129"/>
                </a:cubicBezTo>
                <a:cubicBezTo>
                  <a:pt x="173" y="110"/>
                  <a:pt x="173" y="110"/>
                  <a:pt x="173" y="110"/>
                </a:cubicBezTo>
                <a:cubicBezTo>
                  <a:pt x="159" y="101"/>
                  <a:pt x="159" y="101"/>
                  <a:pt x="159" y="101"/>
                </a:cubicBezTo>
                <a:cubicBezTo>
                  <a:pt x="163" y="74"/>
                  <a:pt x="163" y="74"/>
                  <a:pt x="163" y="74"/>
                </a:cubicBezTo>
                <a:cubicBezTo>
                  <a:pt x="184" y="69"/>
                  <a:pt x="184" y="69"/>
                  <a:pt x="184" y="69"/>
                </a:cubicBezTo>
                <a:cubicBezTo>
                  <a:pt x="187" y="59"/>
                  <a:pt x="187" y="59"/>
                  <a:pt x="187" y="59"/>
                </a:cubicBezTo>
                <a:cubicBezTo>
                  <a:pt x="179" y="35"/>
                  <a:pt x="179" y="35"/>
                  <a:pt x="179" y="35"/>
                </a:cubicBezTo>
                <a:cubicBezTo>
                  <a:pt x="149" y="33"/>
                  <a:pt x="149" y="33"/>
                  <a:pt x="149" y="33"/>
                </a:cubicBezTo>
                <a:cubicBezTo>
                  <a:pt x="126" y="2"/>
                  <a:pt x="126" y="2"/>
                  <a:pt x="126" y="2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221FD613-DD61-1727-F3B0-192AE48303F6}"/>
              </a:ext>
            </a:extLst>
          </p:cNvPr>
          <p:cNvSpPr>
            <a:spLocks/>
          </p:cNvSpPr>
          <p:nvPr/>
        </p:nvSpPr>
        <p:spPr bwMode="auto">
          <a:xfrm>
            <a:off x="6750039" y="2340623"/>
            <a:ext cx="1254565" cy="1503571"/>
          </a:xfrm>
          <a:custGeom>
            <a:avLst/>
            <a:gdLst/>
            <a:ahLst/>
            <a:cxnLst>
              <a:cxn ang="0">
                <a:pos x="200" y="10"/>
              </a:cxn>
              <a:cxn ang="0">
                <a:pos x="217" y="33"/>
              </a:cxn>
              <a:cxn ang="0">
                <a:pos x="220" y="65"/>
              </a:cxn>
              <a:cxn ang="0">
                <a:pos x="206" y="100"/>
              </a:cxn>
              <a:cxn ang="0">
                <a:pos x="200" y="140"/>
              </a:cxn>
              <a:cxn ang="0">
                <a:pos x="183" y="162"/>
              </a:cxn>
              <a:cxn ang="0">
                <a:pos x="170" y="204"/>
              </a:cxn>
              <a:cxn ang="0">
                <a:pos x="150" y="212"/>
              </a:cxn>
              <a:cxn ang="0">
                <a:pos x="115" y="228"/>
              </a:cxn>
              <a:cxn ang="0">
                <a:pos x="98" y="249"/>
              </a:cxn>
              <a:cxn ang="0">
                <a:pos x="71" y="237"/>
              </a:cxn>
              <a:cxn ang="0">
                <a:pos x="0" y="223"/>
              </a:cxn>
              <a:cxn ang="0">
                <a:pos x="74" y="274"/>
              </a:cxn>
              <a:cxn ang="0">
                <a:pos x="61" y="373"/>
              </a:cxn>
              <a:cxn ang="0">
                <a:pos x="35" y="440"/>
              </a:cxn>
              <a:cxn ang="0">
                <a:pos x="66" y="495"/>
              </a:cxn>
              <a:cxn ang="0">
                <a:pos x="49" y="544"/>
              </a:cxn>
              <a:cxn ang="0">
                <a:pos x="216" y="587"/>
              </a:cxn>
              <a:cxn ang="0">
                <a:pos x="217" y="586"/>
              </a:cxn>
              <a:cxn ang="0">
                <a:pos x="517" y="593"/>
              </a:cxn>
              <a:cxn ang="0">
                <a:pos x="482" y="512"/>
              </a:cxn>
              <a:cxn ang="0">
                <a:pos x="441" y="494"/>
              </a:cxn>
              <a:cxn ang="0">
                <a:pos x="411" y="485"/>
              </a:cxn>
              <a:cxn ang="0">
                <a:pos x="377" y="468"/>
              </a:cxn>
              <a:cxn ang="0">
                <a:pos x="318" y="451"/>
              </a:cxn>
              <a:cxn ang="0">
                <a:pos x="322" y="377"/>
              </a:cxn>
              <a:cxn ang="0">
                <a:pos x="301" y="333"/>
              </a:cxn>
              <a:cxn ang="0">
                <a:pos x="298" y="263"/>
              </a:cxn>
              <a:cxn ang="0">
                <a:pos x="325" y="268"/>
              </a:cxn>
              <a:cxn ang="0">
                <a:pos x="364" y="249"/>
              </a:cxn>
              <a:cxn ang="0">
                <a:pos x="389" y="204"/>
              </a:cxn>
              <a:cxn ang="0">
                <a:pos x="350" y="162"/>
              </a:cxn>
              <a:cxn ang="0">
                <a:pos x="349" y="113"/>
              </a:cxn>
              <a:cxn ang="0">
                <a:pos x="408" y="122"/>
              </a:cxn>
              <a:cxn ang="0">
                <a:pos x="421" y="69"/>
              </a:cxn>
              <a:cxn ang="0">
                <a:pos x="375" y="50"/>
              </a:cxn>
              <a:cxn ang="0">
                <a:pos x="326" y="39"/>
              </a:cxn>
              <a:cxn ang="0">
                <a:pos x="273" y="25"/>
              </a:cxn>
              <a:cxn ang="0">
                <a:pos x="207" y="0"/>
              </a:cxn>
            </a:cxnLst>
            <a:rect l="0" t="0" r="r" b="b"/>
            <a:pathLst>
              <a:path w="518" h="594">
                <a:moveTo>
                  <a:pt x="207" y="0"/>
                </a:moveTo>
                <a:cubicBezTo>
                  <a:pt x="200" y="10"/>
                  <a:pt x="200" y="10"/>
                  <a:pt x="200" y="10"/>
                </a:cubicBezTo>
                <a:cubicBezTo>
                  <a:pt x="216" y="25"/>
                  <a:pt x="216" y="25"/>
                  <a:pt x="216" y="25"/>
                </a:cubicBezTo>
                <a:cubicBezTo>
                  <a:pt x="217" y="33"/>
                  <a:pt x="217" y="33"/>
                  <a:pt x="217" y="33"/>
                </a:cubicBezTo>
                <a:cubicBezTo>
                  <a:pt x="226" y="51"/>
                  <a:pt x="226" y="51"/>
                  <a:pt x="226" y="51"/>
                </a:cubicBezTo>
                <a:cubicBezTo>
                  <a:pt x="220" y="65"/>
                  <a:pt x="220" y="65"/>
                  <a:pt x="220" y="65"/>
                </a:cubicBezTo>
                <a:cubicBezTo>
                  <a:pt x="222" y="94"/>
                  <a:pt x="222" y="94"/>
                  <a:pt x="222" y="94"/>
                </a:cubicBezTo>
                <a:cubicBezTo>
                  <a:pt x="206" y="100"/>
                  <a:pt x="206" y="100"/>
                  <a:pt x="206" y="100"/>
                </a:cubicBezTo>
                <a:cubicBezTo>
                  <a:pt x="199" y="124"/>
                  <a:pt x="199" y="124"/>
                  <a:pt x="199" y="124"/>
                </a:cubicBezTo>
                <a:cubicBezTo>
                  <a:pt x="200" y="140"/>
                  <a:pt x="200" y="140"/>
                  <a:pt x="200" y="140"/>
                </a:cubicBezTo>
                <a:cubicBezTo>
                  <a:pt x="194" y="156"/>
                  <a:pt x="194" y="156"/>
                  <a:pt x="194" y="156"/>
                </a:cubicBezTo>
                <a:cubicBezTo>
                  <a:pt x="183" y="162"/>
                  <a:pt x="183" y="162"/>
                  <a:pt x="183" y="162"/>
                </a:cubicBezTo>
                <a:cubicBezTo>
                  <a:pt x="171" y="154"/>
                  <a:pt x="171" y="154"/>
                  <a:pt x="171" y="154"/>
                </a:cubicBezTo>
                <a:cubicBezTo>
                  <a:pt x="170" y="204"/>
                  <a:pt x="170" y="204"/>
                  <a:pt x="170" y="204"/>
                </a:cubicBezTo>
                <a:cubicBezTo>
                  <a:pt x="151" y="204"/>
                  <a:pt x="151" y="204"/>
                  <a:pt x="151" y="204"/>
                </a:cubicBezTo>
                <a:cubicBezTo>
                  <a:pt x="150" y="212"/>
                  <a:pt x="150" y="212"/>
                  <a:pt x="150" y="212"/>
                </a:cubicBezTo>
                <a:cubicBezTo>
                  <a:pt x="132" y="216"/>
                  <a:pt x="132" y="216"/>
                  <a:pt x="132" y="216"/>
                </a:cubicBezTo>
                <a:cubicBezTo>
                  <a:pt x="115" y="228"/>
                  <a:pt x="115" y="228"/>
                  <a:pt x="115" y="228"/>
                </a:cubicBezTo>
                <a:cubicBezTo>
                  <a:pt x="109" y="244"/>
                  <a:pt x="109" y="244"/>
                  <a:pt x="109" y="244"/>
                </a:cubicBezTo>
                <a:cubicBezTo>
                  <a:pt x="98" y="249"/>
                  <a:pt x="98" y="249"/>
                  <a:pt x="98" y="249"/>
                </a:cubicBezTo>
                <a:cubicBezTo>
                  <a:pt x="84" y="251"/>
                  <a:pt x="84" y="251"/>
                  <a:pt x="84" y="251"/>
                </a:cubicBezTo>
                <a:cubicBezTo>
                  <a:pt x="71" y="237"/>
                  <a:pt x="71" y="237"/>
                  <a:pt x="71" y="237"/>
                </a:cubicBezTo>
                <a:cubicBezTo>
                  <a:pt x="72" y="222"/>
                  <a:pt x="72" y="222"/>
                  <a:pt x="72" y="222"/>
                </a:cubicBezTo>
                <a:cubicBezTo>
                  <a:pt x="0" y="223"/>
                  <a:pt x="0" y="223"/>
                  <a:pt x="0" y="223"/>
                </a:cubicBezTo>
                <a:cubicBezTo>
                  <a:pt x="29" y="276"/>
                  <a:pt x="29" y="276"/>
                  <a:pt x="29" y="276"/>
                </a:cubicBezTo>
                <a:cubicBezTo>
                  <a:pt x="74" y="274"/>
                  <a:pt x="74" y="274"/>
                  <a:pt x="74" y="274"/>
                </a:cubicBezTo>
                <a:cubicBezTo>
                  <a:pt x="74" y="331"/>
                  <a:pt x="74" y="331"/>
                  <a:pt x="74" y="331"/>
                </a:cubicBezTo>
                <a:cubicBezTo>
                  <a:pt x="61" y="373"/>
                  <a:pt x="61" y="373"/>
                  <a:pt x="61" y="373"/>
                </a:cubicBezTo>
                <a:cubicBezTo>
                  <a:pt x="39" y="404"/>
                  <a:pt x="39" y="404"/>
                  <a:pt x="39" y="404"/>
                </a:cubicBezTo>
                <a:cubicBezTo>
                  <a:pt x="35" y="440"/>
                  <a:pt x="35" y="440"/>
                  <a:pt x="35" y="440"/>
                </a:cubicBezTo>
                <a:cubicBezTo>
                  <a:pt x="60" y="470"/>
                  <a:pt x="60" y="470"/>
                  <a:pt x="60" y="470"/>
                </a:cubicBezTo>
                <a:cubicBezTo>
                  <a:pt x="66" y="495"/>
                  <a:pt x="66" y="495"/>
                  <a:pt x="66" y="495"/>
                </a:cubicBezTo>
                <a:cubicBezTo>
                  <a:pt x="60" y="521"/>
                  <a:pt x="60" y="521"/>
                  <a:pt x="60" y="521"/>
                </a:cubicBezTo>
                <a:cubicBezTo>
                  <a:pt x="49" y="544"/>
                  <a:pt x="49" y="544"/>
                  <a:pt x="49" y="544"/>
                </a:cubicBezTo>
                <a:cubicBezTo>
                  <a:pt x="74" y="587"/>
                  <a:pt x="74" y="587"/>
                  <a:pt x="74" y="587"/>
                </a:cubicBezTo>
                <a:cubicBezTo>
                  <a:pt x="216" y="587"/>
                  <a:pt x="216" y="587"/>
                  <a:pt x="216" y="587"/>
                </a:cubicBezTo>
                <a:cubicBezTo>
                  <a:pt x="216" y="587"/>
                  <a:pt x="216" y="587"/>
                  <a:pt x="216" y="587"/>
                </a:cubicBezTo>
                <a:cubicBezTo>
                  <a:pt x="217" y="586"/>
                  <a:pt x="217" y="586"/>
                  <a:pt x="217" y="586"/>
                </a:cubicBezTo>
                <a:cubicBezTo>
                  <a:pt x="518" y="594"/>
                  <a:pt x="518" y="594"/>
                  <a:pt x="518" y="594"/>
                </a:cubicBezTo>
                <a:cubicBezTo>
                  <a:pt x="517" y="593"/>
                  <a:pt x="517" y="593"/>
                  <a:pt x="517" y="593"/>
                </a:cubicBezTo>
                <a:cubicBezTo>
                  <a:pt x="494" y="533"/>
                  <a:pt x="494" y="533"/>
                  <a:pt x="494" y="533"/>
                </a:cubicBezTo>
                <a:cubicBezTo>
                  <a:pt x="482" y="512"/>
                  <a:pt x="482" y="512"/>
                  <a:pt x="482" y="512"/>
                </a:cubicBezTo>
                <a:cubicBezTo>
                  <a:pt x="450" y="488"/>
                  <a:pt x="450" y="488"/>
                  <a:pt x="450" y="488"/>
                </a:cubicBezTo>
                <a:cubicBezTo>
                  <a:pt x="441" y="494"/>
                  <a:pt x="441" y="494"/>
                  <a:pt x="441" y="494"/>
                </a:cubicBezTo>
                <a:cubicBezTo>
                  <a:pt x="427" y="489"/>
                  <a:pt x="427" y="489"/>
                  <a:pt x="427" y="489"/>
                </a:cubicBezTo>
                <a:cubicBezTo>
                  <a:pt x="411" y="485"/>
                  <a:pt x="411" y="485"/>
                  <a:pt x="411" y="485"/>
                </a:cubicBezTo>
                <a:cubicBezTo>
                  <a:pt x="401" y="468"/>
                  <a:pt x="401" y="468"/>
                  <a:pt x="401" y="468"/>
                </a:cubicBezTo>
                <a:cubicBezTo>
                  <a:pt x="377" y="468"/>
                  <a:pt x="377" y="468"/>
                  <a:pt x="377" y="468"/>
                </a:cubicBezTo>
                <a:cubicBezTo>
                  <a:pt x="339" y="461"/>
                  <a:pt x="339" y="461"/>
                  <a:pt x="339" y="461"/>
                </a:cubicBezTo>
                <a:cubicBezTo>
                  <a:pt x="339" y="461"/>
                  <a:pt x="323" y="451"/>
                  <a:pt x="318" y="451"/>
                </a:cubicBezTo>
                <a:cubicBezTo>
                  <a:pt x="314" y="451"/>
                  <a:pt x="322" y="421"/>
                  <a:pt x="322" y="421"/>
                </a:cubicBezTo>
                <a:cubicBezTo>
                  <a:pt x="322" y="377"/>
                  <a:pt x="322" y="377"/>
                  <a:pt x="322" y="377"/>
                </a:cubicBezTo>
                <a:cubicBezTo>
                  <a:pt x="317" y="349"/>
                  <a:pt x="317" y="349"/>
                  <a:pt x="317" y="349"/>
                </a:cubicBezTo>
                <a:cubicBezTo>
                  <a:pt x="301" y="333"/>
                  <a:pt x="301" y="333"/>
                  <a:pt x="301" y="333"/>
                </a:cubicBezTo>
                <a:cubicBezTo>
                  <a:pt x="292" y="290"/>
                  <a:pt x="292" y="290"/>
                  <a:pt x="292" y="290"/>
                </a:cubicBezTo>
                <a:cubicBezTo>
                  <a:pt x="298" y="263"/>
                  <a:pt x="298" y="263"/>
                  <a:pt x="298" y="263"/>
                </a:cubicBezTo>
                <a:cubicBezTo>
                  <a:pt x="309" y="256"/>
                  <a:pt x="309" y="256"/>
                  <a:pt x="309" y="256"/>
                </a:cubicBezTo>
                <a:cubicBezTo>
                  <a:pt x="325" y="268"/>
                  <a:pt x="325" y="268"/>
                  <a:pt x="325" y="268"/>
                </a:cubicBezTo>
                <a:cubicBezTo>
                  <a:pt x="348" y="266"/>
                  <a:pt x="348" y="266"/>
                  <a:pt x="348" y="266"/>
                </a:cubicBezTo>
                <a:cubicBezTo>
                  <a:pt x="364" y="249"/>
                  <a:pt x="364" y="249"/>
                  <a:pt x="364" y="249"/>
                </a:cubicBezTo>
                <a:cubicBezTo>
                  <a:pt x="398" y="233"/>
                  <a:pt x="398" y="233"/>
                  <a:pt x="398" y="233"/>
                </a:cubicBezTo>
                <a:cubicBezTo>
                  <a:pt x="389" y="204"/>
                  <a:pt x="389" y="204"/>
                  <a:pt x="389" y="20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50" y="162"/>
                  <a:pt x="350" y="162"/>
                  <a:pt x="350" y="162"/>
                </a:cubicBezTo>
                <a:cubicBezTo>
                  <a:pt x="346" y="133"/>
                  <a:pt x="346" y="133"/>
                  <a:pt x="346" y="133"/>
                </a:cubicBezTo>
                <a:cubicBezTo>
                  <a:pt x="349" y="113"/>
                  <a:pt x="349" y="113"/>
                  <a:pt x="349" y="113"/>
                </a:cubicBezTo>
                <a:cubicBezTo>
                  <a:pt x="379" y="105"/>
                  <a:pt x="379" y="105"/>
                  <a:pt x="379" y="105"/>
                </a:cubicBezTo>
                <a:cubicBezTo>
                  <a:pt x="408" y="122"/>
                  <a:pt x="408" y="122"/>
                  <a:pt x="408" y="122"/>
                </a:cubicBezTo>
                <a:cubicBezTo>
                  <a:pt x="419" y="101"/>
                  <a:pt x="419" y="101"/>
                  <a:pt x="419" y="101"/>
                </a:cubicBezTo>
                <a:cubicBezTo>
                  <a:pt x="421" y="69"/>
                  <a:pt x="421" y="69"/>
                  <a:pt x="421" y="69"/>
                </a:cubicBezTo>
                <a:cubicBezTo>
                  <a:pt x="394" y="61"/>
                  <a:pt x="394" y="61"/>
                  <a:pt x="394" y="61"/>
                </a:cubicBezTo>
                <a:cubicBezTo>
                  <a:pt x="375" y="50"/>
                  <a:pt x="375" y="50"/>
                  <a:pt x="375" y="50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26" y="39"/>
                  <a:pt x="326" y="39"/>
                  <a:pt x="326" y="39"/>
                </a:cubicBezTo>
                <a:cubicBezTo>
                  <a:pt x="288" y="12"/>
                  <a:pt x="288" y="12"/>
                  <a:pt x="288" y="12"/>
                </a:cubicBezTo>
                <a:cubicBezTo>
                  <a:pt x="273" y="25"/>
                  <a:pt x="273" y="25"/>
                  <a:pt x="273" y="25"/>
                </a:cubicBezTo>
                <a:cubicBezTo>
                  <a:pt x="242" y="35"/>
                  <a:pt x="242" y="35"/>
                  <a:pt x="242" y="35"/>
                </a:cubicBezTo>
                <a:lnTo>
                  <a:pt x="207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BC1E8-CAEC-1C09-1820-B42F54DE16E2}"/>
              </a:ext>
            </a:extLst>
          </p:cNvPr>
          <p:cNvSpPr/>
          <p:nvPr/>
        </p:nvSpPr>
        <p:spPr>
          <a:xfrm>
            <a:off x="6919777" y="3489424"/>
            <a:ext cx="845103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Maniema</a:t>
            </a:r>
          </a:p>
        </p:txBody>
      </p:sp>
      <p:sp>
        <p:nvSpPr>
          <p:cNvPr id="20" name="Freeform 26">
            <a:extLst>
              <a:ext uri="{FF2B5EF4-FFF2-40B4-BE49-F238E27FC236}">
                <a16:creationId xmlns:a16="http://schemas.microsoft.com/office/drawing/2014/main" id="{57BBA2D2-A5DA-9318-10CC-4F984C797999}"/>
              </a:ext>
            </a:extLst>
          </p:cNvPr>
          <p:cNvSpPr>
            <a:spLocks/>
          </p:cNvSpPr>
          <p:nvPr/>
        </p:nvSpPr>
        <p:spPr bwMode="auto">
          <a:xfrm>
            <a:off x="4452767" y="3315443"/>
            <a:ext cx="1055604" cy="967129"/>
          </a:xfrm>
          <a:custGeom>
            <a:avLst/>
            <a:gdLst/>
            <a:ahLst/>
            <a:cxnLst>
              <a:cxn ang="0">
                <a:pos x="92" y="11"/>
              </a:cxn>
              <a:cxn ang="0">
                <a:pos x="91" y="63"/>
              </a:cxn>
              <a:cxn ang="0">
                <a:pos x="48" y="96"/>
              </a:cxn>
              <a:cxn ang="0">
                <a:pos x="0" y="120"/>
              </a:cxn>
              <a:cxn ang="0">
                <a:pos x="7" y="139"/>
              </a:cxn>
              <a:cxn ang="0">
                <a:pos x="38" y="128"/>
              </a:cxn>
              <a:cxn ang="0">
                <a:pos x="62" y="150"/>
              </a:cxn>
              <a:cxn ang="0">
                <a:pos x="83" y="164"/>
              </a:cxn>
              <a:cxn ang="0">
                <a:pos x="111" y="147"/>
              </a:cxn>
              <a:cxn ang="0">
                <a:pos x="131" y="152"/>
              </a:cxn>
              <a:cxn ang="0">
                <a:pos x="117" y="179"/>
              </a:cxn>
              <a:cxn ang="0">
                <a:pos x="120" y="221"/>
              </a:cxn>
              <a:cxn ang="0">
                <a:pos x="117" y="257"/>
              </a:cxn>
              <a:cxn ang="0">
                <a:pos x="114" y="296"/>
              </a:cxn>
              <a:cxn ang="0">
                <a:pos x="155" y="301"/>
              </a:cxn>
              <a:cxn ang="0">
                <a:pos x="182" y="323"/>
              </a:cxn>
              <a:cxn ang="0">
                <a:pos x="208" y="315"/>
              </a:cxn>
              <a:cxn ang="0">
                <a:pos x="243" y="343"/>
              </a:cxn>
              <a:cxn ang="0">
                <a:pos x="267" y="364"/>
              </a:cxn>
              <a:cxn ang="0">
                <a:pos x="304" y="360"/>
              </a:cxn>
              <a:cxn ang="0">
                <a:pos x="324" y="365"/>
              </a:cxn>
              <a:cxn ang="0">
                <a:pos x="350" y="366"/>
              </a:cxn>
              <a:cxn ang="0">
                <a:pos x="367" y="381"/>
              </a:cxn>
              <a:cxn ang="0">
                <a:pos x="377" y="355"/>
              </a:cxn>
              <a:cxn ang="0">
                <a:pos x="435" y="297"/>
              </a:cxn>
              <a:cxn ang="0">
                <a:pos x="435" y="240"/>
              </a:cxn>
              <a:cxn ang="0">
                <a:pos x="420" y="187"/>
              </a:cxn>
              <a:cxn ang="0">
                <a:pos x="422" y="165"/>
              </a:cxn>
              <a:cxn ang="0">
                <a:pos x="421" y="125"/>
              </a:cxn>
              <a:cxn ang="0">
                <a:pos x="405" y="111"/>
              </a:cxn>
              <a:cxn ang="0">
                <a:pos x="280" y="50"/>
              </a:cxn>
              <a:cxn ang="0">
                <a:pos x="189" y="21"/>
              </a:cxn>
              <a:cxn ang="0">
                <a:pos x="102" y="0"/>
              </a:cxn>
            </a:cxnLst>
            <a:rect l="0" t="0" r="r" b="b"/>
            <a:pathLst>
              <a:path w="435" h="382">
                <a:moveTo>
                  <a:pt x="102" y="0"/>
                </a:moveTo>
                <a:cubicBezTo>
                  <a:pt x="92" y="11"/>
                  <a:pt x="92" y="11"/>
                  <a:pt x="92" y="11"/>
                </a:cubicBezTo>
                <a:cubicBezTo>
                  <a:pt x="97" y="46"/>
                  <a:pt x="97" y="46"/>
                  <a:pt x="97" y="46"/>
                </a:cubicBezTo>
                <a:cubicBezTo>
                  <a:pt x="91" y="63"/>
                  <a:pt x="91" y="63"/>
                  <a:pt x="91" y="63"/>
                </a:cubicBezTo>
                <a:cubicBezTo>
                  <a:pt x="73" y="88"/>
                  <a:pt x="73" y="88"/>
                  <a:pt x="73" y="88"/>
                </a:cubicBezTo>
                <a:cubicBezTo>
                  <a:pt x="48" y="96"/>
                  <a:pt x="48" y="96"/>
                  <a:pt x="48" y="96"/>
                </a:cubicBezTo>
                <a:cubicBezTo>
                  <a:pt x="14" y="115"/>
                  <a:pt x="14" y="115"/>
                  <a:pt x="14" y="115"/>
                </a:cubicBezTo>
                <a:cubicBezTo>
                  <a:pt x="14" y="115"/>
                  <a:pt x="7" y="118"/>
                  <a:pt x="0" y="120"/>
                </a:cubicBezTo>
                <a:cubicBezTo>
                  <a:pt x="5" y="131"/>
                  <a:pt x="5" y="131"/>
                  <a:pt x="5" y="131"/>
                </a:cubicBezTo>
                <a:cubicBezTo>
                  <a:pt x="7" y="139"/>
                  <a:pt x="7" y="139"/>
                  <a:pt x="7" y="139"/>
                </a:cubicBezTo>
                <a:cubicBezTo>
                  <a:pt x="21" y="135"/>
                  <a:pt x="21" y="135"/>
                  <a:pt x="21" y="135"/>
                </a:cubicBezTo>
                <a:cubicBezTo>
                  <a:pt x="38" y="128"/>
                  <a:pt x="38" y="128"/>
                  <a:pt x="38" y="128"/>
                </a:cubicBezTo>
                <a:cubicBezTo>
                  <a:pt x="62" y="141"/>
                  <a:pt x="62" y="141"/>
                  <a:pt x="62" y="141"/>
                </a:cubicBezTo>
                <a:cubicBezTo>
                  <a:pt x="62" y="150"/>
                  <a:pt x="62" y="150"/>
                  <a:pt x="62" y="150"/>
                </a:cubicBezTo>
                <a:cubicBezTo>
                  <a:pt x="72" y="165"/>
                  <a:pt x="72" y="165"/>
                  <a:pt x="72" y="165"/>
                </a:cubicBezTo>
                <a:cubicBezTo>
                  <a:pt x="83" y="164"/>
                  <a:pt x="83" y="164"/>
                  <a:pt x="83" y="164"/>
                </a:cubicBezTo>
                <a:cubicBezTo>
                  <a:pt x="88" y="158"/>
                  <a:pt x="88" y="158"/>
                  <a:pt x="88" y="158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27" y="131"/>
                  <a:pt x="127" y="131"/>
                  <a:pt x="127" y="131"/>
                </a:cubicBezTo>
                <a:cubicBezTo>
                  <a:pt x="131" y="152"/>
                  <a:pt x="131" y="152"/>
                  <a:pt x="131" y="152"/>
                </a:cubicBezTo>
                <a:cubicBezTo>
                  <a:pt x="131" y="175"/>
                  <a:pt x="131" y="175"/>
                  <a:pt x="131" y="175"/>
                </a:cubicBezTo>
                <a:cubicBezTo>
                  <a:pt x="117" y="179"/>
                  <a:pt x="117" y="179"/>
                  <a:pt x="117" y="179"/>
                </a:cubicBezTo>
                <a:cubicBezTo>
                  <a:pt x="120" y="194"/>
                  <a:pt x="120" y="194"/>
                  <a:pt x="120" y="194"/>
                </a:cubicBezTo>
                <a:cubicBezTo>
                  <a:pt x="120" y="221"/>
                  <a:pt x="120" y="221"/>
                  <a:pt x="120" y="221"/>
                </a:cubicBezTo>
                <a:cubicBezTo>
                  <a:pt x="110" y="241"/>
                  <a:pt x="110" y="241"/>
                  <a:pt x="110" y="241"/>
                </a:cubicBezTo>
                <a:cubicBezTo>
                  <a:pt x="117" y="257"/>
                  <a:pt x="117" y="257"/>
                  <a:pt x="117" y="257"/>
                </a:cubicBezTo>
                <a:cubicBezTo>
                  <a:pt x="110" y="274"/>
                  <a:pt x="110" y="274"/>
                  <a:pt x="110" y="274"/>
                </a:cubicBezTo>
                <a:cubicBezTo>
                  <a:pt x="114" y="296"/>
                  <a:pt x="114" y="296"/>
                  <a:pt x="114" y="296"/>
                </a:cubicBezTo>
                <a:cubicBezTo>
                  <a:pt x="139" y="307"/>
                  <a:pt x="139" y="307"/>
                  <a:pt x="139" y="307"/>
                </a:cubicBezTo>
                <a:cubicBezTo>
                  <a:pt x="155" y="301"/>
                  <a:pt x="155" y="301"/>
                  <a:pt x="155" y="301"/>
                </a:cubicBezTo>
                <a:cubicBezTo>
                  <a:pt x="180" y="305"/>
                  <a:pt x="180" y="305"/>
                  <a:pt x="180" y="305"/>
                </a:cubicBezTo>
                <a:cubicBezTo>
                  <a:pt x="182" y="323"/>
                  <a:pt x="182" y="323"/>
                  <a:pt x="182" y="323"/>
                </a:cubicBezTo>
                <a:cubicBezTo>
                  <a:pt x="189" y="321"/>
                  <a:pt x="189" y="321"/>
                  <a:pt x="189" y="321"/>
                </a:cubicBezTo>
                <a:cubicBezTo>
                  <a:pt x="208" y="315"/>
                  <a:pt x="208" y="315"/>
                  <a:pt x="208" y="315"/>
                </a:cubicBezTo>
                <a:cubicBezTo>
                  <a:pt x="237" y="323"/>
                  <a:pt x="237" y="323"/>
                  <a:pt x="237" y="323"/>
                </a:cubicBezTo>
                <a:cubicBezTo>
                  <a:pt x="243" y="343"/>
                  <a:pt x="243" y="343"/>
                  <a:pt x="243" y="343"/>
                </a:cubicBezTo>
                <a:cubicBezTo>
                  <a:pt x="258" y="347"/>
                  <a:pt x="258" y="347"/>
                  <a:pt x="258" y="347"/>
                </a:cubicBezTo>
                <a:cubicBezTo>
                  <a:pt x="267" y="364"/>
                  <a:pt x="267" y="364"/>
                  <a:pt x="267" y="364"/>
                </a:cubicBezTo>
                <a:cubicBezTo>
                  <a:pt x="285" y="375"/>
                  <a:pt x="285" y="375"/>
                  <a:pt x="285" y="375"/>
                </a:cubicBezTo>
                <a:cubicBezTo>
                  <a:pt x="304" y="360"/>
                  <a:pt x="304" y="360"/>
                  <a:pt x="304" y="360"/>
                </a:cubicBezTo>
                <a:cubicBezTo>
                  <a:pt x="326" y="357"/>
                  <a:pt x="326" y="357"/>
                  <a:pt x="326" y="357"/>
                </a:cubicBezTo>
                <a:cubicBezTo>
                  <a:pt x="324" y="365"/>
                  <a:pt x="324" y="365"/>
                  <a:pt x="324" y="365"/>
                </a:cubicBezTo>
                <a:cubicBezTo>
                  <a:pt x="337" y="371"/>
                  <a:pt x="337" y="371"/>
                  <a:pt x="337" y="371"/>
                </a:cubicBezTo>
                <a:cubicBezTo>
                  <a:pt x="350" y="366"/>
                  <a:pt x="350" y="366"/>
                  <a:pt x="350" y="366"/>
                </a:cubicBezTo>
                <a:cubicBezTo>
                  <a:pt x="352" y="382"/>
                  <a:pt x="352" y="382"/>
                  <a:pt x="352" y="382"/>
                </a:cubicBezTo>
                <a:cubicBezTo>
                  <a:pt x="367" y="381"/>
                  <a:pt x="367" y="381"/>
                  <a:pt x="367" y="381"/>
                </a:cubicBezTo>
                <a:cubicBezTo>
                  <a:pt x="378" y="377"/>
                  <a:pt x="378" y="377"/>
                  <a:pt x="378" y="377"/>
                </a:cubicBezTo>
                <a:cubicBezTo>
                  <a:pt x="377" y="355"/>
                  <a:pt x="377" y="355"/>
                  <a:pt x="377" y="355"/>
                </a:cubicBezTo>
                <a:cubicBezTo>
                  <a:pt x="415" y="320"/>
                  <a:pt x="415" y="320"/>
                  <a:pt x="415" y="320"/>
                </a:cubicBezTo>
                <a:cubicBezTo>
                  <a:pt x="435" y="297"/>
                  <a:pt x="435" y="297"/>
                  <a:pt x="435" y="297"/>
                </a:cubicBezTo>
                <a:cubicBezTo>
                  <a:pt x="427" y="269"/>
                  <a:pt x="427" y="269"/>
                  <a:pt x="427" y="269"/>
                </a:cubicBezTo>
                <a:cubicBezTo>
                  <a:pt x="435" y="240"/>
                  <a:pt x="435" y="240"/>
                  <a:pt x="435" y="240"/>
                </a:cubicBezTo>
                <a:cubicBezTo>
                  <a:pt x="427" y="209"/>
                  <a:pt x="427" y="209"/>
                  <a:pt x="427" y="209"/>
                </a:cubicBezTo>
                <a:cubicBezTo>
                  <a:pt x="420" y="187"/>
                  <a:pt x="420" y="187"/>
                  <a:pt x="420" y="187"/>
                </a:cubicBezTo>
                <a:cubicBezTo>
                  <a:pt x="425" y="174"/>
                  <a:pt x="425" y="174"/>
                  <a:pt x="425" y="174"/>
                </a:cubicBezTo>
                <a:cubicBezTo>
                  <a:pt x="422" y="165"/>
                  <a:pt x="422" y="165"/>
                  <a:pt x="422" y="165"/>
                </a:cubicBezTo>
                <a:cubicBezTo>
                  <a:pt x="432" y="155"/>
                  <a:pt x="432" y="155"/>
                  <a:pt x="432" y="155"/>
                </a:cubicBezTo>
                <a:cubicBezTo>
                  <a:pt x="421" y="125"/>
                  <a:pt x="421" y="125"/>
                  <a:pt x="421" y="125"/>
                </a:cubicBezTo>
                <a:cubicBezTo>
                  <a:pt x="423" y="125"/>
                  <a:pt x="423" y="125"/>
                  <a:pt x="423" y="125"/>
                </a:cubicBezTo>
                <a:cubicBezTo>
                  <a:pt x="405" y="111"/>
                  <a:pt x="405" y="111"/>
                  <a:pt x="405" y="111"/>
                </a:cubicBezTo>
                <a:cubicBezTo>
                  <a:pt x="353" y="87"/>
                  <a:pt x="353" y="87"/>
                  <a:pt x="353" y="87"/>
                </a:cubicBezTo>
                <a:cubicBezTo>
                  <a:pt x="280" y="50"/>
                  <a:pt x="280" y="50"/>
                  <a:pt x="280" y="50"/>
                </a:cubicBezTo>
                <a:cubicBezTo>
                  <a:pt x="224" y="36"/>
                  <a:pt x="224" y="36"/>
                  <a:pt x="224" y="36"/>
                </a:cubicBezTo>
                <a:cubicBezTo>
                  <a:pt x="189" y="21"/>
                  <a:pt x="189" y="21"/>
                  <a:pt x="189" y="21"/>
                </a:cubicBezTo>
                <a:cubicBezTo>
                  <a:pt x="156" y="20"/>
                  <a:pt x="156" y="20"/>
                  <a:pt x="156" y="20"/>
                </a:cubicBezTo>
                <a:lnTo>
                  <a:pt x="102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679A9E-FB0C-4B08-6B09-B1FD1D6C9606}"/>
              </a:ext>
            </a:extLst>
          </p:cNvPr>
          <p:cNvSpPr/>
          <p:nvPr/>
        </p:nvSpPr>
        <p:spPr>
          <a:xfrm>
            <a:off x="4845801" y="3706635"/>
            <a:ext cx="56566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Kwilu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 17">
            <a:extLst>
              <a:ext uri="{FF2B5EF4-FFF2-40B4-BE49-F238E27FC236}">
                <a16:creationId xmlns:a16="http://schemas.microsoft.com/office/drawing/2014/main" id="{4FB5A738-1559-C3C5-91F1-1F6D4F0D38BB}"/>
              </a:ext>
            </a:extLst>
          </p:cNvPr>
          <p:cNvSpPr>
            <a:spLocks/>
          </p:cNvSpPr>
          <p:nvPr/>
        </p:nvSpPr>
        <p:spPr bwMode="auto">
          <a:xfrm>
            <a:off x="5268879" y="1342730"/>
            <a:ext cx="1247196" cy="799853"/>
          </a:xfrm>
          <a:custGeom>
            <a:avLst/>
            <a:gdLst/>
            <a:ahLst/>
            <a:cxnLst>
              <a:cxn ang="0">
                <a:pos x="568" y="12"/>
              </a:cxn>
              <a:cxn ang="0">
                <a:pos x="539" y="30"/>
              </a:cxn>
              <a:cxn ang="0">
                <a:pos x="535" y="31"/>
              </a:cxn>
              <a:cxn ang="0">
                <a:pos x="500" y="38"/>
              </a:cxn>
              <a:cxn ang="0">
                <a:pos x="451" y="67"/>
              </a:cxn>
              <a:cxn ang="0">
                <a:pos x="411" y="73"/>
              </a:cxn>
              <a:cxn ang="0">
                <a:pos x="331" y="55"/>
              </a:cxn>
              <a:cxn ang="0">
                <a:pos x="272" y="52"/>
              </a:cxn>
              <a:cxn ang="0">
                <a:pos x="217" y="40"/>
              </a:cxn>
              <a:cxn ang="0">
                <a:pos x="239" y="113"/>
              </a:cxn>
              <a:cxn ang="0">
                <a:pos x="205" y="155"/>
              </a:cxn>
              <a:cxn ang="0">
                <a:pos x="134" y="169"/>
              </a:cxn>
              <a:cxn ang="0">
                <a:pos x="83" y="234"/>
              </a:cxn>
              <a:cxn ang="0">
                <a:pos x="25" y="263"/>
              </a:cxn>
              <a:cxn ang="0">
                <a:pos x="0" y="316"/>
              </a:cxn>
              <a:cxn ang="0">
                <a:pos x="83" y="296"/>
              </a:cxn>
              <a:cxn ang="0">
                <a:pos x="127" y="267"/>
              </a:cxn>
              <a:cxn ang="0">
                <a:pos x="197" y="271"/>
              </a:cxn>
              <a:cxn ang="0">
                <a:pos x="217" y="314"/>
              </a:cxn>
              <a:cxn ang="0">
                <a:pos x="259" y="346"/>
              </a:cxn>
              <a:cxn ang="0">
                <a:pos x="272" y="369"/>
              </a:cxn>
              <a:cxn ang="0">
                <a:pos x="361" y="416"/>
              </a:cxn>
              <a:cxn ang="0">
                <a:pos x="405" y="381"/>
              </a:cxn>
              <a:cxn ang="0">
                <a:pos x="430" y="387"/>
              </a:cxn>
              <a:cxn ang="0">
                <a:pos x="427" y="334"/>
              </a:cxn>
              <a:cxn ang="0">
                <a:pos x="418" y="306"/>
              </a:cxn>
              <a:cxn ang="0">
                <a:pos x="410" y="260"/>
              </a:cxn>
              <a:cxn ang="0">
                <a:pos x="447" y="252"/>
              </a:cxn>
              <a:cxn ang="0">
                <a:pos x="493" y="238"/>
              </a:cxn>
              <a:cxn ang="0">
                <a:pos x="492" y="208"/>
              </a:cxn>
              <a:cxn ang="0">
                <a:pos x="485" y="164"/>
              </a:cxn>
              <a:cxn ang="0">
                <a:pos x="538" y="194"/>
              </a:cxn>
              <a:cxn ang="0">
                <a:pos x="575" y="169"/>
              </a:cxn>
              <a:cxn ang="0">
                <a:pos x="634" y="151"/>
              </a:cxn>
              <a:cxn ang="0">
                <a:pos x="672" y="137"/>
              </a:cxn>
              <a:cxn ang="0">
                <a:pos x="598" y="112"/>
              </a:cxn>
              <a:cxn ang="0">
                <a:pos x="576" y="77"/>
              </a:cxn>
              <a:cxn ang="0">
                <a:pos x="577" y="51"/>
              </a:cxn>
              <a:cxn ang="0">
                <a:pos x="585" y="18"/>
              </a:cxn>
            </a:cxnLst>
            <a:rect l="0" t="0" r="r" b="b"/>
            <a:pathLst>
              <a:path w="677" h="416">
                <a:moveTo>
                  <a:pt x="583" y="0"/>
                </a:moveTo>
                <a:lnTo>
                  <a:pt x="568" y="12"/>
                </a:lnTo>
                <a:lnTo>
                  <a:pt x="561" y="25"/>
                </a:lnTo>
                <a:lnTo>
                  <a:pt x="539" y="30"/>
                </a:lnTo>
                <a:lnTo>
                  <a:pt x="539" y="26"/>
                </a:lnTo>
                <a:lnTo>
                  <a:pt x="535" y="31"/>
                </a:lnTo>
                <a:lnTo>
                  <a:pt x="517" y="39"/>
                </a:lnTo>
                <a:lnTo>
                  <a:pt x="500" y="38"/>
                </a:lnTo>
                <a:lnTo>
                  <a:pt x="467" y="67"/>
                </a:lnTo>
                <a:lnTo>
                  <a:pt x="451" y="67"/>
                </a:lnTo>
                <a:lnTo>
                  <a:pt x="436" y="60"/>
                </a:lnTo>
                <a:lnTo>
                  <a:pt x="411" y="73"/>
                </a:lnTo>
                <a:lnTo>
                  <a:pt x="383" y="76"/>
                </a:lnTo>
                <a:lnTo>
                  <a:pt x="331" y="55"/>
                </a:lnTo>
                <a:lnTo>
                  <a:pt x="309" y="43"/>
                </a:lnTo>
                <a:lnTo>
                  <a:pt x="272" y="52"/>
                </a:lnTo>
                <a:lnTo>
                  <a:pt x="225" y="37"/>
                </a:lnTo>
                <a:lnTo>
                  <a:pt x="217" y="40"/>
                </a:lnTo>
                <a:lnTo>
                  <a:pt x="230" y="80"/>
                </a:lnTo>
                <a:lnTo>
                  <a:pt x="239" y="113"/>
                </a:lnTo>
                <a:lnTo>
                  <a:pt x="233" y="143"/>
                </a:lnTo>
                <a:lnTo>
                  <a:pt x="205" y="155"/>
                </a:lnTo>
                <a:lnTo>
                  <a:pt x="161" y="154"/>
                </a:lnTo>
                <a:lnTo>
                  <a:pt x="134" y="169"/>
                </a:lnTo>
                <a:lnTo>
                  <a:pt x="96" y="221"/>
                </a:lnTo>
                <a:lnTo>
                  <a:pt x="83" y="234"/>
                </a:lnTo>
                <a:lnTo>
                  <a:pt x="47" y="251"/>
                </a:lnTo>
                <a:lnTo>
                  <a:pt x="25" y="263"/>
                </a:lnTo>
                <a:lnTo>
                  <a:pt x="1" y="287"/>
                </a:lnTo>
                <a:lnTo>
                  <a:pt x="0" y="316"/>
                </a:lnTo>
                <a:lnTo>
                  <a:pt x="25" y="306"/>
                </a:lnTo>
                <a:lnTo>
                  <a:pt x="83" y="296"/>
                </a:lnTo>
                <a:lnTo>
                  <a:pt x="113" y="281"/>
                </a:lnTo>
                <a:lnTo>
                  <a:pt x="127" y="267"/>
                </a:lnTo>
                <a:lnTo>
                  <a:pt x="152" y="264"/>
                </a:lnTo>
                <a:lnTo>
                  <a:pt x="197" y="271"/>
                </a:lnTo>
                <a:lnTo>
                  <a:pt x="217" y="281"/>
                </a:lnTo>
                <a:lnTo>
                  <a:pt x="217" y="314"/>
                </a:lnTo>
                <a:lnTo>
                  <a:pt x="225" y="343"/>
                </a:lnTo>
                <a:lnTo>
                  <a:pt x="259" y="346"/>
                </a:lnTo>
                <a:lnTo>
                  <a:pt x="269" y="358"/>
                </a:lnTo>
                <a:lnTo>
                  <a:pt x="272" y="369"/>
                </a:lnTo>
                <a:lnTo>
                  <a:pt x="286" y="375"/>
                </a:lnTo>
                <a:lnTo>
                  <a:pt x="361" y="416"/>
                </a:lnTo>
                <a:lnTo>
                  <a:pt x="375" y="392"/>
                </a:lnTo>
                <a:lnTo>
                  <a:pt x="405" y="381"/>
                </a:lnTo>
                <a:lnTo>
                  <a:pt x="419" y="383"/>
                </a:lnTo>
                <a:lnTo>
                  <a:pt x="430" y="387"/>
                </a:lnTo>
                <a:lnTo>
                  <a:pt x="440" y="376"/>
                </a:lnTo>
                <a:lnTo>
                  <a:pt x="427" y="334"/>
                </a:lnTo>
                <a:lnTo>
                  <a:pt x="419" y="323"/>
                </a:lnTo>
                <a:lnTo>
                  <a:pt x="418" y="306"/>
                </a:lnTo>
                <a:lnTo>
                  <a:pt x="419" y="289"/>
                </a:lnTo>
                <a:lnTo>
                  <a:pt x="410" y="260"/>
                </a:lnTo>
                <a:lnTo>
                  <a:pt x="419" y="255"/>
                </a:lnTo>
                <a:lnTo>
                  <a:pt x="447" y="252"/>
                </a:lnTo>
                <a:lnTo>
                  <a:pt x="476" y="242"/>
                </a:lnTo>
                <a:lnTo>
                  <a:pt x="493" y="238"/>
                </a:lnTo>
                <a:lnTo>
                  <a:pt x="498" y="230"/>
                </a:lnTo>
                <a:lnTo>
                  <a:pt x="492" y="208"/>
                </a:lnTo>
                <a:lnTo>
                  <a:pt x="483" y="190"/>
                </a:lnTo>
                <a:lnTo>
                  <a:pt x="485" y="164"/>
                </a:lnTo>
                <a:lnTo>
                  <a:pt x="517" y="180"/>
                </a:lnTo>
                <a:lnTo>
                  <a:pt x="538" y="194"/>
                </a:lnTo>
                <a:lnTo>
                  <a:pt x="560" y="187"/>
                </a:lnTo>
                <a:lnTo>
                  <a:pt x="575" y="169"/>
                </a:lnTo>
                <a:lnTo>
                  <a:pt x="592" y="175"/>
                </a:lnTo>
                <a:lnTo>
                  <a:pt x="634" y="151"/>
                </a:lnTo>
                <a:lnTo>
                  <a:pt x="677" y="163"/>
                </a:lnTo>
                <a:lnTo>
                  <a:pt x="672" y="137"/>
                </a:lnTo>
                <a:lnTo>
                  <a:pt x="630" y="112"/>
                </a:lnTo>
                <a:lnTo>
                  <a:pt x="598" y="112"/>
                </a:lnTo>
                <a:lnTo>
                  <a:pt x="564" y="89"/>
                </a:lnTo>
                <a:lnTo>
                  <a:pt x="576" y="77"/>
                </a:lnTo>
                <a:lnTo>
                  <a:pt x="569" y="63"/>
                </a:lnTo>
                <a:lnTo>
                  <a:pt x="577" y="51"/>
                </a:lnTo>
                <a:lnTo>
                  <a:pt x="576" y="37"/>
                </a:lnTo>
                <a:lnTo>
                  <a:pt x="585" y="18"/>
                </a:lnTo>
                <a:lnTo>
                  <a:pt x="583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DE944691-8EBE-3FC5-3A71-D99D452B5347}"/>
              </a:ext>
            </a:extLst>
          </p:cNvPr>
          <p:cNvSpPr>
            <a:spLocks/>
          </p:cNvSpPr>
          <p:nvPr/>
        </p:nvSpPr>
        <p:spPr bwMode="auto">
          <a:xfrm>
            <a:off x="4275912" y="2567504"/>
            <a:ext cx="1484844" cy="1090183"/>
          </a:xfrm>
          <a:custGeom>
            <a:avLst/>
            <a:gdLst/>
            <a:ahLst/>
            <a:cxnLst>
              <a:cxn ang="0">
                <a:pos x="358" y="7"/>
              </a:cxn>
              <a:cxn ang="0">
                <a:pos x="336" y="29"/>
              </a:cxn>
              <a:cxn ang="0">
                <a:pos x="349" y="47"/>
              </a:cxn>
              <a:cxn ang="0">
                <a:pos x="336" y="50"/>
              </a:cxn>
              <a:cxn ang="0">
                <a:pos x="325" y="63"/>
              </a:cxn>
              <a:cxn ang="0">
                <a:pos x="292" y="46"/>
              </a:cxn>
              <a:cxn ang="0">
                <a:pos x="264" y="62"/>
              </a:cxn>
              <a:cxn ang="0">
                <a:pos x="226" y="78"/>
              </a:cxn>
              <a:cxn ang="0">
                <a:pos x="176" y="99"/>
              </a:cxn>
              <a:cxn ang="0">
                <a:pos x="137" y="124"/>
              </a:cxn>
              <a:cxn ang="0">
                <a:pos x="109" y="126"/>
              </a:cxn>
              <a:cxn ang="0">
                <a:pos x="118" y="148"/>
              </a:cxn>
              <a:cxn ang="0">
                <a:pos x="81" y="141"/>
              </a:cxn>
              <a:cxn ang="0">
                <a:pos x="45" y="156"/>
              </a:cxn>
              <a:cxn ang="0">
                <a:pos x="32" y="199"/>
              </a:cxn>
              <a:cxn ang="0">
                <a:pos x="33" y="240"/>
              </a:cxn>
              <a:cxn ang="0">
                <a:pos x="31" y="294"/>
              </a:cxn>
              <a:cxn ang="0">
                <a:pos x="27" y="316"/>
              </a:cxn>
              <a:cxn ang="0">
                <a:pos x="22" y="389"/>
              </a:cxn>
              <a:cxn ang="0">
                <a:pos x="65" y="413"/>
              </a:cxn>
              <a:cxn ang="0">
                <a:pos x="73" y="416"/>
              </a:cxn>
              <a:cxn ang="0">
                <a:pos x="121" y="392"/>
              </a:cxn>
              <a:cxn ang="0">
                <a:pos x="164" y="359"/>
              </a:cxn>
              <a:cxn ang="0">
                <a:pos x="165" y="307"/>
              </a:cxn>
              <a:cxn ang="0">
                <a:pos x="229" y="316"/>
              </a:cxn>
              <a:cxn ang="0">
                <a:pos x="297" y="332"/>
              </a:cxn>
              <a:cxn ang="0">
                <a:pos x="426" y="383"/>
              </a:cxn>
              <a:cxn ang="0">
                <a:pos x="496" y="421"/>
              </a:cxn>
              <a:cxn ang="0">
                <a:pos x="516" y="429"/>
              </a:cxn>
              <a:cxn ang="0">
                <a:pos x="541" y="418"/>
              </a:cxn>
              <a:cxn ang="0">
                <a:pos x="566" y="313"/>
              </a:cxn>
              <a:cxn ang="0">
                <a:pos x="588" y="242"/>
              </a:cxn>
              <a:cxn ang="0">
                <a:pos x="608" y="201"/>
              </a:cxn>
              <a:cxn ang="0">
                <a:pos x="609" y="193"/>
              </a:cxn>
              <a:cxn ang="0">
                <a:pos x="536" y="159"/>
              </a:cxn>
              <a:cxn ang="0">
                <a:pos x="482" y="144"/>
              </a:cxn>
              <a:cxn ang="0">
                <a:pos x="459" y="105"/>
              </a:cxn>
              <a:cxn ang="0">
                <a:pos x="434" y="123"/>
              </a:cxn>
              <a:cxn ang="0">
                <a:pos x="416" y="83"/>
              </a:cxn>
              <a:cxn ang="0">
                <a:pos x="382" y="27"/>
              </a:cxn>
            </a:cxnLst>
            <a:rect l="0" t="0" r="r" b="b"/>
            <a:pathLst>
              <a:path w="612" h="431">
                <a:moveTo>
                  <a:pt x="373" y="0"/>
                </a:moveTo>
                <a:cubicBezTo>
                  <a:pt x="358" y="7"/>
                  <a:pt x="358" y="7"/>
                  <a:pt x="358" y="7"/>
                </a:cubicBezTo>
                <a:cubicBezTo>
                  <a:pt x="344" y="5"/>
                  <a:pt x="344" y="5"/>
                  <a:pt x="344" y="5"/>
                </a:cubicBezTo>
                <a:cubicBezTo>
                  <a:pt x="336" y="29"/>
                  <a:pt x="336" y="29"/>
                  <a:pt x="336" y="29"/>
                </a:cubicBezTo>
                <a:cubicBezTo>
                  <a:pt x="345" y="33"/>
                  <a:pt x="345" y="33"/>
                  <a:pt x="345" y="33"/>
                </a:cubicBezTo>
                <a:cubicBezTo>
                  <a:pt x="349" y="47"/>
                  <a:pt x="349" y="47"/>
                  <a:pt x="349" y="47"/>
                </a:cubicBezTo>
                <a:cubicBezTo>
                  <a:pt x="337" y="40"/>
                  <a:pt x="337" y="40"/>
                  <a:pt x="337" y="40"/>
                </a:cubicBezTo>
                <a:cubicBezTo>
                  <a:pt x="336" y="50"/>
                  <a:pt x="336" y="50"/>
                  <a:pt x="336" y="50"/>
                </a:cubicBezTo>
                <a:cubicBezTo>
                  <a:pt x="345" y="60"/>
                  <a:pt x="345" y="60"/>
                  <a:pt x="345" y="60"/>
                </a:cubicBezTo>
                <a:cubicBezTo>
                  <a:pt x="325" y="63"/>
                  <a:pt x="325" y="63"/>
                  <a:pt x="325" y="63"/>
                </a:cubicBezTo>
                <a:cubicBezTo>
                  <a:pt x="305" y="61"/>
                  <a:pt x="305" y="61"/>
                  <a:pt x="305" y="61"/>
                </a:cubicBezTo>
                <a:cubicBezTo>
                  <a:pt x="292" y="46"/>
                  <a:pt x="292" y="46"/>
                  <a:pt x="292" y="46"/>
                </a:cubicBezTo>
                <a:cubicBezTo>
                  <a:pt x="268" y="45"/>
                  <a:pt x="268" y="45"/>
                  <a:pt x="268" y="45"/>
                </a:cubicBezTo>
                <a:cubicBezTo>
                  <a:pt x="264" y="62"/>
                  <a:pt x="264" y="62"/>
                  <a:pt x="264" y="62"/>
                </a:cubicBezTo>
                <a:cubicBezTo>
                  <a:pt x="243" y="79"/>
                  <a:pt x="243" y="79"/>
                  <a:pt x="243" y="79"/>
                </a:cubicBezTo>
                <a:cubicBezTo>
                  <a:pt x="226" y="78"/>
                  <a:pt x="226" y="78"/>
                  <a:pt x="226" y="78"/>
                </a:cubicBezTo>
                <a:cubicBezTo>
                  <a:pt x="208" y="88"/>
                  <a:pt x="208" y="88"/>
                  <a:pt x="208" y="88"/>
                </a:cubicBezTo>
                <a:cubicBezTo>
                  <a:pt x="176" y="99"/>
                  <a:pt x="176" y="99"/>
                  <a:pt x="176" y="99"/>
                </a:cubicBezTo>
                <a:cubicBezTo>
                  <a:pt x="167" y="115"/>
                  <a:pt x="167" y="115"/>
                  <a:pt x="167" y="115"/>
                </a:cubicBezTo>
                <a:cubicBezTo>
                  <a:pt x="137" y="124"/>
                  <a:pt x="137" y="124"/>
                  <a:pt x="137" y="124"/>
                </a:cubicBezTo>
                <a:cubicBezTo>
                  <a:pt x="112" y="121"/>
                  <a:pt x="112" y="121"/>
                  <a:pt x="112" y="121"/>
                </a:cubicBezTo>
                <a:cubicBezTo>
                  <a:pt x="109" y="126"/>
                  <a:pt x="109" y="126"/>
                  <a:pt x="109" y="126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18" y="148"/>
                  <a:pt x="118" y="148"/>
                  <a:pt x="118" y="148"/>
                </a:cubicBezTo>
                <a:cubicBezTo>
                  <a:pt x="90" y="152"/>
                  <a:pt x="90" y="152"/>
                  <a:pt x="90" y="152"/>
                </a:cubicBezTo>
                <a:cubicBezTo>
                  <a:pt x="81" y="141"/>
                  <a:pt x="81" y="141"/>
                  <a:pt x="81" y="141"/>
                </a:cubicBezTo>
                <a:cubicBezTo>
                  <a:pt x="72" y="132"/>
                  <a:pt x="72" y="132"/>
                  <a:pt x="72" y="132"/>
                </a:cubicBezTo>
                <a:cubicBezTo>
                  <a:pt x="45" y="156"/>
                  <a:pt x="45" y="156"/>
                  <a:pt x="45" y="156"/>
                </a:cubicBezTo>
                <a:cubicBezTo>
                  <a:pt x="33" y="168"/>
                  <a:pt x="33" y="168"/>
                  <a:pt x="33" y="168"/>
                </a:cubicBezTo>
                <a:cubicBezTo>
                  <a:pt x="32" y="199"/>
                  <a:pt x="32" y="199"/>
                  <a:pt x="32" y="199"/>
                </a:cubicBezTo>
                <a:cubicBezTo>
                  <a:pt x="38" y="220"/>
                  <a:pt x="38" y="220"/>
                  <a:pt x="38" y="220"/>
                </a:cubicBezTo>
                <a:cubicBezTo>
                  <a:pt x="33" y="240"/>
                  <a:pt x="33" y="240"/>
                  <a:pt x="33" y="240"/>
                </a:cubicBezTo>
                <a:cubicBezTo>
                  <a:pt x="31" y="277"/>
                  <a:pt x="31" y="277"/>
                  <a:pt x="31" y="277"/>
                </a:cubicBezTo>
                <a:cubicBezTo>
                  <a:pt x="31" y="294"/>
                  <a:pt x="31" y="294"/>
                  <a:pt x="31" y="294"/>
                </a:cubicBezTo>
                <a:cubicBezTo>
                  <a:pt x="37" y="300"/>
                  <a:pt x="37" y="300"/>
                  <a:pt x="37" y="300"/>
                </a:cubicBezTo>
                <a:cubicBezTo>
                  <a:pt x="27" y="316"/>
                  <a:pt x="27" y="316"/>
                  <a:pt x="27" y="316"/>
                </a:cubicBezTo>
                <a:cubicBezTo>
                  <a:pt x="0" y="377"/>
                  <a:pt x="0" y="377"/>
                  <a:pt x="0" y="377"/>
                </a:cubicBezTo>
                <a:cubicBezTo>
                  <a:pt x="22" y="389"/>
                  <a:pt x="22" y="389"/>
                  <a:pt x="22" y="389"/>
                </a:cubicBezTo>
                <a:cubicBezTo>
                  <a:pt x="60" y="400"/>
                  <a:pt x="60" y="400"/>
                  <a:pt x="60" y="400"/>
                </a:cubicBezTo>
                <a:cubicBezTo>
                  <a:pt x="65" y="413"/>
                  <a:pt x="65" y="413"/>
                  <a:pt x="65" y="413"/>
                </a:cubicBezTo>
                <a:cubicBezTo>
                  <a:pt x="73" y="416"/>
                  <a:pt x="73" y="416"/>
                  <a:pt x="73" y="416"/>
                </a:cubicBezTo>
                <a:cubicBezTo>
                  <a:pt x="73" y="416"/>
                  <a:pt x="73" y="416"/>
                  <a:pt x="73" y="416"/>
                </a:cubicBezTo>
                <a:cubicBezTo>
                  <a:pt x="80" y="414"/>
                  <a:pt x="87" y="411"/>
                  <a:pt x="87" y="411"/>
                </a:cubicBezTo>
                <a:cubicBezTo>
                  <a:pt x="121" y="392"/>
                  <a:pt x="121" y="392"/>
                  <a:pt x="121" y="392"/>
                </a:cubicBezTo>
                <a:cubicBezTo>
                  <a:pt x="146" y="384"/>
                  <a:pt x="146" y="384"/>
                  <a:pt x="146" y="384"/>
                </a:cubicBezTo>
                <a:cubicBezTo>
                  <a:pt x="164" y="359"/>
                  <a:pt x="164" y="359"/>
                  <a:pt x="164" y="359"/>
                </a:cubicBezTo>
                <a:cubicBezTo>
                  <a:pt x="170" y="342"/>
                  <a:pt x="170" y="342"/>
                  <a:pt x="170" y="342"/>
                </a:cubicBezTo>
                <a:cubicBezTo>
                  <a:pt x="165" y="307"/>
                  <a:pt x="165" y="307"/>
                  <a:pt x="165" y="307"/>
                </a:cubicBezTo>
                <a:cubicBezTo>
                  <a:pt x="175" y="296"/>
                  <a:pt x="175" y="296"/>
                  <a:pt x="175" y="296"/>
                </a:cubicBezTo>
                <a:cubicBezTo>
                  <a:pt x="229" y="316"/>
                  <a:pt x="229" y="316"/>
                  <a:pt x="229" y="316"/>
                </a:cubicBezTo>
                <a:cubicBezTo>
                  <a:pt x="262" y="317"/>
                  <a:pt x="262" y="317"/>
                  <a:pt x="262" y="317"/>
                </a:cubicBezTo>
                <a:cubicBezTo>
                  <a:pt x="297" y="332"/>
                  <a:pt x="297" y="332"/>
                  <a:pt x="297" y="332"/>
                </a:cubicBezTo>
                <a:cubicBezTo>
                  <a:pt x="353" y="346"/>
                  <a:pt x="353" y="346"/>
                  <a:pt x="353" y="346"/>
                </a:cubicBezTo>
                <a:cubicBezTo>
                  <a:pt x="426" y="383"/>
                  <a:pt x="426" y="383"/>
                  <a:pt x="426" y="383"/>
                </a:cubicBezTo>
                <a:cubicBezTo>
                  <a:pt x="478" y="407"/>
                  <a:pt x="478" y="407"/>
                  <a:pt x="478" y="407"/>
                </a:cubicBezTo>
                <a:cubicBezTo>
                  <a:pt x="496" y="421"/>
                  <a:pt x="496" y="421"/>
                  <a:pt x="496" y="421"/>
                </a:cubicBezTo>
                <a:cubicBezTo>
                  <a:pt x="505" y="421"/>
                  <a:pt x="505" y="421"/>
                  <a:pt x="505" y="421"/>
                </a:cubicBezTo>
                <a:cubicBezTo>
                  <a:pt x="516" y="429"/>
                  <a:pt x="516" y="429"/>
                  <a:pt x="516" y="429"/>
                </a:cubicBezTo>
                <a:cubicBezTo>
                  <a:pt x="527" y="431"/>
                  <a:pt x="527" y="431"/>
                  <a:pt x="527" y="431"/>
                </a:cubicBezTo>
                <a:cubicBezTo>
                  <a:pt x="541" y="418"/>
                  <a:pt x="541" y="418"/>
                  <a:pt x="541" y="418"/>
                </a:cubicBezTo>
                <a:cubicBezTo>
                  <a:pt x="570" y="405"/>
                  <a:pt x="570" y="405"/>
                  <a:pt x="570" y="405"/>
                </a:cubicBezTo>
                <a:cubicBezTo>
                  <a:pt x="566" y="313"/>
                  <a:pt x="566" y="313"/>
                  <a:pt x="566" y="313"/>
                </a:cubicBezTo>
                <a:cubicBezTo>
                  <a:pt x="565" y="298"/>
                  <a:pt x="565" y="298"/>
                  <a:pt x="565" y="298"/>
                </a:cubicBezTo>
                <a:cubicBezTo>
                  <a:pt x="588" y="242"/>
                  <a:pt x="588" y="242"/>
                  <a:pt x="588" y="242"/>
                </a:cubicBezTo>
                <a:cubicBezTo>
                  <a:pt x="600" y="228"/>
                  <a:pt x="600" y="228"/>
                  <a:pt x="600" y="228"/>
                </a:cubicBezTo>
                <a:cubicBezTo>
                  <a:pt x="608" y="201"/>
                  <a:pt x="608" y="201"/>
                  <a:pt x="608" y="201"/>
                </a:cubicBezTo>
                <a:cubicBezTo>
                  <a:pt x="612" y="202"/>
                  <a:pt x="612" y="202"/>
                  <a:pt x="612" y="202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574" y="149"/>
                  <a:pt x="574" y="149"/>
                  <a:pt x="574" y="149"/>
                </a:cubicBezTo>
                <a:cubicBezTo>
                  <a:pt x="536" y="159"/>
                  <a:pt x="536" y="159"/>
                  <a:pt x="536" y="159"/>
                </a:cubicBezTo>
                <a:cubicBezTo>
                  <a:pt x="513" y="140"/>
                  <a:pt x="513" y="140"/>
                  <a:pt x="513" y="140"/>
                </a:cubicBezTo>
                <a:cubicBezTo>
                  <a:pt x="482" y="144"/>
                  <a:pt x="482" y="144"/>
                  <a:pt x="482" y="144"/>
                </a:cubicBezTo>
                <a:cubicBezTo>
                  <a:pt x="472" y="113"/>
                  <a:pt x="472" y="113"/>
                  <a:pt x="472" y="113"/>
                </a:cubicBezTo>
                <a:cubicBezTo>
                  <a:pt x="459" y="105"/>
                  <a:pt x="459" y="105"/>
                  <a:pt x="459" y="105"/>
                </a:cubicBezTo>
                <a:cubicBezTo>
                  <a:pt x="444" y="127"/>
                  <a:pt x="444" y="127"/>
                  <a:pt x="444" y="127"/>
                </a:cubicBezTo>
                <a:cubicBezTo>
                  <a:pt x="434" y="123"/>
                  <a:pt x="434" y="123"/>
                  <a:pt x="434" y="123"/>
                </a:cubicBezTo>
                <a:cubicBezTo>
                  <a:pt x="427" y="96"/>
                  <a:pt x="427" y="96"/>
                  <a:pt x="427" y="96"/>
                </a:cubicBezTo>
                <a:cubicBezTo>
                  <a:pt x="416" y="83"/>
                  <a:pt x="416" y="83"/>
                  <a:pt x="416" y="83"/>
                </a:cubicBezTo>
                <a:cubicBezTo>
                  <a:pt x="409" y="60"/>
                  <a:pt x="409" y="60"/>
                  <a:pt x="409" y="60"/>
                </a:cubicBezTo>
                <a:cubicBezTo>
                  <a:pt x="382" y="27"/>
                  <a:pt x="382" y="27"/>
                  <a:pt x="382" y="27"/>
                </a:cubicBezTo>
                <a:lnTo>
                  <a:pt x="373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7AA0BC-F2D4-D4D0-9A4C-7A4E02B9FFF2}"/>
              </a:ext>
            </a:extLst>
          </p:cNvPr>
          <p:cNvSpPr/>
          <p:nvPr/>
        </p:nvSpPr>
        <p:spPr>
          <a:xfrm>
            <a:off x="4486462" y="2951035"/>
            <a:ext cx="103265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Maindombe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2FAA71BE-472D-BFE4-1E62-71AE01DED286}"/>
              </a:ext>
            </a:extLst>
          </p:cNvPr>
          <p:cNvSpPr>
            <a:spLocks/>
          </p:cNvSpPr>
          <p:nvPr/>
        </p:nvSpPr>
        <p:spPr bwMode="auto">
          <a:xfrm>
            <a:off x="5368359" y="3034726"/>
            <a:ext cx="847429" cy="1507416"/>
          </a:xfrm>
          <a:custGeom>
            <a:avLst/>
            <a:gdLst/>
            <a:ahLst/>
            <a:cxnLst>
              <a:cxn ang="0">
                <a:pos x="276" y="21"/>
              </a:cxn>
              <a:cxn ang="0">
                <a:pos x="207" y="21"/>
              </a:cxn>
              <a:cxn ang="0">
                <a:pos x="181" y="75"/>
              </a:cxn>
              <a:cxn ang="0">
                <a:pos x="152" y="169"/>
              </a:cxn>
              <a:cxn ang="0">
                <a:pos x="119" y="307"/>
              </a:cxn>
              <a:cxn ang="0">
                <a:pos x="86" y="321"/>
              </a:cxn>
              <a:cxn ang="0">
                <a:pos x="57" y="311"/>
              </a:cxn>
              <a:cxn ang="0">
                <a:pos x="59" y="363"/>
              </a:cxn>
              <a:cxn ang="0">
                <a:pos x="56" y="392"/>
              </a:cxn>
              <a:cxn ang="0">
                <a:pos x="76" y="462"/>
              </a:cxn>
              <a:cxn ang="0">
                <a:pos x="76" y="537"/>
              </a:cxn>
              <a:cxn ang="0">
                <a:pos x="0" y="613"/>
              </a:cxn>
              <a:cxn ang="0">
                <a:pos x="36" y="716"/>
              </a:cxn>
              <a:cxn ang="0">
                <a:pos x="98" y="737"/>
              </a:cxn>
              <a:cxn ang="0">
                <a:pos x="146" y="723"/>
              </a:cxn>
              <a:cxn ang="0">
                <a:pos x="134" y="780"/>
              </a:cxn>
              <a:cxn ang="0">
                <a:pos x="327" y="773"/>
              </a:cxn>
              <a:cxn ang="0">
                <a:pos x="307" y="736"/>
              </a:cxn>
              <a:cxn ang="0">
                <a:pos x="304" y="682"/>
              </a:cxn>
              <a:cxn ang="0">
                <a:pos x="313" y="633"/>
              </a:cxn>
              <a:cxn ang="0">
                <a:pos x="325" y="596"/>
              </a:cxn>
              <a:cxn ang="0">
                <a:pos x="368" y="561"/>
              </a:cxn>
              <a:cxn ang="0">
                <a:pos x="376" y="536"/>
              </a:cxn>
              <a:cxn ang="0">
                <a:pos x="336" y="503"/>
              </a:cxn>
              <a:cxn ang="0">
                <a:pos x="334" y="463"/>
              </a:cxn>
              <a:cxn ang="0">
                <a:pos x="355" y="436"/>
              </a:cxn>
              <a:cxn ang="0">
                <a:pos x="382" y="451"/>
              </a:cxn>
              <a:cxn ang="0">
                <a:pos x="388" y="429"/>
              </a:cxn>
              <a:cxn ang="0">
                <a:pos x="405" y="399"/>
              </a:cxn>
              <a:cxn ang="0">
                <a:pos x="419" y="370"/>
              </a:cxn>
              <a:cxn ang="0">
                <a:pos x="456" y="348"/>
              </a:cxn>
              <a:cxn ang="0">
                <a:pos x="460" y="292"/>
              </a:cxn>
              <a:cxn ang="0">
                <a:pos x="411" y="266"/>
              </a:cxn>
              <a:cxn ang="0">
                <a:pos x="371" y="254"/>
              </a:cxn>
              <a:cxn ang="0">
                <a:pos x="369" y="237"/>
              </a:cxn>
              <a:cxn ang="0">
                <a:pos x="386" y="219"/>
              </a:cxn>
              <a:cxn ang="0">
                <a:pos x="350" y="209"/>
              </a:cxn>
              <a:cxn ang="0">
                <a:pos x="369" y="159"/>
              </a:cxn>
              <a:cxn ang="0">
                <a:pos x="380" y="136"/>
              </a:cxn>
              <a:cxn ang="0">
                <a:pos x="386" y="84"/>
              </a:cxn>
              <a:cxn ang="0">
                <a:pos x="364" y="55"/>
              </a:cxn>
              <a:cxn ang="0">
                <a:pos x="321" y="28"/>
              </a:cxn>
              <a:cxn ang="0">
                <a:pos x="276" y="0"/>
              </a:cxn>
            </a:cxnLst>
            <a:rect l="0" t="0" r="r" b="b"/>
            <a:pathLst>
              <a:path w="460" h="784">
                <a:moveTo>
                  <a:pt x="276" y="0"/>
                </a:moveTo>
                <a:lnTo>
                  <a:pt x="276" y="21"/>
                </a:lnTo>
                <a:lnTo>
                  <a:pt x="240" y="28"/>
                </a:lnTo>
                <a:lnTo>
                  <a:pt x="207" y="21"/>
                </a:lnTo>
                <a:lnTo>
                  <a:pt x="197" y="57"/>
                </a:lnTo>
                <a:lnTo>
                  <a:pt x="181" y="75"/>
                </a:lnTo>
                <a:lnTo>
                  <a:pt x="151" y="149"/>
                </a:lnTo>
                <a:lnTo>
                  <a:pt x="152" y="169"/>
                </a:lnTo>
                <a:lnTo>
                  <a:pt x="157" y="290"/>
                </a:lnTo>
                <a:lnTo>
                  <a:pt x="119" y="307"/>
                </a:lnTo>
                <a:lnTo>
                  <a:pt x="101" y="324"/>
                </a:lnTo>
                <a:lnTo>
                  <a:pt x="86" y="321"/>
                </a:lnTo>
                <a:lnTo>
                  <a:pt x="72" y="311"/>
                </a:lnTo>
                <a:lnTo>
                  <a:pt x="57" y="311"/>
                </a:lnTo>
                <a:lnTo>
                  <a:pt x="72" y="350"/>
                </a:lnTo>
                <a:lnTo>
                  <a:pt x="59" y="363"/>
                </a:lnTo>
                <a:lnTo>
                  <a:pt x="63" y="375"/>
                </a:lnTo>
                <a:lnTo>
                  <a:pt x="56" y="392"/>
                </a:lnTo>
                <a:lnTo>
                  <a:pt x="65" y="421"/>
                </a:lnTo>
                <a:lnTo>
                  <a:pt x="76" y="462"/>
                </a:lnTo>
                <a:lnTo>
                  <a:pt x="65" y="500"/>
                </a:lnTo>
                <a:lnTo>
                  <a:pt x="76" y="537"/>
                </a:lnTo>
                <a:lnTo>
                  <a:pt x="50" y="567"/>
                </a:lnTo>
                <a:lnTo>
                  <a:pt x="0" y="613"/>
                </a:lnTo>
                <a:lnTo>
                  <a:pt x="4" y="684"/>
                </a:lnTo>
                <a:lnTo>
                  <a:pt x="36" y="716"/>
                </a:lnTo>
                <a:lnTo>
                  <a:pt x="40" y="736"/>
                </a:lnTo>
                <a:lnTo>
                  <a:pt x="98" y="737"/>
                </a:lnTo>
                <a:lnTo>
                  <a:pt x="100" y="723"/>
                </a:lnTo>
                <a:lnTo>
                  <a:pt x="146" y="723"/>
                </a:lnTo>
                <a:lnTo>
                  <a:pt x="135" y="758"/>
                </a:lnTo>
                <a:lnTo>
                  <a:pt x="134" y="780"/>
                </a:lnTo>
                <a:lnTo>
                  <a:pt x="327" y="784"/>
                </a:lnTo>
                <a:lnTo>
                  <a:pt x="327" y="773"/>
                </a:lnTo>
                <a:lnTo>
                  <a:pt x="322" y="759"/>
                </a:lnTo>
                <a:lnTo>
                  <a:pt x="307" y="736"/>
                </a:lnTo>
                <a:lnTo>
                  <a:pt x="329" y="704"/>
                </a:lnTo>
                <a:lnTo>
                  <a:pt x="304" y="682"/>
                </a:lnTo>
                <a:lnTo>
                  <a:pt x="318" y="674"/>
                </a:lnTo>
                <a:lnTo>
                  <a:pt x="313" y="633"/>
                </a:lnTo>
                <a:lnTo>
                  <a:pt x="322" y="620"/>
                </a:lnTo>
                <a:lnTo>
                  <a:pt x="325" y="596"/>
                </a:lnTo>
                <a:lnTo>
                  <a:pt x="346" y="562"/>
                </a:lnTo>
                <a:lnTo>
                  <a:pt x="368" y="561"/>
                </a:lnTo>
                <a:lnTo>
                  <a:pt x="376" y="550"/>
                </a:lnTo>
                <a:lnTo>
                  <a:pt x="376" y="536"/>
                </a:lnTo>
                <a:lnTo>
                  <a:pt x="354" y="509"/>
                </a:lnTo>
                <a:lnTo>
                  <a:pt x="336" y="503"/>
                </a:lnTo>
                <a:lnTo>
                  <a:pt x="327" y="486"/>
                </a:lnTo>
                <a:lnTo>
                  <a:pt x="334" y="463"/>
                </a:lnTo>
                <a:lnTo>
                  <a:pt x="336" y="442"/>
                </a:lnTo>
                <a:lnTo>
                  <a:pt x="355" y="436"/>
                </a:lnTo>
                <a:lnTo>
                  <a:pt x="368" y="436"/>
                </a:lnTo>
                <a:lnTo>
                  <a:pt x="382" y="451"/>
                </a:lnTo>
                <a:lnTo>
                  <a:pt x="394" y="444"/>
                </a:lnTo>
                <a:lnTo>
                  <a:pt x="388" y="429"/>
                </a:lnTo>
                <a:lnTo>
                  <a:pt x="385" y="412"/>
                </a:lnTo>
                <a:lnTo>
                  <a:pt x="405" y="399"/>
                </a:lnTo>
                <a:lnTo>
                  <a:pt x="414" y="384"/>
                </a:lnTo>
                <a:lnTo>
                  <a:pt x="419" y="370"/>
                </a:lnTo>
                <a:lnTo>
                  <a:pt x="444" y="361"/>
                </a:lnTo>
                <a:lnTo>
                  <a:pt x="456" y="348"/>
                </a:lnTo>
                <a:lnTo>
                  <a:pt x="460" y="317"/>
                </a:lnTo>
                <a:lnTo>
                  <a:pt x="460" y="292"/>
                </a:lnTo>
                <a:lnTo>
                  <a:pt x="427" y="282"/>
                </a:lnTo>
                <a:lnTo>
                  <a:pt x="411" y="266"/>
                </a:lnTo>
                <a:lnTo>
                  <a:pt x="394" y="270"/>
                </a:lnTo>
                <a:lnTo>
                  <a:pt x="371" y="254"/>
                </a:lnTo>
                <a:lnTo>
                  <a:pt x="360" y="258"/>
                </a:lnTo>
                <a:lnTo>
                  <a:pt x="369" y="237"/>
                </a:lnTo>
                <a:lnTo>
                  <a:pt x="382" y="237"/>
                </a:lnTo>
                <a:lnTo>
                  <a:pt x="386" y="219"/>
                </a:lnTo>
                <a:lnTo>
                  <a:pt x="368" y="209"/>
                </a:lnTo>
                <a:lnTo>
                  <a:pt x="350" y="209"/>
                </a:lnTo>
                <a:lnTo>
                  <a:pt x="357" y="171"/>
                </a:lnTo>
                <a:lnTo>
                  <a:pt x="369" y="159"/>
                </a:lnTo>
                <a:lnTo>
                  <a:pt x="373" y="142"/>
                </a:lnTo>
                <a:lnTo>
                  <a:pt x="380" y="136"/>
                </a:lnTo>
                <a:lnTo>
                  <a:pt x="385" y="109"/>
                </a:lnTo>
                <a:lnTo>
                  <a:pt x="386" y="84"/>
                </a:lnTo>
                <a:lnTo>
                  <a:pt x="373" y="61"/>
                </a:lnTo>
                <a:lnTo>
                  <a:pt x="364" y="55"/>
                </a:lnTo>
                <a:lnTo>
                  <a:pt x="344" y="29"/>
                </a:lnTo>
                <a:lnTo>
                  <a:pt x="321" y="28"/>
                </a:lnTo>
                <a:lnTo>
                  <a:pt x="305" y="13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9EBB0D-77C8-6B22-E2EB-C9F3E22E7EC2}"/>
              </a:ext>
            </a:extLst>
          </p:cNvPr>
          <p:cNvSpPr/>
          <p:nvPr/>
        </p:nvSpPr>
        <p:spPr>
          <a:xfrm>
            <a:off x="5512131" y="3558210"/>
            <a:ext cx="544829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Kasai</a:t>
            </a:r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24D18595-7BE3-3C22-4229-FA73041E0097}"/>
              </a:ext>
            </a:extLst>
          </p:cNvPr>
          <p:cNvSpPr>
            <a:spLocks noEditPoints="1"/>
          </p:cNvSpPr>
          <p:nvPr/>
        </p:nvSpPr>
        <p:spPr bwMode="auto">
          <a:xfrm>
            <a:off x="7173753" y="3824964"/>
            <a:ext cx="1357731" cy="1101720"/>
          </a:xfrm>
          <a:custGeom>
            <a:avLst/>
            <a:gdLst/>
            <a:ahLst/>
            <a:cxnLst>
              <a:cxn ang="0">
                <a:pos x="43" y="30"/>
              </a:cxn>
              <a:cxn ang="0">
                <a:pos x="46" y="72"/>
              </a:cxn>
              <a:cxn ang="0">
                <a:pos x="17" y="117"/>
              </a:cxn>
              <a:cxn ang="0">
                <a:pos x="29" y="142"/>
              </a:cxn>
              <a:cxn ang="0">
                <a:pos x="39" y="187"/>
              </a:cxn>
              <a:cxn ang="0">
                <a:pos x="21" y="209"/>
              </a:cxn>
              <a:cxn ang="0">
                <a:pos x="0" y="256"/>
              </a:cxn>
              <a:cxn ang="0">
                <a:pos x="17" y="293"/>
              </a:cxn>
              <a:cxn ang="0">
                <a:pos x="74" y="344"/>
              </a:cxn>
              <a:cxn ang="0">
                <a:pos x="68" y="383"/>
              </a:cxn>
              <a:cxn ang="0">
                <a:pos x="112" y="410"/>
              </a:cxn>
              <a:cxn ang="0">
                <a:pos x="209" y="409"/>
              </a:cxn>
              <a:cxn ang="0">
                <a:pos x="272" y="416"/>
              </a:cxn>
              <a:cxn ang="0">
                <a:pos x="308" y="472"/>
              </a:cxn>
              <a:cxn ang="0">
                <a:pos x="306" y="517"/>
              </a:cxn>
              <a:cxn ang="0">
                <a:pos x="333" y="534"/>
              </a:cxn>
              <a:cxn ang="0">
                <a:pos x="355" y="558"/>
              </a:cxn>
              <a:cxn ang="0">
                <a:pos x="389" y="529"/>
              </a:cxn>
              <a:cxn ang="0">
                <a:pos x="405" y="526"/>
              </a:cxn>
              <a:cxn ang="0">
                <a:pos x="392" y="446"/>
              </a:cxn>
              <a:cxn ang="0">
                <a:pos x="420" y="435"/>
              </a:cxn>
              <a:cxn ang="0">
                <a:pos x="462" y="481"/>
              </a:cxn>
              <a:cxn ang="0">
                <a:pos x="487" y="468"/>
              </a:cxn>
              <a:cxn ang="0">
                <a:pos x="528" y="456"/>
              </a:cxn>
              <a:cxn ang="0">
                <a:pos x="578" y="472"/>
              </a:cxn>
              <a:cxn ang="0">
                <a:pos x="608" y="498"/>
              </a:cxn>
              <a:cxn ang="0">
                <a:pos x="585" y="541"/>
              </a:cxn>
              <a:cxn ang="0">
                <a:pos x="733" y="523"/>
              </a:cxn>
              <a:cxn ang="0">
                <a:pos x="699" y="466"/>
              </a:cxn>
              <a:cxn ang="0">
                <a:pos x="687" y="444"/>
              </a:cxn>
              <a:cxn ang="0">
                <a:pos x="679" y="413"/>
              </a:cxn>
              <a:cxn ang="0">
                <a:pos x="655" y="355"/>
              </a:cxn>
              <a:cxn ang="0">
                <a:pos x="610" y="335"/>
              </a:cxn>
              <a:cxn ang="0">
                <a:pos x="562" y="264"/>
              </a:cxn>
              <a:cxn ang="0">
                <a:pos x="554" y="247"/>
              </a:cxn>
              <a:cxn ang="0">
                <a:pos x="546" y="221"/>
              </a:cxn>
              <a:cxn ang="0">
                <a:pos x="530" y="189"/>
              </a:cxn>
              <a:cxn ang="0">
                <a:pos x="518" y="162"/>
              </a:cxn>
              <a:cxn ang="0">
                <a:pos x="539" y="139"/>
              </a:cxn>
              <a:cxn ang="0">
                <a:pos x="547" y="113"/>
              </a:cxn>
              <a:cxn ang="0">
                <a:pos x="524" y="71"/>
              </a:cxn>
              <a:cxn ang="0">
                <a:pos x="505" y="25"/>
              </a:cxn>
              <a:cxn ang="0">
                <a:pos x="55" y="0"/>
              </a:cxn>
              <a:cxn ang="0">
                <a:pos x="184" y="573"/>
              </a:cxn>
              <a:cxn ang="0">
                <a:pos x="201" y="538"/>
              </a:cxn>
            </a:cxnLst>
            <a:rect l="0" t="0" r="r" b="b"/>
            <a:pathLst>
              <a:path w="737" h="573">
                <a:moveTo>
                  <a:pt x="55" y="0"/>
                </a:moveTo>
                <a:lnTo>
                  <a:pt x="43" y="30"/>
                </a:lnTo>
                <a:lnTo>
                  <a:pt x="35" y="64"/>
                </a:lnTo>
                <a:lnTo>
                  <a:pt x="46" y="72"/>
                </a:lnTo>
                <a:lnTo>
                  <a:pt x="39" y="98"/>
                </a:lnTo>
                <a:lnTo>
                  <a:pt x="17" y="117"/>
                </a:lnTo>
                <a:lnTo>
                  <a:pt x="38" y="127"/>
                </a:lnTo>
                <a:lnTo>
                  <a:pt x="29" y="142"/>
                </a:lnTo>
                <a:lnTo>
                  <a:pt x="26" y="171"/>
                </a:lnTo>
                <a:lnTo>
                  <a:pt x="39" y="187"/>
                </a:lnTo>
                <a:lnTo>
                  <a:pt x="34" y="209"/>
                </a:lnTo>
                <a:lnTo>
                  <a:pt x="21" y="209"/>
                </a:lnTo>
                <a:lnTo>
                  <a:pt x="24" y="217"/>
                </a:lnTo>
                <a:lnTo>
                  <a:pt x="0" y="256"/>
                </a:lnTo>
                <a:lnTo>
                  <a:pt x="9" y="277"/>
                </a:lnTo>
                <a:lnTo>
                  <a:pt x="17" y="293"/>
                </a:lnTo>
                <a:lnTo>
                  <a:pt x="22" y="322"/>
                </a:lnTo>
                <a:lnTo>
                  <a:pt x="74" y="344"/>
                </a:lnTo>
                <a:lnTo>
                  <a:pt x="83" y="360"/>
                </a:lnTo>
                <a:lnTo>
                  <a:pt x="68" y="383"/>
                </a:lnTo>
                <a:lnTo>
                  <a:pt x="88" y="404"/>
                </a:lnTo>
                <a:lnTo>
                  <a:pt x="112" y="410"/>
                </a:lnTo>
                <a:lnTo>
                  <a:pt x="179" y="425"/>
                </a:lnTo>
                <a:lnTo>
                  <a:pt x="209" y="409"/>
                </a:lnTo>
                <a:lnTo>
                  <a:pt x="263" y="405"/>
                </a:lnTo>
                <a:lnTo>
                  <a:pt x="272" y="416"/>
                </a:lnTo>
                <a:lnTo>
                  <a:pt x="274" y="460"/>
                </a:lnTo>
                <a:lnTo>
                  <a:pt x="308" y="472"/>
                </a:lnTo>
                <a:lnTo>
                  <a:pt x="321" y="489"/>
                </a:lnTo>
                <a:lnTo>
                  <a:pt x="306" y="517"/>
                </a:lnTo>
                <a:lnTo>
                  <a:pt x="310" y="518"/>
                </a:lnTo>
                <a:lnTo>
                  <a:pt x="333" y="534"/>
                </a:lnTo>
                <a:lnTo>
                  <a:pt x="346" y="556"/>
                </a:lnTo>
                <a:lnTo>
                  <a:pt x="355" y="558"/>
                </a:lnTo>
                <a:lnTo>
                  <a:pt x="374" y="529"/>
                </a:lnTo>
                <a:lnTo>
                  <a:pt x="389" y="529"/>
                </a:lnTo>
                <a:lnTo>
                  <a:pt x="403" y="535"/>
                </a:lnTo>
                <a:lnTo>
                  <a:pt x="405" y="526"/>
                </a:lnTo>
                <a:lnTo>
                  <a:pt x="406" y="464"/>
                </a:lnTo>
                <a:lnTo>
                  <a:pt x="392" y="446"/>
                </a:lnTo>
                <a:lnTo>
                  <a:pt x="403" y="435"/>
                </a:lnTo>
                <a:lnTo>
                  <a:pt x="420" y="435"/>
                </a:lnTo>
                <a:lnTo>
                  <a:pt x="439" y="442"/>
                </a:lnTo>
                <a:lnTo>
                  <a:pt x="462" y="481"/>
                </a:lnTo>
                <a:lnTo>
                  <a:pt x="471" y="485"/>
                </a:lnTo>
                <a:lnTo>
                  <a:pt x="487" y="468"/>
                </a:lnTo>
                <a:lnTo>
                  <a:pt x="499" y="467"/>
                </a:lnTo>
                <a:lnTo>
                  <a:pt x="528" y="456"/>
                </a:lnTo>
                <a:lnTo>
                  <a:pt x="562" y="454"/>
                </a:lnTo>
                <a:lnTo>
                  <a:pt x="578" y="472"/>
                </a:lnTo>
                <a:lnTo>
                  <a:pt x="601" y="475"/>
                </a:lnTo>
                <a:lnTo>
                  <a:pt x="608" y="498"/>
                </a:lnTo>
                <a:lnTo>
                  <a:pt x="593" y="521"/>
                </a:lnTo>
                <a:lnTo>
                  <a:pt x="585" y="541"/>
                </a:lnTo>
                <a:lnTo>
                  <a:pt x="585" y="543"/>
                </a:lnTo>
                <a:lnTo>
                  <a:pt x="733" y="523"/>
                </a:lnTo>
                <a:lnTo>
                  <a:pt x="737" y="508"/>
                </a:lnTo>
                <a:lnTo>
                  <a:pt x="699" y="466"/>
                </a:lnTo>
                <a:lnTo>
                  <a:pt x="691" y="467"/>
                </a:lnTo>
                <a:lnTo>
                  <a:pt x="687" y="444"/>
                </a:lnTo>
                <a:lnTo>
                  <a:pt x="679" y="433"/>
                </a:lnTo>
                <a:lnTo>
                  <a:pt x="679" y="413"/>
                </a:lnTo>
                <a:lnTo>
                  <a:pt x="671" y="384"/>
                </a:lnTo>
                <a:lnTo>
                  <a:pt x="655" y="355"/>
                </a:lnTo>
                <a:lnTo>
                  <a:pt x="629" y="339"/>
                </a:lnTo>
                <a:lnTo>
                  <a:pt x="610" y="335"/>
                </a:lnTo>
                <a:lnTo>
                  <a:pt x="584" y="300"/>
                </a:lnTo>
                <a:lnTo>
                  <a:pt x="562" y="264"/>
                </a:lnTo>
                <a:lnTo>
                  <a:pt x="563" y="251"/>
                </a:lnTo>
                <a:lnTo>
                  <a:pt x="554" y="247"/>
                </a:lnTo>
                <a:lnTo>
                  <a:pt x="550" y="231"/>
                </a:lnTo>
                <a:lnTo>
                  <a:pt x="546" y="221"/>
                </a:lnTo>
                <a:lnTo>
                  <a:pt x="537" y="198"/>
                </a:lnTo>
                <a:lnTo>
                  <a:pt x="530" y="189"/>
                </a:lnTo>
                <a:lnTo>
                  <a:pt x="518" y="180"/>
                </a:lnTo>
                <a:lnTo>
                  <a:pt x="518" y="162"/>
                </a:lnTo>
                <a:lnTo>
                  <a:pt x="530" y="150"/>
                </a:lnTo>
                <a:lnTo>
                  <a:pt x="539" y="139"/>
                </a:lnTo>
                <a:lnTo>
                  <a:pt x="543" y="110"/>
                </a:lnTo>
                <a:lnTo>
                  <a:pt x="547" y="113"/>
                </a:lnTo>
                <a:lnTo>
                  <a:pt x="545" y="100"/>
                </a:lnTo>
                <a:lnTo>
                  <a:pt x="524" y="71"/>
                </a:lnTo>
                <a:lnTo>
                  <a:pt x="510" y="42"/>
                </a:lnTo>
                <a:lnTo>
                  <a:pt x="505" y="25"/>
                </a:lnTo>
                <a:lnTo>
                  <a:pt x="505" y="12"/>
                </a:lnTo>
                <a:lnTo>
                  <a:pt x="55" y="0"/>
                </a:lnTo>
                <a:close/>
                <a:moveTo>
                  <a:pt x="201" y="538"/>
                </a:moveTo>
                <a:lnTo>
                  <a:pt x="184" y="573"/>
                </a:lnTo>
                <a:lnTo>
                  <a:pt x="184" y="573"/>
                </a:lnTo>
                <a:lnTo>
                  <a:pt x="201" y="53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62554F-6C27-FE64-52F1-0EC102DB7F20}"/>
              </a:ext>
            </a:extLst>
          </p:cNvPr>
          <p:cNvSpPr/>
          <p:nvPr/>
        </p:nvSpPr>
        <p:spPr>
          <a:xfrm>
            <a:off x="7288040" y="4190374"/>
            <a:ext cx="94962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Tanganyika</a:t>
            </a:r>
          </a:p>
        </p:txBody>
      </p:sp>
      <p:sp>
        <p:nvSpPr>
          <p:cNvPr id="29" name="Freeform 22">
            <a:extLst>
              <a:ext uri="{FF2B5EF4-FFF2-40B4-BE49-F238E27FC236}">
                <a16:creationId xmlns:a16="http://schemas.microsoft.com/office/drawing/2014/main" id="{8048F1E4-E27B-0A57-DCCE-E860EE27C383}"/>
              </a:ext>
            </a:extLst>
          </p:cNvPr>
          <p:cNvSpPr>
            <a:spLocks/>
          </p:cNvSpPr>
          <p:nvPr/>
        </p:nvSpPr>
        <p:spPr bwMode="auto">
          <a:xfrm>
            <a:off x="5998405" y="2840530"/>
            <a:ext cx="930332" cy="1242079"/>
          </a:xfrm>
          <a:custGeom>
            <a:avLst/>
            <a:gdLst/>
            <a:ahLst/>
            <a:cxnLst>
              <a:cxn ang="0">
                <a:pos x="261" y="5"/>
              </a:cxn>
              <a:cxn ang="0">
                <a:pos x="215" y="14"/>
              </a:cxn>
              <a:cxn ang="0">
                <a:pos x="192" y="38"/>
              </a:cxn>
              <a:cxn ang="0">
                <a:pos x="173" y="43"/>
              </a:cxn>
              <a:cxn ang="0">
                <a:pos x="155" y="27"/>
              </a:cxn>
              <a:cxn ang="0">
                <a:pos x="125" y="24"/>
              </a:cxn>
              <a:cxn ang="0">
                <a:pos x="97" y="16"/>
              </a:cxn>
              <a:cxn ang="0">
                <a:pos x="82" y="31"/>
              </a:cxn>
              <a:cxn ang="0">
                <a:pos x="32" y="24"/>
              </a:cxn>
              <a:cxn ang="0">
                <a:pos x="38" y="51"/>
              </a:cxn>
              <a:cxn ang="0">
                <a:pos x="49" y="84"/>
              </a:cxn>
              <a:cxn ang="0">
                <a:pos x="37" y="87"/>
              </a:cxn>
              <a:cxn ang="0">
                <a:pos x="31" y="68"/>
              </a:cxn>
              <a:cxn ang="0">
                <a:pos x="0" y="97"/>
              </a:cxn>
              <a:cxn ang="0">
                <a:pos x="24" y="123"/>
              </a:cxn>
              <a:cxn ang="0">
                <a:pos x="33" y="160"/>
              </a:cxn>
              <a:cxn ang="0">
                <a:pos x="24" y="185"/>
              </a:cxn>
              <a:cxn ang="0">
                <a:pos x="12" y="207"/>
              </a:cxn>
              <a:cxn ang="0">
                <a:pos x="20" y="236"/>
              </a:cxn>
              <a:cxn ang="0">
                <a:pos x="31" y="257"/>
              </a:cxn>
              <a:cxn ang="0">
                <a:pos x="14" y="273"/>
              </a:cxn>
              <a:cxn ang="0">
                <a:pos x="40" y="282"/>
              </a:cxn>
              <a:cxn ang="0">
                <a:pos x="65" y="291"/>
              </a:cxn>
              <a:cxn ang="0">
                <a:pos x="120" y="332"/>
              </a:cxn>
              <a:cxn ang="0">
                <a:pos x="158" y="358"/>
              </a:cxn>
              <a:cxn ang="0">
                <a:pos x="134" y="373"/>
              </a:cxn>
              <a:cxn ang="0">
                <a:pos x="144" y="409"/>
              </a:cxn>
              <a:cxn ang="0">
                <a:pos x="183" y="425"/>
              </a:cxn>
              <a:cxn ang="0">
                <a:pos x="221" y="436"/>
              </a:cxn>
              <a:cxn ang="0">
                <a:pos x="222" y="471"/>
              </a:cxn>
              <a:cxn ang="0">
                <a:pos x="206" y="474"/>
              </a:cxn>
              <a:cxn ang="0">
                <a:pos x="239" y="487"/>
              </a:cxn>
              <a:cxn ang="0">
                <a:pos x="275" y="484"/>
              </a:cxn>
              <a:cxn ang="0">
                <a:pos x="264" y="443"/>
              </a:cxn>
              <a:cxn ang="0">
                <a:pos x="304" y="448"/>
              </a:cxn>
              <a:cxn ang="0">
                <a:pos x="332" y="436"/>
              </a:cxn>
              <a:cxn ang="0">
                <a:pos x="340" y="404"/>
              </a:cxn>
              <a:cxn ang="0">
                <a:pos x="375" y="374"/>
              </a:cxn>
              <a:cxn ang="0">
                <a:pos x="370" y="324"/>
              </a:cxn>
              <a:cxn ang="0">
                <a:pos x="370" y="273"/>
              </a:cxn>
              <a:cxn ang="0">
                <a:pos x="349" y="207"/>
              </a:cxn>
              <a:cxn ang="0">
                <a:pos x="384" y="134"/>
              </a:cxn>
              <a:cxn ang="0">
                <a:pos x="339" y="79"/>
              </a:cxn>
              <a:cxn ang="0">
                <a:pos x="314" y="26"/>
              </a:cxn>
              <a:cxn ang="0">
                <a:pos x="278" y="7"/>
              </a:cxn>
            </a:cxnLst>
            <a:rect l="0" t="0" r="r" b="b"/>
            <a:pathLst>
              <a:path w="384" h="491">
                <a:moveTo>
                  <a:pt x="267" y="0"/>
                </a:moveTo>
                <a:cubicBezTo>
                  <a:pt x="261" y="5"/>
                  <a:pt x="261" y="5"/>
                  <a:pt x="261" y="5"/>
                </a:cubicBezTo>
                <a:cubicBezTo>
                  <a:pt x="247" y="5"/>
                  <a:pt x="247" y="5"/>
                  <a:pt x="247" y="5"/>
                </a:cubicBezTo>
                <a:cubicBezTo>
                  <a:pt x="215" y="14"/>
                  <a:pt x="215" y="14"/>
                  <a:pt x="215" y="14"/>
                </a:cubicBezTo>
                <a:cubicBezTo>
                  <a:pt x="216" y="33"/>
                  <a:pt x="216" y="33"/>
                  <a:pt x="216" y="33"/>
                </a:cubicBezTo>
                <a:cubicBezTo>
                  <a:pt x="192" y="38"/>
                  <a:pt x="192" y="38"/>
                  <a:pt x="192" y="38"/>
                </a:cubicBezTo>
                <a:cubicBezTo>
                  <a:pt x="178" y="35"/>
                  <a:pt x="178" y="35"/>
                  <a:pt x="178" y="35"/>
                </a:cubicBezTo>
                <a:cubicBezTo>
                  <a:pt x="173" y="43"/>
                  <a:pt x="173" y="43"/>
                  <a:pt x="173" y="43"/>
                </a:cubicBezTo>
                <a:cubicBezTo>
                  <a:pt x="165" y="43"/>
                  <a:pt x="165" y="43"/>
                  <a:pt x="165" y="43"/>
                </a:cubicBezTo>
                <a:cubicBezTo>
                  <a:pt x="155" y="27"/>
                  <a:pt x="155" y="27"/>
                  <a:pt x="155" y="27"/>
                </a:cubicBezTo>
                <a:cubicBezTo>
                  <a:pt x="138" y="22"/>
                  <a:pt x="138" y="22"/>
                  <a:pt x="138" y="22"/>
                </a:cubicBezTo>
                <a:cubicBezTo>
                  <a:pt x="125" y="24"/>
                  <a:pt x="125" y="24"/>
                  <a:pt x="125" y="24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97" y="16"/>
                  <a:pt x="97" y="16"/>
                  <a:pt x="97" y="16"/>
                </a:cubicBezTo>
                <a:cubicBezTo>
                  <a:pt x="90" y="10"/>
                  <a:pt x="90" y="10"/>
                  <a:pt x="90" y="10"/>
                </a:cubicBezTo>
                <a:cubicBezTo>
                  <a:pt x="82" y="31"/>
                  <a:pt x="82" y="31"/>
                  <a:pt x="82" y="31"/>
                </a:cubicBezTo>
                <a:cubicBezTo>
                  <a:pt x="49" y="22"/>
                  <a:pt x="49" y="22"/>
                  <a:pt x="49" y="22"/>
                </a:cubicBezTo>
                <a:cubicBezTo>
                  <a:pt x="32" y="24"/>
                  <a:pt x="32" y="24"/>
                  <a:pt x="32" y="24"/>
                </a:cubicBezTo>
                <a:cubicBezTo>
                  <a:pt x="38" y="33"/>
                  <a:pt x="38" y="33"/>
                  <a:pt x="38" y="33"/>
                </a:cubicBezTo>
                <a:cubicBezTo>
                  <a:pt x="38" y="51"/>
                  <a:pt x="38" y="51"/>
                  <a:pt x="38" y="51"/>
                </a:cubicBezTo>
                <a:cubicBezTo>
                  <a:pt x="43" y="59"/>
                  <a:pt x="43" y="59"/>
                  <a:pt x="43" y="59"/>
                </a:cubicBezTo>
                <a:cubicBezTo>
                  <a:pt x="49" y="84"/>
                  <a:pt x="49" y="84"/>
                  <a:pt x="49" y="84"/>
                </a:cubicBezTo>
                <a:cubicBezTo>
                  <a:pt x="44" y="88"/>
                  <a:pt x="44" y="88"/>
                  <a:pt x="44" y="88"/>
                </a:cubicBezTo>
                <a:cubicBezTo>
                  <a:pt x="37" y="87"/>
                  <a:pt x="37" y="87"/>
                  <a:pt x="37" y="87"/>
                </a:cubicBezTo>
                <a:cubicBezTo>
                  <a:pt x="38" y="70"/>
                  <a:pt x="38" y="70"/>
                  <a:pt x="38" y="70"/>
                </a:cubicBezTo>
                <a:cubicBezTo>
                  <a:pt x="31" y="68"/>
                  <a:pt x="31" y="68"/>
                  <a:pt x="31" y="68"/>
                </a:cubicBezTo>
                <a:cubicBezTo>
                  <a:pt x="6" y="85"/>
                  <a:pt x="6" y="85"/>
                  <a:pt x="6" y="85"/>
                </a:cubicBezTo>
                <a:cubicBezTo>
                  <a:pt x="0" y="97"/>
                  <a:pt x="0" y="97"/>
                  <a:pt x="0" y="97"/>
                </a:cubicBezTo>
                <a:cubicBezTo>
                  <a:pt x="17" y="119"/>
                  <a:pt x="17" y="119"/>
                  <a:pt x="17" y="119"/>
                </a:cubicBezTo>
                <a:cubicBezTo>
                  <a:pt x="24" y="123"/>
                  <a:pt x="24" y="123"/>
                  <a:pt x="24" y="123"/>
                </a:cubicBezTo>
                <a:cubicBezTo>
                  <a:pt x="34" y="141"/>
                  <a:pt x="34" y="141"/>
                  <a:pt x="34" y="141"/>
                </a:cubicBezTo>
                <a:cubicBezTo>
                  <a:pt x="33" y="160"/>
                  <a:pt x="33" y="160"/>
                  <a:pt x="33" y="160"/>
                </a:cubicBezTo>
                <a:cubicBezTo>
                  <a:pt x="29" y="180"/>
                  <a:pt x="29" y="180"/>
                  <a:pt x="29" y="180"/>
                </a:cubicBezTo>
                <a:cubicBezTo>
                  <a:pt x="24" y="185"/>
                  <a:pt x="24" y="185"/>
                  <a:pt x="24" y="185"/>
                </a:cubicBezTo>
                <a:cubicBezTo>
                  <a:pt x="21" y="198"/>
                  <a:pt x="21" y="198"/>
                  <a:pt x="21" y="198"/>
                </a:cubicBezTo>
                <a:cubicBezTo>
                  <a:pt x="12" y="207"/>
                  <a:pt x="12" y="207"/>
                  <a:pt x="12" y="207"/>
                </a:cubicBezTo>
                <a:cubicBezTo>
                  <a:pt x="6" y="236"/>
                  <a:pt x="6" y="236"/>
                  <a:pt x="6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34" y="243"/>
                  <a:pt x="34" y="243"/>
                  <a:pt x="34" y="243"/>
                </a:cubicBezTo>
                <a:cubicBezTo>
                  <a:pt x="31" y="257"/>
                  <a:pt x="31" y="257"/>
                  <a:pt x="31" y="257"/>
                </a:cubicBezTo>
                <a:cubicBezTo>
                  <a:pt x="21" y="257"/>
                  <a:pt x="21" y="257"/>
                  <a:pt x="21" y="257"/>
                </a:cubicBezTo>
                <a:cubicBezTo>
                  <a:pt x="14" y="273"/>
                  <a:pt x="14" y="273"/>
                  <a:pt x="14" y="273"/>
                </a:cubicBezTo>
                <a:cubicBezTo>
                  <a:pt x="22" y="270"/>
                  <a:pt x="22" y="270"/>
                  <a:pt x="22" y="270"/>
                </a:cubicBezTo>
                <a:cubicBezTo>
                  <a:pt x="40" y="282"/>
                  <a:pt x="40" y="282"/>
                  <a:pt x="40" y="282"/>
                </a:cubicBezTo>
                <a:cubicBezTo>
                  <a:pt x="53" y="279"/>
                  <a:pt x="53" y="279"/>
                  <a:pt x="53" y="279"/>
                </a:cubicBezTo>
                <a:cubicBezTo>
                  <a:pt x="65" y="291"/>
                  <a:pt x="65" y="291"/>
                  <a:pt x="65" y="291"/>
                </a:cubicBezTo>
                <a:cubicBezTo>
                  <a:pt x="97" y="301"/>
                  <a:pt x="97" y="301"/>
                  <a:pt x="97" y="301"/>
                </a:cubicBezTo>
                <a:cubicBezTo>
                  <a:pt x="120" y="332"/>
                  <a:pt x="120" y="332"/>
                  <a:pt x="120" y="332"/>
                </a:cubicBezTo>
                <a:cubicBezTo>
                  <a:pt x="150" y="334"/>
                  <a:pt x="150" y="334"/>
                  <a:pt x="150" y="334"/>
                </a:cubicBezTo>
                <a:cubicBezTo>
                  <a:pt x="158" y="358"/>
                  <a:pt x="158" y="358"/>
                  <a:pt x="158" y="358"/>
                </a:cubicBezTo>
                <a:cubicBezTo>
                  <a:pt x="155" y="368"/>
                  <a:pt x="155" y="368"/>
                  <a:pt x="155" y="368"/>
                </a:cubicBezTo>
                <a:cubicBezTo>
                  <a:pt x="134" y="373"/>
                  <a:pt x="134" y="373"/>
                  <a:pt x="134" y="373"/>
                </a:cubicBezTo>
                <a:cubicBezTo>
                  <a:pt x="130" y="400"/>
                  <a:pt x="130" y="400"/>
                  <a:pt x="130" y="400"/>
                </a:cubicBezTo>
                <a:cubicBezTo>
                  <a:pt x="144" y="409"/>
                  <a:pt x="144" y="409"/>
                  <a:pt x="144" y="409"/>
                </a:cubicBezTo>
                <a:cubicBezTo>
                  <a:pt x="161" y="428"/>
                  <a:pt x="161" y="428"/>
                  <a:pt x="161" y="428"/>
                </a:cubicBezTo>
                <a:cubicBezTo>
                  <a:pt x="183" y="425"/>
                  <a:pt x="183" y="425"/>
                  <a:pt x="183" y="425"/>
                </a:cubicBezTo>
                <a:cubicBezTo>
                  <a:pt x="187" y="429"/>
                  <a:pt x="187" y="429"/>
                  <a:pt x="187" y="429"/>
                </a:cubicBezTo>
                <a:cubicBezTo>
                  <a:pt x="221" y="436"/>
                  <a:pt x="221" y="436"/>
                  <a:pt x="221" y="436"/>
                </a:cubicBezTo>
                <a:cubicBezTo>
                  <a:pt x="221" y="461"/>
                  <a:pt x="221" y="461"/>
                  <a:pt x="221" y="461"/>
                </a:cubicBezTo>
                <a:cubicBezTo>
                  <a:pt x="222" y="471"/>
                  <a:pt x="222" y="471"/>
                  <a:pt x="222" y="471"/>
                </a:cubicBezTo>
                <a:cubicBezTo>
                  <a:pt x="206" y="473"/>
                  <a:pt x="206" y="473"/>
                  <a:pt x="206" y="473"/>
                </a:cubicBezTo>
                <a:cubicBezTo>
                  <a:pt x="206" y="474"/>
                  <a:pt x="206" y="474"/>
                  <a:pt x="206" y="474"/>
                </a:cubicBezTo>
                <a:cubicBezTo>
                  <a:pt x="223" y="490"/>
                  <a:pt x="223" y="490"/>
                  <a:pt x="223" y="490"/>
                </a:cubicBezTo>
                <a:cubicBezTo>
                  <a:pt x="239" y="487"/>
                  <a:pt x="239" y="487"/>
                  <a:pt x="239" y="487"/>
                </a:cubicBezTo>
                <a:cubicBezTo>
                  <a:pt x="267" y="491"/>
                  <a:pt x="267" y="491"/>
                  <a:pt x="267" y="491"/>
                </a:cubicBezTo>
                <a:cubicBezTo>
                  <a:pt x="275" y="484"/>
                  <a:pt x="275" y="484"/>
                  <a:pt x="275" y="484"/>
                </a:cubicBezTo>
                <a:cubicBezTo>
                  <a:pt x="256" y="453"/>
                  <a:pt x="256" y="453"/>
                  <a:pt x="256" y="453"/>
                </a:cubicBezTo>
                <a:cubicBezTo>
                  <a:pt x="264" y="443"/>
                  <a:pt x="264" y="443"/>
                  <a:pt x="264" y="443"/>
                </a:cubicBezTo>
                <a:cubicBezTo>
                  <a:pt x="290" y="441"/>
                  <a:pt x="290" y="441"/>
                  <a:pt x="290" y="441"/>
                </a:cubicBezTo>
                <a:cubicBezTo>
                  <a:pt x="304" y="448"/>
                  <a:pt x="304" y="448"/>
                  <a:pt x="304" y="448"/>
                </a:cubicBezTo>
                <a:cubicBezTo>
                  <a:pt x="323" y="446"/>
                  <a:pt x="323" y="446"/>
                  <a:pt x="323" y="446"/>
                </a:cubicBezTo>
                <a:cubicBezTo>
                  <a:pt x="332" y="436"/>
                  <a:pt x="332" y="436"/>
                  <a:pt x="332" y="436"/>
                </a:cubicBezTo>
                <a:cubicBezTo>
                  <a:pt x="328" y="424"/>
                  <a:pt x="328" y="424"/>
                  <a:pt x="328" y="424"/>
                </a:cubicBezTo>
                <a:cubicBezTo>
                  <a:pt x="340" y="404"/>
                  <a:pt x="340" y="404"/>
                  <a:pt x="340" y="404"/>
                </a:cubicBezTo>
                <a:cubicBezTo>
                  <a:pt x="372" y="376"/>
                  <a:pt x="372" y="376"/>
                  <a:pt x="372" y="376"/>
                </a:cubicBezTo>
                <a:cubicBezTo>
                  <a:pt x="372" y="376"/>
                  <a:pt x="374" y="374"/>
                  <a:pt x="375" y="374"/>
                </a:cubicBezTo>
                <a:cubicBezTo>
                  <a:pt x="359" y="347"/>
                  <a:pt x="359" y="347"/>
                  <a:pt x="359" y="347"/>
                </a:cubicBezTo>
                <a:cubicBezTo>
                  <a:pt x="370" y="324"/>
                  <a:pt x="370" y="324"/>
                  <a:pt x="370" y="324"/>
                </a:cubicBezTo>
                <a:cubicBezTo>
                  <a:pt x="376" y="298"/>
                  <a:pt x="376" y="298"/>
                  <a:pt x="376" y="298"/>
                </a:cubicBezTo>
                <a:cubicBezTo>
                  <a:pt x="370" y="273"/>
                  <a:pt x="370" y="273"/>
                  <a:pt x="370" y="273"/>
                </a:cubicBezTo>
                <a:cubicBezTo>
                  <a:pt x="345" y="243"/>
                  <a:pt x="345" y="243"/>
                  <a:pt x="345" y="243"/>
                </a:cubicBezTo>
                <a:cubicBezTo>
                  <a:pt x="349" y="207"/>
                  <a:pt x="349" y="207"/>
                  <a:pt x="349" y="207"/>
                </a:cubicBezTo>
                <a:cubicBezTo>
                  <a:pt x="371" y="176"/>
                  <a:pt x="371" y="176"/>
                  <a:pt x="371" y="176"/>
                </a:cubicBezTo>
                <a:cubicBezTo>
                  <a:pt x="384" y="134"/>
                  <a:pt x="384" y="134"/>
                  <a:pt x="384" y="134"/>
                </a:cubicBezTo>
                <a:cubicBezTo>
                  <a:pt x="384" y="77"/>
                  <a:pt x="384" y="77"/>
                  <a:pt x="384" y="77"/>
                </a:cubicBezTo>
                <a:cubicBezTo>
                  <a:pt x="339" y="79"/>
                  <a:pt x="339" y="79"/>
                  <a:pt x="339" y="79"/>
                </a:cubicBezTo>
                <a:cubicBezTo>
                  <a:pt x="310" y="26"/>
                  <a:pt x="310" y="26"/>
                  <a:pt x="310" y="26"/>
                </a:cubicBezTo>
                <a:cubicBezTo>
                  <a:pt x="314" y="26"/>
                  <a:pt x="314" y="26"/>
                  <a:pt x="314" y="26"/>
                </a:cubicBezTo>
                <a:cubicBezTo>
                  <a:pt x="307" y="5"/>
                  <a:pt x="307" y="5"/>
                  <a:pt x="307" y="5"/>
                </a:cubicBezTo>
                <a:cubicBezTo>
                  <a:pt x="278" y="7"/>
                  <a:pt x="278" y="7"/>
                  <a:pt x="278" y="7"/>
                </a:cubicBezTo>
                <a:lnTo>
                  <a:pt x="267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6B051E-6262-CC1B-1EF2-397D8DB4BF0A}"/>
              </a:ext>
            </a:extLst>
          </p:cNvPr>
          <p:cNvSpPr/>
          <p:nvPr/>
        </p:nvSpPr>
        <p:spPr>
          <a:xfrm>
            <a:off x="6116286" y="3248330"/>
            <a:ext cx="751681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Sankuru</a:t>
            </a:r>
          </a:p>
        </p:txBody>
      </p:sp>
      <p:sp>
        <p:nvSpPr>
          <p:cNvPr id="31" name="Freeform 21">
            <a:extLst>
              <a:ext uri="{FF2B5EF4-FFF2-40B4-BE49-F238E27FC236}">
                <a16:creationId xmlns:a16="http://schemas.microsoft.com/office/drawing/2014/main" id="{BEA25CB6-C8E3-AF14-7B80-BCD307059BC2}"/>
              </a:ext>
            </a:extLst>
          </p:cNvPr>
          <p:cNvSpPr>
            <a:spLocks/>
          </p:cNvSpPr>
          <p:nvPr/>
        </p:nvSpPr>
        <p:spPr bwMode="auto">
          <a:xfrm>
            <a:off x="5294671" y="1800337"/>
            <a:ext cx="1448000" cy="1290147"/>
          </a:xfrm>
          <a:custGeom>
            <a:avLst/>
            <a:gdLst/>
            <a:ahLst/>
            <a:cxnLst>
              <a:cxn ang="0">
                <a:pos x="351" y="3"/>
              </a:cxn>
              <a:cxn ang="0">
                <a:pos x="308" y="13"/>
              </a:cxn>
              <a:cxn ang="0">
                <a:pos x="308" y="39"/>
              </a:cxn>
              <a:cxn ang="0">
                <a:pos x="308" y="65"/>
              </a:cxn>
              <a:cxn ang="0">
                <a:pos x="324" y="105"/>
              </a:cxn>
              <a:cxn ang="0">
                <a:pos x="308" y="110"/>
              </a:cxn>
              <a:cxn ang="0">
                <a:pos x="274" y="117"/>
              </a:cxn>
              <a:cxn ang="0">
                <a:pos x="207" y="104"/>
              </a:cxn>
              <a:cxn ang="0">
                <a:pos x="194" y="91"/>
              </a:cxn>
              <a:cxn ang="0">
                <a:pos x="160" y="80"/>
              </a:cxn>
              <a:cxn ang="0">
                <a:pos x="136" y="117"/>
              </a:cxn>
              <a:cxn ang="0">
                <a:pos x="133" y="148"/>
              </a:cxn>
              <a:cxn ang="0">
                <a:pos x="112" y="179"/>
              </a:cxn>
              <a:cxn ang="0">
                <a:pos x="143" y="218"/>
              </a:cxn>
              <a:cxn ang="0">
                <a:pos x="117" y="242"/>
              </a:cxn>
              <a:cxn ang="0">
                <a:pos x="89" y="235"/>
              </a:cxn>
              <a:cxn ang="0">
                <a:pos x="62" y="239"/>
              </a:cxn>
              <a:cxn ang="0">
                <a:pos x="84" y="265"/>
              </a:cxn>
              <a:cxn ang="0">
                <a:pos x="110" y="302"/>
              </a:cxn>
              <a:cxn ang="0">
                <a:pos x="101" y="324"/>
              </a:cxn>
              <a:cxn ang="0">
                <a:pos x="77" y="354"/>
              </a:cxn>
              <a:cxn ang="0">
                <a:pos x="30" y="338"/>
              </a:cxn>
              <a:cxn ang="0">
                <a:pos x="27" y="371"/>
              </a:cxn>
              <a:cxn ang="0">
                <a:pos x="7" y="399"/>
              </a:cxn>
              <a:cxn ang="0">
                <a:pos x="24" y="430"/>
              </a:cxn>
              <a:cxn ang="0">
                <a:pos x="52" y="416"/>
              </a:cxn>
              <a:cxn ang="0">
                <a:pos x="93" y="443"/>
              </a:cxn>
              <a:cxn ang="0">
                <a:pos x="154" y="452"/>
              </a:cxn>
              <a:cxn ang="0">
                <a:pos x="192" y="505"/>
              </a:cxn>
              <a:cxn ang="0">
                <a:pos x="240" y="504"/>
              </a:cxn>
              <a:cxn ang="0">
                <a:pos x="262" y="498"/>
              </a:cxn>
              <a:cxn ang="0">
                <a:pos x="292" y="510"/>
              </a:cxn>
              <a:cxn ang="0">
                <a:pos x="296" y="496"/>
              </a:cxn>
              <a:cxn ang="0">
                <a:pos x="328" y="481"/>
              </a:cxn>
              <a:cxn ang="0">
                <a:pos x="334" y="499"/>
              </a:cxn>
              <a:cxn ang="0">
                <a:pos x="333" y="470"/>
              </a:cxn>
              <a:cxn ang="0">
                <a:pos x="328" y="444"/>
              </a:cxn>
              <a:cxn ang="0">
                <a:pos x="339" y="433"/>
              </a:cxn>
              <a:cxn ang="0">
                <a:pos x="380" y="421"/>
              </a:cxn>
              <a:cxn ang="0">
                <a:pos x="398" y="430"/>
              </a:cxn>
              <a:cxn ang="0">
                <a:pos x="428" y="433"/>
              </a:cxn>
              <a:cxn ang="0">
                <a:pos x="455" y="454"/>
              </a:cxn>
              <a:cxn ang="0">
                <a:pos x="468" y="446"/>
              </a:cxn>
              <a:cxn ang="0">
                <a:pos x="506" y="444"/>
              </a:cxn>
              <a:cxn ang="0">
                <a:pos x="537" y="416"/>
              </a:cxn>
              <a:cxn ang="0">
                <a:pos x="557" y="411"/>
              </a:cxn>
              <a:cxn ang="0">
                <a:pos x="597" y="416"/>
              </a:cxn>
              <a:cxn ang="0">
                <a:pos x="582" y="363"/>
              </a:cxn>
              <a:cxn ang="0">
                <a:pos x="517" y="341"/>
              </a:cxn>
              <a:cxn ang="0">
                <a:pos x="487" y="321"/>
              </a:cxn>
              <a:cxn ang="0">
                <a:pos x="480" y="286"/>
              </a:cxn>
              <a:cxn ang="0">
                <a:pos x="479" y="255"/>
              </a:cxn>
              <a:cxn ang="0">
                <a:pos x="451" y="252"/>
              </a:cxn>
              <a:cxn ang="0">
                <a:pos x="443" y="237"/>
              </a:cxn>
              <a:cxn ang="0">
                <a:pos x="472" y="230"/>
              </a:cxn>
              <a:cxn ang="0">
                <a:pos x="461" y="216"/>
              </a:cxn>
              <a:cxn ang="0">
                <a:pos x="427" y="161"/>
              </a:cxn>
              <a:cxn ang="0">
                <a:pos x="413" y="135"/>
              </a:cxn>
              <a:cxn ang="0">
                <a:pos x="374" y="49"/>
              </a:cxn>
              <a:cxn ang="0">
                <a:pos x="345" y="14"/>
              </a:cxn>
              <a:cxn ang="0">
                <a:pos x="364" y="0"/>
              </a:cxn>
            </a:cxnLst>
            <a:rect l="0" t="0" r="r" b="b"/>
            <a:pathLst>
              <a:path w="597" h="510">
                <a:moveTo>
                  <a:pt x="364" y="0"/>
                </a:moveTo>
                <a:cubicBezTo>
                  <a:pt x="351" y="3"/>
                  <a:pt x="351" y="3"/>
                  <a:pt x="351" y="3"/>
                </a:cubicBezTo>
                <a:cubicBezTo>
                  <a:pt x="329" y="11"/>
                  <a:pt x="329" y="11"/>
                  <a:pt x="329" y="11"/>
                </a:cubicBezTo>
                <a:cubicBezTo>
                  <a:pt x="308" y="13"/>
                  <a:pt x="308" y="13"/>
                  <a:pt x="308" y="13"/>
                </a:cubicBezTo>
                <a:cubicBezTo>
                  <a:pt x="301" y="17"/>
                  <a:pt x="301" y="17"/>
                  <a:pt x="301" y="17"/>
                </a:cubicBezTo>
                <a:cubicBezTo>
                  <a:pt x="308" y="39"/>
                  <a:pt x="308" y="39"/>
                  <a:pt x="308" y="39"/>
                </a:cubicBezTo>
                <a:cubicBezTo>
                  <a:pt x="307" y="52"/>
                  <a:pt x="307" y="52"/>
                  <a:pt x="307" y="52"/>
                </a:cubicBezTo>
                <a:cubicBezTo>
                  <a:pt x="308" y="65"/>
                  <a:pt x="308" y="65"/>
                  <a:pt x="308" y="65"/>
                </a:cubicBezTo>
                <a:cubicBezTo>
                  <a:pt x="314" y="73"/>
                  <a:pt x="314" y="73"/>
                  <a:pt x="314" y="73"/>
                </a:cubicBezTo>
                <a:cubicBezTo>
                  <a:pt x="324" y="105"/>
                  <a:pt x="324" y="105"/>
                  <a:pt x="324" y="105"/>
                </a:cubicBezTo>
                <a:cubicBezTo>
                  <a:pt x="316" y="113"/>
                  <a:pt x="316" y="113"/>
                  <a:pt x="316" y="113"/>
                </a:cubicBezTo>
                <a:cubicBezTo>
                  <a:pt x="308" y="110"/>
                  <a:pt x="308" y="110"/>
                  <a:pt x="308" y="110"/>
                </a:cubicBezTo>
                <a:cubicBezTo>
                  <a:pt x="297" y="109"/>
                  <a:pt x="297" y="109"/>
                  <a:pt x="297" y="109"/>
                </a:cubicBezTo>
                <a:cubicBezTo>
                  <a:pt x="274" y="117"/>
                  <a:pt x="274" y="117"/>
                  <a:pt x="274" y="117"/>
                </a:cubicBezTo>
                <a:cubicBezTo>
                  <a:pt x="264" y="135"/>
                  <a:pt x="264" y="135"/>
                  <a:pt x="264" y="135"/>
                </a:cubicBezTo>
                <a:cubicBezTo>
                  <a:pt x="207" y="104"/>
                  <a:pt x="207" y="104"/>
                  <a:pt x="207" y="104"/>
                </a:cubicBezTo>
                <a:cubicBezTo>
                  <a:pt x="196" y="100"/>
                  <a:pt x="196" y="100"/>
                  <a:pt x="196" y="100"/>
                </a:cubicBezTo>
                <a:cubicBezTo>
                  <a:pt x="194" y="91"/>
                  <a:pt x="194" y="91"/>
                  <a:pt x="194" y="91"/>
                </a:cubicBezTo>
                <a:cubicBezTo>
                  <a:pt x="186" y="82"/>
                  <a:pt x="186" y="82"/>
                  <a:pt x="186" y="82"/>
                </a:cubicBezTo>
                <a:cubicBezTo>
                  <a:pt x="160" y="80"/>
                  <a:pt x="160" y="80"/>
                  <a:pt x="160" y="80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36" y="117"/>
                  <a:pt x="136" y="117"/>
                  <a:pt x="136" y="117"/>
                </a:cubicBezTo>
                <a:cubicBezTo>
                  <a:pt x="140" y="131"/>
                  <a:pt x="140" y="131"/>
                  <a:pt x="140" y="131"/>
                </a:cubicBezTo>
                <a:cubicBezTo>
                  <a:pt x="133" y="148"/>
                  <a:pt x="133" y="148"/>
                  <a:pt x="133" y="148"/>
                </a:cubicBezTo>
                <a:cubicBezTo>
                  <a:pt x="114" y="168"/>
                  <a:pt x="114" y="168"/>
                  <a:pt x="114" y="168"/>
                </a:cubicBezTo>
                <a:cubicBezTo>
                  <a:pt x="112" y="179"/>
                  <a:pt x="112" y="179"/>
                  <a:pt x="112" y="179"/>
                </a:cubicBezTo>
                <a:cubicBezTo>
                  <a:pt x="141" y="199"/>
                  <a:pt x="141" y="199"/>
                  <a:pt x="141" y="199"/>
                </a:cubicBezTo>
                <a:cubicBezTo>
                  <a:pt x="143" y="218"/>
                  <a:pt x="143" y="218"/>
                  <a:pt x="143" y="218"/>
                </a:cubicBezTo>
                <a:cubicBezTo>
                  <a:pt x="121" y="230"/>
                  <a:pt x="121" y="230"/>
                  <a:pt x="121" y="230"/>
                </a:cubicBezTo>
                <a:cubicBezTo>
                  <a:pt x="117" y="242"/>
                  <a:pt x="117" y="242"/>
                  <a:pt x="117" y="242"/>
                </a:cubicBezTo>
                <a:cubicBezTo>
                  <a:pt x="106" y="248"/>
                  <a:pt x="106" y="248"/>
                  <a:pt x="106" y="248"/>
                </a:cubicBezTo>
                <a:cubicBezTo>
                  <a:pt x="89" y="235"/>
                  <a:pt x="89" y="235"/>
                  <a:pt x="89" y="235"/>
                </a:cubicBezTo>
                <a:cubicBezTo>
                  <a:pt x="72" y="235"/>
                  <a:pt x="72" y="235"/>
                  <a:pt x="72" y="235"/>
                </a:cubicBezTo>
                <a:cubicBezTo>
                  <a:pt x="62" y="239"/>
                  <a:pt x="62" y="239"/>
                  <a:pt x="62" y="239"/>
                </a:cubicBezTo>
                <a:cubicBezTo>
                  <a:pt x="63" y="252"/>
                  <a:pt x="63" y="252"/>
                  <a:pt x="63" y="252"/>
                </a:cubicBezTo>
                <a:cubicBezTo>
                  <a:pt x="84" y="265"/>
                  <a:pt x="84" y="265"/>
                  <a:pt x="84" y="265"/>
                </a:cubicBezTo>
                <a:cubicBezTo>
                  <a:pt x="95" y="289"/>
                  <a:pt x="95" y="289"/>
                  <a:pt x="95" y="289"/>
                </a:cubicBezTo>
                <a:cubicBezTo>
                  <a:pt x="110" y="302"/>
                  <a:pt x="110" y="302"/>
                  <a:pt x="110" y="302"/>
                </a:cubicBezTo>
                <a:cubicBezTo>
                  <a:pt x="112" y="316"/>
                  <a:pt x="112" y="316"/>
                  <a:pt x="112" y="316"/>
                </a:cubicBezTo>
                <a:cubicBezTo>
                  <a:pt x="101" y="324"/>
                  <a:pt x="101" y="324"/>
                  <a:pt x="101" y="324"/>
                </a:cubicBezTo>
                <a:cubicBezTo>
                  <a:pt x="91" y="354"/>
                  <a:pt x="91" y="354"/>
                  <a:pt x="91" y="354"/>
                </a:cubicBezTo>
                <a:cubicBezTo>
                  <a:pt x="91" y="354"/>
                  <a:pt x="82" y="354"/>
                  <a:pt x="77" y="354"/>
                </a:cubicBezTo>
                <a:cubicBezTo>
                  <a:pt x="72" y="354"/>
                  <a:pt x="53" y="364"/>
                  <a:pt x="53" y="364"/>
                </a:cubicBezTo>
                <a:cubicBezTo>
                  <a:pt x="30" y="338"/>
                  <a:pt x="30" y="338"/>
                  <a:pt x="30" y="338"/>
                </a:cubicBezTo>
                <a:cubicBezTo>
                  <a:pt x="27" y="342"/>
                  <a:pt x="27" y="342"/>
                  <a:pt x="27" y="342"/>
                </a:cubicBezTo>
                <a:cubicBezTo>
                  <a:pt x="27" y="371"/>
                  <a:pt x="27" y="371"/>
                  <a:pt x="27" y="371"/>
                </a:cubicBezTo>
                <a:cubicBezTo>
                  <a:pt x="0" y="390"/>
                  <a:pt x="0" y="390"/>
                  <a:pt x="0" y="390"/>
                </a:cubicBezTo>
                <a:cubicBezTo>
                  <a:pt x="7" y="399"/>
                  <a:pt x="7" y="399"/>
                  <a:pt x="7" y="399"/>
                </a:cubicBezTo>
                <a:cubicBezTo>
                  <a:pt x="14" y="426"/>
                  <a:pt x="14" y="426"/>
                  <a:pt x="14" y="426"/>
                </a:cubicBezTo>
                <a:cubicBezTo>
                  <a:pt x="24" y="430"/>
                  <a:pt x="24" y="430"/>
                  <a:pt x="24" y="430"/>
                </a:cubicBezTo>
                <a:cubicBezTo>
                  <a:pt x="39" y="408"/>
                  <a:pt x="39" y="408"/>
                  <a:pt x="39" y="408"/>
                </a:cubicBezTo>
                <a:cubicBezTo>
                  <a:pt x="52" y="416"/>
                  <a:pt x="52" y="416"/>
                  <a:pt x="52" y="416"/>
                </a:cubicBezTo>
                <a:cubicBezTo>
                  <a:pt x="62" y="447"/>
                  <a:pt x="62" y="447"/>
                  <a:pt x="62" y="447"/>
                </a:cubicBezTo>
                <a:cubicBezTo>
                  <a:pt x="93" y="443"/>
                  <a:pt x="93" y="443"/>
                  <a:pt x="93" y="443"/>
                </a:cubicBezTo>
                <a:cubicBezTo>
                  <a:pt x="116" y="462"/>
                  <a:pt x="116" y="462"/>
                  <a:pt x="116" y="462"/>
                </a:cubicBezTo>
                <a:cubicBezTo>
                  <a:pt x="154" y="452"/>
                  <a:pt x="154" y="452"/>
                  <a:pt x="154" y="452"/>
                </a:cubicBezTo>
                <a:cubicBezTo>
                  <a:pt x="189" y="496"/>
                  <a:pt x="189" y="496"/>
                  <a:pt x="189" y="496"/>
                </a:cubicBezTo>
                <a:cubicBezTo>
                  <a:pt x="192" y="505"/>
                  <a:pt x="192" y="505"/>
                  <a:pt x="192" y="505"/>
                </a:cubicBezTo>
                <a:cubicBezTo>
                  <a:pt x="213" y="509"/>
                  <a:pt x="213" y="509"/>
                  <a:pt x="213" y="509"/>
                </a:cubicBezTo>
                <a:cubicBezTo>
                  <a:pt x="240" y="504"/>
                  <a:pt x="240" y="504"/>
                  <a:pt x="240" y="504"/>
                </a:cubicBezTo>
                <a:cubicBezTo>
                  <a:pt x="240" y="488"/>
                  <a:pt x="240" y="488"/>
                  <a:pt x="240" y="488"/>
                </a:cubicBezTo>
                <a:cubicBezTo>
                  <a:pt x="262" y="498"/>
                  <a:pt x="262" y="498"/>
                  <a:pt x="262" y="498"/>
                </a:cubicBezTo>
                <a:cubicBezTo>
                  <a:pt x="274" y="509"/>
                  <a:pt x="274" y="509"/>
                  <a:pt x="274" y="509"/>
                </a:cubicBezTo>
                <a:cubicBezTo>
                  <a:pt x="292" y="510"/>
                  <a:pt x="292" y="510"/>
                  <a:pt x="292" y="510"/>
                </a:cubicBezTo>
                <a:cubicBezTo>
                  <a:pt x="290" y="508"/>
                  <a:pt x="290" y="508"/>
                  <a:pt x="290" y="508"/>
                </a:cubicBezTo>
                <a:cubicBezTo>
                  <a:pt x="296" y="496"/>
                  <a:pt x="296" y="496"/>
                  <a:pt x="296" y="496"/>
                </a:cubicBezTo>
                <a:cubicBezTo>
                  <a:pt x="321" y="479"/>
                  <a:pt x="321" y="479"/>
                  <a:pt x="321" y="479"/>
                </a:cubicBezTo>
                <a:cubicBezTo>
                  <a:pt x="328" y="481"/>
                  <a:pt x="328" y="481"/>
                  <a:pt x="328" y="481"/>
                </a:cubicBezTo>
                <a:cubicBezTo>
                  <a:pt x="327" y="498"/>
                  <a:pt x="327" y="498"/>
                  <a:pt x="327" y="498"/>
                </a:cubicBezTo>
                <a:cubicBezTo>
                  <a:pt x="334" y="499"/>
                  <a:pt x="334" y="499"/>
                  <a:pt x="334" y="499"/>
                </a:cubicBezTo>
                <a:cubicBezTo>
                  <a:pt x="339" y="495"/>
                  <a:pt x="339" y="495"/>
                  <a:pt x="339" y="495"/>
                </a:cubicBezTo>
                <a:cubicBezTo>
                  <a:pt x="333" y="470"/>
                  <a:pt x="333" y="470"/>
                  <a:pt x="333" y="470"/>
                </a:cubicBezTo>
                <a:cubicBezTo>
                  <a:pt x="328" y="462"/>
                  <a:pt x="328" y="462"/>
                  <a:pt x="328" y="462"/>
                </a:cubicBezTo>
                <a:cubicBezTo>
                  <a:pt x="328" y="444"/>
                  <a:pt x="328" y="444"/>
                  <a:pt x="328" y="444"/>
                </a:cubicBezTo>
                <a:cubicBezTo>
                  <a:pt x="322" y="435"/>
                  <a:pt x="322" y="435"/>
                  <a:pt x="322" y="435"/>
                </a:cubicBezTo>
                <a:cubicBezTo>
                  <a:pt x="339" y="433"/>
                  <a:pt x="339" y="433"/>
                  <a:pt x="339" y="433"/>
                </a:cubicBezTo>
                <a:cubicBezTo>
                  <a:pt x="372" y="442"/>
                  <a:pt x="372" y="442"/>
                  <a:pt x="372" y="442"/>
                </a:cubicBezTo>
                <a:cubicBezTo>
                  <a:pt x="380" y="421"/>
                  <a:pt x="380" y="421"/>
                  <a:pt x="380" y="421"/>
                </a:cubicBezTo>
                <a:cubicBezTo>
                  <a:pt x="387" y="427"/>
                  <a:pt x="387" y="427"/>
                  <a:pt x="387" y="427"/>
                </a:cubicBezTo>
                <a:cubicBezTo>
                  <a:pt x="398" y="430"/>
                  <a:pt x="398" y="430"/>
                  <a:pt x="398" y="430"/>
                </a:cubicBezTo>
                <a:cubicBezTo>
                  <a:pt x="415" y="435"/>
                  <a:pt x="415" y="435"/>
                  <a:pt x="415" y="435"/>
                </a:cubicBezTo>
                <a:cubicBezTo>
                  <a:pt x="428" y="433"/>
                  <a:pt x="428" y="433"/>
                  <a:pt x="428" y="433"/>
                </a:cubicBezTo>
                <a:cubicBezTo>
                  <a:pt x="445" y="438"/>
                  <a:pt x="445" y="438"/>
                  <a:pt x="445" y="438"/>
                </a:cubicBezTo>
                <a:cubicBezTo>
                  <a:pt x="455" y="454"/>
                  <a:pt x="455" y="454"/>
                  <a:pt x="455" y="454"/>
                </a:cubicBezTo>
                <a:cubicBezTo>
                  <a:pt x="463" y="454"/>
                  <a:pt x="463" y="454"/>
                  <a:pt x="463" y="454"/>
                </a:cubicBezTo>
                <a:cubicBezTo>
                  <a:pt x="468" y="446"/>
                  <a:pt x="468" y="446"/>
                  <a:pt x="468" y="446"/>
                </a:cubicBezTo>
                <a:cubicBezTo>
                  <a:pt x="482" y="449"/>
                  <a:pt x="482" y="449"/>
                  <a:pt x="482" y="449"/>
                </a:cubicBezTo>
                <a:cubicBezTo>
                  <a:pt x="506" y="444"/>
                  <a:pt x="506" y="444"/>
                  <a:pt x="506" y="444"/>
                </a:cubicBezTo>
                <a:cubicBezTo>
                  <a:pt x="505" y="425"/>
                  <a:pt x="505" y="425"/>
                  <a:pt x="505" y="425"/>
                </a:cubicBezTo>
                <a:cubicBezTo>
                  <a:pt x="537" y="416"/>
                  <a:pt x="537" y="416"/>
                  <a:pt x="537" y="416"/>
                </a:cubicBezTo>
                <a:cubicBezTo>
                  <a:pt x="551" y="416"/>
                  <a:pt x="551" y="416"/>
                  <a:pt x="551" y="416"/>
                </a:cubicBezTo>
                <a:cubicBezTo>
                  <a:pt x="557" y="411"/>
                  <a:pt x="557" y="411"/>
                  <a:pt x="557" y="411"/>
                </a:cubicBezTo>
                <a:cubicBezTo>
                  <a:pt x="568" y="418"/>
                  <a:pt x="568" y="418"/>
                  <a:pt x="568" y="418"/>
                </a:cubicBezTo>
                <a:cubicBezTo>
                  <a:pt x="597" y="416"/>
                  <a:pt x="597" y="416"/>
                  <a:pt x="597" y="416"/>
                </a:cubicBezTo>
                <a:cubicBezTo>
                  <a:pt x="594" y="405"/>
                  <a:pt x="594" y="405"/>
                  <a:pt x="594" y="405"/>
                </a:cubicBezTo>
                <a:cubicBezTo>
                  <a:pt x="582" y="363"/>
                  <a:pt x="582" y="363"/>
                  <a:pt x="582" y="363"/>
                </a:cubicBezTo>
                <a:cubicBezTo>
                  <a:pt x="554" y="365"/>
                  <a:pt x="554" y="365"/>
                  <a:pt x="554" y="365"/>
                </a:cubicBezTo>
                <a:cubicBezTo>
                  <a:pt x="517" y="341"/>
                  <a:pt x="517" y="341"/>
                  <a:pt x="517" y="341"/>
                </a:cubicBezTo>
                <a:cubicBezTo>
                  <a:pt x="510" y="329"/>
                  <a:pt x="510" y="329"/>
                  <a:pt x="510" y="329"/>
                </a:cubicBezTo>
                <a:cubicBezTo>
                  <a:pt x="487" y="321"/>
                  <a:pt x="487" y="321"/>
                  <a:pt x="487" y="321"/>
                </a:cubicBezTo>
                <a:cubicBezTo>
                  <a:pt x="463" y="298"/>
                  <a:pt x="463" y="298"/>
                  <a:pt x="463" y="298"/>
                </a:cubicBezTo>
                <a:cubicBezTo>
                  <a:pt x="480" y="286"/>
                  <a:pt x="480" y="286"/>
                  <a:pt x="480" y="286"/>
                </a:cubicBezTo>
                <a:cubicBezTo>
                  <a:pt x="498" y="279"/>
                  <a:pt x="498" y="279"/>
                  <a:pt x="498" y="279"/>
                </a:cubicBezTo>
                <a:cubicBezTo>
                  <a:pt x="479" y="255"/>
                  <a:pt x="479" y="255"/>
                  <a:pt x="479" y="255"/>
                </a:cubicBezTo>
                <a:cubicBezTo>
                  <a:pt x="450" y="263"/>
                  <a:pt x="450" y="263"/>
                  <a:pt x="450" y="263"/>
                </a:cubicBezTo>
                <a:cubicBezTo>
                  <a:pt x="451" y="252"/>
                  <a:pt x="451" y="252"/>
                  <a:pt x="451" y="252"/>
                </a:cubicBezTo>
                <a:cubicBezTo>
                  <a:pt x="426" y="250"/>
                  <a:pt x="426" y="250"/>
                  <a:pt x="426" y="250"/>
                </a:cubicBezTo>
                <a:cubicBezTo>
                  <a:pt x="443" y="237"/>
                  <a:pt x="443" y="237"/>
                  <a:pt x="443" y="237"/>
                </a:cubicBezTo>
                <a:cubicBezTo>
                  <a:pt x="459" y="237"/>
                  <a:pt x="459" y="237"/>
                  <a:pt x="459" y="237"/>
                </a:cubicBezTo>
                <a:cubicBezTo>
                  <a:pt x="472" y="230"/>
                  <a:pt x="472" y="230"/>
                  <a:pt x="472" y="230"/>
                </a:cubicBezTo>
                <a:cubicBezTo>
                  <a:pt x="471" y="224"/>
                  <a:pt x="471" y="224"/>
                  <a:pt x="471" y="224"/>
                </a:cubicBezTo>
                <a:cubicBezTo>
                  <a:pt x="461" y="216"/>
                  <a:pt x="461" y="216"/>
                  <a:pt x="461" y="216"/>
                </a:cubicBezTo>
                <a:cubicBezTo>
                  <a:pt x="438" y="179"/>
                  <a:pt x="438" y="179"/>
                  <a:pt x="438" y="179"/>
                </a:cubicBezTo>
                <a:cubicBezTo>
                  <a:pt x="427" y="161"/>
                  <a:pt x="427" y="161"/>
                  <a:pt x="427" y="161"/>
                </a:cubicBezTo>
                <a:cubicBezTo>
                  <a:pt x="420" y="157"/>
                  <a:pt x="420" y="157"/>
                  <a:pt x="420" y="157"/>
                </a:cubicBezTo>
                <a:cubicBezTo>
                  <a:pt x="413" y="135"/>
                  <a:pt x="413" y="135"/>
                  <a:pt x="413" y="135"/>
                </a:cubicBezTo>
                <a:cubicBezTo>
                  <a:pt x="395" y="78"/>
                  <a:pt x="395" y="78"/>
                  <a:pt x="395" y="78"/>
                </a:cubicBezTo>
                <a:cubicBezTo>
                  <a:pt x="374" y="49"/>
                  <a:pt x="374" y="49"/>
                  <a:pt x="374" y="49"/>
                </a:cubicBezTo>
                <a:cubicBezTo>
                  <a:pt x="344" y="31"/>
                  <a:pt x="344" y="31"/>
                  <a:pt x="344" y="31"/>
                </a:cubicBezTo>
                <a:cubicBezTo>
                  <a:pt x="345" y="14"/>
                  <a:pt x="345" y="14"/>
                  <a:pt x="345" y="14"/>
                </a:cubicBezTo>
                <a:cubicBezTo>
                  <a:pt x="357" y="10"/>
                  <a:pt x="357" y="10"/>
                  <a:pt x="357" y="10"/>
                </a:cubicBezTo>
                <a:lnTo>
                  <a:pt x="36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2563AE-DFB3-A818-4968-8E9332EB63CA}"/>
              </a:ext>
            </a:extLst>
          </p:cNvPr>
          <p:cNvSpPr/>
          <p:nvPr/>
        </p:nvSpPr>
        <p:spPr>
          <a:xfrm>
            <a:off x="5602556" y="2432873"/>
            <a:ext cx="753861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Tshuapa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E6947405-A7B7-C576-47C2-9E16CD0127A9}"/>
              </a:ext>
            </a:extLst>
          </p:cNvPr>
          <p:cNvSpPr>
            <a:spLocks/>
          </p:cNvSpPr>
          <p:nvPr/>
        </p:nvSpPr>
        <p:spPr bwMode="auto">
          <a:xfrm>
            <a:off x="5165715" y="775525"/>
            <a:ext cx="1326411" cy="713330"/>
          </a:xfrm>
          <a:custGeom>
            <a:avLst/>
            <a:gdLst/>
            <a:ahLst/>
            <a:cxnLst>
              <a:cxn ang="0">
                <a:pos x="47" y="5"/>
              </a:cxn>
              <a:cxn ang="0">
                <a:pos x="9" y="27"/>
              </a:cxn>
              <a:cxn ang="0">
                <a:pos x="26" y="62"/>
              </a:cxn>
              <a:cxn ang="0">
                <a:pos x="64" y="72"/>
              </a:cxn>
              <a:cxn ang="0">
                <a:pos x="60" y="100"/>
              </a:cxn>
              <a:cxn ang="0">
                <a:pos x="42" y="143"/>
              </a:cxn>
              <a:cxn ang="0">
                <a:pos x="80" y="134"/>
              </a:cxn>
              <a:cxn ang="0">
                <a:pos x="121" y="139"/>
              </a:cxn>
              <a:cxn ang="0">
                <a:pos x="148" y="189"/>
              </a:cxn>
              <a:cxn ang="0">
                <a:pos x="154" y="242"/>
              </a:cxn>
              <a:cxn ang="0">
                <a:pos x="161" y="271"/>
              </a:cxn>
              <a:cxn ang="0">
                <a:pos x="208" y="254"/>
              </a:cxn>
              <a:cxn ang="0">
                <a:pos x="213" y="252"/>
              </a:cxn>
              <a:cxn ang="0">
                <a:pos x="277" y="257"/>
              </a:cxn>
              <a:cxn ang="0">
                <a:pos x="333" y="282"/>
              </a:cxn>
              <a:cxn ang="0">
                <a:pos x="374" y="270"/>
              </a:cxn>
              <a:cxn ang="0">
                <a:pos x="397" y="275"/>
              </a:cxn>
              <a:cxn ang="0">
                <a:pos x="435" y="254"/>
              </a:cxn>
              <a:cxn ang="0">
                <a:pos x="452" y="244"/>
              </a:cxn>
              <a:cxn ang="0">
                <a:pos x="436" y="224"/>
              </a:cxn>
              <a:cxn ang="0">
                <a:pos x="438" y="202"/>
              </a:cxn>
              <a:cxn ang="0">
                <a:pos x="479" y="186"/>
              </a:cxn>
              <a:cxn ang="0">
                <a:pos x="502" y="173"/>
              </a:cxn>
              <a:cxn ang="0">
                <a:pos x="529" y="176"/>
              </a:cxn>
              <a:cxn ang="0">
                <a:pos x="543" y="164"/>
              </a:cxn>
              <a:cxn ang="0">
                <a:pos x="520" y="159"/>
              </a:cxn>
              <a:cxn ang="0">
                <a:pos x="460" y="161"/>
              </a:cxn>
              <a:cxn ang="0">
                <a:pos x="420" y="118"/>
              </a:cxn>
              <a:cxn ang="0">
                <a:pos x="383" y="120"/>
              </a:cxn>
              <a:cxn ang="0">
                <a:pos x="349" y="109"/>
              </a:cxn>
              <a:cxn ang="0">
                <a:pos x="307" y="108"/>
              </a:cxn>
              <a:cxn ang="0">
                <a:pos x="266" y="102"/>
              </a:cxn>
              <a:cxn ang="0">
                <a:pos x="221" y="83"/>
              </a:cxn>
              <a:cxn ang="0">
                <a:pos x="176" y="77"/>
              </a:cxn>
              <a:cxn ang="0">
                <a:pos x="160" y="45"/>
              </a:cxn>
              <a:cxn ang="0">
                <a:pos x="120" y="20"/>
              </a:cxn>
              <a:cxn ang="0">
                <a:pos x="99" y="8"/>
              </a:cxn>
            </a:cxnLst>
            <a:rect l="0" t="0" r="r" b="b"/>
            <a:pathLst>
              <a:path w="547" h="282">
                <a:moveTo>
                  <a:pt x="65" y="0"/>
                </a:moveTo>
                <a:cubicBezTo>
                  <a:pt x="47" y="5"/>
                  <a:pt x="47" y="5"/>
                  <a:pt x="47" y="5"/>
                </a:cubicBezTo>
                <a:cubicBezTo>
                  <a:pt x="27" y="22"/>
                  <a:pt x="27" y="22"/>
                  <a:pt x="27" y="22"/>
                </a:cubicBezTo>
                <a:cubicBezTo>
                  <a:pt x="9" y="27"/>
                  <a:pt x="9" y="27"/>
                  <a:pt x="9" y="27"/>
                </a:cubicBezTo>
                <a:cubicBezTo>
                  <a:pt x="0" y="43"/>
                  <a:pt x="0" y="43"/>
                  <a:pt x="0" y="43"/>
                </a:cubicBezTo>
                <a:cubicBezTo>
                  <a:pt x="26" y="62"/>
                  <a:pt x="26" y="62"/>
                  <a:pt x="26" y="62"/>
                </a:cubicBezTo>
                <a:cubicBezTo>
                  <a:pt x="42" y="71"/>
                  <a:pt x="42" y="71"/>
                  <a:pt x="42" y="71"/>
                </a:cubicBezTo>
                <a:cubicBezTo>
                  <a:pt x="64" y="72"/>
                  <a:pt x="64" y="72"/>
                  <a:pt x="64" y="72"/>
                </a:cubicBezTo>
                <a:cubicBezTo>
                  <a:pt x="65" y="83"/>
                  <a:pt x="65" y="83"/>
                  <a:pt x="65" y="83"/>
                </a:cubicBezTo>
                <a:cubicBezTo>
                  <a:pt x="60" y="100"/>
                  <a:pt x="60" y="100"/>
                  <a:pt x="60" y="100"/>
                </a:cubicBezTo>
                <a:cubicBezTo>
                  <a:pt x="44" y="130"/>
                  <a:pt x="44" y="130"/>
                  <a:pt x="44" y="130"/>
                </a:cubicBezTo>
                <a:cubicBezTo>
                  <a:pt x="42" y="143"/>
                  <a:pt x="42" y="143"/>
                  <a:pt x="42" y="143"/>
                </a:cubicBezTo>
                <a:cubicBezTo>
                  <a:pt x="65" y="155"/>
                  <a:pt x="65" y="155"/>
                  <a:pt x="65" y="155"/>
                </a:cubicBezTo>
                <a:cubicBezTo>
                  <a:pt x="80" y="134"/>
                  <a:pt x="80" y="134"/>
                  <a:pt x="80" y="134"/>
                </a:cubicBezTo>
                <a:cubicBezTo>
                  <a:pt x="92" y="132"/>
                  <a:pt x="92" y="132"/>
                  <a:pt x="92" y="132"/>
                </a:cubicBezTo>
                <a:cubicBezTo>
                  <a:pt x="121" y="139"/>
                  <a:pt x="121" y="139"/>
                  <a:pt x="121" y="139"/>
                </a:cubicBezTo>
                <a:cubicBezTo>
                  <a:pt x="144" y="167"/>
                  <a:pt x="144" y="167"/>
                  <a:pt x="144" y="167"/>
                </a:cubicBezTo>
                <a:cubicBezTo>
                  <a:pt x="148" y="189"/>
                  <a:pt x="148" y="189"/>
                  <a:pt x="148" y="189"/>
                </a:cubicBezTo>
                <a:cubicBezTo>
                  <a:pt x="152" y="204"/>
                  <a:pt x="152" y="204"/>
                  <a:pt x="152" y="204"/>
                </a:cubicBezTo>
                <a:cubicBezTo>
                  <a:pt x="154" y="242"/>
                  <a:pt x="154" y="242"/>
                  <a:pt x="154" y="242"/>
                </a:cubicBezTo>
                <a:cubicBezTo>
                  <a:pt x="150" y="257"/>
                  <a:pt x="150" y="257"/>
                  <a:pt x="150" y="257"/>
                </a:cubicBezTo>
                <a:cubicBezTo>
                  <a:pt x="161" y="271"/>
                  <a:pt x="161" y="271"/>
                  <a:pt x="161" y="271"/>
                </a:cubicBezTo>
                <a:cubicBezTo>
                  <a:pt x="188" y="265"/>
                  <a:pt x="188" y="265"/>
                  <a:pt x="188" y="265"/>
                </a:cubicBezTo>
                <a:cubicBezTo>
                  <a:pt x="208" y="254"/>
                  <a:pt x="208" y="254"/>
                  <a:pt x="208" y="254"/>
                </a:cubicBezTo>
                <a:cubicBezTo>
                  <a:pt x="208" y="254"/>
                  <a:pt x="208" y="254"/>
                  <a:pt x="208" y="254"/>
                </a:cubicBezTo>
                <a:cubicBezTo>
                  <a:pt x="213" y="252"/>
                  <a:pt x="213" y="252"/>
                  <a:pt x="213" y="252"/>
                </a:cubicBezTo>
                <a:cubicBezTo>
                  <a:pt x="249" y="264"/>
                  <a:pt x="249" y="264"/>
                  <a:pt x="249" y="264"/>
                </a:cubicBezTo>
                <a:cubicBezTo>
                  <a:pt x="277" y="257"/>
                  <a:pt x="277" y="257"/>
                  <a:pt x="277" y="257"/>
                </a:cubicBezTo>
                <a:cubicBezTo>
                  <a:pt x="294" y="266"/>
                  <a:pt x="294" y="266"/>
                  <a:pt x="294" y="266"/>
                </a:cubicBezTo>
                <a:cubicBezTo>
                  <a:pt x="333" y="282"/>
                  <a:pt x="333" y="282"/>
                  <a:pt x="333" y="282"/>
                </a:cubicBezTo>
                <a:cubicBezTo>
                  <a:pt x="355" y="280"/>
                  <a:pt x="355" y="280"/>
                  <a:pt x="355" y="28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85" y="275"/>
                  <a:pt x="385" y="275"/>
                  <a:pt x="385" y="275"/>
                </a:cubicBezTo>
                <a:cubicBezTo>
                  <a:pt x="397" y="275"/>
                  <a:pt x="397" y="275"/>
                  <a:pt x="397" y="275"/>
                </a:cubicBezTo>
                <a:cubicBezTo>
                  <a:pt x="422" y="253"/>
                  <a:pt x="422" y="253"/>
                  <a:pt x="422" y="253"/>
                </a:cubicBezTo>
                <a:cubicBezTo>
                  <a:pt x="435" y="254"/>
                  <a:pt x="435" y="254"/>
                  <a:pt x="435" y="254"/>
                </a:cubicBezTo>
                <a:cubicBezTo>
                  <a:pt x="449" y="248"/>
                  <a:pt x="449" y="248"/>
                  <a:pt x="449" y="248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5" y="225"/>
                  <a:pt x="455" y="225"/>
                  <a:pt x="455" y="225"/>
                </a:cubicBezTo>
                <a:cubicBezTo>
                  <a:pt x="436" y="224"/>
                  <a:pt x="436" y="224"/>
                  <a:pt x="436" y="224"/>
                </a:cubicBezTo>
                <a:cubicBezTo>
                  <a:pt x="430" y="213"/>
                  <a:pt x="430" y="213"/>
                  <a:pt x="430" y="213"/>
                </a:cubicBezTo>
                <a:cubicBezTo>
                  <a:pt x="438" y="202"/>
                  <a:pt x="438" y="202"/>
                  <a:pt x="438" y="202"/>
                </a:cubicBezTo>
                <a:cubicBezTo>
                  <a:pt x="465" y="193"/>
                  <a:pt x="465" y="193"/>
                  <a:pt x="465" y="193"/>
                </a:cubicBezTo>
                <a:cubicBezTo>
                  <a:pt x="479" y="186"/>
                  <a:pt x="479" y="186"/>
                  <a:pt x="479" y="186"/>
                </a:cubicBezTo>
                <a:cubicBezTo>
                  <a:pt x="491" y="186"/>
                  <a:pt x="491" y="186"/>
                  <a:pt x="491" y="186"/>
                </a:cubicBezTo>
                <a:cubicBezTo>
                  <a:pt x="502" y="173"/>
                  <a:pt x="502" y="173"/>
                  <a:pt x="502" y="173"/>
                </a:cubicBezTo>
                <a:cubicBezTo>
                  <a:pt x="512" y="177"/>
                  <a:pt x="512" y="177"/>
                  <a:pt x="512" y="177"/>
                </a:cubicBezTo>
                <a:cubicBezTo>
                  <a:pt x="529" y="176"/>
                  <a:pt x="529" y="176"/>
                  <a:pt x="529" y="176"/>
                </a:cubicBezTo>
                <a:cubicBezTo>
                  <a:pt x="531" y="182"/>
                  <a:pt x="531" y="182"/>
                  <a:pt x="531" y="182"/>
                </a:cubicBezTo>
                <a:cubicBezTo>
                  <a:pt x="543" y="164"/>
                  <a:pt x="543" y="164"/>
                  <a:pt x="543" y="164"/>
                </a:cubicBezTo>
                <a:cubicBezTo>
                  <a:pt x="547" y="158"/>
                  <a:pt x="547" y="158"/>
                  <a:pt x="547" y="158"/>
                </a:cubicBezTo>
                <a:cubicBezTo>
                  <a:pt x="520" y="159"/>
                  <a:pt x="520" y="159"/>
                  <a:pt x="520" y="159"/>
                </a:cubicBezTo>
                <a:cubicBezTo>
                  <a:pt x="488" y="160"/>
                  <a:pt x="488" y="160"/>
                  <a:pt x="488" y="160"/>
                </a:cubicBezTo>
                <a:cubicBezTo>
                  <a:pt x="460" y="161"/>
                  <a:pt x="460" y="161"/>
                  <a:pt x="460" y="161"/>
                </a:cubicBezTo>
                <a:cubicBezTo>
                  <a:pt x="451" y="133"/>
                  <a:pt x="451" y="133"/>
                  <a:pt x="451" y="133"/>
                </a:cubicBezTo>
                <a:cubicBezTo>
                  <a:pt x="420" y="118"/>
                  <a:pt x="420" y="118"/>
                  <a:pt x="420" y="118"/>
                </a:cubicBezTo>
                <a:cubicBezTo>
                  <a:pt x="417" y="120"/>
                  <a:pt x="411" y="122"/>
                  <a:pt x="411" y="122"/>
                </a:cubicBezTo>
                <a:cubicBezTo>
                  <a:pt x="383" y="120"/>
                  <a:pt x="383" y="120"/>
                  <a:pt x="383" y="120"/>
                </a:cubicBezTo>
                <a:cubicBezTo>
                  <a:pt x="360" y="106"/>
                  <a:pt x="360" y="106"/>
                  <a:pt x="360" y="106"/>
                </a:cubicBezTo>
                <a:cubicBezTo>
                  <a:pt x="349" y="109"/>
                  <a:pt x="349" y="109"/>
                  <a:pt x="349" y="109"/>
                </a:cubicBezTo>
                <a:cubicBezTo>
                  <a:pt x="321" y="99"/>
                  <a:pt x="321" y="99"/>
                  <a:pt x="321" y="99"/>
                </a:cubicBezTo>
                <a:cubicBezTo>
                  <a:pt x="307" y="108"/>
                  <a:pt x="307" y="108"/>
                  <a:pt x="307" y="108"/>
                </a:cubicBezTo>
                <a:cubicBezTo>
                  <a:pt x="274" y="95"/>
                  <a:pt x="274" y="95"/>
                  <a:pt x="274" y="95"/>
                </a:cubicBezTo>
                <a:cubicBezTo>
                  <a:pt x="266" y="102"/>
                  <a:pt x="266" y="102"/>
                  <a:pt x="266" y="102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221" y="83"/>
                  <a:pt x="221" y="83"/>
                  <a:pt x="221" y="83"/>
                </a:cubicBezTo>
                <a:cubicBezTo>
                  <a:pt x="191" y="88"/>
                  <a:pt x="191" y="88"/>
                  <a:pt x="191" y="88"/>
                </a:cubicBezTo>
                <a:cubicBezTo>
                  <a:pt x="176" y="77"/>
                  <a:pt x="176" y="77"/>
                  <a:pt x="176" y="77"/>
                </a:cubicBezTo>
                <a:cubicBezTo>
                  <a:pt x="175" y="64"/>
                  <a:pt x="175" y="64"/>
                  <a:pt x="175" y="64"/>
                </a:cubicBezTo>
                <a:cubicBezTo>
                  <a:pt x="160" y="45"/>
                  <a:pt x="160" y="45"/>
                  <a:pt x="160" y="45"/>
                </a:cubicBezTo>
                <a:cubicBezTo>
                  <a:pt x="150" y="44"/>
                  <a:pt x="150" y="44"/>
                  <a:pt x="150" y="44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09" y="22"/>
                  <a:pt x="109" y="22"/>
                  <a:pt x="109" y="22"/>
                </a:cubicBezTo>
                <a:cubicBezTo>
                  <a:pt x="99" y="8"/>
                  <a:pt x="99" y="8"/>
                  <a:pt x="99" y="8"/>
                </a:cubicBezTo>
                <a:lnTo>
                  <a:pt x="65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7E874F-48A3-EC97-008D-F242FD2781EB}"/>
              </a:ext>
            </a:extLst>
          </p:cNvPr>
          <p:cNvSpPr/>
          <p:nvPr/>
        </p:nvSpPr>
        <p:spPr>
          <a:xfrm>
            <a:off x="5514348" y="813451"/>
            <a:ext cx="67518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Nord-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Ubangi</a:t>
            </a:r>
          </a:p>
        </p:txBody>
      </p:sp>
      <p:sp>
        <p:nvSpPr>
          <p:cNvPr id="39" name="Freeform 16">
            <a:extLst>
              <a:ext uri="{FF2B5EF4-FFF2-40B4-BE49-F238E27FC236}">
                <a16:creationId xmlns:a16="http://schemas.microsoft.com/office/drawing/2014/main" id="{BF39D8AD-6E50-24E8-7A4E-602A014890DD}"/>
              </a:ext>
            </a:extLst>
          </p:cNvPr>
          <p:cNvSpPr>
            <a:spLocks/>
          </p:cNvSpPr>
          <p:nvPr/>
        </p:nvSpPr>
        <p:spPr bwMode="auto">
          <a:xfrm>
            <a:off x="6129205" y="1579222"/>
            <a:ext cx="1683807" cy="1397818"/>
          </a:xfrm>
          <a:custGeom>
            <a:avLst/>
            <a:gdLst/>
            <a:ahLst/>
            <a:cxnLst>
              <a:cxn ang="0">
                <a:pos x="548" y="14"/>
              </a:cxn>
              <a:cxn ang="0">
                <a:pos x="463" y="19"/>
              </a:cxn>
              <a:cxn ang="0">
                <a:pos x="409" y="16"/>
              </a:cxn>
              <a:cxn ang="0">
                <a:pos x="322" y="20"/>
              </a:cxn>
              <a:cxn ang="0">
                <a:pos x="262" y="35"/>
              </a:cxn>
              <a:cxn ang="0">
                <a:pos x="218" y="31"/>
              </a:cxn>
              <a:cxn ang="0">
                <a:pos x="210" y="40"/>
              </a:cxn>
              <a:cxn ang="0">
                <a:pos x="125" y="52"/>
              </a:cxn>
              <a:cxn ang="0">
                <a:pos x="93" y="64"/>
              </a:cxn>
              <a:cxn ang="0">
                <a:pos x="50" y="57"/>
              </a:cxn>
              <a:cxn ang="0">
                <a:pos x="16" y="67"/>
              </a:cxn>
              <a:cxn ang="0">
                <a:pos x="31" y="107"/>
              </a:cxn>
              <a:cxn ang="0">
                <a:pos x="1" y="133"/>
              </a:cxn>
              <a:cxn ang="0">
                <a:pos x="39" y="179"/>
              </a:cxn>
              <a:cxn ang="0">
                <a:pos x="91" y="293"/>
              </a:cxn>
              <a:cxn ang="0">
                <a:pos x="109" y="327"/>
              </a:cxn>
              <a:cxn ang="0">
                <a:pos x="154" y="399"/>
              </a:cxn>
              <a:cxn ang="0">
                <a:pos x="168" y="418"/>
              </a:cxn>
              <a:cxn ang="0">
                <a:pos x="130" y="427"/>
              </a:cxn>
              <a:cxn ang="0">
                <a:pos x="141" y="447"/>
              </a:cxn>
              <a:cxn ang="0">
                <a:pos x="177" y="450"/>
              </a:cxn>
              <a:cxn ang="0">
                <a:pos x="179" y="491"/>
              </a:cxn>
              <a:cxn ang="0">
                <a:pos x="188" y="537"/>
              </a:cxn>
              <a:cxn ang="0">
                <a:pos x="227" y="564"/>
              </a:cxn>
              <a:cxn ang="0">
                <a:pos x="313" y="593"/>
              </a:cxn>
              <a:cxn ang="0">
                <a:pos x="342" y="690"/>
              </a:cxn>
              <a:cxn ang="0">
                <a:pos x="430" y="708"/>
              </a:cxn>
              <a:cxn ang="0">
                <a:pos x="466" y="724"/>
              </a:cxn>
              <a:cxn ang="0">
                <a:pos x="488" y="697"/>
              </a:cxn>
              <a:cxn ang="0">
                <a:pos x="534" y="675"/>
              </a:cxn>
              <a:cxn ang="0">
                <a:pos x="560" y="665"/>
              </a:cxn>
              <a:cxn ang="0">
                <a:pos x="577" y="610"/>
              </a:cxn>
              <a:cxn ang="0">
                <a:pos x="600" y="581"/>
              </a:cxn>
              <a:cxn ang="0">
                <a:pos x="608" y="528"/>
              </a:cxn>
              <a:cxn ang="0">
                <a:pos x="626" y="482"/>
              </a:cxn>
              <a:cxn ang="0">
                <a:pos x="622" y="440"/>
              </a:cxn>
              <a:cxn ang="0">
                <a:pos x="600" y="410"/>
              </a:cxn>
              <a:cxn ang="0">
                <a:pos x="655" y="443"/>
              </a:cxn>
              <a:cxn ang="0">
                <a:pos x="716" y="412"/>
              </a:cxn>
              <a:cxn ang="0">
                <a:pos x="789" y="462"/>
              </a:cxn>
              <a:cxn ang="0">
                <a:pos x="855" y="477"/>
              </a:cxn>
              <a:cxn ang="0">
                <a:pos x="870" y="461"/>
              </a:cxn>
              <a:cxn ang="0">
                <a:pos x="885" y="436"/>
              </a:cxn>
              <a:cxn ang="0">
                <a:pos x="914" y="368"/>
              </a:cxn>
              <a:cxn ang="0">
                <a:pos x="889" y="304"/>
              </a:cxn>
              <a:cxn ang="0">
                <a:pos x="852" y="293"/>
              </a:cxn>
              <a:cxn ang="0">
                <a:pos x="888" y="277"/>
              </a:cxn>
              <a:cxn ang="0">
                <a:pos x="877" y="244"/>
              </a:cxn>
              <a:cxn ang="0">
                <a:pos x="845" y="189"/>
              </a:cxn>
              <a:cxn ang="0">
                <a:pos x="801" y="141"/>
              </a:cxn>
              <a:cxn ang="0">
                <a:pos x="766" y="137"/>
              </a:cxn>
              <a:cxn ang="0">
                <a:pos x="776" y="67"/>
              </a:cxn>
              <a:cxn ang="0">
                <a:pos x="733" y="45"/>
              </a:cxn>
              <a:cxn ang="0">
                <a:pos x="681" y="28"/>
              </a:cxn>
              <a:cxn ang="0">
                <a:pos x="645" y="60"/>
              </a:cxn>
              <a:cxn ang="0">
                <a:pos x="621" y="23"/>
              </a:cxn>
            </a:cxnLst>
            <a:rect l="0" t="0" r="r" b="b"/>
            <a:pathLst>
              <a:path w="914" h="727">
                <a:moveTo>
                  <a:pt x="598" y="0"/>
                </a:moveTo>
                <a:lnTo>
                  <a:pt x="548" y="14"/>
                </a:lnTo>
                <a:lnTo>
                  <a:pt x="520" y="37"/>
                </a:lnTo>
                <a:lnTo>
                  <a:pt x="463" y="19"/>
                </a:lnTo>
                <a:lnTo>
                  <a:pt x="430" y="31"/>
                </a:lnTo>
                <a:lnTo>
                  <a:pt x="409" y="16"/>
                </a:lnTo>
                <a:lnTo>
                  <a:pt x="379" y="11"/>
                </a:lnTo>
                <a:lnTo>
                  <a:pt x="322" y="20"/>
                </a:lnTo>
                <a:lnTo>
                  <a:pt x="285" y="52"/>
                </a:lnTo>
                <a:lnTo>
                  <a:pt x="262" y="35"/>
                </a:lnTo>
                <a:lnTo>
                  <a:pt x="241" y="40"/>
                </a:lnTo>
                <a:lnTo>
                  <a:pt x="218" y="31"/>
                </a:lnTo>
                <a:lnTo>
                  <a:pt x="208" y="27"/>
                </a:lnTo>
                <a:lnTo>
                  <a:pt x="210" y="40"/>
                </a:lnTo>
                <a:lnTo>
                  <a:pt x="167" y="28"/>
                </a:lnTo>
                <a:lnTo>
                  <a:pt x="125" y="52"/>
                </a:lnTo>
                <a:lnTo>
                  <a:pt x="108" y="46"/>
                </a:lnTo>
                <a:lnTo>
                  <a:pt x="93" y="64"/>
                </a:lnTo>
                <a:lnTo>
                  <a:pt x="71" y="71"/>
                </a:lnTo>
                <a:lnTo>
                  <a:pt x="50" y="57"/>
                </a:lnTo>
                <a:lnTo>
                  <a:pt x="18" y="41"/>
                </a:lnTo>
                <a:lnTo>
                  <a:pt x="16" y="67"/>
                </a:lnTo>
                <a:lnTo>
                  <a:pt x="25" y="85"/>
                </a:lnTo>
                <a:lnTo>
                  <a:pt x="31" y="107"/>
                </a:lnTo>
                <a:lnTo>
                  <a:pt x="17" y="128"/>
                </a:lnTo>
                <a:lnTo>
                  <a:pt x="1" y="133"/>
                </a:lnTo>
                <a:lnTo>
                  <a:pt x="0" y="156"/>
                </a:lnTo>
                <a:lnTo>
                  <a:pt x="39" y="179"/>
                </a:lnTo>
                <a:lnTo>
                  <a:pt x="67" y="218"/>
                </a:lnTo>
                <a:lnTo>
                  <a:pt x="91" y="293"/>
                </a:lnTo>
                <a:lnTo>
                  <a:pt x="100" y="321"/>
                </a:lnTo>
                <a:lnTo>
                  <a:pt x="109" y="327"/>
                </a:lnTo>
                <a:lnTo>
                  <a:pt x="123" y="350"/>
                </a:lnTo>
                <a:lnTo>
                  <a:pt x="154" y="399"/>
                </a:lnTo>
                <a:lnTo>
                  <a:pt x="167" y="410"/>
                </a:lnTo>
                <a:lnTo>
                  <a:pt x="168" y="418"/>
                </a:lnTo>
                <a:lnTo>
                  <a:pt x="151" y="427"/>
                </a:lnTo>
                <a:lnTo>
                  <a:pt x="130" y="427"/>
                </a:lnTo>
                <a:lnTo>
                  <a:pt x="108" y="444"/>
                </a:lnTo>
                <a:lnTo>
                  <a:pt x="141" y="447"/>
                </a:lnTo>
                <a:lnTo>
                  <a:pt x="139" y="461"/>
                </a:lnTo>
                <a:lnTo>
                  <a:pt x="177" y="450"/>
                </a:lnTo>
                <a:lnTo>
                  <a:pt x="202" y="482"/>
                </a:lnTo>
                <a:lnTo>
                  <a:pt x="179" y="491"/>
                </a:lnTo>
                <a:lnTo>
                  <a:pt x="156" y="507"/>
                </a:lnTo>
                <a:lnTo>
                  <a:pt x="188" y="537"/>
                </a:lnTo>
                <a:lnTo>
                  <a:pt x="218" y="548"/>
                </a:lnTo>
                <a:lnTo>
                  <a:pt x="227" y="564"/>
                </a:lnTo>
                <a:lnTo>
                  <a:pt x="276" y="595"/>
                </a:lnTo>
                <a:lnTo>
                  <a:pt x="313" y="593"/>
                </a:lnTo>
                <a:lnTo>
                  <a:pt x="329" y="648"/>
                </a:lnTo>
                <a:lnTo>
                  <a:pt x="342" y="690"/>
                </a:lnTo>
                <a:lnTo>
                  <a:pt x="431" y="689"/>
                </a:lnTo>
                <a:lnTo>
                  <a:pt x="430" y="708"/>
                </a:lnTo>
                <a:lnTo>
                  <a:pt x="447" y="727"/>
                </a:lnTo>
                <a:lnTo>
                  <a:pt x="466" y="724"/>
                </a:lnTo>
                <a:lnTo>
                  <a:pt x="480" y="718"/>
                </a:lnTo>
                <a:lnTo>
                  <a:pt x="488" y="697"/>
                </a:lnTo>
                <a:lnTo>
                  <a:pt x="510" y="681"/>
                </a:lnTo>
                <a:lnTo>
                  <a:pt x="534" y="675"/>
                </a:lnTo>
                <a:lnTo>
                  <a:pt x="535" y="665"/>
                </a:lnTo>
                <a:lnTo>
                  <a:pt x="560" y="665"/>
                </a:lnTo>
                <a:lnTo>
                  <a:pt x="562" y="599"/>
                </a:lnTo>
                <a:lnTo>
                  <a:pt x="577" y="610"/>
                </a:lnTo>
                <a:lnTo>
                  <a:pt x="592" y="602"/>
                </a:lnTo>
                <a:lnTo>
                  <a:pt x="600" y="581"/>
                </a:lnTo>
                <a:lnTo>
                  <a:pt x="598" y="560"/>
                </a:lnTo>
                <a:lnTo>
                  <a:pt x="608" y="528"/>
                </a:lnTo>
                <a:lnTo>
                  <a:pt x="629" y="520"/>
                </a:lnTo>
                <a:lnTo>
                  <a:pt x="626" y="482"/>
                </a:lnTo>
                <a:lnTo>
                  <a:pt x="634" y="464"/>
                </a:lnTo>
                <a:lnTo>
                  <a:pt x="622" y="440"/>
                </a:lnTo>
                <a:lnTo>
                  <a:pt x="621" y="429"/>
                </a:lnTo>
                <a:lnTo>
                  <a:pt x="600" y="410"/>
                </a:lnTo>
                <a:lnTo>
                  <a:pt x="609" y="396"/>
                </a:lnTo>
                <a:lnTo>
                  <a:pt x="655" y="443"/>
                </a:lnTo>
                <a:lnTo>
                  <a:pt x="696" y="429"/>
                </a:lnTo>
                <a:lnTo>
                  <a:pt x="716" y="412"/>
                </a:lnTo>
                <a:lnTo>
                  <a:pt x="766" y="448"/>
                </a:lnTo>
                <a:lnTo>
                  <a:pt x="789" y="462"/>
                </a:lnTo>
                <a:lnTo>
                  <a:pt x="830" y="462"/>
                </a:lnTo>
                <a:lnTo>
                  <a:pt x="855" y="477"/>
                </a:lnTo>
                <a:lnTo>
                  <a:pt x="856" y="477"/>
                </a:lnTo>
                <a:lnTo>
                  <a:pt x="870" y="461"/>
                </a:lnTo>
                <a:lnTo>
                  <a:pt x="884" y="456"/>
                </a:lnTo>
                <a:lnTo>
                  <a:pt x="885" y="436"/>
                </a:lnTo>
                <a:lnTo>
                  <a:pt x="912" y="420"/>
                </a:lnTo>
                <a:lnTo>
                  <a:pt x="914" y="368"/>
                </a:lnTo>
                <a:lnTo>
                  <a:pt x="900" y="333"/>
                </a:lnTo>
                <a:lnTo>
                  <a:pt x="889" y="304"/>
                </a:lnTo>
                <a:lnTo>
                  <a:pt x="859" y="308"/>
                </a:lnTo>
                <a:lnTo>
                  <a:pt x="852" y="293"/>
                </a:lnTo>
                <a:lnTo>
                  <a:pt x="877" y="286"/>
                </a:lnTo>
                <a:lnTo>
                  <a:pt x="888" y="277"/>
                </a:lnTo>
                <a:lnTo>
                  <a:pt x="888" y="275"/>
                </a:lnTo>
                <a:lnTo>
                  <a:pt x="877" y="244"/>
                </a:lnTo>
                <a:lnTo>
                  <a:pt x="847" y="218"/>
                </a:lnTo>
                <a:lnTo>
                  <a:pt x="845" y="189"/>
                </a:lnTo>
                <a:lnTo>
                  <a:pt x="809" y="169"/>
                </a:lnTo>
                <a:lnTo>
                  <a:pt x="801" y="141"/>
                </a:lnTo>
                <a:lnTo>
                  <a:pt x="789" y="145"/>
                </a:lnTo>
                <a:lnTo>
                  <a:pt x="766" y="137"/>
                </a:lnTo>
                <a:lnTo>
                  <a:pt x="784" y="107"/>
                </a:lnTo>
                <a:lnTo>
                  <a:pt x="776" y="67"/>
                </a:lnTo>
                <a:lnTo>
                  <a:pt x="755" y="61"/>
                </a:lnTo>
                <a:lnTo>
                  <a:pt x="733" y="45"/>
                </a:lnTo>
                <a:lnTo>
                  <a:pt x="708" y="28"/>
                </a:lnTo>
                <a:lnTo>
                  <a:pt x="681" y="28"/>
                </a:lnTo>
                <a:lnTo>
                  <a:pt x="664" y="48"/>
                </a:lnTo>
                <a:lnTo>
                  <a:pt x="645" y="60"/>
                </a:lnTo>
                <a:lnTo>
                  <a:pt x="627" y="56"/>
                </a:lnTo>
                <a:lnTo>
                  <a:pt x="621" y="23"/>
                </a:lnTo>
                <a:lnTo>
                  <a:pt x="598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39D0CD-709C-A765-68D3-D88D1F0B0AB4}"/>
              </a:ext>
            </a:extLst>
          </p:cNvPr>
          <p:cNvSpPr/>
          <p:nvPr/>
        </p:nvSpPr>
        <p:spPr>
          <a:xfrm>
            <a:off x="6631567" y="1985882"/>
            <a:ext cx="680123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Tshopo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 15">
            <a:extLst>
              <a:ext uri="{FF2B5EF4-FFF2-40B4-BE49-F238E27FC236}">
                <a16:creationId xmlns:a16="http://schemas.microsoft.com/office/drawing/2014/main" id="{6529D6EE-DD98-5F48-C6E9-AC44AEBA7D20}"/>
              </a:ext>
            </a:extLst>
          </p:cNvPr>
          <p:cNvSpPr>
            <a:spLocks/>
          </p:cNvSpPr>
          <p:nvPr/>
        </p:nvSpPr>
        <p:spPr bwMode="auto">
          <a:xfrm>
            <a:off x="6182630" y="738503"/>
            <a:ext cx="1455692" cy="937914"/>
          </a:xfrm>
          <a:custGeom>
            <a:avLst/>
            <a:gdLst/>
            <a:ahLst/>
            <a:cxnLst>
              <a:cxn ang="0">
                <a:pos x="350" y="7"/>
              </a:cxn>
              <a:cxn ang="0">
                <a:pos x="345" y="27"/>
              </a:cxn>
              <a:cxn ang="0">
                <a:pos x="319" y="41"/>
              </a:cxn>
              <a:cxn ang="0">
                <a:pos x="297" y="43"/>
              </a:cxn>
              <a:cxn ang="0">
                <a:pos x="261" y="54"/>
              </a:cxn>
              <a:cxn ang="0">
                <a:pos x="229" y="32"/>
              </a:cxn>
              <a:cxn ang="0">
                <a:pos x="111" y="85"/>
              </a:cxn>
              <a:cxn ang="0">
                <a:pos x="82" y="77"/>
              </a:cxn>
              <a:cxn ang="0">
                <a:pos x="56" y="66"/>
              </a:cxn>
              <a:cxn ang="0">
                <a:pos x="22" y="109"/>
              </a:cxn>
              <a:cxn ang="0">
                <a:pos x="10" y="122"/>
              </a:cxn>
              <a:cxn ang="0">
                <a:pos x="32" y="160"/>
              </a:cxn>
              <a:cxn ang="0">
                <a:pos x="69" y="187"/>
              </a:cxn>
              <a:cxn ang="0">
                <a:pos x="128" y="185"/>
              </a:cxn>
              <a:cxn ang="0">
                <a:pos x="112" y="209"/>
              </a:cxn>
              <a:cxn ang="0">
                <a:pos x="93" y="204"/>
              </a:cxn>
              <a:cxn ang="0">
                <a:pos x="72" y="213"/>
              </a:cxn>
              <a:cxn ang="0">
                <a:pos x="46" y="220"/>
              </a:cxn>
              <a:cxn ang="0">
                <a:pos x="11" y="240"/>
              </a:cxn>
              <a:cxn ang="0">
                <a:pos x="36" y="252"/>
              </a:cxn>
              <a:cxn ang="0">
                <a:pos x="50" y="270"/>
              </a:cxn>
              <a:cxn ang="0">
                <a:pos x="66" y="251"/>
              </a:cxn>
              <a:cxn ang="0">
                <a:pos x="61" y="279"/>
              </a:cxn>
              <a:cxn ang="0">
                <a:pos x="56" y="299"/>
              </a:cxn>
              <a:cxn ang="0">
                <a:pos x="52" y="319"/>
              </a:cxn>
              <a:cxn ang="0">
                <a:pos x="102" y="336"/>
              </a:cxn>
              <a:cxn ang="0">
                <a:pos x="136" y="365"/>
              </a:cxn>
              <a:cxn ang="0">
                <a:pos x="161" y="375"/>
              </a:cxn>
              <a:cxn ang="0">
                <a:pos x="195" y="384"/>
              </a:cxn>
              <a:cxn ang="0">
                <a:pos x="266" y="353"/>
              </a:cxn>
              <a:cxn ang="0">
                <a:pos x="305" y="368"/>
              </a:cxn>
              <a:cxn ang="0">
                <a:pos x="373" y="373"/>
              </a:cxn>
              <a:cxn ang="0">
                <a:pos x="433" y="345"/>
              </a:cxn>
              <a:cxn ang="0">
                <a:pos x="455" y="387"/>
              </a:cxn>
              <a:cxn ang="0">
                <a:pos x="483" y="381"/>
              </a:cxn>
              <a:cxn ang="0">
                <a:pos x="516" y="366"/>
              </a:cxn>
              <a:cxn ang="0">
                <a:pos x="540" y="382"/>
              </a:cxn>
              <a:cxn ang="0">
                <a:pos x="550" y="360"/>
              </a:cxn>
              <a:cxn ang="0">
                <a:pos x="521" y="314"/>
              </a:cxn>
              <a:cxn ang="0">
                <a:pos x="532" y="299"/>
              </a:cxn>
              <a:cxn ang="0">
                <a:pos x="540" y="284"/>
              </a:cxn>
              <a:cxn ang="0">
                <a:pos x="576" y="304"/>
              </a:cxn>
              <a:cxn ang="0">
                <a:pos x="595" y="285"/>
              </a:cxn>
              <a:cxn ang="0">
                <a:pos x="605" y="264"/>
              </a:cxn>
              <a:cxn ang="0">
                <a:pos x="583" y="238"/>
              </a:cxn>
              <a:cxn ang="0">
                <a:pos x="560" y="231"/>
              </a:cxn>
              <a:cxn ang="0">
                <a:pos x="560" y="165"/>
              </a:cxn>
              <a:cxn ang="0">
                <a:pos x="557" y="139"/>
              </a:cxn>
              <a:cxn ang="0">
                <a:pos x="548" y="91"/>
              </a:cxn>
              <a:cxn ang="0">
                <a:pos x="524" y="39"/>
              </a:cxn>
              <a:cxn ang="0">
                <a:pos x="482" y="38"/>
              </a:cxn>
              <a:cxn ang="0">
                <a:pos x="439" y="14"/>
              </a:cxn>
              <a:cxn ang="0">
                <a:pos x="390" y="14"/>
              </a:cxn>
            </a:cxnLst>
            <a:rect l="0" t="0" r="r" b="b"/>
            <a:pathLst>
              <a:path w="605" h="390">
                <a:moveTo>
                  <a:pt x="374" y="0"/>
                </a:moveTo>
                <a:cubicBezTo>
                  <a:pt x="350" y="7"/>
                  <a:pt x="350" y="7"/>
                  <a:pt x="350" y="7"/>
                </a:cubicBezTo>
                <a:cubicBezTo>
                  <a:pt x="340" y="20"/>
                  <a:pt x="340" y="20"/>
                  <a:pt x="340" y="20"/>
                </a:cubicBezTo>
                <a:cubicBezTo>
                  <a:pt x="345" y="27"/>
                  <a:pt x="345" y="27"/>
                  <a:pt x="345" y="27"/>
                </a:cubicBezTo>
                <a:cubicBezTo>
                  <a:pt x="338" y="39"/>
                  <a:pt x="338" y="39"/>
                  <a:pt x="338" y="39"/>
                </a:cubicBezTo>
                <a:cubicBezTo>
                  <a:pt x="319" y="41"/>
                  <a:pt x="319" y="41"/>
                  <a:pt x="319" y="41"/>
                </a:cubicBezTo>
                <a:cubicBezTo>
                  <a:pt x="311" y="52"/>
                  <a:pt x="311" y="52"/>
                  <a:pt x="311" y="52"/>
                </a:cubicBezTo>
                <a:cubicBezTo>
                  <a:pt x="297" y="43"/>
                  <a:pt x="297" y="43"/>
                  <a:pt x="297" y="43"/>
                </a:cubicBezTo>
                <a:cubicBezTo>
                  <a:pt x="285" y="52"/>
                  <a:pt x="285" y="52"/>
                  <a:pt x="285" y="52"/>
                </a:cubicBezTo>
                <a:cubicBezTo>
                  <a:pt x="261" y="54"/>
                  <a:pt x="261" y="54"/>
                  <a:pt x="261" y="54"/>
                </a:cubicBezTo>
                <a:cubicBezTo>
                  <a:pt x="246" y="37"/>
                  <a:pt x="246" y="37"/>
                  <a:pt x="246" y="37"/>
                </a:cubicBezTo>
                <a:cubicBezTo>
                  <a:pt x="246" y="37"/>
                  <a:pt x="234" y="33"/>
                  <a:pt x="229" y="32"/>
                </a:cubicBezTo>
                <a:cubicBezTo>
                  <a:pt x="224" y="31"/>
                  <a:pt x="222" y="44"/>
                  <a:pt x="222" y="44"/>
                </a:cubicBezTo>
                <a:cubicBezTo>
                  <a:pt x="111" y="85"/>
                  <a:pt x="111" y="85"/>
                  <a:pt x="111" y="85"/>
                </a:cubicBezTo>
                <a:cubicBezTo>
                  <a:pt x="110" y="94"/>
                  <a:pt x="110" y="94"/>
                  <a:pt x="110" y="94"/>
                </a:cubicBezTo>
                <a:cubicBezTo>
                  <a:pt x="82" y="77"/>
                  <a:pt x="82" y="77"/>
                  <a:pt x="82" y="77"/>
                </a:cubicBezTo>
                <a:cubicBezTo>
                  <a:pt x="66" y="76"/>
                  <a:pt x="66" y="76"/>
                  <a:pt x="66" y="76"/>
                </a:cubicBezTo>
                <a:cubicBezTo>
                  <a:pt x="56" y="66"/>
                  <a:pt x="56" y="66"/>
                  <a:pt x="56" y="66"/>
                </a:cubicBezTo>
                <a:cubicBezTo>
                  <a:pt x="36" y="76"/>
                  <a:pt x="36" y="76"/>
                  <a:pt x="36" y="76"/>
                </a:cubicBezTo>
                <a:cubicBezTo>
                  <a:pt x="22" y="109"/>
                  <a:pt x="22" y="109"/>
                  <a:pt x="22" y="109"/>
                </a:cubicBezTo>
                <a:cubicBezTo>
                  <a:pt x="13" y="107"/>
                  <a:pt x="13" y="107"/>
                  <a:pt x="13" y="107"/>
                </a:cubicBezTo>
                <a:cubicBezTo>
                  <a:pt x="10" y="122"/>
                  <a:pt x="10" y="122"/>
                  <a:pt x="10" y="122"/>
                </a:cubicBezTo>
                <a:cubicBezTo>
                  <a:pt x="0" y="144"/>
                  <a:pt x="0" y="144"/>
                  <a:pt x="0" y="144"/>
                </a:cubicBezTo>
                <a:cubicBezTo>
                  <a:pt x="32" y="160"/>
                  <a:pt x="32" y="160"/>
                  <a:pt x="32" y="160"/>
                </a:cubicBezTo>
                <a:cubicBezTo>
                  <a:pt x="41" y="188"/>
                  <a:pt x="41" y="188"/>
                  <a:pt x="41" y="188"/>
                </a:cubicBezTo>
                <a:cubicBezTo>
                  <a:pt x="69" y="187"/>
                  <a:pt x="69" y="187"/>
                  <a:pt x="69" y="187"/>
                </a:cubicBezTo>
                <a:cubicBezTo>
                  <a:pt x="101" y="186"/>
                  <a:pt x="101" y="186"/>
                  <a:pt x="101" y="186"/>
                </a:cubicBezTo>
                <a:cubicBezTo>
                  <a:pt x="128" y="185"/>
                  <a:pt x="128" y="185"/>
                  <a:pt x="128" y="185"/>
                </a:cubicBezTo>
                <a:cubicBezTo>
                  <a:pt x="124" y="191"/>
                  <a:pt x="124" y="191"/>
                  <a:pt x="124" y="191"/>
                </a:cubicBezTo>
                <a:cubicBezTo>
                  <a:pt x="112" y="209"/>
                  <a:pt x="112" y="209"/>
                  <a:pt x="112" y="209"/>
                </a:cubicBezTo>
                <a:cubicBezTo>
                  <a:pt x="110" y="203"/>
                  <a:pt x="110" y="203"/>
                  <a:pt x="110" y="203"/>
                </a:cubicBezTo>
                <a:cubicBezTo>
                  <a:pt x="93" y="204"/>
                  <a:pt x="93" y="204"/>
                  <a:pt x="93" y="204"/>
                </a:cubicBezTo>
                <a:cubicBezTo>
                  <a:pt x="83" y="200"/>
                  <a:pt x="83" y="200"/>
                  <a:pt x="83" y="200"/>
                </a:cubicBezTo>
                <a:cubicBezTo>
                  <a:pt x="72" y="213"/>
                  <a:pt x="72" y="213"/>
                  <a:pt x="72" y="213"/>
                </a:cubicBezTo>
                <a:cubicBezTo>
                  <a:pt x="60" y="213"/>
                  <a:pt x="60" y="213"/>
                  <a:pt x="60" y="213"/>
                </a:cubicBezTo>
                <a:cubicBezTo>
                  <a:pt x="46" y="220"/>
                  <a:pt x="46" y="220"/>
                  <a:pt x="46" y="220"/>
                </a:cubicBezTo>
                <a:cubicBezTo>
                  <a:pt x="19" y="229"/>
                  <a:pt x="19" y="229"/>
                  <a:pt x="19" y="229"/>
                </a:cubicBezTo>
                <a:cubicBezTo>
                  <a:pt x="11" y="240"/>
                  <a:pt x="11" y="240"/>
                  <a:pt x="11" y="240"/>
                </a:cubicBezTo>
                <a:cubicBezTo>
                  <a:pt x="17" y="251"/>
                  <a:pt x="17" y="251"/>
                  <a:pt x="17" y="251"/>
                </a:cubicBezTo>
                <a:cubicBezTo>
                  <a:pt x="36" y="252"/>
                  <a:pt x="36" y="252"/>
                  <a:pt x="36" y="252"/>
                </a:cubicBezTo>
                <a:cubicBezTo>
                  <a:pt x="33" y="274"/>
                  <a:pt x="33" y="274"/>
                  <a:pt x="33" y="274"/>
                </a:cubicBezTo>
                <a:cubicBezTo>
                  <a:pt x="50" y="270"/>
                  <a:pt x="50" y="270"/>
                  <a:pt x="50" y="270"/>
                </a:cubicBezTo>
                <a:cubicBezTo>
                  <a:pt x="55" y="260"/>
                  <a:pt x="55" y="260"/>
                  <a:pt x="55" y="260"/>
                </a:cubicBezTo>
                <a:cubicBezTo>
                  <a:pt x="66" y="251"/>
                  <a:pt x="66" y="251"/>
                  <a:pt x="66" y="251"/>
                </a:cubicBezTo>
                <a:cubicBezTo>
                  <a:pt x="68" y="265"/>
                  <a:pt x="68" y="265"/>
                  <a:pt x="68" y="265"/>
                </a:cubicBezTo>
                <a:cubicBezTo>
                  <a:pt x="61" y="279"/>
                  <a:pt x="61" y="279"/>
                  <a:pt x="61" y="279"/>
                </a:cubicBezTo>
                <a:cubicBezTo>
                  <a:pt x="62" y="290"/>
                  <a:pt x="62" y="290"/>
                  <a:pt x="62" y="290"/>
                </a:cubicBezTo>
                <a:cubicBezTo>
                  <a:pt x="56" y="299"/>
                  <a:pt x="56" y="299"/>
                  <a:pt x="56" y="299"/>
                </a:cubicBezTo>
                <a:cubicBezTo>
                  <a:pt x="61" y="310"/>
                  <a:pt x="61" y="310"/>
                  <a:pt x="61" y="310"/>
                </a:cubicBezTo>
                <a:cubicBezTo>
                  <a:pt x="52" y="319"/>
                  <a:pt x="52" y="319"/>
                  <a:pt x="52" y="319"/>
                </a:cubicBezTo>
                <a:cubicBezTo>
                  <a:pt x="78" y="336"/>
                  <a:pt x="78" y="336"/>
                  <a:pt x="78" y="336"/>
                </a:cubicBezTo>
                <a:cubicBezTo>
                  <a:pt x="102" y="336"/>
                  <a:pt x="102" y="336"/>
                  <a:pt x="102" y="336"/>
                </a:cubicBezTo>
                <a:cubicBezTo>
                  <a:pt x="134" y="355"/>
                  <a:pt x="134" y="355"/>
                  <a:pt x="134" y="355"/>
                </a:cubicBezTo>
                <a:cubicBezTo>
                  <a:pt x="136" y="365"/>
                  <a:pt x="136" y="365"/>
                  <a:pt x="136" y="365"/>
                </a:cubicBezTo>
                <a:cubicBezTo>
                  <a:pt x="144" y="368"/>
                  <a:pt x="144" y="368"/>
                  <a:pt x="144" y="368"/>
                </a:cubicBezTo>
                <a:cubicBezTo>
                  <a:pt x="161" y="375"/>
                  <a:pt x="161" y="375"/>
                  <a:pt x="161" y="375"/>
                </a:cubicBezTo>
                <a:cubicBezTo>
                  <a:pt x="177" y="371"/>
                  <a:pt x="177" y="371"/>
                  <a:pt x="177" y="371"/>
                </a:cubicBezTo>
                <a:cubicBezTo>
                  <a:pt x="195" y="384"/>
                  <a:pt x="195" y="384"/>
                  <a:pt x="195" y="384"/>
                </a:cubicBezTo>
                <a:cubicBezTo>
                  <a:pt x="223" y="360"/>
                  <a:pt x="223" y="360"/>
                  <a:pt x="223" y="360"/>
                </a:cubicBezTo>
                <a:cubicBezTo>
                  <a:pt x="266" y="353"/>
                  <a:pt x="266" y="353"/>
                  <a:pt x="266" y="353"/>
                </a:cubicBezTo>
                <a:cubicBezTo>
                  <a:pt x="289" y="357"/>
                  <a:pt x="289" y="357"/>
                  <a:pt x="289" y="357"/>
                </a:cubicBezTo>
                <a:cubicBezTo>
                  <a:pt x="305" y="368"/>
                  <a:pt x="305" y="368"/>
                  <a:pt x="305" y="368"/>
                </a:cubicBezTo>
                <a:cubicBezTo>
                  <a:pt x="330" y="359"/>
                  <a:pt x="330" y="359"/>
                  <a:pt x="330" y="359"/>
                </a:cubicBezTo>
                <a:cubicBezTo>
                  <a:pt x="373" y="373"/>
                  <a:pt x="373" y="373"/>
                  <a:pt x="373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33" y="345"/>
                  <a:pt x="433" y="345"/>
                  <a:pt x="433" y="345"/>
                </a:cubicBezTo>
                <a:cubicBezTo>
                  <a:pt x="450" y="362"/>
                  <a:pt x="450" y="362"/>
                  <a:pt x="450" y="362"/>
                </a:cubicBezTo>
                <a:cubicBezTo>
                  <a:pt x="455" y="387"/>
                  <a:pt x="455" y="387"/>
                  <a:pt x="455" y="387"/>
                </a:cubicBezTo>
                <a:cubicBezTo>
                  <a:pt x="468" y="390"/>
                  <a:pt x="468" y="390"/>
                  <a:pt x="468" y="390"/>
                </a:cubicBezTo>
                <a:cubicBezTo>
                  <a:pt x="483" y="381"/>
                  <a:pt x="483" y="381"/>
                  <a:pt x="483" y="381"/>
                </a:cubicBezTo>
                <a:cubicBezTo>
                  <a:pt x="496" y="366"/>
                  <a:pt x="496" y="366"/>
                  <a:pt x="496" y="366"/>
                </a:cubicBezTo>
                <a:cubicBezTo>
                  <a:pt x="516" y="366"/>
                  <a:pt x="516" y="366"/>
                  <a:pt x="516" y="366"/>
                </a:cubicBezTo>
                <a:cubicBezTo>
                  <a:pt x="535" y="379"/>
                  <a:pt x="535" y="379"/>
                  <a:pt x="535" y="379"/>
                </a:cubicBezTo>
                <a:cubicBezTo>
                  <a:pt x="540" y="382"/>
                  <a:pt x="540" y="382"/>
                  <a:pt x="540" y="382"/>
                </a:cubicBezTo>
                <a:cubicBezTo>
                  <a:pt x="541" y="380"/>
                  <a:pt x="543" y="375"/>
                  <a:pt x="543" y="375"/>
                </a:cubicBezTo>
                <a:cubicBezTo>
                  <a:pt x="550" y="360"/>
                  <a:pt x="550" y="360"/>
                  <a:pt x="550" y="360"/>
                </a:cubicBezTo>
                <a:cubicBezTo>
                  <a:pt x="538" y="327"/>
                  <a:pt x="538" y="327"/>
                  <a:pt x="538" y="327"/>
                </a:cubicBezTo>
                <a:cubicBezTo>
                  <a:pt x="521" y="314"/>
                  <a:pt x="521" y="314"/>
                  <a:pt x="521" y="314"/>
                </a:cubicBezTo>
                <a:cubicBezTo>
                  <a:pt x="522" y="304"/>
                  <a:pt x="522" y="304"/>
                  <a:pt x="522" y="304"/>
                </a:cubicBezTo>
                <a:cubicBezTo>
                  <a:pt x="532" y="299"/>
                  <a:pt x="532" y="299"/>
                  <a:pt x="532" y="299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540" y="284"/>
                  <a:pt x="540" y="284"/>
                  <a:pt x="540" y="284"/>
                </a:cubicBezTo>
                <a:cubicBezTo>
                  <a:pt x="566" y="292"/>
                  <a:pt x="566" y="292"/>
                  <a:pt x="566" y="292"/>
                </a:cubicBezTo>
                <a:cubicBezTo>
                  <a:pt x="576" y="304"/>
                  <a:pt x="576" y="304"/>
                  <a:pt x="576" y="304"/>
                </a:cubicBezTo>
                <a:cubicBezTo>
                  <a:pt x="583" y="302"/>
                  <a:pt x="583" y="302"/>
                  <a:pt x="583" y="302"/>
                </a:cubicBezTo>
                <a:cubicBezTo>
                  <a:pt x="595" y="285"/>
                  <a:pt x="595" y="285"/>
                  <a:pt x="595" y="285"/>
                </a:cubicBezTo>
                <a:cubicBezTo>
                  <a:pt x="598" y="273"/>
                  <a:pt x="598" y="273"/>
                  <a:pt x="598" y="273"/>
                </a:cubicBezTo>
                <a:cubicBezTo>
                  <a:pt x="605" y="264"/>
                  <a:pt x="605" y="264"/>
                  <a:pt x="605" y="264"/>
                </a:cubicBezTo>
                <a:cubicBezTo>
                  <a:pt x="599" y="244"/>
                  <a:pt x="599" y="244"/>
                  <a:pt x="599" y="244"/>
                </a:cubicBezTo>
                <a:cubicBezTo>
                  <a:pt x="583" y="238"/>
                  <a:pt x="583" y="238"/>
                  <a:pt x="583" y="238"/>
                </a:cubicBezTo>
                <a:cubicBezTo>
                  <a:pt x="562" y="240"/>
                  <a:pt x="562" y="240"/>
                  <a:pt x="562" y="240"/>
                </a:cubicBezTo>
                <a:cubicBezTo>
                  <a:pt x="560" y="231"/>
                  <a:pt x="560" y="231"/>
                  <a:pt x="560" y="231"/>
                </a:cubicBezTo>
                <a:cubicBezTo>
                  <a:pt x="570" y="187"/>
                  <a:pt x="570" y="187"/>
                  <a:pt x="570" y="187"/>
                </a:cubicBezTo>
                <a:cubicBezTo>
                  <a:pt x="560" y="165"/>
                  <a:pt x="560" y="165"/>
                  <a:pt x="560" y="165"/>
                </a:cubicBezTo>
                <a:cubicBezTo>
                  <a:pt x="561" y="158"/>
                  <a:pt x="561" y="158"/>
                  <a:pt x="561" y="158"/>
                </a:cubicBezTo>
                <a:cubicBezTo>
                  <a:pt x="557" y="139"/>
                  <a:pt x="557" y="139"/>
                  <a:pt x="557" y="139"/>
                </a:cubicBezTo>
                <a:cubicBezTo>
                  <a:pt x="562" y="105"/>
                  <a:pt x="562" y="105"/>
                  <a:pt x="562" y="105"/>
                </a:cubicBezTo>
                <a:cubicBezTo>
                  <a:pt x="548" y="91"/>
                  <a:pt x="548" y="91"/>
                  <a:pt x="548" y="91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4" y="39"/>
                  <a:pt x="524" y="39"/>
                  <a:pt x="524" y="39"/>
                </a:cubicBezTo>
                <a:cubicBezTo>
                  <a:pt x="515" y="33"/>
                  <a:pt x="515" y="33"/>
                  <a:pt x="515" y="33"/>
                </a:cubicBezTo>
                <a:cubicBezTo>
                  <a:pt x="482" y="38"/>
                  <a:pt x="482" y="38"/>
                  <a:pt x="482" y="38"/>
                </a:cubicBezTo>
                <a:cubicBezTo>
                  <a:pt x="466" y="27"/>
                  <a:pt x="466" y="27"/>
                  <a:pt x="466" y="27"/>
                </a:cubicBezTo>
                <a:cubicBezTo>
                  <a:pt x="439" y="14"/>
                  <a:pt x="439" y="14"/>
                  <a:pt x="439" y="14"/>
                </a:cubicBezTo>
                <a:cubicBezTo>
                  <a:pt x="411" y="19"/>
                  <a:pt x="411" y="19"/>
                  <a:pt x="411" y="19"/>
                </a:cubicBezTo>
                <a:cubicBezTo>
                  <a:pt x="390" y="14"/>
                  <a:pt x="390" y="14"/>
                  <a:pt x="390" y="14"/>
                </a:cubicBezTo>
                <a:lnTo>
                  <a:pt x="374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rgbClr val="C4B798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6053E1-E30A-60F8-85EF-CE9A196DD1A4}"/>
              </a:ext>
            </a:extLst>
          </p:cNvPr>
          <p:cNvSpPr/>
          <p:nvPr/>
        </p:nvSpPr>
        <p:spPr>
          <a:xfrm>
            <a:off x="6619487" y="1011914"/>
            <a:ext cx="65714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Bas- Uele</a:t>
            </a: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507E12C3-247C-0AE6-5967-A690314825D0}"/>
              </a:ext>
            </a:extLst>
          </p:cNvPr>
          <p:cNvSpPr>
            <a:spLocks/>
          </p:cNvSpPr>
          <p:nvPr/>
        </p:nvSpPr>
        <p:spPr bwMode="auto">
          <a:xfrm>
            <a:off x="4325652" y="3640383"/>
            <a:ext cx="1116396" cy="1153634"/>
          </a:xfrm>
          <a:custGeom>
            <a:avLst/>
            <a:gdLst/>
            <a:ahLst/>
            <a:cxnLst>
              <a:cxn ang="0">
                <a:pos x="97" y="9"/>
              </a:cxn>
              <a:cxn ang="0">
                <a:pos x="81" y="33"/>
              </a:cxn>
              <a:cxn ang="0">
                <a:pos x="48" y="76"/>
              </a:cxn>
              <a:cxn ang="0">
                <a:pos x="30" y="152"/>
              </a:cxn>
              <a:cxn ang="0">
                <a:pos x="9" y="193"/>
              </a:cxn>
              <a:cxn ang="0">
                <a:pos x="0" y="230"/>
              </a:cxn>
              <a:cxn ang="0">
                <a:pos x="41" y="242"/>
              </a:cxn>
              <a:cxn ang="0">
                <a:pos x="67" y="242"/>
              </a:cxn>
              <a:cxn ang="0">
                <a:pos x="80" y="275"/>
              </a:cxn>
              <a:cxn ang="0">
                <a:pos x="96" y="325"/>
              </a:cxn>
              <a:cxn ang="0">
                <a:pos x="137" y="410"/>
              </a:cxn>
              <a:cxn ang="0">
                <a:pos x="141" y="462"/>
              </a:cxn>
              <a:cxn ang="0">
                <a:pos x="176" y="502"/>
              </a:cxn>
              <a:cxn ang="0">
                <a:pos x="193" y="535"/>
              </a:cxn>
              <a:cxn ang="0">
                <a:pos x="233" y="600"/>
              </a:cxn>
              <a:cxn ang="0">
                <a:pos x="266" y="596"/>
              </a:cxn>
              <a:cxn ang="0">
                <a:pos x="292" y="594"/>
              </a:cxn>
              <a:cxn ang="0">
                <a:pos x="314" y="583"/>
              </a:cxn>
              <a:cxn ang="0">
                <a:pos x="355" y="581"/>
              </a:cxn>
              <a:cxn ang="0">
                <a:pos x="384" y="579"/>
              </a:cxn>
              <a:cxn ang="0">
                <a:pos x="421" y="568"/>
              </a:cxn>
              <a:cxn ang="0">
                <a:pos x="520" y="580"/>
              </a:cxn>
              <a:cxn ang="0">
                <a:pos x="521" y="531"/>
              </a:cxn>
              <a:cxn ang="0">
                <a:pos x="529" y="512"/>
              </a:cxn>
              <a:cxn ang="0">
                <a:pos x="537" y="451"/>
              </a:cxn>
              <a:cxn ang="0">
                <a:pos x="542" y="421"/>
              </a:cxn>
              <a:cxn ang="0">
                <a:pos x="602" y="401"/>
              </a:cxn>
              <a:cxn ang="0">
                <a:pos x="567" y="327"/>
              </a:cxn>
              <a:cxn ang="0">
                <a:pos x="533" y="334"/>
              </a:cxn>
              <a:cxn ang="0">
                <a:pos x="513" y="319"/>
              </a:cxn>
              <a:cxn ang="0">
                <a:pos x="498" y="301"/>
              </a:cxn>
              <a:cxn ang="0">
                <a:pos x="445" y="325"/>
              </a:cxn>
              <a:cxn ang="0">
                <a:pos x="409" y="288"/>
              </a:cxn>
              <a:cxn ang="0">
                <a:pos x="381" y="256"/>
              </a:cxn>
              <a:cxn ang="0">
                <a:pos x="318" y="254"/>
              </a:cxn>
              <a:cxn ang="0">
                <a:pos x="306" y="233"/>
              </a:cxn>
              <a:cxn ang="0">
                <a:pos x="252" y="235"/>
              </a:cxn>
              <a:cxn ang="0">
                <a:pos x="214" y="192"/>
              </a:cxn>
              <a:cxn ang="0">
                <a:pos x="214" y="148"/>
              </a:cxn>
              <a:cxn ang="0">
                <a:pos x="227" y="86"/>
              </a:cxn>
              <a:cxn ang="0">
                <a:pos x="242" y="61"/>
              </a:cxn>
              <a:cxn ang="0">
                <a:pos x="237" y="4"/>
              </a:cxn>
              <a:cxn ang="0">
                <a:pos x="185" y="39"/>
              </a:cxn>
              <a:cxn ang="0">
                <a:pos x="164" y="48"/>
              </a:cxn>
              <a:cxn ang="0">
                <a:pos x="151" y="17"/>
              </a:cxn>
            </a:cxnLst>
            <a:rect l="0" t="0" r="r" b="b"/>
            <a:pathLst>
              <a:path w="606" h="600">
                <a:moveTo>
                  <a:pt x="120" y="0"/>
                </a:moveTo>
                <a:lnTo>
                  <a:pt x="97" y="9"/>
                </a:lnTo>
                <a:lnTo>
                  <a:pt x="79" y="14"/>
                </a:lnTo>
                <a:lnTo>
                  <a:pt x="81" y="33"/>
                </a:lnTo>
                <a:lnTo>
                  <a:pt x="71" y="35"/>
                </a:lnTo>
                <a:lnTo>
                  <a:pt x="48" y="76"/>
                </a:lnTo>
                <a:lnTo>
                  <a:pt x="47" y="98"/>
                </a:lnTo>
                <a:lnTo>
                  <a:pt x="30" y="152"/>
                </a:lnTo>
                <a:lnTo>
                  <a:pt x="18" y="156"/>
                </a:lnTo>
                <a:lnTo>
                  <a:pt x="9" y="193"/>
                </a:lnTo>
                <a:lnTo>
                  <a:pt x="8" y="217"/>
                </a:lnTo>
                <a:lnTo>
                  <a:pt x="0" y="230"/>
                </a:lnTo>
                <a:lnTo>
                  <a:pt x="0" y="242"/>
                </a:lnTo>
                <a:lnTo>
                  <a:pt x="41" y="242"/>
                </a:lnTo>
                <a:lnTo>
                  <a:pt x="54" y="250"/>
                </a:lnTo>
                <a:lnTo>
                  <a:pt x="67" y="242"/>
                </a:lnTo>
                <a:lnTo>
                  <a:pt x="77" y="252"/>
                </a:lnTo>
                <a:lnTo>
                  <a:pt x="80" y="275"/>
                </a:lnTo>
                <a:lnTo>
                  <a:pt x="98" y="290"/>
                </a:lnTo>
                <a:lnTo>
                  <a:pt x="96" y="325"/>
                </a:lnTo>
                <a:lnTo>
                  <a:pt x="121" y="389"/>
                </a:lnTo>
                <a:lnTo>
                  <a:pt x="137" y="410"/>
                </a:lnTo>
                <a:lnTo>
                  <a:pt x="134" y="435"/>
                </a:lnTo>
                <a:lnTo>
                  <a:pt x="141" y="462"/>
                </a:lnTo>
                <a:lnTo>
                  <a:pt x="160" y="480"/>
                </a:lnTo>
                <a:lnTo>
                  <a:pt x="176" y="502"/>
                </a:lnTo>
                <a:lnTo>
                  <a:pt x="189" y="521"/>
                </a:lnTo>
                <a:lnTo>
                  <a:pt x="193" y="535"/>
                </a:lnTo>
                <a:lnTo>
                  <a:pt x="222" y="583"/>
                </a:lnTo>
                <a:lnTo>
                  <a:pt x="233" y="600"/>
                </a:lnTo>
                <a:lnTo>
                  <a:pt x="247" y="593"/>
                </a:lnTo>
                <a:lnTo>
                  <a:pt x="266" y="596"/>
                </a:lnTo>
                <a:lnTo>
                  <a:pt x="279" y="592"/>
                </a:lnTo>
                <a:lnTo>
                  <a:pt x="292" y="594"/>
                </a:lnTo>
                <a:lnTo>
                  <a:pt x="318" y="596"/>
                </a:lnTo>
                <a:lnTo>
                  <a:pt x="314" y="583"/>
                </a:lnTo>
                <a:lnTo>
                  <a:pt x="346" y="577"/>
                </a:lnTo>
                <a:lnTo>
                  <a:pt x="355" y="581"/>
                </a:lnTo>
                <a:lnTo>
                  <a:pt x="360" y="577"/>
                </a:lnTo>
                <a:lnTo>
                  <a:pt x="384" y="579"/>
                </a:lnTo>
                <a:lnTo>
                  <a:pt x="380" y="567"/>
                </a:lnTo>
                <a:lnTo>
                  <a:pt x="421" y="568"/>
                </a:lnTo>
                <a:lnTo>
                  <a:pt x="426" y="580"/>
                </a:lnTo>
                <a:lnTo>
                  <a:pt x="520" y="580"/>
                </a:lnTo>
                <a:lnTo>
                  <a:pt x="513" y="572"/>
                </a:lnTo>
                <a:lnTo>
                  <a:pt x="521" y="531"/>
                </a:lnTo>
                <a:lnTo>
                  <a:pt x="514" y="513"/>
                </a:lnTo>
                <a:lnTo>
                  <a:pt x="529" y="512"/>
                </a:lnTo>
                <a:lnTo>
                  <a:pt x="541" y="500"/>
                </a:lnTo>
                <a:lnTo>
                  <a:pt x="537" y="451"/>
                </a:lnTo>
                <a:lnTo>
                  <a:pt x="547" y="434"/>
                </a:lnTo>
                <a:lnTo>
                  <a:pt x="542" y="421"/>
                </a:lnTo>
                <a:lnTo>
                  <a:pt x="606" y="419"/>
                </a:lnTo>
                <a:lnTo>
                  <a:pt x="602" y="401"/>
                </a:lnTo>
                <a:lnTo>
                  <a:pt x="570" y="369"/>
                </a:lnTo>
                <a:lnTo>
                  <a:pt x="567" y="327"/>
                </a:lnTo>
                <a:lnTo>
                  <a:pt x="552" y="333"/>
                </a:lnTo>
                <a:lnTo>
                  <a:pt x="533" y="334"/>
                </a:lnTo>
                <a:lnTo>
                  <a:pt x="530" y="313"/>
                </a:lnTo>
                <a:lnTo>
                  <a:pt x="513" y="319"/>
                </a:lnTo>
                <a:lnTo>
                  <a:pt x="496" y="312"/>
                </a:lnTo>
                <a:lnTo>
                  <a:pt x="498" y="301"/>
                </a:lnTo>
                <a:lnTo>
                  <a:pt x="470" y="305"/>
                </a:lnTo>
                <a:lnTo>
                  <a:pt x="445" y="325"/>
                </a:lnTo>
                <a:lnTo>
                  <a:pt x="421" y="310"/>
                </a:lnTo>
                <a:lnTo>
                  <a:pt x="409" y="288"/>
                </a:lnTo>
                <a:lnTo>
                  <a:pt x="389" y="283"/>
                </a:lnTo>
                <a:lnTo>
                  <a:pt x="381" y="256"/>
                </a:lnTo>
                <a:lnTo>
                  <a:pt x="343" y="246"/>
                </a:lnTo>
                <a:lnTo>
                  <a:pt x="318" y="254"/>
                </a:lnTo>
                <a:lnTo>
                  <a:pt x="309" y="256"/>
                </a:lnTo>
                <a:lnTo>
                  <a:pt x="306" y="233"/>
                </a:lnTo>
                <a:lnTo>
                  <a:pt x="273" y="227"/>
                </a:lnTo>
                <a:lnTo>
                  <a:pt x="252" y="235"/>
                </a:lnTo>
                <a:lnTo>
                  <a:pt x="220" y="221"/>
                </a:lnTo>
                <a:lnTo>
                  <a:pt x="214" y="192"/>
                </a:lnTo>
                <a:lnTo>
                  <a:pt x="223" y="169"/>
                </a:lnTo>
                <a:lnTo>
                  <a:pt x="214" y="148"/>
                </a:lnTo>
                <a:lnTo>
                  <a:pt x="227" y="122"/>
                </a:lnTo>
                <a:lnTo>
                  <a:pt x="227" y="86"/>
                </a:lnTo>
                <a:lnTo>
                  <a:pt x="223" y="67"/>
                </a:lnTo>
                <a:lnTo>
                  <a:pt x="242" y="61"/>
                </a:lnTo>
                <a:lnTo>
                  <a:pt x="242" y="31"/>
                </a:lnTo>
                <a:lnTo>
                  <a:pt x="237" y="4"/>
                </a:lnTo>
                <a:lnTo>
                  <a:pt x="216" y="25"/>
                </a:lnTo>
                <a:lnTo>
                  <a:pt x="185" y="39"/>
                </a:lnTo>
                <a:lnTo>
                  <a:pt x="179" y="47"/>
                </a:lnTo>
                <a:lnTo>
                  <a:pt x="164" y="48"/>
                </a:lnTo>
                <a:lnTo>
                  <a:pt x="151" y="29"/>
                </a:lnTo>
                <a:lnTo>
                  <a:pt x="151" y="17"/>
                </a:lnTo>
                <a:lnTo>
                  <a:pt x="12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23225E-C823-955C-9114-18C660E04245}"/>
              </a:ext>
            </a:extLst>
          </p:cNvPr>
          <p:cNvSpPr/>
          <p:nvPr/>
        </p:nvSpPr>
        <p:spPr>
          <a:xfrm>
            <a:off x="4504135" y="4180393"/>
            <a:ext cx="728982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Kwango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reeform 8">
            <a:extLst>
              <a:ext uri="{FF2B5EF4-FFF2-40B4-BE49-F238E27FC236}">
                <a16:creationId xmlns:a16="http://schemas.microsoft.com/office/drawing/2014/main" id="{3F04BF67-BF37-D49D-9250-AFCCDD041C4C}"/>
              </a:ext>
            </a:extLst>
          </p:cNvPr>
          <p:cNvSpPr>
            <a:spLocks/>
          </p:cNvSpPr>
          <p:nvPr/>
        </p:nvSpPr>
        <p:spPr bwMode="auto">
          <a:xfrm>
            <a:off x="6331851" y="3786509"/>
            <a:ext cx="941384" cy="955592"/>
          </a:xfrm>
          <a:custGeom>
            <a:avLst/>
            <a:gdLst/>
            <a:ahLst/>
            <a:cxnLst>
              <a:cxn ang="0">
                <a:pos x="234" y="2"/>
              </a:cxn>
              <a:cxn ang="0">
                <a:pos x="190" y="50"/>
              </a:cxn>
              <a:cxn ang="0">
                <a:pos x="185" y="72"/>
              </a:cxn>
              <a:cxn ang="0">
                <a:pos x="152" y="67"/>
              </a:cxn>
              <a:cxn ang="0">
                <a:pos x="118" y="79"/>
              </a:cxn>
              <a:cxn ang="0">
                <a:pos x="129" y="117"/>
              </a:cxn>
              <a:cxn ang="0">
                <a:pos x="128" y="121"/>
              </a:cxn>
              <a:cxn ang="0">
                <a:pos x="137" y="156"/>
              </a:cxn>
              <a:cxn ang="0">
                <a:pos x="94" y="182"/>
              </a:cxn>
              <a:cxn ang="0">
                <a:pos x="81" y="226"/>
              </a:cxn>
              <a:cxn ang="0">
                <a:pos x="44" y="212"/>
              </a:cxn>
              <a:cxn ang="0">
                <a:pos x="32" y="206"/>
              </a:cxn>
              <a:cxn ang="0">
                <a:pos x="10" y="200"/>
              </a:cxn>
              <a:cxn ang="0">
                <a:pos x="7" y="239"/>
              </a:cxn>
              <a:cxn ang="0">
                <a:pos x="16" y="263"/>
              </a:cxn>
              <a:cxn ang="0">
                <a:pos x="17" y="313"/>
              </a:cxn>
              <a:cxn ang="0">
                <a:pos x="9" y="370"/>
              </a:cxn>
              <a:cxn ang="0">
                <a:pos x="22" y="378"/>
              </a:cxn>
              <a:cxn ang="0">
                <a:pos x="71" y="378"/>
              </a:cxn>
              <a:cxn ang="0">
                <a:pos x="109" y="362"/>
              </a:cxn>
              <a:cxn ang="0">
                <a:pos x="114" y="307"/>
              </a:cxn>
              <a:cxn ang="0">
                <a:pos x="136" y="249"/>
              </a:cxn>
              <a:cxn ang="0">
                <a:pos x="144" y="264"/>
              </a:cxn>
              <a:cxn ang="0">
                <a:pos x="158" y="270"/>
              </a:cxn>
              <a:cxn ang="0">
                <a:pos x="179" y="273"/>
              </a:cxn>
              <a:cxn ang="0">
                <a:pos x="194" y="254"/>
              </a:cxn>
              <a:cxn ang="0">
                <a:pos x="225" y="242"/>
              </a:cxn>
              <a:cxn ang="0">
                <a:pos x="232" y="227"/>
              </a:cxn>
              <a:cxn ang="0">
                <a:pos x="256" y="222"/>
              </a:cxn>
              <a:cxn ang="0">
                <a:pos x="295" y="230"/>
              </a:cxn>
              <a:cxn ang="0">
                <a:pos x="292" y="202"/>
              </a:cxn>
              <a:cxn ang="0">
                <a:pos x="280" y="191"/>
              </a:cxn>
              <a:cxn ang="0">
                <a:pos x="293" y="173"/>
              </a:cxn>
              <a:cxn ang="0">
                <a:pos x="305" y="177"/>
              </a:cxn>
              <a:cxn ang="0">
                <a:pos x="335" y="163"/>
              </a:cxn>
              <a:cxn ang="0">
                <a:pos x="352" y="163"/>
              </a:cxn>
              <a:cxn ang="0">
                <a:pos x="363" y="174"/>
              </a:cxn>
              <a:cxn ang="0">
                <a:pos x="377" y="157"/>
              </a:cxn>
              <a:cxn ang="0">
                <a:pos x="369" y="123"/>
              </a:cxn>
              <a:cxn ang="0">
                <a:pos x="360" y="104"/>
              </a:cxn>
              <a:cxn ang="0">
                <a:pos x="382" y="70"/>
              </a:cxn>
              <a:cxn ang="0">
                <a:pos x="380" y="38"/>
              </a:cxn>
              <a:cxn ang="0">
                <a:pos x="388" y="16"/>
              </a:cxn>
              <a:cxn ang="0">
                <a:pos x="237" y="0"/>
              </a:cxn>
            </a:cxnLst>
            <a:rect l="0" t="0" r="r" b="b"/>
            <a:pathLst>
              <a:path w="388" h="378">
                <a:moveTo>
                  <a:pt x="237" y="0"/>
                </a:moveTo>
                <a:cubicBezTo>
                  <a:pt x="236" y="0"/>
                  <a:pt x="234" y="2"/>
                  <a:pt x="234" y="2"/>
                </a:cubicBezTo>
                <a:cubicBezTo>
                  <a:pt x="202" y="30"/>
                  <a:pt x="202" y="30"/>
                  <a:pt x="202" y="30"/>
                </a:cubicBezTo>
                <a:cubicBezTo>
                  <a:pt x="190" y="50"/>
                  <a:pt x="190" y="50"/>
                  <a:pt x="190" y="50"/>
                </a:cubicBezTo>
                <a:cubicBezTo>
                  <a:pt x="194" y="62"/>
                  <a:pt x="194" y="62"/>
                  <a:pt x="194" y="62"/>
                </a:cubicBezTo>
                <a:cubicBezTo>
                  <a:pt x="185" y="72"/>
                  <a:pt x="185" y="72"/>
                  <a:pt x="185" y="72"/>
                </a:cubicBezTo>
                <a:cubicBezTo>
                  <a:pt x="166" y="74"/>
                  <a:pt x="166" y="74"/>
                  <a:pt x="166" y="74"/>
                </a:cubicBezTo>
                <a:cubicBezTo>
                  <a:pt x="152" y="67"/>
                  <a:pt x="152" y="67"/>
                  <a:pt x="152" y="67"/>
                </a:cubicBezTo>
                <a:cubicBezTo>
                  <a:pt x="126" y="69"/>
                  <a:pt x="126" y="69"/>
                  <a:pt x="126" y="69"/>
                </a:cubicBezTo>
                <a:cubicBezTo>
                  <a:pt x="118" y="79"/>
                  <a:pt x="118" y="79"/>
                  <a:pt x="118" y="79"/>
                </a:cubicBezTo>
                <a:cubicBezTo>
                  <a:pt x="137" y="110"/>
                  <a:pt x="137" y="110"/>
                  <a:pt x="137" y="110"/>
                </a:cubicBezTo>
                <a:cubicBezTo>
                  <a:pt x="129" y="117"/>
                  <a:pt x="129" y="117"/>
                  <a:pt x="129" y="117"/>
                </a:cubicBezTo>
                <a:cubicBezTo>
                  <a:pt x="125" y="116"/>
                  <a:pt x="125" y="116"/>
                  <a:pt x="125" y="116"/>
                </a:cubicBezTo>
                <a:cubicBezTo>
                  <a:pt x="128" y="121"/>
                  <a:pt x="128" y="121"/>
                  <a:pt x="128" y="121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7" y="156"/>
                  <a:pt x="137" y="156"/>
                  <a:pt x="137" y="156"/>
                </a:cubicBezTo>
                <a:cubicBezTo>
                  <a:pt x="112" y="184"/>
                  <a:pt x="112" y="184"/>
                  <a:pt x="112" y="184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88" y="196"/>
                  <a:pt x="88" y="196"/>
                  <a:pt x="88" y="196"/>
                </a:cubicBezTo>
                <a:cubicBezTo>
                  <a:pt x="81" y="226"/>
                  <a:pt x="81" y="226"/>
                  <a:pt x="81" y="226"/>
                </a:cubicBezTo>
                <a:cubicBezTo>
                  <a:pt x="57" y="224"/>
                  <a:pt x="57" y="224"/>
                  <a:pt x="57" y="224"/>
                </a:cubicBezTo>
                <a:cubicBezTo>
                  <a:pt x="44" y="212"/>
                  <a:pt x="44" y="212"/>
                  <a:pt x="44" y="212"/>
                </a:cubicBezTo>
                <a:cubicBezTo>
                  <a:pt x="37" y="212"/>
                  <a:pt x="37" y="212"/>
                  <a:pt x="37" y="212"/>
                </a:cubicBezTo>
                <a:cubicBezTo>
                  <a:pt x="32" y="206"/>
                  <a:pt x="32" y="206"/>
                  <a:pt x="32" y="206"/>
                </a:cubicBezTo>
                <a:cubicBezTo>
                  <a:pt x="10" y="199"/>
                  <a:pt x="10" y="199"/>
                  <a:pt x="10" y="199"/>
                </a:cubicBezTo>
                <a:cubicBezTo>
                  <a:pt x="10" y="200"/>
                  <a:pt x="10" y="200"/>
                  <a:pt x="10" y="200"/>
                </a:cubicBezTo>
                <a:cubicBezTo>
                  <a:pt x="0" y="206"/>
                  <a:pt x="0" y="206"/>
                  <a:pt x="0" y="206"/>
                </a:cubicBezTo>
                <a:cubicBezTo>
                  <a:pt x="7" y="239"/>
                  <a:pt x="7" y="239"/>
                  <a:pt x="7" y="239"/>
                </a:cubicBezTo>
                <a:cubicBezTo>
                  <a:pt x="23" y="250"/>
                  <a:pt x="23" y="250"/>
                  <a:pt x="23" y="250"/>
                </a:cubicBezTo>
                <a:cubicBezTo>
                  <a:pt x="16" y="263"/>
                  <a:pt x="16" y="263"/>
                  <a:pt x="16" y="263"/>
                </a:cubicBezTo>
                <a:cubicBezTo>
                  <a:pt x="15" y="279"/>
                  <a:pt x="15" y="279"/>
                  <a:pt x="15" y="279"/>
                </a:cubicBezTo>
                <a:cubicBezTo>
                  <a:pt x="17" y="313"/>
                  <a:pt x="17" y="313"/>
                  <a:pt x="17" y="313"/>
                </a:cubicBezTo>
                <a:cubicBezTo>
                  <a:pt x="10" y="351"/>
                  <a:pt x="10" y="351"/>
                  <a:pt x="10" y="351"/>
                </a:cubicBezTo>
                <a:cubicBezTo>
                  <a:pt x="9" y="370"/>
                  <a:pt x="9" y="370"/>
                  <a:pt x="9" y="370"/>
                </a:cubicBezTo>
                <a:cubicBezTo>
                  <a:pt x="15" y="367"/>
                  <a:pt x="15" y="367"/>
                  <a:pt x="15" y="367"/>
                </a:cubicBezTo>
                <a:cubicBezTo>
                  <a:pt x="22" y="378"/>
                  <a:pt x="22" y="378"/>
                  <a:pt x="22" y="378"/>
                </a:cubicBezTo>
                <a:cubicBezTo>
                  <a:pt x="70" y="378"/>
                  <a:pt x="70" y="378"/>
                  <a:pt x="70" y="378"/>
                </a:cubicBezTo>
                <a:cubicBezTo>
                  <a:pt x="71" y="378"/>
                  <a:pt x="71" y="378"/>
                  <a:pt x="71" y="378"/>
                </a:cubicBezTo>
                <a:cubicBezTo>
                  <a:pt x="110" y="371"/>
                  <a:pt x="110" y="371"/>
                  <a:pt x="110" y="371"/>
                </a:cubicBezTo>
                <a:cubicBezTo>
                  <a:pt x="109" y="362"/>
                  <a:pt x="109" y="362"/>
                  <a:pt x="109" y="362"/>
                </a:cubicBezTo>
                <a:cubicBezTo>
                  <a:pt x="106" y="332"/>
                  <a:pt x="106" y="332"/>
                  <a:pt x="106" y="332"/>
                </a:cubicBezTo>
                <a:cubicBezTo>
                  <a:pt x="114" y="307"/>
                  <a:pt x="114" y="307"/>
                  <a:pt x="114" y="307"/>
                </a:cubicBezTo>
                <a:cubicBezTo>
                  <a:pt x="121" y="275"/>
                  <a:pt x="121" y="275"/>
                  <a:pt x="121" y="275"/>
                </a:cubicBezTo>
                <a:cubicBezTo>
                  <a:pt x="136" y="249"/>
                  <a:pt x="136" y="249"/>
                  <a:pt x="136" y="249"/>
                </a:cubicBezTo>
                <a:cubicBezTo>
                  <a:pt x="142" y="252"/>
                  <a:pt x="142" y="252"/>
                  <a:pt x="142" y="252"/>
                </a:cubicBezTo>
                <a:cubicBezTo>
                  <a:pt x="144" y="264"/>
                  <a:pt x="144" y="264"/>
                  <a:pt x="144" y="264"/>
                </a:cubicBezTo>
                <a:cubicBezTo>
                  <a:pt x="156" y="264"/>
                  <a:pt x="156" y="264"/>
                  <a:pt x="156" y="264"/>
                </a:cubicBezTo>
                <a:cubicBezTo>
                  <a:pt x="158" y="270"/>
                  <a:pt x="158" y="270"/>
                  <a:pt x="158" y="270"/>
                </a:cubicBezTo>
                <a:cubicBezTo>
                  <a:pt x="170" y="275"/>
                  <a:pt x="170" y="275"/>
                  <a:pt x="170" y="275"/>
                </a:cubicBezTo>
                <a:cubicBezTo>
                  <a:pt x="179" y="273"/>
                  <a:pt x="179" y="273"/>
                  <a:pt x="179" y="273"/>
                </a:cubicBezTo>
                <a:cubicBezTo>
                  <a:pt x="182" y="267"/>
                  <a:pt x="182" y="267"/>
                  <a:pt x="182" y="267"/>
                </a:cubicBezTo>
                <a:cubicBezTo>
                  <a:pt x="194" y="254"/>
                  <a:pt x="194" y="254"/>
                  <a:pt x="194" y="254"/>
                </a:cubicBezTo>
                <a:cubicBezTo>
                  <a:pt x="216" y="252"/>
                  <a:pt x="216" y="252"/>
                  <a:pt x="216" y="252"/>
                </a:cubicBezTo>
                <a:cubicBezTo>
                  <a:pt x="225" y="242"/>
                  <a:pt x="225" y="242"/>
                  <a:pt x="225" y="242"/>
                </a:cubicBezTo>
                <a:cubicBezTo>
                  <a:pt x="222" y="231"/>
                  <a:pt x="222" y="231"/>
                  <a:pt x="222" y="231"/>
                </a:cubicBezTo>
                <a:cubicBezTo>
                  <a:pt x="232" y="227"/>
                  <a:pt x="232" y="227"/>
                  <a:pt x="232" y="227"/>
                </a:cubicBezTo>
                <a:cubicBezTo>
                  <a:pt x="230" y="219"/>
                  <a:pt x="230" y="219"/>
                  <a:pt x="230" y="219"/>
                </a:cubicBezTo>
                <a:cubicBezTo>
                  <a:pt x="256" y="222"/>
                  <a:pt x="256" y="222"/>
                  <a:pt x="256" y="222"/>
                </a:cubicBezTo>
                <a:cubicBezTo>
                  <a:pt x="267" y="237"/>
                  <a:pt x="267" y="237"/>
                  <a:pt x="267" y="237"/>
                </a:cubicBezTo>
                <a:cubicBezTo>
                  <a:pt x="295" y="230"/>
                  <a:pt x="295" y="230"/>
                  <a:pt x="295" y="230"/>
                </a:cubicBezTo>
                <a:cubicBezTo>
                  <a:pt x="297" y="214"/>
                  <a:pt x="297" y="214"/>
                  <a:pt x="297" y="214"/>
                </a:cubicBezTo>
                <a:cubicBezTo>
                  <a:pt x="292" y="202"/>
                  <a:pt x="292" y="202"/>
                  <a:pt x="292" y="202"/>
                </a:cubicBezTo>
                <a:cubicBezTo>
                  <a:pt x="278" y="194"/>
                  <a:pt x="278" y="194"/>
                  <a:pt x="278" y="194"/>
                </a:cubicBezTo>
                <a:cubicBezTo>
                  <a:pt x="280" y="191"/>
                  <a:pt x="280" y="191"/>
                  <a:pt x="280" y="191"/>
                </a:cubicBezTo>
                <a:cubicBezTo>
                  <a:pt x="273" y="178"/>
                  <a:pt x="273" y="178"/>
                  <a:pt x="273" y="178"/>
                </a:cubicBezTo>
                <a:cubicBezTo>
                  <a:pt x="293" y="173"/>
                  <a:pt x="293" y="173"/>
                  <a:pt x="293" y="173"/>
                </a:cubicBezTo>
                <a:cubicBezTo>
                  <a:pt x="299" y="178"/>
                  <a:pt x="299" y="178"/>
                  <a:pt x="299" y="178"/>
                </a:cubicBezTo>
                <a:cubicBezTo>
                  <a:pt x="305" y="177"/>
                  <a:pt x="305" y="177"/>
                  <a:pt x="305" y="177"/>
                </a:cubicBezTo>
                <a:cubicBezTo>
                  <a:pt x="309" y="172"/>
                  <a:pt x="309" y="172"/>
                  <a:pt x="309" y="172"/>
                </a:cubicBezTo>
                <a:cubicBezTo>
                  <a:pt x="335" y="163"/>
                  <a:pt x="335" y="163"/>
                  <a:pt x="335" y="163"/>
                </a:cubicBezTo>
                <a:cubicBezTo>
                  <a:pt x="341" y="156"/>
                  <a:pt x="341" y="156"/>
                  <a:pt x="341" y="156"/>
                </a:cubicBezTo>
                <a:cubicBezTo>
                  <a:pt x="352" y="163"/>
                  <a:pt x="352" y="163"/>
                  <a:pt x="352" y="163"/>
                </a:cubicBezTo>
                <a:cubicBezTo>
                  <a:pt x="360" y="174"/>
                  <a:pt x="360" y="174"/>
                  <a:pt x="360" y="174"/>
                </a:cubicBezTo>
                <a:cubicBezTo>
                  <a:pt x="363" y="174"/>
                  <a:pt x="363" y="174"/>
                  <a:pt x="363" y="174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57"/>
                  <a:pt x="377" y="157"/>
                  <a:pt x="377" y="157"/>
                </a:cubicBezTo>
                <a:cubicBezTo>
                  <a:pt x="367" y="145"/>
                  <a:pt x="367" y="145"/>
                  <a:pt x="367" y="145"/>
                </a:cubicBezTo>
                <a:cubicBezTo>
                  <a:pt x="369" y="123"/>
                  <a:pt x="369" y="123"/>
                  <a:pt x="369" y="123"/>
                </a:cubicBezTo>
                <a:cubicBezTo>
                  <a:pt x="376" y="112"/>
                  <a:pt x="376" y="112"/>
                  <a:pt x="376" y="112"/>
                </a:cubicBezTo>
                <a:cubicBezTo>
                  <a:pt x="360" y="104"/>
                  <a:pt x="360" y="104"/>
                  <a:pt x="360" y="104"/>
                </a:cubicBezTo>
                <a:cubicBezTo>
                  <a:pt x="377" y="90"/>
                  <a:pt x="377" y="90"/>
                  <a:pt x="377" y="90"/>
                </a:cubicBezTo>
                <a:cubicBezTo>
                  <a:pt x="382" y="70"/>
                  <a:pt x="382" y="70"/>
                  <a:pt x="382" y="70"/>
                </a:cubicBezTo>
                <a:cubicBezTo>
                  <a:pt x="374" y="64"/>
                  <a:pt x="374" y="64"/>
                  <a:pt x="374" y="64"/>
                </a:cubicBezTo>
                <a:cubicBezTo>
                  <a:pt x="380" y="38"/>
                  <a:pt x="380" y="38"/>
                  <a:pt x="380" y="38"/>
                </a:cubicBezTo>
                <a:cubicBezTo>
                  <a:pt x="388" y="16"/>
                  <a:pt x="388" y="16"/>
                  <a:pt x="388" y="16"/>
                </a:cubicBezTo>
                <a:cubicBezTo>
                  <a:pt x="388" y="16"/>
                  <a:pt x="388" y="16"/>
                  <a:pt x="388" y="16"/>
                </a:cubicBezTo>
                <a:cubicBezTo>
                  <a:pt x="246" y="16"/>
                  <a:pt x="246" y="16"/>
                  <a:pt x="246" y="16"/>
                </a:cubicBezTo>
                <a:lnTo>
                  <a:pt x="237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C5D8CF5-A66A-6249-337B-17BF221A44A6}"/>
              </a:ext>
            </a:extLst>
          </p:cNvPr>
          <p:cNvSpPr/>
          <p:nvPr/>
        </p:nvSpPr>
        <p:spPr>
          <a:xfrm>
            <a:off x="6550196" y="3917216"/>
            <a:ext cx="74090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Lomami</a:t>
            </a:r>
          </a:p>
        </p:txBody>
      </p:sp>
      <p:sp>
        <p:nvSpPr>
          <p:cNvPr id="63" name="Freeform 14">
            <a:extLst>
              <a:ext uri="{FF2B5EF4-FFF2-40B4-BE49-F238E27FC236}">
                <a16:creationId xmlns:a16="http://schemas.microsoft.com/office/drawing/2014/main" id="{DC3665C2-DC7E-5070-8E4C-C21BAD03BEB2}"/>
              </a:ext>
            </a:extLst>
          </p:cNvPr>
          <p:cNvSpPr>
            <a:spLocks/>
          </p:cNvSpPr>
          <p:nvPr/>
        </p:nvSpPr>
        <p:spPr bwMode="auto">
          <a:xfrm>
            <a:off x="7444564" y="752451"/>
            <a:ext cx="1086921" cy="1113256"/>
          </a:xfrm>
          <a:custGeom>
            <a:avLst/>
            <a:gdLst/>
            <a:ahLst/>
            <a:cxnLst>
              <a:cxn ang="0">
                <a:pos x="12" y="11"/>
              </a:cxn>
              <a:cxn ang="0">
                <a:pos x="3" y="21"/>
              </a:cxn>
              <a:cxn ang="0">
                <a:pos x="7" y="56"/>
              </a:cxn>
              <a:cxn ang="0">
                <a:pos x="41" y="87"/>
              </a:cxn>
              <a:cxn ang="0">
                <a:pos x="40" y="140"/>
              </a:cxn>
              <a:cxn ang="0">
                <a:pos x="49" y="169"/>
              </a:cxn>
              <a:cxn ang="0">
                <a:pos x="41" y="222"/>
              </a:cxn>
              <a:cxn ang="0">
                <a:pos x="78" y="226"/>
              </a:cxn>
              <a:cxn ang="0">
                <a:pos x="77" y="255"/>
              </a:cxn>
              <a:cxn ang="0">
                <a:pos x="62" y="284"/>
              </a:cxn>
              <a:cxn ang="0">
                <a:pos x="45" y="274"/>
              </a:cxn>
              <a:cxn ang="0">
                <a:pos x="8" y="262"/>
              </a:cxn>
              <a:cxn ang="0">
                <a:pos x="1" y="286"/>
              </a:cxn>
              <a:cxn ang="0">
                <a:pos x="17" y="309"/>
              </a:cxn>
              <a:cxn ang="0">
                <a:pos x="22" y="357"/>
              </a:cxn>
              <a:cxn ang="0">
                <a:pos x="31" y="373"/>
              </a:cxn>
              <a:cxn ang="0">
                <a:pos x="53" y="408"/>
              </a:cxn>
              <a:cxn ang="0">
                <a:pos x="57" y="437"/>
              </a:cxn>
              <a:cxn ang="0">
                <a:pos x="66" y="435"/>
              </a:cxn>
              <a:cxn ang="0">
                <a:pos x="91" y="440"/>
              </a:cxn>
              <a:cxn ang="0">
                <a:pos x="86" y="409"/>
              </a:cxn>
              <a:cxn ang="0">
                <a:pos x="114" y="403"/>
              </a:cxn>
              <a:cxn ang="0">
                <a:pos x="132" y="407"/>
              </a:cxn>
              <a:cxn ang="0">
                <a:pos x="172" y="396"/>
              </a:cxn>
              <a:cxn ang="0">
                <a:pos x="178" y="334"/>
              </a:cxn>
              <a:cxn ang="0">
                <a:pos x="218" y="340"/>
              </a:cxn>
              <a:cxn ang="0">
                <a:pos x="255" y="339"/>
              </a:cxn>
              <a:cxn ang="0">
                <a:pos x="300" y="329"/>
              </a:cxn>
              <a:cxn ang="0">
                <a:pos x="321" y="324"/>
              </a:cxn>
              <a:cxn ang="0">
                <a:pos x="315" y="356"/>
              </a:cxn>
              <a:cxn ang="0">
                <a:pos x="336" y="356"/>
              </a:cxn>
              <a:cxn ang="0">
                <a:pos x="360" y="345"/>
              </a:cxn>
              <a:cxn ang="0">
                <a:pos x="383" y="323"/>
              </a:cxn>
              <a:cxn ang="0">
                <a:pos x="385" y="280"/>
              </a:cxn>
              <a:cxn ang="0">
                <a:pos x="386" y="247"/>
              </a:cxn>
              <a:cxn ang="0">
                <a:pos x="407" y="241"/>
              </a:cxn>
              <a:cxn ang="0">
                <a:pos x="412" y="203"/>
              </a:cxn>
              <a:cxn ang="0">
                <a:pos x="434" y="181"/>
              </a:cxn>
              <a:cxn ang="0">
                <a:pos x="445" y="164"/>
              </a:cxn>
              <a:cxn ang="0">
                <a:pos x="406" y="148"/>
              </a:cxn>
              <a:cxn ang="0">
                <a:pos x="379" y="123"/>
              </a:cxn>
              <a:cxn ang="0">
                <a:pos x="356" y="107"/>
              </a:cxn>
              <a:cxn ang="0">
                <a:pos x="317" y="65"/>
              </a:cxn>
              <a:cxn ang="0">
                <a:pos x="302" y="93"/>
              </a:cxn>
              <a:cxn ang="0">
                <a:pos x="279" y="102"/>
              </a:cxn>
              <a:cxn ang="0">
                <a:pos x="239" y="87"/>
              </a:cxn>
              <a:cxn ang="0">
                <a:pos x="217" y="95"/>
              </a:cxn>
              <a:cxn ang="0">
                <a:pos x="188" y="113"/>
              </a:cxn>
              <a:cxn ang="0">
                <a:pos x="168" y="107"/>
              </a:cxn>
              <a:cxn ang="0">
                <a:pos x="146" y="92"/>
              </a:cxn>
              <a:cxn ang="0">
                <a:pos x="129" y="82"/>
              </a:cxn>
              <a:cxn ang="0">
                <a:pos x="113" y="56"/>
              </a:cxn>
              <a:cxn ang="0">
                <a:pos x="89" y="39"/>
              </a:cxn>
              <a:cxn ang="0">
                <a:pos x="72" y="21"/>
              </a:cxn>
            </a:cxnLst>
            <a:rect l="0" t="0" r="r" b="b"/>
            <a:pathLst>
              <a:path w="448" h="440">
                <a:moveTo>
                  <a:pt x="34" y="0"/>
                </a:moveTo>
                <a:cubicBezTo>
                  <a:pt x="12" y="11"/>
                  <a:pt x="12" y="11"/>
                  <a:pt x="12" y="11"/>
                </a:cubicBezTo>
                <a:cubicBezTo>
                  <a:pt x="8" y="21"/>
                  <a:pt x="8" y="21"/>
                  <a:pt x="8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7" y="56"/>
                  <a:pt x="7" y="56"/>
                  <a:pt x="7" y="56"/>
                </a:cubicBezTo>
                <a:cubicBezTo>
                  <a:pt x="27" y="73"/>
                  <a:pt x="27" y="73"/>
                  <a:pt x="27" y="73"/>
                </a:cubicBezTo>
                <a:cubicBezTo>
                  <a:pt x="41" y="87"/>
                  <a:pt x="41" y="87"/>
                  <a:pt x="41" y="87"/>
                </a:cubicBezTo>
                <a:cubicBezTo>
                  <a:pt x="36" y="121"/>
                  <a:pt x="36" y="121"/>
                  <a:pt x="36" y="121"/>
                </a:cubicBezTo>
                <a:cubicBezTo>
                  <a:pt x="40" y="140"/>
                  <a:pt x="40" y="140"/>
                  <a:pt x="40" y="140"/>
                </a:cubicBezTo>
                <a:cubicBezTo>
                  <a:pt x="39" y="147"/>
                  <a:pt x="39" y="147"/>
                  <a:pt x="39" y="147"/>
                </a:cubicBezTo>
                <a:cubicBezTo>
                  <a:pt x="49" y="169"/>
                  <a:pt x="49" y="169"/>
                  <a:pt x="49" y="169"/>
                </a:cubicBezTo>
                <a:cubicBezTo>
                  <a:pt x="39" y="213"/>
                  <a:pt x="39" y="213"/>
                  <a:pt x="39" y="213"/>
                </a:cubicBezTo>
                <a:cubicBezTo>
                  <a:pt x="41" y="222"/>
                  <a:pt x="41" y="222"/>
                  <a:pt x="41" y="222"/>
                </a:cubicBezTo>
                <a:cubicBezTo>
                  <a:pt x="62" y="220"/>
                  <a:pt x="62" y="220"/>
                  <a:pt x="62" y="220"/>
                </a:cubicBezTo>
                <a:cubicBezTo>
                  <a:pt x="78" y="226"/>
                  <a:pt x="78" y="226"/>
                  <a:pt x="78" y="226"/>
                </a:cubicBezTo>
                <a:cubicBezTo>
                  <a:pt x="84" y="246"/>
                  <a:pt x="84" y="246"/>
                  <a:pt x="84" y="246"/>
                </a:cubicBezTo>
                <a:cubicBezTo>
                  <a:pt x="77" y="255"/>
                  <a:pt x="77" y="255"/>
                  <a:pt x="77" y="255"/>
                </a:cubicBezTo>
                <a:cubicBezTo>
                  <a:pt x="74" y="267"/>
                  <a:pt x="74" y="267"/>
                  <a:pt x="74" y="267"/>
                </a:cubicBezTo>
                <a:cubicBezTo>
                  <a:pt x="62" y="284"/>
                  <a:pt x="62" y="284"/>
                  <a:pt x="62" y="284"/>
                </a:cubicBezTo>
                <a:cubicBezTo>
                  <a:pt x="55" y="286"/>
                  <a:pt x="55" y="286"/>
                  <a:pt x="55" y="286"/>
                </a:cubicBezTo>
                <a:cubicBezTo>
                  <a:pt x="45" y="274"/>
                  <a:pt x="45" y="274"/>
                  <a:pt x="45" y="274"/>
                </a:cubicBezTo>
                <a:cubicBezTo>
                  <a:pt x="19" y="266"/>
                  <a:pt x="19" y="266"/>
                  <a:pt x="19" y="266"/>
                </a:cubicBezTo>
                <a:cubicBezTo>
                  <a:pt x="8" y="262"/>
                  <a:pt x="8" y="262"/>
                  <a:pt x="8" y="262"/>
                </a:cubicBezTo>
                <a:cubicBezTo>
                  <a:pt x="11" y="281"/>
                  <a:pt x="11" y="281"/>
                  <a:pt x="11" y="281"/>
                </a:cubicBezTo>
                <a:cubicBezTo>
                  <a:pt x="1" y="286"/>
                  <a:pt x="1" y="286"/>
                  <a:pt x="1" y="286"/>
                </a:cubicBezTo>
                <a:cubicBezTo>
                  <a:pt x="0" y="296"/>
                  <a:pt x="0" y="296"/>
                  <a:pt x="0" y="296"/>
                </a:cubicBezTo>
                <a:cubicBezTo>
                  <a:pt x="17" y="309"/>
                  <a:pt x="17" y="309"/>
                  <a:pt x="17" y="309"/>
                </a:cubicBezTo>
                <a:cubicBezTo>
                  <a:pt x="29" y="342"/>
                  <a:pt x="29" y="342"/>
                  <a:pt x="29" y="342"/>
                </a:cubicBezTo>
                <a:cubicBezTo>
                  <a:pt x="22" y="357"/>
                  <a:pt x="22" y="357"/>
                  <a:pt x="22" y="357"/>
                </a:cubicBezTo>
                <a:cubicBezTo>
                  <a:pt x="22" y="357"/>
                  <a:pt x="20" y="362"/>
                  <a:pt x="19" y="364"/>
                </a:cubicBezTo>
                <a:cubicBezTo>
                  <a:pt x="31" y="373"/>
                  <a:pt x="31" y="373"/>
                  <a:pt x="31" y="373"/>
                </a:cubicBezTo>
                <a:cubicBezTo>
                  <a:pt x="47" y="378"/>
                  <a:pt x="47" y="378"/>
                  <a:pt x="47" y="378"/>
                </a:cubicBezTo>
                <a:cubicBezTo>
                  <a:pt x="53" y="408"/>
                  <a:pt x="53" y="408"/>
                  <a:pt x="53" y="408"/>
                </a:cubicBezTo>
                <a:cubicBezTo>
                  <a:pt x="39" y="431"/>
                  <a:pt x="39" y="431"/>
                  <a:pt x="39" y="431"/>
                </a:cubicBezTo>
                <a:cubicBezTo>
                  <a:pt x="57" y="437"/>
                  <a:pt x="57" y="437"/>
                  <a:pt x="57" y="437"/>
                </a:cubicBezTo>
                <a:cubicBezTo>
                  <a:pt x="66" y="434"/>
                  <a:pt x="66" y="434"/>
                  <a:pt x="66" y="434"/>
                </a:cubicBezTo>
                <a:cubicBezTo>
                  <a:pt x="66" y="435"/>
                  <a:pt x="66" y="435"/>
                  <a:pt x="66" y="435"/>
                </a:cubicBezTo>
                <a:cubicBezTo>
                  <a:pt x="66" y="435"/>
                  <a:pt x="68" y="434"/>
                  <a:pt x="68" y="434"/>
                </a:cubicBezTo>
                <a:cubicBezTo>
                  <a:pt x="91" y="440"/>
                  <a:pt x="91" y="440"/>
                  <a:pt x="91" y="440"/>
                </a:cubicBezTo>
                <a:cubicBezTo>
                  <a:pt x="99" y="435"/>
                  <a:pt x="99" y="435"/>
                  <a:pt x="99" y="435"/>
                </a:cubicBezTo>
                <a:cubicBezTo>
                  <a:pt x="86" y="409"/>
                  <a:pt x="86" y="409"/>
                  <a:pt x="86" y="409"/>
                </a:cubicBezTo>
                <a:cubicBezTo>
                  <a:pt x="91" y="405"/>
                  <a:pt x="91" y="405"/>
                  <a:pt x="91" y="405"/>
                </a:cubicBezTo>
                <a:cubicBezTo>
                  <a:pt x="114" y="403"/>
                  <a:pt x="114" y="403"/>
                  <a:pt x="114" y="403"/>
                </a:cubicBezTo>
                <a:cubicBezTo>
                  <a:pt x="125" y="414"/>
                  <a:pt x="125" y="414"/>
                  <a:pt x="125" y="414"/>
                </a:cubicBezTo>
                <a:cubicBezTo>
                  <a:pt x="132" y="407"/>
                  <a:pt x="132" y="407"/>
                  <a:pt x="132" y="407"/>
                </a:cubicBezTo>
                <a:cubicBezTo>
                  <a:pt x="162" y="406"/>
                  <a:pt x="162" y="406"/>
                  <a:pt x="162" y="406"/>
                </a:cubicBezTo>
                <a:cubicBezTo>
                  <a:pt x="172" y="396"/>
                  <a:pt x="172" y="396"/>
                  <a:pt x="172" y="396"/>
                </a:cubicBezTo>
                <a:cubicBezTo>
                  <a:pt x="169" y="370"/>
                  <a:pt x="169" y="370"/>
                  <a:pt x="169" y="370"/>
                </a:cubicBezTo>
                <a:cubicBezTo>
                  <a:pt x="178" y="334"/>
                  <a:pt x="178" y="334"/>
                  <a:pt x="178" y="334"/>
                </a:cubicBezTo>
                <a:cubicBezTo>
                  <a:pt x="191" y="337"/>
                  <a:pt x="191" y="337"/>
                  <a:pt x="191" y="337"/>
                </a:cubicBezTo>
                <a:cubicBezTo>
                  <a:pt x="218" y="340"/>
                  <a:pt x="218" y="340"/>
                  <a:pt x="218" y="340"/>
                </a:cubicBezTo>
                <a:cubicBezTo>
                  <a:pt x="223" y="335"/>
                  <a:pt x="223" y="335"/>
                  <a:pt x="223" y="335"/>
                </a:cubicBezTo>
                <a:cubicBezTo>
                  <a:pt x="255" y="339"/>
                  <a:pt x="255" y="339"/>
                  <a:pt x="255" y="339"/>
                </a:cubicBezTo>
                <a:cubicBezTo>
                  <a:pt x="284" y="323"/>
                  <a:pt x="284" y="323"/>
                  <a:pt x="284" y="323"/>
                </a:cubicBezTo>
                <a:cubicBezTo>
                  <a:pt x="300" y="329"/>
                  <a:pt x="300" y="329"/>
                  <a:pt x="300" y="329"/>
                </a:cubicBezTo>
                <a:cubicBezTo>
                  <a:pt x="315" y="314"/>
                  <a:pt x="315" y="314"/>
                  <a:pt x="315" y="314"/>
                </a:cubicBezTo>
                <a:cubicBezTo>
                  <a:pt x="321" y="324"/>
                  <a:pt x="321" y="324"/>
                  <a:pt x="321" y="324"/>
                </a:cubicBezTo>
                <a:cubicBezTo>
                  <a:pt x="310" y="344"/>
                  <a:pt x="310" y="344"/>
                  <a:pt x="310" y="344"/>
                </a:cubicBezTo>
                <a:cubicBezTo>
                  <a:pt x="315" y="356"/>
                  <a:pt x="315" y="356"/>
                  <a:pt x="315" y="356"/>
                </a:cubicBezTo>
                <a:cubicBezTo>
                  <a:pt x="328" y="358"/>
                  <a:pt x="328" y="358"/>
                  <a:pt x="328" y="358"/>
                </a:cubicBezTo>
                <a:cubicBezTo>
                  <a:pt x="336" y="356"/>
                  <a:pt x="336" y="356"/>
                  <a:pt x="336" y="356"/>
                </a:cubicBezTo>
                <a:cubicBezTo>
                  <a:pt x="350" y="364"/>
                  <a:pt x="350" y="364"/>
                  <a:pt x="350" y="364"/>
                </a:cubicBezTo>
                <a:cubicBezTo>
                  <a:pt x="360" y="345"/>
                  <a:pt x="360" y="345"/>
                  <a:pt x="360" y="345"/>
                </a:cubicBezTo>
                <a:cubicBezTo>
                  <a:pt x="384" y="335"/>
                  <a:pt x="384" y="335"/>
                  <a:pt x="384" y="335"/>
                </a:cubicBezTo>
                <a:cubicBezTo>
                  <a:pt x="383" y="323"/>
                  <a:pt x="383" y="323"/>
                  <a:pt x="383" y="323"/>
                </a:cubicBezTo>
                <a:cubicBezTo>
                  <a:pt x="383" y="316"/>
                  <a:pt x="383" y="316"/>
                  <a:pt x="383" y="316"/>
                </a:cubicBezTo>
                <a:cubicBezTo>
                  <a:pt x="385" y="280"/>
                  <a:pt x="385" y="280"/>
                  <a:pt x="385" y="280"/>
                </a:cubicBezTo>
                <a:cubicBezTo>
                  <a:pt x="379" y="256"/>
                  <a:pt x="379" y="256"/>
                  <a:pt x="379" y="256"/>
                </a:cubicBezTo>
                <a:cubicBezTo>
                  <a:pt x="386" y="247"/>
                  <a:pt x="386" y="247"/>
                  <a:pt x="386" y="247"/>
                </a:cubicBezTo>
                <a:cubicBezTo>
                  <a:pt x="404" y="246"/>
                  <a:pt x="404" y="246"/>
                  <a:pt x="404" y="246"/>
                </a:cubicBezTo>
                <a:cubicBezTo>
                  <a:pt x="407" y="241"/>
                  <a:pt x="407" y="241"/>
                  <a:pt x="407" y="241"/>
                </a:cubicBezTo>
                <a:cubicBezTo>
                  <a:pt x="407" y="225"/>
                  <a:pt x="407" y="225"/>
                  <a:pt x="407" y="225"/>
                </a:cubicBezTo>
                <a:cubicBezTo>
                  <a:pt x="412" y="203"/>
                  <a:pt x="412" y="203"/>
                  <a:pt x="412" y="203"/>
                </a:cubicBezTo>
                <a:cubicBezTo>
                  <a:pt x="415" y="187"/>
                  <a:pt x="415" y="187"/>
                  <a:pt x="415" y="187"/>
                </a:cubicBezTo>
                <a:cubicBezTo>
                  <a:pt x="434" y="181"/>
                  <a:pt x="434" y="181"/>
                  <a:pt x="434" y="181"/>
                </a:cubicBezTo>
                <a:cubicBezTo>
                  <a:pt x="448" y="180"/>
                  <a:pt x="448" y="180"/>
                  <a:pt x="448" y="180"/>
                </a:cubicBezTo>
                <a:cubicBezTo>
                  <a:pt x="445" y="164"/>
                  <a:pt x="445" y="164"/>
                  <a:pt x="445" y="164"/>
                </a:cubicBezTo>
                <a:cubicBezTo>
                  <a:pt x="429" y="158"/>
                  <a:pt x="429" y="158"/>
                  <a:pt x="429" y="158"/>
                </a:cubicBezTo>
                <a:cubicBezTo>
                  <a:pt x="406" y="148"/>
                  <a:pt x="406" y="148"/>
                  <a:pt x="406" y="148"/>
                </a:cubicBezTo>
                <a:cubicBezTo>
                  <a:pt x="396" y="135"/>
                  <a:pt x="396" y="135"/>
                  <a:pt x="396" y="135"/>
                </a:cubicBezTo>
                <a:cubicBezTo>
                  <a:pt x="379" y="123"/>
                  <a:pt x="379" y="123"/>
                  <a:pt x="379" y="123"/>
                </a:cubicBezTo>
                <a:cubicBezTo>
                  <a:pt x="372" y="109"/>
                  <a:pt x="372" y="109"/>
                  <a:pt x="372" y="109"/>
                </a:cubicBezTo>
                <a:cubicBezTo>
                  <a:pt x="356" y="107"/>
                  <a:pt x="356" y="107"/>
                  <a:pt x="356" y="107"/>
                </a:cubicBezTo>
                <a:cubicBezTo>
                  <a:pt x="356" y="80"/>
                  <a:pt x="356" y="80"/>
                  <a:pt x="356" y="80"/>
                </a:cubicBezTo>
                <a:cubicBezTo>
                  <a:pt x="317" y="65"/>
                  <a:pt x="317" y="65"/>
                  <a:pt x="317" y="65"/>
                </a:cubicBezTo>
                <a:cubicBezTo>
                  <a:pt x="315" y="75"/>
                  <a:pt x="315" y="75"/>
                  <a:pt x="315" y="75"/>
                </a:cubicBezTo>
                <a:cubicBezTo>
                  <a:pt x="302" y="93"/>
                  <a:pt x="302" y="93"/>
                  <a:pt x="302" y="93"/>
                </a:cubicBezTo>
                <a:cubicBezTo>
                  <a:pt x="290" y="106"/>
                  <a:pt x="290" y="106"/>
                  <a:pt x="290" y="106"/>
                </a:cubicBezTo>
                <a:cubicBezTo>
                  <a:pt x="279" y="102"/>
                  <a:pt x="279" y="102"/>
                  <a:pt x="279" y="102"/>
                </a:cubicBezTo>
                <a:cubicBezTo>
                  <a:pt x="261" y="87"/>
                  <a:pt x="261" y="87"/>
                  <a:pt x="261" y="87"/>
                </a:cubicBezTo>
                <a:cubicBezTo>
                  <a:pt x="239" y="87"/>
                  <a:pt x="239" y="87"/>
                  <a:pt x="239" y="87"/>
                </a:cubicBezTo>
                <a:cubicBezTo>
                  <a:pt x="228" y="79"/>
                  <a:pt x="228" y="79"/>
                  <a:pt x="228" y="79"/>
                </a:cubicBezTo>
                <a:cubicBezTo>
                  <a:pt x="217" y="95"/>
                  <a:pt x="217" y="95"/>
                  <a:pt x="217" y="95"/>
                </a:cubicBezTo>
                <a:cubicBezTo>
                  <a:pt x="201" y="108"/>
                  <a:pt x="201" y="108"/>
                  <a:pt x="201" y="108"/>
                </a:cubicBezTo>
                <a:cubicBezTo>
                  <a:pt x="188" y="113"/>
                  <a:pt x="188" y="113"/>
                  <a:pt x="188" y="113"/>
                </a:cubicBezTo>
                <a:cubicBezTo>
                  <a:pt x="183" y="104"/>
                  <a:pt x="183" y="104"/>
                  <a:pt x="183" y="104"/>
                </a:cubicBezTo>
                <a:cubicBezTo>
                  <a:pt x="168" y="107"/>
                  <a:pt x="168" y="107"/>
                  <a:pt x="168" y="107"/>
                </a:cubicBezTo>
                <a:cubicBezTo>
                  <a:pt x="161" y="95"/>
                  <a:pt x="161" y="95"/>
                  <a:pt x="161" y="95"/>
                </a:cubicBezTo>
                <a:cubicBezTo>
                  <a:pt x="146" y="92"/>
                  <a:pt x="146" y="92"/>
                  <a:pt x="146" y="92"/>
                </a:cubicBezTo>
                <a:cubicBezTo>
                  <a:pt x="145" y="82"/>
                  <a:pt x="145" y="82"/>
                  <a:pt x="145" y="82"/>
                </a:cubicBezTo>
                <a:cubicBezTo>
                  <a:pt x="129" y="82"/>
                  <a:pt x="129" y="82"/>
                  <a:pt x="129" y="82"/>
                </a:cubicBezTo>
                <a:cubicBezTo>
                  <a:pt x="113" y="73"/>
                  <a:pt x="113" y="73"/>
                  <a:pt x="113" y="73"/>
                </a:cubicBezTo>
                <a:cubicBezTo>
                  <a:pt x="113" y="56"/>
                  <a:pt x="113" y="56"/>
                  <a:pt x="113" y="56"/>
                </a:cubicBezTo>
                <a:cubicBezTo>
                  <a:pt x="102" y="42"/>
                  <a:pt x="102" y="42"/>
                  <a:pt x="102" y="42"/>
                </a:cubicBezTo>
                <a:cubicBezTo>
                  <a:pt x="89" y="39"/>
                  <a:pt x="89" y="39"/>
                  <a:pt x="89" y="39"/>
                </a:cubicBezTo>
                <a:cubicBezTo>
                  <a:pt x="84" y="30"/>
                  <a:pt x="84" y="30"/>
                  <a:pt x="84" y="30"/>
                </a:cubicBezTo>
                <a:cubicBezTo>
                  <a:pt x="72" y="21"/>
                  <a:pt x="72" y="21"/>
                  <a:pt x="72" y="21"/>
                </a:cubicBezTo>
                <a:lnTo>
                  <a:pt x="3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6A2B0D2-DD78-D0F4-0920-3172B746317E}"/>
              </a:ext>
            </a:extLst>
          </p:cNvPr>
          <p:cNvSpPr/>
          <p:nvPr/>
        </p:nvSpPr>
        <p:spPr>
          <a:xfrm>
            <a:off x="7589081" y="1120609"/>
            <a:ext cx="88838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Haut-Uele</a:t>
            </a:r>
          </a:p>
        </p:txBody>
      </p:sp>
      <p:sp>
        <p:nvSpPr>
          <p:cNvPr id="69" name="Freeform 20">
            <a:extLst>
              <a:ext uri="{FF2B5EF4-FFF2-40B4-BE49-F238E27FC236}">
                <a16:creationId xmlns:a16="http://schemas.microsoft.com/office/drawing/2014/main" id="{AB58EAD7-F367-6D1A-028A-374E17B01693}"/>
              </a:ext>
            </a:extLst>
          </p:cNvPr>
          <p:cNvSpPr>
            <a:spLocks/>
          </p:cNvSpPr>
          <p:nvPr/>
        </p:nvSpPr>
        <p:spPr bwMode="auto">
          <a:xfrm>
            <a:off x="4447240" y="1731118"/>
            <a:ext cx="1236143" cy="1220928"/>
          </a:xfrm>
          <a:custGeom>
            <a:avLst/>
            <a:gdLst/>
            <a:ahLst/>
            <a:cxnLst>
              <a:cxn ang="0">
                <a:pos x="318" y="2"/>
              </a:cxn>
              <a:cxn ang="0">
                <a:pos x="261" y="31"/>
              </a:cxn>
              <a:cxn ang="0">
                <a:pos x="238" y="24"/>
              </a:cxn>
              <a:cxn ang="0">
                <a:pos x="196" y="27"/>
              </a:cxn>
              <a:cxn ang="0">
                <a:pos x="186" y="52"/>
              </a:cxn>
              <a:cxn ang="0">
                <a:pos x="172" y="100"/>
              </a:cxn>
              <a:cxn ang="0">
                <a:pos x="163" y="137"/>
              </a:cxn>
              <a:cxn ang="0">
                <a:pos x="164" y="166"/>
              </a:cxn>
              <a:cxn ang="0">
                <a:pos x="172" y="198"/>
              </a:cxn>
              <a:cxn ang="0">
                <a:pos x="146" y="243"/>
              </a:cxn>
              <a:cxn ang="0">
                <a:pos x="145" y="293"/>
              </a:cxn>
              <a:cxn ang="0">
                <a:pos x="109" y="345"/>
              </a:cxn>
              <a:cxn ang="0">
                <a:pos x="76" y="360"/>
              </a:cxn>
              <a:cxn ang="0">
                <a:pos x="32" y="401"/>
              </a:cxn>
              <a:cxn ang="0">
                <a:pos x="11" y="471"/>
              </a:cxn>
              <a:cxn ang="0">
                <a:pos x="48" y="478"/>
              </a:cxn>
              <a:cxn ang="0">
                <a:pos x="39" y="456"/>
              </a:cxn>
              <a:cxn ang="0">
                <a:pos x="67" y="454"/>
              </a:cxn>
              <a:cxn ang="0">
                <a:pos x="106" y="429"/>
              </a:cxn>
              <a:cxn ang="0">
                <a:pos x="156" y="408"/>
              </a:cxn>
              <a:cxn ang="0">
                <a:pos x="194" y="392"/>
              </a:cxn>
              <a:cxn ang="0">
                <a:pos x="222" y="376"/>
              </a:cxn>
              <a:cxn ang="0">
                <a:pos x="255" y="393"/>
              </a:cxn>
              <a:cxn ang="0">
                <a:pos x="266" y="380"/>
              </a:cxn>
              <a:cxn ang="0">
                <a:pos x="279" y="377"/>
              </a:cxn>
              <a:cxn ang="0">
                <a:pos x="266" y="359"/>
              </a:cxn>
              <a:cxn ang="0">
                <a:pos x="288" y="337"/>
              </a:cxn>
              <a:cxn ang="0">
                <a:pos x="312" y="357"/>
              </a:cxn>
              <a:cxn ang="0">
                <a:pos x="346" y="413"/>
              </a:cxn>
              <a:cxn ang="0">
                <a:pos x="377" y="398"/>
              </a:cxn>
              <a:cxn ang="0">
                <a:pos x="380" y="365"/>
              </a:cxn>
              <a:cxn ang="0">
                <a:pos x="427" y="381"/>
              </a:cxn>
              <a:cxn ang="0">
                <a:pos x="451" y="351"/>
              </a:cxn>
              <a:cxn ang="0">
                <a:pos x="460" y="329"/>
              </a:cxn>
              <a:cxn ang="0">
                <a:pos x="434" y="292"/>
              </a:cxn>
              <a:cxn ang="0">
                <a:pos x="412" y="266"/>
              </a:cxn>
              <a:cxn ang="0">
                <a:pos x="439" y="262"/>
              </a:cxn>
              <a:cxn ang="0">
                <a:pos x="467" y="269"/>
              </a:cxn>
              <a:cxn ang="0">
                <a:pos x="493" y="245"/>
              </a:cxn>
              <a:cxn ang="0">
                <a:pos x="462" y="206"/>
              </a:cxn>
              <a:cxn ang="0">
                <a:pos x="483" y="175"/>
              </a:cxn>
              <a:cxn ang="0">
                <a:pos x="486" y="144"/>
              </a:cxn>
              <a:cxn ang="0">
                <a:pos x="510" y="107"/>
              </a:cxn>
              <a:cxn ang="0">
                <a:pos x="504" y="85"/>
              </a:cxn>
              <a:cxn ang="0">
                <a:pos x="489" y="52"/>
              </a:cxn>
              <a:cxn ang="0">
                <a:pos x="436" y="49"/>
              </a:cxn>
              <a:cxn ang="0">
                <a:pos x="402" y="71"/>
              </a:cxn>
              <a:cxn ang="0">
                <a:pos x="339" y="86"/>
              </a:cxn>
              <a:cxn ang="0">
                <a:pos x="358" y="46"/>
              </a:cxn>
              <a:cxn ang="0">
                <a:pos x="402" y="24"/>
              </a:cxn>
              <a:cxn ang="0">
                <a:pos x="402" y="16"/>
              </a:cxn>
              <a:cxn ang="0">
                <a:pos x="355" y="8"/>
              </a:cxn>
            </a:cxnLst>
            <a:rect l="0" t="0" r="r" b="b"/>
            <a:pathLst>
              <a:path w="510" h="482">
                <a:moveTo>
                  <a:pt x="333" y="0"/>
                </a:moveTo>
                <a:cubicBezTo>
                  <a:pt x="318" y="2"/>
                  <a:pt x="318" y="2"/>
                  <a:pt x="318" y="2"/>
                </a:cubicBezTo>
                <a:cubicBezTo>
                  <a:pt x="296" y="20"/>
                  <a:pt x="296" y="20"/>
                  <a:pt x="296" y="20"/>
                </a:cubicBezTo>
                <a:cubicBezTo>
                  <a:pt x="261" y="31"/>
                  <a:pt x="261" y="31"/>
                  <a:pt x="261" y="31"/>
                </a:cubicBezTo>
                <a:cubicBezTo>
                  <a:pt x="253" y="26"/>
                  <a:pt x="253" y="26"/>
                  <a:pt x="253" y="26"/>
                </a:cubicBezTo>
                <a:cubicBezTo>
                  <a:pt x="238" y="24"/>
                  <a:pt x="238" y="24"/>
                  <a:pt x="238" y="24"/>
                </a:cubicBezTo>
                <a:cubicBezTo>
                  <a:pt x="228" y="31"/>
                  <a:pt x="228" y="31"/>
                  <a:pt x="228" y="31"/>
                </a:cubicBezTo>
                <a:cubicBezTo>
                  <a:pt x="196" y="27"/>
                  <a:pt x="196" y="27"/>
                  <a:pt x="196" y="27"/>
                </a:cubicBezTo>
                <a:cubicBezTo>
                  <a:pt x="186" y="27"/>
                  <a:pt x="186" y="27"/>
                  <a:pt x="186" y="27"/>
                </a:cubicBezTo>
                <a:cubicBezTo>
                  <a:pt x="186" y="52"/>
                  <a:pt x="186" y="52"/>
                  <a:pt x="186" y="52"/>
                </a:cubicBezTo>
                <a:cubicBezTo>
                  <a:pt x="174" y="86"/>
                  <a:pt x="174" y="86"/>
                  <a:pt x="174" y="86"/>
                </a:cubicBezTo>
                <a:cubicBezTo>
                  <a:pt x="172" y="100"/>
                  <a:pt x="172" y="100"/>
                  <a:pt x="172" y="100"/>
                </a:cubicBezTo>
                <a:cubicBezTo>
                  <a:pt x="159" y="118"/>
                  <a:pt x="159" y="118"/>
                  <a:pt x="159" y="118"/>
                </a:cubicBezTo>
                <a:cubicBezTo>
                  <a:pt x="163" y="137"/>
                  <a:pt x="163" y="137"/>
                  <a:pt x="163" y="137"/>
                </a:cubicBezTo>
                <a:cubicBezTo>
                  <a:pt x="167" y="160"/>
                  <a:pt x="167" y="160"/>
                  <a:pt x="167" y="160"/>
                </a:cubicBezTo>
                <a:cubicBezTo>
                  <a:pt x="164" y="166"/>
                  <a:pt x="164" y="166"/>
                  <a:pt x="164" y="166"/>
                </a:cubicBezTo>
                <a:cubicBezTo>
                  <a:pt x="174" y="184"/>
                  <a:pt x="174" y="184"/>
                  <a:pt x="174" y="184"/>
                </a:cubicBezTo>
                <a:cubicBezTo>
                  <a:pt x="172" y="198"/>
                  <a:pt x="172" y="198"/>
                  <a:pt x="172" y="198"/>
                </a:cubicBezTo>
                <a:cubicBezTo>
                  <a:pt x="157" y="212"/>
                  <a:pt x="157" y="212"/>
                  <a:pt x="157" y="212"/>
                </a:cubicBezTo>
                <a:cubicBezTo>
                  <a:pt x="146" y="243"/>
                  <a:pt x="146" y="243"/>
                  <a:pt x="146" y="243"/>
                </a:cubicBezTo>
                <a:cubicBezTo>
                  <a:pt x="145" y="266"/>
                  <a:pt x="145" y="266"/>
                  <a:pt x="145" y="266"/>
                </a:cubicBezTo>
                <a:cubicBezTo>
                  <a:pt x="145" y="293"/>
                  <a:pt x="145" y="293"/>
                  <a:pt x="145" y="293"/>
                </a:cubicBezTo>
                <a:cubicBezTo>
                  <a:pt x="134" y="320"/>
                  <a:pt x="134" y="320"/>
                  <a:pt x="134" y="320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89" y="360"/>
                  <a:pt x="89" y="360"/>
                  <a:pt x="89" y="360"/>
                </a:cubicBezTo>
                <a:cubicBezTo>
                  <a:pt x="76" y="360"/>
                  <a:pt x="76" y="360"/>
                  <a:pt x="76" y="360"/>
                </a:cubicBezTo>
                <a:cubicBezTo>
                  <a:pt x="46" y="380"/>
                  <a:pt x="46" y="380"/>
                  <a:pt x="46" y="380"/>
                </a:cubicBezTo>
                <a:cubicBezTo>
                  <a:pt x="32" y="401"/>
                  <a:pt x="32" y="401"/>
                  <a:pt x="32" y="401"/>
                </a:cubicBezTo>
                <a:cubicBezTo>
                  <a:pt x="0" y="459"/>
                  <a:pt x="0" y="459"/>
                  <a:pt x="0" y="459"/>
                </a:cubicBezTo>
                <a:cubicBezTo>
                  <a:pt x="11" y="471"/>
                  <a:pt x="11" y="471"/>
                  <a:pt x="11" y="471"/>
                </a:cubicBezTo>
                <a:cubicBezTo>
                  <a:pt x="20" y="482"/>
                  <a:pt x="20" y="482"/>
                  <a:pt x="20" y="482"/>
                </a:cubicBezTo>
                <a:cubicBezTo>
                  <a:pt x="48" y="478"/>
                  <a:pt x="48" y="478"/>
                  <a:pt x="48" y="478"/>
                </a:cubicBezTo>
                <a:cubicBezTo>
                  <a:pt x="50" y="462"/>
                  <a:pt x="50" y="462"/>
                  <a:pt x="50" y="462"/>
                </a:cubicBezTo>
                <a:cubicBezTo>
                  <a:pt x="39" y="456"/>
                  <a:pt x="39" y="456"/>
                  <a:pt x="39" y="456"/>
                </a:cubicBezTo>
                <a:cubicBezTo>
                  <a:pt x="42" y="451"/>
                  <a:pt x="42" y="451"/>
                  <a:pt x="42" y="451"/>
                </a:cubicBezTo>
                <a:cubicBezTo>
                  <a:pt x="67" y="454"/>
                  <a:pt x="67" y="454"/>
                  <a:pt x="67" y="454"/>
                </a:cubicBezTo>
                <a:cubicBezTo>
                  <a:pt x="97" y="445"/>
                  <a:pt x="97" y="445"/>
                  <a:pt x="97" y="445"/>
                </a:cubicBezTo>
                <a:cubicBezTo>
                  <a:pt x="106" y="429"/>
                  <a:pt x="106" y="429"/>
                  <a:pt x="106" y="429"/>
                </a:cubicBezTo>
                <a:cubicBezTo>
                  <a:pt x="138" y="418"/>
                  <a:pt x="138" y="418"/>
                  <a:pt x="138" y="418"/>
                </a:cubicBezTo>
                <a:cubicBezTo>
                  <a:pt x="156" y="408"/>
                  <a:pt x="156" y="408"/>
                  <a:pt x="156" y="408"/>
                </a:cubicBezTo>
                <a:cubicBezTo>
                  <a:pt x="173" y="409"/>
                  <a:pt x="173" y="409"/>
                  <a:pt x="173" y="409"/>
                </a:cubicBezTo>
                <a:cubicBezTo>
                  <a:pt x="194" y="392"/>
                  <a:pt x="194" y="392"/>
                  <a:pt x="194" y="392"/>
                </a:cubicBezTo>
                <a:cubicBezTo>
                  <a:pt x="198" y="375"/>
                  <a:pt x="198" y="375"/>
                  <a:pt x="198" y="375"/>
                </a:cubicBezTo>
                <a:cubicBezTo>
                  <a:pt x="222" y="376"/>
                  <a:pt x="222" y="376"/>
                  <a:pt x="222" y="376"/>
                </a:cubicBezTo>
                <a:cubicBezTo>
                  <a:pt x="235" y="391"/>
                  <a:pt x="235" y="391"/>
                  <a:pt x="235" y="391"/>
                </a:cubicBezTo>
                <a:cubicBezTo>
                  <a:pt x="255" y="393"/>
                  <a:pt x="255" y="393"/>
                  <a:pt x="255" y="393"/>
                </a:cubicBezTo>
                <a:cubicBezTo>
                  <a:pt x="275" y="390"/>
                  <a:pt x="275" y="390"/>
                  <a:pt x="275" y="390"/>
                </a:cubicBezTo>
                <a:cubicBezTo>
                  <a:pt x="266" y="380"/>
                  <a:pt x="266" y="380"/>
                  <a:pt x="266" y="380"/>
                </a:cubicBezTo>
                <a:cubicBezTo>
                  <a:pt x="267" y="370"/>
                  <a:pt x="267" y="370"/>
                  <a:pt x="267" y="370"/>
                </a:cubicBezTo>
                <a:cubicBezTo>
                  <a:pt x="279" y="377"/>
                  <a:pt x="279" y="377"/>
                  <a:pt x="279" y="377"/>
                </a:cubicBezTo>
                <a:cubicBezTo>
                  <a:pt x="275" y="363"/>
                  <a:pt x="275" y="363"/>
                  <a:pt x="275" y="363"/>
                </a:cubicBezTo>
                <a:cubicBezTo>
                  <a:pt x="266" y="359"/>
                  <a:pt x="266" y="359"/>
                  <a:pt x="266" y="359"/>
                </a:cubicBezTo>
                <a:cubicBezTo>
                  <a:pt x="274" y="335"/>
                  <a:pt x="274" y="335"/>
                  <a:pt x="274" y="335"/>
                </a:cubicBezTo>
                <a:cubicBezTo>
                  <a:pt x="288" y="337"/>
                  <a:pt x="288" y="337"/>
                  <a:pt x="288" y="337"/>
                </a:cubicBezTo>
                <a:cubicBezTo>
                  <a:pt x="303" y="330"/>
                  <a:pt x="303" y="330"/>
                  <a:pt x="303" y="330"/>
                </a:cubicBezTo>
                <a:cubicBezTo>
                  <a:pt x="312" y="357"/>
                  <a:pt x="312" y="357"/>
                  <a:pt x="312" y="357"/>
                </a:cubicBezTo>
                <a:cubicBezTo>
                  <a:pt x="339" y="390"/>
                  <a:pt x="339" y="390"/>
                  <a:pt x="339" y="390"/>
                </a:cubicBezTo>
                <a:cubicBezTo>
                  <a:pt x="346" y="413"/>
                  <a:pt x="346" y="413"/>
                  <a:pt x="346" y="413"/>
                </a:cubicBezTo>
                <a:cubicBezTo>
                  <a:pt x="350" y="417"/>
                  <a:pt x="350" y="417"/>
                  <a:pt x="350" y="417"/>
                </a:cubicBezTo>
                <a:cubicBezTo>
                  <a:pt x="377" y="398"/>
                  <a:pt x="377" y="398"/>
                  <a:pt x="377" y="398"/>
                </a:cubicBezTo>
                <a:cubicBezTo>
                  <a:pt x="377" y="369"/>
                  <a:pt x="377" y="369"/>
                  <a:pt x="377" y="369"/>
                </a:cubicBezTo>
                <a:cubicBezTo>
                  <a:pt x="380" y="365"/>
                  <a:pt x="380" y="365"/>
                  <a:pt x="380" y="365"/>
                </a:cubicBezTo>
                <a:cubicBezTo>
                  <a:pt x="403" y="391"/>
                  <a:pt x="403" y="391"/>
                  <a:pt x="403" y="391"/>
                </a:cubicBezTo>
                <a:cubicBezTo>
                  <a:pt x="403" y="391"/>
                  <a:pt x="422" y="381"/>
                  <a:pt x="427" y="381"/>
                </a:cubicBezTo>
                <a:cubicBezTo>
                  <a:pt x="432" y="381"/>
                  <a:pt x="441" y="381"/>
                  <a:pt x="441" y="381"/>
                </a:cubicBezTo>
                <a:cubicBezTo>
                  <a:pt x="451" y="351"/>
                  <a:pt x="451" y="351"/>
                  <a:pt x="451" y="351"/>
                </a:cubicBezTo>
                <a:cubicBezTo>
                  <a:pt x="462" y="343"/>
                  <a:pt x="462" y="343"/>
                  <a:pt x="462" y="343"/>
                </a:cubicBezTo>
                <a:cubicBezTo>
                  <a:pt x="460" y="329"/>
                  <a:pt x="460" y="329"/>
                  <a:pt x="460" y="329"/>
                </a:cubicBezTo>
                <a:cubicBezTo>
                  <a:pt x="445" y="316"/>
                  <a:pt x="445" y="316"/>
                  <a:pt x="445" y="316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413" y="279"/>
                  <a:pt x="413" y="279"/>
                  <a:pt x="413" y="279"/>
                </a:cubicBezTo>
                <a:cubicBezTo>
                  <a:pt x="412" y="266"/>
                  <a:pt x="412" y="266"/>
                  <a:pt x="412" y="266"/>
                </a:cubicBezTo>
                <a:cubicBezTo>
                  <a:pt x="422" y="262"/>
                  <a:pt x="422" y="262"/>
                  <a:pt x="422" y="262"/>
                </a:cubicBezTo>
                <a:cubicBezTo>
                  <a:pt x="439" y="262"/>
                  <a:pt x="439" y="262"/>
                  <a:pt x="439" y="262"/>
                </a:cubicBezTo>
                <a:cubicBezTo>
                  <a:pt x="456" y="275"/>
                  <a:pt x="456" y="275"/>
                  <a:pt x="456" y="275"/>
                </a:cubicBezTo>
                <a:cubicBezTo>
                  <a:pt x="467" y="269"/>
                  <a:pt x="467" y="269"/>
                  <a:pt x="467" y="269"/>
                </a:cubicBezTo>
                <a:cubicBezTo>
                  <a:pt x="471" y="257"/>
                  <a:pt x="471" y="257"/>
                  <a:pt x="471" y="257"/>
                </a:cubicBezTo>
                <a:cubicBezTo>
                  <a:pt x="493" y="245"/>
                  <a:pt x="493" y="245"/>
                  <a:pt x="493" y="245"/>
                </a:cubicBezTo>
                <a:cubicBezTo>
                  <a:pt x="491" y="226"/>
                  <a:pt x="491" y="226"/>
                  <a:pt x="491" y="226"/>
                </a:cubicBezTo>
                <a:cubicBezTo>
                  <a:pt x="462" y="206"/>
                  <a:pt x="462" y="206"/>
                  <a:pt x="462" y="206"/>
                </a:cubicBezTo>
                <a:cubicBezTo>
                  <a:pt x="464" y="195"/>
                  <a:pt x="464" y="195"/>
                  <a:pt x="464" y="195"/>
                </a:cubicBezTo>
                <a:cubicBezTo>
                  <a:pt x="483" y="175"/>
                  <a:pt x="483" y="175"/>
                  <a:pt x="483" y="175"/>
                </a:cubicBezTo>
                <a:cubicBezTo>
                  <a:pt x="490" y="158"/>
                  <a:pt x="490" y="158"/>
                  <a:pt x="490" y="158"/>
                </a:cubicBezTo>
                <a:cubicBezTo>
                  <a:pt x="486" y="144"/>
                  <a:pt x="486" y="144"/>
                  <a:pt x="486" y="144"/>
                </a:cubicBezTo>
                <a:cubicBezTo>
                  <a:pt x="485" y="120"/>
                  <a:pt x="485" y="120"/>
                  <a:pt x="485" y="120"/>
                </a:cubicBezTo>
                <a:cubicBezTo>
                  <a:pt x="510" y="107"/>
                  <a:pt x="510" y="107"/>
                  <a:pt x="510" y="107"/>
                </a:cubicBezTo>
                <a:cubicBezTo>
                  <a:pt x="510" y="107"/>
                  <a:pt x="510" y="107"/>
                  <a:pt x="510" y="107"/>
                </a:cubicBezTo>
                <a:cubicBezTo>
                  <a:pt x="504" y="85"/>
                  <a:pt x="504" y="85"/>
                  <a:pt x="504" y="85"/>
                </a:cubicBezTo>
                <a:cubicBezTo>
                  <a:pt x="504" y="60"/>
                  <a:pt x="504" y="60"/>
                  <a:pt x="504" y="60"/>
                </a:cubicBezTo>
                <a:cubicBezTo>
                  <a:pt x="489" y="52"/>
                  <a:pt x="489" y="52"/>
                  <a:pt x="489" y="52"/>
                </a:cubicBezTo>
                <a:cubicBezTo>
                  <a:pt x="455" y="47"/>
                  <a:pt x="455" y="47"/>
                  <a:pt x="455" y="47"/>
                </a:cubicBezTo>
                <a:cubicBezTo>
                  <a:pt x="436" y="49"/>
                  <a:pt x="436" y="49"/>
                  <a:pt x="436" y="49"/>
                </a:cubicBezTo>
                <a:cubicBezTo>
                  <a:pt x="425" y="60"/>
                  <a:pt x="425" y="60"/>
                  <a:pt x="425" y="60"/>
                </a:cubicBezTo>
                <a:cubicBezTo>
                  <a:pt x="402" y="71"/>
                  <a:pt x="402" y="71"/>
                  <a:pt x="402" y="71"/>
                </a:cubicBezTo>
                <a:cubicBezTo>
                  <a:pt x="358" y="79"/>
                  <a:pt x="358" y="79"/>
                  <a:pt x="358" y="79"/>
                </a:cubicBezTo>
                <a:cubicBezTo>
                  <a:pt x="339" y="86"/>
                  <a:pt x="339" y="86"/>
                  <a:pt x="339" y="86"/>
                </a:cubicBezTo>
                <a:cubicBezTo>
                  <a:pt x="340" y="64"/>
                  <a:pt x="340" y="64"/>
                  <a:pt x="340" y="64"/>
                </a:cubicBezTo>
                <a:cubicBezTo>
                  <a:pt x="358" y="46"/>
                  <a:pt x="358" y="46"/>
                  <a:pt x="358" y="46"/>
                </a:cubicBezTo>
                <a:cubicBezTo>
                  <a:pt x="375" y="37"/>
                  <a:pt x="375" y="37"/>
                  <a:pt x="375" y="37"/>
                </a:cubicBezTo>
                <a:cubicBezTo>
                  <a:pt x="402" y="24"/>
                  <a:pt x="402" y="24"/>
                  <a:pt x="402" y="24"/>
                </a:cubicBezTo>
                <a:cubicBezTo>
                  <a:pt x="407" y="19"/>
                  <a:pt x="407" y="19"/>
                  <a:pt x="407" y="19"/>
                </a:cubicBezTo>
                <a:cubicBezTo>
                  <a:pt x="402" y="16"/>
                  <a:pt x="402" y="16"/>
                  <a:pt x="402" y="16"/>
                </a:cubicBezTo>
                <a:cubicBezTo>
                  <a:pt x="374" y="16"/>
                  <a:pt x="374" y="16"/>
                  <a:pt x="374" y="16"/>
                </a:cubicBezTo>
                <a:cubicBezTo>
                  <a:pt x="355" y="8"/>
                  <a:pt x="355" y="8"/>
                  <a:pt x="355" y="8"/>
                </a:cubicBezTo>
                <a:lnTo>
                  <a:pt x="333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5210292-DFD9-9587-6516-94B17C9154C5}"/>
              </a:ext>
            </a:extLst>
          </p:cNvPr>
          <p:cNvSpPr/>
          <p:nvPr/>
        </p:nvSpPr>
        <p:spPr>
          <a:xfrm>
            <a:off x="4669896" y="2126549"/>
            <a:ext cx="81182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Equateur</a:t>
            </a:r>
          </a:p>
        </p:txBody>
      </p:sp>
      <p:sp>
        <p:nvSpPr>
          <p:cNvPr id="75" name="Freeform 19">
            <a:extLst>
              <a:ext uri="{FF2B5EF4-FFF2-40B4-BE49-F238E27FC236}">
                <a16:creationId xmlns:a16="http://schemas.microsoft.com/office/drawing/2014/main" id="{364066D7-5748-17AE-BAA4-3A5C4F2E6F79}"/>
              </a:ext>
            </a:extLst>
          </p:cNvPr>
          <p:cNvSpPr>
            <a:spLocks/>
          </p:cNvSpPr>
          <p:nvPr/>
        </p:nvSpPr>
        <p:spPr bwMode="auto">
          <a:xfrm>
            <a:off x="4896746" y="883195"/>
            <a:ext cx="812428" cy="926753"/>
          </a:xfrm>
          <a:custGeom>
            <a:avLst/>
            <a:gdLst/>
            <a:ahLst/>
            <a:cxnLst>
              <a:cxn ang="0">
                <a:pos x="146" y="0"/>
              </a:cxn>
              <a:cxn ang="0">
                <a:pos x="137" y="16"/>
              </a:cxn>
              <a:cxn ang="0">
                <a:pos x="121" y="37"/>
              </a:cxn>
              <a:cxn ang="0">
                <a:pos x="115" y="57"/>
              </a:cxn>
              <a:cxn ang="0">
                <a:pos x="100" y="66"/>
              </a:cxn>
              <a:cxn ang="0">
                <a:pos x="77" y="66"/>
              </a:cxn>
              <a:cxn ang="0">
                <a:pos x="77" y="78"/>
              </a:cxn>
              <a:cxn ang="0">
                <a:pos x="91" y="118"/>
              </a:cxn>
              <a:cxn ang="0">
                <a:pos x="85" y="140"/>
              </a:cxn>
              <a:cxn ang="0">
                <a:pos x="87" y="174"/>
              </a:cxn>
              <a:cxn ang="0">
                <a:pos x="94" y="228"/>
              </a:cxn>
              <a:cxn ang="0">
                <a:pos x="87" y="257"/>
              </a:cxn>
              <a:cxn ang="0">
                <a:pos x="70" y="276"/>
              </a:cxn>
              <a:cxn ang="0">
                <a:pos x="58" y="304"/>
              </a:cxn>
              <a:cxn ang="0">
                <a:pos x="57" y="323"/>
              </a:cxn>
              <a:cxn ang="0">
                <a:pos x="27" y="364"/>
              </a:cxn>
              <a:cxn ang="0">
                <a:pos x="15" y="390"/>
              </a:cxn>
              <a:cxn ang="0">
                <a:pos x="6" y="402"/>
              </a:cxn>
              <a:cxn ang="0">
                <a:pos x="3" y="437"/>
              </a:cxn>
              <a:cxn ang="0">
                <a:pos x="0" y="468"/>
              </a:cxn>
              <a:cxn ang="0">
                <a:pos x="0" y="477"/>
              </a:cxn>
              <a:cxn ang="0">
                <a:pos x="13" y="477"/>
              </a:cxn>
              <a:cxn ang="0">
                <a:pos x="56" y="482"/>
              </a:cxn>
              <a:cxn ang="0">
                <a:pos x="69" y="473"/>
              </a:cxn>
              <a:cxn ang="0">
                <a:pos x="88" y="476"/>
              </a:cxn>
              <a:cxn ang="0">
                <a:pos x="99" y="482"/>
              </a:cxn>
              <a:cxn ang="0">
                <a:pos x="145" y="468"/>
              </a:cxn>
              <a:cxn ang="0">
                <a:pos x="174" y="444"/>
              </a:cxn>
              <a:cxn ang="0">
                <a:pos x="194" y="441"/>
              </a:cxn>
              <a:cxn ang="0">
                <a:pos x="223" y="452"/>
              </a:cxn>
              <a:cxn ang="0">
                <a:pos x="248" y="462"/>
              </a:cxn>
              <a:cxn ang="0">
                <a:pos x="285" y="462"/>
              </a:cxn>
              <a:cxn ang="0">
                <a:pos x="291" y="466"/>
              </a:cxn>
              <a:cxn ang="0">
                <a:pos x="298" y="460"/>
              </a:cxn>
              <a:cxn ang="0">
                <a:pos x="336" y="408"/>
              </a:cxn>
              <a:cxn ang="0">
                <a:pos x="363" y="393"/>
              </a:cxn>
              <a:cxn ang="0">
                <a:pos x="407" y="394"/>
              </a:cxn>
              <a:cxn ang="0">
                <a:pos x="435" y="382"/>
              </a:cxn>
              <a:cxn ang="0">
                <a:pos x="441" y="352"/>
              </a:cxn>
              <a:cxn ang="0">
                <a:pos x="432" y="319"/>
              </a:cxn>
              <a:cxn ang="0">
                <a:pos x="419" y="279"/>
              </a:cxn>
              <a:cxn ang="0">
                <a:pos x="420" y="278"/>
              </a:cxn>
              <a:cxn ang="0">
                <a:pos x="420" y="278"/>
              </a:cxn>
              <a:cxn ang="0">
                <a:pos x="394" y="293"/>
              </a:cxn>
              <a:cxn ang="0">
                <a:pos x="358" y="301"/>
              </a:cxn>
              <a:cxn ang="0">
                <a:pos x="344" y="282"/>
              </a:cxn>
              <a:cxn ang="0">
                <a:pos x="349" y="262"/>
              </a:cxn>
              <a:cxn ang="0">
                <a:pos x="346" y="212"/>
              </a:cxn>
              <a:cxn ang="0">
                <a:pos x="341" y="193"/>
              </a:cxn>
              <a:cxn ang="0">
                <a:pos x="336" y="164"/>
              </a:cxn>
              <a:cxn ang="0">
                <a:pos x="306" y="127"/>
              </a:cxn>
              <a:cxn ang="0">
                <a:pos x="267" y="118"/>
              </a:cxn>
              <a:cxn ang="0">
                <a:pos x="252" y="120"/>
              </a:cxn>
              <a:cxn ang="0">
                <a:pos x="232" y="148"/>
              </a:cxn>
              <a:cxn ang="0">
                <a:pos x="202" y="132"/>
              </a:cxn>
              <a:cxn ang="0">
                <a:pos x="204" y="115"/>
              </a:cxn>
              <a:cxn ang="0">
                <a:pos x="225" y="75"/>
              </a:cxn>
              <a:cxn ang="0">
                <a:pos x="232" y="53"/>
              </a:cxn>
              <a:cxn ang="0">
                <a:pos x="231" y="39"/>
              </a:cxn>
              <a:cxn ang="0">
                <a:pos x="202" y="37"/>
              </a:cxn>
              <a:cxn ang="0">
                <a:pos x="181" y="25"/>
              </a:cxn>
              <a:cxn ang="0">
                <a:pos x="146" y="0"/>
              </a:cxn>
            </a:cxnLst>
            <a:rect l="0" t="0" r="r" b="b"/>
            <a:pathLst>
              <a:path w="441" h="482">
                <a:moveTo>
                  <a:pt x="146" y="0"/>
                </a:moveTo>
                <a:lnTo>
                  <a:pt x="137" y="16"/>
                </a:lnTo>
                <a:lnTo>
                  <a:pt x="121" y="37"/>
                </a:lnTo>
                <a:lnTo>
                  <a:pt x="115" y="57"/>
                </a:lnTo>
                <a:lnTo>
                  <a:pt x="100" y="66"/>
                </a:lnTo>
                <a:lnTo>
                  <a:pt x="77" y="66"/>
                </a:lnTo>
                <a:lnTo>
                  <a:pt x="77" y="78"/>
                </a:lnTo>
                <a:lnTo>
                  <a:pt x="91" y="118"/>
                </a:lnTo>
                <a:lnTo>
                  <a:pt x="85" y="140"/>
                </a:lnTo>
                <a:lnTo>
                  <a:pt x="87" y="174"/>
                </a:lnTo>
                <a:lnTo>
                  <a:pt x="94" y="228"/>
                </a:lnTo>
                <a:lnTo>
                  <a:pt x="87" y="257"/>
                </a:lnTo>
                <a:lnTo>
                  <a:pt x="70" y="276"/>
                </a:lnTo>
                <a:lnTo>
                  <a:pt x="58" y="304"/>
                </a:lnTo>
                <a:lnTo>
                  <a:pt x="57" y="323"/>
                </a:lnTo>
                <a:lnTo>
                  <a:pt x="27" y="364"/>
                </a:lnTo>
                <a:lnTo>
                  <a:pt x="15" y="390"/>
                </a:lnTo>
                <a:lnTo>
                  <a:pt x="6" y="402"/>
                </a:lnTo>
                <a:lnTo>
                  <a:pt x="3" y="437"/>
                </a:lnTo>
                <a:lnTo>
                  <a:pt x="0" y="468"/>
                </a:lnTo>
                <a:lnTo>
                  <a:pt x="0" y="477"/>
                </a:lnTo>
                <a:lnTo>
                  <a:pt x="13" y="477"/>
                </a:lnTo>
                <a:lnTo>
                  <a:pt x="56" y="482"/>
                </a:lnTo>
                <a:lnTo>
                  <a:pt x="69" y="473"/>
                </a:lnTo>
                <a:lnTo>
                  <a:pt x="88" y="476"/>
                </a:lnTo>
                <a:lnTo>
                  <a:pt x="99" y="482"/>
                </a:lnTo>
                <a:lnTo>
                  <a:pt x="145" y="468"/>
                </a:lnTo>
                <a:lnTo>
                  <a:pt x="174" y="444"/>
                </a:lnTo>
                <a:lnTo>
                  <a:pt x="194" y="441"/>
                </a:lnTo>
                <a:lnTo>
                  <a:pt x="223" y="452"/>
                </a:lnTo>
                <a:lnTo>
                  <a:pt x="248" y="462"/>
                </a:lnTo>
                <a:lnTo>
                  <a:pt x="285" y="462"/>
                </a:lnTo>
                <a:lnTo>
                  <a:pt x="291" y="466"/>
                </a:lnTo>
                <a:lnTo>
                  <a:pt x="298" y="460"/>
                </a:lnTo>
                <a:lnTo>
                  <a:pt x="336" y="408"/>
                </a:lnTo>
                <a:lnTo>
                  <a:pt x="363" y="393"/>
                </a:lnTo>
                <a:lnTo>
                  <a:pt x="407" y="394"/>
                </a:lnTo>
                <a:lnTo>
                  <a:pt x="435" y="382"/>
                </a:lnTo>
                <a:lnTo>
                  <a:pt x="441" y="352"/>
                </a:lnTo>
                <a:lnTo>
                  <a:pt x="432" y="319"/>
                </a:lnTo>
                <a:lnTo>
                  <a:pt x="419" y="279"/>
                </a:lnTo>
                <a:lnTo>
                  <a:pt x="420" y="278"/>
                </a:lnTo>
                <a:lnTo>
                  <a:pt x="420" y="278"/>
                </a:lnTo>
                <a:lnTo>
                  <a:pt x="394" y="293"/>
                </a:lnTo>
                <a:lnTo>
                  <a:pt x="358" y="301"/>
                </a:lnTo>
                <a:lnTo>
                  <a:pt x="344" y="282"/>
                </a:lnTo>
                <a:lnTo>
                  <a:pt x="349" y="262"/>
                </a:lnTo>
                <a:lnTo>
                  <a:pt x="346" y="212"/>
                </a:lnTo>
                <a:lnTo>
                  <a:pt x="341" y="193"/>
                </a:lnTo>
                <a:lnTo>
                  <a:pt x="336" y="164"/>
                </a:lnTo>
                <a:lnTo>
                  <a:pt x="306" y="127"/>
                </a:lnTo>
                <a:lnTo>
                  <a:pt x="267" y="118"/>
                </a:lnTo>
                <a:lnTo>
                  <a:pt x="252" y="120"/>
                </a:lnTo>
                <a:lnTo>
                  <a:pt x="232" y="148"/>
                </a:lnTo>
                <a:lnTo>
                  <a:pt x="202" y="132"/>
                </a:lnTo>
                <a:lnTo>
                  <a:pt x="204" y="115"/>
                </a:lnTo>
                <a:lnTo>
                  <a:pt x="225" y="75"/>
                </a:lnTo>
                <a:lnTo>
                  <a:pt x="232" y="53"/>
                </a:lnTo>
                <a:lnTo>
                  <a:pt x="231" y="39"/>
                </a:lnTo>
                <a:lnTo>
                  <a:pt x="202" y="37"/>
                </a:lnTo>
                <a:lnTo>
                  <a:pt x="181" y="25"/>
                </a:lnTo>
                <a:lnTo>
                  <a:pt x="146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6661745-BF9B-5E56-3FC6-8FC86F92FF07}"/>
              </a:ext>
            </a:extLst>
          </p:cNvPr>
          <p:cNvSpPr/>
          <p:nvPr/>
        </p:nvSpPr>
        <p:spPr>
          <a:xfrm>
            <a:off x="4866459" y="1257971"/>
            <a:ext cx="67518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Sud-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Ubangi</a:t>
            </a:r>
          </a:p>
        </p:txBody>
      </p:sp>
      <p:sp>
        <p:nvSpPr>
          <p:cNvPr id="81" name="Freeform 31">
            <a:extLst>
              <a:ext uri="{FF2B5EF4-FFF2-40B4-BE49-F238E27FC236}">
                <a16:creationId xmlns:a16="http://schemas.microsoft.com/office/drawing/2014/main" id="{30EA64F6-550D-516B-0149-11498B83850E}"/>
              </a:ext>
            </a:extLst>
          </p:cNvPr>
          <p:cNvSpPr>
            <a:spLocks/>
          </p:cNvSpPr>
          <p:nvPr/>
        </p:nvSpPr>
        <p:spPr bwMode="auto">
          <a:xfrm>
            <a:off x="5978142" y="4657505"/>
            <a:ext cx="1571430" cy="1249770"/>
          </a:xfrm>
          <a:custGeom>
            <a:avLst/>
            <a:gdLst/>
            <a:ahLst/>
            <a:cxnLst>
              <a:cxn ang="0">
                <a:pos x="0" y="34"/>
              </a:cxn>
              <a:cxn ang="0">
                <a:pos x="10" y="164"/>
              </a:cxn>
              <a:cxn ang="0">
                <a:pos x="3" y="206"/>
              </a:cxn>
              <a:cxn ang="0">
                <a:pos x="36" y="258"/>
              </a:cxn>
              <a:cxn ang="0">
                <a:pos x="56" y="301"/>
              </a:cxn>
              <a:cxn ang="0">
                <a:pos x="69" y="361"/>
              </a:cxn>
              <a:cxn ang="0">
                <a:pos x="51" y="382"/>
              </a:cxn>
              <a:cxn ang="0">
                <a:pos x="80" y="422"/>
              </a:cxn>
              <a:cxn ang="0">
                <a:pos x="95" y="404"/>
              </a:cxn>
              <a:cxn ang="0">
                <a:pos x="137" y="405"/>
              </a:cxn>
              <a:cxn ang="0">
                <a:pos x="199" y="390"/>
              </a:cxn>
              <a:cxn ang="0">
                <a:pos x="273" y="383"/>
              </a:cxn>
              <a:cxn ang="0">
                <a:pos x="285" y="401"/>
              </a:cxn>
              <a:cxn ang="0">
                <a:pos x="310" y="407"/>
              </a:cxn>
              <a:cxn ang="0">
                <a:pos x="310" y="441"/>
              </a:cxn>
              <a:cxn ang="0">
                <a:pos x="337" y="450"/>
              </a:cxn>
              <a:cxn ang="0">
                <a:pos x="427" y="421"/>
              </a:cxn>
              <a:cxn ang="0">
                <a:pos x="424" y="467"/>
              </a:cxn>
              <a:cxn ang="0">
                <a:pos x="446" y="482"/>
              </a:cxn>
              <a:cxn ang="0">
                <a:pos x="465" y="486"/>
              </a:cxn>
              <a:cxn ang="0">
                <a:pos x="473" y="479"/>
              </a:cxn>
              <a:cxn ang="0">
                <a:pos x="500" y="407"/>
              </a:cxn>
              <a:cxn ang="0">
                <a:pos x="525" y="394"/>
              </a:cxn>
              <a:cxn ang="0">
                <a:pos x="552" y="392"/>
              </a:cxn>
              <a:cxn ang="0">
                <a:pos x="560" y="426"/>
              </a:cxn>
              <a:cxn ang="0">
                <a:pos x="582" y="375"/>
              </a:cxn>
              <a:cxn ang="0">
                <a:pos x="590" y="342"/>
              </a:cxn>
              <a:cxn ang="0">
                <a:pos x="629" y="360"/>
              </a:cxn>
              <a:cxn ang="0">
                <a:pos x="648" y="335"/>
              </a:cxn>
              <a:cxn ang="0">
                <a:pos x="634" y="277"/>
              </a:cxn>
              <a:cxn ang="0">
                <a:pos x="595" y="268"/>
              </a:cxn>
              <a:cxn ang="0">
                <a:pos x="551" y="261"/>
              </a:cxn>
              <a:cxn ang="0">
                <a:pos x="536" y="248"/>
              </a:cxn>
              <a:cxn ang="0">
                <a:pos x="475" y="226"/>
              </a:cxn>
              <a:cxn ang="0">
                <a:pos x="446" y="218"/>
              </a:cxn>
              <a:cxn ang="0">
                <a:pos x="451" y="259"/>
              </a:cxn>
              <a:cxn ang="0">
                <a:pos x="411" y="282"/>
              </a:cxn>
              <a:cxn ang="0">
                <a:pos x="386" y="294"/>
              </a:cxn>
              <a:cxn ang="0">
                <a:pos x="360" y="289"/>
              </a:cxn>
              <a:cxn ang="0">
                <a:pos x="323" y="284"/>
              </a:cxn>
              <a:cxn ang="0">
                <a:pos x="284" y="284"/>
              </a:cxn>
              <a:cxn ang="0">
                <a:pos x="279" y="254"/>
              </a:cxn>
              <a:cxn ang="0">
                <a:pos x="288" y="207"/>
              </a:cxn>
              <a:cxn ang="0">
                <a:pos x="305" y="189"/>
              </a:cxn>
              <a:cxn ang="0">
                <a:pos x="256" y="139"/>
              </a:cxn>
              <a:cxn ang="0">
                <a:pos x="220" y="87"/>
              </a:cxn>
              <a:cxn ang="0">
                <a:pos x="216" y="34"/>
              </a:cxn>
              <a:cxn ang="0">
                <a:pos x="162" y="23"/>
              </a:cxn>
              <a:cxn ang="0">
                <a:pos x="107" y="28"/>
              </a:cxn>
              <a:cxn ang="0">
                <a:pos x="89" y="12"/>
              </a:cxn>
              <a:cxn ang="0">
                <a:pos x="43" y="21"/>
              </a:cxn>
              <a:cxn ang="0">
                <a:pos x="4" y="0"/>
              </a:cxn>
            </a:cxnLst>
            <a:rect l="0" t="0" r="r" b="b"/>
            <a:pathLst>
              <a:path w="648" h="494">
                <a:moveTo>
                  <a:pt x="4" y="0"/>
                </a:moveTo>
                <a:cubicBezTo>
                  <a:pt x="0" y="34"/>
                  <a:pt x="0" y="34"/>
                  <a:pt x="0" y="34"/>
                </a:cubicBezTo>
                <a:cubicBezTo>
                  <a:pt x="21" y="87"/>
                  <a:pt x="21" y="87"/>
                  <a:pt x="21" y="87"/>
                </a:cubicBezTo>
                <a:cubicBezTo>
                  <a:pt x="10" y="164"/>
                  <a:pt x="10" y="164"/>
                  <a:pt x="10" y="164"/>
                </a:cubicBezTo>
                <a:cubicBezTo>
                  <a:pt x="11" y="188"/>
                  <a:pt x="11" y="188"/>
                  <a:pt x="11" y="188"/>
                </a:cubicBezTo>
                <a:cubicBezTo>
                  <a:pt x="3" y="206"/>
                  <a:pt x="3" y="206"/>
                  <a:pt x="3" y="206"/>
                </a:cubicBezTo>
                <a:cubicBezTo>
                  <a:pt x="14" y="234"/>
                  <a:pt x="14" y="234"/>
                  <a:pt x="14" y="234"/>
                </a:cubicBezTo>
                <a:cubicBezTo>
                  <a:pt x="36" y="258"/>
                  <a:pt x="36" y="258"/>
                  <a:pt x="36" y="258"/>
                </a:cubicBezTo>
                <a:cubicBezTo>
                  <a:pt x="51" y="267"/>
                  <a:pt x="51" y="267"/>
                  <a:pt x="51" y="267"/>
                </a:cubicBezTo>
                <a:cubicBezTo>
                  <a:pt x="56" y="301"/>
                  <a:pt x="56" y="301"/>
                  <a:pt x="56" y="301"/>
                </a:cubicBezTo>
                <a:cubicBezTo>
                  <a:pt x="67" y="331"/>
                  <a:pt x="67" y="331"/>
                  <a:pt x="67" y="331"/>
                </a:cubicBezTo>
                <a:cubicBezTo>
                  <a:pt x="69" y="361"/>
                  <a:pt x="69" y="361"/>
                  <a:pt x="69" y="361"/>
                </a:cubicBezTo>
                <a:cubicBezTo>
                  <a:pt x="68" y="373"/>
                  <a:pt x="68" y="373"/>
                  <a:pt x="68" y="373"/>
                </a:cubicBezTo>
                <a:cubicBezTo>
                  <a:pt x="51" y="382"/>
                  <a:pt x="51" y="382"/>
                  <a:pt x="51" y="382"/>
                </a:cubicBezTo>
                <a:cubicBezTo>
                  <a:pt x="62" y="420"/>
                  <a:pt x="62" y="420"/>
                  <a:pt x="62" y="420"/>
                </a:cubicBezTo>
                <a:cubicBezTo>
                  <a:pt x="80" y="422"/>
                  <a:pt x="80" y="422"/>
                  <a:pt x="80" y="422"/>
                </a:cubicBezTo>
                <a:cubicBezTo>
                  <a:pt x="91" y="410"/>
                  <a:pt x="91" y="410"/>
                  <a:pt x="91" y="410"/>
                </a:cubicBezTo>
                <a:cubicBezTo>
                  <a:pt x="95" y="404"/>
                  <a:pt x="95" y="404"/>
                  <a:pt x="95" y="404"/>
                </a:cubicBezTo>
                <a:cubicBezTo>
                  <a:pt x="129" y="412"/>
                  <a:pt x="129" y="412"/>
                  <a:pt x="129" y="412"/>
                </a:cubicBezTo>
                <a:cubicBezTo>
                  <a:pt x="137" y="405"/>
                  <a:pt x="137" y="405"/>
                  <a:pt x="137" y="405"/>
                </a:cubicBezTo>
                <a:cubicBezTo>
                  <a:pt x="167" y="410"/>
                  <a:pt x="167" y="410"/>
                  <a:pt x="167" y="410"/>
                </a:cubicBezTo>
                <a:cubicBezTo>
                  <a:pt x="199" y="390"/>
                  <a:pt x="199" y="390"/>
                  <a:pt x="199" y="390"/>
                </a:cubicBezTo>
                <a:cubicBezTo>
                  <a:pt x="252" y="401"/>
                  <a:pt x="252" y="401"/>
                  <a:pt x="252" y="401"/>
                </a:cubicBezTo>
                <a:cubicBezTo>
                  <a:pt x="273" y="383"/>
                  <a:pt x="273" y="383"/>
                  <a:pt x="273" y="383"/>
                </a:cubicBezTo>
                <a:cubicBezTo>
                  <a:pt x="284" y="388"/>
                  <a:pt x="284" y="388"/>
                  <a:pt x="284" y="388"/>
                </a:cubicBezTo>
                <a:cubicBezTo>
                  <a:pt x="285" y="401"/>
                  <a:pt x="285" y="401"/>
                  <a:pt x="285" y="401"/>
                </a:cubicBezTo>
                <a:cubicBezTo>
                  <a:pt x="301" y="405"/>
                  <a:pt x="301" y="405"/>
                  <a:pt x="301" y="405"/>
                </a:cubicBezTo>
                <a:cubicBezTo>
                  <a:pt x="310" y="407"/>
                  <a:pt x="310" y="407"/>
                  <a:pt x="310" y="407"/>
                </a:cubicBezTo>
                <a:cubicBezTo>
                  <a:pt x="315" y="423"/>
                  <a:pt x="315" y="423"/>
                  <a:pt x="315" y="423"/>
                </a:cubicBezTo>
                <a:cubicBezTo>
                  <a:pt x="310" y="441"/>
                  <a:pt x="310" y="441"/>
                  <a:pt x="310" y="441"/>
                </a:cubicBezTo>
                <a:cubicBezTo>
                  <a:pt x="318" y="451"/>
                  <a:pt x="318" y="451"/>
                  <a:pt x="318" y="451"/>
                </a:cubicBezTo>
                <a:cubicBezTo>
                  <a:pt x="337" y="450"/>
                  <a:pt x="337" y="450"/>
                  <a:pt x="337" y="450"/>
                </a:cubicBezTo>
                <a:cubicBezTo>
                  <a:pt x="367" y="430"/>
                  <a:pt x="367" y="430"/>
                  <a:pt x="367" y="430"/>
                </a:cubicBezTo>
                <a:cubicBezTo>
                  <a:pt x="427" y="421"/>
                  <a:pt x="427" y="421"/>
                  <a:pt x="427" y="421"/>
                </a:cubicBezTo>
                <a:cubicBezTo>
                  <a:pt x="422" y="448"/>
                  <a:pt x="422" y="448"/>
                  <a:pt x="422" y="448"/>
                </a:cubicBezTo>
                <a:cubicBezTo>
                  <a:pt x="424" y="467"/>
                  <a:pt x="424" y="467"/>
                  <a:pt x="424" y="467"/>
                </a:cubicBezTo>
                <a:cubicBezTo>
                  <a:pt x="435" y="477"/>
                  <a:pt x="435" y="477"/>
                  <a:pt x="435" y="477"/>
                </a:cubicBezTo>
                <a:cubicBezTo>
                  <a:pt x="446" y="482"/>
                  <a:pt x="446" y="482"/>
                  <a:pt x="446" y="482"/>
                </a:cubicBezTo>
                <a:cubicBezTo>
                  <a:pt x="446" y="482"/>
                  <a:pt x="444" y="490"/>
                  <a:pt x="446" y="490"/>
                </a:cubicBezTo>
                <a:cubicBezTo>
                  <a:pt x="448" y="491"/>
                  <a:pt x="465" y="486"/>
                  <a:pt x="465" y="486"/>
                </a:cubicBezTo>
                <a:cubicBezTo>
                  <a:pt x="473" y="494"/>
                  <a:pt x="473" y="494"/>
                  <a:pt x="473" y="494"/>
                </a:cubicBezTo>
                <a:cubicBezTo>
                  <a:pt x="473" y="479"/>
                  <a:pt x="473" y="479"/>
                  <a:pt x="473" y="479"/>
                </a:cubicBezTo>
                <a:cubicBezTo>
                  <a:pt x="494" y="443"/>
                  <a:pt x="494" y="443"/>
                  <a:pt x="494" y="443"/>
                </a:cubicBezTo>
                <a:cubicBezTo>
                  <a:pt x="500" y="407"/>
                  <a:pt x="500" y="407"/>
                  <a:pt x="500" y="407"/>
                </a:cubicBezTo>
                <a:cubicBezTo>
                  <a:pt x="510" y="398"/>
                  <a:pt x="510" y="398"/>
                  <a:pt x="510" y="398"/>
                </a:cubicBezTo>
                <a:cubicBezTo>
                  <a:pt x="525" y="394"/>
                  <a:pt x="525" y="394"/>
                  <a:pt x="525" y="394"/>
                </a:cubicBezTo>
                <a:cubicBezTo>
                  <a:pt x="541" y="385"/>
                  <a:pt x="541" y="385"/>
                  <a:pt x="541" y="385"/>
                </a:cubicBezTo>
                <a:cubicBezTo>
                  <a:pt x="552" y="392"/>
                  <a:pt x="552" y="392"/>
                  <a:pt x="552" y="392"/>
                </a:cubicBezTo>
                <a:cubicBezTo>
                  <a:pt x="552" y="425"/>
                  <a:pt x="552" y="425"/>
                  <a:pt x="552" y="425"/>
                </a:cubicBezTo>
                <a:cubicBezTo>
                  <a:pt x="560" y="426"/>
                  <a:pt x="560" y="426"/>
                  <a:pt x="560" y="426"/>
                </a:cubicBezTo>
                <a:cubicBezTo>
                  <a:pt x="572" y="400"/>
                  <a:pt x="572" y="400"/>
                  <a:pt x="572" y="400"/>
                </a:cubicBezTo>
                <a:cubicBezTo>
                  <a:pt x="582" y="375"/>
                  <a:pt x="582" y="375"/>
                  <a:pt x="582" y="375"/>
                </a:cubicBezTo>
                <a:cubicBezTo>
                  <a:pt x="576" y="342"/>
                  <a:pt x="576" y="342"/>
                  <a:pt x="576" y="342"/>
                </a:cubicBezTo>
                <a:cubicBezTo>
                  <a:pt x="590" y="342"/>
                  <a:pt x="590" y="342"/>
                  <a:pt x="590" y="342"/>
                </a:cubicBezTo>
                <a:cubicBezTo>
                  <a:pt x="616" y="342"/>
                  <a:pt x="616" y="342"/>
                  <a:pt x="616" y="342"/>
                </a:cubicBezTo>
                <a:cubicBezTo>
                  <a:pt x="629" y="360"/>
                  <a:pt x="629" y="360"/>
                  <a:pt x="629" y="360"/>
                </a:cubicBezTo>
                <a:cubicBezTo>
                  <a:pt x="637" y="362"/>
                  <a:pt x="637" y="362"/>
                  <a:pt x="637" y="362"/>
                </a:cubicBezTo>
                <a:cubicBezTo>
                  <a:pt x="648" y="335"/>
                  <a:pt x="648" y="335"/>
                  <a:pt x="648" y="335"/>
                </a:cubicBezTo>
                <a:cubicBezTo>
                  <a:pt x="632" y="312"/>
                  <a:pt x="632" y="312"/>
                  <a:pt x="632" y="312"/>
                </a:cubicBezTo>
                <a:cubicBezTo>
                  <a:pt x="634" y="277"/>
                  <a:pt x="634" y="277"/>
                  <a:pt x="634" y="277"/>
                </a:cubicBezTo>
                <a:cubicBezTo>
                  <a:pt x="626" y="265"/>
                  <a:pt x="626" y="265"/>
                  <a:pt x="626" y="265"/>
                </a:cubicBezTo>
                <a:cubicBezTo>
                  <a:pt x="595" y="268"/>
                  <a:pt x="595" y="268"/>
                  <a:pt x="595" y="268"/>
                </a:cubicBezTo>
                <a:cubicBezTo>
                  <a:pt x="584" y="262"/>
                  <a:pt x="584" y="262"/>
                  <a:pt x="584" y="262"/>
                </a:cubicBezTo>
                <a:cubicBezTo>
                  <a:pt x="551" y="261"/>
                  <a:pt x="551" y="261"/>
                  <a:pt x="551" y="261"/>
                </a:cubicBezTo>
                <a:cubicBezTo>
                  <a:pt x="552" y="240"/>
                  <a:pt x="552" y="240"/>
                  <a:pt x="552" y="240"/>
                </a:cubicBezTo>
                <a:cubicBezTo>
                  <a:pt x="536" y="248"/>
                  <a:pt x="536" y="248"/>
                  <a:pt x="536" y="248"/>
                </a:cubicBezTo>
                <a:cubicBezTo>
                  <a:pt x="516" y="243"/>
                  <a:pt x="516" y="243"/>
                  <a:pt x="516" y="243"/>
                </a:cubicBezTo>
                <a:cubicBezTo>
                  <a:pt x="475" y="226"/>
                  <a:pt x="475" y="226"/>
                  <a:pt x="475" y="226"/>
                </a:cubicBezTo>
                <a:cubicBezTo>
                  <a:pt x="454" y="214"/>
                  <a:pt x="454" y="214"/>
                  <a:pt x="454" y="214"/>
                </a:cubicBezTo>
                <a:cubicBezTo>
                  <a:pt x="446" y="218"/>
                  <a:pt x="446" y="218"/>
                  <a:pt x="446" y="218"/>
                </a:cubicBezTo>
                <a:cubicBezTo>
                  <a:pt x="449" y="239"/>
                  <a:pt x="449" y="239"/>
                  <a:pt x="449" y="239"/>
                </a:cubicBezTo>
                <a:cubicBezTo>
                  <a:pt x="451" y="259"/>
                  <a:pt x="451" y="259"/>
                  <a:pt x="451" y="259"/>
                </a:cubicBezTo>
                <a:cubicBezTo>
                  <a:pt x="435" y="270"/>
                  <a:pt x="435" y="270"/>
                  <a:pt x="435" y="270"/>
                </a:cubicBezTo>
                <a:cubicBezTo>
                  <a:pt x="411" y="282"/>
                  <a:pt x="411" y="282"/>
                  <a:pt x="411" y="282"/>
                </a:cubicBezTo>
                <a:cubicBezTo>
                  <a:pt x="397" y="285"/>
                  <a:pt x="397" y="285"/>
                  <a:pt x="397" y="285"/>
                </a:cubicBezTo>
                <a:cubicBezTo>
                  <a:pt x="386" y="294"/>
                  <a:pt x="386" y="294"/>
                  <a:pt x="386" y="294"/>
                </a:cubicBezTo>
                <a:cubicBezTo>
                  <a:pt x="367" y="289"/>
                  <a:pt x="367" y="289"/>
                  <a:pt x="367" y="289"/>
                </a:cubicBezTo>
                <a:cubicBezTo>
                  <a:pt x="360" y="289"/>
                  <a:pt x="360" y="289"/>
                  <a:pt x="360" y="289"/>
                </a:cubicBezTo>
                <a:cubicBezTo>
                  <a:pt x="339" y="281"/>
                  <a:pt x="339" y="281"/>
                  <a:pt x="339" y="281"/>
                </a:cubicBezTo>
                <a:cubicBezTo>
                  <a:pt x="323" y="284"/>
                  <a:pt x="323" y="284"/>
                  <a:pt x="323" y="284"/>
                </a:cubicBezTo>
                <a:cubicBezTo>
                  <a:pt x="299" y="277"/>
                  <a:pt x="299" y="277"/>
                  <a:pt x="299" y="277"/>
                </a:cubicBezTo>
                <a:cubicBezTo>
                  <a:pt x="284" y="284"/>
                  <a:pt x="284" y="284"/>
                  <a:pt x="284" y="284"/>
                </a:cubicBezTo>
                <a:cubicBezTo>
                  <a:pt x="282" y="283"/>
                  <a:pt x="282" y="283"/>
                  <a:pt x="282" y="283"/>
                </a:cubicBezTo>
                <a:cubicBezTo>
                  <a:pt x="279" y="254"/>
                  <a:pt x="279" y="254"/>
                  <a:pt x="279" y="254"/>
                </a:cubicBezTo>
                <a:cubicBezTo>
                  <a:pt x="284" y="238"/>
                  <a:pt x="284" y="238"/>
                  <a:pt x="284" y="238"/>
                </a:cubicBezTo>
                <a:cubicBezTo>
                  <a:pt x="288" y="207"/>
                  <a:pt x="288" y="207"/>
                  <a:pt x="288" y="207"/>
                </a:cubicBezTo>
                <a:cubicBezTo>
                  <a:pt x="296" y="194"/>
                  <a:pt x="296" y="194"/>
                  <a:pt x="296" y="194"/>
                </a:cubicBezTo>
                <a:cubicBezTo>
                  <a:pt x="305" y="189"/>
                  <a:pt x="305" y="189"/>
                  <a:pt x="305" y="189"/>
                </a:cubicBezTo>
                <a:cubicBezTo>
                  <a:pt x="297" y="157"/>
                  <a:pt x="297" y="157"/>
                  <a:pt x="297" y="157"/>
                </a:cubicBezTo>
                <a:cubicBezTo>
                  <a:pt x="256" y="139"/>
                  <a:pt x="256" y="139"/>
                  <a:pt x="256" y="139"/>
                </a:cubicBezTo>
                <a:cubicBezTo>
                  <a:pt x="223" y="129"/>
                  <a:pt x="223" y="129"/>
                  <a:pt x="223" y="129"/>
                </a:cubicBezTo>
                <a:cubicBezTo>
                  <a:pt x="220" y="87"/>
                  <a:pt x="220" y="87"/>
                  <a:pt x="220" y="87"/>
                </a:cubicBezTo>
                <a:cubicBezTo>
                  <a:pt x="227" y="60"/>
                  <a:pt x="227" y="60"/>
                  <a:pt x="227" y="60"/>
                </a:cubicBezTo>
                <a:cubicBezTo>
                  <a:pt x="216" y="34"/>
                  <a:pt x="216" y="34"/>
                  <a:pt x="216" y="34"/>
                </a:cubicBezTo>
                <a:cubicBezTo>
                  <a:pt x="168" y="34"/>
                  <a:pt x="168" y="34"/>
                  <a:pt x="168" y="34"/>
                </a:cubicBezTo>
                <a:cubicBezTo>
                  <a:pt x="162" y="23"/>
                  <a:pt x="162" y="23"/>
                  <a:pt x="162" y="23"/>
                </a:cubicBezTo>
                <a:cubicBezTo>
                  <a:pt x="140" y="33"/>
                  <a:pt x="140" y="33"/>
                  <a:pt x="140" y="33"/>
                </a:cubicBezTo>
                <a:cubicBezTo>
                  <a:pt x="140" y="33"/>
                  <a:pt x="110" y="33"/>
                  <a:pt x="107" y="28"/>
                </a:cubicBezTo>
                <a:cubicBezTo>
                  <a:pt x="104" y="22"/>
                  <a:pt x="101" y="11"/>
                  <a:pt x="101" y="11"/>
                </a:cubicBezTo>
                <a:cubicBezTo>
                  <a:pt x="89" y="12"/>
                  <a:pt x="89" y="12"/>
                  <a:pt x="89" y="12"/>
                </a:cubicBezTo>
                <a:cubicBezTo>
                  <a:pt x="81" y="24"/>
                  <a:pt x="81" y="24"/>
                  <a:pt x="81" y="24"/>
                </a:cubicBezTo>
                <a:cubicBezTo>
                  <a:pt x="43" y="21"/>
                  <a:pt x="43" y="21"/>
                  <a:pt x="43" y="21"/>
                </a:cubicBezTo>
                <a:cubicBezTo>
                  <a:pt x="23" y="7"/>
                  <a:pt x="23" y="7"/>
                  <a:pt x="23" y="7"/>
                </a:cubicBezTo>
                <a:lnTo>
                  <a:pt x="4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99238E-025E-1A2D-754B-8DBC9985877C}"/>
              </a:ext>
            </a:extLst>
          </p:cNvPr>
          <p:cNvSpPr/>
          <p:nvPr/>
        </p:nvSpPr>
        <p:spPr>
          <a:xfrm>
            <a:off x="5957879" y="5237858"/>
            <a:ext cx="80117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Lualaba</a:t>
            </a:r>
          </a:p>
        </p:txBody>
      </p:sp>
      <p:sp>
        <p:nvSpPr>
          <p:cNvPr id="86" name="Freeform 7">
            <a:extLst>
              <a:ext uri="{FF2B5EF4-FFF2-40B4-BE49-F238E27FC236}">
                <a16:creationId xmlns:a16="http://schemas.microsoft.com/office/drawing/2014/main" id="{E84B8F4E-9C41-FFC5-6DD0-C814C589103A}"/>
              </a:ext>
            </a:extLst>
          </p:cNvPr>
          <p:cNvSpPr>
            <a:spLocks/>
          </p:cNvSpPr>
          <p:nvPr/>
        </p:nvSpPr>
        <p:spPr bwMode="auto">
          <a:xfrm>
            <a:off x="6302375" y="4040309"/>
            <a:ext cx="362921" cy="317247"/>
          </a:xfrm>
          <a:custGeom>
            <a:avLst/>
            <a:gdLst/>
            <a:ahLst/>
            <a:cxnLst>
              <a:cxn ang="0">
                <a:pos x="106" y="0"/>
              </a:cxn>
              <a:cxn ang="0">
                <a:pos x="102" y="6"/>
              </a:cxn>
              <a:cxn ang="0">
                <a:pos x="79" y="17"/>
              </a:cxn>
              <a:cxn ang="0">
                <a:pos x="66" y="10"/>
              </a:cxn>
              <a:cxn ang="0">
                <a:pos x="45" y="19"/>
              </a:cxn>
              <a:cxn ang="0">
                <a:pos x="16" y="21"/>
              </a:cxn>
              <a:cxn ang="0">
                <a:pos x="0" y="64"/>
              </a:cxn>
              <a:cxn ang="0">
                <a:pos x="31" y="88"/>
              </a:cxn>
              <a:cxn ang="0">
                <a:pos x="19" y="100"/>
              </a:cxn>
              <a:cxn ang="0">
                <a:pos x="31" y="109"/>
              </a:cxn>
              <a:cxn ang="0">
                <a:pos x="29" y="130"/>
              </a:cxn>
              <a:cxn ang="0">
                <a:pos x="58" y="139"/>
              </a:cxn>
              <a:cxn ang="0">
                <a:pos x="65" y="147"/>
              </a:cxn>
              <a:cxn ang="0">
                <a:pos x="74" y="147"/>
              </a:cxn>
              <a:cxn ang="0">
                <a:pos x="91" y="163"/>
              </a:cxn>
              <a:cxn ang="0">
                <a:pos x="123" y="165"/>
              </a:cxn>
              <a:cxn ang="0">
                <a:pos x="132" y="126"/>
              </a:cxn>
              <a:cxn ang="0">
                <a:pos x="140" y="107"/>
              </a:cxn>
              <a:cxn ang="0">
                <a:pos x="164" y="110"/>
              </a:cxn>
              <a:cxn ang="0">
                <a:pos x="197" y="73"/>
              </a:cxn>
              <a:cxn ang="0">
                <a:pos x="191" y="51"/>
              </a:cxn>
              <a:cxn ang="0">
                <a:pos x="185" y="27"/>
              </a:cxn>
              <a:cxn ang="0">
                <a:pos x="181" y="21"/>
              </a:cxn>
              <a:cxn ang="0">
                <a:pos x="149" y="17"/>
              </a:cxn>
              <a:cxn ang="0">
                <a:pos x="128" y="21"/>
              </a:cxn>
              <a:cxn ang="0">
                <a:pos x="106" y="0"/>
              </a:cxn>
            </a:cxnLst>
            <a:rect l="0" t="0" r="r" b="b"/>
            <a:pathLst>
              <a:path w="197" h="165">
                <a:moveTo>
                  <a:pt x="106" y="0"/>
                </a:moveTo>
                <a:lnTo>
                  <a:pt x="102" y="6"/>
                </a:lnTo>
                <a:lnTo>
                  <a:pt x="79" y="17"/>
                </a:lnTo>
                <a:lnTo>
                  <a:pt x="66" y="10"/>
                </a:lnTo>
                <a:lnTo>
                  <a:pt x="45" y="19"/>
                </a:lnTo>
                <a:lnTo>
                  <a:pt x="16" y="21"/>
                </a:lnTo>
                <a:lnTo>
                  <a:pt x="0" y="64"/>
                </a:lnTo>
                <a:lnTo>
                  <a:pt x="31" y="88"/>
                </a:lnTo>
                <a:lnTo>
                  <a:pt x="19" y="100"/>
                </a:lnTo>
                <a:lnTo>
                  <a:pt x="31" y="109"/>
                </a:lnTo>
                <a:lnTo>
                  <a:pt x="29" y="130"/>
                </a:lnTo>
                <a:lnTo>
                  <a:pt x="58" y="139"/>
                </a:lnTo>
                <a:lnTo>
                  <a:pt x="65" y="147"/>
                </a:lnTo>
                <a:lnTo>
                  <a:pt x="74" y="147"/>
                </a:lnTo>
                <a:lnTo>
                  <a:pt x="91" y="163"/>
                </a:lnTo>
                <a:lnTo>
                  <a:pt x="123" y="165"/>
                </a:lnTo>
                <a:lnTo>
                  <a:pt x="132" y="126"/>
                </a:lnTo>
                <a:lnTo>
                  <a:pt x="140" y="107"/>
                </a:lnTo>
                <a:lnTo>
                  <a:pt x="164" y="110"/>
                </a:lnTo>
                <a:lnTo>
                  <a:pt x="197" y="73"/>
                </a:lnTo>
                <a:lnTo>
                  <a:pt x="191" y="51"/>
                </a:lnTo>
                <a:lnTo>
                  <a:pt x="185" y="27"/>
                </a:lnTo>
                <a:lnTo>
                  <a:pt x="181" y="21"/>
                </a:lnTo>
                <a:lnTo>
                  <a:pt x="149" y="17"/>
                </a:lnTo>
                <a:lnTo>
                  <a:pt x="128" y="21"/>
                </a:lnTo>
                <a:lnTo>
                  <a:pt x="10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C9E9815-117D-A114-006C-D1E7028A36F1}"/>
              </a:ext>
            </a:extLst>
          </p:cNvPr>
          <p:cNvSpPr/>
          <p:nvPr/>
        </p:nvSpPr>
        <p:spPr>
          <a:xfrm>
            <a:off x="4643248" y="5107586"/>
            <a:ext cx="86512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Kasai Oriental</a:t>
            </a:r>
          </a:p>
        </p:txBody>
      </p:sp>
      <p:cxnSp>
        <p:nvCxnSpPr>
          <p:cNvPr id="93" name="Straight Arrow Connector 70">
            <a:extLst>
              <a:ext uri="{FF2B5EF4-FFF2-40B4-BE49-F238E27FC236}">
                <a16:creationId xmlns:a16="http://schemas.microsoft.com/office/drawing/2014/main" id="{DA74D5C6-57F7-3F52-25C0-83607072C5C5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5075810" y="4217293"/>
            <a:ext cx="1387761" cy="89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42281C93-7D0C-43A0-5B86-F7C569450C87}"/>
              </a:ext>
            </a:extLst>
          </p:cNvPr>
          <p:cNvSpPr/>
          <p:nvPr/>
        </p:nvSpPr>
        <p:spPr>
          <a:xfrm>
            <a:off x="5797881" y="3887301"/>
            <a:ext cx="68595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Kasai Central</a:t>
            </a:r>
          </a:p>
        </p:txBody>
      </p:sp>
      <p:sp>
        <p:nvSpPr>
          <p:cNvPr id="99" name="Freeform 13">
            <a:extLst>
              <a:ext uri="{FF2B5EF4-FFF2-40B4-BE49-F238E27FC236}">
                <a16:creationId xmlns:a16="http://schemas.microsoft.com/office/drawing/2014/main" id="{71257441-CFF2-8A29-4B99-1A150FE7D0DE}"/>
              </a:ext>
            </a:extLst>
          </p:cNvPr>
          <p:cNvSpPr>
            <a:spLocks/>
          </p:cNvSpPr>
          <p:nvPr/>
        </p:nvSpPr>
        <p:spPr bwMode="auto">
          <a:xfrm>
            <a:off x="7604837" y="1208138"/>
            <a:ext cx="1129294" cy="934443"/>
          </a:xfrm>
          <a:custGeom>
            <a:avLst/>
            <a:gdLst/>
            <a:ahLst/>
            <a:cxnLst>
              <a:cxn ang="0">
                <a:pos x="368" y="1"/>
              </a:cxn>
              <a:cxn ang="0">
                <a:pos x="346" y="23"/>
              </a:cxn>
              <a:cxn ang="0">
                <a:pos x="341" y="61"/>
              </a:cxn>
              <a:cxn ang="0">
                <a:pos x="320" y="67"/>
              </a:cxn>
              <a:cxn ang="0">
                <a:pos x="319" y="100"/>
              </a:cxn>
              <a:cxn ang="0">
                <a:pos x="317" y="143"/>
              </a:cxn>
              <a:cxn ang="0">
                <a:pos x="294" y="165"/>
              </a:cxn>
              <a:cxn ang="0">
                <a:pos x="270" y="176"/>
              </a:cxn>
              <a:cxn ang="0">
                <a:pos x="249" y="176"/>
              </a:cxn>
              <a:cxn ang="0">
                <a:pos x="255" y="144"/>
              </a:cxn>
              <a:cxn ang="0">
                <a:pos x="234" y="149"/>
              </a:cxn>
              <a:cxn ang="0">
                <a:pos x="189" y="159"/>
              </a:cxn>
              <a:cxn ang="0">
                <a:pos x="152" y="160"/>
              </a:cxn>
              <a:cxn ang="0">
                <a:pos x="112" y="154"/>
              </a:cxn>
              <a:cxn ang="0">
                <a:pos x="106" y="216"/>
              </a:cxn>
              <a:cxn ang="0">
                <a:pos x="66" y="227"/>
              </a:cxn>
              <a:cxn ang="0">
                <a:pos x="48" y="223"/>
              </a:cxn>
              <a:cxn ang="0">
                <a:pos x="20" y="229"/>
              </a:cxn>
              <a:cxn ang="0">
                <a:pos x="25" y="260"/>
              </a:cxn>
              <a:cxn ang="0">
                <a:pos x="0" y="255"/>
              </a:cxn>
              <a:cxn ang="0">
                <a:pos x="33" y="290"/>
              </a:cxn>
              <a:cxn ang="0">
                <a:pos x="58" y="332"/>
              </a:cxn>
              <a:cxn ang="0">
                <a:pos x="66" y="357"/>
              </a:cxn>
              <a:cxn ang="0">
                <a:pos x="86" y="354"/>
              </a:cxn>
              <a:cxn ang="0">
                <a:pos x="114" y="350"/>
              </a:cxn>
              <a:cxn ang="0">
                <a:pos x="173" y="361"/>
              </a:cxn>
              <a:cxn ang="0">
                <a:pos x="202" y="360"/>
              </a:cxn>
              <a:cxn ang="0">
                <a:pos x="228" y="359"/>
              </a:cxn>
              <a:cxn ang="0">
                <a:pos x="245" y="356"/>
              </a:cxn>
              <a:cxn ang="0">
                <a:pos x="239" y="337"/>
              </a:cxn>
              <a:cxn ang="0">
                <a:pos x="257" y="334"/>
              </a:cxn>
              <a:cxn ang="0">
                <a:pos x="289" y="325"/>
              </a:cxn>
              <a:cxn ang="0">
                <a:pos x="291" y="345"/>
              </a:cxn>
              <a:cxn ang="0">
                <a:pos x="308" y="347"/>
              </a:cxn>
              <a:cxn ang="0">
                <a:pos x="330" y="337"/>
              </a:cxn>
              <a:cxn ang="0">
                <a:pos x="351" y="304"/>
              </a:cxn>
              <a:cxn ang="0">
                <a:pos x="370" y="300"/>
              </a:cxn>
              <a:cxn ang="0">
                <a:pos x="360" y="293"/>
              </a:cxn>
              <a:cxn ang="0">
                <a:pos x="370" y="275"/>
              </a:cxn>
              <a:cxn ang="0">
                <a:pos x="384" y="254"/>
              </a:cxn>
              <a:cxn ang="0">
                <a:pos x="427" y="212"/>
              </a:cxn>
              <a:cxn ang="0">
                <a:pos x="446" y="202"/>
              </a:cxn>
              <a:cxn ang="0">
                <a:pos x="466" y="183"/>
              </a:cxn>
              <a:cxn ang="0">
                <a:pos x="458" y="170"/>
              </a:cxn>
              <a:cxn ang="0">
                <a:pos x="429" y="154"/>
              </a:cxn>
              <a:cxn ang="0">
                <a:pos x="413" y="157"/>
              </a:cxn>
              <a:cxn ang="0">
                <a:pos x="410" y="126"/>
              </a:cxn>
              <a:cxn ang="0">
                <a:pos x="406" y="84"/>
              </a:cxn>
              <a:cxn ang="0">
                <a:pos x="421" y="45"/>
              </a:cxn>
              <a:cxn ang="0">
                <a:pos x="416" y="26"/>
              </a:cxn>
              <a:cxn ang="0">
                <a:pos x="400" y="7"/>
              </a:cxn>
              <a:cxn ang="0">
                <a:pos x="382" y="0"/>
              </a:cxn>
            </a:cxnLst>
            <a:rect l="0" t="0" r="r" b="b"/>
            <a:pathLst>
              <a:path w="466" h="369">
                <a:moveTo>
                  <a:pt x="382" y="0"/>
                </a:moveTo>
                <a:cubicBezTo>
                  <a:pt x="368" y="1"/>
                  <a:pt x="368" y="1"/>
                  <a:pt x="368" y="1"/>
                </a:cubicBezTo>
                <a:cubicBezTo>
                  <a:pt x="349" y="7"/>
                  <a:pt x="349" y="7"/>
                  <a:pt x="349" y="7"/>
                </a:cubicBezTo>
                <a:cubicBezTo>
                  <a:pt x="346" y="23"/>
                  <a:pt x="346" y="23"/>
                  <a:pt x="346" y="23"/>
                </a:cubicBezTo>
                <a:cubicBezTo>
                  <a:pt x="341" y="45"/>
                  <a:pt x="341" y="45"/>
                  <a:pt x="341" y="45"/>
                </a:cubicBezTo>
                <a:cubicBezTo>
                  <a:pt x="341" y="61"/>
                  <a:pt x="341" y="61"/>
                  <a:pt x="341" y="61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20" y="67"/>
                  <a:pt x="320" y="67"/>
                  <a:pt x="320" y="67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319" y="100"/>
                  <a:pt x="319" y="100"/>
                  <a:pt x="319" y="100"/>
                </a:cubicBezTo>
                <a:cubicBezTo>
                  <a:pt x="317" y="136"/>
                  <a:pt x="317" y="136"/>
                  <a:pt x="317" y="136"/>
                </a:cubicBezTo>
                <a:cubicBezTo>
                  <a:pt x="317" y="143"/>
                  <a:pt x="317" y="143"/>
                  <a:pt x="317" y="143"/>
                </a:cubicBezTo>
                <a:cubicBezTo>
                  <a:pt x="318" y="155"/>
                  <a:pt x="318" y="155"/>
                  <a:pt x="318" y="155"/>
                </a:cubicBezTo>
                <a:cubicBezTo>
                  <a:pt x="294" y="165"/>
                  <a:pt x="294" y="165"/>
                  <a:pt x="294" y="165"/>
                </a:cubicBezTo>
                <a:cubicBezTo>
                  <a:pt x="284" y="184"/>
                  <a:pt x="284" y="184"/>
                  <a:pt x="284" y="184"/>
                </a:cubicBezTo>
                <a:cubicBezTo>
                  <a:pt x="270" y="176"/>
                  <a:pt x="270" y="176"/>
                  <a:pt x="270" y="176"/>
                </a:cubicBezTo>
                <a:cubicBezTo>
                  <a:pt x="262" y="178"/>
                  <a:pt x="262" y="178"/>
                  <a:pt x="262" y="178"/>
                </a:cubicBezTo>
                <a:cubicBezTo>
                  <a:pt x="249" y="176"/>
                  <a:pt x="249" y="176"/>
                  <a:pt x="249" y="176"/>
                </a:cubicBezTo>
                <a:cubicBezTo>
                  <a:pt x="244" y="164"/>
                  <a:pt x="244" y="164"/>
                  <a:pt x="244" y="164"/>
                </a:cubicBezTo>
                <a:cubicBezTo>
                  <a:pt x="255" y="144"/>
                  <a:pt x="255" y="144"/>
                  <a:pt x="255" y="144"/>
                </a:cubicBezTo>
                <a:cubicBezTo>
                  <a:pt x="249" y="134"/>
                  <a:pt x="249" y="134"/>
                  <a:pt x="249" y="134"/>
                </a:cubicBezTo>
                <a:cubicBezTo>
                  <a:pt x="234" y="149"/>
                  <a:pt x="234" y="149"/>
                  <a:pt x="234" y="149"/>
                </a:cubicBezTo>
                <a:cubicBezTo>
                  <a:pt x="218" y="143"/>
                  <a:pt x="218" y="143"/>
                  <a:pt x="218" y="143"/>
                </a:cubicBezTo>
                <a:cubicBezTo>
                  <a:pt x="189" y="159"/>
                  <a:pt x="189" y="159"/>
                  <a:pt x="189" y="159"/>
                </a:cubicBezTo>
                <a:cubicBezTo>
                  <a:pt x="157" y="155"/>
                  <a:pt x="157" y="155"/>
                  <a:pt x="157" y="155"/>
                </a:cubicBezTo>
                <a:cubicBezTo>
                  <a:pt x="152" y="160"/>
                  <a:pt x="152" y="160"/>
                  <a:pt x="152" y="160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12" y="154"/>
                  <a:pt x="112" y="154"/>
                  <a:pt x="112" y="154"/>
                </a:cubicBezTo>
                <a:cubicBezTo>
                  <a:pt x="103" y="190"/>
                  <a:pt x="103" y="190"/>
                  <a:pt x="103" y="190"/>
                </a:cubicBezTo>
                <a:cubicBezTo>
                  <a:pt x="106" y="216"/>
                  <a:pt x="106" y="216"/>
                  <a:pt x="106" y="216"/>
                </a:cubicBezTo>
                <a:cubicBezTo>
                  <a:pt x="96" y="226"/>
                  <a:pt x="96" y="226"/>
                  <a:pt x="96" y="226"/>
                </a:cubicBezTo>
                <a:cubicBezTo>
                  <a:pt x="66" y="227"/>
                  <a:pt x="66" y="227"/>
                  <a:pt x="66" y="227"/>
                </a:cubicBezTo>
                <a:cubicBezTo>
                  <a:pt x="59" y="234"/>
                  <a:pt x="59" y="234"/>
                  <a:pt x="59" y="234"/>
                </a:cubicBezTo>
                <a:cubicBezTo>
                  <a:pt x="48" y="223"/>
                  <a:pt x="48" y="223"/>
                  <a:pt x="48" y="223"/>
                </a:cubicBezTo>
                <a:cubicBezTo>
                  <a:pt x="25" y="225"/>
                  <a:pt x="25" y="225"/>
                  <a:pt x="25" y="225"/>
                </a:cubicBezTo>
                <a:cubicBezTo>
                  <a:pt x="20" y="229"/>
                  <a:pt x="20" y="229"/>
                  <a:pt x="20" y="229"/>
                </a:cubicBezTo>
                <a:cubicBezTo>
                  <a:pt x="33" y="255"/>
                  <a:pt x="33" y="255"/>
                  <a:pt x="33" y="255"/>
                </a:cubicBezTo>
                <a:cubicBezTo>
                  <a:pt x="25" y="260"/>
                  <a:pt x="25" y="260"/>
                  <a:pt x="25" y="260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0" y="255"/>
                  <a:pt x="0" y="255"/>
                </a:cubicBezTo>
                <a:cubicBezTo>
                  <a:pt x="6" y="275"/>
                  <a:pt x="6" y="275"/>
                  <a:pt x="6" y="275"/>
                </a:cubicBezTo>
                <a:cubicBezTo>
                  <a:pt x="33" y="290"/>
                  <a:pt x="33" y="290"/>
                  <a:pt x="33" y="290"/>
                </a:cubicBezTo>
                <a:cubicBezTo>
                  <a:pt x="35" y="312"/>
                  <a:pt x="35" y="312"/>
                  <a:pt x="35" y="312"/>
                </a:cubicBezTo>
                <a:cubicBezTo>
                  <a:pt x="58" y="332"/>
                  <a:pt x="58" y="332"/>
                  <a:pt x="58" y="332"/>
                </a:cubicBezTo>
                <a:cubicBezTo>
                  <a:pt x="66" y="356"/>
                  <a:pt x="66" y="356"/>
                  <a:pt x="66" y="356"/>
                </a:cubicBezTo>
                <a:cubicBezTo>
                  <a:pt x="66" y="357"/>
                  <a:pt x="66" y="357"/>
                  <a:pt x="66" y="357"/>
                </a:cubicBezTo>
                <a:cubicBezTo>
                  <a:pt x="69" y="355"/>
                  <a:pt x="69" y="355"/>
                  <a:pt x="69" y="355"/>
                </a:cubicBezTo>
                <a:cubicBezTo>
                  <a:pt x="86" y="354"/>
                  <a:pt x="86" y="354"/>
                  <a:pt x="86" y="354"/>
                </a:cubicBezTo>
                <a:cubicBezTo>
                  <a:pt x="101" y="349"/>
                  <a:pt x="101" y="349"/>
                  <a:pt x="101" y="349"/>
                </a:cubicBezTo>
                <a:cubicBezTo>
                  <a:pt x="114" y="350"/>
                  <a:pt x="114" y="350"/>
                  <a:pt x="114" y="350"/>
                </a:cubicBezTo>
                <a:cubicBezTo>
                  <a:pt x="136" y="369"/>
                  <a:pt x="136" y="369"/>
                  <a:pt x="136" y="369"/>
                </a:cubicBezTo>
                <a:cubicBezTo>
                  <a:pt x="173" y="361"/>
                  <a:pt x="173" y="361"/>
                  <a:pt x="173" y="361"/>
                </a:cubicBezTo>
                <a:cubicBezTo>
                  <a:pt x="191" y="366"/>
                  <a:pt x="191" y="366"/>
                  <a:pt x="191" y="366"/>
                </a:cubicBezTo>
                <a:cubicBezTo>
                  <a:pt x="202" y="360"/>
                  <a:pt x="202" y="360"/>
                  <a:pt x="202" y="360"/>
                </a:cubicBezTo>
                <a:cubicBezTo>
                  <a:pt x="222" y="362"/>
                  <a:pt x="222" y="362"/>
                  <a:pt x="222" y="362"/>
                </a:cubicBezTo>
                <a:cubicBezTo>
                  <a:pt x="228" y="359"/>
                  <a:pt x="228" y="359"/>
                  <a:pt x="228" y="359"/>
                </a:cubicBezTo>
                <a:cubicBezTo>
                  <a:pt x="240" y="361"/>
                  <a:pt x="240" y="361"/>
                  <a:pt x="240" y="361"/>
                </a:cubicBezTo>
                <a:cubicBezTo>
                  <a:pt x="245" y="356"/>
                  <a:pt x="245" y="356"/>
                  <a:pt x="245" y="356"/>
                </a:cubicBezTo>
                <a:cubicBezTo>
                  <a:pt x="233" y="348"/>
                  <a:pt x="233" y="348"/>
                  <a:pt x="233" y="348"/>
                </a:cubicBezTo>
                <a:cubicBezTo>
                  <a:pt x="239" y="337"/>
                  <a:pt x="239" y="337"/>
                  <a:pt x="239" y="337"/>
                </a:cubicBezTo>
                <a:cubicBezTo>
                  <a:pt x="261" y="342"/>
                  <a:pt x="261" y="342"/>
                  <a:pt x="261" y="342"/>
                </a:cubicBezTo>
                <a:cubicBezTo>
                  <a:pt x="257" y="334"/>
                  <a:pt x="257" y="334"/>
                  <a:pt x="257" y="334"/>
                </a:cubicBezTo>
                <a:cubicBezTo>
                  <a:pt x="278" y="333"/>
                  <a:pt x="278" y="333"/>
                  <a:pt x="278" y="333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97" y="329"/>
                  <a:pt x="297" y="329"/>
                  <a:pt x="297" y="329"/>
                </a:cubicBezTo>
                <a:cubicBezTo>
                  <a:pt x="291" y="345"/>
                  <a:pt x="291" y="345"/>
                  <a:pt x="291" y="345"/>
                </a:cubicBezTo>
                <a:cubicBezTo>
                  <a:pt x="306" y="345"/>
                  <a:pt x="306" y="345"/>
                  <a:pt x="306" y="345"/>
                </a:cubicBezTo>
                <a:cubicBezTo>
                  <a:pt x="308" y="347"/>
                  <a:pt x="308" y="347"/>
                  <a:pt x="308" y="347"/>
                </a:cubicBezTo>
                <a:cubicBezTo>
                  <a:pt x="308" y="347"/>
                  <a:pt x="308" y="347"/>
                  <a:pt x="308" y="347"/>
                </a:cubicBezTo>
                <a:cubicBezTo>
                  <a:pt x="330" y="337"/>
                  <a:pt x="330" y="337"/>
                  <a:pt x="330" y="337"/>
                </a:cubicBezTo>
                <a:cubicBezTo>
                  <a:pt x="341" y="315"/>
                  <a:pt x="341" y="315"/>
                  <a:pt x="341" y="315"/>
                </a:cubicBezTo>
                <a:cubicBezTo>
                  <a:pt x="351" y="304"/>
                  <a:pt x="351" y="304"/>
                  <a:pt x="351" y="304"/>
                </a:cubicBezTo>
                <a:cubicBezTo>
                  <a:pt x="369" y="300"/>
                  <a:pt x="369" y="300"/>
                  <a:pt x="369" y="300"/>
                </a:cubicBezTo>
                <a:cubicBezTo>
                  <a:pt x="370" y="300"/>
                  <a:pt x="370" y="300"/>
                  <a:pt x="370" y="300"/>
                </a:cubicBezTo>
                <a:cubicBezTo>
                  <a:pt x="364" y="294"/>
                  <a:pt x="364" y="294"/>
                  <a:pt x="364" y="294"/>
                </a:cubicBezTo>
                <a:cubicBezTo>
                  <a:pt x="360" y="293"/>
                  <a:pt x="360" y="293"/>
                  <a:pt x="360" y="293"/>
                </a:cubicBezTo>
                <a:cubicBezTo>
                  <a:pt x="361" y="286"/>
                  <a:pt x="361" y="286"/>
                  <a:pt x="361" y="286"/>
                </a:cubicBezTo>
                <a:cubicBezTo>
                  <a:pt x="370" y="275"/>
                  <a:pt x="370" y="275"/>
                  <a:pt x="370" y="275"/>
                </a:cubicBezTo>
                <a:cubicBezTo>
                  <a:pt x="373" y="264"/>
                  <a:pt x="373" y="264"/>
                  <a:pt x="373" y="264"/>
                </a:cubicBezTo>
                <a:cubicBezTo>
                  <a:pt x="384" y="254"/>
                  <a:pt x="384" y="254"/>
                  <a:pt x="384" y="254"/>
                </a:cubicBezTo>
                <a:cubicBezTo>
                  <a:pt x="411" y="229"/>
                  <a:pt x="411" y="229"/>
                  <a:pt x="411" y="229"/>
                </a:cubicBezTo>
                <a:cubicBezTo>
                  <a:pt x="427" y="212"/>
                  <a:pt x="427" y="212"/>
                  <a:pt x="427" y="212"/>
                </a:cubicBezTo>
                <a:cubicBezTo>
                  <a:pt x="432" y="212"/>
                  <a:pt x="432" y="212"/>
                  <a:pt x="432" y="212"/>
                </a:cubicBezTo>
                <a:cubicBezTo>
                  <a:pt x="446" y="202"/>
                  <a:pt x="446" y="202"/>
                  <a:pt x="446" y="202"/>
                </a:cubicBezTo>
                <a:cubicBezTo>
                  <a:pt x="460" y="190"/>
                  <a:pt x="460" y="190"/>
                  <a:pt x="460" y="190"/>
                </a:cubicBezTo>
                <a:cubicBezTo>
                  <a:pt x="466" y="183"/>
                  <a:pt x="466" y="183"/>
                  <a:pt x="466" y="183"/>
                </a:cubicBezTo>
                <a:cubicBezTo>
                  <a:pt x="466" y="183"/>
                  <a:pt x="466" y="183"/>
                  <a:pt x="466" y="183"/>
                </a:cubicBezTo>
                <a:cubicBezTo>
                  <a:pt x="458" y="170"/>
                  <a:pt x="458" y="170"/>
                  <a:pt x="458" y="170"/>
                </a:cubicBezTo>
                <a:cubicBezTo>
                  <a:pt x="446" y="170"/>
                  <a:pt x="446" y="170"/>
                  <a:pt x="446" y="170"/>
                </a:cubicBezTo>
                <a:cubicBezTo>
                  <a:pt x="429" y="154"/>
                  <a:pt x="429" y="154"/>
                  <a:pt x="429" y="154"/>
                </a:cubicBezTo>
                <a:cubicBezTo>
                  <a:pt x="423" y="166"/>
                  <a:pt x="423" y="166"/>
                  <a:pt x="423" y="166"/>
                </a:cubicBezTo>
                <a:cubicBezTo>
                  <a:pt x="413" y="157"/>
                  <a:pt x="413" y="157"/>
                  <a:pt x="413" y="157"/>
                </a:cubicBezTo>
                <a:cubicBezTo>
                  <a:pt x="402" y="147"/>
                  <a:pt x="402" y="147"/>
                  <a:pt x="402" y="147"/>
                </a:cubicBezTo>
                <a:cubicBezTo>
                  <a:pt x="410" y="126"/>
                  <a:pt x="410" y="126"/>
                  <a:pt x="410" y="126"/>
                </a:cubicBezTo>
                <a:cubicBezTo>
                  <a:pt x="419" y="103"/>
                  <a:pt x="419" y="103"/>
                  <a:pt x="419" y="103"/>
                </a:cubicBezTo>
                <a:cubicBezTo>
                  <a:pt x="406" y="84"/>
                  <a:pt x="406" y="84"/>
                  <a:pt x="406" y="84"/>
                </a:cubicBezTo>
                <a:cubicBezTo>
                  <a:pt x="407" y="62"/>
                  <a:pt x="407" y="62"/>
                  <a:pt x="407" y="62"/>
                </a:cubicBezTo>
                <a:cubicBezTo>
                  <a:pt x="421" y="45"/>
                  <a:pt x="421" y="45"/>
                  <a:pt x="421" y="45"/>
                </a:cubicBezTo>
                <a:cubicBezTo>
                  <a:pt x="424" y="31"/>
                  <a:pt x="424" y="31"/>
                  <a:pt x="424" y="31"/>
                </a:cubicBezTo>
                <a:cubicBezTo>
                  <a:pt x="416" y="26"/>
                  <a:pt x="416" y="26"/>
                  <a:pt x="416" y="26"/>
                </a:cubicBezTo>
                <a:cubicBezTo>
                  <a:pt x="408" y="7"/>
                  <a:pt x="408" y="7"/>
                  <a:pt x="408" y="7"/>
                </a:cubicBezTo>
                <a:cubicBezTo>
                  <a:pt x="400" y="7"/>
                  <a:pt x="400" y="7"/>
                  <a:pt x="400" y="7"/>
                </a:cubicBezTo>
                <a:cubicBezTo>
                  <a:pt x="384" y="12"/>
                  <a:pt x="384" y="12"/>
                  <a:pt x="384" y="12"/>
                </a:cubicBezTo>
                <a:lnTo>
                  <a:pt x="382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641749F-0349-79E0-7241-4939C0A76EC6}"/>
              </a:ext>
            </a:extLst>
          </p:cNvPr>
          <p:cNvSpPr/>
          <p:nvPr/>
        </p:nvSpPr>
        <p:spPr>
          <a:xfrm>
            <a:off x="7988024" y="1711639"/>
            <a:ext cx="478016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Ituri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Freeform 12">
            <a:extLst>
              <a:ext uri="{FF2B5EF4-FFF2-40B4-BE49-F238E27FC236}">
                <a16:creationId xmlns:a16="http://schemas.microsoft.com/office/drawing/2014/main" id="{84E6BA30-B452-0DEB-9521-A2F2CBFC48F6}"/>
              </a:ext>
            </a:extLst>
          </p:cNvPr>
          <p:cNvSpPr>
            <a:spLocks/>
          </p:cNvSpPr>
          <p:nvPr/>
        </p:nvSpPr>
        <p:spPr bwMode="auto">
          <a:xfrm>
            <a:off x="7588259" y="2031063"/>
            <a:ext cx="768215" cy="917139"/>
          </a:xfrm>
          <a:custGeom>
            <a:avLst/>
            <a:gdLst/>
            <a:ahLst/>
            <a:cxnLst>
              <a:cxn ang="0">
                <a:pos x="285" y="8"/>
              </a:cxn>
              <a:cxn ang="0">
                <a:pos x="268" y="17"/>
              </a:cxn>
              <a:cxn ang="0">
                <a:pos x="240" y="23"/>
              </a:cxn>
              <a:cxn ang="0">
                <a:pos x="247" y="36"/>
              </a:cxn>
              <a:cxn ang="0">
                <a:pos x="229" y="37"/>
              </a:cxn>
              <a:cxn ang="0">
                <a:pos x="198" y="41"/>
              </a:cxn>
              <a:cxn ang="0">
                <a:pos x="143" y="44"/>
              </a:cxn>
              <a:cxn ang="0">
                <a:pos x="108" y="24"/>
              </a:cxn>
              <a:cxn ang="0">
                <a:pos x="76" y="30"/>
              </a:cxn>
              <a:cxn ang="0">
                <a:pos x="46" y="44"/>
              </a:cxn>
              <a:cxn ang="0">
                <a:pos x="74" y="53"/>
              </a:cxn>
              <a:cxn ang="0">
                <a:pos x="93" y="101"/>
              </a:cxn>
              <a:cxn ang="0">
                <a:pos x="71" y="153"/>
              </a:cxn>
              <a:cxn ang="0">
                <a:pos x="59" y="172"/>
              </a:cxn>
              <a:cxn ang="0">
                <a:pos x="75" y="192"/>
              </a:cxn>
              <a:cxn ang="0">
                <a:pos x="62" y="245"/>
              </a:cxn>
              <a:cxn ang="0">
                <a:pos x="3" y="236"/>
              </a:cxn>
              <a:cxn ang="0">
                <a:pos x="4" y="285"/>
              </a:cxn>
              <a:cxn ang="0">
                <a:pos x="43" y="327"/>
              </a:cxn>
              <a:cxn ang="0">
                <a:pos x="63" y="360"/>
              </a:cxn>
              <a:cxn ang="0">
                <a:pos x="126" y="358"/>
              </a:cxn>
              <a:cxn ang="0">
                <a:pos x="146" y="347"/>
              </a:cxn>
              <a:cxn ang="0">
                <a:pos x="169" y="329"/>
              </a:cxn>
              <a:cxn ang="0">
                <a:pos x="207" y="314"/>
              </a:cxn>
              <a:cxn ang="0">
                <a:pos x="241" y="301"/>
              </a:cxn>
              <a:cxn ang="0">
                <a:pos x="273" y="284"/>
              </a:cxn>
              <a:cxn ang="0">
                <a:pos x="269" y="239"/>
              </a:cxn>
              <a:cxn ang="0">
                <a:pos x="276" y="205"/>
              </a:cxn>
              <a:cxn ang="0">
                <a:pos x="279" y="174"/>
              </a:cxn>
              <a:cxn ang="0">
                <a:pos x="286" y="118"/>
              </a:cxn>
              <a:cxn ang="0">
                <a:pos x="297" y="97"/>
              </a:cxn>
              <a:cxn ang="0">
                <a:pos x="317" y="59"/>
              </a:cxn>
              <a:cxn ang="0">
                <a:pos x="315" y="22"/>
              </a:cxn>
              <a:cxn ang="0">
                <a:pos x="298" y="20"/>
              </a:cxn>
              <a:cxn ang="0">
                <a:pos x="296" y="0"/>
              </a:cxn>
            </a:cxnLst>
            <a:rect l="0" t="0" r="r" b="b"/>
            <a:pathLst>
              <a:path w="317" h="363">
                <a:moveTo>
                  <a:pt x="296" y="0"/>
                </a:moveTo>
                <a:cubicBezTo>
                  <a:pt x="285" y="8"/>
                  <a:pt x="285" y="8"/>
                  <a:pt x="285" y="8"/>
                </a:cubicBezTo>
                <a:cubicBezTo>
                  <a:pt x="264" y="9"/>
                  <a:pt x="264" y="9"/>
                  <a:pt x="264" y="9"/>
                </a:cubicBezTo>
                <a:cubicBezTo>
                  <a:pt x="268" y="17"/>
                  <a:pt x="268" y="17"/>
                  <a:pt x="268" y="17"/>
                </a:cubicBezTo>
                <a:cubicBezTo>
                  <a:pt x="246" y="12"/>
                  <a:pt x="246" y="12"/>
                  <a:pt x="246" y="12"/>
                </a:cubicBezTo>
                <a:cubicBezTo>
                  <a:pt x="240" y="23"/>
                  <a:pt x="240" y="23"/>
                  <a:pt x="240" y="23"/>
                </a:cubicBezTo>
                <a:cubicBezTo>
                  <a:pt x="252" y="31"/>
                  <a:pt x="252" y="31"/>
                  <a:pt x="252" y="31"/>
                </a:cubicBezTo>
                <a:cubicBezTo>
                  <a:pt x="247" y="36"/>
                  <a:pt x="247" y="36"/>
                  <a:pt x="247" y="36"/>
                </a:cubicBezTo>
                <a:cubicBezTo>
                  <a:pt x="235" y="34"/>
                  <a:pt x="235" y="34"/>
                  <a:pt x="235" y="34"/>
                </a:cubicBezTo>
                <a:cubicBezTo>
                  <a:pt x="229" y="37"/>
                  <a:pt x="229" y="37"/>
                  <a:pt x="229" y="37"/>
                </a:cubicBezTo>
                <a:cubicBezTo>
                  <a:pt x="209" y="35"/>
                  <a:pt x="209" y="35"/>
                  <a:pt x="209" y="35"/>
                </a:cubicBezTo>
                <a:cubicBezTo>
                  <a:pt x="198" y="41"/>
                  <a:pt x="198" y="41"/>
                  <a:pt x="198" y="41"/>
                </a:cubicBezTo>
                <a:cubicBezTo>
                  <a:pt x="180" y="36"/>
                  <a:pt x="180" y="36"/>
                  <a:pt x="180" y="36"/>
                </a:cubicBezTo>
                <a:cubicBezTo>
                  <a:pt x="143" y="44"/>
                  <a:pt x="143" y="44"/>
                  <a:pt x="143" y="44"/>
                </a:cubicBezTo>
                <a:cubicBezTo>
                  <a:pt x="121" y="25"/>
                  <a:pt x="121" y="25"/>
                  <a:pt x="121" y="25"/>
                </a:cubicBezTo>
                <a:cubicBezTo>
                  <a:pt x="108" y="24"/>
                  <a:pt x="108" y="24"/>
                  <a:pt x="108" y="24"/>
                </a:cubicBezTo>
                <a:cubicBezTo>
                  <a:pt x="93" y="29"/>
                  <a:pt x="93" y="29"/>
                  <a:pt x="93" y="29"/>
                </a:cubicBezTo>
                <a:cubicBezTo>
                  <a:pt x="76" y="30"/>
                  <a:pt x="76" y="30"/>
                  <a:pt x="76" y="30"/>
                </a:cubicBezTo>
                <a:cubicBezTo>
                  <a:pt x="65" y="39"/>
                  <a:pt x="65" y="39"/>
                  <a:pt x="65" y="39"/>
                </a:cubicBezTo>
                <a:cubicBezTo>
                  <a:pt x="46" y="44"/>
                  <a:pt x="46" y="44"/>
                  <a:pt x="46" y="44"/>
                </a:cubicBezTo>
                <a:cubicBezTo>
                  <a:pt x="51" y="56"/>
                  <a:pt x="51" y="56"/>
                  <a:pt x="51" y="56"/>
                </a:cubicBezTo>
                <a:cubicBezTo>
                  <a:pt x="74" y="53"/>
                  <a:pt x="74" y="53"/>
                  <a:pt x="74" y="53"/>
                </a:cubicBezTo>
                <a:cubicBezTo>
                  <a:pt x="82" y="75"/>
                  <a:pt x="82" y="75"/>
                  <a:pt x="82" y="75"/>
                </a:cubicBezTo>
                <a:cubicBezTo>
                  <a:pt x="93" y="101"/>
                  <a:pt x="93" y="101"/>
                  <a:pt x="93" y="101"/>
                </a:cubicBezTo>
                <a:cubicBezTo>
                  <a:pt x="91" y="141"/>
                  <a:pt x="91" y="141"/>
                  <a:pt x="91" y="141"/>
                </a:cubicBezTo>
                <a:cubicBezTo>
                  <a:pt x="71" y="153"/>
                  <a:pt x="71" y="153"/>
                  <a:pt x="71" y="153"/>
                </a:cubicBezTo>
                <a:cubicBezTo>
                  <a:pt x="70" y="168"/>
                  <a:pt x="70" y="168"/>
                  <a:pt x="70" y="168"/>
                </a:cubicBezTo>
                <a:cubicBezTo>
                  <a:pt x="59" y="172"/>
                  <a:pt x="59" y="172"/>
                  <a:pt x="59" y="172"/>
                </a:cubicBezTo>
                <a:cubicBezTo>
                  <a:pt x="49" y="184"/>
                  <a:pt x="49" y="184"/>
                  <a:pt x="49" y="184"/>
                </a:cubicBezTo>
                <a:cubicBezTo>
                  <a:pt x="75" y="192"/>
                  <a:pt x="75" y="192"/>
                  <a:pt x="75" y="192"/>
                </a:cubicBezTo>
                <a:cubicBezTo>
                  <a:pt x="73" y="224"/>
                  <a:pt x="73" y="224"/>
                  <a:pt x="73" y="224"/>
                </a:cubicBezTo>
                <a:cubicBezTo>
                  <a:pt x="62" y="245"/>
                  <a:pt x="62" y="245"/>
                  <a:pt x="62" y="245"/>
                </a:cubicBezTo>
                <a:cubicBezTo>
                  <a:pt x="33" y="228"/>
                  <a:pt x="33" y="228"/>
                  <a:pt x="33" y="228"/>
                </a:cubicBezTo>
                <a:cubicBezTo>
                  <a:pt x="3" y="236"/>
                  <a:pt x="3" y="236"/>
                  <a:pt x="3" y="236"/>
                </a:cubicBezTo>
                <a:cubicBezTo>
                  <a:pt x="0" y="256"/>
                  <a:pt x="0" y="256"/>
                  <a:pt x="0" y="256"/>
                </a:cubicBezTo>
                <a:cubicBezTo>
                  <a:pt x="4" y="285"/>
                  <a:pt x="4" y="285"/>
                  <a:pt x="4" y="285"/>
                </a:cubicBezTo>
                <a:cubicBezTo>
                  <a:pt x="24" y="311"/>
                  <a:pt x="24" y="311"/>
                  <a:pt x="24" y="311"/>
                </a:cubicBezTo>
                <a:cubicBezTo>
                  <a:pt x="43" y="327"/>
                  <a:pt x="43" y="327"/>
                  <a:pt x="43" y="327"/>
                </a:cubicBezTo>
                <a:cubicBezTo>
                  <a:pt x="50" y="350"/>
                  <a:pt x="50" y="350"/>
                  <a:pt x="50" y="350"/>
                </a:cubicBezTo>
                <a:cubicBezTo>
                  <a:pt x="56" y="355"/>
                  <a:pt x="63" y="360"/>
                  <a:pt x="63" y="360"/>
                </a:cubicBezTo>
                <a:cubicBezTo>
                  <a:pt x="107" y="363"/>
                  <a:pt x="107" y="363"/>
                  <a:pt x="107" y="363"/>
                </a:cubicBezTo>
                <a:cubicBezTo>
                  <a:pt x="126" y="358"/>
                  <a:pt x="126" y="358"/>
                  <a:pt x="126" y="358"/>
                </a:cubicBezTo>
                <a:cubicBezTo>
                  <a:pt x="131" y="334"/>
                  <a:pt x="131" y="334"/>
                  <a:pt x="131" y="334"/>
                </a:cubicBezTo>
                <a:cubicBezTo>
                  <a:pt x="146" y="347"/>
                  <a:pt x="146" y="347"/>
                  <a:pt x="146" y="347"/>
                </a:cubicBezTo>
                <a:cubicBezTo>
                  <a:pt x="163" y="341"/>
                  <a:pt x="163" y="341"/>
                  <a:pt x="163" y="341"/>
                </a:cubicBezTo>
                <a:cubicBezTo>
                  <a:pt x="169" y="329"/>
                  <a:pt x="169" y="329"/>
                  <a:pt x="169" y="329"/>
                </a:cubicBezTo>
                <a:cubicBezTo>
                  <a:pt x="199" y="324"/>
                  <a:pt x="199" y="324"/>
                  <a:pt x="199" y="324"/>
                </a:cubicBezTo>
                <a:cubicBezTo>
                  <a:pt x="207" y="314"/>
                  <a:pt x="207" y="314"/>
                  <a:pt x="207" y="314"/>
                </a:cubicBezTo>
                <a:cubicBezTo>
                  <a:pt x="221" y="324"/>
                  <a:pt x="221" y="324"/>
                  <a:pt x="221" y="324"/>
                </a:cubicBezTo>
                <a:cubicBezTo>
                  <a:pt x="241" y="301"/>
                  <a:pt x="241" y="301"/>
                  <a:pt x="241" y="301"/>
                </a:cubicBezTo>
                <a:cubicBezTo>
                  <a:pt x="257" y="294"/>
                  <a:pt x="257" y="294"/>
                  <a:pt x="257" y="294"/>
                </a:cubicBezTo>
                <a:cubicBezTo>
                  <a:pt x="273" y="284"/>
                  <a:pt x="273" y="284"/>
                  <a:pt x="273" y="284"/>
                </a:cubicBezTo>
                <a:cubicBezTo>
                  <a:pt x="271" y="261"/>
                  <a:pt x="271" y="261"/>
                  <a:pt x="271" y="261"/>
                </a:cubicBezTo>
                <a:cubicBezTo>
                  <a:pt x="269" y="239"/>
                  <a:pt x="269" y="239"/>
                  <a:pt x="269" y="239"/>
                </a:cubicBezTo>
                <a:cubicBezTo>
                  <a:pt x="274" y="224"/>
                  <a:pt x="274" y="224"/>
                  <a:pt x="274" y="224"/>
                </a:cubicBezTo>
                <a:cubicBezTo>
                  <a:pt x="276" y="205"/>
                  <a:pt x="276" y="205"/>
                  <a:pt x="276" y="205"/>
                </a:cubicBezTo>
                <a:cubicBezTo>
                  <a:pt x="280" y="188"/>
                  <a:pt x="280" y="188"/>
                  <a:pt x="280" y="188"/>
                </a:cubicBezTo>
                <a:cubicBezTo>
                  <a:pt x="279" y="174"/>
                  <a:pt x="279" y="174"/>
                  <a:pt x="279" y="174"/>
                </a:cubicBezTo>
                <a:cubicBezTo>
                  <a:pt x="286" y="142"/>
                  <a:pt x="286" y="142"/>
                  <a:pt x="286" y="142"/>
                </a:cubicBezTo>
                <a:cubicBezTo>
                  <a:pt x="286" y="118"/>
                  <a:pt x="286" y="118"/>
                  <a:pt x="286" y="118"/>
                </a:cubicBezTo>
                <a:cubicBezTo>
                  <a:pt x="286" y="106"/>
                  <a:pt x="286" y="106"/>
                  <a:pt x="286" y="106"/>
                </a:cubicBezTo>
                <a:cubicBezTo>
                  <a:pt x="297" y="97"/>
                  <a:pt x="297" y="97"/>
                  <a:pt x="297" y="97"/>
                </a:cubicBezTo>
                <a:cubicBezTo>
                  <a:pt x="303" y="77"/>
                  <a:pt x="303" y="77"/>
                  <a:pt x="303" y="77"/>
                </a:cubicBezTo>
                <a:cubicBezTo>
                  <a:pt x="317" y="59"/>
                  <a:pt x="317" y="59"/>
                  <a:pt x="317" y="59"/>
                </a:cubicBezTo>
                <a:cubicBezTo>
                  <a:pt x="317" y="46"/>
                  <a:pt x="317" y="46"/>
                  <a:pt x="317" y="46"/>
                </a:cubicBezTo>
                <a:cubicBezTo>
                  <a:pt x="315" y="22"/>
                  <a:pt x="315" y="22"/>
                  <a:pt x="315" y="22"/>
                </a:cubicBezTo>
                <a:cubicBezTo>
                  <a:pt x="313" y="20"/>
                  <a:pt x="313" y="20"/>
                  <a:pt x="313" y="20"/>
                </a:cubicBezTo>
                <a:cubicBezTo>
                  <a:pt x="298" y="20"/>
                  <a:pt x="298" y="20"/>
                  <a:pt x="298" y="20"/>
                </a:cubicBezTo>
                <a:cubicBezTo>
                  <a:pt x="304" y="4"/>
                  <a:pt x="304" y="4"/>
                  <a:pt x="304" y="4"/>
                </a:cubicBezTo>
                <a:lnTo>
                  <a:pt x="296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9DDB81D-B9C1-2D9E-8934-EC3920B8DC15}"/>
              </a:ext>
            </a:extLst>
          </p:cNvPr>
          <p:cNvSpPr/>
          <p:nvPr/>
        </p:nvSpPr>
        <p:spPr>
          <a:xfrm>
            <a:off x="7689966" y="2323580"/>
            <a:ext cx="58336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Nord-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Kivu</a:t>
            </a:r>
          </a:p>
        </p:txBody>
      </p:sp>
      <p:sp>
        <p:nvSpPr>
          <p:cNvPr id="110" name="Freeform 30">
            <a:extLst>
              <a:ext uri="{FF2B5EF4-FFF2-40B4-BE49-F238E27FC236}">
                <a16:creationId xmlns:a16="http://schemas.microsoft.com/office/drawing/2014/main" id="{7CCB4A93-14F1-3DCC-FB5B-95FFD6D012DF}"/>
              </a:ext>
            </a:extLst>
          </p:cNvPr>
          <p:cNvSpPr>
            <a:spLocks noEditPoints="1"/>
          </p:cNvSpPr>
          <p:nvPr/>
        </p:nvSpPr>
        <p:spPr bwMode="auto">
          <a:xfrm>
            <a:off x="7066904" y="4661349"/>
            <a:ext cx="1241669" cy="1741988"/>
          </a:xfrm>
          <a:custGeom>
            <a:avLst/>
            <a:gdLst/>
            <a:ahLst/>
            <a:cxnLst>
              <a:cxn ang="0">
                <a:pos x="464" y="29"/>
              </a:cxn>
              <a:cxn ang="0">
                <a:pos x="447" y="94"/>
              </a:cxn>
              <a:cxn ang="0">
                <a:pos x="404" y="121"/>
              </a:cxn>
              <a:cxn ang="0">
                <a:pos x="351" y="78"/>
              </a:cxn>
              <a:cxn ang="0">
                <a:pos x="233" y="158"/>
              </a:cxn>
              <a:cxn ang="0">
                <a:pos x="191" y="173"/>
              </a:cxn>
              <a:cxn ang="0">
                <a:pos x="163" y="261"/>
              </a:cxn>
              <a:cxn ang="0">
                <a:pos x="134" y="341"/>
              </a:cxn>
              <a:cxn ang="0">
                <a:pos x="233" y="346"/>
              </a:cxn>
              <a:cxn ang="0">
                <a:pos x="262" y="439"/>
              </a:cxn>
              <a:cxn ang="0">
                <a:pos x="220" y="448"/>
              </a:cxn>
              <a:cxn ang="0">
                <a:pos x="175" y="491"/>
              </a:cxn>
              <a:cxn ang="0">
                <a:pos x="136" y="557"/>
              </a:cxn>
              <a:cxn ang="0">
                <a:pos x="100" y="516"/>
              </a:cxn>
              <a:cxn ang="0">
                <a:pos x="59" y="581"/>
              </a:cxn>
              <a:cxn ang="0">
                <a:pos x="36" y="650"/>
              </a:cxn>
              <a:cxn ang="0">
                <a:pos x="74" y="669"/>
              </a:cxn>
              <a:cxn ang="0">
                <a:pos x="184" y="679"/>
              </a:cxn>
              <a:cxn ang="0">
                <a:pos x="224" y="665"/>
              </a:cxn>
              <a:cxn ang="0">
                <a:pos x="268" y="615"/>
              </a:cxn>
              <a:cxn ang="0">
                <a:pos x="307" y="686"/>
              </a:cxn>
              <a:cxn ang="0">
                <a:pos x="355" y="721"/>
              </a:cxn>
              <a:cxn ang="0">
                <a:pos x="401" y="736"/>
              </a:cxn>
              <a:cxn ang="0">
                <a:pos x="441" y="748"/>
              </a:cxn>
              <a:cxn ang="0">
                <a:pos x="479" y="818"/>
              </a:cxn>
              <a:cxn ang="0">
                <a:pos x="522" y="850"/>
              </a:cxn>
              <a:cxn ang="0">
                <a:pos x="567" y="893"/>
              </a:cxn>
              <a:cxn ang="0">
                <a:pos x="636" y="869"/>
              </a:cxn>
              <a:cxn ang="0">
                <a:pos x="657" y="906"/>
              </a:cxn>
              <a:cxn ang="0">
                <a:pos x="664" y="704"/>
              </a:cxn>
              <a:cxn ang="0">
                <a:pos x="622" y="716"/>
              </a:cxn>
              <a:cxn ang="0">
                <a:pos x="632" y="745"/>
              </a:cxn>
              <a:cxn ang="0">
                <a:pos x="593" y="744"/>
              </a:cxn>
              <a:cxn ang="0">
                <a:pos x="546" y="727"/>
              </a:cxn>
              <a:cxn ang="0">
                <a:pos x="507" y="674"/>
              </a:cxn>
              <a:cxn ang="0">
                <a:pos x="467" y="658"/>
              </a:cxn>
              <a:cxn ang="0">
                <a:pos x="455" y="623"/>
              </a:cxn>
              <a:cxn ang="0">
                <a:pos x="467" y="548"/>
              </a:cxn>
              <a:cxn ang="0">
                <a:pos x="497" y="469"/>
              </a:cxn>
              <a:cxn ang="0">
                <a:pos x="480" y="400"/>
              </a:cxn>
              <a:cxn ang="0">
                <a:pos x="496" y="333"/>
              </a:cxn>
              <a:cxn ang="0">
                <a:pos x="472" y="275"/>
              </a:cxn>
              <a:cxn ang="0">
                <a:pos x="471" y="262"/>
              </a:cxn>
              <a:cxn ang="0">
                <a:pos x="449" y="263"/>
              </a:cxn>
              <a:cxn ang="0">
                <a:pos x="482" y="171"/>
              </a:cxn>
              <a:cxn ang="0">
                <a:pos x="532" y="124"/>
              </a:cxn>
              <a:cxn ang="0">
                <a:pos x="651" y="86"/>
              </a:cxn>
              <a:cxn ang="0">
                <a:pos x="636" y="37"/>
              </a:cxn>
              <a:cxn ang="0">
                <a:pos x="557" y="32"/>
              </a:cxn>
              <a:cxn ang="0">
                <a:pos x="520" y="46"/>
              </a:cxn>
              <a:cxn ang="0">
                <a:pos x="461" y="0"/>
              </a:cxn>
              <a:cxn ang="0">
                <a:pos x="3" y="338"/>
              </a:cxn>
            </a:cxnLst>
            <a:rect l="0" t="0" r="r" b="b"/>
            <a:pathLst>
              <a:path w="674" h="906">
                <a:moveTo>
                  <a:pt x="461" y="0"/>
                </a:moveTo>
                <a:lnTo>
                  <a:pt x="450" y="11"/>
                </a:lnTo>
                <a:lnTo>
                  <a:pt x="464" y="29"/>
                </a:lnTo>
                <a:lnTo>
                  <a:pt x="463" y="91"/>
                </a:lnTo>
                <a:lnTo>
                  <a:pt x="461" y="100"/>
                </a:lnTo>
                <a:lnTo>
                  <a:pt x="447" y="94"/>
                </a:lnTo>
                <a:lnTo>
                  <a:pt x="432" y="94"/>
                </a:lnTo>
                <a:lnTo>
                  <a:pt x="413" y="123"/>
                </a:lnTo>
                <a:lnTo>
                  <a:pt x="404" y="121"/>
                </a:lnTo>
                <a:lnTo>
                  <a:pt x="391" y="99"/>
                </a:lnTo>
                <a:lnTo>
                  <a:pt x="368" y="83"/>
                </a:lnTo>
                <a:lnTo>
                  <a:pt x="351" y="78"/>
                </a:lnTo>
                <a:lnTo>
                  <a:pt x="322" y="71"/>
                </a:lnTo>
                <a:lnTo>
                  <a:pt x="259" y="103"/>
                </a:lnTo>
                <a:lnTo>
                  <a:pt x="233" y="158"/>
                </a:lnTo>
                <a:lnTo>
                  <a:pt x="214" y="167"/>
                </a:lnTo>
                <a:lnTo>
                  <a:pt x="199" y="165"/>
                </a:lnTo>
                <a:lnTo>
                  <a:pt x="191" y="173"/>
                </a:lnTo>
                <a:lnTo>
                  <a:pt x="186" y="215"/>
                </a:lnTo>
                <a:lnTo>
                  <a:pt x="171" y="227"/>
                </a:lnTo>
                <a:lnTo>
                  <a:pt x="163" y="261"/>
                </a:lnTo>
                <a:lnTo>
                  <a:pt x="133" y="316"/>
                </a:lnTo>
                <a:lnTo>
                  <a:pt x="136" y="313"/>
                </a:lnTo>
                <a:lnTo>
                  <a:pt x="134" y="341"/>
                </a:lnTo>
                <a:lnTo>
                  <a:pt x="178" y="342"/>
                </a:lnTo>
                <a:lnTo>
                  <a:pt x="192" y="350"/>
                </a:lnTo>
                <a:lnTo>
                  <a:pt x="233" y="346"/>
                </a:lnTo>
                <a:lnTo>
                  <a:pt x="243" y="362"/>
                </a:lnTo>
                <a:lnTo>
                  <a:pt x="241" y="408"/>
                </a:lnTo>
                <a:lnTo>
                  <a:pt x="262" y="439"/>
                </a:lnTo>
                <a:lnTo>
                  <a:pt x="247" y="474"/>
                </a:lnTo>
                <a:lnTo>
                  <a:pt x="237" y="471"/>
                </a:lnTo>
                <a:lnTo>
                  <a:pt x="220" y="448"/>
                </a:lnTo>
                <a:lnTo>
                  <a:pt x="186" y="448"/>
                </a:lnTo>
                <a:lnTo>
                  <a:pt x="167" y="448"/>
                </a:lnTo>
                <a:lnTo>
                  <a:pt x="175" y="491"/>
                </a:lnTo>
                <a:lnTo>
                  <a:pt x="162" y="524"/>
                </a:lnTo>
                <a:lnTo>
                  <a:pt x="146" y="558"/>
                </a:lnTo>
                <a:lnTo>
                  <a:pt x="136" y="557"/>
                </a:lnTo>
                <a:lnTo>
                  <a:pt x="136" y="514"/>
                </a:lnTo>
                <a:lnTo>
                  <a:pt x="121" y="504"/>
                </a:lnTo>
                <a:lnTo>
                  <a:pt x="100" y="516"/>
                </a:lnTo>
                <a:lnTo>
                  <a:pt x="80" y="521"/>
                </a:lnTo>
                <a:lnTo>
                  <a:pt x="67" y="533"/>
                </a:lnTo>
                <a:lnTo>
                  <a:pt x="59" y="581"/>
                </a:lnTo>
                <a:lnTo>
                  <a:pt x="32" y="628"/>
                </a:lnTo>
                <a:lnTo>
                  <a:pt x="32" y="648"/>
                </a:lnTo>
                <a:lnTo>
                  <a:pt x="36" y="650"/>
                </a:lnTo>
                <a:lnTo>
                  <a:pt x="58" y="649"/>
                </a:lnTo>
                <a:lnTo>
                  <a:pt x="72" y="662"/>
                </a:lnTo>
                <a:lnTo>
                  <a:pt x="74" y="669"/>
                </a:lnTo>
                <a:lnTo>
                  <a:pt x="120" y="669"/>
                </a:lnTo>
                <a:lnTo>
                  <a:pt x="150" y="665"/>
                </a:lnTo>
                <a:lnTo>
                  <a:pt x="184" y="679"/>
                </a:lnTo>
                <a:lnTo>
                  <a:pt x="196" y="671"/>
                </a:lnTo>
                <a:lnTo>
                  <a:pt x="208" y="674"/>
                </a:lnTo>
                <a:lnTo>
                  <a:pt x="224" y="665"/>
                </a:lnTo>
                <a:lnTo>
                  <a:pt x="241" y="631"/>
                </a:lnTo>
                <a:lnTo>
                  <a:pt x="238" y="615"/>
                </a:lnTo>
                <a:lnTo>
                  <a:pt x="268" y="615"/>
                </a:lnTo>
                <a:lnTo>
                  <a:pt x="263" y="644"/>
                </a:lnTo>
                <a:lnTo>
                  <a:pt x="296" y="660"/>
                </a:lnTo>
                <a:lnTo>
                  <a:pt x="307" y="686"/>
                </a:lnTo>
                <a:lnTo>
                  <a:pt x="321" y="711"/>
                </a:lnTo>
                <a:lnTo>
                  <a:pt x="338" y="723"/>
                </a:lnTo>
                <a:lnTo>
                  <a:pt x="355" y="721"/>
                </a:lnTo>
                <a:lnTo>
                  <a:pt x="378" y="716"/>
                </a:lnTo>
                <a:lnTo>
                  <a:pt x="383" y="732"/>
                </a:lnTo>
                <a:lnTo>
                  <a:pt x="401" y="736"/>
                </a:lnTo>
                <a:lnTo>
                  <a:pt x="409" y="746"/>
                </a:lnTo>
                <a:lnTo>
                  <a:pt x="418" y="736"/>
                </a:lnTo>
                <a:lnTo>
                  <a:pt x="441" y="748"/>
                </a:lnTo>
                <a:lnTo>
                  <a:pt x="468" y="778"/>
                </a:lnTo>
                <a:lnTo>
                  <a:pt x="461" y="791"/>
                </a:lnTo>
                <a:lnTo>
                  <a:pt x="479" y="818"/>
                </a:lnTo>
                <a:lnTo>
                  <a:pt x="491" y="807"/>
                </a:lnTo>
                <a:lnTo>
                  <a:pt x="514" y="832"/>
                </a:lnTo>
                <a:lnTo>
                  <a:pt x="522" y="850"/>
                </a:lnTo>
                <a:lnTo>
                  <a:pt x="533" y="866"/>
                </a:lnTo>
                <a:lnTo>
                  <a:pt x="549" y="899"/>
                </a:lnTo>
                <a:lnTo>
                  <a:pt x="567" y="893"/>
                </a:lnTo>
                <a:lnTo>
                  <a:pt x="575" y="903"/>
                </a:lnTo>
                <a:lnTo>
                  <a:pt x="597" y="890"/>
                </a:lnTo>
                <a:lnTo>
                  <a:pt x="636" y="869"/>
                </a:lnTo>
                <a:lnTo>
                  <a:pt x="653" y="873"/>
                </a:lnTo>
                <a:lnTo>
                  <a:pt x="641" y="899"/>
                </a:lnTo>
                <a:lnTo>
                  <a:pt x="657" y="906"/>
                </a:lnTo>
                <a:lnTo>
                  <a:pt x="674" y="906"/>
                </a:lnTo>
                <a:lnTo>
                  <a:pt x="672" y="703"/>
                </a:lnTo>
                <a:lnTo>
                  <a:pt x="664" y="704"/>
                </a:lnTo>
                <a:lnTo>
                  <a:pt x="654" y="711"/>
                </a:lnTo>
                <a:lnTo>
                  <a:pt x="638" y="708"/>
                </a:lnTo>
                <a:lnTo>
                  <a:pt x="622" y="716"/>
                </a:lnTo>
                <a:lnTo>
                  <a:pt x="617" y="732"/>
                </a:lnTo>
                <a:lnTo>
                  <a:pt x="628" y="741"/>
                </a:lnTo>
                <a:lnTo>
                  <a:pt x="632" y="745"/>
                </a:lnTo>
                <a:lnTo>
                  <a:pt x="622" y="754"/>
                </a:lnTo>
                <a:lnTo>
                  <a:pt x="605" y="744"/>
                </a:lnTo>
                <a:lnTo>
                  <a:pt x="593" y="744"/>
                </a:lnTo>
                <a:lnTo>
                  <a:pt x="588" y="735"/>
                </a:lnTo>
                <a:lnTo>
                  <a:pt x="555" y="740"/>
                </a:lnTo>
                <a:lnTo>
                  <a:pt x="546" y="727"/>
                </a:lnTo>
                <a:lnTo>
                  <a:pt x="534" y="708"/>
                </a:lnTo>
                <a:lnTo>
                  <a:pt x="512" y="686"/>
                </a:lnTo>
                <a:lnTo>
                  <a:pt x="507" y="674"/>
                </a:lnTo>
                <a:lnTo>
                  <a:pt x="499" y="677"/>
                </a:lnTo>
                <a:lnTo>
                  <a:pt x="484" y="665"/>
                </a:lnTo>
                <a:lnTo>
                  <a:pt x="467" y="658"/>
                </a:lnTo>
                <a:lnTo>
                  <a:pt x="463" y="649"/>
                </a:lnTo>
                <a:lnTo>
                  <a:pt x="457" y="649"/>
                </a:lnTo>
                <a:lnTo>
                  <a:pt x="455" y="623"/>
                </a:lnTo>
                <a:lnTo>
                  <a:pt x="449" y="614"/>
                </a:lnTo>
                <a:lnTo>
                  <a:pt x="457" y="581"/>
                </a:lnTo>
                <a:lnTo>
                  <a:pt x="467" y="548"/>
                </a:lnTo>
                <a:lnTo>
                  <a:pt x="464" y="537"/>
                </a:lnTo>
                <a:lnTo>
                  <a:pt x="486" y="478"/>
                </a:lnTo>
                <a:lnTo>
                  <a:pt x="497" y="469"/>
                </a:lnTo>
                <a:lnTo>
                  <a:pt x="489" y="441"/>
                </a:lnTo>
                <a:lnTo>
                  <a:pt x="489" y="412"/>
                </a:lnTo>
                <a:lnTo>
                  <a:pt x="480" y="400"/>
                </a:lnTo>
                <a:lnTo>
                  <a:pt x="489" y="377"/>
                </a:lnTo>
                <a:lnTo>
                  <a:pt x="487" y="357"/>
                </a:lnTo>
                <a:lnTo>
                  <a:pt x="496" y="333"/>
                </a:lnTo>
                <a:lnTo>
                  <a:pt x="488" y="321"/>
                </a:lnTo>
                <a:lnTo>
                  <a:pt x="484" y="295"/>
                </a:lnTo>
                <a:lnTo>
                  <a:pt x="472" y="275"/>
                </a:lnTo>
                <a:lnTo>
                  <a:pt x="472" y="270"/>
                </a:lnTo>
                <a:lnTo>
                  <a:pt x="470" y="270"/>
                </a:lnTo>
                <a:lnTo>
                  <a:pt x="471" y="262"/>
                </a:lnTo>
                <a:lnTo>
                  <a:pt x="459" y="269"/>
                </a:lnTo>
                <a:lnTo>
                  <a:pt x="447" y="266"/>
                </a:lnTo>
                <a:lnTo>
                  <a:pt x="449" y="263"/>
                </a:lnTo>
                <a:lnTo>
                  <a:pt x="439" y="261"/>
                </a:lnTo>
                <a:lnTo>
                  <a:pt x="438" y="233"/>
                </a:lnTo>
                <a:lnTo>
                  <a:pt x="482" y="171"/>
                </a:lnTo>
                <a:lnTo>
                  <a:pt x="514" y="135"/>
                </a:lnTo>
                <a:lnTo>
                  <a:pt x="539" y="141"/>
                </a:lnTo>
                <a:lnTo>
                  <a:pt x="532" y="124"/>
                </a:lnTo>
                <a:lnTo>
                  <a:pt x="643" y="110"/>
                </a:lnTo>
                <a:lnTo>
                  <a:pt x="643" y="106"/>
                </a:lnTo>
                <a:lnTo>
                  <a:pt x="651" y="86"/>
                </a:lnTo>
                <a:lnTo>
                  <a:pt x="666" y="63"/>
                </a:lnTo>
                <a:lnTo>
                  <a:pt x="659" y="40"/>
                </a:lnTo>
                <a:lnTo>
                  <a:pt x="636" y="37"/>
                </a:lnTo>
                <a:lnTo>
                  <a:pt x="620" y="19"/>
                </a:lnTo>
                <a:lnTo>
                  <a:pt x="586" y="21"/>
                </a:lnTo>
                <a:lnTo>
                  <a:pt x="557" y="32"/>
                </a:lnTo>
                <a:lnTo>
                  <a:pt x="545" y="33"/>
                </a:lnTo>
                <a:lnTo>
                  <a:pt x="529" y="50"/>
                </a:lnTo>
                <a:lnTo>
                  <a:pt x="520" y="46"/>
                </a:lnTo>
                <a:lnTo>
                  <a:pt x="497" y="7"/>
                </a:lnTo>
                <a:lnTo>
                  <a:pt x="478" y="0"/>
                </a:lnTo>
                <a:lnTo>
                  <a:pt x="461" y="0"/>
                </a:lnTo>
                <a:close/>
                <a:moveTo>
                  <a:pt x="0" y="312"/>
                </a:moveTo>
                <a:lnTo>
                  <a:pt x="3" y="338"/>
                </a:lnTo>
                <a:lnTo>
                  <a:pt x="3" y="338"/>
                </a:lnTo>
                <a:lnTo>
                  <a:pt x="0" y="31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9E79A04-2ACB-B3B7-3274-98F5EC3F1EE6}"/>
              </a:ext>
            </a:extLst>
          </p:cNvPr>
          <p:cNvSpPr/>
          <p:nvPr/>
        </p:nvSpPr>
        <p:spPr>
          <a:xfrm>
            <a:off x="7435184" y="5334938"/>
            <a:ext cx="83486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Haut-Katanga</a:t>
            </a:r>
          </a:p>
        </p:txBody>
      </p:sp>
      <p:sp>
        <p:nvSpPr>
          <p:cNvPr id="112" name="Freeform 6">
            <a:extLst>
              <a:ext uri="{FF2B5EF4-FFF2-40B4-BE49-F238E27FC236}">
                <a16:creationId xmlns:a16="http://schemas.microsoft.com/office/drawing/2014/main" id="{A763D60E-E8E5-DB95-3633-B08E7A2F36FD}"/>
              </a:ext>
            </a:extLst>
          </p:cNvPr>
          <p:cNvSpPr>
            <a:spLocks/>
          </p:cNvSpPr>
          <p:nvPr/>
        </p:nvSpPr>
        <p:spPr bwMode="auto">
          <a:xfrm>
            <a:off x="6501337" y="4180669"/>
            <a:ext cx="1263777" cy="1220928"/>
          </a:xfrm>
          <a:custGeom>
            <a:avLst/>
            <a:gdLst/>
            <a:ahLst/>
            <a:cxnLst>
              <a:cxn ang="0">
                <a:pos x="349" y="9"/>
              </a:cxn>
              <a:cxn ang="0">
                <a:pos x="310" y="28"/>
              </a:cxn>
              <a:cxn ang="0">
                <a:pos x="294" y="23"/>
              </a:cxn>
              <a:cxn ang="0">
                <a:pos x="277" y="46"/>
              </a:cxn>
              <a:cxn ang="0">
                <a:pos x="293" y="61"/>
              </a:cxn>
              <a:cxn ang="0">
                <a:pos x="296" y="98"/>
              </a:cxn>
              <a:cxn ang="0">
                <a:pos x="245" y="87"/>
              </a:cxn>
              <a:cxn ang="0">
                <a:pos x="214" y="94"/>
              </a:cxn>
              <a:cxn ang="0">
                <a:pos x="204" y="113"/>
              </a:cxn>
              <a:cxn ang="0">
                <a:pos x="164" y="129"/>
              </a:cxn>
              <a:cxn ang="0">
                <a:pos x="144" y="154"/>
              </a:cxn>
              <a:cxn ang="0">
                <a:pos x="116" y="150"/>
              </a:cxn>
              <a:cxn ang="0">
                <a:pos x="98" y="142"/>
              </a:cxn>
              <a:cxn ang="0">
                <a:pos x="87" y="123"/>
              </a:cxn>
              <a:cxn ang="0">
                <a:pos x="58" y="199"/>
              </a:cxn>
              <a:cxn ang="0">
                <a:pos x="52" y="271"/>
              </a:cxn>
              <a:cxn ang="0">
                <a:pos x="2" y="292"/>
              </a:cxn>
              <a:cxn ang="0">
                <a:pos x="15" y="327"/>
              </a:cxn>
              <a:cxn ang="0">
                <a:pos x="10" y="417"/>
              </a:cxn>
              <a:cxn ang="0">
                <a:pos x="107" y="454"/>
              </a:cxn>
              <a:cxn ang="0">
                <a:pos x="106" y="503"/>
              </a:cxn>
              <a:cxn ang="0">
                <a:pos x="90" y="561"/>
              </a:cxn>
              <a:cxn ang="0">
                <a:pos x="86" y="620"/>
              </a:cxn>
              <a:cxn ang="0">
                <a:pos x="108" y="612"/>
              </a:cxn>
              <a:cxn ang="0">
                <a:pos x="162" y="617"/>
              </a:cxn>
              <a:cxn ang="0">
                <a:pos x="199" y="628"/>
              </a:cxn>
              <a:cxn ang="0">
                <a:pos x="239" y="623"/>
              </a:cxn>
              <a:cxn ang="0">
                <a:pos x="289" y="603"/>
              </a:cxn>
              <a:cxn ang="0">
                <a:pos x="307" y="562"/>
              </a:cxn>
              <a:cxn ang="0">
                <a:pos x="314" y="528"/>
              </a:cxn>
              <a:cxn ang="0">
                <a:pos x="395" y="567"/>
              </a:cxn>
              <a:cxn ang="0">
                <a:pos x="440" y="565"/>
              </a:cxn>
              <a:cxn ang="0">
                <a:pos x="478" y="477"/>
              </a:cxn>
              <a:cxn ang="0">
                <a:pos x="498" y="423"/>
              </a:cxn>
              <a:cxn ang="0">
                <a:pos x="521" y="417"/>
              </a:cxn>
              <a:cxn ang="0">
                <a:pos x="566" y="353"/>
              </a:cxn>
              <a:cxn ang="0">
                <a:pos x="658" y="328"/>
              </a:cxn>
              <a:cxn ang="0">
                <a:pos x="686" y="304"/>
              </a:cxn>
              <a:cxn ang="0">
                <a:pos x="639" y="275"/>
              </a:cxn>
              <a:cxn ang="0">
                <a:pos x="628" y="220"/>
              </a:cxn>
              <a:cxn ang="0">
                <a:pos x="544" y="240"/>
              </a:cxn>
              <a:cxn ang="0">
                <a:pos x="453" y="219"/>
              </a:cxn>
              <a:cxn ang="0">
                <a:pos x="448" y="175"/>
              </a:cxn>
              <a:cxn ang="0">
                <a:pos x="387" y="137"/>
              </a:cxn>
              <a:cxn ang="0">
                <a:pos x="374" y="92"/>
              </a:cxn>
              <a:cxn ang="0">
                <a:pos x="389" y="32"/>
              </a:cxn>
              <a:cxn ang="0">
                <a:pos x="382" y="24"/>
              </a:cxn>
              <a:cxn ang="0">
                <a:pos x="357" y="0"/>
              </a:cxn>
            </a:cxnLst>
            <a:rect l="0" t="0" r="r" b="b"/>
            <a:pathLst>
              <a:path w="686" h="635">
                <a:moveTo>
                  <a:pt x="357" y="0"/>
                </a:moveTo>
                <a:lnTo>
                  <a:pt x="349" y="9"/>
                </a:lnTo>
                <a:lnTo>
                  <a:pt x="315" y="21"/>
                </a:lnTo>
                <a:lnTo>
                  <a:pt x="310" y="28"/>
                </a:lnTo>
                <a:lnTo>
                  <a:pt x="302" y="29"/>
                </a:lnTo>
                <a:lnTo>
                  <a:pt x="294" y="23"/>
                </a:lnTo>
                <a:lnTo>
                  <a:pt x="268" y="29"/>
                </a:lnTo>
                <a:lnTo>
                  <a:pt x="277" y="46"/>
                </a:lnTo>
                <a:lnTo>
                  <a:pt x="274" y="50"/>
                </a:lnTo>
                <a:lnTo>
                  <a:pt x="293" y="61"/>
                </a:lnTo>
                <a:lnTo>
                  <a:pt x="299" y="77"/>
                </a:lnTo>
                <a:lnTo>
                  <a:pt x="296" y="98"/>
                </a:lnTo>
                <a:lnTo>
                  <a:pt x="260" y="107"/>
                </a:lnTo>
                <a:lnTo>
                  <a:pt x="245" y="87"/>
                </a:lnTo>
                <a:lnTo>
                  <a:pt x="211" y="83"/>
                </a:lnTo>
                <a:lnTo>
                  <a:pt x="214" y="94"/>
                </a:lnTo>
                <a:lnTo>
                  <a:pt x="200" y="99"/>
                </a:lnTo>
                <a:lnTo>
                  <a:pt x="204" y="113"/>
                </a:lnTo>
                <a:lnTo>
                  <a:pt x="193" y="127"/>
                </a:lnTo>
                <a:lnTo>
                  <a:pt x="164" y="129"/>
                </a:lnTo>
                <a:lnTo>
                  <a:pt x="148" y="146"/>
                </a:lnTo>
                <a:lnTo>
                  <a:pt x="144" y="154"/>
                </a:lnTo>
                <a:lnTo>
                  <a:pt x="132" y="157"/>
                </a:lnTo>
                <a:lnTo>
                  <a:pt x="116" y="150"/>
                </a:lnTo>
                <a:lnTo>
                  <a:pt x="114" y="142"/>
                </a:lnTo>
                <a:lnTo>
                  <a:pt x="98" y="142"/>
                </a:lnTo>
                <a:lnTo>
                  <a:pt x="95" y="127"/>
                </a:lnTo>
                <a:lnTo>
                  <a:pt x="87" y="123"/>
                </a:lnTo>
                <a:lnTo>
                  <a:pt x="67" y="157"/>
                </a:lnTo>
                <a:lnTo>
                  <a:pt x="58" y="199"/>
                </a:lnTo>
                <a:lnTo>
                  <a:pt x="48" y="232"/>
                </a:lnTo>
                <a:lnTo>
                  <a:pt x="52" y="271"/>
                </a:lnTo>
                <a:lnTo>
                  <a:pt x="53" y="283"/>
                </a:lnTo>
                <a:lnTo>
                  <a:pt x="2" y="292"/>
                </a:lnTo>
                <a:lnTo>
                  <a:pt x="0" y="292"/>
                </a:lnTo>
                <a:lnTo>
                  <a:pt x="15" y="327"/>
                </a:lnTo>
                <a:lnTo>
                  <a:pt x="6" y="362"/>
                </a:lnTo>
                <a:lnTo>
                  <a:pt x="10" y="417"/>
                </a:lnTo>
                <a:lnTo>
                  <a:pt x="53" y="431"/>
                </a:lnTo>
                <a:lnTo>
                  <a:pt x="107" y="454"/>
                </a:lnTo>
                <a:lnTo>
                  <a:pt x="117" y="496"/>
                </a:lnTo>
                <a:lnTo>
                  <a:pt x="106" y="503"/>
                </a:lnTo>
                <a:lnTo>
                  <a:pt x="95" y="520"/>
                </a:lnTo>
                <a:lnTo>
                  <a:pt x="90" y="561"/>
                </a:lnTo>
                <a:lnTo>
                  <a:pt x="83" y="582"/>
                </a:lnTo>
                <a:lnTo>
                  <a:pt x="86" y="620"/>
                </a:lnTo>
                <a:lnTo>
                  <a:pt x="90" y="621"/>
                </a:lnTo>
                <a:lnTo>
                  <a:pt x="108" y="612"/>
                </a:lnTo>
                <a:lnTo>
                  <a:pt x="141" y="621"/>
                </a:lnTo>
                <a:lnTo>
                  <a:pt x="162" y="617"/>
                </a:lnTo>
                <a:lnTo>
                  <a:pt x="189" y="628"/>
                </a:lnTo>
                <a:lnTo>
                  <a:pt x="199" y="628"/>
                </a:lnTo>
                <a:lnTo>
                  <a:pt x="224" y="635"/>
                </a:lnTo>
                <a:lnTo>
                  <a:pt x="239" y="623"/>
                </a:lnTo>
                <a:lnTo>
                  <a:pt x="257" y="619"/>
                </a:lnTo>
                <a:lnTo>
                  <a:pt x="289" y="603"/>
                </a:lnTo>
                <a:lnTo>
                  <a:pt x="310" y="588"/>
                </a:lnTo>
                <a:lnTo>
                  <a:pt x="307" y="562"/>
                </a:lnTo>
                <a:lnTo>
                  <a:pt x="303" y="535"/>
                </a:lnTo>
                <a:lnTo>
                  <a:pt x="314" y="528"/>
                </a:lnTo>
                <a:lnTo>
                  <a:pt x="341" y="545"/>
                </a:lnTo>
                <a:lnTo>
                  <a:pt x="395" y="567"/>
                </a:lnTo>
                <a:lnTo>
                  <a:pt x="421" y="574"/>
                </a:lnTo>
                <a:lnTo>
                  <a:pt x="440" y="565"/>
                </a:lnTo>
                <a:lnTo>
                  <a:pt x="470" y="511"/>
                </a:lnTo>
                <a:lnTo>
                  <a:pt x="478" y="477"/>
                </a:lnTo>
                <a:lnTo>
                  <a:pt x="493" y="465"/>
                </a:lnTo>
                <a:lnTo>
                  <a:pt x="498" y="423"/>
                </a:lnTo>
                <a:lnTo>
                  <a:pt x="506" y="415"/>
                </a:lnTo>
                <a:lnTo>
                  <a:pt x="521" y="417"/>
                </a:lnTo>
                <a:lnTo>
                  <a:pt x="539" y="408"/>
                </a:lnTo>
                <a:lnTo>
                  <a:pt x="566" y="353"/>
                </a:lnTo>
                <a:lnTo>
                  <a:pt x="629" y="321"/>
                </a:lnTo>
                <a:lnTo>
                  <a:pt x="658" y="328"/>
                </a:lnTo>
                <a:lnTo>
                  <a:pt x="671" y="332"/>
                </a:lnTo>
                <a:lnTo>
                  <a:pt x="686" y="304"/>
                </a:lnTo>
                <a:lnTo>
                  <a:pt x="673" y="287"/>
                </a:lnTo>
                <a:lnTo>
                  <a:pt x="639" y="275"/>
                </a:lnTo>
                <a:lnTo>
                  <a:pt x="637" y="231"/>
                </a:lnTo>
                <a:lnTo>
                  <a:pt x="628" y="220"/>
                </a:lnTo>
                <a:lnTo>
                  <a:pt x="574" y="224"/>
                </a:lnTo>
                <a:lnTo>
                  <a:pt x="544" y="240"/>
                </a:lnTo>
                <a:lnTo>
                  <a:pt x="477" y="225"/>
                </a:lnTo>
                <a:lnTo>
                  <a:pt x="453" y="219"/>
                </a:lnTo>
                <a:lnTo>
                  <a:pt x="433" y="198"/>
                </a:lnTo>
                <a:lnTo>
                  <a:pt x="448" y="175"/>
                </a:lnTo>
                <a:lnTo>
                  <a:pt x="439" y="159"/>
                </a:lnTo>
                <a:lnTo>
                  <a:pt x="387" y="137"/>
                </a:lnTo>
                <a:lnTo>
                  <a:pt x="382" y="108"/>
                </a:lnTo>
                <a:lnTo>
                  <a:pt x="374" y="92"/>
                </a:lnTo>
                <a:lnTo>
                  <a:pt x="365" y="71"/>
                </a:lnTo>
                <a:lnTo>
                  <a:pt x="389" y="32"/>
                </a:lnTo>
                <a:lnTo>
                  <a:pt x="386" y="24"/>
                </a:lnTo>
                <a:lnTo>
                  <a:pt x="382" y="24"/>
                </a:lnTo>
                <a:lnTo>
                  <a:pt x="371" y="9"/>
                </a:lnTo>
                <a:lnTo>
                  <a:pt x="357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07BA1BE-A32D-2543-8C78-38EF77E532E5}"/>
              </a:ext>
            </a:extLst>
          </p:cNvPr>
          <p:cNvSpPr/>
          <p:nvPr/>
        </p:nvSpPr>
        <p:spPr>
          <a:xfrm>
            <a:off x="6574104" y="4552492"/>
            <a:ext cx="96122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Haut-Lomami</a:t>
            </a:r>
          </a:p>
        </p:txBody>
      </p:sp>
      <p:sp>
        <p:nvSpPr>
          <p:cNvPr id="114" name="Freeform 10">
            <a:extLst>
              <a:ext uri="{FF2B5EF4-FFF2-40B4-BE49-F238E27FC236}">
                <a16:creationId xmlns:a16="http://schemas.microsoft.com/office/drawing/2014/main" id="{D32485EF-ADD4-17D6-5768-1149F45F088C}"/>
              </a:ext>
            </a:extLst>
          </p:cNvPr>
          <p:cNvSpPr>
            <a:spLocks/>
          </p:cNvSpPr>
          <p:nvPr/>
        </p:nvSpPr>
        <p:spPr bwMode="auto">
          <a:xfrm>
            <a:off x="7457459" y="2825149"/>
            <a:ext cx="727685" cy="1024811"/>
          </a:xfrm>
          <a:custGeom>
            <a:avLst/>
            <a:gdLst/>
            <a:ahLst/>
            <a:cxnLst>
              <a:cxn ang="0">
                <a:pos x="261" y="0"/>
              </a:cxn>
              <a:cxn ang="0">
                <a:pos x="253" y="10"/>
              </a:cxn>
              <a:cxn ang="0">
                <a:pos x="223" y="15"/>
              </a:cxn>
              <a:cxn ang="0">
                <a:pos x="217" y="27"/>
              </a:cxn>
              <a:cxn ang="0">
                <a:pos x="200" y="33"/>
              </a:cxn>
              <a:cxn ang="0">
                <a:pos x="185" y="20"/>
              </a:cxn>
              <a:cxn ang="0">
                <a:pos x="180" y="44"/>
              </a:cxn>
              <a:cxn ang="0">
                <a:pos x="161" y="49"/>
              </a:cxn>
              <a:cxn ang="0">
                <a:pos x="117" y="46"/>
              </a:cxn>
              <a:cxn ang="0">
                <a:pos x="104" y="36"/>
              </a:cxn>
              <a:cxn ang="0">
                <a:pos x="106" y="42"/>
              </a:cxn>
              <a:cxn ang="0">
                <a:pos x="72" y="58"/>
              </a:cxn>
              <a:cxn ang="0">
                <a:pos x="56" y="75"/>
              </a:cxn>
              <a:cxn ang="0">
                <a:pos x="33" y="77"/>
              </a:cxn>
              <a:cxn ang="0">
                <a:pos x="17" y="65"/>
              </a:cxn>
              <a:cxn ang="0">
                <a:pos x="6" y="72"/>
              </a:cxn>
              <a:cxn ang="0">
                <a:pos x="0" y="99"/>
              </a:cxn>
              <a:cxn ang="0">
                <a:pos x="9" y="142"/>
              </a:cxn>
              <a:cxn ang="0">
                <a:pos x="25" y="158"/>
              </a:cxn>
              <a:cxn ang="0">
                <a:pos x="30" y="186"/>
              </a:cxn>
              <a:cxn ang="0">
                <a:pos x="30" y="230"/>
              </a:cxn>
              <a:cxn ang="0">
                <a:pos x="26" y="260"/>
              </a:cxn>
              <a:cxn ang="0">
                <a:pos x="47" y="270"/>
              </a:cxn>
              <a:cxn ang="0">
                <a:pos x="85" y="277"/>
              </a:cxn>
              <a:cxn ang="0">
                <a:pos x="109" y="277"/>
              </a:cxn>
              <a:cxn ang="0">
                <a:pos x="119" y="294"/>
              </a:cxn>
              <a:cxn ang="0">
                <a:pos x="135" y="298"/>
              </a:cxn>
              <a:cxn ang="0">
                <a:pos x="149" y="303"/>
              </a:cxn>
              <a:cxn ang="0">
                <a:pos x="158" y="297"/>
              </a:cxn>
              <a:cxn ang="0">
                <a:pos x="190" y="321"/>
              </a:cxn>
              <a:cxn ang="0">
                <a:pos x="202" y="342"/>
              </a:cxn>
              <a:cxn ang="0">
                <a:pos x="225" y="402"/>
              </a:cxn>
              <a:cxn ang="0">
                <a:pos x="226" y="403"/>
              </a:cxn>
              <a:cxn ang="0">
                <a:pos x="296" y="405"/>
              </a:cxn>
              <a:cxn ang="0">
                <a:pos x="296" y="362"/>
              </a:cxn>
              <a:cxn ang="0">
                <a:pos x="300" y="326"/>
              </a:cxn>
              <a:cxn ang="0">
                <a:pos x="295" y="290"/>
              </a:cxn>
              <a:cxn ang="0">
                <a:pos x="284" y="275"/>
              </a:cxn>
              <a:cxn ang="0">
                <a:pos x="283" y="251"/>
              </a:cxn>
              <a:cxn ang="0">
                <a:pos x="280" y="191"/>
              </a:cxn>
              <a:cxn ang="0">
                <a:pos x="284" y="165"/>
              </a:cxn>
              <a:cxn ang="0">
                <a:pos x="275" y="166"/>
              </a:cxn>
              <a:cxn ang="0">
                <a:pos x="257" y="144"/>
              </a:cxn>
              <a:cxn ang="0">
                <a:pos x="258" y="131"/>
              </a:cxn>
              <a:cxn ang="0">
                <a:pos x="245" y="124"/>
              </a:cxn>
              <a:cxn ang="0">
                <a:pos x="240" y="107"/>
              </a:cxn>
              <a:cxn ang="0">
                <a:pos x="240" y="91"/>
              </a:cxn>
              <a:cxn ang="0">
                <a:pos x="250" y="80"/>
              </a:cxn>
              <a:cxn ang="0">
                <a:pos x="264" y="79"/>
              </a:cxn>
              <a:cxn ang="0">
                <a:pos x="277" y="61"/>
              </a:cxn>
              <a:cxn ang="0">
                <a:pos x="269" y="36"/>
              </a:cxn>
              <a:cxn ang="0">
                <a:pos x="277" y="11"/>
              </a:cxn>
              <a:cxn ang="0">
                <a:pos x="261" y="0"/>
              </a:cxn>
            </a:cxnLst>
            <a:rect l="0" t="0" r="r" b="b"/>
            <a:pathLst>
              <a:path w="300" h="405">
                <a:moveTo>
                  <a:pt x="261" y="0"/>
                </a:moveTo>
                <a:cubicBezTo>
                  <a:pt x="253" y="10"/>
                  <a:pt x="253" y="10"/>
                  <a:pt x="253" y="10"/>
                </a:cubicBezTo>
                <a:cubicBezTo>
                  <a:pt x="223" y="15"/>
                  <a:pt x="223" y="15"/>
                  <a:pt x="223" y="15"/>
                </a:cubicBezTo>
                <a:cubicBezTo>
                  <a:pt x="217" y="27"/>
                  <a:pt x="217" y="27"/>
                  <a:pt x="217" y="27"/>
                </a:cubicBezTo>
                <a:cubicBezTo>
                  <a:pt x="200" y="33"/>
                  <a:pt x="200" y="33"/>
                  <a:pt x="200" y="33"/>
                </a:cubicBezTo>
                <a:cubicBezTo>
                  <a:pt x="185" y="20"/>
                  <a:pt x="185" y="20"/>
                  <a:pt x="185" y="20"/>
                </a:cubicBezTo>
                <a:cubicBezTo>
                  <a:pt x="180" y="44"/>
                  <a:pt x="180" y="44"/>
                  <a:pt x="180" y="44"/>
                </a:cubicBezTo>
                <a:cubicBezTo>
                  <a:pt x="161" y="49"/>
                  <a:pt x="161" y="49"/>
                  <a:pt x="161" y="49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17" y="46"/>
                  <a:pt x="110" y="41"/>
                  <a:pt x="104" y="36"/>
                </a:cubicBezTo>
                <a:cubicBezTo>
                  <a:pt x="106" y="42"/>
                  <a:pt x="106" y="42"/>
                  <a:pt x="106" y="42"/>
                </a:cubicBezTo>
                <a:cubicBezTo>
                  <a:pt x="72" y="58"/>
                  <a:pt x="72" y="58"/>
                  <a:pt x="72" y="58"/>
                </a:cubicBezTo>
                <a:cubicBezTo>
                  <a:pt x="56" y="75"/>
                  <a:pt x="56" y="75"/>
                  <a:pt x="56" y="75"/>
                </a:cubicBezTo>
                <a:cubicBezTo>
                  <a:pt x="33" y="77"/>
                  <a:pt x="33" y="77"/>
                  <a:pt x="33" y="77"/>
                </a:cubicBezTo>
                <a:cubicBezTo>
                  <a:pt x="17" y="65"/>
                  <a:pt x="17" y="65"/>
                  <a:pt x="17" y="65"/>
                </a:cubicBezTo>
                <a:cubicBezTo>
                  <a:pt x="6" y="72"/>
                  <a:pt x="6" y="72"/>
                  <a:pt x="6" y="72"/>
                </a:cubicBezTo>
                <a:cubicBezTo>
                  <a:pt x="0" y="99"/>
                  <a:pt x="0" y="99"/>
                  <a:pt x="0" y="99"/>
                </a:cubicBezTo>
                <a:cubicBezTo>
                  <a:pt x="9" y="142"/>
                  <a:pt x="9" y="142"/>
                  <a:pt x="9" y="142"/>
                </a:cubicBezTo>
                <a:cubicBezTo>
                  <a:pt x="25" y="158"/>
                  <a:pt x="25" y="158"/>
                  <a:pt x="25" y="158"/>
                </a:cubicBezTo>
                <a:cubicBezTo>
                  <a:pt x="30" y="186"/>
                  <a:pt x="30" y="186"/>
                  <a:pt x="30" y="186"/>
                </a:cubicBezTo>
                <a:cubicBezTo>
                  <a:pt x="30" y="230"/>
                  <a:pt x="30" y="230"/>
                  <a:pt x="30" y="230"/>
                </a:cubicBezTo>
                <a:cubicBezTo>
                  <a:pt x="30" y="230"/>
                  <a:pt x="22" y="260"/>
                  <a:pt x="26" y="260"/>
                </a:cubicBezTo>
                <a:cubicBezTo>
                  <a:pt x="31" y="260"/>
                  <a:pt x="47" y="270"/>
                  <a:pt x="47" y="270"/>
                </a:cubicBezTo>
                <a:cubicBezTo>
                  <a:pt x="85" y="277"/>
                  <a:pt x="85" y="277"/>
                  <a:pt x="85" y="277"/>
                </a:cubicBezTo>
                <a:cubicBezTo>
                  <a:pt x="109" y="277"/>
                  <a:pt x="109" y="277"/>
                  <a:pt x="109" y="277"/>
                </a:cubicBezTo>
                <a:cubicBezTo>
                  <a:pt x="119" y="294"/>
                  <a:pt x="119" y="294"/>
                  <a:pt x="119" y="294"/>
                </a:cubicBezTo>
                <a:cubicBezTo>
                  <a:pt x="135" y="298"/>
                  <a:pt x="135" y="298"/>
                  <a:pt x="135" y="298"/>
                </a:cubicBezTo>
                <a:cubicBezTo>
                  <a:pt x="149" y="303"/>
                  <a:pt x="149" y="303"/>
                  <a:pt x="149" y="303"/>
                </a:cubicBezTo>
                <a:cubicBezTo>
                  <a:pt x="158" y="297"/>
                  <a:pt x="158" y="297"/>
                  <a:pt x="158" y="297"/>
                </a:cubicBezTo>
                <a:cubicBezTo>
                  <a:pt x="190" y="321"/>
                  <a:pt x="190" y="321"/>
                  <a:pt x="190" y="321"/>
                </a:cubicBezTo>
                <a:cubicBezTo>
                  <a:pt x="202" y="342"/>
                  <a:pt x="202" y="342"/>
                  <a:pt x="202" y="342"/>
                </a:cubicBezTo>
                <a:cubicBezTo>
                  <a:pt x="225" y="402"/>
                  <a:pt x="225" y="402"/>
                  <a:pt x="225" y="402"/>
                </a:cubicBezTo>
                <a:cubicBezTo>
                  <a:pt x="226" y="403"/>
                  <a:pt x="226" y="403"/>
                  <a:pt x="226" y="403"/>
                </a:cubicBezTo>
                <a:cubicBezTo>
                  <a:pt x="296" y="405"/>
                  <a:pt x="296" y="405"/>
                  <a:pt x="296" y="405"/>
                </a:cubicBezTo>
                <a:cubicBezTo>
                  <a:pt x="296" y="362"/>
                  <a:pt x="296" y="362"/>
                  <a:pt x="296" y="362"/>
                </a:cubicBezTo>
                <a:cubicBezTo>
                  <a:pt x="300" y="326"/>
                  <a:pt x="300" y="326"/>
                  <a:pt x="300" y="326"/>
                </a:cubicBezTo>
                <a:cubicBezTo>
                  <a:pt x="295" y="290"/>
                  <a:pt x="295" y="290"/>
                  <a:pt x="295" y="290"/>
                </a:cubicBezTo>
                <a:cubicBezTo>
                  <a:pt x="284" y="275"/>
                  <a:pt x="284" y="275"/>
                  <a:pt x="284" y="275"/>
                </a:cubicBezTo>
                <a:cubicBezTo>
                  <a:pt x="283" y="251"/>
                  <a:pt x="283" y="251"/>
                  <a:pt x="283" y="251"/>
                </a:cubicBezTo>
                <a:cubicBezTo>
                  <a:pt x="280" y="191"/>
                  <a:pt x="280" y="191"/>
                  <a:pt x="280" y="191"/>
                </a:cubicBezTo>
                <a:cubicBezTo>
                  <a:pt x="284" y="165"/>
                  <a:pt x="284" y="165"/>
                  <a:pt x="284" y="165"/>
                </a:cubicBezTo>
                <a:cubicBezTo>
                  <a:pt x="275" y="166"/>
                  <a:pt x="275" y="166"/>
                  <a:pt x="275" y="166"/>
                </a:cubicBezTo>
                <a:cubicBezTo>
                  <a:pt x="257" y="144"/>
                  <a:pt x="257" y="144"/>
                  <a:pt x="257" y="144"/>
                </a:cubicBezTo>
                <a:cubicBezTo>
                  <a:pt x="258" y="131"/>
                  <a:pt x="258" y="131"/>
                  <a:pt x="258" y="131"/>
                </a:cubicBezTo>
                <a:cubicBezTo>
                  <a:pt x="245" y="124"/>
                  <a:pt x="245" y="124"/>
                  <a:pt x="245" y="124"/>
                </a:cubicBezTo>
                <a:cubicBezTo>
                  <a:pt x="240" y="107"/>
                  <a:pt x="240" y="107"/>
                  <a:pt x="240" y="107"/>
                </a:cubicBezTo>
                <a:cubicBezTo>
                  <a:pt x="240" y="91"/>
                  <a:pt x="240" y="91"/>
                  <a:pt x="240" y="91"/>
                </a:cubicBezTo>
                <a:cubicBezTo>
                  <a:pt x="250" y="80"/>
                  <a:pt x="250" y="80"/>
                  <a:pt x="250" y="80"/>
                </a:cubicBezTo>
                <a:cubicBezTo>
                  <a:pt x="264" y="79"/>
                  <a:pt x="264" y="79"/>
                  <a:pt x="264" y="79"/>
                </a:cubicBezTo>
                <a:cubicBezTo>
                  <a:pt x="277" y="61"/>
                  <a:pt x="277" y="61"/>
                  <a:pt x="277" y="61"/>
                </a:cubicBezTo>
                <a:cubicBezTo>
                  <a:pt x="269" y="36"/>
                  <a:pt x="269" y="36"/>
                  <a:pt x="269" y="36"/>
                </a:cubicBezTo>
                <a:cubicBezTo>
                  <a:pt x="277" y="11"/>
                  <a:pt x="277" y="11"/>
                  <a:pt x="277" y="11"/>
                </a:cubicBezTo>
                <a:lnTo>
                  <a:pt x="261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744E2C2-D024-84AE-2021-BE997291AB91}"/>
              </a:ext>
            </a:extLst>
          </p:cNvPr>
          <p:cNvSpPr/>
          <p:nvPr/>
        </p:nvSpPr>
        <p:spPr>
          <a:xfrm>
            <a:off x="7633024" y="3039204"/>
            <a:ext cx="49404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Sud-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Kivu</a:t>
            </a:r>
          </a:p>
        </p:txBody>
      </p:sp>
      <p:sp>
        <p:nvSpPr>
          <p:cNvPr id="116" name="Freeform 29">
            <a:extLst>
              <a:ext uri="{FF2B5EF4-FFF2-40B4-BE49-F238E27FC236}">
                <a16:creationId xmlns:a16="http://schemas.microsoft.com/office/drawing/2014/main" id="{368A9CF3-F7A2-CC25-5BE3-647ABBF65338}"/>
              </a:ext>
            </a:extLst>
          </p:cNvPr>
          <p:cNvSpPr>
            <a:spLocks/>
          </p:cNvSpPr>
          <p:nvPr/>
        </p:nvSpPr>
        <p:spPr bwMode="auto">
          <a:xfrm>
            <a:off x="3198201" y="3562732"/>
            <a:ext cx="1208511" cy="538363"/>
          </a:xfrm>
          <a:custGeom>
            <a:avLst/>
            <a:gdLst/>
            <a:ahLst/>
            <a:cxnLst>
              <a:cxn ang="0">
                <a:pos x="325" y="15"/>
              </a:cxn>
              <a:cxn ang="0">
                <a:pos x="278" y="40"/>
              </a:cxn>
              <a:cxn ang="0">
                <a:pos x="255" y="22"/>
              </a:cxn>
              <a:cxn ang="0">
                <a:pos x="243" y="49"/>
              </a:cxn>
              <a:cxn ang="0">
                <a:pos x="222" y="80"/>
              </a:cxn>
              <a:cxn ang="0">
                <a:pos x="185" y="86"/>
              </a:cxn>
              <a:cxn ang="0">
                <a:pos x="167" y="66"/>
              </a:cxn>
              <a:cxn ang="0">
                <a:pos x="142" y="66"/>
              </a:cxn>
              <a:cxn ang="0">
                <a:pos x="84" y="100"/>
              </a:cxn>
              <a:cxn ang="0">
                <a:pos x="54" y="140"/>
              </a:cxn>
              <a:cxn ang="0">
                <a:pos x="0" y="238"/>
              </a:cxn>
              <a:cxn ang="0">
                <a:pos x="31" y="280"/>
              </a:cxn>
              <a:cxn ang="0">
                <a:pos x="87" y="272"/>
              </a:cxn>
              <a:cxn ang="0">
                <a:pos x="141" y="255"/>
              </a:cxn>
              <a:cxn ang="0">
                <a:pos x="170" y="254"/>
              </a:cxn>
              <a:cxn ang="0">
                <a:pos x="192" y="253"/>
              </a:cxn>
              <a:cxn ang="0">
                <a:pos x="279" y="250"/>
              </a:cxn>
              <a:cxn ang="0">
                <a:pos x="300" y="250"/>
              </a:cxn>
              <a:cxn ang="0">
                <a:pos x="391" y="254"/>
              </a:cxn>
              <a:cxn ang="0">
                <a:pos x="612" y="241"/>
              </a:cxn>
              <a:cxn ang="0">
                <a:pos x="621" y="204"/>
              </a:cxn>
              <a:cxn ang="0">
                <a:pos x="642" y="163"/>
              </a:cxn>
              <a:cxn ang="0">
                <a:pos x="645" y="121"/>
              </a:cxn>
              <a:cxn ang="0">
                <a:pos x="599" y="100"/>
              </a:cxn>
              <a:cxn ang="0">
                <a:pos x="580" y="119"/>
              </a:cxn>
              <a:cxn ang="0">
                <a:pos x="555" y="97"/>
              </a:cxn>
              <a:cxn ang="0">
                <a:pos x="576" y="66"/>
              </a:cxn>
              <a:cxn ang="0">
                <a:pos x="546" y="49"/>
              </a:cxn>
              <a:cxn ang="0">
                <a:pos x="522" y="44"/>
              </a:cxn>
              <a:cxn ang="0">
                <a:pos x="497" y="53"/>
              </a:cxn>
              <a:cxn ang="0">
                <a:pos x="474" y="15"/>
              </a:cxn>
              <a:cxn ang="0">
                <a:pos x="474" y="8"/>
              </a:cxn>
              <a:cxn ang="0">
                <a:pos x="424" y="72"/>
              </a:cxn>
              <a:cxn ang="0">
                <a:pos x="391" y="103"/>
              </a:cxn>
              <a:cxn ang="0">
                <a:pos x="346" y="97"/>
              </a:cxn>
              <a:cxn ang="0">
                <a:pos x="338" y="44"/>
              </a:cxn>
              <a:cxn ang="0">
                <a:pos x="346" y="16"/>
              </a:cxn>
            </a:cxnLst>
            <a:rect l="0" t="0" r="r" b="b"/>
            <a:pathLst>
              <a:path w="656" h="280">
                <a:moveTo>
                  <a:pt x="351" y="0"/>
                </a:moveTo>
                <a:lnTo>
                  <a:pt x="325" y="15"/>
                </a:lnTo>
                <a:lnTo>
                  <a:pt x="291" y="24"/>
                </a:lnTo>
                <a:lnTo>
                  <a:pt x="278" y="40"/>
                </a:lnTo>
                <a:lnTo>
                  <a:pt x="263" y="32"/>
                </a:lnTo>
                <a:lnTo>
                  <a:pt x="255" y="22"/>
                </a:lnTo>
                <a:lnTo>
                  <a:pt x="241" y="29"/>
                </a:lnTo>
                <a:lnTo>
                  <a:pt x="243" y="49"/>
                </a:lnTo>
                <a:lnTo>
                  <a:pt x="238" y="66"/>
                </a:lnTo>
                <a:lnTo>
                  <a:pt x="222" y="80"/>
                </a:lnTo>
                <a:lnTo>
                  <a:pt x="192" y="101"/>
                </a:lnTo>
                <a:lnTo>
                  <a:pt x="185" y="86"/>
                </a:lnTo>
                <a:lnTo>
                  <a:pt x="168" y="78"/>
                </a:lnTo>
                <a:lnTo>
                  <a:pt x="167" y="66"/>
                </a:lnTo>
                <a:lnTo>
                  <a:pt x="145" y="50"/>
                </a:lnTo>
                <a:lnTo>
                  <a:pt x="142" y="66"/>
                </a:lnTo>
                <a:lnTo>
                  <a:pt x="106" y="78"/>
                </a:lnTo>
                <a:lnTo>
                  <a:pt x="84" y="100"/>
                </a:lnTo>
                <a:lnTo>
                  <a:pt x="46" y="132"/>
                </a:lnTo>
                <a:lnTo>
                  <a:pt x="54" y="140"/>
                </a:lnTo>
                <a:lnTo>
                  <a:pt x="51" y="233"/>
                </a:lnTo>
                <a:lnTo>
                  <a:pt x="0" y="238"/>
                </a:lnTo>
                <a:lnTo>
                  <a:pt x="25" y="278"/>
                </a:lnTo>
                <a:lnTo>
                  <a:pt x="31" y="280"/>
                </a:lnTo>
                <a:lnTo>
                  <a:pt x="47" y="279"/>
                </a:lnTo>
                <a:lnTo>
                  <a:pt x="87" y="272"/>
                </a:lnTo>
                <a:lnTo>
                  <a:pt x="116" y="258"/>
                </a:lnTo>
                <a:lnTo>
                  <a:pt x="141" y="255"/>
                </a:lnTo>
                <a:lnTo>
                  <a:pt x="154" y="258"/>
                </a:lnTo>
                <a:lnTo>
                  <a:pt x="170" y="254"/>
                </a:lnTo>
                <a:lnTo>
                  <a:pt x="184" y="258"/>
                </a:lnTo>
                <a:lnTo>
                  <a:pt x="192" y="253"/>
                </a:lnTo>
                <a:lnTo>
                  <a:pt x="263" y="255"/>
                </a:lnTo>
                <a:lnTo>
                  <a:pt x="279" y="250"/>
                </a:lnTo>
                <a:lnTo>
                  <a:pt x="291" y="255"/>
                </a:lnTo>
                <a:lnTo>
                  <a:pt x="300" y="250"/>
                </a:lnTo>
                <a:lnTo>
                  <a:pt x="376" y="262"/>
                </a:lnTo>
                <a:lnTo>
                  <a:pt x="391" y="254"/>
                </a:lnTo>
                <a:lnTo>
                  <a:pt x="612" y="253"/>
                </a:lnTo>
                <a:lnTo>
                  <a:pt x="612" y="241"/>
                </a:lnTo>
                <a:lnTo>
                  <a:pt x="620" y="228"/>
                </a:lnTo>
                <a:lnTo>
                  <a:pt x="621" y="204"/>
                </a:lnTo>
                <a:lnTo>
                  <a:pt x="630" y="167"/>
                </a:lnTo>
                <a:lnTo>
                  <a:pt x="642" y="163"/>
                </a:lnTo>
                <a:lnTo>
                  <a:pt x="656" y="120"/>
                </a:lnTo>
                <a:lnTo>
                  <a:pt x="645" y="121"/>
                </a:lnTo>
                <a:lnTo>
                  <a:pt x="608" y="112"/>
                </a:lnTo>
                <a:lnTo>
                  <a:pt x="599" y="100"/>
                </a:lnTo>
                <a:lnTo>
                  <a:pt x="600" y="121"/>
                </a:lnTo>
                <a:lnTo>
                  <a:pt x="580" y="119"/>
                </a:lnTo>
                <a:lnTo>
                  <a:pt x="562" y="107"/>
                </a:lnTo>
                <a:lnTo>
                  <a:pt x="555" y="97"/>
                </a:lnTo>
                <a:lnTo>
                  <a:pt x="570" y="94"/>
                </a:lnTo>
                <a:lnTo>
                  <a:pt x="576" y="66"/>
                </a:lnTo>
                <a:lnTo>
                  <a:pt x="562" y="58"/>
                </a:lnTo>
                <a:lnTo>
                  <a:pt x="546" y="49"/>
                </a:lnTo>
                <a:lnTo>
                  <a:pt x="534" y="49"/>
                </a:lnTo>
                <a:lnTo>
                  <a:pt x="522" y="44"/>
                </a:lnTo>
                <a:lnTo>
                  <a:pt x="513" y="61"/>
                </a:lnTo>
                <a:lnTo>
                  <a:pt x="497" y="53"/>
                </a:lnTo>
                <a:lnTo>
                  <a:pt x="483" y="32"/>
                </a:lnTo>
                <a:lnTo>
                  <a:pt x="474" y="15"/>
                </a:lnTo>
                <a:lnTo>
                  <a:pt x="475" y="9"/>
                </a:lnTo>
                <a:lnTo>
                  <a:pt x="474" y="8"/>
                </a:lnTo>
                <a:lnTo>
                  <a:pt x="449" y="44"/>
                </a:lnTo>
                <a:lnTo>
                  <a:pt x="424" y="72"/>
                </a:lnTo>
                <a:lnTo>
                  <a:pt x="416" y="88"/>
                </a:lnTo>
                <a:lnTo>
                  <a:pt x="391" y="103"/>
                </a:lnTo>
                <a:lnTo>
                  <a:pt x="362" y="94"/>
                </a:lnTo>
                <a:lnTo>
                  <a:pt x="346" y="97"/>
                </a:lnTo>
                <a:lnTo>
                  <a:pt x="346" y="61"/>
                </a:lnTo>
                <a:lnTo>
                  <a:pt x="338" y="44"/>
                </a:lnTo>
                <a:lnTo>
                  <a:pt x="356" y="28"/>
                </a:lnTo>
                <a:lnTo>
                  <a:pt x="346" y="16"/>
                </a:lnTo>
                <a:lnTo>
                  <a:pt x="35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573F896-4855-E009-7DB6-86AEFB8DC868}"/>
              </a:ext>
            </a:extLst>
          </p:cNvPr>
          <p:cNvSpPr/>
          <p:nvPr/>
        </p:nvSpPr>
        <p:spPr>
          <a:xfrm>
            <a:off x="3360388" y="3806213"/>
            <a:ext cx="1154611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Kongo Central</a:t>
            </a:r>
          </a:p>
        </p:txBody>
      </p:sp>
      <p:sp>
        <p:nvSpPr>
          <p:cNvPr id="118" name="Freeform 28">
            <a:extLst>
              <a:ext uri="{FF2B5EF4-FFF2-40B4-BE49-F238E27FC236}">
                <a16:creationId xmlns:a16="http://schemas.microsoft.com/office/drawing/2014/main" id="{4254E7FE-08BA-D82B-8E0D-1E825903211B}"/>
              </a:ext>
            </a:extLst>
          </p:cNvPr>
          <p:cNvSpPr>
            <a:spLocks/>
          </p:cNvSpPr>
          <p:nvPr/>
        </p:nvSpPr>
        <p:spPr bwMode="auto">
          <a:xfrm>
            <a:off x="4071424" y="3521175"/>
            <a:ext cx="403450" cy="330708"/>
          </a:xfrm>
          <a:custGeom>
            <a:avLst/>
            <a:gdLst/>
            <a:ahLst/>
            <a:cxnLst>
              <a:cxn ang="0">
                <a:pos x="111" y="0"/>
              </a:cxn>
              <a:cxn ang="0">
                <a:pos x="101" y="8"/>
              </a:cxn>
              <a:cxn ang="0">
                <a:pos x="76" y="9"/>
              </a:cxn>
              <a:cxn ang="0">
                <a:pos x="51" y="22"/>
              </a:cxn>
              <a:cxn ang="0">
                <a:pos x="46" y="39"/>
              </a:cxn>
              <a:cxn ang="0">
                <a:pos x="39" y="52"/>
              </a:cxn>
              <a:cxn ang="0">
                <a:pos x="26" y="56"/>
              </a:cxn>
              <a:cxn ang="0">
                <a:pos x="2" y="54"/>
              </a:cxn>
              <a:cxn ang="0">
                <a:pos x="0" y="66"/>
              </a:cxn>
              <a:cxn ang="0">
                <a:pos x="9" y="83"/>
              </a:cxn>
              <a:cxn ang="0">
                <a:pos x="23" y="104"/>
              </a:cxn>
              <a:cxn ang="0">
                <a:pos x="39" y="112"/>
              </a:cxn>
              <a:cxn ang="0">
                <a:pos x="48" y="95"/>
              </a:cxn>
              <a:cxn ang="0">
                <a:pos x="60" y="100"/>
              </a:cxn>
              <a:cxn ang="0">
                <a:pos x="72" y="100"/>
              </a:cxn>
              <a:cxn ang="0">
                <a:pos x="88" y="109"/>
              </a:cxn>
              <a:cxn ang="0">
                <a:pos x="102" y="117"/>
              </a:cxn>
              <a:cxn ang="0">
                <a:pos x="96" y="145"/>
              </a:cxn>
              <a:cxn ang="0">
                <a:pos x="81" y="148"/>
              </a:cxn>
              <a:cxn ang="0">
                <a:pos x="88" y="158"/>
              </a:cxn>
              <a:cxn ang="0">
                <a:pos x="106" y="170"/>
              </a:cxn>
              <a:cxn ang="0">
                <a:pos x="126" y="172"/>
              </a:cxn>
              <a:cxn ang="0">
                <a:pos x="125" y="151"/>
              </a:cxn>
              <a:cxn ang="0">
                <a:pos x="134" y="163"/>
              </a:cxn>
              <a:cxn ang="0">
                <a:pos x="171" y="172"/>
              </a:cxn>
              <a:cxn ang="0">
                <a:pos x="182" y="171"/>
              </a:cxn>
              <a:cxn ang="0">
                <a:pos x="185" y="160"/>
              </a:cxn>
              <a:cxn ang="0">
                <a:pos x="186" y="138"/>
              </a:cxn>
              <a:cxn ang="0">
                <a:pos x="209" y="97"/>
              </a:cxn>
              <a:cxn ang="0">
                <a:pos x="219" y="95"/>
              </a:cxn>
              <a:cxn ang="0">
                <a:pos x="214" y="66"/>
              </a:cxn>
              <a:cxn ang="0">
                <a:pos x="207" y="51"/>
              </a:cxn>
              <a:cxn ang="0">
                <a:pos x="197" y="47"/>
              </a:cxn>
              <a:cxn ang="0">
                <a:pos x="190" y="30"/>
              </a:cxn>
              <a:cxn ang="0">
                <a:pos x="140" y="16"/>
              </a:cxn>
              <a:cxn ang="0">
                <a:pos x="111" y="0"/>
              </a:cxn>
            </a:cxnLst>
            <a:rect l="0" t="0" r="r" b="b"/>
            <a:pathLst>
              <a:path w="219" h="172">
                <a:moveTo>
                  <a:pt x="111" y="0"/>
                </a:moveTo>
                <a:lnTo>
                  <a:pt x="101" y="8"/>
                </a:lnTo>
                <a:lnTo>
                  <a:pt x="76" y="9"/>
                </a:lnTo>
                <a:lnTo>
                  <a:pt x="51" y="22"/>
                </a:lnTo>
                <a:lnTo>
                  <a:pt x="46" y="39"/>
                </a:lnTo>
                <a:lnTo>
                  <a:pt x="39" y="52"/>
                </a:lnTo>
                <a:lnTo>
                  <a:pt x="26" y="56"/>
                </a:lnTo>
                <a:lnTo>
                  <a:pt x="2" y="54"/>
                </a:lnTo>
                <a:lnTo>
                  <a:pt x="0" y="66"/>
                </a:lnTo>
                <a:lnTo>
                  <a:pt x="9" y="83"/>
                </a:lnTo>
                <a:lnTo>
                  <a:pt x="23" y="104"/>
                </a:lnTo>
                <a:lnTo>
                  <a:pt x="39" y="112"/>
                </a:lnTo>
                <a:lnTo>
                  <a:pt x="48" y="95"/>
                </a:lnTo>
                <a:lnTo>
                  <a:pt x="60" y="100"/>
                </a:lnTo>
                <a:lnTo>
                  <a:pt x="72" y="100"/>
                </a:lnTo>
                <a:lnTo>
                  <a:pt x="88" y="109"/>
                </a:lnTo>
                <a:lnTo>
                  <a:pt x="102" y="117"/>
                </a:lnTo>
                <a:lnTo>
                  <a:pt x="96" y="145"/>
                </a:lnTo>
                <a:lnTo>
                  <a:pt x="81" y="148"/>
                </a:lnTo>
                <a:lnTo>
                  <a:pt x="88" y="158"/>
                </a:lnTo>
                <a:lnTo>
                  <a:pt x="106" y="170"/>
                </a:lnTo>
                <a:lnTo>
                  <a:pt x="126" y="172"/>
                </a:lnTo>
                <a:lnTo>
                  <a:pt x="125" y="151"/>
                </a:lnTo>
                <a:lnTo>
                  <a:pt x="134" y="163"/>
                </a:lnTo>
                <a:lnTo>
                  <a:pt x="171" y="172"/>
                </a:lnTo>
                <a:lnTo>
                  <a:pt x="182" y="171"/>
                </a:lnTo>
                <a:lnTo>
                  <a:pt x="185" y="160"/>
                </a:lnTo>
                <a:lnTo>
                  <a:pt x="186" y="138"/>
                </a:lnTo>
                <a:lnTo>
                  <a:pt x="209" y="97"/>
                </a:lnTo>
                <a:lnTo>
                  <a:pt x="219" y="95"/>
                </a:lnTo>
                <a:lnTo>
                  <a:pt x="214" y="66"/>
                </a:lnTo>
                <a:lnTo>
                  <a:pt x="207" y="51"/>
                </a:lnTo>
                <a:lnTo>
                  <a:pt x="197" y="47"/>
                </a:lnTo>
                <a:lnTo>
                  <a:pt x="190" y="30"/>
                </a:lnTo>
                <a:lnTo>
                  <a:pt x="140" y="16"/>
                </a:lnTo>
                <a:lnTo>
                  <a:pt x="111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6350" cmpd="sng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28398" dir="6993903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9C11395-CF14-6026-33AF-B00F4BCCD8FC}"/>
              </a:ext>
            </a:extLst>
          </p:cNvPr>
          <p:cNvSpPr/>
          <p:nvPr/>
        </p:nvSpPr>
        <p:spPr>
          <a:xfrm>
            <a:off x="3587874" y="3386137"/>
            <a:ext cx="79220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Kinshasa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34112CF-E1DD-2365-814A-B03DF823A5A0}"/>
              </a:ext>
            </a:extLst>
          </p:cNvPr>
          <p:cNvSpPr/>
          <p:nvPr/>
        </p:nvSpPr>
        <p:spPr>
          <a:xfrm>
            <a:off x="5571096" y="1514685"/>
            <a:ext cx="85461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Mongala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D99079FC-2E29-2C2C-2624-F8E179D796D2}"/>
              </a:ext>
            </a:extLst>
          </p:cNvPr>
          <p:cNvSpPr/>
          <p:nvPr/>
        </p:nvSpPr>
        <p:spPr>
          <a:xfrm>
            <a:off x="8844603" y="2890524"/>
            <a:ext cx="2160000" cy="504000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</a:t>
            </a:r>
            <a:r>
              <a:rPr kumimoji="0" lang="fr-CA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Kalémie</a:t>
            </a:r>
            <a:r>
              <a:rPr kumimoji="0" lang="fr-CA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: 2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00149EB-5D38-A845-FCD4-3EEA56A28676}"/>
              </a:ext>
            </a:extLst>
          </p:cNvPr>
          <p:cNvCxnSpPr>
            <a:cxnSpLocks/>
            <a:stCxn id="28" idx="3"/>
            <a:endCxn id="121" idx="1"/>
          </p:cNvCxnSpPr>
          <p:nvPr/>
        </p:nvCxnSpPr>
        <p:spPr>
          <a:xfrm flipV="1">
            <a:off x="8237660" y="3142524"/>
            <a:ext cx="606943" cy="11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CC90DA5E-7FEA-9F09-E98F-715D973142AF}"/>
              </a:ext>
            </a:extLst>
          </p:cNvPr>
          <p:cNvSpPr/>
          <p:nvPr/>
        </p:nvSpPr>
        <p:spPr>
          <a:xfrm>
            <a:off x="8844603" y="1660879"/>
            <a:ext cx="2160000" cy="504000"/>
          </a:xfrm>
          <a:prstGeom prst="roundRect">
            <a:avLst/>
          </a:prstGeom>
          <a:solidFill>
            <a:srgbClr val="BF9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Bukavu :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0955A7E-930A-EA49-518F-32843364B37D}"/>
              </a:ext>
            </a:extLst>
          </p:cNvPr>
          <p:cNvCxnSpPr>
            <a:cxnSpLocks/>
            <a:stCxn id="115" idx="3"/>
            <a:endCxn id="123" idx="1"/>
          </p:cNvCxnSpPr>
          <p:nvPr/>
        </p:nvCxnSpPr>
        <p:spPr>
          <a:xfrm flipV="1">
            <a:off x="8127070" y="1912879"/>
            <a:ext cx="717533" cy="1372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CB75023-E5EC-94D6-1063-BE2927BC2712}"/>
              </a:ext>
            </a:extLst>
          </p:cNvPr>
          <p:cNvSpPr/>
          <p:nvPr/>
        </p:nvSpPr>
        <p:spPr>
          <a:xfrm>
            <a:off x="8844603" y="1090730"/>
            <a:ext cx="2160000" cy="5040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Goma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Antenne de Beni</a:t>
            </a:r>
            <a:endParaRPr kumimoji="0" lang="en-GB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6E54DB3-BEA8-57A5-6B95-8C7755F15251}"/>
              </a:ext>
            </a:extLst>
          </p:cNvPr>
          <p:cNvCxnSpPr>
            <a:cxnSpLocks/>
            <a:stCxn id="102" idx="0"/>
            <a:endCxn id="127" idx="1"/>
          </p:cNvCxnSpPr>
          <p:nvPr/>
        </p:nvCxnSpPr>
        <p:spPr>
          <a:xfrm flipV="1">
            <a:off x="8227032" y="687686"/>
            <a:ext cx="617571" cy="1023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1723177-B621-6B56-34CF-B1529BAEC90D}"/>
              </a:ext>
            </a:extLst>
          </p:cNvPr>
          <p:cNvSpPr/>
          <p:nvPr/>
        </p:nvSpPr>
        <p:spPr>
          <a:xfrm>
            <a:off x="8844603" y="435686"/>
            <a:ext cx="2160000" cy="504000"/>
          </a:xfrm>
          <a:prstGeom prst="round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Bunia : 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D8ED9138-1E03-5E27-3462-EA87A6CC1158}"/>
              </a:ext>
            </a:extLst>
          </p:cNvPr>
          <p:cNvSpPr/>
          <p:nvPr/>
        </p:nvSpPr>
        <p:spPr>
          <a:xfrm>
            <a:off x="822593" y="5727491"/>
            <a:ext cx="2160000" cy="504000"/>
          </a:xfrm>
          <a:prstGeom prst="round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Lubumbashi :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0122D3B9-B16C-354A-0CF4-C3F609BE522D}"/>
              </a:ext>
            </a:extLst>
          </p:cNvPr>
          <p:cNvSpPr/>
          <p:nvPr/>
        </p:nvSpPr>
        <p:spPr>
          <a:xfrm>
            <a:off x="822593" y="3997491"/>
            <a:ext cx="2160000" cy="504000"/>
          </a:xfrm>
          <a:prstGeom prst="roundRect">
            <a:avLst/>
          </a:prstGeom>
          <a:solidFill>
            <a:srgbClr val="F8CBA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 Kinshasa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</a:t>
            </a:r>
            <a:r>
              <a:rPr kumimoji="0" lang="fr-CA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Kin</a:t>
            </a: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Ouest :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05C34B95-1A49-4255-68D8-BA5B43D603B6}"/>
              </a:ext>
            </a:extLst>
          </p:cNvPr>
          <p:cNvSpPr/>
          <p:nvPr/>
        </p:nvSpPr>
        <p:spPr>
          <a:xfrm>
            <a:off x="822593" y="5173546"/>
            <a:ext cx="2160000" cy="504000"/>
          </a:xfrm>
          <a:prstGeom prst="roundRect">
            <a:avLst/>
          </a:prstGeom>
          <a:solidFill>
            <a:srgbClr val="D6DCE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Kananga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Antenne de Tshikapa, </a:t>
            </a:r>
            <a:r>
              <a:rPr kumimoji="0" lang="fr-CA" sz="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Lodja</a:t>
            </a:r>
            <a:endParaRPr kumimoji="0" lang="en-GB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33ED9C6B-1747-7DD1-8CFF-2EDF7D546097}"/>
              </a:ext>
            </a:extLst>
          </p:cNvPr>
          <p:cNvSpPr/>
          <p:nvPr/>
        </p:nvSpPr>
        <p:spPr>
          <a:xfrm>
            <a:off x="822593" y="4585518"/>
            <a:ext cx="2160000" cy="50400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BT Mbandaka :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1C7DCB44-BDDF-1736-6CE2-A27AE2FDF9B3}"/>
              </a:ext>
            </a:extLst>
          </p:cNvPr>
          <p:cNvCxnSpPr>
            <a:cxnSpLocks/>
            <a:stCxn id="111" idx="2"/>
            <a:endCxn id="128" idx="3"/>
          </p:cNvCxnSpPr>
          <p:nvPr/>
        </p:nvCxnSpPr>
        <p:spPr>
          <a:xfrm rot="5400000">
            <a:off x="5341551" y="3468424"/>
            <a:ext cx="152110" cy="4870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F54CEA4-28A7-92AA-6AAB-802F4EFEB47F}"/>
              </a:ext>
            </a:extLst>
          </p:cNvPr>
          <p:cNvCxnSpPr>
            <a:cxnSpLocks/>
            <a:stCxn id="107" idx="3"/>
            <a:endCxn id="125" idx="1"/>
          </p:cNvCxnSpPr>
          <p:nvPr/>
        </p:nvCxnSpPr>
        <p:spPr>
          <a:xfrm flipV="1">
            <a:off x="8273332" y="1342730"/>
            <a:ext cx="571271" cy="1227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4E1D665E-84E4-7628-7A03-C9FD2AC816FC}"/>
              </a:ext>
            </a:extLst>
          </p:cNvPr>
          <p:cNvCxnSpPr>
            <a:cxnSpLocks/>
            <a:stCxn id="119" idx="1"/>
            <a:endCxn id="131" idx="3"/>
          </p:cNvCxnSpPr>
          <p:nvPr/>
        </p:nvCxnSpPr>
        <p:spPr>
          <a:xfrm flipH="1">
            <a:off x="2982593" y="3532331"/>
            <a:ext cx="605281" cy="71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7F38DA69-D35B-FE71-0A24-176C4D826A05}"/>
              </a:ext>
            </a:extLst>
          </p:cNvPr>
          <p:cNvCxnSpPr>
            <a:cxnSpLocks/>
            <a:stCxn id="96" idx="2"/>
            <a:endCxn id="132" idx="3"/>
          </p:cNvCxnSpPr>
          <p:nvPr/>
        </p:nvCxnSpPr>
        <p:spPr>
          <a:xfrm rot="5400000">
            <a:off x="4038825" y="3323513"/>
            <a:ext cx="1045802" cy="31582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EBF5EEDB-5CB7-4202-55C3-AB86C6B8E616}"/>
              </a:ext>
            </a:extLst>
          </p:cNvPr>
          <p:cNvCxnSpPr>
            <a:stCxn id="72" idx="1"/>
            <a:endCxn id="133" idx="3"/>
          </p:cNvCxnSpPr>
          <p:nvPr/>
        </p:nvCxnSpPr>
        <p:spPr>
          <a:xfrm rot="10800000" flipV="1">
            <a:off x="2982594" y="2272742"/>
            <a:ext cx="1687303" cy="25647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5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AC0031-4FF5-A9DD-2B3F-7040242F3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087896"/>
              </p:ext>
            </p:extLst>
          </p:nvPr>
        </p:nvGraphicFramePr>
        <p:xfrm>
          <a:off x="337637" y="927052"/>
          <a:ext cx="3529583" cy="5384918"/>
        </p:xfrm>
        <a:graphic>
          <a:graphicData uri="http://schemas.openxmlformats.org/drawingml/2006/table">
            <a:tbl>
              <a:tblPr/>
              <a:tblGrid>
                <a:gridCol w="351859">
                  <a:extLst>
                    <a:ext uri="{9D8B030D-6E8A-4147-A177-3AD203B41FA5}">
                      <a16:colId xmlns:a16="http://schemas.microsoft.com/office/drawing/2014/main" val="2761864884"/>
                    </a:ext>
                  </a:extLst>
                </a:gridCol>
                <a:gridCol w="1475321">
                  <a:extLst>
                    <a:ext uri="{9D8B030D-6E8A-4147-A177-3AD203B41FA5}">
                      <a16:colId xmlns:a16="http://schemas.microsoft.com/office/drawing/2014/main" val="3383357164"/>
                    </a:ext>
                  </a:extLst>
                </a:gridCol>
                <a:gridCol w="1702403">
                  <a:extLst>
                    <a:ext uri="{9D8B030D-6E8A-4147-A177-3AD203B41FA5}">
                      <a16:colId xmlns:a16="http://schemas.microsoft.com/office/drawing/2014/main" val="3614371824"/>
                    </a:ext>
                  </a:extLst>
                </a:gridCol>
              </a:tblGrid>
              <a:tr h="3304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N°</a:t>
                      </a:r>
                    </a:p>
                  </a:txBody>
                  <a:tcPr marL="3324" marR="3324" marT="33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66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STRUCTURES (</a:t>
                      </a:r>
                      <a:r>
                        <a:rPr lang="en-US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Bénéficiaires</a:t>
                      </a: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 des </a:t>
                      </a:r>
                      <a:r>
                        <a:rPr lang="en-US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financements</a:t>
                      </a: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 </a:t>
                      </a:r>
                    </a:p>
                  </a:txBody>
                  <a:tcPr marL="3324" marR="3324" marT="3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66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24" marR="3324" marT="3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2296"/>
                  </a:ext>
                </a:extLst>
              </a:tr>
              <a:tr h="2361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 </a:t>
                      </a:r>
                    </a:p>
                  </a:txBody>
                  <a:tcPr marL="3324" marR="3324" marT="33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 </a:t>
                      </a:r>
                    </a:p>
                  </a:txBody>
                  <a:tcPr marL="3324" marR="3324" marT="3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Bodoni MT" panose="02070603080606020203" pitchFamily="18" charset="0"/>
                        </a:rPr>
                        <a:t>TOTAL DECAISSE</a:t>
                      </a:r>
                    </a:p>
                  </a:txBody>
                  <a:tcPr marL="3324" marR="3324" marT="3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16306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PEV CENTRAL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1,407,583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573658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TSHOPO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1,386,861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155422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3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HAUT UELE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240,445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936790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4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KINSHASA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1,052,744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133855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5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KASAI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934,886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87575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6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KONGO CENTRAL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713,467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040101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7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NORD UBANGI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349,930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83500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8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SUD UBANGI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232,083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398780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9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KASAI ORIENTAL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405,767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446565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10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KWANGO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369,490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167569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11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BAS UELE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271,400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904801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12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EQUATEUR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255,057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41771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13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KASAI CENTRAL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527,979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067313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14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 HAUT KATANGA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1,028,490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960036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15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HAUT LOMAMI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853,968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273449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16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ITURI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790,671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468348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17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KWILU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494,040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428937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18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LOMAMI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375,753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901077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19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LUALABA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255,942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04154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20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MAINDOMBE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312,751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59306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21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MANIEMA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1,111,618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02500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22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SANKURU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874,949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00848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23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SUD KIVU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686,396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723788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24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MONGALA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202,453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111401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25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TANGANYIKA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994,529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075097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27</a:t>
                      </a:r>
                    </a:p>
                  </a:txBody>
                  <a:tcPr marL="3324" marR="3324" marT="33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DPS TSHUAPA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281,596</a:t>
                      </a:r>
                    </a:p>
                  </a:txBody>
                  <a:tcPr marL="3324" marR="3324" marT="33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478198"/>
                  </a:ext>
                </a:extLst>
              </a:tr>
              <a:tr h="178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 </a:t>
                      </a:r>
                    </a:p>
                  </a:txBody>
                  <a:tcPr marL="3324" marR="3324" marT="33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</a:rPr>
                        <a:t>TOTAL GENERAL</a:t>
                      </a:r>
                    </a:p>
                  </a:txBody>
                  <a:tcPr marL="3324" marR="3324" marT="3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16,410,850</a:t>
                      </a:r>
                    </a:p>
                  </a:txBody>
                  <a:tcPr marL="3324" marR="3324" marT="33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205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C0CC364-7A41-2DC6-E9D2-51D3C6FC94DB}"/>
              </a:ext>
            </a:extLst>
          </p:cNvPr>
          <p:cNvSpPr txBox="1">
            <a:spLocks/>
          </p:cNvSpPr>
          <p:nvPr/>
        </p:nvSpPr>
        <p:spPr>
          <a:xfrm>
            <a:off x="299652" y="0"/>
            <a:ext cx="11362267" cy="7641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914354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  <a:buSzPts val="2399"/>
            </a:pPr>
            <a:r>
              <a:rPr lang="fr-FR" sz="3733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Decaissement</a:t>
            </a:r>
            <a:r>
              <a:rPr lang="fr-FR" sz="37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aux </a:t>
            </a:r>
            <a:r>
              <a:rPr lang="fr-FR" sz="3733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beneficiaires</a:t>
            </a:r>
            <a:endParaRPr lang="fr-FR" sz="3733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567A7-3FAC-5C74-B9CD-4D5850B4B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535" y="4478284"/>
            <a:ext cx="6525857" cy="137147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CA990C-1802-2C4F-D214-77B293796927}"/>
              </a:ext>
            </a:extLst>
          </p:cNvPr>
          <p:cNvSpPr txBox="1">
            <a:spLocks/>
          </p:cNvSpPr>
          <p:nvPr/>
        </p:nvSpPr>
        <p:spPr>
          <a:xfrm>
            <a:off x="4567903" y="2457008"/>
            <a:ext cx="4202471" cy="4601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indent="0">
              <a:lnSpc>
                <a:spcPct val="150000"/>
              </a:lnSpc>
              <a:buNone/>
            </a:pPr>
            <a:r>
              <a:rPr lang="fr-FR" sz="1600" dirty="0"/>
              <a:t>Fonds Propres UNICEF : 2.8 millions USD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61D737-A4FC-0DA5-2DA9-A89CB0B2B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94273"/>
              </p:ext>
            </p:extLst>
          </p:nvPr>
        </p:nvGraphicFramePr>
        <p:xfrm>
          <a:off x="4739148" y="1054984"/>
          <a:ext cx="6922771" cy="1371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07">
                  <a:extLst>
                    <a:ext uri="{9D8B030D-6E8A-4147-A177-3AD203B41FA5}">
                      <a16:colId xmlns:a16="http://schemas.microsoft.com/office/drawing/2014/main" val="3613898785"/>
                    </a:ext>
                  </a:extLst>
                </a:gridCol>
                <a:gridCol w="1339891">
                  <a:extLst>
                    <a:ext uri="{9D8B030D-6E8A-4147-A177-3AD203B41FA5}">
                      <a16:colId xmlns:a16="http://schemas.microsoft.com/office/drawing/2014/main" val="4055316592"/>
                    </a:ext>
                  </a:extLst>
                </a:gridCol>
                <a:gridCol w="1339891">
                  <a:extLst>
                    <a:ext uri="{9D8B030D-6E8A-4147-A177-3AD203B41FA5}">
                      <a16:colId xmlns:a16="http://schemas.microsoft.com/office/drawing/2014/main" val="381147857"/>
                    </a:ext>
                  </a:extLst>
                </a:gridCol>
                <a:gridCol w="1339891">
                  <a:extLst>
                    <a:ext uri="{9D8B030D-6E8A-4147-A177-3AD203B41FA5}">
                      <a16:colId xmlns:a16="http://schemas.microsoft.com/office/drawing/2014/main" val="1302315716"/>
                    </a:ext>
                  </a:extLst>
                </a:gridCol>
                <a:gridCol w="1339891">
                  <a:extLst>
                    <a:ext uri="{9D8B030D-6E8A-4147-A177-3AD203B41FA5}">
                      <a16:colId xmlns:a16="http://schemas.microsoft.com/office/drawing/2014/main" val="1457276635"/>
                    </a:ext>
                  </a:extLst>
                </a:gridCol>
              </a:tblGrid>
              <a:tr h="604555">
                <a:tc>
                  <a:txBody>
                    <a:bodyPr/>
                    <a:lstStyle/>
                    <a:p>
                      <a:r>
                        <a:rPr lang="en-US" sz="1400" dirty="0"/>
                        <a:t>Fonds </a:t>
                      </a:r>
                      <a:r>
                        <a:rPr lang="en-US" sz="1400" dirty="0" err="1"/>
                        <a:t>Mobilises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Decaisses</a:t>
                      </a:r>
                      <a:r>
                        <a:rPr lang="en-US" sz="1400" dirty="0"/>
                        <a:t> / MSP-PEV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Gestions </a:t>
                      </a:r>
                      <a:r>
                        <a:rPr lang="en-US" sz="1400" dirty="0" err="1"/>
                        <a:t>contrat</a:t>
                      </a:r>
                      <a:r>
                        <a:rPr lang="en-US" sz="1400" dirty="0"/>
                        <a:t> et </a:t>
                      </a:r>
                      <a:r>
                        <a:rPr lang="en-US" sz="1400" dirty="0" err="1"/>
                        <a:t>autres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programmes</a:t>
                      </a:r>
                      <a:r>
                        <a:rPr lang="en-US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Reprogrammes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 err="1"/>
                        <a:t>activites</a:t>
                      </a:r>
                      <a:r>
                        <a:rPr lang="en-US" sz="1400" dirty="0"/>
                        <a:t>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</a:t>
                      </a:r>
                      <a:r>
                        <a:rPr lang="en-US" sz="1400" dirty="0" err="1"/>
                        <a:t>retourner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Donateurs</a:t>
                      </a:r>
                      <a:r>
                        <a:rPr lang="en-US" sz="1400" dirty="0"/>
                        <a:t> (FAE)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836677"/>
                  </a:ext>
                </a:extLst>
              </a:tr>
              <a:tr h="426591">
                <a:tc>
                  <a:txBody>
                    <a:bodyPr/>
                    <a:lstStyle/>
                    <a:p>
                      <a:r>
                        <a:rPr lang="en-US" dirty="0"/>
                        <a:t>33,800,000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16,410,850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5,889,150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3,500,000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312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62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32BBBD-3687-E9D6-64A6-59876D94A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78950"/>
              </p:ext>
            </p:extLst>
          </p:nvPr>
        </p:nvGraphicFramePr>
        <p:xfrm>
          <a:off x="83949" y="25829"/>
          <a:ext cx="11449290" cy="6755415"/>
        </p:xfrm>
        <a:graphic>
          <a:graphicData uri="http://schemas.openxmlformats.org/drawingml/2006/table">
            <a:tbl>
              <a:tblPr/>
              <a:tblGrid>
                <a:gridCol w="5465733">
                  <a:extLst>
                    <a:ext uri="{9D8B030D-6E8A-4147-A177-3AD203B41FA5}">
                      <a16:colId xmlns:a16="http://schemas.microsoft.com/office/drawing/2014/main" val="63144871"/>
                    </a:ext>
                  </a:extLst>
                </a:gridCol>
                <a:gridCol w="998904">
                  <a:extLst>
                    <a:ext uri="{9D8B030D-6E8A-4147-A177-3AD203B41FA5}">
                      <a16:colId xmlns:a16="http://schemas.microsoft.com/office/drawing/2014/main" val="587492178"/>
                    </a:ext>
                  </a:extLst>
                </a:gridCol>
                <a:gridCol w="4984653">
                  <a:extLst>
                    <a:ext uri="{9D8B030D-6E8A-4147-A177-3AD203B41FA5}">
                      <a16:colId xmlns:a16="http://schemas.microsoft.com/office/drawing/2014/main" val="3846036310"/>
                    </a:ext>
                  </a:extLst>
                </a:gridCol>
              </a:tblGrid>
              <a:tr h="787442">
                <a:tc gridSpan="3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65195"/>
                  </a:ext>
                </a:extLst>
              </a:tr>
              <a:tr h="26524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Activités</a:t>
                      </a:r>
                    </a:p>
                  </a:txBody>
                  <a:tcPr marL="7492" marR="7492" marT="7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8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Statut</a:t>
                      </a: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7492" marR="7492" marT="7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8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5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Resultats</a:t>
                      </a: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7492" marR="7492" marT="7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573621"/>
                  </a:ext>
                </a:extLst>
              </a:tr>
              <a:tr h="2818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7492" marR="7492" marT="7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639962"/>
                  </a:ext>
                </a:extLst>
              </a:tr>
              <a:tr h="779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Appuyer le fonctionnement du PEV central par la prise en charge des frais de fonctionnement du HUB Kinshasa</a:t>
                      </a:r>
                      <a:endParaRPr lang="en-US" sz="2500"/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Achat de carburant, , </a:t>
                      </a:r>
                      <a:r>
                        <a:rPr lang="fr-FR" sz="15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securité</a:t>
                      </a: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et gardiennage</a:t>
                      </a: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083304"/>
                  </a:ext>
                </a:extLst>
              </a:tr>
              <a:tr h="5304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Appuyer</a:t>
                      </a:r>
                      <a:r>
                        <a:rPr lang="en-US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 le </a:t>
                      </a:r>
                      <a:r>
                        <a:rPr lang="en-US" sz="1500" b="0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fonctionnement</a:t>
                      </a:r>
                      <a:r>
                        <a:rPr lang="en-US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 de HUB Kisangani et Lubumbashi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500" b="0" i="0" u="none" strike="noStrike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Paiement de FT </a:t>
                      </a:r>
                      <a:r>
                        <a:rPr lang="en-US" sz="15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appui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5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fonctionnement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hub (Maintenance, carburant, </a:t>
                      </a:r>
                      <a:r>
                        <a:rPr lang="en-US" sz="15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gardiennage</a:t>
                      </a: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</a:t>
                      </a:r>
                      <a:endParaRPr lang="en-US" sz="1500" b="0" i="0" u="none" strike="noStrike" err="1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476656"/>
                  </a:ext>
                </a:extLst>
              </a:tr>
              <a:tr h="779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Acquérir un logiciel </a:t>
                      </a:r>
                      <a:r>
                        <a:rPr lang="fr-FR" sz="1500" b="0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eLMIS</a:t>
                      </a: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 pour gestion des stocks et suivi de fonctionnement des équipements de la </a:t>
                      </a:r>
                      <a:r>
                        <a:rPr lang="fr-FR" sz="1500" b="0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CdF</a:t>
                      </a: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 à temps réel</a:t>
                      </a:r>
                      <a:endParaRPr lang="en-US" sz="2500"/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endParaRPr lang="en-US" sz="2500"/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Developpement</a:t>
                      </a: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et pilote dans 2 provinces. </a:t>
                      </a:r>
                    </a:p>
                    <a:p>
                      <a:pPr lvl="0" algn="l">
                        <a:buNone/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Fin </a:t>
                      </a:r>
                      <a:r>
                        <a:rPr lang="fr-FR" sz="15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prevue</a:t>
                      </a: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Mars 2026</a:t>
                      </a: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242689"/>
                  </a:ext>
                </a:extLst>
              </a:tr>
              <a:tr h="779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Assurer le transport de vaccins du niveau central vers les dépôts déconcentrés, des dépôts déconcentrés vers les DPS</a:t>
                      </a:r>
                      <a:endParaRPr lang="fr-FR" sz="2500"/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500"/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Distribution des vaccins de T2, T3 et T4 dans les 51 antennes </a:t>
                      </a:r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27471"/>
                  </a:ext>
                </a:extLst>
              </a:tr>
              <a:tr h="72941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Sous-traiter les activités de la manutention au niveau des dépôts déconcentrés</a:t>
                      </a:r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121528"/>
                  </a:ext>
                </a:extLst>
              </a:tr>
              <a:tr h="52219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Assurer le transport de vaccins des DPS vers les Zones</a:t>
                      </a:r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500"/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Distribution des vaccins de T2, T3 et T4 dans les ZS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7492" marR="7492" marT="7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682813"/>
                  </a:ext>
                </a:extLst>
              </a:tr>
              <a:tr h="52219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Assurer le transport de vaccins des BCZS vers les Centre de santé</a:t>
                      </a:r>
                      <a:endParaRPr lang="en-US" sz="2500"/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500"/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Distribution des vaccins de T2, T3 et T4 dans les AS</a:t>
                      </a:r>
                      <a:endParaRPr lang="en-US" sz="2500"/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742257"/>
                  </a:ext>
                </a:extLst>
              </a:tr>
              <a:tr h="779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Assurer la connexion réseau des SIMS utilisées dans la</a:t>
                      </a:r>
                      <a:endParaRPr lang="en-US" sz="2500" dirty="0"/>
                    </a:p>
                    <a:p>
                      <a:pPr lvl="0" algn="l">
                        <a:buNone/>
                      </a:pPr>
                      <a:r>
                        <a:rPr lang="fr-FR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fonctionnalité de l'application Gestion PEV</a:t>
                      </a:r>
                      <a:endParaRPr lang="fr-FR" sz="2500" dirty="0"/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500" b="0" i="0" u="none" strike="noStrike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Financement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achat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connexion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STARLINK (RR UNICEF) , Paiement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connexion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SIMS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cours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</a:p>
                  </a:txBody>
                  <a:tcPr marL="7492" marR="7492" marT="7492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570975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5881C07-14A1-8231-5607-19412605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5" y="76757"/>
            <a:ext cx="11361559" cy="763500"/>
          </a:xfrm>
        </p:spPr>
        <p:txBody>
          <a:bodyPr/>
          <a:lstStyle/>
          <a:p>
            <a:r>
              <a:rPr lang="fr-FR" sz="3200">
                <a:solidFill>
                  <a:srgbClr val="145ABE"/>
                </a:solidFill>
              </a:rPr>
              <a:t>Principaux résultats du RSS3  2025 / UNICEF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AC6484-F458-FDBD-593B-D49214FAE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617606"/>
              </p:ext>
            </p:extLst>
          </p:nvPr>
        </p:nvGraphicFramePr>
        <p:xfrm>
          <a:off x="79514" y="456107"/>
          <a:ext cx="12032973" cy="6205492"/>
        </p:xfrm>
        <a:graphic>
          <a:graphicData uri="http://schemas.openxmlformats.org/drawingml/2006/table">
            <a:tbl>
              <a:tblPr bandRow="1"/>
              <a:tblGrid>
                <a:gridCol w="926601">
                  <a:extLst>
                    <a:ext uri="{9D8B030D-6E8A-4147-A177-3AD203B41FA5}">
                      <a16:colId xmlns:a16="http://schemas.microsoft.com/office/drawing/2014/main" val="15929116"/>
                    </a:ext>
                  </a:extLst>
                </a:gridCol>
                <a:gridCol w="4808940">
                  <a:extLst>
                    <a:ext uri="{9D8B030D-6E8A-4147-A177-3AD203B41FA5}">
                      <a16:colId xmlns:a16="http://schemas.microsoft.com/office/drawing/2014/main" val="2833241900"/>
                    </a:ext>
                  </a:extLst>
                </a:gridCol>
                <a:gridCol w="1070775">
                  <a:extLst>
                    <a:ext uri="{9D8B030D-6E8A-4147-A177-3AD203B41FA5}">
                      <a16:colId xmlns:a16="http://schemas.microsoft.com/office/drawing/2014/main" val="3359757913"/>
                    </a:ext>
                  </a:extLst>
                </a:gridCol>
                <a:gridCol w="5226657">
                  <a:extLst>
                    <a:ext uri="{9D8B030D-6E8A-4147-A177-3AD203B41FA5}">
                      <a16:colId xmlns:a16="http://schemas.microsoft.com/office/drawing/2014/main" val="2736569950"/>
                    </a:ext>
                  </a:extLst>
                </a:gridCol>
              </a:tblGrid>
              <a:tr h="435530">
                <a:tc gridSpan="4"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 sz="2500">
                        <a:effectLst/>
                      </a:endParaRPr>
                    </a:p>
                  </a:txBody>
                  <a:tcPr marL="7480" marR="7480" marT="7480" marB="6096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852374"/>
                  </a:ext>
                </a:extLst>
              </a:tr>
              <a:tr h="321650"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414141"/>
                          </a:solidFill>
                          <a:effectLst/>
                          <a:latin typeface="Times New Roman"/>
                        </a:rPr>
                        <a:t>PTF</a:t>
                      </a:r>
                    </a:p>
                  </a:txBody>
                  <a:tcPr marL="7480" marR="7480" marT="7480" marB="6096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9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Activités</a:t>
                      </a:r>
                      <a:r>
                        <a:rPr 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9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Planifiees</a:t>
                      </a:r>
                      <a:endParaRPr lang="en-US" sz="1900" b="0" i="0">
                        <a:solidFill>
                          <a:srgbClr val="414141"/>
                        </a:solidFill>
                        <a:effectLst/>
                        <a:latin typeface="Times New Roman"/>
                      </a:endParaRPr>
                    </a:p>
                  </a:txBody>
                  <a:tcPr marL="7480" marR="7480" marT="7480" marB="6096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6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Statut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480" marR="7480" marT="7480" marB="6096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Resultats</a:t>
                      </a: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5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Obtenus</a:t>
                      </a:r>
                      <a:endParaRPr lang="en-US" sz="1500" b="0" i="0">
                        <a:solidFill>
                          <a:srgbClr val="414141"/>
                        </a:solidFill>
                        <a:effectLst/>
                        <a:latin typeface="Times New Roman"/>
                      </a:endParaRPr>
                    </a:p>
                  </a:txBody>
                  <a:tcPr marL="7480" marR="7480" marT="7480" marB="6096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868042"/>
                  </a:ext>
                </a:extLst>
              </a:tr>
              <a:tr h="321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480" marR="7480" marT="7480" marB="6096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017364"/>
                  </a:ext>
                </a:extLst>
              </a:tr>
              <a:tr h="874559">
                <a:tc rowSpan="6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900" b="0" i="0" u="none" strike="noStrike" cap="none" dirty="0">
                          <a:solidFill>
                            <a:srgbClr val="145ABE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UNICEF</a:t>
                      </a:r>
                    </a:p>
                  </a:txBody>
                  <a:tcPr marL="7480" marR="7480" marT="7480" marB="60960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Assurer l'identification des enfants zéro dose dans la communauté 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ts val="1425"/>
                        </a:lnSpc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 identification initiale de:</a:t>
                      </a:r>
                    </a:p>
                    <a:p>
                      <a:pPr lvl="0" algn="l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Enfants zéro dose : 382 532</a:t>
                      </a:r>
                    </a:p>
                    <a:p>
                      <a:pPr lvl="0" algn="l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Enfants sous-vaccinés : 428 378</a:t>
                      </a:r>
                      <a:endParaRPr lang="fr-FR" sz="2500"/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12553"/>
                  </a:ext>
                </a:extLst>
              </a:tr>
              <a:tr h="595602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fr-FR" sz="1100" b="0" i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5610" marR="5610" marT="561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Mettre en place des points de transit des intrants de vaccination, </a:t>
                      </a:r>
                      <a:r>
                        <a:rPr lang="fr-FR" sz="1500" b="0" i="0" u="none" strike="noStrike" dirty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deploiement</a:t>
                      </a: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 Indigo(Indigo) 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500" dirty="0"/>
                        <a:t>Decision </a:t>
                      </a:r>
                      <a:r>
                        <a:rPr lang="en-US" sz="1500" dirty="0" err="1"/>
                        <a:t>CCPev</a:t>
                      </a:r>
                      <a:endParaRPr lang="en-US" sz="1500" dirty="0"/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fontAlgn="base">
                        <a:lnSpc>
                          <a:spcPts val="165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500" b="0" i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Achat 50 indigo, 670 glacières, 1298 porte vaccins deployés dans  les antennes. </a:t>
                      </a: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612580"/>
                  </a:ext>
                </a:extLst>
              </a:tr>
              <a:tr h="874559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5610" marR="5610" marT="561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Assurer la distribution directe des vaccins et autres intrants (NGCA)  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endParaRPr lang="en-US" sz="1500"/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ase">
                        <a:lnSpc>
                          <a:spcPts val="165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500" b="0" i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Distribution directe des vaccins  déployée dans les provinces du Kasaï, Kasaï Oriental, Maniema et </a:t>
                      </a:r>
                      <a:r>
                        <a:rPr lang="fr-FR" sz="1500" b="0" i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Tshopo</a:t>
                      </a:r>
                      <a:r>
                        <a:rPr lang="fr-FR" sz="1500" b="0" i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.  945 sites de stockages couverts </a:t>
                      </a: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71771"/>
                  </a:ext>
                </a:extLst>
              </a:tr>
              <a:tr h="874559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5610" marR="5610" marT="561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Assurer la distribution directe des vaccins et autres intrants de vaccination à l'aide des drones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500"/>
                        <a:t> </a:t>
                      </a:r>
                    </a:p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500" err="1"/>
                        <a:t>Suspendue</a:t>
                      </a:r>
                      <a:endParaRPr lang="en-US" sz="1500"/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" sz="1500" b="0" i="0" u="none" strike="noStrike" cap="none" noProof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la distribution directe </a:t>
                      </a:r>
                      <a:r>
                        <a:rPr lang="fr" sz="1500" b="0" i="0" u="none" strike="noStrike" cap="none" noProof="0">
                          <a:solidFill>
                            <a:srgbClr val="414141"/>
                          </a:solidFill>
                          <a:effectLst/>
                          <a:latin typeface="Arial"/>
                          <a:sym typeface="Arial"/>
                        </a:rPr>
                        <a:t>des vaccins</a:t>
                      </a:r>
                      <a:r>
                        <a:rPr lang="fr" sz="1500" b="0" i="0" u="none" strike="noStrike" cap="none" noProof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  déployée </a:t>
                      </a:r>
                      <a:r>
                        <a:rPr lang="fr" sz="1500" b="0" i="0" u="none" strike="noStrike" cap="none" noProof="0">
                          <a:solidFill>
                            <a:srgbClr val="414141"/>
                          </a:solidFill>
                          <a:effectLst/>
                          <a:latin typeface="Arial"/>
                          <a:sym typeface="Arial"/>
                        </a:rPr>
                        <a:t>dans les provinces </a:t>
                      </a:r>
                      <a:r>
                        <a:rPr lang="fr" sz="1500" b="0" i="0" u="none" strike="noStrike" cap="none" noProof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du Kasaï, Kasaï Oriental, Maniema et Tshopo.  945 sites de stockages couverts </a:t>
                      </a:r>
                      <a:endParaRPr lang="fr" sz="1500" b="0" i="0" u="none" strike="noStrike" cap="none" noProof="0">
                        <a:solidFill>
                          <a:srgbClr val="414141"/>
                        </a:solidFill>
                        <a:effectLst/>
                        <a:latin typeface="Arial"/>
                        <a:sym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059324"/>
                  </a:ext>
                </a:extLst>
              </a:tr>
              <a:tr h="7399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Réaliser le monitorage des données par la méthode de </a:t>
                      </a:r>
                      <a:r>
                        <a:rPr lang="fr-FR" sz="1500" b="0" i="0" dirty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Tanahashi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500" dirty="0"/>
                        <a:t>Decision </a:t>
                      </a:r>
                      <a:r>
                        <a:rPr lang="en-US" sz="1500" dirty="0" err="1"/>
                        <a:t>CCPev</a:t>
                      </a:r>
                      <a:endParaRPr lang="en-US" sz="1500" dirty="0"/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fr-FR" sz="1500" b="0" i="0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Baseline </a:t>
                      </a:r>
                      <a:r>
                        <a:rPr lang="fr-FR" sz="1500" b="0" i="0" dirty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realisee</a:t>
                      </a:r>
                      <a:r>
                        <a:rPr lang="fr-FR" sz="1500" b="0" i="0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; Progiciel </a:t>
                      </a:r>
                      <a:r>
                        <a:rPr lang="fr-FR" sz="1500" b="0" i="0" dirty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concu</a:t>
                      </a:r>
                      <a:r>
                        <a:rPr lang="fr-FR" sz="1500" b="0" i="0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 , valide , </a:t>
                      </a: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100% des ECP et ECZ des 4 provinces ont été formées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26635"/>
                  </a:ext>
                </a:extLst>
              </a:tr>
              <a:tr h="1153517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fr-FR" sz="1100" b="0" i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5610" marR="5610" marT="5610" anchor="ctr">
                    <a:lnL w="2264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Organiser les enquêtes indépendantes annuelles quantitatives et qualitatives de couverture vaccinale (ECV 2026)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endParaRPr lang="en-US" sz="1500" b="0" i="0" u="none" strike="noStrike" noProof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fontAlgn="base">
                        <a:lnSpc>
                          <a:spcPts val="165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Mise en place comité de pilotage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  <a:p>
                      <a:pPr marL="171450" lvl="0" indent="-171450" algn="l" fontAlgn="base">
                        <a:lnSpc>
                          <a:spcPts val="165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Validation du protocole de l’</a:t>
                      </a:r>
                      <a:r>
                        <a:rPr lang="fr-FR" sz="1500" b="0" i="0" u="none" strike="noStrike" dirty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etude</a:t>
                      </a:r>
                      <a:endParaRPr lang="fr-FR" sz="1500" b="0" i="0" dirty="0">
                        <a:solidFill>
                          <a:srgbClr val="414141"/>
                        </a:solidFill>
                        <a:effectLst/>
                        <a:latin typeface="Arial"/>
                      </a:endParaRPr>
                    </a:p>
                    <a:p>
                      <a:pPr marL="171450" lvl="0" indent="-171450" algn="l" fontAlgn="base">
                        <a:lnSpc>
                          <a:spcPts val="165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500" b="0" i="0" u="none" strike="noStrike" dirty="0" err="1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Contract</a:t>
                      </a:r>
                      <a:r>
                        <a:rPr lang="fr-FR" sz="1500" b="0" i="0" u="none" strike="noStrike" dirty="0">
                          <a:solidFill>
                            <a:srgbClr val="414141"/>
                          </a:solidFill>
                          <a:effectLst/>
                          <a:latin typeface="Arial"/>
                        </a:rPr>
                        <a:t> avec ENSP en cours</a:t>
                      </a:r>
                    </a:p>
                    <a:p>
                      <a:pPr marL="171450" lvl="0" indent="-171450" algn="l" fontAlgn="base">
                        <a:lnSpc>
                          <a:spcPts val="165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fr-FR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Gap de 700,000 USD</a:t>
                      </a:r>
                      <a:endParaRPr lang="fr-FR" sz="1500" b="0" i="0" dirty="0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7480" marR="7480" marT="7480" marB="60960">
                    <a:lnL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96405"/>
                  </a:ext>
                </a:extLst>
              </a:tr>
            </a:tbl>
          </a:graphicData>
        </a:graphic>
      </p:graphicFrame>
      <p:sp>
        <p:nvSpPr>
          <p:cNvPr id="4" name="Google Shape;67;p3">
            <a:extLst>
              <a:ext uri="{FF2B5EF4-FFF2-40B4-BE49-F238E27FC236}">
                <a16:creationId xmlns:a16="http://schemas.microsoft.com/office/drawing/2014/main" id="{50342734-1F25-520B-FC71-1F57723A7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605" y="-160548"/>
            <a:ext cx="12343159" cy="43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sz="2667">
                <a:solidFill>
                  <a:srgbClr val="145ABE"/>
                </a:solidFill>
              </a:rPr>
              <a:t>           Principaux résultats du FAE  /  UNICEF </a:t>
            </a:r>
            <a:endParaRPr sz="2667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DF1DB7-386E-3E47-16BB-3266CAFEC9AD}"/>
                  </a:ext>
                </a:extLst>
              </p14:cNvPr>
              <p14:cNvContentPartPr/>
              <p14:nvPr/>
            </p14:nvContentPartPr>
            <p14:xfrm>
              <a:off x="7583959" y="21287"/>
              <a:ext cx="17760" cy="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DF1DB7-386E-3E47-16BB-3266CAFEC9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7797" y="13127"/>
                <a:ext cx="30083" cy="1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704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0C11-57DD-7D3E-D4F2-6E8B1F62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6072-523A-1019-3F20-09147A96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20" y="72485"/>
            <a:ext cx="11093608" cy="723567"/>
          </a:xfrm>
        </p:spPr>
        <p:txBody>
          <a:bodyPr/>
          <a:lstStyle/>
          <a:p>
            <a:r>
              <a:rPr lang="fr-FR" sz="3200" b="1" dirty="0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Situation achat des vaccins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4CD3A471-4911-3D76-C1A0-1E275CF5C2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810919"/>
              </p:ext>
            </p:extLst>
          </p:nvPr>
        </p:nvGraphicFramePr>
        <p:xfrm>
          <a:off x="283904" y="779465"/>
          <a:ext cx="10944927" cy="2366071"/>
        </p:xfrm>
        <a:graphic>
          <a:graphicData uri="http://schemas.openxmlformats.org/drawingml/2006/table">
            <a:tbl>
              <a:tblPr/>
              <a:tblGrid>
                <a:gridCol w="115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7816">
                  <a:extLst>
                    <a:ext uri="{9D8B030D-6E8A-4147-A177-3AD203B41FA5}">
                      <a16:colId xmlns:a16="http://schemas.microsoft.com/office/drawing/2014/main" val="3877221573"/>
                    </a:ext>
                  </a:extLst>
                </a:gridCol>
              </a:tblGrid>
              <a:tr h="620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altLang="en-US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PTFs</a:t>
                      </a:r>
                      <a:endParaRPr lang="fr-FR" alt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Bloc 6 </a:t>
                      </a:r>
                      <a:r>
                        <a:rPr lang="fr-FR" altLang="en-US" sz="1800" b="1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Fievre</a:t>
                      </a:r>
                      <a:r>
                        <a:rPr lang="fr-FR" altLang="en-US"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Jaune  </a:t>
                      </a: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Times New Roman"/>
                          <a:cs typeface="Times New Roman"/>
                        </a:rPr>
                        <a:t>Niveau</a:t>
                      </a:r>
                      <a:r>
                        <a:rPr lang="fr-FR" sz="1800" b="1" baseline="0" dirty="0">
                          <a:latin typeface="Times New Roman"/>
                          <a:cs typeface="Times New Roman"/>
                        </a:rPr>
                        <a:t> de MEO</a:t>
                      </a:r>
                      <a:endParaRPr lang="fr-FR" sz="1800" b="1" dirty="0">
                        <a:latin typeface="Times New Roman"/>
                        <a:cs typeface="Times New Roman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latin typeface="Times New Roman"/>
                          <a:cs typeface="Times New Roman"/>
                        </a:rPr>
                        <a:t>Résultats obtenus </a:t>
                      </a: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99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ctr"/>
                      <a:r>
                        <a:rPr lang="en-US" sz="2400" b="0" i="0" u="none" strike="noStrike" cap="none">
                          <a:solidFill>
                            <a:srgbClr val="145AB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  <a:endParaRPr sz="2400" b="0" i="0" u="none" strike="noStrike" cap="none">
                        <a:solidFill>
                          <a:srgbClr val="145ABE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cap="none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Distribution des vaccins </a:t>
                      </a:r>
                      <a:endParaRPr lang="en-US" sz="1600" b="0" i="0" u="none" strike="noStrike" cap="none">
                        <a:ln>
                          <a:noFill/>
                          <a:prstDash val="sysDot"/>
                        </a:ln>
                        <a:solidFill>
                          <a:srgbClr val="21212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/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fr-FR" sz="1600" b="0" i="0" u="none" strike="noStrike" cap="none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Distribution des vaccins dans les provinces du bloc 6 sur fond UNICEF en attente de la signature du </a:t>
                      </a:r>
                      <a:r>
                        <a:rPr lang="fr-FR" sz="1600" b="0" i="0" u="none" strike="noStrike" cap="none" dirty="0" err="1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MoU</a:t>
                      </a:r>
                      <a:endParaRPr lang="fr-FR" sz="1600" b="0" i="0" u="none" strike="noStrike" cap="none" dirty="0">
                        <a:ln>
                          <a:noFill/>
                          <a:prstDash val="sysDot"/>
                        </a:ln>
                        <a:solidFill>
                          <a:srgbClr val="21212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961933"/>
                  </a:ext>
                </a:extLst>
              </a:tr>
              <a:tr h="112587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145ABE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cap="none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Communication et </a:t>
                      </a:r>
                      <a:r>
                        <a:rPr lang="en-US" sz="1600" b="0" i="0" u="none" strike="noStrike" cap="none" err="1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Mobilisation</a:t>
                      </a:r>
                      <a:r>
                        <a:rPr lang="en-US" sz="1600" b="0" i="0" u="none" strike="noStrike" cap="none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600" b="0" i="0" u="none" strike="noStrike" cap="none" err="1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sociale</a:t>
                      </a:r>
                      <a:r>
                        <a:rPr lang="en-US" sz="1600" b="0" i="0" u="none" strike="noStrike" cap="none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endParaRPr sz="1600" b="0" i="0" u="none" strike="noStrike" cap="none">
                        <a:ln>
                          <a:noFill/>
                          <a:prstDash val="sysDot"/>
                        </a:ln>
                        <a:solidFill>
                          <a:srgbClr val="21212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/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Arial"/>
                        </a:rPr>
                        <a:t>Activités de communication et mobilisation sociale: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Arial"/>
                        </a:rPr>
                        <a:t>achat mégaphones, achat piles, 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Arial"/>
                        </a:rPr>
                        <a:t>affiches et banderoles, plaidoyer, planification avec participation des groupes spéciaux, la production d’émissions Radio et TV,</a:t>
                      </a:r>
                      <a:endParaRPr lang="en-US" sz="2400" dirty="0"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57624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AB1104C-9C3F-E515-CE4D-1911DC409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7968804"/>
              </p:ext>
            </p:extLst>
          </p:nvPr>
        </p:nvGraphicFramePr>
        <p:xfrm>
          <a:off x="283904" y="3429000"/>
          <a:ext cx="10944927" cy="3285171"/>
        </p:xfrm>
        <a:graphic>
          <a:graphicData uri="http://schemas.openxmlformats.org/drawingml/2006/table">
            <a:tbl>
              <a:tblPr/>
              <a:tblGrid>
                <a:gridCol w="114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1878">
                  <a:extLst>
                    <a:ext uri="{9D8B030D-6E8A-4147-A177-3AD203B41FA5}">
                      <a16:colId xmlns:a16="http://schemas.microsoft.com/office/drawing/2014/main" val="3877221573"/>
                    </a:ext>
                  </a:extLst>
                </a:gridCol>
              </a:tblGrid>
              <a:tr h="4331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altLang="en-US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PTFs</a:t>
                      </a:r>
                      <a:endParaRPr lang="fr-FR" alt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fr-FR" altLang="en-US"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Campagne RR</a:t>
                      </a: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Times New Roman"/>
                          <a:cs typeface="Times New Roman"/>
                        </a:rPr>
                        <a:t>Niveau</a:t>
                      </a:r>
                      <a:r>
                        <a:rPr lang="fr-FR" sz="1600" b="1" baseline="0" dirty="0">
                          <a:latin typeface="Times New Roman"/>
                          <a:cs typeface="Times New Roman"/>
                        </a:rPr>
                        <a:t> de MEO</a:t>
                      </a:r>
                      <a:endParaRPr lang="fr-FR" sz="1600" b="1" dirty="0">
                        <a:latin typeface="Times New Roman"/>
                        <a:cs typeface="Times New Roman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Times New Roman"/>
                          <a:cs typeface="Times New Roman"/>
                        </a:rPr>
                        <a:t>Résultats obtenus </a:t>
                      </a: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9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ctr"/>
                      <a:r>
                        <a:rPr lang="en-US" sz="2000" b="1" i="0" u="none" strike="noStrike" cap="none" dirty="0">
                          <a:solidFill>
                            <a:srgbClr val="145AB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UNICEF</a:t>
                      </a: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altLang="en-US" sz="1400">
                          <a:latin typeface="Times New Roman"/>
                          <a:cs typeface="Times New Roman"/>
                        </a:rPr>
                        <a:t>Acquisition et achat des vaccins</a:t>
                      </a: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fr-F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lvl="0" indent="-171450">
                        <a:buFont typeface="Wingdings" panose="05000000000000000000" pitchFamily="2" charset="2"/>
                        <a:buChar char="§"/>
                      </a:pPr>
                      <a:r>
                        <a:rPr lang="fr-FR" altLang="en-US" sz="1400" b="0" i="0" u="none" strike="noStrike" cap="none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Achat de 870 000 dose de vaccin VAR pour la riposte dans le Sud et Nord Kivu</a:t>
                      </a:r>
                      <a:endParaRPr lang="fr-FR" altLang="en-US" sz="1400" b="0" i="0" u="none" strike="noStrike" cap="none" dirty="0">
                        <a:ln>
                          <a:noFill/>
                          <a:prstDash val="sysDot"/>
                        </a:ln>
                        <a:solidFill>
                          <a:srgbClr val="212121"/>
                        </a:solidFill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749062"/>
                  </a:ext>
                </a:extLst>
              </a:tr>
              <a:tr h="21291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145ABE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937" marR="7937" marT="7937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lvl="0" algn="l">
                        <a:buNone/>
                      </a:pPr>
                      <a:r>
                        <a:rPr lang="fr" sz="1400" b="0" i="0" u="none" strike="noStrike" cap="none" noProof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  <a:sym typeface="Arial"/>
                        </a:rPr>
                        <a:t>Mobilisation sociale pour réponse à la rougeole dans 30  zones de santé en épidémie </a:t>
                      </a:r>
                      <a:endParaRPr lang="en-US" sz="1400" b="0" i="0" u="none" strike="noStrike" cap="none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fr-FR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</a:rPr>
                        <a:t>Tenu de 1120 réunions de plaidoyer auprès des décideurs clés pour appuyer l’adhésion de la population a la vaccination</a:t>
                      </a:r>
                      <a:endParaRPr lang="en-US" sz="20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</a:rPr>
                        <a:t>Organisation de 448 réunions de partenariat avec les leaders d’opinion et les leaders des groupes spéciaux;</a:t>
                      </a:r>
                      <a:endParaRPr lang="fr-FR" sz="20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</a:rPr>
                        <a:t>Appui a la production de 448 émissions sur la riposte ayant touchees plus de 1 million de personnes</a:t>
                      </a:r>
                      <a:endParaRPr lang="fr-FR" sz="20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</a:rPr>
                        <a:t>Organisation des lancement avec la participation de plus de 900 décideurs indiquées </a:t>
                      </a:r>
                      <a:endParaRPr lang="fr-FR" sz="20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</a:rPr>
                        <a:t>Appui au briefing des  2321 mobilisateurs et 1161 aidants communautaires qui ont sensibilisees plus de 1.2 millions de personnes</a:t>
                      </a:r>
                      <a:endParaRPr lang="fr-FR" sz="20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fr" sz="1400" b="0" i="0" u="none" strike="noStrike" cap="none" noProof="0" dirty="0">
                          <a:ln>
                            <a:noFill/>
                            <a:prstDash val="sysDot"/>
                          </a:ln>
                          <a:solidFill>
                            <a:srgbClr val="212121"/>
                          </a:solidFill>
                          <a:latin typeface="Times New Roman"/>
                        </a:rPr>
                        <a:t>Paiement des collations pour 2321 mobilisateurs et 1161 aidants communautaires</a:t>
                      </a:r>
                      <a:endParaRPr lang="fr-FR" sz="20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fr-FR" altLang="en-US" sz="1400" b="0" i="0" u="none" strike="noStrike" cap="none" dirty="0">
                        <a:ln>
                          <a:noFill/>
                          <a:prstDash val="sysDot"/>
                        </a:ln>
                        <a:solidFill>
                          <a:srgbClr val="212121"/>
                        </a:solidFill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 marL="7937" marR="7937" marT="7937" marB="0" anchor="ctr">
                    <a:lnL w="12700" cmpd="sng">
                      <a:solidFill>
                        <a:srgbClr val="414141"/>
                      </a:solidFill>
                    </a:lnL>
                    <a:lnR w="12700" cmpd="sng">
                      <a:solidFill>
                        <a:srgbClr val="414141"/>
                      </a:solidFill>
                    </a:lnR>
                    <a:lnT w="12700" cmpd="sng">
                      <a:solidFill>
                        <a:srgbClr val="414141"/>
                      </a:solidFill>
                    </a:lnT>
                    <a:lnB w="12700" cmpd="sng">
                      <a:solidFill>
                        <a:srgbClr val="41414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40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94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5A39-CE67-EC6B-F6ED-77EB44C8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6D2A1-CA51-D1F7-3442-AFF08C7A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20" y="72485"/>
            <a:ext cx="11093608" cy="723567"/>
          </a:xfrm>
        </p:spPr>
        <p:txBody>
          <a:bodyPr/>
          <a:lstStyle/>
          <a:p>
            <a:r>
              <a:rPr lang="fr-FR" sz="3200" b="1" dirty="0">
                <a:solidFill>
                  <a:srgbClr val="145ABE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Situation achat des vaccins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E316F2-5025-4B4F-549E-2D923A598FA3}"/>
              </a:ext>
            </a:extLst>
          </p:cNvPr>
          <p:cNvSpPr txBox="1">
            <a:spLocks/>
          </p:cNvSpPr>
          <p:nvPr/>
        </p:nvSpPr>
        <p:spPr>
          <a:xfrm>
            <a:off x="415220" y="968596"/>
            <a:ext cx="11093608" cy="38973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Cible attendus 2025: 19.3 millions USD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Montant payés 9.15 millions USD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Discussion fait avec le </a:t>
            </a:r>
            <a:r>
              <a:rPr lang="fr-F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MoF</a:t>
            </a: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 pour solder au 31/12/2025 le reliquat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 100 % du </a:t>
            </a:r>
            <a:r>
              <a:rPr lang="fr-FR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Cofi</a:t>
            </a: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 payés en 2025 soit </a:t>
            </a: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11 332 282 USD</a:t>
            </a:r>
          </a:p>
          <a:p>
            <a:endParaRPr lang="fr-FR" sz="240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VII engagés par </a:t>
            </a: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UNICEF de 4.5 millions non encore remboursé </a:t>
            </a:r>
            <a:r>
              <a:rPr lang="fr-FR" sz="24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942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46ED1-35F8-C260-CD47-D1C4BE883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8" y="1514728"/>
            <a:ext cx="5181600" cy="4712335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SNV finalise en attente de validation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Acquisition et distribution des vaccins routine et campagnes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Fonctionnalité de 2/3 Hubs centraux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VII et paiement Cofinancement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Fonctionnalité de la commission nationale logistique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Stratégie nationale de communication pour la vaccination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 Fonctionnalité du REPACAV niveau central et provincial</a:t>
            </a:r>
          </a:p>
          <a:p>
            <a:pPr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 </a:t>
            </a:r>
            <a:r>
              <a:rPr lang="fr-FR" sz="2200" dirty="0" err="1"/>
              <a:t>Enquete</a:t>
            </a:r>
            <a:r>
              <a:rPr lang="fr-FR" sz="2200" dirty="0"/>
              <a:t> </a:t>
            </a:r>
            <a:r>
              <a:rPr lang="fr-FR" sz="2200" dirty="0" err="1"/>
              <a:t>BeSD</a:t>
            </a:r>
            <a:r>
              <a:rPr lang="fr-FR" sz="2200" dirty="0"/>
              <a:t> (en cours)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2D369-566A-4694-92AA-7F20AB046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5352" y="1450720"/>
            <a:ext cx="5181600" cy="4904359"/>
          </a:xfrm>
        </p:spPr>
        <p:txBody>
          <a:bodyPr>
            <a:normAutofit/>
          </a:bodyPr>
          <a:lstStyle/>
          <a:p>
            <a:pPr marL="495296" indent="-342900"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Démarrage utilisation DHIS2 Tracker dans 136 ZS</a:t>
            </a:r>
          </a:p>
          <a:p>
            <a:pPr marL="495296" indent="-342900"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Baseline TANAHASHI</a:t>
            </a:r>
          </a:p>
          <a:p>
            <a:pPr marL="495296" indent="-342900"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Phase pilote digitalisation dans 4 provinces, </a:t>
            </a:r>
          </a:p>
          <a:p>
            <a:pPr marL="495296" indent="-342900"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Appui </a:t>
            </a:r>
            <a:r>
              <a:rPr lang="fr-FR" sz="2200" dirty="0" err="1"/>
              <a:t>MeO</a:t>
            </a:r>
            <a:r>
              <a:rPr lang="fr-FR" sz="2200" dirty="0"/>
              <a:t> AVS  et introduction nouveaux vaccins dans domaines Logistique, SBC, Financement, Technique et Coordination</a:t>
            </a:r>
          </a:p>
          <a:p>
            <a:pPr marL="495296" indent="-342900">
              <a:buClr>
                <a:srgbClr val="0070C0"/>
              </a:buClr>
              <a:buFont typeface="Courier New" panose="02070309020205020404" pitchFamily="49" charset="0"/>
              <a:buChar char="o"/>
            </a:pPr>
            <a:r>
              <a:rPr lang="fr-FR" sz="2200" dirty="0"/>
              <a:t>Campagne RR </a:t>
            </a:r>
            <a:r>
              <a:rPr lang="fr-FR" sz="2200"/>
              <a:t>et Bloc 6 FJ</a:t>
            </a:r>
            <a:endParaRPr lang="en-US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94D60E-0DA8-3B5D-99D3-04A03942E50E}"/>
              </a:ext>
            </a:extLst>
          </p:cNvPr>
          <p:cNvSpPr txBox="1">
            <a:spLocks/>
          </p:cNvSpPr>
          <p:nvPr/>
        </p:nvSpPr>
        <p:spPr>
          <a:xfrm>
            <a:off x="549196" y="18288"/>
            <a:ext cx="11093608" cy="69494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 defTabSz="914354">
              <a:lnSpc>
                <a:spcPct val="120000"/>
              </a:lnSpc>
              <a:buSzPts val="2399"/>
            </a:pPr>
            <a:r>
              <a:rPr lang="fr-F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Synthese</a:t>
            </a:r>
            <a:r>
              <a:rPr lang="fr-F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Times New Roman"/>
              </a:rPr>
              <a:t> principales réalisations avec appui UNICEF  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40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E79A8-FCDD-B470-5DAB-742D594B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E5CAB-59B4-AB50-266F-98D426826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522" y="888164"/>
            <a:ext cx="11913703" cy="5845789"/>
          </a:xfrm>
        </p:spPr>
        <p:txBody>
          <a:bodyPr/>
          <a:lstStyle/>
          <a:p>
            <a:pPr marL="608965" indent="-456565">
              <a:lnSpc>
                <a:spcPct val="150000"/>
              </a:lnSpc>
            </a:pPr>
            <a:r>
              <a:rPr lang="fr-BE" dirty="0"/>
              <a:t>Retard dans l’</a:t>
            </a:r>
            <a:r>
              <a:rPr lang="fr-BE" dirty="0" err="1"/>
              <a:t>opérationalisation</a:t>
            </a:r>
            <a:r>
              <a:rPr lang="fr-BE" dirty="0"/>
              <a:t> / optimisation des hubs (</a:t>
            </a:r>
            <a:r>
              <a:rPr lang="fr-BE" dirty="0" err="1"/>
              <a:t>Lumbubashi</a:t>
            </a:r>
            <a:r>
              <a:rPr lang="fr-BE" dirty="0"/>
              <a:t>, Kisangani )</a:t>
            </a:r>
            <a:endParaRPr lang="en-US" dirty="0"/>
          </a:p>
          <a:p>
            <a:pPr marL="608965" indent="-456565">
              <a:lnSpc>
                <a:spcPct val="150000"/>
              </a:lnSpc>
            </a:pPr>
            <a:r>
              <a:rPr lang="fr-FR" dirty="0"/>
              <a:t>Dégradation situation sécuritaire et humanitaires dans certaines provinces,</a:t>
            </a:r>
          </a:p>
          <a:p>
            <a:pPr marL="608965" indent="-456565">
              <a:lnSpc>
                <a:spcPct val="150000"/>
              </a:lnSpc>
            </a:pPr>
            <a:r>
              <a:rPr lang="fr-BE" dirty="0" err="1"/>
              <a:t>Indisponibilite</a:t>
            </a:r>
            <a:r>
              <a:rPr lang="fr-BE" dirty="0"/>
              <a:t> ou insuffisance de moyens logistique/Transport  pour </a:t>
            </a:r>
            <a:r>
              <a:rPr lang="fr-BE" dirty="0" err="1"/>
              <a:t>approvisionnment</a:t>
            </a:r>
            <a:r>
              <a:rPr lang="fr-BE" dirty="0"/>
              <a:t> intrants </a:t>
            </a:r>
          </a:p>
          <a:p>
            <a:pPr marL="608965" indent="-456565">
              <a:lnSpc>
                <a:spcPct val="150000"/>
              </a:lnSpc>
            </a:pPr>
            <a:r>
              <a:rPr lang="fr-BE" dirty="0"/>
              <a:t>Retard dans la production / mise à disposition des outils</a:t>
            </a:r>
          </a:p>
          <a:p>
            <a:pPr marL="608965" indent="-456565">
              <a:lnSpc>
                <a:spcPct val="150000"/>
              </a:lnSpc>
            </a:pPr>
            <a:r>
              <a:rPr lang="fr-FR" dirty="0"/>
              <a:t>Diminution des financements extérieurs,</a:t>
            </a:r>
          </a:p>
          <a:p>
            <a:pPr marL="608965" indent="-456565">
              <a:lnSpc>
                <a:spcPct val="150000"/>
              </a:lnSpc>
            </a:pPr>
            <a:r>
              <a:rPr lang="fr-FR" dirty="0"/>
              <a:t>Reduction des staffs spécifiques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F77B4E-78D5-0DD1-68D0-A45E64AAD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24047"/>
            <a:ext cx="12192000" cy="764117"/>
          </a:xfrm>
          <a:prstGeom prst="rect">
            <a:avLst/>
          </a:prstGeom>
          <a:solidFill>
            <a:srgbClr val="00B0F0"/>
          </a:solidFill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spcBef>
                <a:spcPts val="0"/>
              </a:spcBef>
              <a:buSzPts val="2399"/>
            </a:pPr>
            <a:r>
              <a:rPr lang="fr-FR" sz="373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Difficultés rencontrées</a:t>
            </a:r>
          </a:p>
        </p:txBody>
      </p:sp>
    </p:spTree>
    <p:extLst>
      <p:ext uri="{BB962C8B-B14F-4D97-AF65-F5344CB8AC3E}">
        <p14:creationId xmlns:p14="http://schemas.microsoft.com/office/powerpoint/2010/main" val="1529805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17C3-57A2-0548-0FF2-CA9BEA57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DED5-F2F3-B7DF-A6F8-3A571A613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792" y="968373"/>
            <a:ext cx="10753163" cy="5235782"/>
          </a:xfrm>
        </p:spPr>
        <p:txBody>
          <a:bodyPr/>
          <a:lstStyle/>
          <a:p>
            <a:pPr marL="608965" indent="-456565">
              <a:lnSpc>
                <a:spcPct val="150000"/>
              </a:lnSpc>
            </a:pPr>
            <a:r>
              <a:rPr lang="fr-FR" sz="2400" dirty="0"/>
              <a:t>Alignement des interventions sur l’Approche Antenne</a:t>
            </a:r>
          </a:p>
          <a:p>
            <a:pPr marL="608965" indent="-456565">
              <a:lnSpc>
                <a:spcPct val="150000"/>
              </a:lnSpc>
            </a:pPr>
            <a:r>
              <a:rPr lang="fr-FR" sz="2400" dirty="0"/>
              <a:t>L’intégration des interventions de l’immunisation y compris la polio </a:t>
            </a:r>
          </a:p>
          <a:p>
            <a:pPr marL="608965" indent="-456565">
              <a:lnSpc>
                <a:spcPct val="150000"/>
              </a:lnSpc>
            </a:pPr>
            <a:r>
              <a:rPr lang="fr-FR" sz="2400" dirty="0"/>
              <a:t>Mise en œuvre du paquet complet d’interventions dans les provinces de convergences définies entre UNICEF et Gouvernement (7 provinces)</a:t>
            </a:r>
          </a:p>
          <a:p>
            <a:pPr marL="608965" indent="-456565">
              <a:lnSpc>
                <a:spcPct val="150000"/>
              </a:lnSpc>
            </a:pPr>
            <a:r>
              <a:rPr lang="fr-FR" sz="2400" dirty="0"/>
              <a:t>Maintien des interventions transversales à l’échelle nationale</a:t>
            </a:r>
            <a:endParaRPr lang="en-US" sz="2400" dirty="0"/>
          </a:p>
          <a:p>
            <a:pPr marL="608965" indent="-456565">
              <a:lnSpc>
                <a:spcPct val="150000"/>
              </a:lnSpc>
            </a:pPr>
            <a:r>
              <a:rPr lang="fr-FR" sz="2400" dirty="0" err="1"/>
              <a:t>Reflexion</a:t>
            </a:r>
            <a:r>
              <a:rPr lang="fr-FR" sz="2400" dirty="0"/>
              <a:t> </a:t>
            </a:r>
            <a:r>
              <a:rPr lang="fr-FR" sz="2400" dirty="0" err="1"/>
              <a:t>modele</a:t>
            </a:r>
            <a:r>
              <a:rPr lang="fr-FR" sz="2400" dirty="0"/>
              <a:t> de financement RH : Consultants VS Motivation directe personnel MSP/PEV/DPS</a:t>
            </a: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95749C-7E28-E43F-0E8E-D4C4D09502ED}"/>
              </a:ext>
            </a:extLst>
          </p:cNvPr>
          <p:cNvSpPr txBox="1">
            <a:spLocks/>
          </p:cNvSpPr>
          <p:nvPr/>
        </p:nvSpPr>
        <p:spPr>
          <a:xfrm>
            <a:off x="327084" y="205391"/>
            <a:ext cx="11362267" cy="7641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defTabSz="914354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4400" b="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  <a:buSzPts val="2399"/>
            </a:pPr>
            <a:r>
              <a:rPr lang="fr-FR" sz="3733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Perspectives 2026</a:t>
            </a:r>
          </a:p>
        </p:txBody>
      </p:sp>
    </p:spTree>
    <p:extLst>
      <p:ext uri="{BB962C8B-B14F-4D97-AF65-F5344CB8AC3E}">
        <p14:creationId xmlns:p14="http://schemas.microsoft.com/office/powerpoint/2010/main" val="351091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21D0C60-AACB-0544-8FD4-EBB023D36D30}"/>
              </a:ext>
            </a:extLst>
          </p:cNvPr>
          <p:cNvSpPr txBox="1">
            <a:spLocks/>
          </p:cNvSpPr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Merci   -   Matondo mingi</a:t>
            </a:r>
          </a:p>
        </p:txBody>
      </p:sp>
      <p:sp>
        <p:nvSpPr>
          <p:cNvPr id="103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Placeholder 2" descr="A baby lying on a blanket&#10;&#10;Description automatically generated"/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81" r="10532" b="-1"/>
          <a:stretch/>
        </p:blipFill>
        <p:spPr>
          <a:xfrm>
            <a:off x="980344" y="2642616"/>
            <a:ext cx="4293808" cy="3605784"/>
          </a:xfrm>
          <a:prstGeom prst="rect">
            <a:avLst/>
          </a:prstGeom>
          <a:noFill/>
        </p:spPr>
      </p:pic>
      <p:pic>
        <p:nvPicPr>
          <p:cNvPr id="1032" name="Picture 8" descr="Déclaration de Jacques Boyer,. Représentant de l’UNICEF au Cameroun ...">
            <a:extLst>
              <a:ext uri="{FF2B5EF4-FFF2-40B4-BE49-F238E27FC236}">
                <a16:creationId xmlns:a16="http://schemas.microsoft.com/office/drawing/2014/main" id="{837AD09B-8EF3-0003-D9DE-C2012D950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47756" y="3545050"/>
            <a:ext cx="2883019" cy="177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868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CEF Power Point Template 2016 Ver1" id="{3F7F5D43-EC16-5045-BC90-0F8BCAFD8F35}" vid="{73FB6540-1E4B-F845-8043-FEB8B9ECEC19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414141"/>
      </a:dk1>
      <a:lt1>
        <a:srgbClr val="FFFFFF"/>
      </a:lt1>
      <a:dk2>
        <a:srgbClr val="595959"/>
      </a:dk2>
      <a:lt2>
        <a:srgbClr val="EEEEEE"/>
      </a:lt2>
      <a:accent1>
        <a:srgbClr val="002878"/>
      </a:accent1>
      <a:accent2>
        <a:srgbClr val="145ABE"/>
      </a:accent2>
      <a:accent3>
        <a:srgbClr val="3C8CF0"/>
      </a:accent3>
      <a:accent4>
        <a:srgbClr val="50AAFA"/>
      </a:accent4>
      <a:accent5>
        <a:srgbClr val="64C8FA"/>
      </a:accent5>
      <a:accent6>
        <a:srgbClr val="FFFFFF"/>
      </a:accent6>
      <a:hlink>
        <a:srgbClr val="64C8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1664</Words>
  <Application>Microsoft Office PowerPoint</Application>
  <PresentationFormat>Widescreen</PresentationFormat>
  <Paragraphs>406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Aptos</vt:lpstr>
      <vt:lpstr>Aptos Display</vt:lpstr>
      <vt:lpstr>Aptos Narrow</vt:lpstr>
      <vt:lpstr>Arial</vt:lpstr>
      <vt:lpstr>Arial Nova</vt:lpstr>
      <vt:lpstr>Bodoni MT</vt:lpstr>
      <vt:lpstr>Calibri</vt:lpstr>
      <vt:lpstr>Calibri Light</vt:lpstr>
      <vt:lpstr>Candara Light</vt:lpstr>
      <vt:lpstr>Courier New</vt:lpstr>
      <vt:lpstr>Times New Roman</vt:lpstr>
      <vt:lpstr>Wingdings</vt:lpstr>
      <vt:lpstr>Office Theme</vt:lpstr>
      <vt:lpstr>1_Office Theme</vt:lpstr>
      <vt:lpstr>2_Office Theme</vt:lpstr>
      <vt:lpstr>Simple Light</vt:lpstr>
      <vt:lpstr>3_Office Theme</vt:lpstr>
      <vt:lpstr>Appuis UNICEF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Cartographie- Assistance technique</vt:lpstr>
      <vt:lpstr>PowerPoint Presentation</vt:lpstr>
      <vt:lpstr>Principaux résultats du RSS3  2025 / UNICEF </vt:lpstr>
      <vt:lpstr>           Principaux résultats du FAE  /  UNICEF </vt:lpstr>
      <vt:lpstr>Situation achat des vaccins </vt:lpstr>
      <vt:lpstr>Situation achat des vaccins </vt:lpstr>
      <vt:lpstr>PowerPoint Presentation</vt:lpstr>
      <vt:lpstr>Difficultés rencontrées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Freddy KODIO</dc:creator>
  <cp:lastModifiedBy>Thomas Noel Gaha</cp:lastModifiedBy>
  <cp:revision>7</cp:revision>
  <dcterms:created xsi:type="dcterms:W3CDTF">2025-12-09T16:36:26Z</dcterms:created>
  <dcterms:modified xsi:type="dcterms:W3CDTF">2025-12-16T08:56:27Z</dcterms:modified>
</cp:coreProperties>
</file>