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11"/>
  </p:notesMasterIdLst>
  <p:sldIdLst>
    <p:sldId id="2144446195" r:id="rId3"/>
    <p:sldId id="2144446426" r:id="rId4"/>
    <p:sldId id="2147474193" r:id="rId5"/>
    <p:sldId id="264" r:id="rId6"/>
    <p:sldId id="2144446328" r:id="rId7"/>
    <p:sldId id="2144446325" r:id="rId8"/>
    <p:sldId id="2144446334" r:id="rId9"/>
    <p:sldId id="214444634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27A643-BD27-F66A-002D-92A31506D6DE}" name="Laura Paolino" initials="LP" userId="S::Laura.Paolino@ipsos.com::952c0299-c51b-4be7-add9-5a23f2b080a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C9949-ACD0-43BC-A81B-1CE1FE89A52E}" v="18" dt="2025-12-13T11:08:33.0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 autoAdjust="0"/>
    <p:restoredTop sz="89290" autoAdjust="0"/>
  </p:normalViewPr>
  <p:slideViewPr>
    <p:cSldViewPr snapToGrid="0">
      <p:cViewPr varScale="1">
        <p:scale>
          <a:sx n="66" d="100"/>
          <a:sy n="66" d="100"/>
        </p:scale>
        <p:origin x="4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lvain Muya" userId="ea449ae1-8bbc-4253-b36d-b13dbe70d4cb" providerId="ADAL" clId="{E8BAF79F-84B2-4080-B13D-AB7BF0058D2D}"/>
    <pc:docChg chg="custSel addSld delSld modSld">
      <pc:chgData name="Sylvain Muya" userId="ea449ae1-8bbc-4253-b36d-b13dbe70d4cb" providerId="ADAL" clId="{E8BAF79F-84B2-4080-B13D-AB7BF0058D2D}" dt="2025-12-13T11:09:20.794" v="235" actId="47"/>
      <pc:docMkLst>
        <pc:docMk/>
      </pc:docMkLst>
      <pc:sldChg chg="modSp add mod">
        <pc:chgData name="Sylvain Muya" userId="ea449ae1-8bbc-4253-b36d-b13dbe70d4cb" providerId="ADAL" clId="{E8BAF79F-84B2-4080-B13D-AB7BF0058D2D}" dt="2025-12-13T11:08:51.094" v="234" actId="14100"/>
        <pc:sldMkLst>
          <pc:docMk/>
          <pc:sldMk cId="0" sldId="264"/>
        </pc:sldMkLst>
        <pc:spChg chg="mod">
          <ac:chgData name="Sylvain Muya" userId="ea449ae1-8bbc-4253-b36d-b13dbe70d4cb" providerId="ADAL" clId="{E8BAF79F-84B2-4080-B13D-AB7BF0058D2D}" dt="2025-12-13T11:05:30.809" v="211" actId="207"/>
          <ac:spMkLst>
            <pc:docMk/>
            <pc:sldMk cId="0" sldId="264"/>
            <ac:spMk id="5" creationId="{1DB9036D-2B0F-4ED3-A1AC-907E17AC761A}"/>
          </ac:spMkLst>
        </pc:spChg>
        <pc:spChg chg="mod">
          <ac:chgData name="Sylvain Muya" userId="ea449ae1-8bbc-4253-b36d-b13dbe70d4cb" providerId="ADAL" clId="{E8BAF79F-84B2-4080-B13D-AB7BF0058D2D}" dt="2025-12-13T11:01:38.566" v="114" actId="1076"/>
          <ac:spMkLst>
            <pc:docMk/>
            <pc:sldMk cId="0" sldId="264"/>
            <ac:spMk id="23" creationId="{F9F835BA-491F-46F8-95AA-C65D6E988910}"/>
          </ac:spMkLst>
        </pc:spChg>
        <pc:spChg chg="mod">
          <ac:chgData name="Sylvain Muya" userId="ea449ae1-8bbc-4253-b36d-b13dbe70d4cb" providerId="ADAL" clId="{E8BAF79F-84B2-4080-B13D-AB7BF0058D2D}" dt="2025-12-13T11:06:50.938" v="221" actId="207"/>
          <ac:spMkLst>
            <pc:docMk/>
            <pc:sldMk cId="0" sldId="264"/>
            <ac:spMk id="26" creationId="{23B347A7-639E-4147-8DA6-B73C045A01E5}"/>
          </ac:spMkLst>
        </pc:spChg>
        <pc:spChg chg="mod">
          <ac:chgData name="Sylvain Muya" userId="ea449ae1-8bbc-4253-b36d-b13dbe70d4cb" providerId="ADAL" clId="{E8BAF79F-84B2-4080-B13D-AB7BF0058D2D}" dt="2025-12-13T11:06:17.632" v="219" actId="113"/>
          <ac:spMkLst>
            <pc:docMk/>
            <pc:sldMk cId="0" sldId="264"/>
            <ac:spMk id="28" creationId="{67EA5E62-5BE6-4F31-B813-2EF762251812}"/>
          </ac:spMkLst>
        </pc:spChg>
        <pc:spChg chg="mod">
          <ac:chgData name="Sylvain Muya" userId="ea449ae1-8bbc-4253-b36d-b13dbe70d4cb" providerId="ADAL" clId="{E8BAF79F-84B2-4080-B13D-AB7BF0058D2D}" dt="2025-12-13T11:05:59.190" v="216" actId="14100"/>
          <ac:spMkLst>
            <pc:docMk/>
            <pc:sldMk cId="0" sldId="264"/>
            <ac:spMk id="30" creationId="{40F7B7F9-667D-4E81-9BCF-EC439CDD16F8}"/>
          </ac:spMkLst>
        </pc:spChg>
        <pc:spChg chg="mod">
          <ac:chgData name="Sylvain Muya" userId="ea449ae1-8bbc-4253-b36d-b13dbe70d4cb" providerId="ADAL" clId="{E8BAF79F-84B2-4080-B13D-AB7BF0058D2D}" dt="2025-12-13T11:08:16.302" v="230" actId="1076"/>
          <ac:spMkLst>
            <pc:docMk/>
            <pc:sldMk cId="0" sldId="264"/>
            <ac:spMk id="31" creationId="{AD3DFC99-6122-476A-AAF7-AD154FAC61C6}"/>
          </ac:spMkLst>
        </pc:spChg>
        <pc:spChg chg="mod">
          <ac:chgData name="Sylvain Muya" userId="ea449ae1-8bbc-4253-b36d-b13dbe70d4cb" providerId="ADAL" clId="{E8BAF79F-84B2-4080-B13D-AB7BF0058D2D}" dt="2025-12-13T11:07:45.519" v="226" actId="207"/>
          <ac:spMkLst>
            <pc:docMk/>
            <pc:sldMk cId="0" sldId="264"/>
            <ac:spMk id="6160" creationId="{38C367FA-8591-2C10-E61A-E7E8F94397EE}"/>
          </ac:spMkLst>
        </pc:spChg>
        <pc:spChg chg="mod">
          <ac:chgData name="Sylvain Muya" userId="ea449ae1-8bbc-4253-b36d-b13dbe70d4cb" providerId="ADAL" clId="{E8BAF79F-84B2-4080-B13D-AB7BF0058D2D}" dt="2025-12-13T11:07:53.450" v="227" actId="207"/>
          <ac:spMkLst>
            <pc:docMk/>
            <pc:sldMk cId="0" sldId="264"/>
            <ac:spMk id="6161" creationId="{E19C1B0E-FEF4-DF55-3348-7CA640672832}"/>
          </ac:spMkLst>
        </pc:spChg>
        <pc:spChg chg="mod">
          <ac:chgData name="Sylvain Muya" userId="ea449ae1-8bbc-4253-b36d-b13dbe70d4cb" providerId="ADAL" clId="{E8BAF79F-84B2-4080-B13D-AB7BF0058D2D}" dt="2025-12-13T11:08:00.466" v="228" actId="207"/>
          <ac:spMkLst>
            <pc:docMk/>
            <pc:sldMk cId="0" sldId="264"/>
            <ac:spMk id="6162" creationId="{FD751B33-1E81-CA14-0985-0DE451C0F26A}"/>
          </ac:spMkLst>
        </pc:spChg>
        <pc:spChg chg="mod">
          <ac:chgData name="Sylvain Muya" userId="ea449ae1-8bbc-4253-b36d-b13dbe70d4cb" providerId="ADAL" clId="{E8BAF79F-84B2-4080-B13D-AB7BF0058D2D}" dt="2025-12-13T11:08:10.627" v="229" actId="207"/>
          <ac:spMkLst>
            <pc:docMk/>
            <pc:sldMk cId="0" sldId="264"/>
            <ac:spMk id="6163" creationId="{3399018D-9D53-EACE-878F-4C1BF92E6551}"/>
          </ac:spMkLst>
        </pc:spChg>
        <pc:spChg chg="mod">
          <ac:chgData name="Sylvain Muya" userId="ea449ae1-8bbc-4253-b36d-b13dbe70d4cb" providerId="ADAL" clId="{E8BAF79F-84B2-4080-B13D-AB7BF0058D2D}" dt="2025-12-13T11:08:33.061" v="232" actId="14100"/>
          <ac:spMkLst>
            <pc:docMk/>
            <pc:sldMk cId="0" sldId="264"/>
            <ac:spMk id="6164" creationId="{C8484061-F115-29B9-A23D-A105DF281E9E}"/>
          </ac:spMkLst>
        </pc:spChg>
        <pc:spChg chg="mod">
          <ac:chgData name="Sylvain Muya" userId="ea449ae1-8bbc-4253-b36d-b13dbe70d4cb" providerId="ADAL" clId="{E8BAF79F-84B2-4080-B13D-AB7BF0058D2D}" dt="2025-12-13T11:08:51.094" v="234" actId="14100"/>
          <ac:spMkLst>
            <pc:docMk/>
            <pc:sldMk cId="0" sldId="264"/>
            <ac:spMk id="160783" creationId="{D3C594FD-8D33-CB02-45B9-37352DE0D951}"/>
          </ac:spMkLst>
        </pc:spChg>
        <pc:spChg chg="mod">
          <ac:chgData name="Sylvain Muya" userId="ea449ae1-8bbc-4253-b36d-b13dbe70d4cb" providerId="ADAL" clId="{E8BAF79F-84B2-4080-B13D-AB7BF0058D2D}" dt="2025-12-13T11:05:43.038" v="214" actId="207"/>
          <ac:spMkLst>
            <pc:docMk/>
            <pc:sldMk cId="0" sldId="264"/>
            <ac:spMk id="160785" creationId="{9D184388-99E2-46FB-EC42-600DB17E1F05}"/>
          </ac:spMkLst>
        </pc:spChg>
        <pc:spChg chg="mod">
          <ac:chgData name="Sylvain Muya" userId="ea449ae1-8bbc-4253-b36d-b13dbe70d4cb" providerId="ADAL" clId="{E8BAF79F-84B2-4080-B13D-AB7BF0058D2D}" dt="2025-12-13T11:07:36.285" v="225" actId="207"/>
          <ac:spMkLst>
            <pc:docMk/>
            <pc:sldMk cId="0" sldId="264"/>
            <ac:spMk id="160786" creationId="{8AA41719-986E-9B91-6EE8-D6FB41F9265C}"/>
          </ac:spMkLst>
        </pc:spChg>
        <pc:spChg chg="mod">
          <ac:chgData name="Sylvain Muya" userId="ea449ae1-8bbc-4253-b36d-b13dbe70d4cb" providerId="ADAL" clId="{E8BAF79F-84B2-4080-B13D-AB7BF0058D2D}" dt="2025-12-13T11:06:39.460" v="220" actId="207"/>
          <ac:spMkLst>
            <pc:docMk/>
            <pc:sldMk cId="0" sldId="264"/>
            <ac:spMk id="160787" creationId="{5AF10B1E-CD5E-3453-E24C-8D7424BBBF1B}"/>
          </ac:spMkLst>
        </pc:spChg>
        <pc:spChg chg="mod">
          <ac:chgData name="Sylvain Muya" userId="ea449ae1-8bbc-4253-b36d-b13dbe70d4cb" providerId="ADAL" clId="{E8BAF79F-84B2-4080-B13D-AB7BF0058D2D}" dt="2025-12-13T11:06:55.641" v="222" actId="207"/>
          <ac:spMkLst>
            <pc:docMk/>
            <pc:sldMk cId="0" sldId="264"/>
            <ac:spMk id="160788" creationId="{301DCA92-60DD-02C7-C48A-759CCCD8DA14}"/>
          </ac:spMkLst>
        </pc:spChg>
        <pc:spChg chg="mod">
          <ac:chgData name="Sylvain Muya" userId="ea449ae1-8bbc-4253-b36d-b13dbe70d4cb" providerId="ADAL" clId="{E8BAF79F-84B2-4080-B13D-AB7BF0058D2D}" dt="2025-12-13T11:07:11.288" v="224" actId="207"/>
          <ac:spMkLst>
            <pc:docMk/>
            <pc:sldMk cId="0" sldId="264"/>
            <ac:spMk id="160792" creationId="{BBC111FC-1224-5ACE-781B-1CE693C4E390}"/>
          </ac:spMkLst>
        </pc:spChg>
      </pc:sldChg>
      <pc:sldChg chg="delSp modSp mod">
        <pc:chgData name="Sylvain Muya" userId="ea449ae1-8bbc-4253-b36d-b13dbe70d4cb" providerId="ADAL" clId="{E8BAF79F-84B2-4080-B13D-AB7BF0058D2D}" dt="2025-12-13T10:38:43.293" v="42" actId="20577"/>
        <pc:sldMkLst>
          <pc:docMk/>
          <pc:sldMk cId="281043938" sldId="2144446195"/>
        </pc:sldMkLst>
        <pc:spChg chg="del mod">
          <ac:chgData name="Sylvain Muya" userId="ea449ae1-8bbc-4253-b36d-b13dbe70d4cb" providerId="ADAL" clId="{E8BAF79F-84B2-4080-B13D-AB7BF0058D2D}" dt="2025-12-13T10:35:50.882" v="20" actId="478"/>
          <ac:spMkLst>
            <pc:docMk/>
            <pc:sldMk cId="281043938" sldId="2144446195"/>
            <ac:spMk id="2" creationId="{B127AAF8-966B-58DA-AC4F-5A8E8B43BF2C}"/>
          </ac:spMkLst>
        </pc:spChg>
        <pc:spChg chg="mod">
          <ac:chgData name="Sylvain Muya" userId="ea449ae1-8bbc-4253-b36d-b13dbe70d4cb" providerId="ADAL" clId="{E8BAF79F-84B2-4080-B13D-AB7BF0058D2D}" dt="2025-12-13T10:38:34.256" v="34" actId="14100"/>
          <ac:spMkLst>
            <pc:docMk/>
            <pc:sldMk cId="281043938" sldId="2144446195"/>
            <ac:spMk id="3" creationId="{EC30CC0E-7D46-A342-93EE-BE19EE87D90F}"/>
          </ac:spMkLst>
        </pc:spChg>
        <pc:spChg chg="mod">
          <ac:chgData name="Sylvain Muya" userId="ea449ae1-8bbc-4253-b36d-b13dbe70d4cb" providerId="ADAL" clId="{E8BAF79F-84B2-4080-B13D-AB7BF0058D2D}" dt="2025-12-13T10:38:43.293" v="42" actId="20577"/>
          <ac:spMkLst>
            <pc:docMk/>
            <pc:sldMk cId="281043938" sldId="2144446195"/>
            <ac:spMk id="5" creationId="{92851F61-0FDC-DB58-936A-B4F6DE05D2F5}"/>
          </ac:spMkLst>
        </pc:spChg>
        <pc:spChg chg="del">
          <ac:chgData name="Sylvain Muya" userId="ea449ae1-8bbc-4253-b36d-b13dbe70d4cb" providerId="ADAL" clId="{E8BAF79F-84B2-4080-B13D-AB7BF0058D2D}" dt="2025-12-13T10:38:38.217" v="35" actId="478"/>
          <ac:spMkLst>
            <pc:docMk/>
            <pc:sldMk cId="281043938" sldId="2144446195"/>
            <ac:spMk id="26" creationId="{74BA5268-2853-0280-7DD8-033F7F894E42}"/>
          </ac:spMkLst>
        </pc:spChg>
      </pc:sldChg>
      <pc:sldChg chg="modSp del mod">
        <pc:chgData name="Sylvain Muya" userId="ea449ae1-8bbc-4253-b36d-b13dbe70d4cb" providerId="ADAL" clId="{E8BAF79F-84B2-4080-B13D-AB7BF0058D2D}" dt="2025-12-13T10:38:49.855" v="43" actId="47"/>
        <pc:sldMkLst>
          <pc:docMk/>
          <pc:sldMk cId="1817601896" sldId="2144446253"/>
        </pc:sldMkLst>
        <pc:spChg chg="mod">
          <ac:chgData name="Sylvain Muya" userId="ea449ae1-8bbc-4253-b36d-b13dbe70d4cb" providerId="ADAL" clId="{E8BAF79F-84B2-4080-B13D-AB7BF0058D2D}" dt="2025-12-13T10:35:08.377" v="17"/>
          <ac:spMkLst>
            <pc:docMk/>
            <pc:sldMk cId="1817601896" sldId="2144446253"/>
            <ac:spMk id="5" creationId="{61A408FF-5E69-6A93-4DE5-8F58DE5A0FC5}"/>
          </ac:spMkLst>
        </pc:spChg>
      </pc:sldChg>
      <pc:sldChg chg="delSp modSp mod">
        <pc:chgData name="Sylvain Muya" userId="ea449ae1-8bbc-4253-b36d-b13dbe70d4cb" providerId="ADAL" clId="{E8BAF79F-84B2-4080-B13D-AB7BF0058D2D}" dt="2025-12-13T10:41:19.758" v="56" actId="1076"/>
        <pc:sldMkLst>
          <pc:docMk/>
          <pc:sldMk cId="3156527638" sldId="2144446334"/>
        </pc:sldMkLst>
        <pc:spChg chg="del">
          <ac:chgData name="Sylvain Muya" userId="ea449ae1-8bbc-4253-b36d-b13dbe70d4cb" providerId="ADAL" clId="{E8BAF79F-84B2-4080-B13D-AB7BF0058D2D}" dt="2025-12-13T10:40:26.750" v="49" actId="478"/>
          <ac:spMkLst>
            <pc:docMk/>
            <pc:sldMk cId="3156527638" sldId="2144446334"/>
            <ac:spMk id="6" creationId="{547257B5-9376-F968-DF55-92BA71B37C9C}"/>
          </ac:spMkLst>
        </pc:spChg>
        <pc:spChg chg="del mod">
          <ac:chgData name="Sylvain Muya" userId="ea449ae1-8bbc-4253-b36d-b13dbe70d4cb" providerId="ADAL" clId="{E8BAF79F-84B2-4080-B13D-AB7BF0058D2D}" dt="2025-12-13T10:40:24.465" v="48" actId="478"/>
          <ac:spMkLst>
            <pc:docMk/>
            <pc:sldMk cId="3156527638" sldId="2144446334"/>
            <ac:spMk id="8" creationId="{E839E97F-1C01-2ED2-B8C4-C2862F97ADFD}"/>
          </ac:spMkLst>
        </pc:spChg>
        <pc:spChg chg="mod">
          <ac:chgData name="Sylvain Muya" userId="ea449ae1-8bbc-4253-b36d-b13dbe70d4cb" providerId="ADAL" clId="{E8BAF79F-84B2-4080-B13D-AB7BF0058D2D}" dt="2025-12-13T10:41:16.904" v="55" actId="1076"/>
          <ac:spMkLst>
            <pc:docMk/>
            <pc:sldMk cId="3156527638" sldId="2144446334"/>
            <ac:spMk id="13" creationId="{5D0D4246-AE3A-348A-5A3D-B8FABFF40325}"/>
          </ac:spMkLst>
        </pc:spChg>
        <pc:spChg chg="mod">
          <ac:chgData name="Sylvain Muya" userId="ea449ae1-8bbc-4253-b36d-b13dbe70d4cb" providerId="ADAL" clId="{E8BAF79F-84B2-4080-B13D-AB7BF0058D2D}" dt="2025-12-13T10:41:19.758" v="56" actId="1076"/>
          <ac:spMkLst>
            <pc:docMk/>
            <pc:sldMk cId="3156527638" sldId="2144446334"/>
            <ac:spMk id="15" creationId="{ECB462A5-E238-4BEC-2EEF-3E626678656F}"/>
          </ac:spMkLst>
        </pc:spChg>
        <pc:spChg chg="del">
          <ac:chgData name="Sylvain Muya" userId="ea449ae1-8bbc-4253-b36d-b13dbe70d4cb" providerId="ADAL" clId="{E8BAF79F-84B2-4080-B13D-AB7BF0058D2D}" dt="2025-12-13T10:40:17.167" v="45" actId="478"/>
          <ac:spMkLst>
            <pc:docMk/>
            <pc:sldMk cId="3156527638" sldId="2144446334"/>
            <ac:spMk id="29" creationId="{0A78F6F4-1EA8-F79C-228D-CBCE3267D9E7}"/>
          </ac:spMkLst>
        </pc:spChg>
        <pc:spChg chg="mod">
          <ac:chgData name="Sylvain Muya" userId="ea449ae1-8bbc-4253-b36d-b13dbe70d4cb" providerId="ADAL" clId="{E8BAF79F-84B2-4080-B13D-AB7BF0058D2D}" dt="2025-12-13T10:40:41.508" v="53" actId="1076"/>
          <ac:spMkLst>
            <pc:docMk/>
            <pc:sldMk cId="3156527638" sldId="2144446334"/>
            <ac:spMk id="33" creationId="{87FB126F-7571-0E7F-1D96-DC9E52CD1305}"/>
          </ac:spMkLst>
        </pc:spChg>
        <pc:picChg chg="del">
          <ac:chgData name="Sylvain Muya" userId="ea449ae1-8bbc-4253-b36d-b13dbe70d4cb" providerId="ADAL" clId="{E8BAF79F-84B2-4080-B13D-AB7BF0058D2D}" dt="2025-12-13T10:40:21.187" v="46" actId="478"/>
          <ac:picMkLst>
            <pc:docMk/>
            <pc:sldMk cId="3156527638" sldId="2144446334"/>
            <ac:picMk id="7" creationId="{9DC56B58-9DB1-59C0-6BBB-F2FF715B8EAF}"/>
          </ac:picMkLst>
        </pc:picChg>
        <pc:picChg chg="mod">
          <ac:chgData name="Sylvain Muya" userId="ea449ae1-8bbc-4253-b36d-b13dbe70d4cb" providerId="ADAL" clId="{E8BAF79F-84B2-4080-B13D-AB7BF0058D2D}" dt="2025-12-13T10:41:13.694" v="54" actId="1076"/>
          <ac:picMkLst>
            <pc:docMk/>
            <pc:sldMk cId="3156527638" sldId="2144446334"/>
            <ac:picMk id="17" creationId="{C8257D6E-70CE-1278-0BF0-2E0080EA5878}"/>
          </ac:picMkLst>
        </pc:picChg>
        <pc:picChg chg="mod">
          <ac:chgData name="Sylvain Muya" userId="ea449ae1-8bbc-4253-b36d-b13dbe70d4cb" providerId="ADAL" clId="{E8BAF79F-84B2-4080-B13D-AB7BF0058D2D}" dt="2025-12-13T10:40:34.842" v="51" actId="1076"/>
          <ac:picMkLst>
            <pc:docMk/>
            <pc:sldMk cId="3156527638" sldId="2144446334"/>
            <ac:picMk id="28" creationId="{13EB0C6B-1BE7-46B7-9838-D07F303B705C}"/>
          </ac:picMkLst>
        </pc:picChg>
        <pc:cxnChg chg="del">
          <ac:chgData name="Sylvain Muya" userId="ea449ae1-8bbc-4253-b36d-b13dbe70d4cb" providerId="ADAL" clId="{E8BAF79F-84B2-4080-B13D-AB7BF0058D2D}" dt="2025-12-13T10:40:28.059" v="50" actId="478"/>
          <ac:cxnSpMkLst>
            <pc:docMk/>
            <pc:sldMk cId="3156527638" sldId="2144446334"/>
            <ac:cxnSpMk id="10" creationId="{B9B9A4C0-2A7F-7B3A-2936-AAF576746AA6}"/>
          </ac:cxnSpMkLst>
        </pc:cxnChg>
        <pc:cxnChg chg="mod">
          <ac:chgData name="Sylvain Muya" userId="ea449ae1-8bbc-4253-b36d-b13dbe70d4cb" providerId="ADAL" clId="{E8BAF79F-84B2-4080-B13D-AB7BF0058D2D}" dt="2025-12-13T10:40:37.260" v="52" actId="1076"/>
          <ac:cxnSpMkLst>
            <pc:docMk/>
            <pc:sldMk cId="3156527638" sldId="2144446334"/>
            <ac:cxnSpMk id="30" creationId="{2A5BC191-A0BC-C97F-AFD9-24C3F2CB7F5B}"/>
          </ac:cxnSpMkLst>
        </pc:cxnChg>
      </pc:sldChg>
      <pc:sldChg chg="del">
        <pc:chgData name="Sylvain Muya" userId="ea449ae1-8bbc-4253-b36d-b13dbe70d4cb" providerId="ADAL" clId="{E8BAF79F-84B2-4080-B13D-AB7BF0058D2D}" dt="2025-12-13T10:42:31.714" v="58" actId="47"/>
        <pc:sldMkLst>
          <pc:docMk/>
          <pc:sldMk cId="155032206" sldId="2144446337"/>
        </pc:sldMkLst>
      </pc:sldChg>
      <pc:sldChg chg="modSp mod">
        <pc:chgData name="Sylvain Muya" userId="ea449ae1-8bbc-4253-b36d-b13dbe70d4cb" providerId="ADAL" clId="{E8BAF79F-84B2-4080-B13D-AB7BF0058D2D}" dt="2025-12-13T10:45:40.470" v="106" actId="20577"/>
        <pc:sldMkLst>
          <pc:docMk/>
          <pc:sldMk cId="2495403951" sldId="2144446426"/>
        </pc:sldMkLst>
        <pc:spChg chg="mod">
          <ac:chgData name="Sylvain Muya" userId="ea449ae1-8bbc-4253-b36d-b13dbe70d4cb" providerId="ADAL" clId="{E8BAF79F-84B2-4080-B13D-AB7BF0058D2D}" dt="2025-12-13T10:45:40.470" v="106" actId="20577"/>
          <ac:spMkLst>
            <pc:docMk/>
            <pc:sldMk cId="2495403951" sldId="2144446426"/>
            <ac:spMk id="14" creationId="{622E8645-7A9B-CA96-AC6C-1B15EE2AEB22}"/>
          </ac:spMkLst>
        </pc:spChg>
      </pc:sldChg>
      <pc:sldChg chg="del">
        <pc:chgData name="Sylvain Muya" userId="ea449ae1-8bbc-4253-b36d-b13dbe70d4cb" providerId="ADAL" clId="{E8BAF79F-84B2-4080-B13D-AB7BF0058D2D}" dt="2025-12-13T10:41:40.726" v="57" actId="47"/>
        <pc:sldMkLst>
          <pc:docMk/>
          <pc:sldMk cId="2403811717" sldId="2147474187"/>
        </pc:sldMkLst>
      </pc:sldChg>
      <pc:sldChg chg="del">
        <pc:chgData name="Sylvain Muya" userId="ea449ae1-8bbc-4253-b36d-b13dbe70d4cb" providerId="ADAL" clId="{E8BAF79F-84B2-4080-B13D-AB7BF0058D2D}" dt="2025-12-13T11:09:20.794" v="235" actId="47"/>
        <pc:sldMkLst>
          <pc:docMk/>
          <pc:sldMk cId="1603668539" sldId="2147474188"/>
        </pc:sldMkLst>
      </pc:sldChg>
      <pc:sldChg chg="del">
        <pc:chgData name="Sylvain Muya" userId="ea449ae1-8bbc-4253-b36d-b13dbe70d4cb" providerId="ADAL" clId="{E8BAF79F-84B2-4080-B13D-AB7BF0058D2D}" dt="2025-12-13T11:09:20.794" v="235" actId="47"/>
        <pc:sldMkLst>
          <pc:docMk/>
          <pc:sldMk cId="2880958538" sldId="2147474189"/>
        </pc:sldMkLst>
      </pc:sldChg>
      <pc:sldChg chg="del">
        <pc:chgData name="Sylvain Muya" userId="ea449ae1-8bbc-4253-b36d-b13dbe70d4cb" providerId="ADAL" clId="{E8BAF79F-84B2-4080-B13D-AB7BF0058D2D}" dt="2025-12-13T11:09:20.794" v="235" actId="47"/>
        <pc:sldMkLst>
          <pc:docMk/>
          <pc:sldMk cId="589971735" sldId="2147474190"/>
        </pc:sldMkLst>
      </pc:sldChg>
      <pc:sldChg chg="del">
        <pc:chgData name="Sylvain Muya" userId="ea449ae1-8bbc-4253-b36d-b13dbe70d4cb" providerId="ADAL" clId="{E8BAF79F-84B2-4080-B13D-AB7BF0058D2D}" dt="2025-12-13T11:09:20.794" v="235" actId="47"/>
        <pc:sldMkLst>
          <pc:docMk/>
          <pc:sldMk cId="3872605583" sldId="2147474191"/>
        </pc:sldMkLst>
      </pc:sldChg>
      <pc:sldChg chg="new del">
        <pc:chgData name="Sylvain Muya" userId="ea449ae1-8bbc-4253-b36d-b13dbe70d4cb" providerId="ADAL" clId="{E8BAF79F-84B2-4080-B13D-AB7BF0058D2D}" dt="2025-12-13T11:02:17.318" v="117" actId="47"/>
        <pc:sldMkLst>
          <pc:docMk/>
          <pc:sldMk cId="237535026" sldId="2147474192"/>
        </pc:sldMkLst>
      </pc:sldChg>
      <pc:sldChg chg="del">
        <pc:chgData name="Sylvain Muya" userId="ea449ae1-8bbc-4253-b36d-b13dbe70d4cb" providerId="ADAL" clId="{E8BAF79F-84B2-4080-B13D-AB7BF0058D2D}" dt="2025-12-13T10:42:34.434" v="59" actId="47"/>
        <pc:sldMkLst>
          <pc:docMk/>
          <pc:sldMk cId="2041315929" sldId="2147474192"/>
        </pc:sldMkLst>
      </pc:sldChg>
      <pc:sldChg chg="modSp new mod">
        <pc:chgData name="Sylvain Muya" userId="ea449ae1-8bbc-4253-b36d-b13dbe70d4cb" providerId="ADAL" clId="{E8BAF79F-84B2-4080-B13D-AB7BF0058D2D}" dt="2025-12-13T11:04:37.504" v="206" actId="20577"/>
        <pc:sldMkLst>
          <pc:docMk/>
          <pc:sldMk cId="3470574257" sldId="2147474193"/>
        </pc:sldMkLst>
        <pc:spChg chg="mod">
          <ac:chgData name="Sylvain Muya" userId="ea449ae1-8bbc-4253-b36d-b13dbe70d4cb" providerId="ADAL" clId="{E8BAF79F-84B2-4080-B13D-AB7BF0058D2D}" dt="2025-12-13T11:04:37.504" v="206" actId="20577"/>
          <ac:spMkLst>
            <pc:docMk/>
            <pc:sldMk cId="3470574257" sldId="2147474193"/>
            <ac:spMk id="2" creationId="{2BFC89F9-7A4A-1293-5BC3-4174BE71161A}"/>
          </ac:spMkLst>
        </pc:spChg>
      </pc:sldChg>
      <pc:sldChg chg="modSp new del mod">
        <pc:chgData name="Sylvain Muya" userId="ea449ae1-8bbc-4253-b36d-b13dbe70d4cb" providerId="ADAL" clId="{E8BAF79F-84B2-4080-B13D-AB7BF0058D2D}" dt="2025-12-13T10:38:51.060" v="44" actId="47"/>
        <pc:sldMkLst>
          <pc:docMk/>
          <pc:sldMk cId="4139369901" sldId="2147474193"/>
        </pc:sldMkLst>
        <pc:spChg chg="mod">
          <ac:chgData name="Sylvain Muya" userId="ea449ae1-8bbc-4253-b36d-b13dbe70d4cb" providerId="ADAL" clId="{E8BAF79F-84B2-4080-B13D-AB7BF0058D2D}" dt="2025-12-13T10:35:35.403" v="18"/>
          <ac:spMkLst>
            <pc:docMk/>
            <pc:sldMk cId="4139369901" sldId="2147474193"/>
            <ac:spMk id="2" creationId="{61DCD44A-75A8-2AF0-76D2-4698A3A057CE}"/>
          </ac:spMkLst>
        </pc:spChg>
        <pc:spChg chg="mod">
          <ac:chgData name="Sylvain Muya" userId="ea449ae1-8bbc-4253-b36d-b13dbe70d4cb" providerId="ADAL" clId="{E8BAF79F-84B2-4080-B13D-AB7BF0058D2D}" dt="2025-12-13T10:32:21.275" v="2" actId="20577"/>
          <ac:spMkLst>
            <pc:docMk/>
            <pc:sldMk cId="4139369901" sldId="2147474193"/>
            <ac:spMk id="4" creationId="{C0E12ADC-40E4-A858-5C15-0AEE15385E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2A0D5-C73B-4A93-A5A1-945523FC2B7F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75C64-920A-45F5-8656-EF961225DE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3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225" y="152400"/>
            <a:ext cx="6569075" cy="3695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8578AD-0529-46A5-84EB-6338160D5A7D}" type="slidenum">
              <a:rPr kumimoji="0" lang="en-GB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rlow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rlow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11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75C64-920A-45F5-8656-EF961225DE9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668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6C79A05B-445A-82FA-63DD-3690FF6FB6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FAFC9E-C6DD-49C6-A761-9CBFA2CA37E3}" type="slidenum">
              <a:rPr lang="de-DE" altLang="en-US"/>
              <a:pPr>
                <a:spcBef>
                  <a:spcPct val="0"/>
                </a:spcBef>
              </a:pPr>
              <a:t>4</a:t>
            </a:fld>
            <a:endParaRPr lang="de-DE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7EBD926-6CD7-5877-BF01-5A4ED1F2D4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93C9DE6-F8FD-53E7-C89F-C9886CBC5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ver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350000"/>
            <a:ext cx="5791000" cy="715669"/>
          </a:xfrm>
        </p:spPr>
        <p:txBody>
          <a:bodyPr/>
          <a:lstStyle>
            <a:lvl1pPr>
              <a:defRPr sz="48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7F8163F-D370-5C4C-500A-7D576C59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05000" y="0"/>
            <a:ext cx="10300263" cy="6870700"/>
          </a:xfrm>
          <a:custGeom>
            <a:avLst/>
            <a:gdLst>
              <a:gd name="connsiteX0" fmla="*/ 6858000 w 10287001"/>
              <a:gd name="connsiteY0" fmla="*/ 0 h 6858000"/>
              <a:gd name="connsiteX1" fmla="*/ 10287001 w 10287001"/>
              <a:gd name="connsiteY1" fmla="*/ 0 h 6858000"/>
              <a:gd name="connsiteX2" fmla="*/ 10287001 w 10287001"/>
              <a:gd name="connsiteY2" fmla="*/ 3467099 h 6858000"/>
              <a:gd name="connsiteX3" fmla="*/ 6896100 w 10287001"/>
              <a:gd name="connsiteY3" fmla="*/ 6858000 h 6858000"/>
              <a:gd name="connsiteX4" fmla="*/ 0 w 10287001"/>
              <a:gd name="connsiteY4" fmla="*/ 6858000 h 6858000"/>
              <a:gd name="connsiteX0" fmla="*/ 6858000 w 10287001"/>
              <a:gd name="connsiteY0" fmla="*/ 0 h 6858000"/>
              <a:gd name="connsiteX1" fmla="*/ 10287001 w 10287001"/>
              <a:gd name="connsiteY1" fmla="*/ 0 h 6858000"/>
              <a:gd name="connsiteX2" fmla="*/ 10287001 w 10287001"/>
              <a:gd name="connsiteY2" fmla="*/ 3467099 h 6858000"/>
              <a:gd name="connsiteX3" fmla="*/ 8636000 w 10287001"/>
              <a:gd name="connsiteY3" fmla="*/ 5080000 h 6858000"/>
              <a:gd name="connsiteX4" fmla="*/ 6896100 w 10287001"/>
              <a:gd name="connsiteY4" fmla="*/ 6858000 h 6858000"/>
              <a:gd name="connsiteX5" fmla="*/ 0 w 10287001"/>
              <a:gd name="connsiteY5" fmla="*/ 6858000 h 6858000"/>
              <a:gd name="connsiteX6" fmla="*/ 6858000 w 10287001"/>
              <a:gd name="connsiteY6" fmla="*/ 0 h 6858000"/>
              <a:gd name="connsiteX0" fmla="*/ 6858000 w 10287001"/>
              <a:gd name="connsiteY0" fmla="*/ 0 h 6870700"/>
              <a:gd name="connsiteX1" fmla="*/ 10287001 w 10287001"/>
              <a:gd name="connsiteY1" fmla="*/ 0 h 6870700"/>
              <a:gd name="connsiteX2" fmla="*/ 10287001 w 10287001"/>
              <a:gd name="connsiteY2" fmla="*/ 3467099 h 6870700"/>
              <a:gd name="connsiteX3" fmla="*/ 10274300 w 10287001"/>
              <a:gd name="connsiteY3" fmla="*/ 6870700 h 6870700"/>
              <a:gd name="connsiteX4" fmla="*/ 6896100 w 10287001"/>
              <a:gd name="connsiteY4" fmla="*/ 6858000 h 6870700"/>
              <a:gd name="connsiteX5" fmla="*/ 0 w 10287001"/>
              <a:gd name="connsiteY5" fmla="*/ 6858000 h 6870700"/>
              <a:gd name="connsiteX6" fmla="*/ 6858000 w 10287001"/>
              <a:gd name="connsiteY6" fmla="*/ 0 h 6870700"/>
              <a:gd name="connsiteX0" fmla="*/ 6858000 w 10300263"/>
              <a:gd name="connsiteY0" fmla="*/ 0 h 6870700"/>
              <a:gd name="connsiteX1" fmla="*/ 10287001 w 10300263"/>
              <a:gd name="connsiteY1" fmla="*/ 0 h 6870700"/>
              <a:gd name="connsiteX2" fmla="*/ 10287001 w 10300263"/>
              <a:gd name="connsiteY2" fmla="*/ 3467099 h 6870700"/>
              <a:gd name="connsiteX3" fmla="*/ 10299700 w 10300263"/>
              <a:gd name="connsiteY3" fmla="*/ 6870700 h 6870700"/>
              <a:gd name="connsiteX4" fmla="*/ 6896100 w 10300263"/>
              <a:gd name="connsiteY4" fmla="*/ 6858000 h 6870700"/>
              <a:gd name="connsiteX5" fmla="*/ 0 w 10300263"/>
              <a:gd name="connsiteY5" fmla="*/ 6858000 h 6870700"/>
              <a:gd name="connsiteX6" fmla="*/ 6858000 w 10300263"/>
              <a:gd name="connsiteY6" fmla="*/ 0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00263" h="6870700">
                <a:moveTo>
                  <a:pt x="6858000" y="0"/>
                </a:moveTo>
                <a:lnTo>
                  <a:pt x="10287001" y="0"/>
                </a:lnTo>
                <a:lnTo>
                  <a:pt x="10287001" y="3467099"/>
                </a:lnTo>
                <a:cubicBezTo>
                  <a:pt x="10282767" y="4601633"/>
                  <a:pt x="10303934" y="5736166"/>
                  <a:pt x="10299700" y="6870700"/>
                </a:cubicBezTo>
                <a:lnTo>
                  <a:pt x="6896100" y="6858000"/>
                </a:lnTo>
                <a:lnTo>
                  <a:pt x="0" y="6858000"/>
                </a:lnTo>
                <a:lnTo>
                  <a:pt x="6858000" y="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lvl="0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  <a:endParaRPr lang="en-GB" dirty="0"/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6A957CF6-0DF2-748E-CBF0-17B6B8878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251108"/>
            <a:ext cx="1540262" cy="369332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2B307F84-45B4-FBB4-1E6C-CD4B241E73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132139"/>
            <a:ext cx="3851275" cy="12747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51BDBE3-9968-5E35-08CF-59AE37916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4974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350000"/>
            <a:ext cx="5765600" cy="715669"/>
          </a:xfrm>
        </p:spPr>
        <p:txBody>
          <a:bodyPr/>
          <a:lstStyle>
            <a:lvl1pPr>
              <a:defRPr sz="48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7F8163F-D370-5C4C-500A-7D576C59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5000" y="0"/>
            <a:ext cx="10300263" cy="6870700"/>
          </a:xfrm>
          <a:custGeom>
            <a:avLst/>
            <a:gdLst>
              <a:gd name="connsiteX0" fmla="*/ 6858000 w 10287001"/>
              <a:gd name="connsiteY0" fmla="*/ 0 h 6858000"/>
              <a:gd name="connsiteX1" fmla="*/ 10287001 w 10287001"/>
              <a:gd name="connsiteY1" fmla="*/ 0 h 6858000"/>
              <a:gd name="connsiteX2" fmla="*/ 10287001 w 10287001"/>
              <a:gd name="connsiteY2" fmla="*/ 3467099 h 6858000"/>
              <a:gd name="connsiteX3" fmla="*/ 6896100 w 10287001"/>
              <a:gd name="connsiteY3" fmla="*/ 6858000 h 6858000"/>
              <a:gd name="connsiteX4" fmla="*/ 0 w 10287001"/>
              <a:gd name="connsiteY4" fmla="*/ 6858000 h 6858000"/>
              <a:gd name="connsiteX0" fmla="*/ 6858000 w 10287001"/>
              <a:gd name="connsiteY0" fmla="*/ 0 h 6858000"/>
              <a:gd name="connsiteX1" fmla="*/ 10287001 w 10287001"/>
              <a:gd name="connsiteY1" fmla="*/ 0 h 6858000"/>
              <a:gd name="connsiteX2" fmla="*/ 10287001 w 10287001"/>
              <a:gd name="connsiteY2" fmla="*/ 3467099 h 6858000"/>
              <a:gd name="connsiteX3" fmla="*/ 8636000 w 10287001"/>
              <a:gd name="connsiteY3" fmla="*/ 5080000 h 6858000"/>
              <a:gd name="connsiteX4" fmla="*/ 6896100 w 10287001"/>
              <a:gd name="connsiteY4" fmla="*/ 6858000 h 6858000"/>
              <a:gd name="connsiteX5" fmla="*/ 0 w 10287001"/>
              <a:gd name="connsiteY5" fmla="*/ 6858000 h 6858000"/>
              <a:gd name="connsiteX6" fmla="*/ 6858000 w 10287001"/>
              <a:gd name="connsiteY6" fmla="*/ 0 h 6858000"/>
              <a:gd name="connsiteX0" fmla="*/ 6858000 w 10287001"/>
              <a:gd name="connsiteY0" fmla="*/ 0 h 6870700"/>
              <a:gd name="connsiteX1" fmla="*/ 10287001 w 10287001"/>
              <a:gd name="connsiteY1" fmla="*/ 0 h 6870700"/>
              <a:gd name="connsiteX2" fmla="*/ 10287001 w 10287001"/>
              <a:gd name="connsiteY2" fmla="*/ 3467099 h 6870700"/>
              <a:gd name="connsiteX3" fmla="*/ 10274300 w 10287001"/>
              <a:gd name="connsiteY3" fmla="*/ 6870700 h 6870700"/>
              <a:gd name="connsiteX4" fmla="*/ 6896100 w 10287001"/>
              <a:gd name="connsiteY4" fmla="*/ 6858000 h 6870700"/>
              <a:gd name="connsiteX5" fmla="*/ 0 w 10287001"/>
              <a:gd name="connsiteY5" fmla="*/ 6858000 h 6870700"/>
              <a:gd name="connsiteX6" fmla="*/ 6858000 w 10287001"/>
              <a:gd name="connsiteY6" fmla="*/ 0 h 6870700"/>
              <a:gd name="connsiteX0" fmla="*/ 6858000 w 10300263"/>
              <a:gd name="connsiteY0" fmla="*/ 0 h 6870700"/>
              <a:gd name="connsiteX1" fmla="*/ 10287001 w 10300263"/>
              <a:gd name="connsiteY1" fmla="*/ 0 h 6870700"/>
              <a:gd name="connsiteX2" fmla="*/ 10287001 w 10300263"/>
              <a:gd name="connsiteY2" fmla="*/ 3467099 h 6870700"/>
              <a:gd name="connsiteX3" fmla="*/ 10299700 w 10300263"/>
              <a:gd name="connsiteY3" fmla="*/ 6870700 h 6870700"/>
              <a:gd name="connsiteX4" fmla="*/ 6896100 w 10300263"/>
              <a:gd name="connsiteY4" fmla="*/ 6858000 h 6870700"/>
              <a:gd name="connsiteX5" fmla="*/ 0 w 10300263"/>
              <a:gd name="connsiteY5" fmla="*/ 6858000 h 6870700"/>
              <a:gd name="connsiteX6" fmla="*/ 6858000 w 10300263"/>
              <a:gd name="connsiteY6" fmla="*/ 0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00263" h="6870700">
                <a:moveTo>
                  <a:pt x="6858000" y="0"/>
                </a:moveTo>
                <a:lnTo>
                  <a:pt x="10287001" y="0"/>
                </a:lnTo>
                <a:lnTo>
                  <a:pt x="10287001" y="3467099"/>
                </a:lnTo>
                <a:cubicBezTo>
                  <a:pt x="10282767" y="4601633"/>
                  <a:pt x="10303934" y="5736166"/>
                  <a:pt x="10299700" y="6870700"/>
                </a:cubicBezTo>
                <a:lnTo>
                  <a:pt x="6896100" y="6858000"/>
                </a:lnTo>
                <a:lnTo>
                  <a:pt x="0" y="6858000"/>
                </a:lnTo>
                <a:lnTo>
                  <a:pt x="6858000" y="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268034F8-D9C2-8C58-D3F0-75FD7B94D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251108"/>
            <a:ext cx="1540262" cy="369332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tx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CCE9AAD8-E91C-C496-B418-A50607DEBA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132000"/>
            <a:ext cx="3851275" cy="1274763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5D48F56-6C5B-C485-DCFF-18C4C258F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7467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TY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350000"/>
            <a:ext cx="5391605" cy="1549106"/>
          </a:xfrm>
        </p:spPr>
        <p:txBody>
          <a:bodyPr/>
          <a:lstStyle>
            <a:lvl1pPr>
              <a:defRPr sz="48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7F8163F-D370-5C4C-500A-7D576C590B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5000" y="0"/>
            <a:ext cx="10287001" cy="6858000"/>
          </a:xfrm>
          <a:custGeom>
            <a:avLst/>
            <a:gdLst>
              <a:gd name="connsiteX0" fmla="*/ 6858000 w 10287001"/>
              <a:gd name="connsiteY0" fmla="*/ 0 h 6858000"/>
              <a:gd name="connsiteX1" fmla="*/ 10287001 w 10287001"/>
              <a:gd name="connsiteY1" fmla="*/ 0 h 6858000"/>
              <a:gd name="connsiteX2" fmla="*/ 10287001 w 10287001"/>
              <a:gd name="connsiteY2" fmla="*/ 3467099 h 6858000"/>
              <a:gd name="connsiteX3" fmla="*/ 6896100 w 10287001"/>
              <a:gd name="connsiteY3" fmla="*/ 6858000 h 6858000"/>
              <a:gd name="connsiteX4" fmla="*/ 0 w 1028700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7001" h="6858000">
                <a:moveTo>
                  <a:pt x="6858000" y="0"/>
                </a:moveTo>
                <a:lnTo>
                  <a:pt x="10287001" y="0"/>
                </a:lnTo>
                <a:lnTo>
                  <a:pt x="10287001" y="3467099"/>
                </a:lnTo>
                <a:lnTo>
                  <a:pt x="6896100" y="6858000"/>
                </a:lnTo>
                <a:lnTo>
                  <a:pt x="0" y="6858000"/>
                </a:lnTo>
                <a:close/>
              </a:path>
            </a:pathLst>
          </a:custGeom>
          <a:pattFill prst="dkVer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lvl="0"/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" name="Classification">
            <a:extLst>
              <a:ext uri="{FF2B5EF4-FFF2-40B4-BE49-F238E27FC236}">
                <a16:creationId xmlns:a16="http://schemas.microsoft.com/office/drawing/2014/main" id="{A2DBDE31-A0D1-C0E0-CFCE-D83929DAC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127997"/>
            <a:ext cx="1695772" cy="492443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UNICEF </a:t>
            </a:r>
            <a:r>
              <a:rPr lang="en-GB" sz="800" dirty="0" err="1">
                <a:solidFill>
                  <a:schemeClr val="bg1"/>
                </a:solidFill>
                <a:effectLst/>
              </a:rPr>
              <a:t>BeSD</a:t>
            </a:r>
            <a:r>
              <a:rPr lang="en-GB" sz="800" dirty="0">
                <a:solidFill>
                  <a:schemeClr val="bg1"/>
                </a:solidFill>
                <a:effectLst/>
              </a:rPr>
              <a:t> Immunization Survey | Country Office Kick-Off | April 2025 | Version 1 | Internal/Client Use Only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433BB7AA-54DD-4BAB-0FD5-D287A85CE4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132000"/>
            <a:ext cx="4038600" cy="12747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B989213-36EC-3BE4-A381-B024813F7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24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TY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4DFEA-2014-1751-E480-8A66CDCD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350000"/>
            <a:ext cx="6095800" cy="1610016"/>
          </a:xfrm>
        </p:spPr>
        <p:txBody>
          <a:bodyPr/>
          <a:lstStyle>
            <a:lvl1pPr>
              <a:defRPr sz="48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A47BBA45-30B2-1AE1-4D29-166B974CDEE5}"/>
              </a:ext>
            </a:extLst>
          </p:cNvPr>
          <p:cNvSpPr/>
          <p:nvPr/>
        </p:nvSpPr>
        <p:spPr>
          <a:xfrm rot="16200000">
            <a:off x="9281601" y="3947601"/>
            <a:ext cx="2910399" cy="29103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066FE41-55CD-1D44-7ED7-B1E742AF18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8762" y="1032463"/>
            <a:ext cx="2600325" cy="1820863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C3EC48E-82FF-AD78-A375-4569D05591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3494989"/>
            <a:ext cx="6096000" cy="12747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C7953FA7-7CC9-EFDA-292B-AD4EE8BF2312}"/>
              </a:ext>
            </a:extLst>
          </p:cNvPr>
          <p:cNvSpPr/>
          <p:nvPr userDrawn="1"/>
        </p:nvSpPr>
        <p:spPr>
          <a:xfrm rot="16200000">
            <a:off x="9281601" y="3947601"/>
            <a:ext cx="2910399" cy="29103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1FC277-A24A-127A-0091-6B28965A6AC2}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16" name="Classification">
            <a:extLst>
              <a:ext uri="{FF2B5EF4-FFF2-40B4-BE49-F238E27FC236}">
                <a16:creationId xmlns:a16="http://schemas.microsoft.com/office/drawing/2014/main" id="{F7612056-C83D-6D6F-29E4-738CDFF48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88640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A734190-E147-6525-06DF-CBE67A8F5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3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TY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2B650A8-9C21-DC86-F471-38B40FC6D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3975100 h 6858000"/>
              <a:gd name="connsiteX3" fmla="*/ 93091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3975100"/>
                </a:lnTo>
                <a:lnTo>
                  <a:pt x="9309100" y="6858000"/>
                </a:lnTo>
                <a:lnTo>
                  <a:pt x="0" y="68580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 sz="1800"/>
            </a:lvl1pPr>
          </a:lstStyle>
          <a:p>
            <a:pPr lvl="0" algn="ctr"/>
            <a:r>
              <a:rPr lang="en-GB" dirty="0"/>
              <a:t>Click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350000"/>
            <a:ext cx="6797676" cy="715669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GB" sz="4800" b="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291164C1-FFDE-EA90-BDBC-A8ECC8F00D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494989"/>
            <a:ext cx="4720771" cy="12747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69ABB24-E19C-5E01-8FCE-03686B278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2689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hite_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4D39-4D4B-EF55-6284-160F99E5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885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11299088" cy="3861312"/>
          </a:xfrm>
        </p:spPr>
        <p:txBody>
          <a:bodyPr numCol="1" spcCol="288000"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429DE-4D63-DCEA-0E6E-B1E26311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Single column layout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7877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hite_standar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4"/>
            <a:ext cx="11274425" cy="3852861"/>
          </a:xfrm>
        </p:spPr>
        <p:txBody>
          <a:bodyPr numCol="1" spcCol="306000">
            <a:noAutofit/>
          </a:bodyPr>
          <a:lstStyle>
            <a:lvl1pPr>
              <a:spcBef>
                <a:spcPts val="400"/>
              </a:spcBef>
              <a:defRPr sz="2400" b="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 b="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56702-F7CA-EFF2-BBCC-1DCC4703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636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ging box titl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1884-C2D5-14CD-9848-37C5CB01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2" y="701874"/>
            <a:ext cx="3149601" cy="7156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8893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ging box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1884-C2D5-14CD-9848-37C5CB01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2" y="701874"/>
            <a:ext cx="3149601" cy="7156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3E53EB-3CF7-23AB-A106-C20DD2520C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32288" y="701675"/>
            <a:ext cx="7416800" cy="4959350"/>
          </a:xfrm>
        </p:spPr>
        <p:txBody>
          <a:bodyPr numCol="1" spcCol="288000"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1pPr>
            <a:lvl2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2pPr>
            <a:lvl3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3pPr>
            <a:lvl4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4pPr>
            <a:lvl5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5978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_3_summari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7598694-721D-C499-32B8-255955346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0000" y="1792702"/>
            <a:ext cx="3524250" cy="2140354"/>
          </a:xfrm>
          <a:custGeom>
            <a:avLst/>
            <a:gdLst>
              <a:gd name="connsiteX0" fmla="*/ 0 w 3524250"/>
              <a:gd name="connsiteY0" fmla="*/ 0 h 2140354"/>
              <a:gd name="connsiteX1" fmla="*/ 3524250 w 3524250"/>
              <a:gd name="connsiteY1" fmla="*/ 0 h 2140354"/>
              <a:gd name="connsiteX2" fmla="*/ 3524250 w 3524250"/>
              <a:gd name="connsiteY2" fmla="*/ 1669718 h 2140354"/>
              <a:gd name="connsiteX3" fmla="*/ 3053614 w 3524250"/>
              <a:gd name="connsiteY3" fmla="*/ 2140354 h 2140354"/>
              <a:gd name="connsiteX4" fmla="*/ 0 w 3524250"/>
              <a:gd name="connsiteY4" fmla="*/ 2140354 h 2140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4250" h="2140354">
                <a:moveTo>
                  <a:pt x="0" y="0"/>
                </a:moveTo>
                <a:lnTo>
                  <a:pt x="3524250" y="0"/>
                </a:lnTo>
                <a:lnTo>
                  <a:pt x="3524250" y="1669718"/>
                </a:lnTo>
                <a:lnTo>
                  <a:pt x="3053614" y="2140354"/>
                </a:lnTo>
                <a:lnTo>
                  <a:pt x="0" y="2140354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4113075"/>
            <a:ext cx="3524400" cy="1835288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 sz="2000">
                <a:solidFill>
                  <a:schemeClr val="bg1"/>
                </a:solidFill>
              </a:defRPr>
            </a:lvl1pPr>
            <a:lvl2pPr>
              <a:spcBef>
                <a:spcPts val="400"/>
              </a:spcBef>
              <a:defRPr sz="2000">
                <a:solidFill>
                  <a:schemeClr val="bg1"/>
                </a:solidFill>
              </a:defRPr>
            </a:lvl2pPr>
            <a:lvl3pPr>
              <a:spcBef>
                <a:spcPts val="400"/>
              </a:spcBef>
              <a:defRPr sz="2000">
                <a:solidFill>
                  <a:schemeClr val="bg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2z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D497C279-EB05-83B6-CAFE-F19E94941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36915" y="1792702"/>
            <a:ext cx="3524250" cy="2140354"/>
          </a:xfrm>
          <a:custGeom>
            <a:avLst/>
            <a:gdLst>
              <a:gd name="connsiteX0" fmla="*/ 0 w 3524250"/>
              <a:gd name="connsiteY0" fmla="*/ 0 h 2140354"/>
              <a:gd name="connsiteX1" fmla="*/ 3524250 w 3524250"/>
              <a:gd name="connsiteY1" fmla="*/ 0 h 2140354"/>
              <a:gd name="connsiteX2" fmla="*/ 3524250 w 3524250"/>
              <a:gd name="connsiteY2" fmla="*/ 1669718 h 2140354"/>
              <a:gd name="connsiteX3" fmla="*/ 3053614 w 3524250"/>
              <a:gd name="connsiteY3" fmla="*/ 2140354 h 2140354"/>
              <a:gd name="connsiteX4" fmla="*/ 0 w 3524250"/>
              <a:gd name="connsiteY4" fmla="*/ 2140354 h 2140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4250" h="2140354">
                <a:moveTo>
                  <a:pt x="0" y="0"/>
                </a:moveTo>
                <a:lnTo>
                  <a:pt x="3524250" y="0"/>
                </a:lnTo>
                <a:lnTo>
                  <a:pt x="3524250" y="1669718"/>
                </a:lnTo>
                <a:lnTo>
                  <a:pt x="3053614" y="2140354"/>
                </a:lnTo>
                <a:lnTo>
                  <a:pt x="0" y="2140354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15" name="Placeholder 2">
            <a:extLst>
              <a:ext uri="{FF2B5EF4-FFF2-40B4-BE49-F238E27FC236}">
                <a16:creationId xmlns:a16="http://schemas.microsoft.com/office/drawing/2014/main" id="{2D6D46A2-3813-48AC-B44F-11FED09C960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336840" y="4113075"/>
            <a:ext cx="3524400" cy="1835288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 sz="2000">
                <a:solidFill>
                  <a:schemeClr val="bg1"/>
                </a:solidFill>
              </a:defRPr>
            </a:lvl1pPr>
            <a:lvl2pPr>
              <a:spcBef>
                <a:spcPts val="400"/>
              </a:spcBef>
              <a:defRPr sz="2000">
                <a:solidFill>
                  <a:schemeClr val="bg1"/>
                </a:solidFill>
              </a:defRPr>
            </a:lvl2pPr>
            <a:lvl3pPr>
              <a:spcBef>
                <a:spcPts val="400"/>
              </a:spcBef>
              <a:defRPr sz="2000">
                <a:solidFill>
                  <a:schemeClr val="bg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36747DF-926E-3B9F-54BC-149181750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24838" y="1792702"/>
            <a:ext cx="3524250" cy="2140354"/>
          </a:xfrm>
          <a:custGeom>
            <a:avLst/>
            <a:gdLst>
              <a:gd name="connsiteX0" fmla="*/ 0 w 3524250"/>
              <a:gd name="connsiteY0" fmla="*/ 0 h 2140354"/>
              <a:gd name="connsiteX1" fmla="*/ 3524250 w 3524250"/>
              <a:gd name="connsiteY1" fmla="*/ 0 h 2140354"/>
              <a:gd name="connsiteX2" fmla="*/ 3524250 w 3524250"/>
              <a:gd name="connsiteY2" fmla="*/ 1669718 h 2140354"/>
              <a:gd name="connsiteX3" fmla="*/ 3053614 w 3524250"/>
              <a:gd name="connsiteY3" fmla="*/ 2140354 h 2140354"/>
              <a:gd name="connsiteX4" fmla="*/ 0 w 3524250"/>
              <a:gd name="connsiteY4" fmla="*/ 2140354 h 2140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4250" h="2140354">
                <a:moveTo>
                  <a:pt x="0" y="0"/>
                </a:moveTo>
                <a:lnTo>
                  <a:pt x="3524250" y="0"/>
                </a:lnTo>
                <a:lnTo>
                  <a:pt x="3524250" y="1669718"/>
                </a:lnTo>
                <a:lnTo>
                  <a:pt x="3053614" y="2140354"/>
                </a:lnTo>
                <a:lnTo>
                  <a:pt x="0" y="2140354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16" name="Placeholder 3">
            <a:extLst>
              <a:ext uri="{FF2B5EF4-FFF2-40B4-BE49-F238E27FC236}">
                <a16:creationId xmlns:a16="http://schemas.microsoft.com/office/drawing/2014/main" id="{912710EB-D5BC-4555-8C11-D849D8A58199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24838" y="4113075"/>
            <a:ext cx="3524400" cy="1835288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 sz="2000">
                <a:solidFill>
                  <a:schemeClr val="bg1"/>
                </a:solidFill>
              </a:defRPr>
            </a:lvl1pPr>
            <a:lvl2pPr>
              <a:spcBef>
                <a:spcPts val="400"/>
              </a:spcBef>
              <a:defRPr sz="2000">
                <a:solidFill>
                  <a:schemeClr val="bg1"/>
                </a:solidFill>
              </a:defRPr>
            </a:lvl2pPr>
            <a:lvl3pPr>
              <a:spcBef>
                <a:spcPts val="400"/>
              </a:spcBef>
              <a:defRPr sz="2000">
                <a:solidFill>
                  <a:schemeClr val="bg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379921-B222-AEF2-4C24-F79AEBA1B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C93700-768F-F0BD-FFA2-5E2889AAB11B}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4" name="Classification">
            <a:extLst>
              <a:ext uri="{FF2B5EF4-FFF2-40B4-BE49-F238E27FC236}">
                <a16:creationId xmlns:a16="http://schemas.microsoft.com/office/drawing/2014/main" id="{7BC3E079-CD4E-AFD3-AEB4-D1848C22C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88640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5D40D82-A955-EDFD-14F8-9814CC1A2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00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l_4_images_with comment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55C23FA-A39C-47E2-B32E-D31B7F81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5D8EA5-7317-FA5E-316E-1D3D71DF6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635" y="1827015"/>
            <a:ext cx="2563200" cy="2183266"/>
          </a:xfrm>
          <a:custGeom>
            <a:avLst/>
            <a:gdLst>
              <a:gd name="connsiteX0" fmla="*/ 0 w 2563200"/>
              <a:gd name="connsiteY0" fmla="*/ 0 h 2183266"/>
              <a:gd name="connsiteX1" fmla="*/ 2563200 w 2563200"/>
              <a:gd name="connsiteY1" fmla="*/ 0 h 2183266"/>
              <a:gd name="connsiteX2" fmla="*/ 2563200 w 2563200"/>
              <a:gd name="connsiteY2" fmla="*/ 1868011 h 2183266"/>
              <a:gd name="connsiteX3" fmla="*/ 2247945 w 2563200"/>
              <a:gd name="connsiteY3" fmla="*/ 2183266 h 2183266"/>
              <a:gd name="connsiteX4" fmla="*/ 0 w 2563200"/>
              <a:gd name="connsiteY4" fmla="*/ 2183266 h 218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3200" h="2183266">
                <a:moveTo>
                  <a:pt x="0" y="0"/>
                </a:moveTo>
                <a:lnTo>
                  <a:pt x="2563200" y="0"/>
                </a:lnTo>
                <a:lnTo>
                  <a:pt x="2563200" y="1868011"/>
                </a:lnTo>
                <a:lnTo>
                  <a:pt x="2247945" y="2183266"/>
                </a:lnTo>
                <a:lnTo>
                  <a:pt x="0" y="2183266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8" name="Text Box 1">
            <a:extLst>
              <a:ext uri="{FF2B5EF4-FFF2-40B4-BE49-F238E27FC236}">
                <a16:creationId xmlns:a16="http://schemas.microsoft.com/office/drawing/2014/main" id="{A4FE8203-E4D0-7D71-9DAB-DCD79DF2945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0148" y="4165598"/>
            <a:ext cx="2563812" cy="1495427"/>
          </a:xfr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Box 2">
            <a:extLst>
              <a:ext uri="{FF2B5EF4-FFF2-40B4-BE49-F238E27FC236}">
                <a16:creationId xmlns:a16="http://schemas.microsoft.com/office/drawing/2014/main" id="{3893695E-4514-8C5C-A541-ACC2C0140D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88265" y="4165598"/>
            <a:ext cx="2563812" cy="1495427"/>
          </a:xfr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Box 3">
            <a:extLst>
              <a:ext uri="{FF2B5EF4-FFF2-40B4-BE49-F238E27FC236}">
                <a16:creationId xmlns:a16="http://schemas.microsoft.com/office/drawing/2014/main" id="{E6E126AC-28F0-4A7D-DC28-46188F46FAA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4913" y="4165598"/>
            <a:ext cx="2563812" cy="1495427"/>
          </a:xfr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Box 4">
            <a:extLst>
              <a:ext uri="{FF2B5EF4-FFF2-40B4-BE49-F238E27FC236}">
                <a16:creationId xmlns:a16="http://schemas.microsoft.com/office/drawing/2014/main" id="{9A2242AD-0A81-133A-985E-D1CF4585102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70020" y="4151084"/>
            <a:ext cx="2563812" cy="1495427"/>
          </a:xfr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10E05C-FACD-735A-D8B6-65B787A7C515}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18" name="Classification">
            <a:extLst>
              <a:ext uri="{FF2B5EF4-FFF2-40B4-BE49-F238E27FC236}">
                <a16:creationId xmlns:a16="http://schemas.microsoft.com/office/drawing/2014/main" id="{2155CA54-02B7-79F0-5516-A0D416D0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88640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216BF9A-6BA6-35A3-FAD8-E4C7E65B2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61349" y="1827015"/>
            <a:ext cx="2563200" cy="2183266"/>
          </a:xfrm>
          <a:custGeom>
            <a:avLst/>
            <a:gdLst>
              <a:gd name="connsiteX0" fmla="*/ 0 w 2563200"/>
              <a:gd name="connsiteY0" fmla="*/ 0 h 2183266"/>
              <a:gd name="connsiteX1" fmla="*/ 2563200 w 2563200"/>
              <a:gd name="connsiteY1" fmla="*/ 0 h 2183266"/>
              <a:gd name="connsiteX2" fmla="*/ 2563200 w 2563200"/>
              <a:gd name="connsiteY2" fmla="*/ 1868011 h 2183266"/>
              <a:gd name="connsiteX3" fmla="*/ 2247945 w 2563200"/>
              <a:gd name="connsiteY3" fmla="*/ 2183266 h 2183266"/>
              <a:gd name="connsiteX4" fmla="*/ 0 w 2563200"/>
              <a:gd name="connsiteY4" fmla="*/ 2183266 h 218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3200" h="2183266">
                <a:moveTo>
                  <a:pt x="0" y="0"/>
                </a:moveTo>
                <a:lnTo>
                  <a:pt x="2563200" y="0"/>
                </a:lnTo>
                <a:lnTo>
                  <a:pt x="2563200" y="1868011"/>
                </a:lnTo>
                <a:lnTo>
                  <a:pt x="2247945" y="2183266"/>
                </a:lnTo>
                <a:lnTo>
                  <a:pt x="0" y="2183266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C92A1A9-8935-05F9-478C-509E31A7C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65063" y="1827015"/>
            <a:ext cx="2563200" cy="2183266"/>
          </a:xfrm>
          <a:custGeom>
            <a:avLst/>
            <a:gdLst>
              <a:gd name="connsiteX0" fmla="*/ 0 w 2563200"/>
              <a:gd name="connsiteY0" fmla="*/ 0 h 2183266"/>
              <a:gd name="connsiteX1" fmla="*/ 2563200 w 2563200"/>
              <a:gd name="connsiteY1" fmla="*/ 0 h 2183266"/>
              <a:gd name="connsiteX2" fmla="*/ 2563200 w 2563200"/>
              <a:gd name="connsiteY2" fmla="*/ 1868011 h 2183266"/>
              <a:gd name="connsiteX3" fmla="*/ 2247945 w 2563200"/>
              <a:gd name="connsiteY3" fmla="*/ 2183266 h 2183266"/>
              <a:gd name="connsiteX4" fmla="*/ 0 w 2563200"/>
              <a:gd name="connsiteY4" fmla="*/ 2183266 h 218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3200" h="2183266">
                <a:moveTo>
                  <a:pt x="0" y="0"/>
                </a:moveTo>
                <a:lnTo>
                  <a:pt x="2563200" y="0"/>
                </a:lnTo>
                <a:lnTo>
                  <a:pt x="2563200" y="1868011"/>
                </a:lnTo>
                <a:lnTo>
                  <a:pt x="2247945" y="2183266"/>
                </a:lnTo>
                <a:lnTo>
                  <a:pt x="0" y="2183266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C90786FC-B649-5DE3-D2C4-49F260FE2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168776" y="1827015"/>
            <a:ext cx="2563200" cy="2183266"/>
          </a:xfrm>
          <a:custGeom>
            <a:avLst/>
            <a:gdLst>
              <a:gd name="connsiteX0" fmla="*/ 0 w 2563200"/>
              <a:gd name="connsiteY0" fmla="*/ 0 h 2183266"/>
              <a:gd name="connsiteX1" fmla="*/ 2563200 w 2563200"/>
              <a:gd name="connsiteY1" fmla="*/ 0 h 2183266"/>
              <a:gd name="connsiteX2" fmla="*/ 2563200 w 2563200"/>
              <a:gd name="connsiteY2" fmla="*/ 1868011 h 2183266"/>
              <a:gd name="connsiteX3" fmla="*/ 2247945 w 2563200"/>
              <a:gd name="connsiteY3" fmla="*/ 2183266 h 2183266"/>
              <a:gd name="connsiteX4" fmla="*/ 0 w 2563200"/>
              <a:gd name="connsiteY4" fmla="*/ 2183266 h 218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3200" h="2183266">
                <a:moveTo>
                  <a:pt x="0" y="0"/>
                </a:moveTo>
                <a:lnTo>
                  <a:pt x="2563200" y="0"/>
                </a:lnTo>
                <a:lnTo>
                  <a:pt x="2563200" y="1868011"/>
                </a:lnTo>
                <a:lnTo>
                  <a:pt x="2247945" y="2183266"/>
                </a:lnTo>
                <a:lnTo>
                  <a:pt x="0" y="2183266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11A9D1F-C624-08F0-8621-28DDFA9E4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22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ingle column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11299088" cy="3861312"/>
          </a:xfrm>
        </p:spPr>
        <p:txBody>
          <a:bodyPr numCol="1" spcCol="288000"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bg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bg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bg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429DE-4D63-DCEA-0E6E-B1E26311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Single column layout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A7685-C79C-C21F-A344-32CC624F8F20}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15" name="Classification">
            <a:extLst>
              <a:ext uri="{FF2B5EF4-FFF2-40B4-BE49-F238E27FC236}">
                <a16:creationId xmlns:a16="http://schemas.microsoft.com/office/drawing/2014/main" id="{77A0CF32-CA7B-E30F-BB30-CC83E3385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88640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4C1530-3FDC-7F13-8E3A-C59E7EC8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5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ging sid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339B-491C-FFB1-1D03-FBEC566D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701874"/>
            <a:ext cx="2598737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FEDE2-F5A1-7181-F7EE-8B93838D0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5975" y="701675"/>
            <a:ext cx="8393113" cy="4959350"/>
          </a:xfrm>
        </p:spPr>
        <p:txBody>
          <a:bodyPr numCol="1" spcCol="288000"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1pPr>
            <a:lvl2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2pPr>
            <a:lvl3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3pPr>
            <a:lvl4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4pPr>
            <a:lvl5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9521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x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Header">
            <a:extLst>
              <a:ext uri="{FF2B5EF4-FFF2-40B4-BE49-F238E27FC236}">
                <a16:creationId xmlns:a16="http://schemas.microsoft.com/office/drawing/2014/main" id="{5245E30C-ACBC-4426-8962-C03D3DB3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10984"/>
            <a:ext cx="2562696" cy="3850041"/>
          </a:xfr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5" name="Placeholder 2">
            <a:extLst>
              <a:ext uri="{FF2B5EF4-FFF2-40B4-BE49-F238E27FC236}">
                <a16:creationId xmlns:a16="http://schemas.microsoft.com/office/drawing/2014/main" id="{FED60B5C-31E2-4ABE-BB94-6CC89A3FD7F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53284" y="1810984"/>
            <a:ext cx="2562696" cy="3850041"/>
          </a:xfr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7" name="Placeholder 3">
            <a:extLst>
              <a:ext uri="{FF2B5EF4-FFF2-40B4-BE49-F238E27FC236}">
                <a16:creationId xmlns:a16="http://schemas.microsoft.com/office/drawing/2014/main" id="{F0AC0C8B-24FF-433E-9C4D-B350C449B33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76263" y="1810984"/>
            <a:ext cx="2562696" cy="3850041"/>
          </a:xfr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8" name="Placeholder 4">
            <a:extLst>
              <a:ext uri="{FF2B5EF4-FFF2-40B4-BE49-F238E27FC236}">
                <a16:creationId xmlns:a16="http://schemas.microsoft.com/office/drawing/2014/main" id="{2293604D-A39C-4151-970A-A0EBEBFE9FB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174577" y="1810984"/>
            <a:ext cx="2562696" cy="3850041"/>
          </a:xfr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33247047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ging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9300" y="2286000"/>
            <a:ext cx="5456880" cy="3662363"/>
          </a:xfrm>
        </p:spPr>
        <p:txBody>
          <a:bodyPr numCol="2" spcCol="288000"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9919A9-E10C-40B2-4E9E-9822C6505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452" y="701874"/>
            <a:ext cx="5481636" cy="1203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6845480-75B4-4B86-F67E-4E72A3662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5203" y="0"/>
            <a:ext cx="5479313" cy="5948363"/>
          </a:xfrm>
          <a:custGeom>
            <a:avLst/>
            <a:gdLst>
              <a:gd name="connsiteX0" fmla="*/ 0 w 5479313"/>
              <a:gd name="connsiteY0" fmla="*/ 0 h 5948363"/>
              <a:gd name="connsiteX1" fmla="*/ 5479313 w 5479313"/>
              <a:gd name="connsiteY1" fmla="*/ 0 h 5948363"/>
              <a:gd name="connsiteX2" fmla="*/ 5479313 w 5479313"/>
              <a:gd name="connsiteY2" fmla="*/ 5233658 h 5948363"/>
              <a:gd name="connsiteX3" fmla="*/ 4764608 w 5479313"/>
              <a:gd name="connsiteY3" fmla="*/ 5948363 h 5948363"/>
              <a:gd name="connsiteX4" fmla="*/ 0 w 5479313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9313" h="5948363">
                <a:moveTo>
                  <a:pt x="0" y="0"/>
                </a:moveTo>
                <a:lnTo>
                  <a:pt x="5479313" y="0"/>
                </a:lnTo>
                <a:lnTo>
                  <a:pt x="5479313" y="5233658"/>
                </a:lnTo>
                <a:lnTo>
                  <a:pt x="4764608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15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ging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9D3931C-344A-A16B-9670-84E2DE4A2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62687" y="0"/>
            <a:ext cx="5479313" cy="5948363"/>
          </a:xfrm>
          <a:custGeom>
            <a:avLst/>
            <a:gdLst>
              <a:gd name="connsiteX0" fmla="*/ 0 w 5479313"/>
              <a:gd name="connsiteY0" fmla="*/ 0 h 5948363"/>
              <a:gd name="connsiteX1" fmla="*/ 5479313 w 5479313"/>
              <a:gd name="connsiteY1" fmla="*/ 0 h 5948363"/>
              <a:gd name="connsiteX2" fmla="*/ 5479313 w 5479313"/>
              <a:gd name="connsiteY2" fmla="*/ 5233658 h 5948363"/>
              <a:gd name="connsiteX3" fmla="*/ 4764608 w 5479313"/>
              <a:gd name="connsiteY3" fmla="*/ 5948363 h 5948363"/>
              <a:gd name="connsiteX4" fmla="*/ 0 w 5479313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9313" h="5948363">
                <a:moveTo>
                  <a:pt x="0" y="0"/>
                </a:moveTo>
                <a:lnTo>
                  <a:pt x="5479313" y="0"/>
                </a:lnTo>
                <a:lnTo>
                  <a:pt x="5479313" y="5233658"/>
                </a:lnTo>
                <a:lnTo>
                  <a:pt x="4764608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999" y="1792800"/>
            <a:ext cx="5498363" cy="4155563"/>
          </a:xfrm>
        </p:spPr>
        <p:txBody>
          <a:bodyPr numCol="1" spcCol="288000"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6D4E6-07B9-1C8D-69DD-712BC77D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5498363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596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graph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ame 1">
            <a:extLst>
              <a:ext uri="{FF2B5EF4-FFF2-40B4-BE49-F238E27FC236}">
                <a16:creationId xmlns:a16="http://schemas.microsoft.com/office/drawing/2014/main" id="{41154020-330A-4307-8B18-1E1750724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913" y="1716405"/>
            <a:ext cx="1573660" cy="589072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8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15" name="Placeholder 1">
            <a:extLst>
              <a:ext uri="{FF2B5EF4-FFF2-40B4-BE49-F238E27FC236}">
                <a16:creationId xmlns:a16="http://schemas.microsoft.com/office/drawing/2014/main" id="{A81DA3D4-EF88-48E1-A722-44D4D0FA10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913" y="4137438"/>
            <a:ext cx="1573660" cy="1615027"/>
          </a:xfr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20" name="Name 2">
            <a:extLst>
              <a:ext uri="{FF2B5EF4-FFF2-40B4-BE49-F238E27FC236}">
                <a16:creationId xmlns:a16="http://schemas.microsoft.com/office/drawing/2014/main" id="{71613F17-97E2-4491-9EF3-F01FFDE6E8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89282" y="1716405"/>
            <a:ext cx="1573660" cy="589072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8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6F22912B-7D36-4077-8BFB-FDA6B7BA0EA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89282" y="4137438"/>
            <a:ext cx="1573660" cy="1615027"/>
          </a:xfr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24" name="Name 3">
            <a:extLst>
              <a:ext uri="{FF2B5EF4-FFF2-40B4-BE49-F238E27FC236}">
                <a16:creationId xmlns:a16="http://schemas.microsoft.com/office/drawing/2014/main" id="{4ACD92D7-D8E5-4F1B-8FF3-A92BC817BD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651" y="1716405"/>
            <a:ext cx="1573660" cy="589072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8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25" name="Placeholder 3">
            <a:extLst>
              <a:ext uri="{FF2B5EF4-FFF2-40B4-BE49-F238E27FC236}">
                <a16:creationId xmlns:a16="http://schemas.microsoft.com/office/drawing/2014/main" id="{459EAA34-4CBD-4836-8FB9-E4972A4D47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24491" y="4137438"/>
            <a:ext cx="1573660" cy="1615027"/>
          </a:xfr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27" name="Name 4">
            <a:extLst>
              <a:ext uri="{FF2B5EF4-FFF2-40B4-BE49-F238E27FC236}">
                <a16:creationId xmlns:a16="http://schemas.microsoft.com/office/drawing/2014/main" id="{95119930-DF3D-4F95-9821-DD803BEC06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2020" y="1728407"/>
            <a:ext cx="1573660" cy="589072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8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28" name="Placeholder 4">
            <a:extLst>
              <a:ext uri="{FF2B5EF4-FFF2-40B4-BE49-F238E27FC236}">
                <a16:creationId xmlns:a16="http://schemas.microsoft.com/office/drawing/2014/main" id="{F1EC47F3-3364-4097-9549-A48AAC2F52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8930" y="4149440"/>
            <a:ext cx="1573660" cy="1615027"/>
          </a:xfr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30" name="Name 5">
            <a:extLst>
              <a:ext uri="{FF2B5EF4-FFF2-40B4-BE49-F238E27FC236}">
                <a16:creationId xmlns:a16="http://schemas.microsoft.com/office/drawing/2014/main" id="{8BC3BB59-8297-4139-8EEB-7AA6A362059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8389" y="1728407"/>
            <a:ext cx="1573660" cy="589072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8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31" name="Placeholder 5">
            <a:extLst>
              <a:ext uri="{FF2B5EF4-FFF2-40B4-BE49-F238E27FC236}">
                <a16:creationId xmlns:a16="http://schemas.microsoft.com/office/drawing/2014/main" id="{3539E75B-AA24-4E49-B21A-8AAB8E62C41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93369" y="4149440"/>
            <a:ext cx="1573660" cy="1615027"/>
          </a:xfr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33" name="Name 6">
            <a:extLst>
              <a:ext uri="{FF2B5EF4-FFF2-40B4-BE49-F238E27FC236}">
                <a16:creationId xmlns:a16="http://schemas.microsoft.com/office/drawing/2014/main" id="{3F21806D-0731-464D-A660-3F50C5CAF6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74757" y="1714892"/>
            <a:ext cx="1573660" cy="589072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8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34" name="Placeholder 6">
            <a:extLst>
              <a:ext uri="{FF2B5EF4-FFF2-40B4-BE49-F238E27FC236}">
                <a16:creationId xmlns:a16="http://schemas.microsoft.com/office/drawing/2014/main" id="{E534BACD-3BA5-4149-ABE3-6C66E16EC23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127809" y="4135925"/>
            <a:ext cx="1573660" cy="1615027"/>
          </a:xfr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DF9F4-0984-90BB-D24E-468E60FF0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Biographies / Team Slide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ACEFD-B915-0A46-F0D5-18898F9C4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2913" y="242545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sz="1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929D50-022D-171B-E0D9-18921914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389282" y="24354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sz="1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5252DD7-7237-AE6F-A768-127C2A883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324491" y="24354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sz="1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54F9465-CEA1-9BEA-65BC-07DE517E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58930" y="24354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sz="1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1BCF32-98B4-EADC-44D5-5CEA9370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193369" y="24354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sz="1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9DEB166-4C7E-A020-1149-92ACB95FF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0127809" y="24354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sz="1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11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/Statement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4DFEA-2014-1751-E480-8A66CDCDA5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1898850"/>
            <a:ext cx="6603801" cy="715669"/>
          </a:xfrm>
        </p:spPr>
        <p:txBody>
          <a:bodyPr/>
          <a:lstStyle>
            <a:lvl1pPr>
              <a:lnSpc>
                <a:spcPct val="100000"/>
              </a:lnSpc>
              <a:defRPr sz="32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or statement here – </a:t>
            </a:r>
            <a:br>
              <a:rPr lang="en-US" dirty="0"/>
            </a:br>
            <a:r>
              <a:rPr lang="en-US" dirty="0"/>
              <a:t>only black text is fully accessible on teal, green or orange</a:t>
            </a:r>
            <a:endParaRPr lang="en-GB" dirty="0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A47BBA45-30B2-1AE1-4D29-166B974CDEE5}"/>
              </a:ext>
            </a:extLst>
          </p:cNvPr>
          <p:cNvSpPr/>
          <p:nvPr/>
        </p:nvSpPr>
        <p:spPr>
          <a:xfrm rot="16200000">
            <a:off x="9281601" y="3947601"/>
            <a:ext cx="2910399" cy="29103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BE389E3-E2EF-EDE2-E4A2-16BA15C4F331}"/>
              </a:ext>
            </a:extLst>
          </p:cNvPr>
          <p:cNvSpPr/>
          <p:nvPr userDrawn="1"/>
        </p:nvSpPr>
        <p:spPr>
          <a:xfrm rot="16200000">
            <a:off x="9281601" y="3947601"/>
            <a:ext cx="2910399" cy="29103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987A6-2A9A-15B5-784A-8648882BE9C2}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16" name="Classification">
            <a:extLst>
              <a:ext uri="{FF2B5EF4-FFF2-40B4-BE49-F238E27FC236}">
                <a16:creationId xmlns:a16="http://schemas.microsoft.com/office/drawing/2014/main" id="{CB155B53-C991-F3E5-6D95-E75CE4A44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88640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75859E8-09A5-D728-5408-AF719E295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43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1092494"/>
            <a:ext cx="5391605" cy="715669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Classification">
            <a:extLst>
              <a:ext uri="{FF2B5EF4-FFF2-40B4-BE49-F238E27FC236}">
                <a16:creationId xmlns:a16="http://schemas.microsoft.com/office/drawing/2014/main" id="{A2DBDE31-A0D1-C0E0-CFCE-D83929DAC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251108"/>
            <a:ext cx="1695772" cy="369332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8B51E2-FAFB-6EB4-638C-72A28E67F8E1}"/>
              </a:ext>
            </a:extLst>
          </p:cNvPr>
          <p:cNvSpPr/>
          <p:nvPr/>
        </p:nvSpPr>
        <p:spPr>
          <a:xfrm rot="16200000">
            <a:off x="3619500" y="-1714500"/>
            <a:ext cx="6858000" cy="10287000"/>
          </a:xfrm>
          <a:custGeom>
            <a:avLst/>
            <a:gdLst>
              <a:gd name="connsiteX0" fmla="*/ 6858000 w 6858000"/>
              <a:gd name="connsiteY0" fmla="*/ 6858000 h 10287000"/>
              <a:gd name="connsiteX1" fmla="*/ 6858000 w 6858000"/>
              <a:gd name="connsiteY1" fmla="*/ 10287000 h 10287000"/>
              <a:gd name="connsiteX2" fmla="*/ 3370139 w 6858000"/>
              <a:gd name="connsiteY2" fmla="*/ 10287000 h 10287000"/>
              <a:gd name="connsiteX3" fmla="*/ 0 w 6858000"/>
              <a:gd name="connsiteY3" fmla="*/ 6916861 h 10287000"/>
              <a:gd name="connsiteX4" fmla="*/ 0 w 685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10287000">
                <a:moveTo>
                  <a:pt x="6858000" y="6858000"/>
                </a:moveTo>
                <a:lnTo>
                  <a:pt x="6858000" y="10287000"/>
                </a:lnTo>
                <a:lnTo>
                  <a:pt x="3370139" y="10287000"/>
                </a:lnTo>
                <a:lnTo>
                  <a:pt x="0" y="691686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D0EB7A7D-8D5E-F9FC-C8D3-285DE34876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494989"/>
            <a:ext cx="3551238" cy="1274763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D9F6842-DC6A-38D0-9815-9F77EC5535C5}"/>
              </a:ext>
            </a:extLst>
          </p:cNvPr>
          <p:cNvSpPr/>
          <p:nvPr userDrawn="1"/>
        </p:nvSpPr>
        <p:spPr>
          <a:xfrm rot="16200000">
            <a:off x="3619500" y="-1714500"/>
            <a:ext cx="6858000" cy="10287000"/>
          </a:xfrm>
          <a:custGeom>
            <a:avLst/>
            <a:gdLst>
              <a:gd name="connsiteX0" fmla="*/ 6858000 w 6858000"/>
              <a:gd name="connsiteY0" fmla="*/ 6858000 h 10287000"/>
              <a:gd name="connsiteX1" fmla="*/ 6858000 w 6858000"/>
              <a:gd name="connsiteY1" fmla="*/ 10287000 h 10287000"/>
              <a:gd name="connsiteX2" fmla="*/ 3370139 w 6858000"/>
              <a:gd name="connsiteY2" fmla="*/ 10287000 h 10287000"/>
              <a:gd name="connsiteX3" fmla="*/ 0 w 6858000"/>
              <a:gd name="connsiteY3" fmla="*/ 6916861 h 10287000"/>
              <a:gd name="connsiteX4" fmla="*/ 0 w 685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10287000">
                <a:moveTo>
                  <a:pt x="6858000" y="6858000"/>
                </a:moveTo>
                <a:lnTo>
                  <a:pt x="6858000" y="10287000"/>
                </a:lnTo>
                <a:lnTo>
                  <a:pt x="3370139" y="10287000"/>
                </a:lnTo>
                <a:lnTo>
                  <a:pt x="0" y="691686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2400" dirty="0">
              <a:solidFill>
                <a:schemeClr val="tx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C2A959-0D95-560C-4CF2-7A757051C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62361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FBDEA92-538F-3B81-D73E-A3E28F80C016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12192000" cy="6858000"/>
          </a:xfr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GB" dirty="0"/>
              <a:t>Full bleed video</a:t>
            </a:r>
          </a:p>
        </p:txBody>
      </p:sp>
    </p:spTree>
    <p:extLst>
      <p:ext uri="{BB962C8B-B14F-4D97-AF65-F5344CB8AC3E}">
        <p14:creationId xmlns:p14="http://schemas.microsoft.com/office/powerpoint/2010/main" val="1057310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or 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B69072-8F91-57EB-1C5E-B1807F844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3733800 h 6858000"/>
              <a:gd name="connsiteX3" fmla="*/ 90678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3733800"/>
                </a:lnTo>
                <a:lnTo>
                  <a:pt x="9067800" y="6858000"/>
                </a:lnTo>
                <a:lnTo>
                  <a:pt x="0" y="68580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icon in centre to add image</a:t>
            </a:r>
            <a:br>
              <a:rPr lang="en-GB" dirty="0"/>
            </a:br>
            <a:r>
              <a:rPr lang="en-GB" dirty="0"/>
              <a:t>Send image to back so elements show on the page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838E746-8C0D-4144-AC8E-FA9CF117C2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0000" y="811950"/>
            <a:ext cx="5407103" cy="3742438"/>
          </a:xfrm>
        </p:spPr>
        <p:txBody>
          <a:bodyPr anchor="t"/>
          <a:lstStyle>
            <a:lvl1pPr>
              <a:defRPr sz="36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Summary text background image (text can be recoloured depending on image colour)</a:t>
            </a:r>
            <a:endParaRPr lang="fr-FR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6EB0DD-63C6-F7C4-F6E3-8D156B615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2343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/Statement Sty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er">
            <a:extLst>
              <a:ext uri="{FF2B5EF4-FFF2-40B4-BE49-F238E27FC236}">
                <a16:creationId xmlns:a16="http://schemas.microsoft.com/office/drawing/2014/main" id="{6953A8D2-20EB-4DFB-893E-8DCA6475D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39450" y="-775597"/>
            <a:ext cx="9341700" cy="7755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– KEEP HERE FOR ACCESSIBILITY</a:t>
            </a:r>
            <a:endParaRPr lang="en-GB" dirty="0"/>
          </a:p>
        </p:txBody>
      </p:sp>
      <p:sp>
        <p:nvSpPr>
          <p:cNvPr id="21" name="Quote">
            <a:extLst>
              <a:ext uri="{FF2B5EF4-FFF2-40B4-BE49-F238E27FC236}">
                <a16:creationId xmlns:a16="http://schemas.microsoft.com/office/drawing/2014/main" id="{04EB49EF-74A2-4A31-99CF-80E2BAF35E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3900" y="2110704"/>
            <a:ext cx="8181699" cy="2636591"/>
          </a:xfrm>
        </p:spPr>
        <p:txBody>
          <a:bodyPr anchor="t">
            <a:normAutofit/>
          </a:bodyPr>
          <a:lstStyle>
            <a:lvl1pPr marL="0" indent="0"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your quote here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CB9AD269-0E94-5F57-BE08-5E10A41EC965}"/>
              </a:ext>
            </a:extLst>
          </p:cNvPr>
          <p:cNvSpPr/>
          <p:nvPr/>
        </p:nvSpPr>
        <p:spPr>
          <a:xfrm rot="5400000">
            <a:off x="-39450" y="0"/>
            <a:ext cx="3124200" cy="3124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4A53C-A760-B980-C1BA-3D631697281C}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12" name="Classification">
            <a:extLst>
              <a:ext uri="{FF2B5EF4-FFF2-40B4-BE49-F238E27FC236}">
                <a16:creationId xmlns:a16="http://schemas.microsoft.com/office/drawing/2014/main" id="{467DB697-633F-AE80-3288-0093F641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497329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AD1135DF-99C2-8442-95A0-2BE142A567EA}"/>
              </a:ext>
            </a:extLst>
          </p:cNvPr>
          <p:cNvSpPr/>
          <p:nvPr userDrawn="1"/>
        </p:nvSpPr>
        <p:spPr>
          <a:xfrm rot="5400000">
            <a:off x="-39450" y="0"/>
            <a:ext cx="3124200" cy="3124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D8342E7-3A65-C949-FF97-239FDBE26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68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600">
          <p15:clr>
            <a:srgbClr val="F26B43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/Statement sty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er">
            <a:extLst>
              <a:ext uri="{FF2B5EF4-FFF2-40B4-BE49-F238E27FC236}">
                <a16:creationId xmlns:a16="http://schemas.microsoft.com/office/drawing/2014/main" id="{6953A8D2-20EB-4DFB-893E-8DCA6475D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39450" y="-775597"/>
            <a:ext cx="9341700" cy="7755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– KEEP HERE FOR ACCESSIBILITY</a:t>
            </a:r>
            <a:endParaRPr lang="en-GB" dirty="0"/>
          </a:p>
        </p:txBody>
      </p:sp>
      <p:sp>
        <p:nvSpPr>
          <p:cNvPr id="21" name="Quote">
            <a:extLst>
              <a:ext uri="{FF2B5EF4-FFF2-40B4-BE49-F238E27FC236}">
                <a16:creationId xmlns:a16="http://schemas.microsoft.com/office/drawing/2014/main" id="{04EB49EF-74A2-4A31-99CF-80E2BAF35E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3900" y="2110704"/>
            <a:ext cx="8181699" cy="2636591"/>
          </a:xfrm>
        </p:spPr>
        <p:txBody>
          <a:bodyPr anchor="t"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your quote here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CB9AD269-0E94-5F57-BE08-5E10A41EC965}"/>
              </a:ext>
            </a:extLst>
          </p:cNvPr>
          <p:cNvSpPr/>
          <p:nvPr userDrawn="1"/>
        </p:nvSpPr>
        <p:spPr>
          <a:xfrm rot="16200000">
            <a:off x="9067800" y="3733799"/>
            <a:ext cx="3124200" cy="3124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4A53C-A760-B980-C1BA-3D631697281C}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12" name="Classification">
            <a:extLst>
              <a:ext uri="{FF2B5EF4-FFF2-40B4-BE49-F238E27FC236}">
                <a16:creationId xmlns:a16="http://schemas.microsoft.com/office/drawing/2014/main" id="{467DB697-633F-AE80-3288-0093F641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497329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07B1A339-6C75-07F1-9C25-457A1585ABE5}"/>
              </a:ext>
            </a:extLst>
          </p:cNvPr>
          <p:cNvSpPr/>
          <p:nvPr userDrawn="1"/>
        </p:nvSpPr>
        <p:spPr>
          <a:xfrm rot="16200000">
            <a:off x="9067800" y="3748313"/>
            <a:ext cx="3124200" cy="3124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234F138-613C-0A6C-F7CB-DEA6C97A3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55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600">
          <p15:clr>
            <a:srgbClr val="F26B43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key poi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55C23FA-A39C-47E2-B32E-D31B7F81F7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 key points layout</a:t>
            </a:r>
            <a:endParaRPr lang="en-GB" dirty="0"/>
          </a:p>
        </p:txBody>
      </p:sp>
      <p:sp>
        <p:nvSpPr>
          <p:cNvPr id="23" name="No. 1">
            <a:extLst>
              <a:ext uri="{FF2B5EF4-FFF2-40B4-BE49-F238E27FC236}">
                <a16:creationId xmlns:a16="http://schemas.microsoft.com/office/drawing/2014/main" id="{8933E780-68DF-AEFF-FB64-64A8AC3BC8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4599" y="1701571"/>
            <a:ext cx="1219200" cy="1045259"/>
          </a:xfrm>
        </p:spPr>
        <p:txBody>
          <a:bodyPr/>
          <a:lstStyle>
            <a:lvl1pPr>
              <a:defRPr sz="9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F07BEC-475C-D95A-2313-6FF423D6911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9999" y="3067958"/>
            <a:ext cx="3528000" cy="2583996"/>
          </a:xfrm>
          <a:prstGeom prst="rect">
            <a:avLst/>
          </a:prstGeom>
          <a:noFill/>
        </p:spPr>
        <p:txBody>
          <a:bodyPr wrap="square" lIns="72000" tIns="72000" rIns="72000" bIns="7200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No. 2">
            <a:extLst>
              <a:ext uri="{FF2B5EF4-FFF2-40B4-BE49-F238E27FC236}">
                <a16:creationId xmlns:a16="http://schemas.microsoft.com/office/drawing/2014/main" id="{30E98F8F-3061-8682-1A3F-E78E0C8D3F9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8690" y="1701571"/>
            <a:ext cx="1219200" cy="1045259"/>
          </a:xfrm>
        </p:spPr>
        <p:txBody>
          <a:bodyPr/>
          <a:lstStyle>
            <a:lvl1pPr>
              <a:defRPr sz="9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12F4A0-FD3C-1B4E-7C0D-A6CD56FB0F3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332287" y="3067958"/>
            <a:ext cx="3528000" cy="2583996"/>
          </a:xfrm>
          <a:prstGeom prst="rect">
            <a:avLst/>
          </a:prstGeom>
          <a:noFill/>
        </p:spPr>
        <p:txBody>
          <a:bodyPr wrap="square" lIns="72000" tIns="72000" rIns="72000" bIns="7200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No. 3">
            <a:extLst>
              <a:ext uri="{FF2B5EF4-FFF2-40B4-BE49-F238E27FC236}">
                <a16:creationId xmlns:a16="http://schemas.microsoft.com/office/drawing/2014/main" id="{60835E92-0DA1-DBA3-87F3-D6CA2B63B0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2924" y="1701571"/>
            <a:ext cx="1219200" cy="1045259"/>
          </a:xfrm>
        </p:spPr>
        <p:txBody>
          <a:bodyPr/>
          <a:lstStyle>
            <a:lvl1pPr>
              <a:defRPr sz="9600" b="1">
                <a:solidFill>
                  <a:srgbClr val="E3D8F0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F5EC94-06CC-02DF-99F1-D843B6EC5E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0073" y="3067958"/>
            <a:ext cx="3528000" cy="2583996"/>
          </a:xfrm>
          <a:prstGeom prst="rect">
            <a:avLst/>
          </a:prstGeom>
          <a:noFill/>
        </p:spPr>
        <p:txBody>
          <a:bodyPr wrap="square" lIns="72000" tIns="72000" rIns="72000" bIns="7200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94FC2C-B470-E22E-D383-B44D7B951CD9}"/>
              </a:ext>
            </a:extLst>
          </p:cNvPr>
          <p:cNvSpPr txBox="1"/>
          <p:nvPr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24" name="Classification">
            <a:extLst>
              <a:ext uri="{FF2B5EF4-FFF2-40B4-BE49-F238E27FC236}">
                <a16:creationId xmlns:a16="http://schemas.microsoft.com/office/drawing/2014/main" id="{67B23A15-646C-F76F-AD69-AE049FD50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497329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5EA47B-0866-1154-09FC-C7C7B6419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71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x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Header">
            <a:extLst>
              <a:ext uri="{FF2B5EF4-FFF2-40B4-BE49-F238E27FC236}">
                <a16:creationId xmlns:a16="http://schemas.microsoft.com/office/drawing/2014/main" id="{B80FCDC1-4ADD-40AF-8A4F-44573B12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5456880" cy="3861312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0" name="Placeholder 2">
            <a:extLst>
              <a:ext uri="{FF2B5EF4-FFF2-40B4-BE49-F238E27FC236}">
                <a16:creationId xmlns:a16="http://schemas.microsoft.com/office/drawing/2014/main" id="{58EBDB8A-A132-411F-B6B9-59DC085B79E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73992" y="1808163"/>
            <a:ext cx="5456880" cy="3861312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2763614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_imag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>
            <a:extLst>
              <a:ext uri="{FF2B5EF4-FFF2-40B4-BE49-F238E27FC236}">
                <a16:creationId xmlns:a16="http://schemas.microsoft.com/office/drawing/2014/main" id="{65919DFD-5216-47CC-A2D5-A0B970BE96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2913" y="2249714"/>
            <a:ext cx="3527425" cy="3698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15FE5BE-74FF-2205-1A8F-C1AA45D1D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32288" y="0"/>
            <a:ext cx="7410450" cy="5948363"/>
          </a:xfrm>
          <a:custGeom>
            <a:avLst/>
            <a:gdLst>
              <a:gd name="connsiteX0" fmla="*/ 0 w 7410450"/>
              <a:gd name="connsiteY0" fmla="*/ 0 h 5948363"/>
              <a:gd name="connsiteX1" fmla="*/ 7410450 w 7410450"/>
              <a:gd name="connsiteY1" fmla="*/ 0 h 5948363"/>
              <a:gd name="connsiteX2" fmla="*/ 7410450 w 7410450"/>
              <a:gd name="connsiteY2" fmla="*/ 4975605 h 5948363"/>
              <a:gd name="connsiteX3" fmla="*/ 6437692 w 7410450"/>
              <a:gd name="connsiteY3" fmla="*/ 5948363 h 5948363"/>
              <a:gd name="connsiteX4" fmla="*/ 0 w 7410450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10450" h="5948363">
                <a:moveTo>
                  <a:pt x="0" y="0"/>
                </a:moveTo>
                <a:lnTo>
                  <a:pt x="7410450" y="0"/>
                </a:lnTo>
                <a:lnTo>
                  <a:pt x="7410450" y="4975605"/>
                </a:lnTo>
                <a:lnTo>
                  <a:pt x="6437692" y="5948363"/>
                </a:lnTo>
                <a:lnTo>
                  <a:pt x="0" y="5948363"/>
                </a:lnTo>
                <a:close/>
              </a:path>
            </a:pathLst>
          </a:cu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b="1"/>
            </a:lvl1pPr>
          </a:lstStyle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Click icon to </a:t>
            </a:r>
            <a:br>
              <a:rPr lang="en-GB" dirty="0"/>
            </a:br>
            <a:r>
              <a:rPr lang="en-GB" dirty="0"/>
              <a:t>insert image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EFA78C8-BF85-C18D-67D3-7D18DF4C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3520338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400209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_imag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er">
            <a:extLst>
              <a:ext uri="{FF2B5EF4-FFF2-40B4-BE49-F238E27FC236}">
                <a16:creationId xmlns:a16="http://schemas.microsoft.com/office/drawing/2014/main" id="{88DD43FA-3336-4415-A3A6-54EA3C9BB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4232" y="450000"/>
            <a:ext cx="3526688" cy="1116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Box">
            <a:extLst>
              <a:ext uri="{FF2B5EF4-FFF2-40B4-BE49-F238E27FC236}">
                <a16:creationId xmlns:a16="http://schemas.microsoft.com/office/drawing/2014/main" id="{65919DFD-5216-47CC-A2D5-A0B970BE96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23183" y="2293257"/>
            <a:ext cx="3526689" cy="36551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1481FF-ECD9-985C-6949-42B804BF0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1476" y="0"/>
            <a:ext cx="7398237" cy="5948363"/>
          </a:xfrm>
          <a:custGeom>
            <a:avLst/>
            <a:gdLst>
              <a:gd name="connsiteX0" fmla="*/ 0 w 7398237"/>
              <a:gd name="connsiteY0" fmla="*/ 0 h 5948363"/>
              <a:gd name="connsiteX1" fmla="*/ 7398237 w 7398237"/>
              <a:gd name="connsiteY1" fmla="*/ 0 h 5948363"/>
              <a:gd name="connsiteX2" fmla="*/ 7398237 w 7398237"/>
              <a:gd name="connsiteY2" fmla="*/ 4958167 h 5948363"/>
              <a:gd name="connsiteX3" fmla="*/ 6408041 w 7398237"/>
              <a:gd name="connsiteY3" fmla="*/ 5948363 h 5948363"/>
              <a:gd name="connsiteX4" fmla="*/ 0 w 7398237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98237" h="5948363">
                <a:moveTo>
                  <a:pt x="0" y="0"/>
                </a:moveTo>
                <a:lnTo>
                  <a:pt x="7398237" y="0"/>
                </a:lnTo>
                <a:lnTo>
                  <a:pt x="7398237" y="4958167"/>
                </a:lnTo>
                <a:lnTo>
                  <a:pt x="6408041" y="5948363"/>
                </a:lnTo>
                <a:lnTo>
                  <a:pt x="0" y="5948363"/>
                </a:lnTo>
                <a:close/>
              </a:path>
            </a:pathLst>
          </a:cu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b="1"/>
            </a:lvl1pPr>
          </a:lstStyle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Click icon to </a:t>
            </a:r>
            <a:br>
              <a:rPr lang="en-GB" dirty="0"/>
            </a:br>
            <a:r>
              <a:rPr lang="en-GB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250716753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_diagram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>
            <a:extLst>
              <a:ext uri="{FF2B5EF4-FFF2-40B4-BE49-F238E27FC236}">
                <a16:creationId xmlns:a16="http://schemas.microsoft.com/office/drawing/2014/main" id="{65919DFD-5216-47CC-A2D5-A0B970BE96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2913" y="3149600"/>
            <a:ext cx="3527425" cy="2798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hart / Diagram">
            <a:extLst>
              <a:ext uri="{FF2B5EF4-FFF2-40B4-BE49-F238E27FC236}">
                <a16:creationId xmlns:a16="http://schemas.microsoft.com/office/drawing/2014/main" id="{F20073CF-87BF-427F-936A-47B5E1B160C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83075" y="692150"/>
            <a:ext cx="7466013" cy="5256213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Area for diagram/chart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C028A4-1CB4-EB71-790E-1C2A8CEDA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3520338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2082830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5A52833-39E6-9C79-CAB3-DC23900DC7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90724" y="0"/>
            <a:ext cx="10205810" cy="6858000"/>
          </a:xfrm>
          <a:custGeom>
            <a:avLst/>
            <a:gdLst>
              <a:gd name="connsiteX0" fmla="*/ 6858000 w 10205810"/>
              <a:gd name="connsiteY0" fmla="*/ 0 h 6858000"/>
              <a:gd name="connsiteX1" fmla="*/ 10205810 w 10205810"/>
              <a:gd name="connsiteY1" fmla="*/ 0 h 6858000"/>
              <a:gd name="connsiteX2" fmla="*/ 10205810 w 10205810"/>
              <a:gd name="connsiteY2" fmla="*/ 6858000 h 6858000"/>
              <a:gd name="connsiteX3" fmla="*/ 0 w 10205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05810" h="6858000">
                <a:moveTo>
                  <a:pt x="6858000" y="0"/>
                </a:moveTo>
                <a:lnTo>
                  <a:pt x="10205810" y="0"/>
                </a:lnTo>
                <a:lnTo>
                  <a:pt x="1020581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bIns="2880000" anchor="b">
            <a:noAutofit/>
          </a:bodyPr>
          <a:lstStyle>
            <a:lvl1pPr algn="ctr">
              <a:defRPr sz="1600" b="1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B1008-691B-2905-EF01-F1E5DA88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6255600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ECD6FAED-FE49-D7A6-F947-84218F633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251108"/>
            <a:ext cx="1540262" cy="369332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tx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8563C0F-140E-C44F-13AA-9936BA1F6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993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-column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1429DE-4D63-DCEA-0E6E-B1E26311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701874"/>
            <a:ext cx="8398725" cy="71566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3 column textbox</a:t>
            </a:r>
            <a:endParaRPr lang="en-GB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8398725" cy="4140200"/>
          </a:xfrm>
          <a:prstGeom prst="rect">
            <a:avLst/>
          </a:prstGeom>
        </p:spPr>
        <p:txBody>
          <a:bodyPr numCol="3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/>
              <a:t>Text level 1</a:t>
            </a:r>
          </a:p>
          <a:p>
            <a:pPr lvl="2"/>
            <a:r>
              <a:rPr lang="en-GB"/>
              <a:t>Text level 2</a:t>
            </a:r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56ABC33-C372-AF5C-2E2E-D41F4EF2D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60365" y="0"/>
            <a:ext cx="2591650" cy="5948363"/>
          </a:xfrm>
          <a:custGeom>
            <a:avLst/>
            <a:gdLst>
              <a:gd name="connsiteX0" fmla="*/ 0 w 2591650"/>
              <a:gd name="connsiteY0" fmla="*/ 0 h 5948363"/>
              <a:gd name="connsiteX1" fmla="*/ 2591650 w 2591650"/>
              <a:gd name="connsiteY1" fmla="*/ 0 h 5948363"/>
              <a:gd name="connsiteX2" fmla="*/ 2591650 w 2591650"/>
              <a:gd name="connsiteY2" fmla="*/ 5583497 h 5948363"/>
              <a:gd name="connsiteX3" fmla="*/ 2226784 w 2591650"/>
              <a:gd name="connsiteY3" fmla="*/ 5948363 h 5948363"/>
              <a:gd name="connsiteX4" fmla="*/ 0 w 2591650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1650" h="5948363">
                <a:moveTo>
                  <a:pt x="0" y="0"/>
                </a:moveTo>
                <a:lnTo>
                  <a:pt x="2591650" y="0"/>
                </a:lnTo>
                <a:lnTo>
                  <a:pt x="2591650" y="5583497"/>
                </a:lnTo>
                <a:lnTo>
                  <a:pt x="2226784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374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gram (long) x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792800"/>
            <a:ext cx="11274425" cy="3876675"/>
          </a:xfrm>
          <a:solidFill>
            <a:srgbClr val="E8E8E8"/>
          </a:solidFill>
        </p:spPr>
        <p:txBody>
          <a:bodyPr>
            <a:noAutofit/>
          </a:bodyPr>
          <a:lstStyle>
            <a:lvl1pPr>
              <a:spcBef>
                <a:spcPts val="4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Insert diagram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735C07-2264-401E-9223-98C1CA429B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000" y="1241781"/>
            <a:ext cx="9341700" cy="307777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en-GB" sz="2000" b="1" dirty="0">
                <a:solidFill>
                  <a:schemeClr val="tx2"/>
                </a:solidFill>
              </a:defRPr>
            </a:lvl1pPr>
          </a:lstStyle>
          <a:p>
            <a:r>
              <a:rPr lang="en-GB"/>
              <a:t>Subtitle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099BBE-5290-4ECD-A202-CB681241C2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2897" y="5823783"/>
            <a:ext cx="11277975" cy="124906"/>
          </a:xfrm>
        </p:spPr>
        <p:txBody>
          <a:bodyPr wrap="square" lIns="0" anchor="b">
            <a:spAutoFit/>
          </a:bodyPr>
          <a:lstStyle>
            <a:lvl1pPr marL="0" indent="0" algn="r">
              <a:buNone/>
              <a:defRPr sz="800" b="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33350" indent="0">
              <a:buNone/>
              <a:defRPr/>
            </a:lvl2pPr>
            <a:lvl3pPr marL="542925" indent="0">
              <a:buNone/>
              <a:defRPr/>
            </a:lvl3pPr>
            <a:lvl4pPr marL="758825" indent="0">
              <a:buNone/>
              <a:defRPr/>
            </a:lvl4pPr>
            <a:lvl5pPr marL="1033463" indent="0">
              <a:buNone/>
              <a:defRPr/>
            </a:lvl5pPr>
          </a:lstStyle>
          <a:p>
            <a:pPr lvl="0"/>
            <a:r>
              <a:rPr lang="en-GB"/>
              <a:t>Base and source info (delete if not necessary)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B3773D-6CED-4B8A-A46D-AF2BA032FC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61AABEC-672F-4B68-B914-690DA978312C}" type="slidenum">
              <a:rPr lang="en-GB" smtClean="0"/>
              <a:pPr/>
              <a:t>‹#›</a:t>
            </a:fld>
            <a:r>
              <a:rPr lang="en-GB"/>
              <a:t>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A2C7FC-586B-457F-BC57-4BB7FE1F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983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96157-7EF8-1257-410E-44A6653C7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C3826A-324D-4BCB-AE86-C4DD8F9AAB95}" type="datetimeFigureOut">
              <a:rPr lang="en-US"/>
              <a:pPr>
                <a:defRPr/>
              </a:pPr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AC6B5-4175-282A-D22F-DF8B90F75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CC0CA-13DD-4779-F00B-7A65CED9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C762BE-B500-4EFF-BFA7-08FD4DFDA0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43350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1350000"/>
            <a:ext cx="5825925" cy="715669"/>
          </a:xfrm>
        </p:spPr>
        <p:txBody>
          <a:bodyPr/>
          <a:lstStyle>
            <a:lvl1pPr>
              <a:defRPr sz="48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8CDCDA0A-C736-B40F-7E80-2D0FC7024A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3494989"/>
            <a:ext cx="3851275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67F8163F-D370-5C4C-500A-7D576C59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5000" y="0"/>
            <a:ext cx="10300263" cy="6870700"/>
          </a:xfrm>
          <a:custGeom>
            <a:avLst/>
            <a:gdLst>
              <a:gd name="connsiteX0" fmla="*/ 6858000 w 10287001"/>
              <a:gd name="connsiteY0" fmla="*/ 0 h 6858000"/>
              <a:gd name="connsiteX1" fmla="*/ 10287001 w 10287001"/>
              <a:gd name="connsiteY1" fmla="*/ 0 h 6858000"/>
              <a:gd name="connsiteX2" fmla="*/ 10287001 w 10287001"/>
              <a:gd name="connsiteY2" fmla="*/ 3467099 h 6858000"/>
              <a:gd name="connsiteX3" fmla="*/ 6896100 w 10287001"/>
              <a:gd name="connsiteY3" fmla="*/ 6858000 h 6858000"/>
              <a:gd name="connsiteX4" fmla="*/ 0 w 10287001"/>
              <a:gd name="connsiteY4" fmla="*/ 6858000 h 6858000"/>
              <a:gd name="connsiteX0" fmla="*/ 6858000 w 10287001"/>
              <a:gd name="connsiteY0" fmla="*/ 0 h 6858000"/>
              <a:gd name="connsiteX1" fmla="*/ 10287001 w 10287001"/>
              <a:gd name="connsiteY1" fmla="*/ 0 h 6858000"/>
              <a:gd name="connsiteX2" fmla="*/ 10287001 w 10287001"/>
              <a:gd name="connsiteY2" fmla="*/ 3467099 h 6858000"/>
              <a:gd name="connsiteX3" fmla="*/ 8636000 w 10287001"/>
              <a:gd name="connsiteY3" fmla="*/ 5080000 h 6858000"/>
              <a:gd name="connsiteX4" fmla="*/ 6896100 w 10287001"/>
              <a:gd name="connsiteY4" fmla="*/ 6858000 h 6858000"/>
              <a:gd name="connsiteX5" fmla="*/ 0 w 10287001"/>
              <a:gd name="connsiteY5" fmla="*/ 6858000 h 6858000"/>
              <a:gd name="connsiteX6" fmla="*/ 6858000 w 10287001"/>
              <a:gd name="connsiteY6" fmla="*/ 0 h 6858000"/>
              <a:gd name="connsiteX0" fmla="*/ 6858000 w 10287001"/>
              <a:gd name="connsiteY0" fmla="*/ 0 h 6870700"/>
              <a:gd name="connsiteX1" fmla="*/ 10287001 w 10287001"/>
              <a:gd name="connsiteY1" fmla="*/ 0 h 6870700"/>
              <a:gd name="connsiteX2" fmla="*/ 10287001 w 10287001"/>
              <a:gd name="connsiteY2" fmla="*/ 3467099 h 6870700"/>
              <a:gd name="connsiteX3" fmla="*/ 10274300 w 10287001"/>
              <a:gd name="connsiteY3" fmla="*/ 6870700 h 6870700"/>
              <a:gd name="connsiteX4" fmla="*/ 6896100 w 10287001"/>
              <a:gd name="connsiteY4" fmla="*/ 6858000 h 6870700"/>
              <a:gd name="connsiteX5" fmla="*/ 0 w 10287001"/>
              <a:gd name="connsiteY5" fmla="*/ 6858000 h 6870700"/>
              <a:gd name="connsiteX6" fmla="*/ 6858000 w 10287001"/>
              <a:gd name="connsiteY6" fmla="*/ 0 h 6870700"/>
              <a:gd name="connsiteX0" fmla="*/ 6858000 w 10300263"/>
              <a:gd name="connsiteY0" fmla="*/ 0 h 6870700"/>
              <a:gd name="connsiteX1" fmla="*/ 10287001 w 10300263"/>
              <a:gd name="connsiteY1" fmla="*/ 0 h 6870700"/>
              <a:gd name="connsiteX2" fmla="*/ 10287001 w 10300263"/>
              <a:gd name="connsiteY2" fmla="*/ 3467099 h 6870700"/>
              <a:gd name="connsiteX3" fmla="*/ 10299700 w 10300263"/>
              <a:gd name="connsiteY3" fmla="*/ 6870700 h 6870700"/>
              <a:gd name="connsiteX4" fmla="*/ 6896100 w 10300263"/>
              <a:gd name="connsiteY4" fmla="*/ 6858000 h 6870700"/>
              <a:gd name="connsiteX5" fmla="*/ 0 w 10300263"/>
              <a:gd name="connsiteY5" fmla="*/ 6858000 h 6870700"/>
              <a:gd name="connsiteX6" fmla="*/ 6858000 w 10300263"/>
              <a:gd name="connsiteY6" fmla="*/ 0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00263" h="6870700">
                <a:moveTo>
                  <a:pt x="6858000" y="0"/>
                </a:moveTo>
                <a:lnTo>
                  <a:pt x="10287001" y="0"/>
                </a:lnTo>
                <a:lnTo>
                  <a:pt x="10287001" y="3467099"/>
                </a:lnTo>
                <a:cubicBezTo>
                  <a:pt x="10282767" y="4601633"/>
                  <a:pt x="10303934" y="5736166"/>
                  <a:pt x="10299700" y="6870700"/>
                </a:cubicBezTo>
                <a:lnTo>
                  <a:pt x="6896100" y="6858000"/>
                </a:lnTo>
                <a:lnTo>
                  <a:pt x="0" y="6858000"/>
                </a:lnTo>
                <a:lnTo>
                  <a:pt x="6858000" y="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268034F8-D9C2-8C58-D3F0-75FD7B94D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251108"/>
            <a:ext cx="1540262" cy="369332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tx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59512680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ver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350000"/>
            <a:ext cx="6797676" cy="715669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GB" sz="4800" b="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C4CEC0F-4F4E-C628-E777-B49D1A8239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3494989"/>
            <a:ext cx="6096000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5" name="Parallelogram">
            <a:extLst>
              <a:ext uri="{FF2B5EF4-FFF2-40B4-BE49-F238E27FC236}">
                <a16:creationId xmlns:a16="http://schemas.microsoft.com/office/drawing/2014/main" id="{FC6D638B-3FB9-6E86-FCF3-E91BAFA35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8100000">
            <a:off x="4274993" y="2748846"/>
            <a:ext cx="10227496" cy="3345332"/>
          </a:xfrm>
          <a:custGeom>
            <a:avLst/>
            <a:gdLst>
              <a:gd name="connsiteX0" fmla="*/ 0 w 10227496"/>
              <a:gd name="connsiteY0" fmla="*/ 2822007 h 3345332"/>
              <a:gd name="connsiteX1" fmla="*/ 2822008 w 10227496"/>
              <a:gd name="connsiteY1" fmla="*/ 0 h 3345332"/>
              <a:gd name="connsiteX2" fmla="*/ 6882164 w 10227496"/>
              <a:gd name="connsiteY2" fmla="*/ 0 h 3345332"/>
              <a:gd name="connsiteX3" fmla="*/ 10227496 w 10227496"/>
              <a:gd name="connsiteY3" fmla="*/ 3345332 h 3345332"/>
              <a:gd name="connsiteX4" fmla="*/ 523325 w 10227496"/>
              <a:gd name="connsiteY4" fmla="*/ 3345332 h 3345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27496" h="3345332">
                <a:moveTo>
                  <a:pt x="0" y="2822007"/>
                </a:moveTo>
                <a:lnTo>
                  <a:pt x="2822008" y="0"/>
                </a:lnTo>
                <a:lnTo>
                  <a:pt x="6882164" y="0"/>
                </a:lnTo>
                <a:lnTo>
                  <a:pt x="10227496" y="3345332"/>
                </a:lnTo>
                <a:lnTo>
                  <a:pt x="523325" y="3345332"/>
                </a:lnTo>
                <a:close/>
              </a:path>
            </a:pathLst>
          </a:custGeom>
          <a:solidFill>
            <a:srgbClr val="00000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</a:pPr>
            <a:endParaRPr lang="en-GB" sz="1400" dirty="0" err="1">
              <a:solidFill>
                <a:schemeClr val="tx1"/>
              </a:solidFill>
            </a:endParaRPr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6B269EC5-8F47-12C3-1099-D5DEFDEAE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7" y="6497329"/>
            <a:ext cx="4843239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UNICEF </a:t>
            </a:r>
            <a:r>
              <a:rPr lang="en-GB" sz="800" dirty="0" err="1">
                <a:solidFill>
                  <a:schemeClr val="bg1"/>
                </a:solidFill>
                <a:effectLst/>
              </a:rPr>
              <a:t>BeSD</a:t>
            </a:r>
            <a:r>
              <a:rPr lang="en-GB" sz="800" dirty="0">
                <a:solidFill>
                  <a:schemeClr val="bg1"/>
                </a:solidFill>
                <a:effectLst/>
              </a:rPr>
              <a:t> Immunization Survey | Inception report | March 2025 | Version 1 | Internal/Client Use Only</a:t>
            </a:r>
          </a:p>
        </p:txBody>
      </p:sp>
      <p:pic>
        <p:nvPicPr>
          <p:cNvPr id="7" name="Ipsos Logo">
            <a:extLst>
              <a:ext uri="{FF2B5EF4-FFF2-40B4-BE49-F238E27FC236}">
                <a16:creationId xmlns:a16="http://schemas.microsoft.com/office/drawing/2014/main" id="{7A2B175B-B946-04A7-B88B-99D866297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32978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3" y="1350000"/>
            <a:ext cx="5536747" cy="715669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1A0E186-5FCC-AF1B-9AB2-F4AB588ABD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494989"/>
            <a:ext cx="3551238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8ED5220B-285D-EC14-D33F-B34A17FD9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18724" y="0"/>
            <a:ext cx="10273277" cy="6858000"/>
          </a:xfrm>
          <a:custGeom>
            <a:avLst/>
            <a:gdLst>
              <a:gd name="connsiteX0" fmla="*/ 6858000 w 10273277"/>
              <a:gd name="connsiteY0" fmla="*/ 0 h 6858000"/>
              <a:gd name="connsiteX1" fmla="*/ 10273277 w 10273277"/>
              <a:gd name="connsiteY1" fmla="*/ 0 h 6858000"/>
              <a:gd name="connsiteX2" fmla="*/ 10273277 w 10273277"/>
              <a:gd name="connsiteY2" fmla="*/ 6858000 h 6858000"/>
              <a:gd name="connsiteX3" fmla="*/ 10273276 w 10273277"/>
              <a:gd name="connsiteY3" fmla="*/ 6858000 h 6858000"/>
              <a:gd name="connsiteX4" fmla="*/ 10273276 w 10273277"/>
              <a:gd name="connsiteY4" fmla="*/ 3947601 h 6858000"/>
              <a:gd name="connsiteX5" fmla="*/ 7362877 w 10273277"/>
              <a:gd name="connsiteY5" fmla="*/ 6858000 h 6858000"/>
              <a:gd name="connsiteX6" fmla="*/ 0 w 102732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3277" h="6858000">
                <a:moveTo>
                  <a:pt x="6858000" y="0"/>
                </a:moveTo>
                <a:lnTo>
                  <a:pt x="10273277" y="0"/>
                </a:lnTo>
                <a:lnTo>
                  <a:pt x="10273277" y="6858000"/>
                </a:lnTo>
                <a:lnTo>
                  <a:pt x="10273276" y="6858000"/>
                </a:lnTo>
                <a:lnTo>
                  <a:pt x="10273276" y="3947601"/>
                </a:lnTo>
                <a:lnTo>
                  <a:pt x="7362877" y="6858000"/>
                </a:lnTo>
                <a:lnTo>
                  <a:pt x="0" y="6858000"/>
                </a:lnTo>
                <a:close/>
              </a:path>
            </a:pathLst>
          </a:custGeom>
          <a:pattFill prst="dkVer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Classification">
            <a:extLst>
              <a:ext uri="{FF2B5EF4-FFF2-40B4-BE49-F238E27FC236}">
                <a16:creationId xmlns:a16="http://schemas.microsoft.com/office/drawing/2014/main" id="{A2DBDE31-A0D1-C0E0-CFCE-D83929DAC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251108"/>
            <a:ext cx="1695772" cy="369332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pic>
        <p:nvPicPr>
          <p:cNvPr id="3" name="Ipsos Logo">
            <a:extLst>
              <a:ext uri="{FF2B5EF4-FFF2-40B4-BE49-F238E27FC236}">
                <a16:creationId xmlns:a16="http://schemas.microsoft.com/office/drawing/2014/main" id="{C738F64B-9716-3D49-6390-B27B601A9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48035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024DFEA-2014-1751-E480-8A66CDCD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350000"/>
            <a:ext cx="6095800" cy="1610016"/>
          </a:xfrm>
        </p:spPr>
        <p:txBody>
          <a:bodyPr/>
          <a:lstStyle>
            <a:lvl1pPr>
              <a:defRPr sz="48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1C3EC48E-82FF-AD78-A375-4569D05591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3494989"/>
            <a:ext cx="6096000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11" name="Chapter Number">
            <a:extLst>
              <a:ext uri="{FF2B5EF4-FFF2-40B4-BE49-F238E27FC236}">
                <a16:creationId xmlns:a16="http://schemas.microsoft.com/office/drawing/2014/main" id="{7066FE41-55CD-1D44-7ED7-B1E742AF1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8762" y="1032463"/>
            <a:ext cx="2600325" cy="18208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" name="Triangle">
            <a:extLst>
              <a:ext uri="{FF2B5EF4-FFF2-40B4-BE49-F238E27FC236}">
                <a16:creationId xmlns:a16="http://schemas.microsoft.com/office/drawing/2014/main" id="{A47BBA45-30B2-1AE1-4D29-166B974CD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281601" y="3947601"/>
            <a:ext cx="2910399" cy="29103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6" name="Classification">
            <a:extLst>
              <a:ext uri="{FF2B5EF4-FFF2-40B4-BE49-F238E27FC236}">
                <a16:creationId xmlns:a16="http://schemas.microsoft.com/office/drawing/2014/main" id="{FDD80340-4635-16C0-216B-A823C681F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97329"/>
            <a:ext cx="5089424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UNICEF </a:t>
            </a:r>
            <a:r>
              <a:rPr lang="en-GB" sz="800" dirty="0" err="1">
                <a:solidFill>
                  <a:schemeClr val="bg1"/>
                </a:solidFill>
                <a:effectLst/>
              </a:rPr>
              <a:t>BeSD</a:t>
            </a:r>
            <a:r>
              <a:rPr lang="en-GB" sz="800" dirty="0">
                <a:solidFill>
                  <a:schemeClr val="bg1"/>
                </a:solidFill>
                <a:effectLst/>
              </a:rPr>
              <a:t> Immunization Survey | Inception report | March 2025 | Version 1 | Internal/Client Use Only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72396438-1F17-18D4-E6ED-2C8143857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pic>
        <p:nvPicPr>
          <p:cNvPr id="5" name="Ipsos Logo">
            <a:extLst>
              <a:ext uri="{FF2B5EF4-FFF2-40B4-BE49-F238E27FC236}">
                <a16:creationId xmlns:a16="http://schemas.microsoft.com/office/drawing/2014/main" id="{0B670EF9-49DC-A59C-6B97-BFCFA58E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836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350000"/>
            <a:ext cx="6797676" cy="715669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GB" sz="4800" b="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29E5EE94-2CAC-A691-BCF2-845687798E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0" y="3494989"/>
            <a:ext cx="6096000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92B650A8-9C21-DC86-F471-38B40FC6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3975100 h 6858000"/>
              <a:gd name="connsiteX3" fmla="*/ 93091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3975100"/>
                </a:lnTo>
                <a:lnTo>
                  <a:pt x="9309100" y="6858000"/>
                </a:lnTo>
                <a:lnTo>
                  <a:pt x="0" y="68580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GB" dirty="0"/>
              <a:t>Click icon to insert image</a:t>
            </a:r>
          </a:p>
        </p:txBody>
      </p:sp>
      <p:sp>
        <p:nvSpPr>
          <p:cNvPr id="4" name="Classification">
            <a:extLst>
              <a:ext uri="{FF2B5EF4-FFF2-40B4-BE49-F238E27FC236}">
                <a16:creationId xmlns:a16="http://schemas.microsoft.com/office/drawing/2014/main" id="{F24B9245-8C3F-D9F1-7FC8-4D3768017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374219"/>
            <a:ext cx="2600712" cy="24622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02AE276-86A8-A521-58F1-3F84240A5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>
                    <a:lumMod val="65000"/>
                  </a:schemeClr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Ipsos Logo">
            <a:extLst>
              <a:ext uri="{FF2B5EF4-FFF2-40B4-BE49-F238E27FC236}">
                <a16:creationId xmlns:a16="http://schemas.microsoft.com/office/drawing/2014/main" id="{BEC051CE-FCDB-2EBC-A53E-B4922F048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36028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3011884-C2D5-14CD-9848-37C5CB01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7969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1429DE-4D63-DCEA-0E6E-B1E26311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column layout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11299088" cy="3861312"/>
          </a:xfrm>
          <a:prstGeom prst="rect">
            <a:avLst/>
          </a:prstGeom>
        </p:spPr>
        <p:txBody>
          <a:bodyPr numCol="2" spcCol="288000">
            <a:noAutofit/>
          </a:bodyPr>
          <a:lstStyle>
            <a:lvl1pPr>
              <a:lnSpc>
                <a:spcPct val="115000"/>
              </a:lnSpc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lnSpc>
                <a:spcPct val="115000"/>
              </a:lnSpc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lnSpc>
                <a:spcPct val="115000"/>
              </a:lnSpc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2362287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1429DE-4D63-DCEA-0E6E-B1E26311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Four column layout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11299088" cy="3861312"/>
          </a:xfrm>
          <a:prstGeom prst="rect">
            <a:avLst/>
          </a:prstGeom>
        </p:spPr>
        <p:txBody>
          <a:bodyPr numCol="4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3522393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1429DE-4D63-DCEA-0E6E-B1E26311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701874"/>
            <a:ext cx="8398725" cy="71566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3 column textbox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8398725" cy="4140200"/>
          </a:xfrm>
          <a:prstGeom prst="rect">
            <a:avLst/>
          </a:prstGeom>
        </p:spPr>
        <p:txBody>
          <a:bodyPr numCol="3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56ABC33-C372-AF5C-2E2E-D41F4EF2D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60365" y="0"/>
            <a:ext cx="2591650" cy="5948363"/>
          </a:xfrm>
          <a:custGeom>
            <a:avLst/>
            <a:gdLst>
              <a:gd name="connsiteX0" fmla="*/ 0 w 2591650"/>
              <a:gd name="connsiteY0" fmla="*/ 0 h 5948363"/>
              <a:gd name="connsiteX1" fmla="*/ 2591650 w 2591650"/>
              <a:gd name="connsiteY1" fmla="*/ 0 h 5948363"/>
              <a:gd name="connsiteX2" fmla="*/ 2591650 w 2591650"/>
              <a:gd name="connsiteY2" fmla="*/ 5583497 h 5948363"/>
              <a:gd name="connsiteX3" fmla="*/ 2226784 w 2591650"/>
              <a:gd name="connsiteY3" fmla="*/ 5948363 h 5948363"/>
              <a:gd name="connsiteX4" fmla="*/ 0 w 2591650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1650" h="5948363">
                <a:moveTo>
                  <a:pt x="0" y="0"/>
                </a:moveTo>
                <a:lnTo>
                  <a:pt x="2591650" y="0"/>
                </a:lnTo>
                <a:lnTo>
                  <a:pt x="2591650" y="5583497"/>
                </a:lnTo>
                <a:lnTo>
                  <a:pt x="2226784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840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1429DE-4D63-DCEA-0E6E-B1E26311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0476" y="701874"/>
            <a:ext cx="8398725" cy="71566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3 column textbox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0476" y="1808163"/>
            <a:ext cx="8398725" cy="4140200"/>
          </a:xfrm>
          <a:prstGeom prst="rect">
            <a:avLst/>
          </a:prstGeom>
        </p:spPr>
        <p:txBody>
          <a:bodyPr numCol="3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F3960A8C-54BB-8626-EFC5-24884A3D9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001" y="0"/>
            <a:ext cx="2591650" cy="5948363"/>
          </a:xfrm>
          <a:custGeom>
            <a:avLst/>
            <a:gdLst>
              <a:gd name="connsiteX0" fmla="*/ 0 w 2591650"/>
              <a:gd name="connsiteY0" fmla="*/ 0 h 5948363"/>
              <a:gd name="connsiteX1" fmla="*/ 2591650 w 2591650"/>
              <a:gd name="connsiteY1" fmla="*/ 0 h 5948363"/>
              <a:gd name="connsiteX2" fmla="*/ 2591650 w 2591650"/>
              <a:gd name="connsiteY2" fmla="*/ 5583497 h 5948363"/>
              <a:gd name="connsiteX3" fmla="*/ 2226784 w 2591650"/>
              <a:gd name="connsiteY3" fmla="*/ 5948363 h 5948363"/>
              <a:gd name="connsiteX4" fmla="*/ 0 w 2591650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1650" h="5948363">
                <a:moveTo>
                  <a:pt x="0" y="0"/>
                </a:moveTo>
                <a:lnTo>
                  <a:pt x="2591650" y="0"/>
                </a:lnTo>
                <a:lnTo>
                  <a:pt x="2591650" y="5583497"/>
                </a:lnTo>
                <a:lnTo>
                  <a:pt x="2226784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002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er">
            <a:extLst>
              <a:ext uri="{FF2B5EF4-FFF2-40B4-BE49-F238E27FC236}">
                <a16:creationId xmlns:a16="http://schemas.microsoft.com/office/drawing/2014/main" id="{A87C81DC-5176-4847-8B6F-B68FF505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D9563778-0759-A3C7-2077-55D205685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0000" y="1819723"/>
            <a:ext cx="2563200" cy="2060179"/>
          </a:xfrm>
          <a:custGeom>
            <a:avLst/>
            <a:gdLst>
              <a:gd name="connsiteX0" fmla="*/ 0 w 2563200"/>
              <a:gd name="connsiteY0" fmla="*/ 0 h 2060179"/>
              <a:gd name="connsiteX1" fmla="*/ 2563200 w 2563200"/>
              <a:gd name="connsiteY1" fmla="*/ 0 h 2060179"/>
              <a:gd name="connsiteX2" fmla="*/ 2563200 w 2563200"/>
              <a:gd name="connsiteY2" fmla="*/ 1710166 h 2060179"/>
              <a:gd name="connsiteX3" fmla="*/ 2213187 w 2563200"/>
              <a:gd name="connsiteY3" fmla="*/ 2060179 h 2060179"/>
              <a:gd name="connsiteX4" fmla="*/ 0 w 2563200"/>
              <a:gd name="connsiteY4" fmla="*/ 2060179 h 20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3200" h="2060179">
                <a:moveTo>
                  <a:pt x="0" y="0"/>
                </a:moveTo>
                <a:lnTo>
                  <a:pt x="2563200" y="0"/>
                </a:lnTo>
                <a:lnTo>
                  <a:pt x="2563200" y="1710166"/>
                </a:lnTo>
                <a:lnTo>
                  <a:pt x="2213187" y="2060179"/>
                </a:lnTo>
                <a:lnTo>
                  <a:pt x="0" y="2060179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8" name="Placeholder 1">
            <a:extLst>
              <a:ext uri="{FF2B5EF4-FFF2-40B4-BE49-F238E27FC236}">
                <a16:creationId xmlns:a16="http://schemas.microsoft.com/office/drawing/2014/main" id="{1F8BA170-026C-4B90-B5B2-B245369E3B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4149080"/>
            <a:ext cx="2562696" cy="151194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2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Caption here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FB1AC80C-DFEB-8A6B-FAF6-4387D3703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352152" y="1819723"/>
            <a:ext cx="2563200" cy="2060179"/>
          </a:xfrm>
          <a:custGeom>
            <a:avLst/>
            <a:gdLst>
              <a:gd name="connsiteX0" fmla="*/ 0 w 2563200"/>
              <a:gd name="connsiteY0" fmla="*/ 0 h 2060179"/>
              <a:gd name="connsiteX1" fmla="*/ 2563200 w 2563200"/>
              <a:gd name="connsiteY1" fmla="*/ 0 h 2060179"/>
              <a:gd name="connsiteX2" fmla="*/ 2563200 w 2563200"/>
              <a:gd name="connsiteY2" fmla="*/ 1693911 h 2060179"/>
              <a:gd name="connsiteX3" fmla="*/ 2196932 w 2563200"/>
              <a:gd name="connsiteY3" fmla="*/ 2060179 h 2060179"/>
              <a:gd name="connsiteX4" fmla="*/ 0 w 2563200"/>
              <a:gd name="connsiteY4" fmla="*/ 2060179 h 20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3200" h="2060179">
                <a:moveTo>
                  <a:pt x="0" y="0"/>
                </a:moveTo>
                <a:lnTo>
                  <a:pt x="2563200" y="0"/>
                </a:lnTo>
                <a:lnTo>
                  <a:pt x="2563200" y="1693911"/>
                </a:lnTo>
                <a:lnTo>
                  <a:pt x="2196932" y="2060179"/>
                </a:lnTo>
                <a:lnTo>
                  <a:pt x="0" y="2060179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3E6D404C-1B2B-4D62-A705-92420C5E0B1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53284" y="4149080"/>
            <a:ext cx="2562696" cy="151194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2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Caption here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04EB87B-CDC2-8FD8-CC85-2C6F84F13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61392" y="1819723"/>
            <a:ext cx="2563200" cy="2060179"/>
          </a:xfrm>
          <a:custGeom>
            <a:avLst/>
            <a:gdLst>
              <a:gd name="connsiteX0" fmla="*/ 0 w 2563200"/>
              <a:gd name="connsiteY0" fmla="*/ 0 h 2060179"/>
              <a:gd name="connsiteX1" fmla="*/ 2563200 w 2563200"/>
              <a:gd name="connsiteY1" fmla="*/ 0 h 2060179"/>
              <a:gd name="connsiteX2" fmla="*/ 2563200 w 2563200"/>
              <a:gd name="connsiteY2" fmla="*/ 1693911 h 2060179"/>
              <a:gd name="connsiteX3" fmla="*/ 2196932 w 2563200"/>
              <a:gd name="connsiteY3" fmla="*/ 2060179 h 2060179"/>
              <a:gd name="connsiteX4" fmla="*/ 0 w 2563200"/>
              <a:gd name="connsiteY4" fmla="*/ 2060179 h 20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3200" h="2060179">
                <a:moveTo>
                  <a:pt x="0" y="0"/>
                </a:moveTo>
                <a:lnTo>
                  <a:pt x="2563200" y="0"/>
                </a:lnTo>
                <a:lnTo>
                  <a:pt x="2563200" y="1693911"/>
                </a:lnTo>
                <a:lnTo>
                  <a:pt x="2196932" y="2060179"/>
                </a:lnTo>
                <a:lnTo>
                  <a:pt x="0" y="2060179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10" name="Placeholder 3">
            <a:extLst>
              <a:ext uri="{FF2B5EF4-FFF2-40B4-BE49-F238E27FC236}">
                <a16:creationId xmlns:a16="http://schemas.microsoft.com/office/drawing/2014/main" id="{923258DA-B24D-4726-BEDE-A9FF5A9B32FF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6276263" y="4149080"/>
            <a:ext cx="2562696" cy="151194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2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Caption here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A79420B5-3D8F-CDB3-2EEE-E20638F6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170632" y="1819723"/>
            <a:ext cx="2563200" cy="2060179"/>
          </a:xfrm>
          <a:custGeom>
            <a:avLst/>
            <a:gdLst>
              <a:gd name="connsiteX0" fmla="*/ 0 w 2563200"/>
              <a:gd name="connsiteY0" fmla="*/ 0 h 2060179"/>
              <a:gd name="connsiteX1" fmla="*/ 2563200 w 2563200"/>
              <a:gd name="connsiteY1" fmla="*/ 0 h 2060179"/>
              <a:gd name="connsiteX2" fmla="*/ 2563200 w 2563200"/>
              <a:gd name="connsiteY2" fmla="*/ 1693911 h 2060179"/>
              <a:gd name="connsiteX3" fmla="*/ 2196932 w 2563200"/>
              <a:gd name="connsiteY3" fmla="*/ 2060179 h 2060179"/>
              <a:gd name="connsiteX4" fmla="*/ 0 w 2563200"/>
              <a:gd name="connsiteY4" fmla="*/ 2060179 h 20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3200" h="2060179">
                <a:moveTo>
                  <a:pt x="0" y="0"/>
                </a:moveTo>
                <a:lnTo>
                  <a:pt x="2563200" y="0"/>
                </a:lnTo>
                <a:lnTo>
                  <a:pt x="2563200" y="1693911"/>
                </a:lnTo>
                <a:lnTo>
                  <a:pt x="2196932" y="2060179"/>
                </a:lnTo>
                <a:lnTo>
                  <a:pt x="0" y="2060179"/>
                </a:lnTo>
                <a:close/>
              </a:path>
            </a:pathLst>
          </a:cu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11" name="Placeholder 4">
            <a:extLst>
              <a:ext uri="{FF2B5EF4-FFF2-40B4-BE49-F238E27FC236}">
                <a16:creationId xmlns:a16="http://schemas.microsoft.com/office/drawing/2014/main" id="{7729A41C-F3D0-4276-AF16-6EBB4FA68499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174577" y="4149080"/>
            <a:ext cx="2562696" cy="151194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2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Caption here</a:t>
            </a:r>
          </a:p>
        </p:txBody>
      </p:sp>
    </p:spTree>
    <p:extLst>
      <p:ext uri="{BB962C8B-B14F-4D97-AF65-F5344CB8AC3E}">
        <p14:creationId xmlns:p14="http://schemas.microsoft.com/office/powerpoint/2010/main" val="1648442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x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Header">
            <a:extLst>
              <a:ext uri="{FF2B5EF4-FFF2-40B4-BE49-F238E27FC236}">
                <a16:creationId xmlns:a16="http://schemas.microsoft.com/office/drawing/2014/main" id="{5245E30C-ACBC-4426-8962-C03D3DB3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5" name="Placeholder 2">
            <a:extLst>
              <a:ext uri="{FF2B5EF4-FFF2-40B4-BE49-F238E27FC236}">
                <a16:creationId xmlns:a16="http://schemas.microsoft.com/office/drawing/2014/main" id="{FED60B5C-31E2-4ABE-BB94-6CC89A3FD7F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53284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7" name="Placeholder 3">
            <a:extLst>
              <a:ext uri="{FF2B5EF4-FFF2-40B4-BE49-F238E27FC236}">
                <a16:creationId xmlns:a16="http://schemas.microsoft.com/office/drawing/2014/main" id="{F0AC0C8B-24FF-433E-9C4D-B350C449B33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76263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8" name="Placeholder 4">
            <a:extLst>
              <a:ext uri="{FF2B5EF4-FFF2-40B4-BE49-F238E27FC236}">
                <a16:creationId xmlns:a16="http://schemas.microsoft.com/office/drawing/2014/main" id="{2293604D-A39C-4151-970A-A0EBEBFE9FB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174577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24077056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ging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0E9919A9-E10C-40B2-4E9E-9822C6505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00" y="701874"/>
            <a:ext cx="5481636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64000" y="1792800"/>
            <a:ext cx="5456880" cy="4155563"/>
          </a:xfrm>
          <a:prstGeom prst="rect">
            <a:avLst/>
          </a:prstGeom>
        </p:spPr>
        <p:txBody>
          <a:bodyPr numCol="2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46C10D5-25FF-ADE9-303F-74E74487A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42912" y="0"/>
            <a:ext cx="5481637" cy="5948363"/>
          </a:xfrm>
          <a:custGeom>
            <a:avLst/>
            <a:gdLst>
              <a:gd name="connsiteX0" fmla="*/ 0 w 5481637"/>
              <a:gd name="connsiteY0" fmla="*/ 0 h 5948363"/>
              <a:gd name="connsiteX1" fmla="*/ 5481637 w 5481637"/>
              <a:gd name="connsiteY1" fmla="*/ 0 h 5948363"/>
              <a:gd name="connsiteX2" fmla="*/ 5481637 w 5481637"/>
              <a:gd name="connsiteY2" fmla="*/ 5267325 h 5948363"/>
              <a:gd name="connsiteX3" fmla="*/ 4800599 w 5481637"/>
              <a:gd name="connsiteY3" fmla="*/ 5948363 h 5948363"/>
              <a:gd name="connsiteX4" fmla="*/ 0 w 5481637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637" h="5948363">
                <a:moveTo>
                  <a:pt x="0" y="0"/>
                </a:moveTo>
                <a:lnTo>
                  <a:pt x="5481637" y="0"/>
                </a:lnTo>
                <a:lnTo>
                  <a:pt x="5481637" y="5267325"/>
                </a:lnTo>
                <a:lnTo>
                  <a:pt x="4800599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028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ging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B6D4E6-07B9-1C8D-69DD-712BC77D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5498363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999" y="1792800"/>
            <a:ext cx="5498363" cy="4155563"/>
          </a:xfrm>
          <a:prstGeom prst="rect">
            <a:avLst/>
          </a:prstGeom>
        </p:spPr>
        <p:txBody>
          <a:bodyPr numCol="2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7DB11690-8C83-E885-3A76-8A5F9425F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62687" y="0"/>
            <a:ext cx="5481637" cy="5948363"/>
          </a:xfrm>
          <a:custGeom>
            <a:avLst/>
            <a:gdLst>
              <a:gd name="connsiteX0" fmla="*/ 0 w 5481637"/>
              <a:gd name="connsiteY0" fmla="*/ 0 h 5948363"/>
              <a:gd name="connsiteX1" fmla="*/ 5481637 w 5481637"/>
              <a:gd name="connsiteY1" fmla="*/ 0 h 5948363"/>
              <a:gd name="connsiteX2" fmla="*/ 5481637 w 5481637"/>
              <a:gd name="connsiteY2" fmla="*/ 5267325 h 5948363"/>
              <a:gd name="connsiteX3" fmla="*/ 4800599 w 5481637"/>
              <a:gd name="connsiteY3" fmla="*/ 5948363 h 5948363"/>
              <a:gd name="connsiteX4" fmla="*/ 0 w 5481637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637" h="5948363">
                <a:moveTo>
                  <a:pt x="0" y="0"/>
                </a:moveTo>
                <a:lnTo>
                  <a:pt x="5481637" y="0"/>
                </a:lnTo>
                <a:lnTo>
                  <a:pt x="5481637" y="5267325"/>
                </a:lnTo>
                <a:lnTo>
                  <a:pt x="4800599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5662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half hanging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B6D4E6-07B9-1C8D-69DD-712BC77D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5498363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999" y="1792800"/>
            <a:ext cx="5498363" cy="4155563"/>
          </a:xfrm>
          <a:prstGeom prst="rect">
            <a:avLst/>
          </a:prstGeom>
        </p:spPr>
        <p:txBody>
          <a:bodyPr numCol="2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964816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half hanging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B6D4E6-07B9-1C8D-69DD-712BC77D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00" y="701874"/>
            <a:ext cx="5498363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64000" y="1792800"/>
            <a:ext cx="5498363" cy="4155563"/>
          </a:xfrm>
          <a:prstGeom prst="rect">
            <a:avLst/>
          </a:prstGeom>
        </p:spPr>
        <p:txBody>
          <a:bodyPr numCol="2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756341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right mini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54E27D68-304E-2851-A717-EC07EC07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2598737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Placeholder">
            <a:extLst>
              <a:ext uri="{FF2B5EF4-FFF2-40B4-BE49-F238E27FC236}">
                <a16:creationId xmlns:a16="http://schemas.microsoft.com/office/drawing/2014/main" id="{65919DFD-5216-47CC-A2D5-A0B970BE96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2913" y="2133600"/>
            <a:ext cx="2598737" cy="3814763"/>
          </a:xfrm>
          <a:prstGeom prst="rect">
            <a:avLst/>
          </a:prstGeom>
        </p:spPr>
        <p:txBody>
          <a:bodyPr/>
          <a:lstStyle>
            <a:lvl2pPr marL="180975" indent="-180975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B940E09C-FB56-2356-82CD-53290C1A1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55975" y="0"/>
            <a:ext cx="8386763" cy="5948363"/>
          </a:xfrm>
          <a:custGeom>
            <a:avLst/>
            <a:gdLst>
              <a:gd name="connsiteX0" fmla="*/ 0 w 8386763"/>
              <a:gd name="connsiteY0" fmla="*/ 0 h 5948363"/>
              <a:gd name="connsiteX1" fmla="*/ 8386763 w 8386763"/>
              <a:gd name="connsiteY1" fmla="*/ 0 h 5948363"/>
              <a:gd name="connsiteX2" fmla="*/ 8386763 w 8386763"/>
              <a:gd name="connsiteY2" fmla="*/ 4779992 h 5948363"/>
              <a:gd name="connsiteX3" fmla="*/ 7218392 w 8386763"/>
              <a:gd name="connsiteY3" fmla="*/ 5948363 h 5948363"/>
              <a:gd name="connsiteX4" fmla="*/ 0 w 8386763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6763" h="5948363">
                <a:moveTo>
                  <a:pt x="0" y="0"/>
                </a:moveTo>
                <a:lnTo>
                  <a:pt x="8386763" y="0"/>
                </a:lnTo>
                <a:lnTo>
                  <a:pt x="8386763" y="4779992"/>
                </a:lnTo>
                <a:lnTo>
                  <a:pt x="7218392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595756679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Left minimal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647BE65-B969-B69D-209F-96B62E40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8762" y="701874"/>
            <a:ext cx="2600325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Placeholder">
            <a:extLst>
              <a:ext uri="{FF2B5EF4-FFF2-40B4-BE49-F238E27FC236}">
                <a16:creationId xmlns:a16="http://schemas.microsoft.com/office/drawing/2014/main" id="{65919DFD-5216-47CC-A2D5-A0B970BE96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8763" y="2162629"/>
            <a:ext cx="2562158" cy="3785734"/>
          </a:xfrm>
          <a:prstGeom prst="rect">
            <a:avLst/>
          </a:prstGeom>
        </p:spPr>
        <p:txBody>
          <a:bodyPr/>
          <a:lstStyle>
            <a:lvl2pPr marL="180975" indent="-180975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925894C0-F0A5-92C3-CA5E-CC0E9E192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4930" y="0"/>
            <a:ext cx="8386763" cy="5948363"/>
          </a:xfrm>
          <a:custGeom>
            <a:avLst/>
            <a:gdLst>
              <a:gd name="connsiteX0" fmla="*/ 0 w 8386763"/>
              <a:gd name="connsiteY0" fmla="*/ 0 h 5948363"/>
              <a:gd name="connsiteX1" fmla="*/ 8386763 w 8386763"/>
              <a:gd name="connsiteY1" fmla="*/ 0 h 5948363"/>
              <a:gd name="connsiteX2" fmla="*/ 8386763 w 8386763"/>
              <a:gd name="connsiteY2" fmla="*/ 4798847 h 5948363"/>
              <a:gd name="connsiteX3" fmla="*/ 7237247 w 8386763"/>
              <a:gd name="connsiteY3" fmla="*/ 5948363 h 5948363"/>
              <a:gd name="connsiteX4" fmla="*/ 0 w 8386763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6763" h="5948363">
                <a:moveTo>
                  <a:pt x="0" y="0"/>
                </a:moveTo>
                <a:lnTo>
                  <a:pt x="8386763" y="0"/>
                </a:lnTo>
                <a:lnTo>
                  <a:pt x="8386763" y="4798847"/>
                </a:lnTo>
                <a:lnTo>
                  <a:pt x="7237247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731938074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ailed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D2372C9-E215-1003-F25D-B5AE1F568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292" y="701874"/>
            <a:ext cx="2450237" cy="7156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Layout template for detailed charts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6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ailed layou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D2372C9-E215-1003-F25D-B5AE1F568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000" y="701874"/>
            <a:ext cx="2451600" cy="7156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Layout template for detailed charts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98D0F1BA-16E4-EAD4-97CD-9005E8F027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5975" y="701675"/>
            <a:ext cx="8393113" cy="4959350"/>
          </a:xfrm>
          <a:prstGeom prst="rect">
            <a:avLst/>
          </a:prstGeom>
        </p:spPr>
        <p:txBody>
          <a:bodyPr numCol="3" spcCol="288000"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/>
            </a:lvl1pPr>
            <a:lvl2pPr marL="180975" indent="-180975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/>
            </a:lvl3pPr>
            <a:lvl4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/>
            </a:lvl4pPr>
            <a:lvl5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/>
            </a:lvl5pPr>
          </a:lstStyle>
          <a:p>
            <a:pPr lvl="0"/>
            <a:r>
              <a:rPr lang="en-US" dirty="0"/>
              <a:t>Three column continuous text box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53747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trip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C05822E-F8EF-0B26-EE8C-294CF5859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3" y="701874"/>
            <a:ext cx="7051812" cy="715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Placeholder">
            <a:extLst>
              <a:ext uri="{FF2B5EF4-FFF2-40B4-BE49-F238E27FC236}">
                <a16:creationId xmlns:a16="http://schemas.microsoft.com/office/drawing/2014/main" id="{65EFF5B5-9A6C-6AFB-ABBA-564B4F8855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9263" y="1809749"/>
            <a:ext cx="5499100" cy="4138613"/>
          </a:xfrm>
          <a:prstGeom prst="rect">
            <a:avLst/>
          </a:prstGeom>
        </p:spPr>
        <p:txBody>
          <a:bodyPr numCol="2" spcCol="288000"/>
          <a:lstStyle>
            <a:lvl1pPr marL="0" indent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Font typeface="Wingdings 2" panose="05020102010507070707" pitchFamily="18" charset="2"/>
              <a:buNone/>
              <a:defRPr sz="1200"/>
            </a:lvl1pPr>
            <a:lvl2pPr marL="180975" indent="-180975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defRPr sz="1200"/>
            </a:lvl3pPr>
            <a:lvl4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/>
            </a:lvl4pPr>
            <a:lvl5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1F1C54D2-D2EE-04BE-5F32-CEBA48FF0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0450" y="1"/>
            <a:ext cx="8591550" cy="6858000"/>
          </a:xfrm>
          <a:custGeom>
            <a:avLst/>
            <a:gdLst>
              <a:gd name="connsiteX0" fmla="*/ 6857996 w 8591550"/>
              <a:gd name="connsiteY0" fmla="*/ 0 h 6858000"/>
              <a:gd name="connsiteX1" fmla="*/ 8591550 w 8591550"/>
              <a:gd name="connsiteY1" fmla="*/ 0 h 6858000"/>
              <a:gd name="connsiteX2" fmla="*/ 8591550 w 8591550"/>
              <a:gd name="connsiteY2" fmla="*/ 3852860 h 6858000"/>
              <a:gd name="connsiteX3" fmla="*/ 5586410 w 8591550"/>
              <a:gd name="connsiteY3" fmla="*/ 6858000 h 6858000"/>
              <a:gd name="connsiteX4" fmla="*/ 0 w 8591550"/>
              <a:gd name="connsiteY4" fmla="*/ 6858000 h 6858000"/>
              <a:gd name="connsiteX5" fmla="*/ 0 w 8591550"/>
              <a:gd name="connsiteY5" fmla="*/ 6857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591550" h="6858000">
                <a:moveTo>
                  <a:pt x="6857996" y="0"/>
                </a:moveTo>
                <a:lnTo>
                  <a:pt x="8591550" y="0"/>
                </a:lnTo>
                <a:lnTo>
                  <a:pt x="8591550" y="3852860"/>
                </a:lnTo>
                <a:lnTo>
                  <a:pt x="5586410" y="6858000"/>
                </a:lnTo>
                <a:lnTo>
                  <a:pt x="0" y="6858000"/>
                </a:lnTo>
                <a:lnTo>
                  <a:pt x="0" y="6857996"/>
                </a:lnTo>
                <a:close/>
              </a:path>
            </a:pathLst>
          </a:custGeom>
          <a:pattFill prst="dkVer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 algn="ctr"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Classification">
            <a:extLst>
              <a:ext uri="{FF2B5EF4-FFF2-40B4-BE49-F238E27FC236}">
                <a16:creationId xmlns:a16="http://schemas.microsoft.com/office/drawing/2014/main" id="{2A357368-6911-F108-4C72-BC6BCD6C2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9" y="6251108"/>
            <a:ext cx="1925190" cy="369332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tx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pic>
        <p:nvPicPr>
          <p:cNvPr id="2" name="Ipsos Logo">
            <a:extLst>
              <a:ext uri="{FF2B5EF4-FFF2-40B4-BE49-F238E27FC236}">
                <a16:creationId xmlns:a16="http://schemas.microsoft.com/office/drawing/2014/main" id="{5736C387-1E30-3967-00C5-67A2D4B1A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60306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graph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4ADF9F4-0984-90BB-D24E-468E60FF0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Biographies / Team Slide</a:t>
            </a:r>
            <a:endParaRPr lang="en-GB" dirty="0"/>
          </a:p>
        </p:txBody>
      </p:sp>
      <p:sp>
        <p:nvSpPr>
          <p:cNvPr id="16" name="Name 1">
            <a:extLst>
              <a:ext uri="{FF2B5EF4-FFF2-40B4-BE49-F238E27FC236}">
                <a16:creationId xmlns:a16="http://schemas.microsoft.com/office/drawing/2014/main" id="{41154020-330A-4307-8B18-1E1750724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913" y="1736725"/>
            <a:ext cx="1573660" cy="45820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4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1D022528-6EBA-C4A0-BEB6-F9204610C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5613" y="232385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laceholder 1">
            <a:extLst>
              <a:ext uri="{FF2B5EF4-FFF2-40B4-BE49-F238E27FC236}">
                <a16:creationId xmlns:a16="http://schemas.microsoft.com/office/drawing/2014/main" id="{A81DA3D4-EF88-48E1-A722-44D4D0FA10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913" y="4045998"/>
            <a:ext cx="1573660" cy="1903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20" name="Name 2">
            <a:extLst>
              <a:ext uri="{FF2B5EF4-FFF2-40B4-BE49-F238E27FC236}">
                <a16:creationId xmlns:a16="http://schemas.microsoft.com/office/drawing/2014/main" id="{71613F17-97E2-4491-9EF3-F01FFDE6E8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79122" y="1736725"/>
            <a:ext cx="1573660" cy="45820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4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CAD9EA5-E736-4B69-C6BA-B70AA49A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390052" y="23338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6F22912B-7D36-4077-8BFB-FDA6B7BA0EA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79892" y="4045998"/>
            <a:ext cx="1573660" cy="1903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24" name="Name 3">
            <a:extLst>
              <a:ext uri="{FF2B5EF4-FFF2-40B4-BE49-F238E27FC236}">
                <a16:creationId xmlns:a16="http://schemas.microsoft.com/office/drawing/2014/main" id="{4ACD92D7-D8E5-4F1B-8FF3-A92BC817BD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5331" y="1736725"/>
            <a:ext cx="1573660" cy="45820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4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57D52C6-2870-E30F-D4E4-6FE20FD88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324491" y="23338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5" name="Placeholder 3">
            <a:extLst>
              <a:ext uri="{FF2B5EF4-FFF2-40B4-BE49-F238E27FC236}">
                <a16:creationId xmlns:a16="http://schemas.microsoft.com/office/drawing/2014/main" id="{459EAA34-4CBD-4836-8FB9-E4972A4D47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6871" y="4045998"/>
            <a:ext cx="1573660" cy="1903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27" name="Name 4">
            <a:extLst>
              <a:ext uri="{FF2B5EF4-FFF2-40B4-BE49-F238E27FC236}">
                <a16:creationId xmlns:a16="http://schemas.microsoft.com/office/drawing/2014/main" id="{95119930-DF3D-4F95-9821-DD803BEC06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51540" y="1748727"/>
            <a:ext cx="1573660" cy="45820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4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74A36C6-E21E-40D7-90B6-E4EE4ED3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58930" y="23338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8" name="Placeholder 4">
            <a:extLst>
              <a:ext uri="{FF2B5EF4-FFF2-40B4-BE49-F238E27FC236}">
                <a16:creationId xmlns:a16="http://schemas.microsoft.com/office/drawing/2014/main" id="{F1EC47F3-3364-4097-9549-A48AAC2F52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3850" y="4058000"/>
            <a:ext cx="1573660" cy="1903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30" name="Name 5">
            <a:extLst>
              <a:ext uri="{FF2B5EF4-FFF2-40B4-BE49-F238E27FC236}">
                <a16:creationId xmlns:a16="http://schemas.microsoft.com/office/drawing/2014/main" id="{8BC3BB59-8297-4139-8EEB-7AA6A362059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87749" y="1748727"/>
            <a:ext cx="1573660" cy="45820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4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F63214CF-5EA4-B6FC-063D-D3496667E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193369" y="23338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1" name="Placeholder 5">
            <a:extLst>
              <a:ext uri="{FF2B5EF4-FFF2-40B4-BE49-F238E27FC236}">
                <a16:creationId xmlns:a16="http://schemas.microsoft.com/office/drawing/2014/main" id="{3539E75B-AA24-4E49-B21A-8AAB8E62C41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90829" y="4058000"/>
            <a:ext cx="1573660" cy="1903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  <p:sp>
        <p:nvSpPr>
          <p:cNvPr id="33" name="Name 6">
            <a:extLst>
              <a:ext uri="{FF2B5EF4-FFF2-40B4-BE49-F238E27FC236}">
                <a16:creationId xmlns:a16="http://schemas.microsoft.com/office/drawing/2014/main" id="{3F21806D-0731-464D-A660-3F50C5CAF6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23957" y="1735212"/>
            <a:ext cx="1573660" cy="45820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 b="1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 sz="1400" b="1" cap="none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First name</a:t>
            </a:r>
          </a:p>
          <a:p>
            <a:pPr lvl="1"/>
            <a:r>
              <a:rPr lang="en-GB" dirty="0"/>
              <a:t>Last name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95C42D8A-99F6-7643-7FD4-13CD14652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0127809" y="2333862"/>
            <a:ext cx="1573660" cy="1573200"/>
          </a:xfrm>
          <a:custGeom>
            <a:avLst/>
            <a:gdLst>
              <a:gd name="connsiteX0" fmla="*/ 0 w 1573660"/>
              <a:gd name="connsiteY0" fmla="*/ 0 h 1573200"/>
              <a:gd name="connsiteX1" fmla="*/ 1573660 w 1573660"/>
              <a:gd name="connsiteY1" fmla="*/ 0 h 1573200"/>
              <a:gd name="connsiteX2" fmla="*/ 1573660 w 1573660"/>
              <a:gd name="connsiteY2" fmla="*/ 1349792 h 1573200"/>
              <a:gd name="connsiteX3" fmla="*/ 1350252 w 1573660"/>
              <a:gd name="connsiteY3" fmla="*/ 1573200 h 1573200"/>
              <a:gd name="connsiteX4" fmla="*/ 0 w 1573660"/>
              <a:gd name="connsiteY4" fmla="*/ 1573200 h 15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660" h="1573200">
                <a:moveTo>
                  <a:pt x="0" y="0"/>
                </a:moveTo>
                <a:lnTo>
                  <a:pt x="1573660" y="0"/>
                </a:lnTo>
                <a:lnTo>
                  <a:pt x="1573660" y="1349792"/>
                </a:lnTo>
                <a:lnTo>
                  <a:pt x="1350252" y="1573200"/>
                </a:lnTo>
                <a:lnTo>
                  <a:pt x="0" y="15732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4" name="Placeholder 6">
            <a:extLst>
              <a:ext uri="{FF2B5EF4-FFF2-40B4-BE49-F238E27FC236}">
                <a16:creationId xmlns:a16="http://schemas.microsoft.com/office/drawing/2014/main" id="{E534BACD-3BA5-4149-ABE3-6C66E16EC23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127809" y="4044485"/>
            <a:ext cx="1573660" cy="1903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Barlow" panose="020B0604020202020204" pitchFamily="34" charset="0"/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Title and brief role 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898996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/Statement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024DFEA-2014-1751-E480-8A66CDCDA5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1898850"/>
            <a:ext cx="7010201" cy="715669"/>
          </a:xfrm>
        </p:spPr>
        <p:txBody>
          <a:bodyPr/>
          <a:lstStyle>
            <a:lvl1pPr>
              <a:lnSpc>
                <a:spcPct val="100000"/>
              </a:lnSpc>
              <a:defRPr sz="32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or statement here – </a:t>
            </a:r>
            <a:br>
              <a:rPr lang="en-US" dirty="0"/>
            </a:br>
            <a:r>
              <a:rPr lang="en-US" dirty="0"/>
              <a:t>only black text is fully accessible on teal, green or orange</a:t>
            </a:r>
            <a:endParaRPr lang="en-GB" dirty="0"/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AE7DDF0E-41B4-9738-7FF8-611372687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281601" y="3947601"/>
            <a:ext cx="2910399" cy="29103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2" name="Classification">
            <a:extLst>
              <a:ext uri="{FF2B5EF4-FFF2-40B4-BE49-F238E27FC236}">
                <a16:creationId xmlns:a16="http://schemas.microsoft.com/office/drawing/2014/main" id="{1C5B0F71-0889-8AA3-1424-358FEF2E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88640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E4B9BBA-B9E4-5FF2-9CD0-525951208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pic>
        <p:nvPicPr>
          <p:cNvPr id="5" name="Ipsos Logo">
            <a:extLst>
              <a:ext uri="{FF2B5EF4-FFF2-40B4-BE49-F238E27FC236}">
                <a16:creationId xmlns:a16="http://schemas.microsoft.com/office/drawing/2014/main" id="{C8313A58-2212-9452-4CBE-3D4E7E92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142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Header">
            <a:extLst>
              <a:ext uri="{FF2B5EF4-FFF2-40B4-BE49-F238E27FC236}">
                <a16:creationId xmlns:a16="http://schemas.microsoft.com/office/drawing/2014/main" id="{B80FCDC1-4ADD-40AF-8A4F-44573B12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5456880" cy="386131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4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1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0" name="Placeholder 2">
            <a:extLst>
              <a:ext uri="{FF2B5EF4-FFF2-40B4-BE49-F238E27FC236}">
                <a16:creationId xmlns:a16="http://schemas.microsoft.com/office/drawing/2014/main" id="{58EBDB8A-A132-411F-B6B9-59DC085B79E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73992" y="1808163"/>
            <a:ext cx="5456880" cy="386131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4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defRPr lang="en-GB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4191566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26B43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style 1">
    <p:bg>
      <p:bgPr>
        <a:gradFill>
          <a:gsLst>
            <a:gs pos="24000">
              <a:schemeClr val="accent1">
                <a:lumMod val="35000"/>
              </a:schemeClr>
            </a:gs>
            <a:gs pos="100000">
              <a:schemeClr val="accent1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Quote">
            <a:extLst>
              <a:ext uri="{FF2B5EF4-FFF2-40B4-BE49-F238E27FC236}">
                <a16:creationId xmlns:a16="http://schemas.microsoft.com/office/drawing/2014/main" id="{04EB49EF-74A2-4A31-99CF-80E2BAF35E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8550" y="2313873"/>
            <a:ext cx="7524198" cy="26365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your quote here</a:t>
            </a:r>
          </a:p>
        </p:txBody>
      </p:sp>
      <p:sp>
        <p:nvSpPr>
          <p:cNvPr id="5" name="Triangle">
            <a:extLst>
              <a:ext uri="{FF2B5EF4-FFF2-40B4-BE49-F238E27FC236}">
                <a16:creationId xmlns:a16="http://schemas.microsoft.com/office/drawing/2014/main" id="{92369341-2A1C-B6BE-3FEC-A2BEC04F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5400000">
            <a:off x="0" y="0"/>
            <a:ext cx="3124200" cy="3124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" name="Classification">
            <a:extLst>
              <a:ext uri="{FF2B5EF4-FFF2-40B4-BE49-F238E27FC236}">
                <a16:creationId xmlns:a16="http://schemas.microsoft.com/office/drawing/2014/main" id="{87AAF9A5-97ED-3121-02DE-E041C61DC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88640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37E2842-3D57-CC10-EC4F-9181EFE34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>
              <a:solidFill>
                <a:schemeClr val="bg1"/>
              </a:solidFill>
            </a:endParaRPr>
          </a:p>
        </p:txBody>
      </p:sp>
      <p:pic>
        <p:nvPicPr>
          <p:cNvPr id="3" name="Ipsos Logo">
            <a:extLst>
              <a:ext uri="{FF2B5EF4-FFF2-40B4-BE49-F238E27FC236}">
                <a16:creationId xmlns:a16="http://schemas.microsoft.com/office/drawing/2014/main" id="{2B071C74-0F19-EA2F-036E-1B05F328F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57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600">
          <p15:clr>
            <a:srgbClr val="F26B43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sty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838E746-8C0D-4144-AC8E-FA9CF117C2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0000" y="811950"/>
            <a:ext cx="5407103" cy="3742438"/>
          </a:xfrm>
        </p:spPr>
        <p:txBody>
          <a:bodyPr anchor="t"/>
          <a:lstStyle>
            <a:lvl1pPr>
              <a:defRPr sz="36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Summary text background image (text can be recoloured depending on image colour)</a:t>
            </a:r>
            <a:endParaRPr lang="fr-FR" dirty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A8B69072-8F91-57EB-1C5E-B1807F844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3733800 h 6858000"/>
              <a:gd name="connsiteX3" fmla="*/ 90678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3733800"/>
                </a:lnTo>
                <a:lnTo>
                  <a:pt x="9067800" y="6858000"/>
                </a:lnTo>
                <a:lnTo>
                  <a:pt x="0" y="68580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icon in centre to add image</a:t>
            </a:r>
            <a:br>
              <a:rPr lang="en-GB" dirty="0"/>
            </a:br>
            <a:r>
              <a:rPr lang="en-GB" dirty="0"/>
              <a:t>Send image to back so elements show on the page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pic>
        <p:nvPicPr>
          <p:cNvPr id="6" name="Ipsos Logo">
            <a:extLst>
              <a:ext uri="{FF2B5EF4-FFF2-40B4-BE49-F238E27FC236}">
                <a16:creationId xmlns:a16="http://schemas.microsoft.com/office/drawing/2014/main" id="{52B28BDF-4159-E6C3-47E8-C045FBADA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6677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0EF3274-3DAF-E90F-9AC0-22CB0B646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lvl="0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44125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">
            <a:extLst>
              <a:ext uri="{FF2B5EF4-FFF2-40B4-BE49-F238E27FC236}">
                <a16:creationId xmlns:a16="http://schemas.microsoft.com/office/drawing/2014/main" id="{F33785E0-DBDC-A691-50F6-D30517E18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Full bleed video layout</a:t>
            </a:r>
          </a:p>
        </p:txBody>
      </p:sp>
    </p:spTree>
    <p:extLst>
      <p:ext uri="{BB962C8B-B14F-4D97-AF65-F5344CB8AC3E}">
        <p14:creationId xmlns:p14="http://schemas.microsoft.com/office/powerpoint/2010/main" val="30875535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Header">
            <a:extLst>
              <a:ext uri="{FF2B5EF4-FFF2-40B4-BE49-F238E27FC236}">
                <a16:creationId xmlns:a16="http://schemas.microsoft.com/office/drawing/2014/main" id="{4E7DB10B-B766-4A3C-BABF-17B2D91DB2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1" y="1792800"/>
            <a:ext cx="2591650" cy="387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8" name="Chart / Diagram">
            <a:extLst>
              <a:ext uri="{FF2B5EF4-FFF2-40B4-BE49-F238E27FC236}">
                <a16:creationId xmlns:a16="http://schemas.microsoft.com/office/drawing/2014/main" id="{08D894DB-FF91-4B8E-8C44-72A8DC9940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55975" y="1792800"/>
            <a:ext cx="8410071" cy="387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Insert diagram or visual content here</a:t>
            </a:r>
          </a:p>
        </p:txBody>
      </p:sp>
      <p:sp>
        <p:nvSpPr>
          <p:cNvPr id="11" name="Base &amp; Source">
            <a:extLst>
              <a:ext uri="{FF2B5EF4-FFF2-40B4-BE49-F238E27FC236}">
                <a16:creationId xmlns:a16="http://schemas.microsoft.com/office/drawing/2014/main" id="{C52F8B06-1F56-44E1-9BCB-34E6B05490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2897" y="5823783"/>
            <a:ext cx="11277975" cy="124906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marL="0" indent="0" algn="r">
              <a:buNone/>
              <a:defRPr sz="800" b="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33350" indent="0">
              <a:buNone/>
              <a:defRPr/>
            </a:lvl2pPr>
            <a:lvl3pPr marL="542925" indent="0">
              <a:buNone/>
              <a:defRPr/>
            </a:lvl3pPr>
            <a:lvl4pPr marL="758825" indent="0">
              <a:buNone/>
              <a:defRPr/>
            </a:lvl4pPr>
            <a:lvl5pPr marL="1033463" indent="0">
              <a:buNone/>
              <a:defRPr/>
            </a:lvl5pPr>
          </a:lstStyle>
          <a:p>
            <a:pPr lvl="0"/>
            <a:r>
              <a:rPr lang="en-GB" dirty="0"/>
              <a:t>Base and source info (delete if not necessary)</a:t>
            </a:r>
          </a:p>
        </p:txBody>
      </p:sp>
    </p:spTree>
    <p:extLst>
      <p:ext uri="{BB962C8B-B14F-4D97-AF65-F5344CB8AC3E}">
        <p14:creationId xmlns:p14="http://schemas.microsoft.com/office/powerpoint/2010/main" val="37625777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1092494"/>
            <a:ext cx="5391605" cy="715669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D0EB7A7D-8D5E-F9FC-C8D3-285DE34876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494989"/>
            <a:ext cx="3551238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5" name="Classification">
            <a:extLst>
              <a:ext uri="{FF2B5EF4-FFF2-40B4-BE49-F238E27FC236}">
                <a16:creationId xmlns:a16="http://schemas.microsoft.com/office/drawing/2014/main" id="{A2DBDE31-A0D1-C0E0-CFCE-D83929DAC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251108"/>
            <a:ext cx="1695772" cy="369332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UNICEF </a:t>
            </a:r>
            <a:r>
              <a:rPr lang="en-GB" sz="800" dirty="0" err="1">
                <a:solidFill>
                  <a:schemeClr val="bg1"/>
                </a:solidFill>
                <a:effectLst/>
              </a:rPr>
              <a:t>BeSD</a:t>
            </a:r>
            <a:r>
              <a:rPr lang="en-GB" sz="800" dirty="0">
                <a:solidFill>
                  <a:schemeClr val="bg1"/>
                </a:solidFill>
                <a:effectLst/>
              </a:rPr>
              <a:t> Immunization Survey | Inception report | March 2025 | Version 1 | Internal/Client Use Only</a:t>
            </a:r>
          </a:p>
        </p:txBody>
      </p:sp>
      <p:sp>
        <p:nvSpPr>
          <p:cNvPr id="7" name="Parallelogram">
            <a:extLst>
              <a:ext uri="{FF2B5EF4-FFF2-40B4-BE49-F238E27FC236}">
                <a16:creationId xmlns:a16="http://schemas.microsoft.com/office/drawing/2014/main" id="{C86459C7-F324-154A-1F62-11C161E6B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3619500" y="-1714500"/>
            <a:ext cx="6858000" cy="10287000"/>
          </a:xfrm>
          <a:custGeom>
            <a:avLst/>
            <a:gdLst>
              <a:gd name="connsiteX0" fmla="*/ 6858000 w 6858000"/>
              <a:gd name="connsiteY0" fmla="*/ 6858000 h 10287000"/>
              <a:gd name="connsiteX1" fmla="*/ 6858000 w 6858000"/>
              <a:gd name="connsiteY1" fmla="*/ 10287000 h 10287000"/>
              <a:gd name="connsiteX2" fmla="*/ 3370139 w 6858000"/>
              <a:gd name="connsiteY2" fmla="*/ 10287000 h 10287000"/>
              <a:gd name="connsiteX3" fmla="*/ 0 w 6858000"/>
              <a:gd name="connsiteY3" fmla="*/ 6916861 h 10287000"/>
              <a:gd name="connsiteX4" fmla="*/ 0 w 685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10287000">
                <a:moveTo>
                  <a:pt x="6858000" y="6858000"/>
                </a:moveTo>
                <a:lnTo>
                  <a:pt x="6858000" y="10287000"/>
                </a:lnTo>
                <a:lnTo>
                  <a:pt x="3370139" y="10287000"/>
                </a:lnTo>
                <a:lnTo>
                  <a:pt x="0" y="69168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2400" dirty="0">
              <a:solidFill>
                <a:schemeClr val="tx1"/>
              </a:solidFill>
            </a:endParaRPr>
          </a:p>
        </p:txBody>
      </p:sp>
      <p:pic>
        <p:nvPicPr>
          <p:cNvPr id="9" name="Ipsos Logo">
            <a:extLst>
              <a:ext uri="{FF2B5EF4-FFF2-40B4-BE49-F238E27FC236}">
                <a16:creationId xmlns:a16="http://schemas.microsoft.com/office/drawing/2014/main" id="{E6892621-D909-ED6B-C812-2829C2183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85020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hite_standar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4"/>
            <a:ext cx="11274425" cy="3852861"/>
          </a:xfrm>
        </p:spPr>
        <p:txBody>
          <a:bodyPr numCol="1" spcCol="306000">
            <a:noAutofit/>
          </a:bodyPr>
          <a:lstStyle>
            <a:lvl1pPr>
              <a:spcBef>
                <a:spcPts val="400"/>
              </a:spcBef>
              <a:defRPr sz="2400" b="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2400" b="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24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56702-F7CA-EFF2-BBCC-1DCC4703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3721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STY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350000"/>
            <a:ext cx="5391605" cy="1549106"/>
          </a:xfrm>
        </p:spPr>
        <p:txBody>
          <a:bodyPr/>
          <a:lstStyle>
            <a:lvl1pPr>
              <a:defRPr sz="48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7F8163F-D370-5C4C-500A-7D576C590B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5000" y="0"/>
            <a:ext cx="10287001" cy="6858000"/>
          </a:xfrm>
          <a:custGeom>
            <a:avLst/>
            <a:gdLst>
              <a:gd name="connsiteX0" fmla="*/ 6858000 w 10287001"/>
              <a:gd name="connsiteY0" fmla="*/ 0 h 6858000"/>
              <a:gd name="connsiteX1" fmla="*/ 10287001 w 10287001"/>
              <a:gd name="connsiteY1" fmla="*/ 0 h 6858000"/>
              <a:gd name="connsiteX2" fmla="*/ 10287001 w 10287001"/>
              <a:gd name="connsiteY2" fmla="*/ 3467099 h 6858000"/>
              <a:gd name="connsiteX3" fmla="*/ 6896100 w 10287001"/>
              <a:gd name="connsiteY3" fmla="*/ 6858000 h 6858000"/>
              <a:gd name="connsiteX4" fmla="*/ 0 w 1028700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7001" h="6858000">
                <a:moveTo>
                  <a:pt x="6858000" y="0"/>
                </a:moveTo>
                <a:lnTo>
                  <a:pt x="10287001" y="0"/>
                </a:lnTo>
                <a:lnTo>
                  <a:pt x="10287001" y="3467099"/>
                </a:lnTo>
                <a:lnTo>
                  <a:pt x="6896100" y="6858000"/>
                </a:lnTo>
                <a:lnTo>
                  <a:pt x="0" y="6858000"/>
                </a:lnTo>
                <a:close/>
              </a:path>
            </a:pathLst>
          </a:custGeom>
          <a:pattFill prst="dkVer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Classification">
            <a:extLst>
              <a:ext uri="{FF2B5EF4-FFF2-40B4-BE49-F238E27FC236}">
                <a16:creationId xmlns:a16="http://schemas.microsoft.com/office/drawing/2014/main" id="{A2DBDE31-A0D1-C0E0-CFCE-D83929DAC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40938" y="6127997"/>
            <a:ext cx="1695772" cy="492443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UNICEF </a:t>
            </a:r>
            <a:r>
              <a:rPr lang="en-GB" sz="800" dirty="0" err="1">
                <a:solidFill>
                  <a:schemeClr val="bg1"/>
                </a:solidFill>
                <a:effectLst/>
              </a:rPr>
              <a:t>BeSD</a:t>
            </a:r>
            <a:r>
              <a:rPr lang="en-GB" sz="800" dirty="0">
                <a:solidFill>
                  <a:schemeClr val="bg1"/>
                </a:solidFill>
                <a:effectLst/>
              </a:rPr>
              <a:t> Immunization Survey | Country Office Kick-Off | April 2025 | Version 1 | Internal/Client Use Only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433BB7AA-54DD-4BAB-0FD5-D287A85CE4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132000"/>
            <a:ext cx="4038600" cy="12747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B989213-36EC-3BE4-A381-B024813F7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33705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hite_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4D39-4D4B-EF55-6284-160F99E5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030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image" Target="../media/image2.sv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er">
            <a:extLst>
              <a:ext uri="{FF2B5EF4-FFF2-40B4-BE49-F238E27FC236}">
                <a16:creationId xmlns:a16="http://schemas.microsoft.com/office/drawing/2014/main" id="{451F5451-CC20-46A2-802F-F9D60C2A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11299088" cy="71566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Short slide title</a:t>
            </a:r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41F54BE0-878D-4EDE-9290-206FC1548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1808163"/>
            <a:ext cx="11299088" cy="38528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change the text styles on the slide master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19EB2BF-21C7-DA01-6AAC-8D446BDFC72B}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/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/>
          </a:p>
        </p:txBody>
      </p:sp>
      <p:sp>
        <p:nvSpPr>
          <p:cNvPr id="6" name="Classification">
            <a:extLst>
              <a:ext uri="{FF2B5EF4-FFF2-40B4-BE49-F238E27FC236}">
                <a16:creationId xmlns:a16="http://schemas.microsoft.com/office/drawing/2014/main" id="{5145A4F0-7D5B-0FE6-3F2E-55FC068D8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7" y="6569091"/>
            <a:ext cx="5135897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tx1"/>
                </a:solidFill>
                <a:effectLst/>
              </a:rPr>
              <a:t>© Ipsos | UNICEF </a:t>
            </a:r>
            <a:r>
              <a:rPr lang="en-GB" sz="800" dirty="0" err="1">
                <a:solidFill>
                  <a:schemeClr val="tx1"/>
                </a:solidFill>
                <a:effectLst/>
              </a:rPr>
              <a:t>BeSD</a:t>
            </a:r>
            <a:r>
              <a:rPr lang="en-GB" sz="800" dirty="0">
                <a:solidFill>
                  <a:schemeClr val="tx1"/>
                </a:solidFill>
                <a:effectLst/>
              </a:rPr>
              <a:t> Immunization Survey | Country Office Kick-Off | April 2025 | Version 1 | Internal/Client Use Only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5A0280-8C44-680A-5832-A13F49641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5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726" r:id="rId32"/>
    <p:sldLayoutId id="2147483729" r:id="rId3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none" spc="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SzPct val="100000"/>
        <a:buFont typeface="Wingdings 2" panose="05020102010507070707" pitchFamily="18" charset="2"/>
        <a:buNone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SzPct val="100000"/>
        <a:buFont typeface="Barlow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30238" indent="-26035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604020202020204" pitchFamily="34" charset="0"/>
        <a:buChar char="‒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2063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406020202030204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436">
          <p15:clr>
            <a:srgbClr val="9FCC3B"/>
          </p15:clr>
        </p15:guide>
        <p15:guide id="23" pos="279">
          <p15:clr>
            <a:srgbClr val="9FCC3B"/>
          </p15:clr>
        </p15:guide>
        <p15:guide id="24" pos="7401">
          <p15:clr>
            <a:srgbClr val="9FCC3B"/>
          </p15:clr>
        </p15:guide>
        <p15:guide id="25" pos="2509">
          <p15:clr>
            <a:srgbClr val="5ACBF0"/>
          </p15:clr>
        </p15:guide>
        <p15:guide id="26" pos="2729">
          <p15:clr>
            <a:srgbClr val="5ACBF0"/>
          </p15:clr>
        </p15:guide>
        <p15:guide id="30" pos="4951">
          <p15:clr>
            <a:srgbClr val="5ACBF0"/>
          </p15:clr>
        </p15:guide>
        <p15:guide id="31" pos="5178">
          <p15:clr>
            <a:srgbClr val="5ACBF0"/>
          </p15:clr>
        </p15:guide>
        <p15:guide id="35" orient="horz" pos="3747">
          <p15:clr>
            <a:srgbClr val="9FCC3B"/>
          </p15:clr>
        </p15:guide>
        <p15:guide id="36" orient="horz" pos="3884">
          <p15:clr>
            <a:srgbClr val="000000"/>
          </p15:clr>
        </p15:guide>
        <p15:guide id="38" orient="horz" pos="913">
          <p15:clr>
            <a:srgbClr val="C35EA4"/>
          </p15:clr>
        </p15:guide>
        <p15:guide id="39" orient="horz" pos="1139">
          <p15:clr>
            <a:srgbClr val="5ACBF0"/>
          </p15:clr>
        </p15:guide>
        <p15:guide id="41" pos="1916">
          <p15:clr>
            <a:srgbClr val="F26B43"/>
          </p15:clr>
        </p15:guide>
        <p15:guide id="42" pos="2114">
          <p15:clr>
            <a:srgbClr val="F26B43"/>
          </p15:clr>
        </p15:guide>
        <p15:guide id="43" pos="3942">
          <p15:clr>
            <a:srgbClr val="F26B43"/>
          </p15:clr>
        </p15:guide>
        <p15:guide id="45" pos="3747">
          <p15:clr>
            <a:srgbClr val="F26B43"/>
          </p15:clr>
        </p15:guide>
        <p15:guide id="46" pos="5574">
          <p15:clr>
            <a:srgbClr val="F26B43"/>
          </p15:clr>
        </p15:guide>
        <p15:guide id="47" pos="5763">
          <p15:clr>
            <a:srgbClr val="F26B43"/>
          </p15:clr>
        </p15:guide>
        <p15:guide id="48" orient="horz" pos="142">
          <p15:clr>
            <a:srgbClr val="000000"/>
          </p15:clr>
        </p15:guide>
        <p15:guide id="49" orient="horz" pos="3566">
          <p15:clr>
            <a:srgbClr val="5ACBF0"/>
          </p15:clr>
        </p15:guide>
        <p15:guide id="50" orient="horz" pos="4166">
          <p15:clr>
            <a:srgbClr val="000000"/>
          </p15:clr>
        </p15:guide>
        <p15:guide id="51" pos="140">
          <p15:clr>
            <a:srgbClr val="000000"/>
          </p15:clr>
        </p15:guide>
        <p15:guide id="52" pos="7537">
          <p15:clr>
            <a:srgbClr val="00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er">
            <a:extLst>
              <a:ext uri="{FF2B5EF4-FFF2-40B4-BE49-F238E27FC236}">
                <a16:creationId xmlns:a16="http://schemas.microsoft.com/office/drawing/2014/main" id="{451F5451-CC20-46A2-802F-F9D60C2A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11299088" cy="71566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Slide title room for two lines</a:t>
            </a:r>
          </a:p>
        </p:txBody>
      </p:sp>
      <p:sp>
        <p:nvSpPr>
          <p:cNvPr id="7" name="Placeholder">
            <a:extLst>
              <a:ext uri="{FF2B5EF4-FFF2-40B4-BE49-F238E27FC236}">
                <a16:creationId xmlns:a16="http://schemas.microsoft.com/office/drawing/2014/main" id="{D7CC2174-966F-44FC-375D-7BD78365C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002" y="1825625"/>
            <a:ext cx="11313086" cy="3843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Classification">
            <a:extLst>
              <a:ext uri="{FF2B5EF4-FFF2-40B4-BE49-F238E27FC236}">
                <a16:creationId xmlns:a16="http://schemas.microsoft.com/office/drawing/2014/main" id="{5145A4F0-7D5B-0FE6-3F2E-55FC068D8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569091"/>
            <a:ext cx="5155994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tx1"/>
                </a:solidFill>
                <a:effectLst/>
              </a:rPr>
              <a:t>© Ipsos | UNICEF </a:t>
            </a:r>
            <a:r>
              <a:rPr lang="en-GB" sz="800" dirty="0" err="1">
                <a:solidFill>
                  <a:schemeClr val="tx1"/>
                </a:solidFill>
                <a:effectLst/>
              </a:rPr>
              <a:t>BeSD</a:t>
            </a:r>
            <a:r>
              <a:rPr lang="en-GB" sz="800" dirty="0">
                <a:solidFill>
                  <a:schemeClr val="tx1"/>
                </a:solidFill>
                <a:effectLst/>
              </a:rPr>
              <a:t> Immunization Survey | Country Office Kick-Off | April 2025 | Version 1 | Internal/Client Use Only</a:t>
            </a:r>
          </a:p>
        </p:txBody>
      </p:sp>
      <p:sp>
        <p:nvSpPr>
          <p:cNvPr id="96" name="Slide Number">
            <a:extLst>
              <a:ext uri="{FF2B5EF4-FFF2-40B4-BE49-F238E27FC236}">
                <a16:creationId xmlns:a16="http://schemas.microsoft.com/office/drawing/2014/main" id="{A19EB2BF-21C7-DA01-6AAC-8D446BDF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/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‹#›</a:t>
            </a:fld>
            <a:endParaRPr lang="en-GB" sz="900" dirty="0"/>
          </a:p>
        </p:txBody>
      </p:sp>
      <p:pic>
        <p:nvPicPr>
          <p:cNvPr id="8" name="Ipsos Logo">
            <a:extLst>
              <a:ext uri="{FF2B5EF4-FFF2-40B4-BE49-F238E27FC236}">
                <a16:creationId xmlns:a16="http://schemas.microsoft.com/office/drawing/2014/main" id="{28D1BB47-AB47-9982-F311-E64B0A6B4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2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5" r:id="rId31"/>
    <p:sldLayoutId id="2147483727" r:id="rId32"/>
    <p:sldLayoutId id="2147483728" r:id="rId3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none" spc="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SzPct val="100000"/>
        <a:buFont typeface="Wingdings 2" panose="05020102010507070707" pitchFamily="18" charset="2"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SzPct val="100000"/>
        <a:buFont typeface="Arial" panose="020B0604020202020204" pitchFamily="34" charset="0"/>
        <a:buChar char="•"/>
        <a:defRPr lang="en-GB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73038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2860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40602020203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pos="2509">
          <p15:clr>
            <a:srgbClr val="F26B43"/>
          </p15:clr>
        </p15:guide>
        <p15:guide id="26" pos="2698">
          <p15:clr>
            <a:srgbClr val="F26B43"/>
          </p15:clr>
        </p15:guide>
        <p15:guide id="30" pos="4930">
          <p15:clr>
            <a:srgbClr val="F26B43"/>
          </p15:clr>
        </p15:guide>
        <p15:guide id="31" pos="5126">
          <p15:clr>
            <a:srgbClr val="F26B43"/>
          </p15:clr>
        </p15:guide>
        <p15:guide id="39" orient="horz" pos="1139">
          <p15:clr>
            <a:srgbClr val="5ACBF0"/>
          </p15:clr>
        </p15:guide>
        <p15:guide id="41" pos="1905">
          <p15:clr>
            <a:srgbClr val="5ACBF0"/>
          </p15:clr>
        </p15:guide>
        <p15:guide id="42" pos="2109">
          <p15:clr>
            <a:srgbClr val="5ACBF0"/>
          </p15:clr>
        </p15:guide>
        <p15:guide id="43" pos="3942">
          <p15:clr>
            <a:srgbClr val="5ACBF0"/>
          </p15:clr>
        </p15:guide>
        <p15:guide id="45" pos="3741">
          <p15:clr>
            <a:srgbClr val="5ACBF0"/>
          </p15:clr>
        </p15:guide>
        <p15:guide id="46" pos="5568">
          <p15:clr>
            <a:srgbClr val="5ACBF0"/>
          </p15:clr>
        </p15:guide>
        <p15:guide id="47" pos="5770">
          <p15:clr>
            <a:srgbClr val="5ACBF0"/>
          </p15:clr>
        </p15:guide>
        <p15:guide id="53" orient="horz" pos="436">
          <p15:clr>
            <a:srgbClr val="9FCC3B"/>
          </p15:clr>
        </p15:guide>
        <p15:guide id="54" pos="279">
          <p15:clr>
            <a:srgbClr val="9FCC3B"/>
          </p15:clr>
        </p15:guide>
        <p15:guide id="55" pos="7401">
          <p15:clr>
            <a:srgbClr val="9FCC3B"/>
          </p15:clr>
        </p15:guide>
        <p15:guide id="56" orient="horz" pos="3747">
          <p15:clr>
            <a:srgbClr val="9FCC3B"/>
          </p15:clr>
        </p15:guide>
        <p15:guide id="57" orient="horz" pos="3884">
          <p15:clr>
            <a:srgbClr val="000000"/>
          </p15:clr>
        </p15:guide>
        <p15:guide id="58" orient="horz" pos="913">
          <p15:clr>
            <a:srgbClr val="C35EA4"/>
          </p15:clr>
        </p15:guide>
        <p15:guide id="59" orient="horz" pos="132">
          <p15:clr>
            <a:srgbClr val="000000"/>
          </p15:clr>
        </p15:guide>
        <p15:guide id="60" orient="horz" pos="3571">
          <p15:clr>
            <a:srgbClr val="5ACBF0"/>
          </p15:clr>
        </p15:guide>
        <p15:guide id="61" orient="horz" pos="4166">
          <p15:clr>
            <a:srgbClr val="000000"/>
          </p15:clr>
        </p15:guide>
        <p15:guide id="62" pos="140">
          <p15:clr>
            <a:srgbClr val="000000"/>
          </p15:clr>
        </p15:guide>
        <p15:guide id="63" pos="7537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ipsosgroup-my.sharepoint.com/:b:/g/personal/laura_paolino_ipsos_com/EcFFWpqaf3hGgPu6jtbPzQ4BKlMJFFrY6AChq3saqLTgIQ?e=jL0ISj" TargetMode="Externa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person giving a baby a shot&#10;&#10;Description automatically generated">
            <a:extLst>
              <a:ext uri="{FF2B5EF4-FFF2-40B4-BE49-F238E27FC236}">
                <a16:creationId xmlns:a16="http://schemas.microsoft.com/office/drawing/2014/main" id="{EF940E02-BA8B-7DD8-548D-E975E792E44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1" r="31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8DE67DD-2173-5586-B9BD-8A8BD3154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350000"/>
            <a:ext cx="5901980" cy="715669"/>
          </a:xfrm>
        </p:spPr>
        <p:txBody>
          <a:bodyPr/>
          <a:lstStyle/>
          <a:p>
            <a:r>
              <a:rPr lang="fr-FR" sz="4400" b="0" noProof="0" dirty="0" err="1"/>
              <a:t>Enquete</a:t>
            </a:r>
            <a:r>
              <a:rPr lang="fr-FR" sz="4400" b="0" noProof="0" dirty="0"/>
              <a:t> sur les  Facteurs comportementaux </a:t>
            </a:r>
            <a:br>
              <a:rPr lang="fr-FR" sz="4400" b="0" noProof="0" dirty="0"/>
            </a:br>
            <a:r>
              <a:rPr lang="fr-FR" sz="4400" b="0" noProof="0" dirty="0"/>
              <a:t>et sociaux de la vaccination </a:t>
            </a:r>
            <a:endParaRPr lang="en-GB" sz="420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E8C2CACD-E824-DE3B-60FE-427B75199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661370" y="3324649"/>
            <a:ext cx="3492560" cy="35940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EC544CE-DA48-E496-5DA5-4BEDD3E45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7902608" y="5576008"/>
            <a:ext cx="3313714" cy="849494"/>
          </a:xfrm>
          <a:custGeom>
            <a:avLst/>
            <a:gdLst>
              <a:gd name="connsiteX0" fmla="*/ 2464220 w 3313714"/>
              <a:gd name="connsiteY0" fmla="*/ 0 h 849494"/>
              <a:gd name="connsiteX1" fmla="*/ 3313714 w 3313714"/>
              <a:gd name="connsiteY1" fmla="*/ 849494 h 849494"/>
              <a:gd name="connsiteX2" fmla="*/ 849494 w 3313714"/>
              <a:gd name="connsiteY2" fmla="*/ 849494 h 849494"/>
              <a:gd name="connsiteX3" fmla="*/ 0 w 3313714"/>
              <a:gd name="connsiteY3" fmla="*/ 0 h 84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3714" h="849494">
                <a:moveTo>
                  <a:pt x="2464220" y="0"/>
                </a:moveTo>
                <a:lnTo>
                  <a:pt x="3313714" y="849494"/>
                </a:lnTo>
                <a:lnTo>
                  <a:pt x="849494" y="8494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96FD40F-EE17-C82C-82CB-DF36F7A95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6149040" y="431596"/>
            <a:ext cx="3313714" cy="849494"/>
          </a:xfrm>
          <a:custGeom>
            <a:avLst/>
            <a:gdLst>
              <a:gd name="connsiteX0" fmla="*/ 2464220 w 3313714"/>
              <a:gd name="connsiteY0" fmla="*/ 0 h 849494"/>
              <a:gd name="connsiteX1" fmla="*/ 3313714 w 3313714"/>
              <a:gd name="connsiteY1" fmla="*/ 849494 h 849494"/>
              <a:gd name="connsiteX2" fmla="*/ 849494 w 3313714"/>
              <a:gd name="connsiteY2" fmla="*/ 849494 h 849494"/>
              <a:gd name="connsiteX3" fmla="*/ 0 w 3313714"/>
              <a:gd name="connsiteY3" fmla="*/ 0 h 84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3714" h="849494">
                <a:moveTo>
                  <a:pt x="2464220" y="0"/>
                </a:moveTo>
                <a:lnTo>
                  <a:pt x="3313714" y="849494"/>
                </a:lnTo>
                <a:lnTo>
                  <a:pt x="849494" y="849494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E7402CB-EDAB-FFCF-DF4C-1AA0BBCEC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30CC0E-7D46-A342-93EE-BE19EE87D90F}"/>
              </a:ext>
            </a:extLst>
          </p:cNvPr>
          <p:cNvSpPr txBox="1"/>
          <p:nvPr/>
        </p:nvSpPr>
        <p:spPr>
          <a:xfrm>
            <a:off x="432000" y="4487602"/>
            <a:ext cx="3149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en-AU" b="1" dirty="0">
                <a:solidFill>
                  <a:schemeClr val="bg1"/>
                </a:solidFill>
              </a:rPr>
              <a:t>Behavioural and Social Drivers (BeSD) of vaccination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51F61-0FDC-DB58-936A-B4F6DE05D2F5}"/>
              </a:ext>
            </a:extLst>
          </p:cNvPr>
          <p:cNvSpPr txBox="1"/>
          <p:nvPr/>
        </p:nvSpPr>
        <p:spPr>
          <a:xfrm>
            <a:off x="432000" y="5723487"/>
            <a:ext cx="22364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prstClr val="white"/>
                </a:solidFill>
                <a:latin typeface="Barlow"/>
              </a:rPr>
              <a:t>Decembre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8104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2877E-D35C-31CE-0460-D44A838F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8">
            <a:extLst>
              <a:ext uri="{FF2B5EF4-FFF2-40B4-BE49-F238E27FC236}">
                <a16:creationId xmlns:a16="http://schemas.microsoft.com/office/drawing/2014/main" id="{3EE5FF78-8553-0C67-116C-B34627123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97170"/>
            <a:ext cx="11123164" cy="775597"/>
          </a:xfrm>
        </p:spPr>
        <p:txBody>
          <a:bodyPr anchor="b"/>
          <a:lstStyle/>
          <a:p>
            <a:r>
              <a:rPr lang="fr-FR" noProof="0" dirty="0"/>
              <a:t>Objectifs de l'étude</a:t>
            </a:r>
            <a:endParaRPr lang="en-GB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62791CB-70DC-E8FD-6023-8C353F0271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dirty="0"/>
              <a:t>  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622E8645-7A9B-CA96-AC6C-1B15EE2AEB22}"/>
              </a:ext>
            </a:extLst>
          </p:cNvPr>
          <p:cNvSpPr txBox="1">
            <a:spLocks/>
          </p:cNvSpPr>
          <p:nvPr/>
        </p:nvSpPr>
        <p:spPr>
          <a:xfrm>
            <a:off x="474663" y="1682040"/>
            <a:ext cx="11274425" cy="385286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Wingdings 2" panose="05020102010507070707" pitchFamily="18" charset="2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Barlow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0238" indent="-26035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Font typeface="Barlow" panose="020B0604020202020204" pitchFamily="34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Barlow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26206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Barlow" panose="020B0406020202030204" pitchFamily="34" charset="0"/>
              <a:buChar char="−"/>
              <a:defRPr sz="1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Barlow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Barlow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Barlow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Barlow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Mesurer le niveau d'utilisation des services de vaccination et </a:t>
            </a:r>
            <a:r>
              <a:rPr lang="fr-FR" sz="2000" b="1" dirty="0"/>
              <a:t>identifier les obstacles et les facteurs environnementaux et comportementaux </a:t>
            </a:r>
            <a:r>
              <a:rPr lang="fr-FR" sz="2000" dirty="0"/>
              <a:t>qui fourniront des indications sur les recommandations programmatiques afin d'éclairer la conception des intentions.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Comprendre </a:t>
            </a:r>
            <a:r>
              <a:rPr lang="fr-FR" sz="2000" b="1" dirty="0"/>
              <a:t>les différences au sein du pays entre les provinces, les zones urbaines et rurales, le sexe et les groupes d'âge</a:t>
            </a:r>
            <a:r>
              <a:rPr lang="fr-FR" sz="2000" dirty="0"/>
              <a:t>, ainsi que les différents contextes d'administration de la dose zéro énumérés ci-dessus.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Générer des </a:t>
            </a:r>
            <a:r>
              <a:rPr lang="fr-FR" sz="2000" b="1" dirty="0"/>
              <a:t>données comparables sur les raisons d'un faible taux d'utilisation </a:t>
            </a:r>
            <a:r>
              <a:rPr lang="fr-FR" sz="2000" dirty="0"/>
              <a:t>à l'aide de l'enquête BeSD, afin d'obtenir des informations </a:t>
            </a:r>
            <a:r>
              <a:rPr lang="fr-FR" sz="2000" b="1" dirty="0"/>
              <a:t>dans et entre les provinces-zones </a:t>
            </a:r>
            <a:r>
              <a:rPr lang="fr-FR" sz="2000" dirty="0"/>
              <a:t>et d'orienter le suivi futur des tendances, y compris le suivi et l'évaluation des interventions.</a:t>
            </a:r>
          </a:p>
          <a:p>
            <a:pPr lvl="2"/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495403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89F9-7A4A-1293-5BC3-4174BE711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29" y="1548896"/>
            <a:ext cx="11299088" cy="3783499"/>
          </a:xfrm>
          <a:solidFill>
            <a:srgbClr val="00B0F0"/>
          </a:solidFill>
        </p:spPr>
        <p:txBody>
          <a:bodyPr/>
          <a:lstStyle/>
          <a:p>
            <a:r>
              <a:rPr lang="fr-FR" sz="6600" dirty="0"/>
              <a:t>Le Continuum du Changement de Comportement comme base du BeSD pour bien identifier les barrières.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057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8" name="Rectangle 10">
            <a:extLst>
              <a:ext uri="{FF2B5EF4-FFF2-40B4-BE49-F238E27FC236}">
                <a16:creationId xmlns:a16="http://schemas.microsoft.com/office/drawing/2014/main" id="{3662EC26-E4BB-286F-28D7-E7F258CC7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876800"/>
            <a:ext cx="3733800" cy="1981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endParaRPr lang="fr-FR" altLang="en-US" sz="1800"/>
          </a:p>
        </p:txBody>
      </p:sp>
      <p:sp>
        <p:nvSpPr>
          <p:cNvPr id="160779" name="Rectangle 11">
            <a:extLst>
              <a:ext uri="{FF2B5EF4-FFF2-40B4-BE49-F238E27FC236}">
                <a16:creationId xmlns:a16="http://schemas.microsoft.com/office/drawing/2014/main" id="{D0221177-A91B-AD24-323C-4B2A016A5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86200"/>
            <a:ext cx="4800600" cy="2971800"/>
          </a:xfrm>
          <a:prstGeom prst="rect">
            <a:avLst/>
          </a:prstGeom>
          <a:solidFill>
            <a:schemeClr val="accent1">
              <a:alpha val="85097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endParaRPr lang="fr-FR" altLang="en-US" sz="1800"/>
          </a:p>
        </p:txBody>
      </p:sp>
      <p:sp>
        <p:nvSpPr>
          <p:cNvPr id="160780" name="Rectangle 12">
            <a:extLst>
              <a:ext uri="{FF2B5EF4-FFF2-40B4-BE49-F238E27FC236}">
                <a16:creationId xmlns:a16="http://schemas.microsoft.com/office/drawing/2014/main" id="{BC2B6258-2C19-EFC2-D55B-493605C7D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5791200" cy="3810000"/>
          </a:xfrm>
          <a:prstGeom prst="rect">
            <a:avLst/>
          </a:prstGeom>
          <a:solidFill>
            <a:schemeClr val="accent1">
              <a:alpha val="7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endParaRPr lang="fr-FR" altLang="en-US" sz="1800"/>
          </a:p>
        </p:txBody>
      </p:sp>
      <p:sp>
        <p:nvSpPr>
          <p:cNvPr id="160781" name="Rectangle 13">
            <a:extLst>
              <a:ext uri="{FF2B5EF4-FFF2-40B4-BE49-F238E27FC236}">
                <a16:creationId xmlns:a16="http://schemas.microsoft.com/office/drawing/2014/main" id="{498F3B0D-A619-EC7A-4936-1365A3FB3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209800"/>
            <a:ext cx="6858000" cy="4648200"/>
          </a:xfrm>
          <a:prstGeom prst="rect">
            <a:avLst/>
          </a:prstGeom>
          <a:solidFill>
            <a:schemeClr val="accent1">
              <a:alpha val="5490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endParaRPr lang="fr-FR" altLang="en-US" sz="1800"/>
          </a:p>
        </p:txBody>
      </p:sp>
      <p:sp>
        <p:nvSpPr>
          <p:cNvPr id="160782" name="Rectangle 14">
            <a:extLst>
              <a:ext uri="{FF2B5EF4-FFF2-40B4-BE49-F238E27FC236}">
                <a16:creationId xmlns:a16="http://schemas.microsoft.com/office/drawing/2014/main" id="{9854CE3A-7694-2EAD-132B-8755E7BD1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295400"/>
            <a:ext cx="8001000" cy="55626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endParaRPr lang="fr-FR" altLang="en-US" sz="1800"/>
          </a:p>
        </p:txBody>
      </p:sp>
      <p:sp>
        <p:nvSpPr>
          <p:cNvPr id="160783" name="Rectangle 15">
            <a:extLst>
              <a:ext uri="{FF2B5EF4-FFF2-40B4-BE49-F238E27FC236}">
                <a16:creationId xmlns:a16="http://schemas.microsoft.com/office/drawing/2014/main" id="{D3C594FD-8D33-CB02-45B9-37352DE0D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86" y="658528"/>
            <a:ext cx="11367435" cy="5979061"/>
          </a:xfrm>
          <a:prstGeom prst="rect">
            <a:avLst/>
          </a:prstGeom>
          <a:solidFill>
            <a:schemeClr val="accent1">
              <a:alpha val="2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endParaRPr lang="fr-FR" altLang="en-US" sz="1800"/>
          </a:p>
        </p:txBody>
      </p:sp>
      <p:sp>
        <p:nvSpPr>
          <p:cNvPr id="160785" name="Text Box 17">
            <a:extLst>
              <a:ext uri="{FF2B5EF4-FFF2-40B4-BE49-F238E27FC236}">
                <a16:creationId xmlns:a16="http://schemas.microsoft.com/office/drawing/2014/main" id="{9D184388-99E2-46FB-EC42-600DB17E1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876800"/>
            <a:ext cx="2362200" cy="990600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fr-FR" altLang="en-US" sz="1600" b="1">
                <a:solidFill>
                  <a:schemeClr val="bg1"/>
                </a:solidFill>
                <a:latin typeface="Arial Bold Italic" panose="020B0704020202090204" pitchFamily="34" charset="0"/>
              </a:rPr>
              <a:t>1. Pré- contemplation</a:t>
            </a:r>
          </a:p>
        </p:txBody>
      </p:sp>
      <p:sp>
        <p:nvSpPr>
          <p:cNvPr id="160786" name="Text Box 18">
            <a:extLst>
              <a:ext uri="{FF2B5EF4-FFF2-40B4-BE49-F238E27FC236}">
                <a16:creationId xmlns:a16="http://schemas.microsoft.com/office/drawing/2014/main" id="{8AA41719-986E-9B91-6EE8-D6FB41F92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886200"/>
            <a:ext cx="2286000" cy="984250"/>
          </a:xfrm>
          <a:prstGeom prst="rect">
            <a:avLst/>
          </a:prstGeom>
          <a:solidFill>
            <a:srgbClr val="002060">
              <a:alpha val="39999"/>
            </a:srgb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fr-FR" altLang="en-US" sz="1600" b="1" dirty="0">
                <a:solidFill>
                  <a:schemeClr val="bg1"/>
                </a:solidFill>
                <a:latin typeface="Arial Bold Italic" panose="020B0704020202090204" pitchFamily="34" charset="0"/>
              </a:rPr>
              <a:t>2.  Contemplation</a:t>
            </a:r>
          </a:p>
          <a:p>
            <a:pPr algn="ctr">
              <a:spcBef>
                <a:spcPct val="50000"/>
              </a:spcBef>
            </a:pPr>
            <a:endParaRPr lang="de-DE" altLang="en-US" sz="1200" b="1" dirty="0">
              <a:solidFill>
                <a:schemeClr val="bg1"/>
              </a:solidFill>
              <a:latin typeface="Arial Bold Italic" panose="020B0704020202090204" pitchFamily="34" charset="0"/>
            </a:endParaRPr>
          </a:p>
        </p:txBody>
      </p:sp>
      <p:sp>
        <p:nvSpPr>
          <p:cNvPr id="160787" name="Text Box 19">
            <a:extLst>
              <a:ext uri="{FF2B5EF4-FFF2-40B4-BE49-F238E27FC236}">
                <a16:creationId xmlns:a16="http://schemas.microsoft.com/office/drawing/2014/main" id="{5AF10B1E-CD5E-3453-E24C-8D7424BBB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036888"/>
            <a:ext cx="2438400" cy="849312"/>
          </a:xfrm>
          <a:prstGeom prst="rect">
            <a:avLst/>
          </a:prstGeom>
          <a:solidFill>
            <a:schemeClr val="accent2">
              <a:lumMod val="60000"/>
              <a:lumOff val="40000"/>
              <a:alpha val="54901"/>
            </a:scheme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fr-FR" altLang="en-US" sz="1600" b="1" dirty="0">
                <a:solidFill>
                  <a:schemeClr val="bg1"/>
                </a:solidFill>
                <a:latin typeface="Arial Bold Italic" panose="020B0704020202090204" pitchFamily="34" charset="0"/>
              </a:rPr>
              <a:t>3.  Décision</a:t>
            </a:r>
          </a:p>
          <a:p>
            <a:pPr algn="ctr">
              <a:spcBef>
                <a:spcPct val="50000"/>
              </a:spcBef>
            </a:pPr>
            <a:endParaRPr lang="de-DE" altLang="en-US" sz="1200" dirty="0">
              <a:latin typeface="Arial Bold Italic" panose="020B0704020202090204" pitchFamily="34" charset="0"/>
            </a:endParaRPr>
          </a:p>
        </p:txBody>
      </p:sp>
      <p:sp>
        <p:nvSpPr>
          <p:cNvPr id="160788" name="Text Box 20">
            <a:extLst>
              <a:ext uri="{FF2B5EF4-FFF2-40B4-BE49-F238E27FC236}">
                <a16:creationId xmlns:a16="http://schemas.microsoft.com/office/drawing/2014/main" id="{301DCA92-60DD-02C7-C48A-759CCCD8D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212976"/>
            <a:ext cx="2362200" cy="835025"/>
          </a:xfrm>
          <a:prstGeom prst="rect">
            <a:avLst/>
          </a:prstGeom>
          <a:solidFill>
            <a:srgbClr val="00B050">
              <a:alpha val="70195"/>
            </a:srgb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de-DE" altLang="en-US" sz="1200">
              <a:latin typeface="Arial Bold Italic" panose="020B0704020202090204" pitchFamily="34" charset="0"/>
            </a:endParaRP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fr-FR" altLang="en-US" sz="1600" b="1">
                <a:solidFill>
                  <a:schemeClr val="bg1"/>
                </a:solidFill>
                <a:latin typeface="Arial Bold Italic" panose="020B0704020202090204" pitchFamily="34" charset="0"/>
              </a:rPr>
              <a:t>4. Action</a:t>
            </a:r>
          </a:p>
          <a:p>
            <a:pPr algn="ctr">
              <a:spcBef>
                <a:spcPct val="50000"/>
              </a:spcBef>
            </a:pPr>
            <a:endParaRPr lang="de-DE" altLang="en-US" sz="1200">
              <a:latin typeface="Arial Bold Italic" panose="020B0704020202090204" pitchFamily="34" charset="0"/>
            </a:endParaRPr>
          </a:p>
        </p:txBody>
      </p:sp>
      <p:sp>
        <p:nvSpPr>
          <p:cNvPr id="160791" name="Text Box 23">
            <a:extLst>
              <a:ext uri="{FF2B5EF4-FFF2-40B4-BE49-F238E27FC236}">
                <a16:creationId xmlns:a16="http://schemas.microsoft.com/office/drawing/2014/main" id="{59E2E9FF-AC37-A288-40C0-B16914B35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281114"/>
            <a:ext cx="2819400" cy="928687"/>
          </a:xfrm>
          <a:prstGeom prst="rect">
            <a:avLst/>
          </a:prstGeom>
          <a:solidFill>
            <a:srgbClr val="FF99CC">
              <a:alpha val="8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de-DE" altLang="en-US" sz="1200" dirty="0">
              <a:latin typeface="Arial Bold Italic" panose="020B0704020202090204" pitchFamily="34" charset="0"/>
            </a:endParaRP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fr-FR" altLang="en-US" sz="1600" b="1" dirty="0">
                <a:solidFill>
                  <a:schemeClr val="bg1"/>
                </a:solidFill>
                <a:latin typeface="Arial Bold Italic" panose="020B0704020202090204" pitchFamily="34" charset="0"/>
              </a:rPr>
              <a:t>5. Maintenance</a:t>
            </a:r>
          </a:p>
          <a:p>
            <a:pPr algn="ctr">
              <a:spcBef>
                <a:spcPct val="50000"/>
              </a:spcBef>
            </a:pPr>
            <a:endParaRPr lang="de-DE" altLang="en-US" sz="1200" dirty="0">
              <a:latin typeface="Arial Bold Italic" panose="020B0704020202090204" pitchFamily="34" charset="0"/>
            </a:endParaRPr>
          </a:p>
        </p:txBody>
      </p:sp>
      <p:sp>
        <p:nvSpPr>
          <p:cNvPr id="160792" name="Text Box 24">
            <a:extLst>
              <a:ext uri="{FF2B5EF4-FFF2-40B4-BE49-F238E27FC236}">
                <a16:creationId xmlns:a16="http://schemas.microsoft.com/office/drawing/2014/main" id="{BBC111FC-1224-5ACE-781B-1CE693C4E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34988"/>
            <a:ext cx="2895600" cy="762000"/>
          </a:xfrm>
          <a:prstGeom prst="rect">
            <a:avLst/>
          </a:prstGeom>
          <a:solidFill>
            <a:srgbClr val="92D050">
              <a:alpha val="94901"/>
            </a:srgb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de-DE" altLang="en-US" sz="1200" dirty="0">
              <a:latin typeface="Arial Bold Italic" panose="020B0704020202090204" pitchFamily="34" charset="0"/>
            </a:endParaRPr>
          </a:p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fr-FR" altLang="en-US" sz="1600" b="1" dirty="0">
                <a:solidFill>
                  <a:schemeClr val="bg1"/>
                </a:solidFill>
                <a:latin typeface="Arial Bold Italic" panose="020B0704020202090204" pitchFamily="34" charset="0"/>
              </a:rPr>
              <a:t>6. On devient l’avocat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D4DB560-6D38-4B1F-B4BA-5FA1633213D2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533400"/>
          </a:xfrm>
          <a:prstGeom prst="rect">
            <a:avLst/>
          </a:prstGeom>
        </p:spPr>
        <p:txBody>
          <a:bodyPr anchor="ctr">
            <a:normAutofit fontScale="25000" lnSpcReduction="20000"/>
          </a:bodyPr>
          <a:lstStyle/>
          <a:p>
            <a:pPr algn="ctr">
              <a:defRPr/>
            </a:pPr>
            <a:r>
              <a:rPr lang="fr-FR" sz="1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 Continuum du Changement de Comportement</a:t>
            </a:r>
            <a:br>
              <a:rPr lang="en-US" sz="4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400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6159" name="TextBox 1">
            <a:extLst>
              <a:ext uri="{FF2B5EF4-FFF2-40B4-BE49-F238E27FC236}">
                <a16:creationId xmlns:a16="http://schemas.microsoft.com/office/drawing/2014/main" id="{A1B8E4C0-4162-F723-A0BE-87677C7CF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791200"/>
            <a:ext cx="2362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Ignorance </a:t>
            </a:r>
            <a:endParaRPr lang="fr-FR" altLang="en-US" sz="1800">
              <a:latin typeface="Arial" panose="020B0604020202020204" pitchFamily="34" charset="0"/>
            </a:endParaRPr>
          </a:p>
        </p:txBody>
      </p:sp>
      <p:sp>
        <p:nvSpPr>
          <p:cNvPr id="6160" name="TextBox 2">
            <a:extLst>
              <a:ext uri="{FF2B5EF4-FFF2-40B4-BE49-F238E27FC236}">
                <a16:creationId xmlns:a16="http://schemas.microsoft.com/office/drawing/2014/main" id="{38C367FA-8591-2C10-E61A-E7E8F9439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533901"/>
            <a:ext cx="1905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chemeClr val="bg1"/>
                </a:solidFill>
                <a:latin typeface="Arial" panose="020B0604020202020204" pitchFamily="34" charset="0"/>
              </a:rPr>
              <a:t>Connaissances</a:t>
            </a:r>
            <a:endParaRPr lang="en-US" altLang="en-US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Attitudes</a:t>
            </a:r>
            <a:endParaRPr lang="fr-FR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dirty="0">
              <a:latin typeface="Arial" panose="020B0604020202020204" pitchFamily="34" charset="0"/>
            </a:endParaRPr>
          </a:p>
        </p:txBody>
      </p:sp>
      <p:sp>
        <p:nvSpPr>
          <p:cNvPr id="6161" name="TextBox 3">
            <a:extLst>
              <a:ext uri="{FF2B5EF4-FFF2-40B4-BE49-F238E27FC236}">
                <a16:creationId xmlns:a16="http://schemas.microsoft.com/office/drawing/2014/main" id="{E19C1B0E-FEF4-DF55-3348-7CA640672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4338" y="3462339"/>
            <a:ext cx="17907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Decision </a:t>
            </a:r>
            <a:r>
              <a:rPr lang="en-US" altLang="en-US" sz="1800" b="1" dirty="0" err="1">
                <a:solidFill>
                  <a:schemeClr val="bg1"/>
                </a:solidFill>
                <a:latin typeface="Arial" panose="020B0604020202020204" pitchFamily="34" charset="0"/>
              </a:rPr>
              <a:t>d’essayer</a:t>
            </a:r>
            <a:endParaRPr lang="fr-FR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en-US" sz="1800" dirty="0">
              <a:latin typeface="Arial" panose="020B0604020202020204" pitchFamily="34" charset="0"/>
            </a:endParaRPr>
          </a:p>
        </p:txBody>
      </p:sp>
      <p:sp>
        <p:nvSpPr>
          <p:cNvPr id="6162" name="TextBox 4">
            <a:extLst>
              <a:ext uri="{FF2B5EF4-FFF2-40B4-BE49-F238E27FC236}">
                <a16:creationId xmlns:a16="http://schemas.microsoft.com/office/drawing/2014/main" id="{FD751B33-1E81-CA14-0985-0DE451C0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676526"/>
            <a:ext cx="1409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Essai</a:t>
            </a:r>
            <a:endParaRPr lang="fr-FR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en-US" sz="1800" dirty="0">
              <a:latin typeface="Arial" panose="020B0604020202020204" pitchFamily="34" charset="0"/>
            </a:endParaRPr>
          </a:p>
        </p:txBody>
      </p:sp>
      <p:sp>
        <p:nvSpPr>
          <p:cNvPr id="6163" name="TextBox 1">
            <a:extLst>
              <a:ext uri="{FF2B5EF4-FFF2-40B4-BE49-F238E27FC236}">
                <a16:creationId xmlns:a16="http://schemas.microsoft.com/office/drawing/2014/main" id="{3399018D-9D53-EACE-878F-4C1BF92E6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5" y="187960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Continuation</a:t>
            </a:r>
            <a:endParaRPr lang="fr-FR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164" name="TextBox 2">
            <a:extLst>
              <a:ext uri="{FF2B5EF4-FFF2-40B4-BE49-F238E27FC236}">
                <a16:creationId xmlns:a16="http://schemas.microsoft.com/office/drawing/2014/main" id="{C8484061-F115-29B9-A23D-A105DF281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1924" y="1296989"/>
            <a:ext cx="16160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Encouragement des </a:t>
            </a:r>
            <a:r>
              <a:rPr lang="en-US" altLang="en-US" sz="1800" b="1" dirty="0" err="1">
                <a:solidFill>
                  <a:schemeClr val="bg1"/>
                </a:solidFill>
                <a:latin typeface="Arial" panose="020B0604020202020204" pitchFamily="34" charset="0"/>
              </a:rPr>
              <a:t>autres</a:t>
            </a: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endParaRPr lang="fr-FR" altLang="en-US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dirty="0">
              <a:latin typeface="Arial" panose="020B0604020202020204" pitchFamily="34" charset="0"/>
            </a:endParaRP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1DB9036D-2B0F-4ED3-A1AC-907E17AC761A}"/>
              </a:ext>
            </a:extLst>
          </p:cNvPr>
          <p:cNvSpPr/>
          <p:nvPr/>
        </p:nvSpPr>
        <p:spPr>
          <a:xfrm>
            <a:off x="1423989" y="4637086"/>
            <a:ext cx="1371600" cy="2309813"/>
          </a:xfrm>
          <a:prstGeom prst="wedgeRoundRectCallout">
            <a:avLst>
              <a:gd name="adj1" fmla="val 62616"/>
              <a:gd name="adj2" fmla="val 22522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fr-FR" dirty="0">
                <a:solidFill>
                  <a:schemeClr val="bg1"/>
                </a:solidFill>
                <a:ea typeface="SimSun"/>
                <a:cs typeface="ArialMT"/>
              </a:rPr>
              <a:t>Ne sait pas que la vaccination permet d’éviter certaines maladies</a:t>
            </a:r>
            <a:endParaRPr lang="fr-BE" b="1" dirty="0">
              <a:solidFill>
                <a:schemeClr val="bg1"/>
              </a:solidFill>
              <a:latin typeface="Arial Rounded MT Bold" pitchFamily="34" charset="0"/>
              <a:ea typeface="Times New Roman"/>
            </a:endParaRP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F9F835BA-491F-46F8-95AA-C65D6E988910}"/>
              </a:ext>
            </a:extLst>
          </p:cNvPr>
          <p:cNvSpPr/>
          <p:nvPr/>
        </p:nvSpPr>
        <p:spPr>
          <a:xfrm>
            <a:off x="1247917" y="2400301"/>
            <a:ext cx="1999247" cy="2309812"/>
          </a:xfrm>
          <a:prstGeom prst="wedgeRoundRectCallout">
            <a:avLst>
              <a:gd name="adj1" fmla="val 62616"/>
              <a:gd name="adj2" fmla="val 225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fr-FR" dirty="0">
                <a:solidFill>
                  <a:schemeClr val="bg1"/>
                </a:solidFill>
              </a:rPr>
              <a:t>Reconnaît le problème.  Pense à changer ou ne croit pas que c’est nécessaire</a:t>
            </a:r>
          </a:p>
        </p:txBody>
      </p: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40F7B7F9-667D-4E81-9BCF-EC439CDD16F8}"/>
              </a:ext>
            </a:extLst>
          </p:cNvPr>
          <p:cNvSpPr/>
          <p:nvPr/>
        </p:nvSpPr>
        <p:spPr>
          <a:xfrm>
            <a:off x="3327400" y="2451101"/>
            <a:ext cx="1625600" cy="1203325"/>
          </a:xfrm>
          <a:prstGeom prst="wedgeRoundRectCallout">
            <a:avLst>
              <a:gd name="adj1" fmla="val 62616"/>
              <a:gd name="adj2" fmla="val 22522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fr-FR" dirty="0">
                <a:solidFill>
                  <a:schemeClr val="bg1"/>
                </a:solidFill>
              </a:rPr>
              <a:t>A l’intention de faire vacciner son enfant</a:t>
            </a:r>
            <a:endParaRPr lang="fr-BE" dirty="0">
              <a:solidFill>
                <a:schemeClr val="bg1"/>
              </a:solidFill>
              <a:ea typeface="Times New Roman"/>
            </a:endParaRPr>
          </a:p>
          <a:p>
            <a:pPr>
              <a:defRPr/>
            </a:pPr>
            <a:endParaRPr lang="fr-BE" dirty="0">
              <a:solidFill>
                <a:schemeClr val="bg1"/>
              </a:solidFill>
              <a:latin typeface="Arial Rounded MT Bold" pitchFamily="34" charset="0"/>
              <a:ea typeface="Times New Roman"/>
            </a:endParaRPr>
          </a:p>
        </p:txBody>
      </p:sp>
      <p:sp>
        <p:nvSpPr>
          <p:cNvPr id="28" name="Rounded Rectangular Callout 27">
            <a:extLst>
              <a:ext uri="{FF2B5EF4-FFF2-40B4-BE49-F238E27FC236}">
                <a16:creationId xmlns:a16="http://schemas.microsoft.com/office/drawing/2014/main" id="{67EA5E62-5BE6-4F31-B813-2EF762251812}"/>
              </a:ext>
            </a:extLst>
          </p:cNvPr>
          <p:cNvSpPr/>
          <p:nvPr/>
        </p:nvSpPr>
        <p:spPr>
          <a:xfrm>
            <a:off x="4388644" y="233363"/>
            <a:ext cx="1498600" cy="2211388"/>
          </a:xfrm>
          <a:prstGeom prst="wedgeRoundRectCallout">
            <a:avLst>
              <a:gd name="adj1" fmla="val 62616"/>
              <a:gd name="adj2" fmla="val 22522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fr-FR" b="1" dirty="0">
                <a:solidFill>
                  <a:schemeClr val="bg1"/>
                </a:solidFill>
              </a:rPr>
              <a:t>Effectue au moins une vaccination, « teste » le </a:t>
            </a:r>
            <a:r>
              <a:rPr lang="fr-FR" b="1" dirty="0" err="1">
                <a:solidFill>
                  <a:schemeClr val="bg1"/>
                </a:solidFill>
              </a:rPr>
              <a:t>comport</a:t>
            </a:r>
            <a:r>
              <a:rPr lang="fr-FR" b="1" dirty="0">
                <a:solidFill>
                  <a:schemeClr val="bg1"/>
                </a:solidFill>
              </a:rPr>
              <a:t>.</a:t>
            </a:r>
            <a:endParaRPr lang="fr-BE" b="1" dirty="0">
              <a:solidFill>
                <a:schemeClr val="bg1"/>
              </a:solidFill>
              <a:latin typeface="Arial Rounded MT Bold" pitchFamily="34" charset="0"/>
              <a:ea typeface="Times New Roman"/>
            </a:endParaRPr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23B347A7-639E-4147-8DA6-B73C045A01E5}"/>
              </a:ext>
            </a:extLst>
          </p:cNvPr>
          <p:cNvSpPr/>
          <p:nvPr/>
        </p:nvSpPr>
        <p:spPr>
          <a:xfrm>
            <a:off x="5897561" y="125128"/>
            <a:ext cx="1498599" cy="2319623"/>
          </a:xfrm>
          <a:prstGeom prst="wedgeRoundRectCallout">
            <a:avLst>
              <a:gd name="adj1" fmla="val 62616"/>
              <a:gd name="adj2" fmla="val 2252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fr-FR" dirty="0">
                <a:solidFill>
                  <a:schemeClr val="bg1"/>
                </a:solidFill>
                <a:ea typeface="SimSun"/>
                <a:cs typeface="ArialMT"/>
              </a:rPr>
              <a:t>Effectue les séries de vaccination ou abandonne après la 1</a:t>
            </a:r>
            <a:r>
              <a:rPr lang="fr-FR" baseline="30000" dirty="0">
                <a:solidFill>
                  <a:schemeClr val="bg1"/>
                </a:solidFill>
                <a:ea typeface="SimSun"/>
                <a:cs typeface="ArialMT"/>
              </a:rPr>
              <a:t>ère</a:t>
            </a:r>
            <a:r>
              <a:rPr lang="fr-FR" dirty="0">
                <a:solidFill>
                  <a:schemeClr val="bg1"/>
                </a:solidFill>
                <a:ea typeface="SimSun"/>
                <a:cs typeface="ArialMT"/>
              </a:rPr>
              <a:t>, la 3</a:t>
            </a:r>
            <a:r>
              <a:rPr lang="fr-FR" baseline="30000" dirty="0">
                <a:solidFill>
                  <a:schemeClr val="bg1"/>
                </a:solidFill>
                <a:ea typeface="SimSun"/>
                <a:cs typeface="ArialMT"/>
              </a:rPr>
              <a:t>ème</a:t>
            </a:r>
            <a:r>
              <a:rPr lang="fr-FR" dirty="0">
                <a:solidFill>
                  <a:schemeClr val="bg1"/>
                </a:solidFill>
                <a:ea typeface="SimSun"/>
                <a:cs typeface="ArialMT"/>
              </a:rPr>
              <a:t>  vaccination</a:t>
            </a:r>
            <a:endParaRPr lang="fr-BE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31" name="Rounded Rectangular Callout 30">
            <a:extLst>
              <a:ext uri="{FF2B5EF4-FFF2-40B4-BE49-F238E27FC236}">
                <a16:creationId xmlns:a16="http://schemas.microsoft.com/office/drawing/2014/main" id="{AD3DFC99-6122-476A-AAF7-AD154FAC61C6}"/>
              </a:ext>
            </a:extLst>
          </p:cNvPr>
          <p:cNvSpPr/>
          <p:nvPr/>
        </p:nvSpPr>
        <p:spPr>
          <a:xfrm>
            <a:off x="8887149" y="3206751"/>
            <a:ext cx="1851025" cy="2806700"/>
          </a:xfrm>
          <a:prstGeom prst="wedgeRoundRectCallout">
            <a:avLst>
              <a:gd name="adj1" fmla="val 35788"/>
              <a:gd name="adj2" fmla="val -110288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fr-FR" dirty="0">
                <a:solidFill>
                  <a:schemeClr val="bg1"/>
                </a:solidFill>
                <a:ea typeface="SimSun"/>
                <a:cs typeface="ArialMT"/>
              </a:rPr>
              <a:t>Effectue l’entièreté des séries de vaccination et encourage ses voisins et amis à faire la vaccination</a:t>
            </a:r>
            <a:endParaRPr lang="fr-BE" dirty="0">
              <a:solidFill>
                <a:schemeClr val="bg1"/>
              </a:solidFill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16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1000"/>
                                        <p:tgtEl>
                                          <p:spTgt spid="16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1000"/>
                                        <p:tgtEl>
                                          <p:spTgt spid="16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1000"/>
                                        <p:tgtEl>
                                          <p:spTgt spid="16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16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1000"/>
                                        <p:tgtEl>
                                          <p:spTgt spid="160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8" grpId="0" animBg="1"/>
      <p:bldP spid="160779" grpId="0" animBg="1"/>
      <p:bldP spid="160780" grpId="0" animBg="1"/>
      <p:bldP spid="160781" grpId="0" animBg="1"/>
      <p:bldP spid="160782" grpId="0" animBg="1"/>
      <p:bldP spid="160783" grpId="0" animBg="1"/>
      <p:bldP spid="160785" grpId="0" animBg="1"/>
      <p:bldP spid="160786" grpId="0" animBg="1"/>
      <p:bldP spid="160787" grpId="0" animBg="1"/>
      <p:bldP spid="160788" grpId="0" animBg="1"/>
      <p:bldP spid="160791" grpId="0" animBg="1"/>
      <p:bldP spid="160792" grpId="0" animBg="1"/>
      <p:bldP spid="5" grpId="0" animBg="1"/>
      <p:bldP spid="23" grpId="0" animBg="1"/>
      <p:bldP spid="30" grpId="0" animBg="1"/>
      <p:bldP spid="28" grpId="0" animBg="1"/>
      <p:bldP spid="26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1AF20-0C6E-3791-808A-7D0312C24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36BE3A1-2818-AE6C-10F0-0DBE3112B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WHO/UNICEF-BeSD framework-Cadre du BeSD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BDA11-3D9C-6F19-3F7C-9BFA71EDE1AC}"/>
              </a:ext>
            </a:extLst>
          </p:cNvPr>
          <p:cNvSpPr txBox="1"/>
          <p:nvPr/>
        </p:nvSpPr>
        <p:spPr>
          <a:xfrm>
            <a:off x="450000" y="1367912"/>
            <a:ext cx="11306176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FR" sz="1800" noProof="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L'étude s'appuie sur le </a:t>
            </a:r>
            <a:r>
              <a:rPr lang="fr-FR" sz="1800" b="1" noProof="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cadre des facteurs comportementaux et sociaux de l’OMS-UNICEF </a:t>
            </a:r>
            <a:r>
              <a:rPr lang="fr-FR" sz="1800" noProof="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pour l'adoption de la vaccination, en incorporant des cadres complémentaires liés à la programmation concernant la </a:t>
            </a:r>
            <a:r>
              <a:rPr lang="fr-FR" sz="1800" b="1" noProof="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confiance et le genre </a:t>
            </a:r>
          </a:p>
          <a:p>
            <a:pPr>
              <a:spcAft>
                <a:spcPts val="800"/>
              </a:spcAft>
            </a:pPr>
            <a:r>
              <a:rPr lang="en-GB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GB" dirty="0">
                <a:effectLst/>
              </a:rPr>
              <a:t> </a:t>
            </a:r>
            <a:r>
              <a:rPr lang="en-GB" sz="105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GB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A1E7B6A2-75A4-7F9A-CF2A-5836D38A1490}"/>
              </a:ext>
            </a:extLst>
          </p:cNvPr>
          <p:cNvSpPr txBox="1"/>
          <p:nvPr/>
        </p:nvSpPr>
        <p:spPr>
          <a:xfrm>
            <a:off x="437797" y="5753931"/>
            <a:ext cx="71016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b="0" i="1" noProof="0" dirty="0">
                <a:solidFill>
                  <a:srgbClr val="534741"/>
                </a:solidFill>
                <a:effectLst/>
                <a:latin typeface="Barlow" panose="00000500000000000000" pitchFamily="2" charset="0"/>
              </a:rPr>
              <a:t>Source: Groupe de travail de l’OMS et UNICEF sur les facteurs comportementaux et sociaux ; d’après Brewer et al. </a:t>
            </a:r>
            <a:r>
              <a:rPr lang="fr-FR" sz="1100" b="0" i="1" noProof="0" dirty="0" err="1">
                <a:solidFill>
                  <a:srgbClr val="534741"/>
                </a:solidFill>
                <a:effectLst/>
                <a:latin typeface="Barlow" panose="00000500000000000000" pitchFamily="2" charset="0"/>
              </a:rPr>
              <a:t>Psychol</a:t>
            </a:r>
            <a:r>
              <a:rPr lang="fr-FR" sz="1100" b="0" i="1" noProof="0" dirty="0">
                <a:solidFill>
                  <a:srgbClr val="534741"/>
                </a:solidFill>
                <a:effectLst/>
                <a:latin typeface="Barlow" panose="00000500000000000000" pitchFamily="2" charset="0"/>
              </a:rPr>
              <a:t> </a:t>
            </a:r>
            <a:r>
              <a:rPr lang="fr-FR" sz="1100" b="0" i="1" noProof="0" dirty="0" err="1">
                <a:solidFill>
                  <a:srgbClr val="534741"/>
                </a:solidFill>
                <a:effectLst/>
                <a:latin typeface="Barlow" panose="00000500000000000000" pitchFamily="2" charset="0"/>
              </a:rPr>
              <a:t>Sci</a:t>
            </a:r>
            <a:r>
              <a:rPr lang="fr-FR" sz="1100" b="0" i="1" noProof="0" dirty="0">
                <a:solidFill>
                  <a:srgbClr val="534741"/>
                </a:solidFill>
                <a:effectLst/>
                <a:latin typeface="Barlow" panose="00000500000000000000" pitchFamily="2" charset="0"/>
              </a:rPr>
              <a:t> Public  </a:t>
            </a:r>
            <a:r>
              <a:rPr lang="fr-FR" sz="1100" b="0" i="1" noProof="0" dirty="0" err="1">
                <a:solidFill>
                  <a:srgbClr val="534741"/>
                </a:solidFill>
                <a:effectLst/>
                <a:latin typeface="Barlow" panose="00000500000000000000" pitchFamily="2" charset="0"/>
              </a:rPr>
              <a:t>Interest</a:t>
            </a:r>
            <a:r>
              <a:rPr lang="fr-FR" sz="1100" b="0" i="1" noProof="0" dirty="0">
                <a:solidFill>
                  <a:srgbClr val="534741"/>
                </a:solidFill>
                <a:effectLst/>
                <a:latin typeface="Barlow" panose="00000500000000000000" pitchFamily="2" charset="0"/>
              </a:rPr>
              <a:t>. (2017)</a:t>
            </a:r>
            <a:endParaRPr lang="fr-FR" sz="1100" i="1" noProof="0" dirty="0">
              <a:latin typeface="Barlow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629401-4436-D328-B071-095A8A700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9556" y="5854749"/>
            <a:ext cx="247534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BeSD</a:t>
            </a:r>
            <a:r>
              <a:rPr kumimoji="0" lang="fr-FR" sz="1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 questionnaire (French).pdf</a:t>
            </a:r>
            <a:endParaRPr kumimoji="0" lang="fr-FR" sz="12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1854F-6247-FD25-BCDB-A1B3ECEA0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743" y="2373864"/>
            <a:ext cx="2475346" cy="3402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D5CC57-71C4-F15D-C02A-38B77B344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58" y="2670833"/>
            <a:ext cx="6754168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10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52A08-85FB-50C3-5305-B9A0127F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A0D5DC-C467-84AE-A5DD-BB39F0B7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350000"/>
            <a:ext cx="5391605" cy="1549106"/>
          </a:xfrm>
        </p:spPr>
        <p:txBody>
          <a:bodyPr/>
          <a:lstStyle/>
          <a:p>
            <a:r>
              <a:rPr lang="fr-FR" sz="4800" b="1" noProof="0" dirty="0"/>
              <a:t>Aperçu méthodologique</a:t>
            </a:r>
            <a:endParaRPr lang="en-GB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0DEBF67-F71A-9725-7B04-FF8D0C945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8103071" y="5570679"/>
            <a:ext cx="3313714" cy="849494"/>
          </a:xfrm>
          <a:custGeom>
            <a:avLst/>
            <a:gdLst>
              <a:gd name="connsiteX0" fmla="*/ 2464220 w 3313714"/>
              <a:gd name="connsiteY0" fmla="*/ 0 h 849494"/>
              <a:gd name="connsiteX1" fmla="*/ 3313714 w 3313714"/>
              <a:gd name="connsiteY1" fmla="*/ 849494 h 849494"/>
              <a:gd name="connsiteX2" fmla="*/ 849494 w 3313714"/>
              <a:gd name="connsiteY2" fmla="*/ 849494 h 849494"/>
              <a:gd name="connsiteX3" fmla="*/ 0 w 3313714"/>
              <a:gd name="connsiteY3" fmla="*/ 0 h 84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3714" h="849494">
                <a:moveTo>
                  <a:pt x="2464220" y="0"/>
                </a:moveTo>
                <a:lnTo>
                  <a:pt x="3313714" y="849494"/>
                </a:lnTo>
                <a:lnTo>
                  <a:pt x="849494" y="849494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4D68D5F-4680-496D-BA84-9180CE0D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056204" y="420038"/>
            <a:ext cx="3313714" cy="849494"/>
          </a:xfrm>
          <a:custGeom>
            <a:avLst/>
            <a:gdLst>
              <a:gd name="connsiteX0" fmla="*/ 2464220 w 3313714"/>
              <a:gd name="connsiteY0" fmla="*/ 0 h 849494"/>
              <a:gd name="connsiteX1" fmla="*/ 3313714 w 3313714"/>
              <a:gd name="connsiteY1" fmla="*/ 849494 h 849494"/>
              <a:gd name="connsiteX2" fmla="*/ 849494 w 3313714"/>
              <a:gd name="connsiteY2" fmla="*/ 849494 h 849494"/>
              <a:gd name="connsiteX3" fmla="*/ 0 w 3313714"/>
              <a:gd name="connsiteY3" fmla="*/ 0 h 84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3714" h="849494">
                <a:moveTo>
                  <a:pt x="2464220" y="0"/>
                </a:moveTo>
                <a:lnTo>
                  <a:pt x="3313714" y="849494"/>
                </a:lnTo>
                <a:lnTo>
                  <a:pt x="849494" y="8494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6061D-D6B3-E5EE-F66F-C721DE19988D}"/>
              </a:ext>
            </a:extLst>
          </p:cNvPr>
          <p:cNvSpPr txBox="1"/>
          <p:nvPr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6</a:t>
            </a:fld>
            <a:endParaRPr lang="en-GB" sz="900" dirty="0">
              <a:solidFill>
                <a:schemeClr val="bg1"/>
              </a:solidFill>
            </a:endParaRPr>
          </a:p>
        </p:txBody>
      </p:sp>
      <p:pic>
        <p:nvPicPr>
          <p:cNvPr id="7" name="Picture Placeholder 6" descr="A close-up of several colorful chalks&#10;&#10;Description automatically generated">
            <a:extLst>
              <a:ext uri="{FF2B5EF4-FFF2-40B4-BE49-F238E27FC236}">
                <a16:creationId xmlns:a16="http://schemas.microsoft.com/office/drawing/2014/main" id="{EA5A8487-7C7B-51FE-3600-27CF7BFADC4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30912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274B44-86F0-3D67-DD51-2328874A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</a:t>
            </a:r>
            <a:r>
              <a:rPr lang="en-GB" dirty="0" err="1"/>
              <a:t>d’étude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D4246-AE3A-348A-5A3D-B8FABFF40325}"/>
              </a:ext>
            </a:extLst>
          </p:cNvPr>
          <p:cNvSpPr txBox="1"/>
          <p:nvPr/>
        </p:nvSpPr>
        <p:spPr>
          <a:xfrm>
            <a:off x="5958670" y="1850670"/>
            <a:ext cx="2627453" cy="380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2400" b="1" dirty="0" err="1">
                <a:solidFill>
                  <a:schemeClr val="accent3"/>
                </a:solidFill>
              </a:rPr>
              <a:t>Groupes</a:t>
            </a:r>
            <a:r>
              <a:rPr lang="en-GB" sz="2400" b="1" dirty="0">
                <a:solidFill>
                  <a:schemeClr val="accent3"/>
                </a:solidFill>
              </a:rPr>
              <a:t> </a:t>
            </a:r>
            <a:r>
              <a:rPr lang="en-GB" sz="2400" b="1" dirty="0" err="1">
                <a:solidFill>
                  <a:schemeClr val="accent3"/>
                </a:solidFill>
              </a:rPr>
              <a:t>ciblés</a:t>
            </a:r>
            <a:endParaRPr lang="en-GB" sz="24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F6207E-A79A-B8D6-86CC-9786A32A3F8A}"/>
              </a:ext>
            </a:extLst>
          </p:cNvPr>
          <p:cNvCxnSpPr>
            <a:cxnSpLocks/>
          </p:cNvCxnSpPr>
          <p:nvPr/>
        </p:nvCxnSpPr>
        <p:spPr>
          <a:xfrm>
            <a:off x="5635080" y="2417657"/>
            <a:ext cx="28096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B462A5-E238-4BEC-2EEF-3E626678656F}"/>
              </a:ext>
            </a:extLst>
          </p:cNvPr>
          <p:cNvSpPr txBox="1"/>
          <p:nvPr/>
        </p:nvSpPr>
        <p:spPr>
          <a:xfrm>
            <a:off x="5317446" y="2663901"/>
            <a:ext cx="2846624" cy="3149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b="1" dirty="0"/>
              <a:t>Personnes (18+) s'occupant d'enfants âgés entre 6 mois et 5 ans </a:t>
            </a:r>
            <a:r>
              <a:rPr lang="fr-FR" dirty="0"/>
              <a:t>(</a:t>
            </a:r>
            <a:r>
              <a:rPr lang="fr-FR" sz="1800" kern="100" noProof="0" dirty="0">
                <a:effectLst/>
              </a:rPr>
              <a:t>Représentatif au niveau national)</a:t>
            </a:r>
            <a:endParaRPr lang="en-GB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b="1" dirty="0"/>
              <a:t>Personnes (18+) s'occupant d'enfants âgés entre 6 mois et 5 ans </a:t>
            </a:r>
            <a:r>
              <a:rPr lang="fr-FR" dirty="0"/>
              <a:t>vivant dans des communautés où le nombre d'enfants sous-vaccinés ou n'ayant reçu aucune dose de vaccin est élevé</a:t>
            </a:r>
            <a:endParaRPr lang="en-GB" dirty="0"/>
          </a:p>
        </p:txBody>
      </p:sp>
      <p:pic>
        <p:nvPicPr>
          <p:cNvPr id="17" name="Graphic 16" descr="Group of people outline">
            <a:extLst>
              <a:ext uri="{FF2B5EF4-FFF2-40B4-BE49-F238E27FC236}">
                <a16:creationId xmlns:a16="http://schemas.microsoft.com/office/drawing/2014/main" id="{C8257D6E-70CE-1278-0BF0-2E0080EA5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7414" y="1663786"/>
            <a:ext cx="727187" cy="7271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4716A9-D8BF-2C63-3521-29E0CDC0875C}"/>
              </a:ext>
            </a:extLst>
          </p:cNvPr>
          <p:cNvSpPr txBox="1"/>
          <p:nvPr/>
        </p:nvSpPr>
        <p:spPr>
          <a:xfrm>
            <a:off x="9738716" y="1876922"/>
            <a:ext cx="2627453" cy="380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2400" b="1" dirty="0" err="1">
                <a:solidFill>
                  <a:schemeClr val="accent5"/>
                </a:solidFill>
              </a:rPr>
              <a:t>Méthodologie</a:t>
            </a:r>
            <a:endParaRPr lang="en-GB" sz="2400" dirty="0">
              <a:solidFill>
                <a:schemeClr val="accent5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0A7A05-6B33-FCBE-C038-ED0E51EB1DAC}"/>
              </a:ext>
            </a:extLst>
          </p:cNvPr>
          <p:cNvCxnSpPr>
            <a:cxnSpLocks/>
          </p:cNvCxnSpPr>
          <p:nvPr/>
        </p:nvCxnSpPr>
        <p:spPr>
          <a:xfrm>
            <a:off x="8942225" y="2417657"/>
            <a:ext cx="261114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Folder Search outline">
            <a:extLst>
              <a:ext uri="{FF2B5EF4-FFF2-40B4-BE49-F238E27FC236}">
                <a16:creationId xmlns:a16="http://schemas.microsoft.com/office/drawing/2014/main" id="{AB7FDC38-8EBD-1A1E-1EDE-FEFDC4A5F5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5396" y="1591865"/>
            <a:ext cx="727186" cy="72718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805E3C-0C1E-69AD-2322-52D51E229310}"/>
              </a:ext>
            </a:extLst>
          </p:cNvPr>
          <p:cNvSpPr txBox="1"/>
          <p:nvPr/>
        </p:nvSpPr>
        <p:spPr>
          <a:xfrm>
            <a:off x="8942226" y="2663901"/>
            <a:ext cx="2627454" cy="29751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Mélange  d'entretiens CATI (téléphone) et CAPI (face à face) pour l'échantillon national de soignants (</a:t>
            </a:r>
            <a:r>
              <a:rPr lang="fr-FR" b="1" dirty="0"/>
              <a:t>en fonction du pays)</a:t>
            </a:r>
            <a:endParaRPr lang="fr-FR" dirty="0"/>
          </a:p>
          <a:p>
            <a:pPr algn="l">
              <a:spcBef>
                <a:spcPts val="400"/>
              </a:spcBef>
              <a:spcAft>
                <a:spcPts val="400"/>
              </a:spcAft>
            </a:pPr>
            <a:endParaRPr lang="fr-FR" dirty="0"/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fr-FR" dirty="0"/>
              <a:t>CAPI (face à face) pour la collecte de données dans les communautés à dose zéro.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28" name="Graphic 27" descr="Map with pin outline">
            <a:extLst>
              <a:ext uri="{FF2B5EF4-FFF2-40B4-BE49-F238E27FC236}">
                <a16:creationId xmlns:a16="http://schemas.microsoft.com/office/drawing/2014/main" id="{13EB0C6B-1BE7-46B7-9838-D07F303B70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0960" y="1678516"/>
            <a:ext cx="776915" cy="776915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A5BC191-A0BC-C97F-AFD9-24C3F2CB7F5B}"/>
              </a:ext>
            </a:extLst>
          </p:cNvPr>
          <p:cNvCxnSpPr>
            <a:cxnSpLocks/>
          </p:cNvCxnSpPr>
          <p:nvPr/>
        </p:nvCxnSpPr>
        <p:spPr>
          <a:xfrm>
            <a:off x="1766293" y="2455431"/>
            <a:ext cx="2336744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7FB126F-7571-0E7F-1D96-DC9E52CD1305}"/>
              </a:ext>
            </a:extLst>
          </p:cNvPr>
          <p:cNvSpPr txBox="1"/>
          <p:nvPr/>
        </p:nvSpPr>
        <p:spPr>
          <a:xfrm>
            <a:off x="1556571" y="2716404"/>
            <a:ext cx="275618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b="1" dirty="0">
                <a:solidFill>
                  <a:schemeClr val="tx1"/>
                </a:solidFill>
              </a:rPr>
              <a:t>Deux vagues </a:t>
            </a:r>
            <a:r>
              <a:rPr lang="fr-FR" dirty="0">
                <a:solidFill>
                  <a:schemeClr val="tx1"/>
                </a:solidFill>
              </a:rPr>
              <a:t>de collecte de données</a:t>
            </a:r>
          </a:p>
        </p:txBody>
      </p:sp>
    </p:spTree>
    <p:extLst>
      <p:ext uri="{BB962C8B-B14F-4D97-AF65-F5344CB8AC3E}">
        <p14:creationId xmlns:p14="http://schemas.microsoft.com/office/powerpoint/2010/main" val="315652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52A08-85FB-50C3-5305-B9A0127F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A0D5DC-C467-84AE-A5DD-BB39F0B7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350000"/>
            <a:ext cx="5391605" cy="1549106"/>
          </a:xfrm>
        </p:spPr>
        <p:txBody>
          <a:bodyPr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GB" sz="4800" dirty="0"/>
              <a:t>Questions?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0DEBF67-F71A-9725-7B04-FF8D0C945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8103071" y="5570679"/>
            <a:ext cx="3313714" cy="849494"/>
          </a:xfrm>
          <a:custGeom>
            <a:avLst/>
            <a:gdLst>
              <a:gd name="connsiteX0" fmla="*/ 2464220 w 3313714"/>
              <a:gd name="connsiteY0" fmla="*/ 0 h 849494"/>
              <a:gd name="connsiteX1" fmla="*/ 3313714 w 3313714"/>
              <a:gd name="connsiteY1" fmla="*/ 849494 h 849494"/>
              <a:gd name="connsiteX2" fmla="*/ 849494 w 3313714"/>
              <a:gd name="connsiteY2" fmla="*/ 849494 h 849494"/>
              <a:gd name="connsiteX3" fmla="*/ 0 w 3313714"/>
              <a:gd name="connsiteY3" fmla="*/ 0 h 84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3714" h="849494">
                <a:moveTo>
                  <a:pt x="2464220" y="0"/>
                </a:moveTo>
                <a:lnTo>
                  <a:pt x="3313714" y="849494"/>
                </a:lnTo>
                <a:lnTo>
                  <a:pt x="849494" y="849494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4D68D5F-4680-496D-BA84-9180CE0D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056204" y="420038"/>
            <a:ext cx="3313714" cy="849494"/>
          </a:xfrm>
          <a:custGeom>
            <a:avLst/>
            <a:gdLst>
              <a:gd name="connsiteX0" fmla="*/ 2464220 w 3313714"/>
              <a:gd name="connsiteY0" fmla="*/ 0 h 849494"/>
              <a:gd name="connsiteX1" fmla="*/ 3313714 w 3313714"/>
              <a:gd name="connsiteY1" fmla="*/ 849494 h 849494"/>
              <a:gd name="connsiteX2" fmla="*/ 849494 w 3313714"/>
              <a:gd name="connsiteY2" fmla="*/ 849494 h 849494"/>
              <a:gd name="connsiteX3" fmla="*/ 0 w 3313714"/>
              <a:gd name="connsiteY3" fmla="*/ 0 h 84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3714" h="849494">
                <a:moveTo>
                  <a:pt x="2464220" y="0"/>
                </a:moveTo>
                <a:lnTo>
                  <a:pt x="3313714" y="849494"/>
                </a:lnTo>
                <a:lnTo>
                  <a:pt x="849494" y="8494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6061D-D6B3-E5EE-F66F-C721DE19988D}"/>
              </a:ext>
            </a:extLst>
          </p:cNvPr>
          <p:cNvSpPr txBox="1"/>
          <p:nvPr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8</a:t>
            </a:fld>
            <a:endParaRPr lang="en-GB" sz="900" dirty="0">
              <a:solidFill>
                <a:schemeClr val="bg1"/>
              </a:solidFill>
            </a:endParaRPr>
          </a:p>
        </p:txBody>
      </p:sp>
      <p:pic>
        <p:nvPicPr>
          <p:cNvPr id="7" name="Picture Placeholder 6" descr="A blue and pink concrete&#10;&#10;Description automatically generated">
            <a:extLst>
              <a:ext uri="{FF2B5EF4-FFF2-40B4-BE49-F238E27FC236}">
                <a16:creationId xmlns:a16="http://schemas.microsoft.com/office/drawing/2014/main" id="{23E22F9D-E671-85E0-262E-2E9178242A9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328379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Ipsos_2024_v2">
      <a:dk1>
        <a:srgbClr val="000000"/>
      </a:dk1>
      <a:lt1>
        <a:sysClr val="window" lastClr="FFFFFF"/>
      </a:lt1>
      <a:dk2>
        <a:srgbClr val="1DAFAD"/>
      </a:dk2>
      <a:lt2>
        <a:srgbClr val="103C50"/>
      </a:lt2>
      <a:accent1>
        <a:srgbClr val="121B5A"/>
      </a:accent1>
      <a:accent2>
        <a:srgbClr val="E2DA51"/>
      </a:accent2>
      <a:accent3>
        <a:srgbClr val="FF740F"/>
      </a:accent3>
      <a:accent4>
        <a:srgbClr val="452567"/>
      </a:accent4>
      <a:accent5>
        <a:srgbClr val="E50158"/>
      </a:accent5>
      <a:accent6>
        <a:srgbClr val="9FE5D8"/>
      </a:accent6>
      <a:hlink>
        <a:srgbClr val="2F469C"/>
      </a:hlink>
      <a:folHlink>
        <a:srgbClr val="84329B"/>
      </a:folHlink>
    </a:clrScheme>
    <a:fontScheme name="Ipsos General">
      <a:majorFont>
        <a:latin typeface="Barlow Semi Condensed ExtraBold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EBF0"/>
        </a:solidFill>
        <a:ln>
          <a:noFill/>
        </a:ln>
      </a:spPr>
      <a:bodyPr rtlCol="0" anchor="t"/>
      <a:lstStyle>
        <a:defPPr algn="l">
          <a:lnSpc>
            <a:spcPct val="112000"/>
          </a:lnSpc>
          <a:spcBef>
            <a:spcPts val="400"/>
          </a:spcBef>
          <a:spcAft>
            <a:spcPts val="400"/>
          </a:spcAft>
          <a:defRPr sz="2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5000"/>
          </a:lnSpc>
          <a:spcBef>
            <a:spcPts val="400"/>
          </a:spcBef>
          <a:spcAft>
            <a:spcPts val="400"/>
          </a:spcAft>
          <a:defRPr sz="2400"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Green">
      <a:srgbClr val="2DB574"/>
    </a:custClr>
    <a:custClr name="Sky Blue">
      <a:srgbClr val="A5CEE3"/>
    </a:custClr>
    <a:custClr name="Lilac">
      <a:srgbClr val="E3D8F0"/>
    </a:custClr>
    <a:custClr name="Pastel Pink">
      <a:srgbClr val="FFE1EC"/>
    </a:custClr>
    <a:custClr name="Yellow Meringue">
      <a:srgbClr val="F3F0B9"/>
    </a:custClr>
    <a:custClr name="Delicate Turquoise">
      <a:srgbClr val="9FE5D8"/>
    </a:custClr>
    <a:custClr name=" -- ">
      <a:srgbClr val="FFFFFF"/>
    </a:custClr>
    <a:custClr name="Light Grey">
      <a:srgbClr val="E7EBF0"/>
    </a:custClr>
    <a:custClr name="Mid Grey">
      <a:srgbClr val="585858"/>
    </a:custClr>
  </a:custClrLst>
  <a:extLst>
    <a:ext uri="{05A4C25C-085E-4340-85A3-A5531E510DB2}">
      <thm15:themeFamily xmlns:thm15="http://schemas.microsoft.com/office/thememl/2012/main" name="Ipsos PPT template_presentation_EN_v2.potx" id="{61EF7949-98B0-45C6-A07D-5485E62C2011}" vid="{632D3B1A-704D-4C2A-AD9E-F4CCD00CE49F}"/>
    </a:ext>
  </a:extLst>
</a:theme>
</file>

<file path=ppt/theme/theme2.xml><?xml version="1.0" encoding="utf-8"?>
<a:theme xmlns:a="http://schemas.openxmlformats.org/drawingml/2006/main" name="Theme1">
  <a:themeElements>
    <a:clrScheme name="Ipsos_2024_v2">
      <a:dk1>
        <a:srgbClr val="000000"/>
      </a:dk1>
      <a:lt1>
        <a:sysClr val="window" lastClr="FFFFFF"/>
      </a:lt1>
      <a:dk2>
        <a:srgbClr val="1DAFAD"/>
      </a:dk2>
      <a:lt2>
        <a:srgbClr val="103C50"/>
      </a:lt2>
      <a:accent1>
        <a:srgbClr val="121B5A"/>
      </a:accent1>
      <a:accent2>
        <a:srgbClr val="E2DA51"/>
      </a:accent2>
      <a:accent3>
        <a:srgbClr val="FF740F"/>
      </a:accent3>
      <a:accent4>
        <a:srgbClr val="452567"/>
      </a:accent4>
      <a:accent5>
        <a:srgbClr val="E50158"/>
      </a:accent5>
      <a:accent6>
        <a:srgbClr val="9FE5D8"/>
      </a:accent6>
      <a:hlink>
        <a:srgbClr val="2F469C"/>
      </a:hlink>
      <a:folHlink>
        <a:srgbClr val="84329B"/>
      </a:folHlink>
    </a:clrScheme>
    <a:fontScheme name="Ipsos General">
      <a:majorFont>
        <a:latin typeface="Barlow Semi Condensed ExtraBold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EBF0"/>
        </a:solidFill>
        <a:ln>
          <a:noFill/>
        </a:ln>
      </a:spPr>
      <a:bodyPr rtlCol="0" anchor="t"/>
      <a:lstStyle>
        <a:defPPr algn="l">
          <a:lnSpc>
            <a:spcPct val="115000"/>
          </a:lnSpc>
          <a:spcBef>
            <a:spcPts val="400"/>
          </a:spcBef>
          <a:spcAft>
            <a:spcPts val="400"/>
          </a:spcAft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5000"/>
          </a:lnSpc>
          <a:spcBef>
            <a:spcPts val="400"/>
          </a:spcBef>
          <a:spcAft>
            <a:spcPts val="400"/>
          </a:spcAft>
          <a:buSzPct val="100000"/>
          <a:defRPr sz="1200" dirty="0" smtClean="0"/>
        </a:defPPr>
      </a:lstStyle>
    </a:txDef>
  </a:objectDefaults>
  <a:extraClrSchemeLst/>
  <a:custClrLst>
    <a:custClr name="Green">
      <a:srgbClr val="2DB574"/>
    </a:custClr>
    <a:custClr name="Sky Blue">
      <a:srgbClr val="A5CEE3"/>
    </a:custClr>
    <a:custClr name="Lilac">
      <a:srgbClr val="E3D8F0"/>
    </a:custClr>
    <a:custClr name="Pastel Pink">
      <a:srgbClr val="FFE1EC"/>
    </a:custClr>
    <a:custClr name="Yellow Meringue">
      <a:srgbClr val="F3F0B9"/>
    </a:custClr>
    <a:custClr name="Delicate Turquoise">
      <a:srgbClr val="9FE5D8"/>
    </a:custClr>
    <a:custClr name=" -- ">
      <a:srgbClr val="FFFFFF"/>
    </a:custClr>
    <a:custClr name="Light Grey">
      <a:srgbClr val="E7EBF0"/>
    </a:custClr>
    <a:custClr name="Mid Grey">
      <a:srgbClr val="585858"/>
    </a:custClr>
  </a:custClrLst>
  <a:extLst>
    <a:ext uri="{05A4C25C-085E-4340-85A3-A5531E510DB2}">
      <thm15:themeFamily xmlns:thm15="http://schemas.microsoft.com/office/thememl/2012/main" name="Ipsos PPT template_general_EN.pptx" id="{90D7D33D-0145-4018-8E43-89B6DA74D6BA}" vid="{FBE148F4-D342-42E7-95AF-9F7FF21E4E3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23212</TotalTime>
  <Words>453</Words>
  <Application>Microsoft Office PowerPoint</Application>
  <PresentationFormat>Widescreen</PresentationFormat>
  <Paragraphs>53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SimSun</vt:lpstr>
      <vt:lpstr>Aptos</vt:lpstr>
      <vt:lpstr>Arial</vt:lpstr>
      <vt:lpstr>Arial Bold Italic</vt:lpstr>
      <vt:lpstr>Arial Rounded MT Bold</vt:lpstr>
      <vt:lpstr>Barlow</vt:lpstr>
      <vt:lpstr>Times New Roman</vt:lpstr>
      <vt:lpstr>Wingdings 2</vt:lpstr>
      <vt:lpstr>Theme2</vt:lpstr>
      <vt:lpstr>Theme1</vt:lpstr>
      <vt:lpstr>Enquete sur les  Facteurs comportementaux  et sociaux de la vaccination </vt:lpstr>
      <vt:lpstr>Objectifs de l'étude</vt:lpstr>
      <vt:lpstr>Le Continuum du Changement de Comportement comme base du BeSD pour bien identifier les barrières.</vt:lpstr>
      <vt:lpstr>PowerPoint Presentation</vt:lpstr>
      <vt:lpstr>WHO/UNICEF-BeSD framework-Cadre du BeSD</vt:lpstr>
      <vt:lpstr>Aperçu méthodologique</vt:lpstr>
      <vt:lpstr>Plan d’étude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Paolino</dc:creator>
  <cp:lastModifiedBy>Sylvain Muya</cp:lastModifiedBy>
  <cp:revision>10</cp:revision>
  <dcterms:created xsi:type="dcterms:W3CDTF">2025-03-28T09:27:08Z</dcterms:created>
  <dcterms:modified xsi:type="dcterms:W3CDTF">2025-12-13T11:09:29Z</dcterms:modified>
</cp:coreProperties>
</file>