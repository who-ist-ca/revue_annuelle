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y="6858000" cx="12192000"/>
  <p:notesSz cx="7103725" cy="10234275"/>
  <p:embeddedFontLst>
    <p:embeddedFont>
      <p:font typeface="Garamond"/>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59">
          <p15:clr>
            <a:srgbClr val="A4A3A4"/>
          </p15:clr>
        </p15:guide>
        <p15:guide id="2" pos="3865">
          <p15:clr>
            <a:srgbClr val="A4A3A4"/>
          </p15:clr>
        </p15:guide>
      </p15:sldGuideLst>
    </p:ext>
    <p:ext uri="GoogleSlidesCustomDataVersion2">
      <go:slidesCustomData xmlns:go="http://customooxmlschemas.google.com/" r:id="rId31" roundtripDataSignature="AMtx7mjIIhSpvLJv6MytDi0q23tyUXu1A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F30A53C-37D0-4AC6-8491-788370F921AD}">
  <a:tblStyle styleId="{DF30A53C-37D0-4AC6-8491-788370F921AD}"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a:tcStyle>
        <a:fill>
          <a:solidFill>
            <a:srgbClr val="D0DEEF"/>
          </a:solidFill>
        </a:fill>
      </a:tcStyle>
    </a:band1H>
    <a:band2H>
      <a:tcTxStyle/>
    </a:band2H>
    <a:band1V>
      <a:tcTxStyle/>
      <a:tcStyle>
        <a:fill>
          <a:solidFill>
            <a:srgbClr val="D0DEEF"/>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59" orient="horz"/>
        <p:guide pos="3865"/>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font" Target="fonts/Garamond-bold.fntdata"/><Relationship Id="rId27" Type="http://schemas.openxmlformats.org/officeDocument/2006/relationships/font" Target="fonts/Garamond-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Garamond-italic.fntdata"/><Relationship Id="rId7" Type="http://schemas.openxmlformats.org/officeDocument/2006/relationships/notesMaster" Target="notesMasters/notesMaster1.xml"/><Relationship Id="rId8" Type="http://schemas.openxmlformats.org/officeDocument/2006/relationships/slide" Target="slides/slide1.xml"/><Relationship Id="rId31" Type="http://customschemas.google.com/relationships/presentationmetadata" Target="metadata"/><Relationship Id="rId30" Type="http://schemas.openxmlformats.org/officeDocument/2006/relationships/font" Target="fonts/Garamond-boldItalic.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78163" cy="512763"/>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Microsoft Yahei"/>
                <a:ea typeface="Microsoft Yahei"/>
                <a:cs typeface="Microsoft Yahei"/>
                <a:sym typeface="Microsoft Yahei"/>
              </a:defRPr>
            </a:lvl1pPr>
            <a:lvl2pPr lvl="1" marR="0" rtl="0" algn="l">
              <a:spcBef>
                <a:spcPts val="0"/>
              </a:spcBef>
              <a:spcAft>
                <a:spcPts val="0"/>
              </a:spcAft>
              <a:buSzPts val="1400"/>
              <a:buNone/>
              <a:defRPr b="0" i="0" sz="1800" u="none" cap="none" strike="noStrike">
                <a:solidFill>
                  <a:schemeClr val="dk1"/>
                </a:solidFill>
                <a:latin typeface="Microsoft Yahei"/>
                <a:ea typeface="Microsoft Yahei"/>
                <a:cs typeface="Microsoft Yahei"/>
                <a:sym typeface="Microsoft Yahei"/>
              </a:defRPr>
            </a:lvl2pPr>
            <a:lvl3pPr lvl="2" marR="0" rtl="0" algn="l">
              <a:spcBef>
                <a:spcPts val="0"/>
              </a:spcBef>
              <a:spcAft>
                <a:spcPts val="0"/>
              </a:spcAft>
              <a:buSzPts val="1400"/>
              <a:buNone/>
              <a:defRPr b="0" i="0" sz="1800" u="none" cap="none" strike="noStrike">
                <a:solidFill>
                  <a:schemeClr val="dk1"/>
                </a:solidFill>
                <a:latin typeface="Microsoft Yahei"/>
                <a:ea typeface="Microsoft Yahei"/>
                <a:cs typeface="Microsoft Yahei"/>
                <a:sym typeface="Microsoft Yahei"/>
              </a:defRPr>
            </a:lvl3pPr>
            <a:lvl4pPr lvl="3" marR="0" rtl="0" algn="l">
              <a:spcBef>
                <a:spcPts val="0"/>
              </a:spcBef>
              <a:spcAft>
                <a:spcPts val="0"/>
              </a:spcAft>
              <a:buSzPts val="1400"/>
              <a:buNone/>
              <a:defRPr b="0" i="0" sz="1800" u="none" cap="none" strike="noStrike">
                <a:solidFill>
                  <a:schemeClr val="dk1"/>
                </a:solidFill>
                <a:latin typeface="Microsoft Yahei"/>
                <a:ea typeface="Microsoft Yahei"/>
                <a:cs typeface="Microsoft Yahei"/>
                <a:sym typeface="Microsoft Yahei"/>
              </a:defRPr>
            </a:lvl4pPr>
            <a:lvl5pPr lvl="4" marR="0" rtl="0" algn="l">
              <a:spcBef>
                <a:spcPts val="0"/>
              </a:spcBef>
              <a:spcAft>
                <a:spcPts val="0"/>
              </a:spcAft>
              <a:buSzPts val="1400"/>
              <a:buNone/>
              <a:defRPr b="0" i="0" sz="1800" u="none" cap="none" strike="noStrike">
                <a:solidFill>
                  <a:schemeClr val="dk1"/>
                </a:solidFill>
                <a:latin typeface="Microsoft Yahei"/>
                <a:ea typeface="Microsoft Yahei"/>
                <a:cs typeface="Microsoft Yahei"/>
                <a:sym typeface="Microsoft Yahei"/>
              </a:defRPr>
            </a:lvl5pPr>
            <a:lvl6pPr lvl="5" marR="0" rtl="0" algn="l">
              <a:spcBef>
                <a:spcPts val="0"/>
              </a:spcBef>
              <a:spcAft>
                <a:spcPts val="0"/>
              </a:spcAft>
              <a:buSzPts val="1400"/>
              <a:buNone/>
              <a:defRPr b="0" i="0" sz="1800" u="none" cap="none" strike="noStrike">
                <a:solidFill>
                  <a:schemeClr val="dk1"/>
                </a:solidFill>
                <a:latin typeface="Microsoft Yahei"/>
                <a:ea typeface="Microsoft Yahei"/>
                <a:cs typeface="Microsoft Yahei"/>
                <a:sym typeface="Microsoft Yahei"/>
              </a:defRPr>
            </a:lvl6pPr>
            <a:lvl7pPr lvl="6" marR="0" rtl="0" algn="l">
              <a:spcBef>
                <a:spcPts val="0"/>
              </a:spcBef>
              <a:spcAft>
                <a:spcPts val="0"/>
              </a:spcAft>
              <a:buSzPts val="1400"/>
              <a:buNone/>
              <a:defRPr b="0" i="0" sz="1800" u="none" cap="none" strike="noStrike">
                <a:solidFill>
                  <a:schemeClr val="dk1"/>
                </a:solidFill>
                <a:latin typeface="Microsoft Yahei"/>
                <a:ea typeface="Microsoft Yahei"/>
                <a:cs typeface="Microsoft Yahei"/>
                <a:sym typeface="Microsoft Yahei"/>
              </a:defRPr>
            </a:lvl7pPr>
            <a:lvl8pPr lvl="7" marR="0" rtl="0" algn="l">
              <a:spcBef>
                <a:spcPts val="0"/>
              </a:spcBef>
              <a:spcAft>
                <a:spcPts val="0"/>
              </a:spcAft>
              <a:buSzPts val="1400"/>
              <a:buNone/>
              <a:defRPr b="0" i="0" sz="1800" u="none" cap="none" strike="noStrike">
                <a:solidFill>
                  <a:schemeClr val="dk1"/>
                </a:solidFill>
                <a:latin typeface="Microsoft Yahei"/>
                <a:ea typeface="Microsoft Yahei"/>
                <a:cs typeface="Microsoft Yahei"/>
                <a:sym typeface="Microsoft Yahei"/>
              </a:defRPr>
            </a:lvl8pPr>
            <a:lvl9pPr lvl="8" marR="0" rtl="0" algn="l">
              <a:spcBef>
                <a:spcPts val="0"/>
              </a:spcBef>
              <a:spcAft>
                <a:spcPts val="0"/>
              </a:spcAft>
              <a:buSzPts val="1400"/>
              <a:buNone/>
              <a:defRPr b="0" i="0" sz="1800" u="none" cap="none" strike="noStrike">
                <a:solidFill>
                  <a:schemeClr val="dk1"/>
                </a:solidFill>
                <a:latin typeface="Microsoft Yahei"/>
                <a:ea typeface="Microsoft Yahei"/>
                <a:cs typeface="Microsoft Yahei"/>
                <a:sym typeface="Microsoft Yahei"/>
              </a:defRPr>
            </a:lvl9pPr>
          </a:lstStyle>
          <a:p/>
        </p:txBody>
      </p:sp>
      <p:sp>
        <p:nvSpPr>
          <p:cNvPr id="4" name="Google Shape;4;n"/>
          <p:cNvSpPr txBox="1"/>
          <p:nvPr>
            <p:ph idx="10" type="dt"/>
          </p:nvPr>
        </p:nvSpPr>
        <p:spPr>
          <a:xfrm>
            <a:off x="4024313" y="0"/>
            <a:ext cx="3078162" cy="512763"/>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Microsoft Yahei"/>
                <a:ea typeface="Microsoft Yahei"/>
                <a:cs typeface="Microsoft Yahei"/>
                <a:sym typeface="Microsoft Yahei"/>
              </a:defRPr>
            </a:lvl1pPr>
            <a:lvl2pPr lvl="1" marR="0" rtl="0" algn="l">
              <a:spcBef>
                <a:spcPts val="0"/>
              </a:spcBef>
              <a:spcAft>
                <a:spcPts val="0"/>
              </a:spcAft>
              <a:buSzPts val="1400"/>
              <a:buNone/>
              <a:defRPr b="0" i="0" sz="1800" u="none" cap="none" strike="noStrike">
                <a:solidFill>
                  <a:schemeClr val="dk1"/>
                </a:solidFill>
                <a:latin typeface="Microsoft Yahei"/>
                <a:ea typeface="Microsoft Yahei"/>
                <a:cs typeface="Microsoft Yahei"/>
                <a:sym typeface="Microsoft Yahei"/>
              </a:defRPr>
            </a:lvl2pPr>
            <a:lvl3pPr lvl="2" marR="0" rtl="0" algn="l">
              <a:spcBef>
                <a:spcPts val="0"/>
              </a:spcBef>
              <a:spcAft>
                <a:spcPts val="0"/>
              </a:spcAft>
              <a:buSzPts val="1400"/>
              <a:buNone/>
              <a:defRPr b="0" i="0" sz="1800" u="none" cap="none" strike="noStrike">
                <a:solidFill>
                  <a:schemeClr val="dk1"/>
                </a:solidFill>
                <a:latin typeface="Microsoft Yahei"/>
                <a:ea typeface="Microsoft Yahei"/>
                <a:cs typeface="Microsoft Yahei"/>
                <a:sym typeface="Microsoft Yahei"/>
              </a:defRPr>
            </a:lvl3pPr>
            <a:lvl4pPr lvl="3" marR="0" rtl="0" algn="l">
              <a:spcBef>
                <a:spcPts val="0"/>
              </a:spcBef>
              <a:spcAft>
                <a:spcPts val="0"/>
              </a:spcAft>
              <a:buSzPts val="1400"/>
              <a:buNone/>
              <a:defRPr b="0" i="0" sz="1800" u="none" cap="none" strike="noStrike">
                <a:solidFill>
                  <a:schemeClr val="dk1"/>
                </a:solidFill>
                <a:latin typeface="Microsoft Yahei"/>
                <a:ea typeface="Microsoft Yahei"/>
                <a:cs typeface="Microsoft Yahei"/>
                <a:sym typeface="Microsoft Yahei"/>
              </a:defRPr>
            </a:lvl4pPr>
            <a:lvl5pPr lvl="4" marR="0" rtl="0" algn="l">
              <a:spcBef>
                <a:spcPts val="0"/>
              </a:spcBef>
              <a:spcAft>
                <a:spcPts val="0"/>
              </a:spcAft>
              <a:buSzPts val="1400"/>
              <a:buNone/>
              <a:defRPr b="0" i="0" sz="1800" u="none" cap="none" strike="noStrike">
                <a:solidFill>
                  <a:schemeClr val="dk1"/>
                </a:solidFill>
                <a:latin typeface="Microsoft Yahei"/>
                <a:ea typeface="Microsoft Yahei"/>
                <a:cs typeface="Microsoft Yahei"/>
                <a:sym typeface="Microsoft Yahei"/>
              </a:defRPr>
            </a:lvl5pPr>
            <a:lvl6pPr lvl="5" marR="0" rtl="0" algn="l">
              <a:spcBef>
                <a:spcPts val="0"/>
              </a:spcBef>
              <a:spcAft>
                <a:spcPts val="0"/>
              </a:spcAft>
              <a:buSzPts val="1400"/>
              <a:buNone/>
              <a:defRPr b="0" i="0" sz="1800" u="none" cap="none" strike="noStrike">
                <a:solidFill>
                  <a:schemeClr val="dk1"/>
                </a:solidFill>
                <a:latin typeface="Microsoft Yahei"/>
                <a:ea typeface="Microsoft Yahei"/>
                <a:cs typeface="Microsoft Yahei"/>
                <a:sym typeface="Microsoft Yahei"/>
              </a:defRPr>
            </a:lvl6pPr>
            <a:lvl7pPr lvl="6" marR="0" rtl="0" algn="l">
              <a:spcBef>
                <a:spcPts val="0"/>
              </a:spcBef>
              <a:spcAft>
                <a:spcPts val="0"/>
              </a:spcAft>
              <a:buSzPts val="1400"/>
              <a:buNone/>
              <a:defRPr b="0" i="0" sz="1800" u="none" cap="none" strike="noStrike">
                <a:solidFill>
                  <a:schemeClr val="dk1"/>
                </a:solidFill>
                <a:latin typeface="Microsoft Yahei"/>
                <a:ea typeface="Microsoft Yahei"/>
                <a:cs typeface="Microsoft Yahei"/>
                <a:sym typeface="Microsoft Yahei"/>
              </a:defRPr>
            </a:lvl7pPr>
            <a:lvl8pPr lvl="7" marR="0" rtl="0" algn="l">
              <a:spcBef>
                <a:spcPts val="0"/>
              </a:spcBef>
              <a:spcAft>
                <a:spcPts val="0"/>
              </a:spcAft>
              <a:buSzPts val="1400"/>
              <a:buNone/>
              <a:defRPr b="0" i="0" sz="1800" u="none" cap="none" strike="noStrike">
                <a:solidFill>
                  <a:schemeClr val="dk1"/>
                </a:solidFill>
                <a:latin typeface="Microsoft Yahei"/>
                <a:ea typeface="Microsoft Yahei"/>
                <a:cs typeface="Microsoft Yahei"/>
                <a:sym typeface="Microsoft Yahei"/>
              </a:defRPr>
            </a:lvl8pPr>
            <a:lvl9pPr lvl="8" marR="0" rtl="0" algn="l">
              <a:spcBef>
                <a:spcPts val="0"/>
              </a:spcBef>
              <a:spcAft>
                <a:spcPts val="0"/>
              </a:spcAft>
              <a:buSzPts val="1400"/>
              <a:buNone/>
              <a:defRPr b="0" i="0" sz="1800" u="none" cap="none" strike="noStrike">
                <a:solidFill>
                  <a:schemeClr val="dk1"/>
                </a:solidFill>
                <a:latin typeface="Microsoft Yahei"/>
                <a:ea typeface="Microsoft Yahei"/>
                <a:cs typeface="Microsoft Yahei"/>
                <a:sym typeface="Microsoft Yahei"/>
              </a:defRPr>
            </a:lvl9pPr>
          </a:lstStyle>
          <a:p/>
        </p:txBody>
      </p:sp>
      <p:sp>
        <p:nvSpPr>
          <p:cNvPr id="5" name="Google Shape;5;n"/>
          <p:cNvSpPr/>
          <p:nvPr>
            <p:ph idx="3" type="sldImg"/>
          </p:nvPr>
        </p:nvSpPr>
        <p:spPr>
          <a:xfrm>
            <a:off x="482600" y="1279525"/>
            <a:ext cx="6140450" cy="3454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11200" y="4926013"/>
            <a:ext cx="5683250" cy="4029075"/>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Microsoft Yahei"/>
                <a:ea typeface="Microsoft Yahei"/>
                <a:cs typeface="Microsoft Yahei"/>
                <a:sym typeface="Microsoft Yahei"/>
              </a:defRPr>
            </a:lvl1pPr>
            <a:lvl2pPr indent="-228600" lvl="1" marL="914400" marR="0" rtl="0" algn="l">
              <a:spcBef>
                <a:spcPts val="0"/>
              </a:spcBef>
              <a:spcAft>
                <a:spcPts val="0"/>
              </a:spcAft>
              <a:buSzPts val="1400"/>
              <a:buNone/>
              <a:defRPr b="0" i="0" sz="1200" u="none" cap="none" strike="noStrike">
                <a:solidFill>
                  <a:schemeClr val="dk1"/>
                </a:solidFill>
                <a:latin typeface="Microsoft Yahei"/>
                <a:ea typeface="Microsoft Yahei"/>
                <a:cs typeface="Microsoft Yahei"/>
                <a:sym typeface="Microsoft Yahei"/>
              </a:defRPr>
            </a:lvl2pPr>
            <a:lvl3pPr indent="-228600" lvl="2" marL="1371600" marR="0" rtl="0" algn="l">
              <a:spcBef>
                <a:spcPts val="0"/>
              </a:spcBef>
              <a:spcAft>
                <a:spcPts val="0"/>
              </a:spcAft>
              <a:buSzPts val="1400"/>
              <a:buNone/>
              <a:defRPr b="0" i="0" sz="1200" u="none" cap="none" strike="noStrike">
                <a:solidFill>
                  <a:schemeClr val="dk1"/>
                </a:solidFill>
                <a:latin typeface="Microsoft Yahei"/>
                <a:ea typeface="Microsoft Yahei"/>
                <a:cs typeface="Microsoft Yahei"/>
                <a:sym typeface="Microsoft Yahei"/>
              </a:defRPr>
            </a:lvl3pPr>
            <a:lvl4pPr indent="-228600" lvl="3" marL="1828800" marR="0" rtl="0" algn="l">
              <a:spcBef>
                <a:spcPts val="0"/>
              </a:spcBef>
              <a:spcAft>
                <a:spcPts val="0"/>
              </a:spcAft>
              <a:buSzPts val="1400"/>
              <a:buNone/>
              <a:defRPr b="0" i="0" sz="1200" u="none" cap="none" strike="noStrike">
                <a:solidFill>
                  <a:schemeClr val="dk1"/>
                </a:solidFill>
                <a:latin typeface="Microsoft Yahei"/>
                <a:ea typeface="Microsoft Yahei"/>
                <a:cs typeface="Microsoft Yahei"/>
                <a:sym typeface="Microsoft Yahei"/>
              </a:defRPr>
            </a:lvl4pPr>
            <a:lvl5pPr indent="-228600" lvl="4" marL="2286000" marR="0" rtl="0" algn="l">
              <a:spcBef>
                <a:spcPts val="0"/>
              </a:spcBef>
              <a:spcAft>
                <a:spcPts val="0"/>
              </a:spcAft>
              <a:buSzPts val="1400"/>
              <a:buNone/>
              <a:defRPr b="0" i="0" sz="1200" u="none" cap="none" strike="noStrike">
                <a:solidFill>
                  <a:schemeClr val="dk1"/>
                </a:solidFill>
                <a:latin typeface="Microsoft Yahei"/>
                <a:ea typeface="Microsoft Yahei"/>
                <a:cs typeface="Microsoft Yahei"/>
                <a:sym typeface="Microsoft Yahei"/>
              </a:defRPr>
            </a:lvl5pPr>
            <a:lvl6pPr indent="-228600" lvl="5" marL="2743200" marR="0" rtl="0" algn="l">
              <a:spcBef>
                <a:spcPts val="0"/>
              </a:spcBef>
              <a:spcAft>
                <a:spcPts val="0"/>
              </a:spcAft>
              <a:buSzPts val="1400"/>
              <a:buNone/>
              <a:defRPr b="0" i="0" sz="1200" u="none" cap="none" strike="noStrike">
                <a:solidFill>
                  <a:schemeClr val="dk1"/>
                </a:solidFill>
                <a:latin typeface="Microsoft Yahei"/>
                <a:ea typeface="Microsoft Yahei"/>
                <a:cs typeface="Microsoft Yahei"/>
                <a:sym typeface="Microsoft Yahei"/>
              </a:defRPr>
            </a:lvl6pPr>
            <a:lvl7pPr indent="-228600" lvl="6" marL="3200400" marR="0" rtl="0" algn="l">
              <a:spcBef>
                <a:spcPts val="0"/>
              </a:spcBef>
              <a:spcAft>
                <a:spcPts val="0"/>
              </a:spcAft>
              <a:buSzPts val="1400"/>
              <a:buNone/>
              <a:defRPr b="0" i="0" sz="1200" u="none" cap="none" strike="noStrike">
                <a:solidFill>
                  <a:schemeClr val="dk1"/>
                </a:solidFill>
                <a:latin typeface="Microsoft Yahei"/>
                <a:ea typeface="Microsoft Yahei"/>
                <a:cs typeface="Microsoft Yahei"/>
                <a:sym typeface="Microsoft Yahei"/>
              </a:defRPr>
            </a:lvl7pPr>
            <a:lvl8pPr indent="-228600" lvl="7" marL="3657600" marR="0" rtl="0" algn="l">
              <a:spcBef>
                <a:spcPts val="0"/>
              </a:spcBef>
              <a:spcAft>
                <a:spcPts val="0"/>
              </a:spcAft>
              <a:buSzPts val="1400"/>
              <a:buNone/>
              <a:defRPr b="0" i="0" sz="1200" u="none" cap="none" strike="noStrike">
                <a:solidFill>
                  <a:schemeClr val="dk1"/>
                </a:solidFill>
                <a:latin typeface="Microsoft Yahei"/>
                <a:ea typeface="Microsoft Yahei"/>
                <a:cs typeface="Microsoft Yahei"/>
                <a:sym typeface="Microsoft Yahei"/>
              </a:defRPr>
            </a:lvl8pPr>
            <a:lvl9pPr indent="-228600" lvl="8" marL="4114800" marR="0" rtl="0" algn="l">
              <a:spcBef>
                <a:spcPts val="0"/>
              </a:spcBef>
              <a:spcAft>
                <a:spcPts val="0"/>
              </a:spcAft>
              <a:buSzPts val="1400"/>
              <a:buNone/>
              <a:defRPr b="0" i="0" sz="1200" u="none" cap="none" strike="noStrike">
                <a:solidFill>
                  <a:schemeClr val="dk1"/>
                </a:solidFill>
                <a:latin typeface="Microsoft Yahei"/>
                <a:ea typeface="Microsoft Yahei"/>
                <a:cs typeface="Microsoft Yahei"/>
                <a:sym typeface="Microsoft Yahei"/>
              </a:defRPr>
            </a:lvl9pPr>
          </a:lstStyle>
          <a:p/>
        </p:txBody>
      </p:sp>
      <p:sp>
        <p:nvSpPr>
          <p:cNvPr id="7" name="Google Shape;7;n"/>
          <p:cNvSpPr txBox="1"/>
          <p:nvPr>
            <p:ph idx="11" type="ftr"/>
          </p:nvPr>
        </p:nvSpPr>
        <p:spPr>
          <a:xfrm>
            <a:off x="0" y="9721850"/>
            <a:ext cx="3078163" cy="512763"/>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Microsoft Yahei"/>
                <a:ea typeface="Microsoft Yahei"/>
                <a:cs typeface="Microsoft Yahei"/>
                <a:sym typeface="Microsoft Yahei"/>
              </a:defRPr>
            </a:lvl1pPr>
            <a:lvl2pPr lvl="1" marR="0" rtl="0" algn="l">
              <a:spcBef>
                <a:spcPts val="0"/>
              </a:spcBef>
              <a:spcAft>
                <a:spcPts val="0"/>
              </a:spcAft>
              <a:buSzPts val="1400"/>
              <a:buNone/>
              <a:defRPr b="0" i="0" sz="1800" u="none" cap="none" strike="noStrike">
                <a:solidFill>
                  <a:schemeClr val="dk1"/>
                </a:solidFill>
                <a:latin typeface="Microsoft Yahei"/>
                <a:ea typeface="Microsoft Yahei"/>
                <a:cs typeface="Microsoft Yahei"/>
                <a:sym typeface="Microsoft Yahei"/>
              </a:defRPr>
            </a:lvl2pPr>
            <a:lvl3pPr lvl="2" marR="0" rtl="0" algn="l">
              <a:spcBef>
                <a:spcPts val="0"/>
              </a:spcBef>
              <a:spcAft>
                <a:spcPts val="0"/>
              </a:spcAft>
              <a:buSzPts val="1400"/>
              <a:buNone/>
              <a:defRPr b="0" i="0" sz="1800" u="none" cap="none" strike="noStrike">
                <a:solidFill>
                  <a:schemeClr val="dk1"/>
                </a:solidFill>
                <a:latin typeface="Microsoft Yahei"/>
                <a:ea typeface="Microsoft Yahei"/>
                <a:cs typeface="Microsoft Yahei"/>
                <a:sym typeface="Microsoft Yahei"/>
              </a:defRPr>
            </a:lvl3pPr>
            <a:lvl4pPr lvl="3" marR="0" rtl="0" algn="l">
              <a:spcBef>
                <a:spcPts val="0"/>
              </a:spcBef>
              <a:spcAft>
                <a:spcPts val="0"/>
              </a:spcAft>
              <a:buSzPts val="1400"/>
              <a:buNone/>
              <a:defRPr b="0" i="0" sz="1800" u="none" cap="none" strike="noStrike">
                <a:solidFill>
                  <a:schemeClr val="dk1"/>
                </a:solidFill>
                <a:latin typeface="Microsoft Yahei"/>
                <a:ea typeface="Microsoft Yahei"/>
                <a:cs typeface="Microsoft Yahei"/>
                <a:sym typeface="Microsoft Yahei"/>
              </a:defRPr>
            </a:lvl4pPr>
            <a:lvl5pPr lvl="4" marR="0" rtl="0" algn="l">
              <a:spcBef>
                <a:spcPts val="0"/>
              </a:spcBef>
              <a:spcAft>
                <a:spcPts val="0"/>
              </a:spcAft>
              <a:buSzPts val="1400"/>
              <a:buNone/>
              <a:defRPr b="0" i="0" sz="1800" u="none" cap="none" strike="noStrike">
                <a:solidFill>
                  <a:schemeClr val="dk1"/>
                </a:solidFill>
                <a:latin typeface="Microsoft Yahei"/>
                <a:ea typeface="Microsoft Yahei"/>
                <a:cs typeface="Microsoft Yahei"/>
                <a:sym typeface="Microsoft Yahei"/>
              </a:defRPr>
            </a:lvl5pPr>
            <a:lvl6pPr lvl="5" marR="0" rtl="0" algn="l">
              <a:spcBef>
                <a:spcPts val="0"/>
              </a:spcBef>
              <a:spcAft>
                <a:spcPts val="0"/>
              </a:spcAft>
              <a:buSzPts val="1400"/>
              <a:buNone/>
              <a:defRPr b="0" i="0" sz="1800" u="none" cap="none" strike="noStrike">
                <a:solidFill>
                  <a:schemeClr val="dk1"/>
                </a:solidFill>
                <a:latin typeface="Microsoft Yahei"/>
                <a:ea typeface="Microsoft Yahei"/>
                <a:cs typeface="Microsoft Yahei"/>
                <a:sym typeface="Microsoft Yahei"/>
              </a:defRPr>
            </a:lvl6pPr>
            <a:lvl7pPr lvl="6" marR="0" rtl="0" algn="l">
              <a:spcBef>
                <a:spcPts val="0"/>
              </a:spcBef>
              <a:spcAft>
                <a:spcPts val="0"/>
              </a:spcAft>
              <a:buSzPts val="1400"/>
              <a:buNone/>
              <a:defRPr b="0" i="0" sz="1800" u="none" cap="none" strike="noStrike">
                <a:solidFill>
                  <a:schemeClr val="dk1"/>
                </a:solidFill>
                <a:latin typeface="Microsoft Yahei"/>
                <a:ea typeface="Microsoft Yahei"/>
                <a:cs typeface="Microsoft Yahei"/>
                <a:sym typeface="Microsoft Yahei"/>
              </a:defRPr>
            </a:lvl7pPr>
            <a:lvl8pPr lvl="7" marR="0" rtl="0" algn="l">
              <a:spcBef>
                <a:spcPts val="0"/>
              </a:spcBef>
              <a:spcAft>
                <a:spcPts val="0"/>
              </a:spcAft>
              <a:buSzPts val="1400"/>
              <a:buNone/>
              <a:defRPr b="0" i="0" sz="1800" u="none" cap="none" strike="noStrike">
                <a:solidFill>
                  <a:schemeClr val="dk1"/>
                </a:solidFill>
                <a:latin typeface="Microsoft Yahei"/>
                <a:ea typeface="Microsoft Yahei"/>
                <a:cs typeface="Microsoft Yahei"/>
                <a:sym typeface="Microsoft Yahei"/>
              </a:defRPr>
            </a:lvl8pPr>
            <a:lvl9pPr lvl="8" marR="0" rtl="0" algn="l">
              <a:spcBef>
                <a:spcPts val="0"/>
              </a:spcBef>
              <a:spcAft>
                <a:spcPts val="0"/>
              </a:spcAft>
              <a:buSzPts val="1400"/>
              <a:buNone/>
              <a:defRPr b="0" i="0" sz="1800" u="none" cap="none" strike="noStrike">
                <a:solidFill>
                  <a:schemeClr val="dk1"/>
                </a:solidFill>
                <a:latin typeface="Microsoft Yahei"/>
                <a:ea typeface="Microsoft Yahei"/>
                <a:cs typeface="Microsoft Yahei"/>
                <a:sym typeface="Microsoft Yahei"/>
              </a:defRPr>
            </a:lvl9pPr>
          </a:lstStyle>
          <a:p/>
        </p:txBody>
      </p:sp>
      <p:sp>
        <p:nvSpPr>
          <p:cNvPr id="8" name="Google Shape;8;n"/>
          <p:cNvSpPr txBox="1"/>
          <p:nvPr>
            <p:ph idx="12" type="sldNum"/>
          </p:nvPr>
        </p:nvSpPr>
        <p:spPr>
          <a:xfrm>
            <a:off x="4024313" y="9721850"/>
            <a:ext cx="3078162" cy="512763"/>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Microsoft Yahei"/>
                <a:ea typeface="Microsoft Yahei"/>
                <a:cs typeface="Microsoft Yahei"/>
                <a:sym typeface="Microsoft Yahei"/>
              </a:rPr>
              <a:t>‹#›</a:t>
            </a:fld>
            <a:endParaRPr b="0" i="0" sz="1200" u="none" cap="none" strike="noStrike">
              <a:solidFill>
                <a:schemeClr val="dk1"/>
              </a:solidFill>
              <a:latin typeface="Microsoft Yahei"/>
              <a:ea typeface="Microsoft Yahei"/>
              <a:cs typeface="Microsoft Yahei"/>
              <a:sym typeface="Microsoft Yahe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notes"/>
          <p:cNvSpPr/>
          <p:nvPr>
            <p:ph idx="2" type="sldImg"/>
          </p:nvPr>
        </p:nvSpPr>
        <p:spPr>
          <a:xfrm>
            <a:off x="312738" y="652463"/>
            <a:ext cx="5805600" cy="3267000"/>
          </a:xfrm>
          <a:custGeom>
            <a:rect b="b" l="l" r="r" t="t"/>
            <a:pathLst>
              <a:path extrusionOk="0" h="120000" w="120000">
                <a:moveTo>
                  <a:pt x="0" y="0"/>
                </a:moveTo>
                <a:lnTo>
                  <a:pt x="120000" y="0"/>
                </a:lnTo>
                <a:lnTo>
                  <a:pt x="120000" y="120000"/>
                </a:lnTo>
                <a:lnTo>
                  <a:pt x="0" y="120000"/>
                </a:lnTo>
                <a:close/>
              </a:path>
            </a:pathLst>
          </a:custGeom>
          <a:noFill/>
          <a:ln cap="flat" cmpd="sng" w="9525">
            <a:solidFill>
              <a:schemeClr val="lt1"/>
            </a:solidFill>
            <a:prstDash val="solid"/>
            <a:miter lim="8000"/>
            <a:headEnd len="sm" w="sm" type="none"/>
            <a:tailEnd len="sm" w="sm" type="none"/>
          </a:ln>
        </p:spPr>
      </p:sp>
      <p:sp>
        <p:nvSpPr>
          <p:cNvPr id="153" name="Google Shape;153;p1:notes"/>
          <p:cNvSpPr txBox="1"/>
          <p:nvPr>
            <p:ph idx="1" type="body"/>
          </p:nvPr>
        </p:nvSpPr>
        <p:spPr>
          <a:xfrm>
            <a:off x="642938" y="4136571"/>
            <a:ext cx="5143500" cy="3918900"/>
          </a:xfrm>
          <a:prstGeom prst="rect">
            <a:avLst/>
          </a:prstGeom>
          <a:noFill/>
          <a:ln>
            <a:noFill/>
          </a:ln>
        </p:spPr>
        <p:txBody>
          <a:bodyPr anchorCtr="0" anchor="t" bIns="86275" lIns="86275" spcFirstLastPara="1" rIns="86275" wrap="square" tIns="86275">
            <a:noAutofit/>
          </a:bodyPr>
          <a:lstStyle/>
          <a:p>
            <a:pPr indent="0" lvl="0" marL="0" rtl="0" algn="l">
              <a:lnSpc>
                <a:spcPct val="100000"/>
              </a:lnSpc>
              <a:spcBef>
                <a:spcPts val="0"/>
              </a:spcBef>
              <a:spcAft>
                <a:spcPts val="0"/>
              </a:spcAft>
              <a:buClr>
                <a:schemeClr val="dk1"/>
              </a:buClr>
              <a:buSzPts val="1300"/>
              <a:buFont typeface="Arial"/>
              <a:buNone/>
            </a:pPr>
            <a:r>
              <a:t/>
            </a:r>
            <a:endParaRPr>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2:notes"/>
          <p:cNvSpPr/>
          <p:nvPr>
            <p:ph idx="2" type="sldImg"/>
          </p:nvPr>
        </p:nvSpPr>
        <p:spPr>
          <a:xfrm>
            <a:off x="382588"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p2:notes"/>
          <p:cNvSpPr txBox="1"/>
          <p:nvPr>
            <p:ph idx="1" type="body"/>
          </p:nvPr>
        </p:nvSpPr>
        <p:spPr>
          <a:xfrm>
            <a:off x="685800" y="4343400"/>
            <a:ext cx="5486400" cy="4114800"/>
          </a:xfrm>
          <a:prstGeom prst="rect">
            <a:avLst/>
          </a:prstGeom>
          <a:noFill/>
          <a:ln>
            <a:noFill/>
          </a:ln>
        </p:spPr>
        <p:txBody>
          <a:bodyPr anchorCtr="0" anchor="t" bIns="91550" lIns="91550" spcFirstLastPara="1" rIns="91550" wrap="square" tIns="91550">
            <a:noAutofit/>
          </a:bodyPr>
          <a:lstStyle/>
          <a:p>
            <a:pPr indent="0" lvl="0" marL="0" rtl="0" algn="l">
              <a:lnSpc>
                <a:spcPct val="100000"/>
              </a:lnSpc>
              <a:spcBef>
                <a:spcPts val="0"/>
              </a:spcBef>
              <a:spcAft>
                <a:spcPts val="0"/>
              </a:spcAft>
              <a:buClr>
                <a:schemeClr val="dk1"/>
              </a:buClr>
              <a:buSzPts val="1200"/>
              <a:buFont typeface="Calibri"/>
              <a:buNone/>
            </a:pPr>
            <a:r>
              <a:t/>
            </a:r>
            <a:endParaRPr sz="1200">
              <a:solidFill>
                <a:schemeClr val="dk1"/>
              </a:solidFill>
              <a:latin typeface="Microsoft Yahei"/>
              <a:ea typeface="Microsoft Yahei"/>
              <a:cs typeface="Microsoft Yahei"/>
              <a:sym typeface="Microsoft Yahe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3:notes"/>
          <p:cNvSpPr/>
          <p:nvPr>
            <p:ph idx="2" type="sldImg"/>
          </p:nvPr>
        </p:nvSpPr>
        <p:spPr>
          <a:xfrm>
            <a:off x="382588"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p3:notes"/>
          <p:cNvSpPr txBox="1"/>
          <p:nvPr>
            <p:ph idx="1" type="body"/>
          </p:nvPr>
        </p:nvSpPr>
        <p:spPr>
          <a:xfrm>
            <a:off x="685800" y="4343400"/>
            <a:ext cx="5486400" cy="4114800"/>
          </a:xfrm>
          <a:prstGeom prst="rect">
            <a:avLst/>
          </a:prstGeom>
          <a:noFill/>
          <a:ln>
            <a:noFill/>
          </a:ln>
        </p:spPr>
        <p:txBody>
          <a:bodyPr anchorCtr="0" anchor="t" bIns="91550" lIns="91550" spcFirstLastPara="1" rIns="91550" wrap="square" tIns="91550">
            <a:noAutofit/>
          </a:bodyPr>
          <a:lstStyle/>
          <a:p>
            <a:pPr indent="0" lvl="0" marL="0" rtl="0" algn="l">
              <a:lnSpc>
                <a:spcPct val="100000"/>
              </a:lnSpc>
              <a:spcBef>
                <a:spcPts val="0"/>
              </a:spcBef>
              <a:spcAft>
                <a:spcPts val="0"/>
              </a:spcAft>
              <a:buClr>
                <a:schemeClr val="dk1"/>
              </a:buClr>
              <a:buSzPts val="1200"/>
              <a:buFont typeface="Calibri"/>
              <a:buNone/>
            </a:pPr>
            <a:r>
              <a:t/>
            </a:r>
            <a:endParaRPr sz="1200">
              <a:solidFill>
                <a:schemeClr val="dk1"/>
              </a:solidFill>
              <a:latin typeface="Microsoft Yahei"/>
              <a:ea typeface="Microsoft Yahei"/>
              <a:cs typeface="Microsoft Yahei"/>
              <a:sym typeface="Microsoft Yahe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4:notes"/>
          <p:cNvSpPr/>
          <p:nvPr>
            <p:ph idx="2" type="sldImg"/>
          </p:nvPr>
        </p:nvSpPr>
        <p:spPr>
          <a:xfrm>
            <a:off x="382588"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p4:notes"/>
          <p:cNvSpPr txBox="1"/>
          <p:nvPr>
            <p:ph idx="1" type="body"/>
          </p:nvPr>
        </p:nvSpPr>
        <p:spPr>
          <a:xfrm>
            <a:off x="685800" y="4343400"/>
            <a:ext cx="5486400" cy="4114800"/>
          </a:xfrm>
          <a:prstGeom prst="rect">
            <a:avLst/>
          </a:prstGeom>
          <a:noFill/>
          <a:ln>
            <a:noFill/>
          </a:ln>
        </p:spPr>
        <p:txBody>
          <a:bodyPr anchorCtr="0" anchor="t" bIns="91550" lIns="91550" spcFirstLastPara="1" rIns="91550" wrap="square" tIns="91550">
            <a:noAutofit/>
          </a:bodyPr>
          <a:lstStyle/>
          <a:p>
            <a:pPr indent="0" lvl="0" marL="0" rtl="0" algn="l">
              <a:lnSpc>
                <a:spcPct val="100000"/>
              </a:lnSpc>
              <a:spcBef>
                <a:spcPts val="0"/>
              </a:spcBef>
              <a:spcAft>
                <a:spcPts val="0"/>
              </a:spcAft>
              <a:buClr>
                <a:schemeClr val="dk1"/>
              </a:buClr>
              <a:buSzPts val="1200"/>
              <a:buFont typeface="Calibri"/>
              <a:buNone/>
            </a:pPr>
            <a:r>
              <a:t/>
            </a:r>
            <a:endParaRPr sz="1200">
              <a:solidFill>
                <a:schemeClr val="dk1"/>
              </a:solidFill>
              <a:latin typeface="Microsoft Yahei"/>
              <a:ea typeface="Microsoft Yahei"/>
              <a:cs typeface="Microsoft Yahei"/>
              <a:sym typeface="Microsoft Yahe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8660cafc33_0_1:notes"/>
          <p:cNvSpPr/>
          <p:nvPr>
            <p:ph idx="2" type="sldImg"/>
          </p:nvPr>
        </p:nvSpPr>
        <p:spPr>
          <a:xfrm>
            <a:off x="382588"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g38660cafc33_0_1:notes"/>
          <p:cNvSpPr txBox="1"/>
          <p:nvPr>
            <p:ph idx="1" type="body"/>
          </p:nvPr>
        </p:nvSpPr>
        <p:spPr>
          <a:xfrm>
            <a:off x="685800" y="4343400"/>
            <a:ext cx="5486400" cy="4114800"/>
          </a:xfrm>
          <a:prstGeom prst="rect">
            <a:avLst/>
          </a:prstGeom>
          <a:noFill/>
          <a:ln>
            <a:noFill/>
          </a:ln>
        </p:spPr>
        <p:txBody>
          <a:bodyPr anchorCtr="0" anchor="t" bIns="91550" lIns="91550" spcFirstLastPara="1" rIns="91550" wrap="square" tIns="91550">
            <a:noAutofit/>
          </a:bodyPr>
          <a:lstStyle/>
          <a:p>
            <a:pPr indent="0" lvl="0" marL="0" rtl="0" algn="l">
              <a:lnSpc>
                <a:spcPct val="100000"/>
              </a:lnSpc>
              <a:spcBef>
                <a:spcPts val="0"/>
              </a:spcBef>
              <a:spcAft>
                <a:spcPts val="0"/>
              </a:spcAft>
              <a:buClr>
                <a:schemeClr val="dk1"/>
              </a:buClr>
              <a:buSzPts val="1200"/>
              <a:buFont typeface="Calibri"/>
              <a:buNone/>
            </a:pPr>
            <a:r>
              <a:t/>
            </a:r>
            <a:endParaRPr sz="1200">
              <a:solidFill>
                <a:schemeClr val="dk1"/>
              </a:solidFill>
              <a:latin typeface="Microsoft Yahei"/>
              <a:ea typeface="Microsoft Yahei"/>
              <a:cs typeface="Microsoft Yahei"/>
              <a:sym typeface="Microsoft Yahe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8660cafc33_0_19:notes"/>
          <p:cNvSpPr/>
          <p:nvPr>
            <p:ph idx="2" type="sldImg"/>
          </p:nvPr>
        </p:nvSpPr>
        <p:spPr>
          <a:xfrm>
            <a:off x="382588"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g38660cafc33_0_19:notes"/>
          <p:cNvSpPr txBox="1"/>
          <p:nvPr>
            <p:ph idx="1" type="body"/>
          </p:nvPr>
        </p:nvSpPr>
        <p:spPr>
          <a:xfrm>
            <a:off x="685800" y="4343400"/>
            <a:ext cx="5486400" cy="4114800"/>
          </a:xfrm>
          <a:prstGeom prst="rect">
            <a:avLst/>
          </a:prstGeom>
          <a:noFill/>
          <a:ln>
            <a:noFill/>
          </a:ln>
        </p:spPr>
        <p:txBody>
          <a:bodyPr anchorCtr="0" anchor="t" bIns="91550" lIns="91550" spcFirstLastPara="1" rIns="91550" wrap="square" tIns="91550">
            <a:noAutofit/>
          </a:bodyPr>
          <a:lstStyle/>
          <a:p>
            <a:pPr indent="0" lvl="0" marL="0" rtl="0" algn="l">
              <a:lnSpc>
                <a:spcPct val="100000"/>
              </a:lnSpc>
              <a:spcBef>
                <a:spcPts val="0"/>
              </a:spcBef>
              <a:spcAft>
                <a:spcPts val="0"/>
              </a:spcAft>
              <a:buClr>
                <a:schemeClr val="dk1"/>
              </a:buClr>
              <a:buSzPts val="1200"/>
              <a:buFont typeface="Calibri"/>
              <a:buNone/>
            </a:pPr>
            <a:r>
              <a:t/>
            </a:r>
            <a:endParaRPr sz="1200">
              <a:solidFill>
                <a:schemeClr val="dk1"/>
              </a:solidFill>
              <a:latin typeface="Microsoft Yahei"/>
              <a:ea typeface="Microsoft Yahei"/>
              <a:cs typeface="Microsoft Yahei"/>
              <a:sym typeface="Microsoft Yahe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ae6f4fd4b5_2_0:notes"/>
          <p:cNvSpPr/>
          <p:nvPr>
            <p:ph idx="2" type="sldImg"/>
          </p:nvPr>
        </p:nvSpPr>
        <p:spPr>
          <a:xfrm>
            <a:off x="382588"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g3ae6f4fd4b5_2_0:notes"/>
          <p:cNvSpPr txBox="1"/>
          <p:nvPr>
            <p:ph idx="1" type="body"/>
          </p:nvPr>
        </p:nvSpPr>
        <p:spPr>
          <a:xfrm>
            <a:off x="685800" y="4343400"/>
            <a:ext cx="5486400" cy="4114800"/>
          </a:xfrm>
          <a:prstGeom prst="rect">
            <a:avLst/>
          </a:prstGeom>
          <a:noFill/>
          <a:ln>
            <a:noFill/>
          </a:ln>
        </p:spPr>
        <p:txBody>
          <a:bodyPr anchorCtr="0" anchor="t" bIns="91550" lIns="91550" spcFirstLastPara="1" rIns="91550" wrap="square" tIns="91550">
            <a:noAutofit/>
          </a:bodyPr>
          <a:lstStyle/>
          <a:p>
            <a:pPr indent="0" lvl="0" marL="0" rtl="0" algn="l">
              <a:lnSpc>
                <a:spcPct val="100000"/>
              </a:lnSpc>
              <a:spcBef>
                <a:spcPts val="0"/>
              </a:spcBef>
              <a:spcAft>
                <a:spcPts val="0"/>
              </a:spcAft>
              <a:buClr>
                <a:schemeClr val="dk1"/>
              </a:buClr>
              <a:buSzPts val="1200"/>
              <a:buFont typeface="Calibri"/>
              <a:buNone/>
            </a:pPr>
            <a:r>
              <a:t/>
            </a:r>
            <a:endParaRPr sz="1200">
              <a:solidFill>
                <a:schemeClr val="dk1"/>
              </a:solidFill>
              <a:latin typeface="Microsoft Yahei"/>
              <a:ea typeface="Microsoft Yahei"/>
              <a:cs typeface="Microsoft Yahei"/>
              <a:sym typeface="Microsoft Yahe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5:notes"/>
          <p:cNvSpPr/>
          <p:nvPr>
            <p:ph idx="2" type="sldImg"/>
          </p:nvPr>
        </p:nvSpPr>
        <p:spPr>
          <a:xfrm>
            <a:off x="382588"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p5:notes"/>
          <p:cNvSpPr txBox="1"/>
          <p:nvPr>
            <p:ph idx="1" type="body"/>
          </p:nvPr>
        </p:nvSpPr>
        <p:spPr>
          <a:xfrm>
            <a:off x="685800" y="4343400"/>
            <a:ext cx="5486400" cy="4114800"/>
          </a:xfrm>
          <a:prstGeom prst="rect">
            <a:avLst/>
          </a:prstGeom>
          <a:noFill/>
          <a:ln>
            <a:noFill/>
          </a:ln>
        </p:spPr>
        <p:txBody>
          <a:bodyPr anchorCtr="0" anchor="t" bIns="91550" lIns="91550" spcFirstLastPara="1" rIns="91550" wrap="square" tIns="91550">
            <a:noAutofit/>
          </a:bodyPr>
          <a:lstStyle/>
          <a:p>
            <a:pPr indent="0" lvl="0" marL="0" rtl="0" algn="l">
              <a:lnSpc>
                <a:spcPct val="100000"/>
              </a:lnSpc>
              <a:spcBef>
                <a:spcPts val="0"/>
              </a:spcBef>
              <a:spcAft>
                <a:spcPts val="0"/>
              </a:spcAft>
              <a:buClr>
                <a:schemeClr val="dk1"/>
              </a:buClr>
              <a:buSzPts val="1200"/>
              <a:buFont typeface="Calibri"/>
              <a:buNone/>
            </a:pPr>
            <a:r>
              <a:t/>
            </a:r>
            <a:endParaRPr sz="1200">
              <a:solidFill>
                <a:schemeClr val="dk1"/>
              </a:solidFill>
              <a:latin typeface="Microsoft Yahei"/>
              <a:ea typeface="Microsoft Yahei"/>
              <a:cs typeface="Microsoft Yahei"/>
              <a:sym typeface="Microsoft Yahe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aed5ffb6aa_0_0:notes"/>
          <p:cNvSpPr/>
          <p:nvPr>
            <p:ph idx="2" type="sldImg"/>
          </p:nvPr>
        </p:nvSpPr>
        <p:spPr>
          <a:xfrm>
            <a:off x="382588"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g3aed5ffb6aa_0_0:notes"/>
          <p:cNvSpPr txBox="1"/>
          <p:nvPr>
            <p:ph idx="1" type="body"/>
          </p:nvPr>
        </p:nvSpPr>
        <p:spPr>
          <a:xfrm>
            <a:off x="685800" y="4343400"/>
            <a:ext cx="5486400" cy="4114800"/>
          </a:xfrm>
          <a:prstGeom prst="rect">
            <a:avLst/>
          </a:prstGeom>
          <a:noFill/>
          <a:ln>
            <a:noFill/>
          </a:ln>
        </p:spPr>
        <p:txBody>
          <a:bodyPr anchorCtr="0" anchor="t" bIns="91550" lIns="91550" spcFirstLastPara="1" rIns="91550" wrap="square" tIns="91550">
            <a:noAutofit/>
          </a:bodyPr>
          <a:lstStyle/>
          <a:p>
            <a:pPr indent="0" lvl="0" marL="0" rtl="0" algn="l">
              <a:lnSpc>
                <a:spcPct val="100000"/>
              </a:lnSpc>
              <a:spcBef>
                <a:spcPts val="0"/>
              </a:spcBef>
              <a:spcAft>
                <a:spcPts val="0"/>
              </a:spcAft>
              <a:buClr>
                <a:schemeClr val="dk1"/>
              </a:buClr>
              <a:buSzPts val="1200"/>
              <a:buFont typeface="Calibri"/>
              <a:buNone/>
            </a:pPr>
            <a:r>
              <a:t/>
            </a:r>
            <a:endParaRPr sz="1200">
              <a:solidFill>
                <a:schemeClr val="dk1"/>
              </a:solidFill>
              <a:latin typeface="Microsoft Yahei"/>
              <a:ea typeface="Microsoft Yahei"/>
              <a:cs typeface="Microsoft Yahei"/>
              <a:sym typeface="Microsoft Yahe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8660cafc33_0_29:notes"/>
          <p:cNvSpPr/>
          <p:nvPr>
            <p:ph idx="2" type="sldImg"/>
          </p:nvPr>
        </p:nvSpPr>
        <p:spPr>
          <a:xfrm>
            <a:off x="382588"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 name="Google Shape;241;g38660cafc33_0_29:notes"/>
          <p:cNvSpPr txBox="1"/>
          <p:nvPr>
            <p:ph idx="1" type="body"/>
          </p:nvPr>
        </p:nvSpPr>
        <p:spPr>
          <a:xfrm>
            <a:off x="685800" y="4343400"/>
            <a:ext cx="5486400" cy="4114800"/>
          </a:xfrm>
          <a:prstGeom prst="rect">
            <a:avLst/>
          </a:prstGeom>
          <a:noFill/>
          <a:ln>
            <a:noFill/>
          </a:ln>
        </p:spPr>
        <p:txBody>
          <a:bodyPr anchorCtr="0" anchor="t" bIns="91550" lIns="91550" spcFirstLastPara="1" rIns="91550" wrap="square" tIns="91550">
            <a:noAutofit/>
          </a:bodyPr>
          <a:lstStyle/>
          <a:p>
            <a:pPr indent="0" lvl="0" marL="0" rtl="0" algn="l">
              <a:lnSpc>
                <a:spcPct val="100000"/>
              </a:lnSpc>
              <a:spcBef>
                <a:spcPts val="0"/>
              </a:spcBef>
              <a:spcAft>
                <a:spcPts val="0"/>
              </a:spcAft>
              <a:buClr>
                <a:schemeClr val="dk1"/>
              </a:buClr>
              <a:buSzPts val="1200"/>
              <a:buFont typeface="Calibri"/>
              <a:buNone/>
            </a:pPr>
            <a:r>
              <a:t/>
            </a:r>
            <a:endParaRPr sz="1200">
              <a:solidFill>
                <a:schemeClr val="dk1"/>
              </a:solidFill>
              <a:latin typeface="Microsoft Yahei"/>
              <a:ea typeface="Microsoft Yahei"/>
              <a:cs typeface="Microsoft Yahei"/>
              <a:sym typeface="Microsoft Yahe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aed5ffb6aa_0_9:notes"/>
          <p:cNvSpPr/>
          <p:nvPr>
            <p:ph idx="2" type="sldImg"/>
          </p:nvPr>
        </p:nvSpPr>
        <p:spPr>
          <a:xfrm>
            <a:off x="382588"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g3aed5ffb6aa_0_9:notes"/>
          <p:cNvSpPr txBox="1"/>
          <p:nvPr>
            <p:ph idx="1" type="body"/>
          </p:nvPr>
        </p:nvSpPr>
        <p:spPr>
          <a:xfrm>
            <a:off x="685800" y="4343400"/>
            <a:ext cx="5486400" cy="4114800"/>
          </a:xfrm>
          <a:prstGeom prst="rect">
            <a:avLst/>
          </a:prstGeom>
          <a:noFill/>
          <a:ln>
            <a:noFill/>
          </a:ln>
        </p:spPr>
        <p:txBody>
          <a:bodyPr anchorCtr="0" anchor="t" bIns="91550" lIns="91550" spcFirstLastPara="1" rIns="91550" wrap="square" tIns="91550">
            <a:noAutofit/>
          </a:bodyPr>
          <a:lstStyle/>
          <a:p>
            <a:pPr indent="0" lvl="0" marL="0" rtl="0" algn="l">
              <a:lnSpc>
                <a:spcPct val="100000"/>
              </a:lnSpc>
              <a:spcBef>
                <a:spcPts val="0"/>
              </a:spcBef>
              <a:spcAft>
                <a:spcPts val="0"/>
              </a:spcAft>
              <a:buClr>
                <a:schemeClr val="dk1"/>
              </a:buClr>
              <a:buSzPts val="1200"/>
              <a:buFont typeface="Calibri"/>
              <a:buNone/>
            </a:pPr>
            <a:r>
              <a:t/>
            </a:r>
            <a:endParaRPr sz="1200">
              <a:solidFill>
                <a:schemeClr val="dk1"/>
              </a:solidFill>
              <a:latin typeface="Microsoft Yahei"/>
              <a:ea typeface="Microsoft Yahei"/>
              <a:cs typeface="Microsoft Yahei"/>
              <a:sym typeface="Microsoft Yahe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7:notes"/>
          <p:cNvSpPr/>
          <p:nvPr>
            <p:ph idx="2" type="sldImg"/>
          </p:nvPr>
        </p:nvSpPr>
        <p:spPr>
          <a:xfrm>
            <a:off x="382588"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p7:notes"/>
          <p:cNvSpPr txBox="1"/>
          <p:nvPr>
            <p:ph idx="1" type="body"/>
          </p:nvPr>
        </p:nvSpPr>
        <p:spPr>
          <a:xfrm>
            <a:off x="685800" y="4343400"/>
            <a:ext cx="5486400" cy="4114800"/>
          </a:xfrm>
          <a:prstGeom prst="rect">
            <a:avLst/>
          </a:prstGeom>
          <a:noFill/>
          <a:ln>
            <a:noFill/>
          </a:ln>
        </p:spPr>
        <p:txBody>
          <a:bodyPr anchorCtr="0" anchor="t" bIns="91550" lIns="91550" spcFirstLastPara="1" rIns="91550" wrap="square" tIns="91550">
            <a:noAutofit/>
          </a:bodyPr>
          <a:lstStyle/>
          <a:p>
            <a:pPr indent="0" lvl="0" marL="0" rtl="0" algn="l">
              <a:lnSpc>
                <a:spcPct val="100000"/>
              </a:lnSpc>
              <a:spcBef>
                <a:spcPts val="0"/>
              </a:spcBef>
              <a:spcAft>
                <a:spcPts val="0"/>
              </a:spcAft>
              <a:buClr>
                <a:schemeClr val="dk1"/>
              </a:buClr>
              <a:buSzPts val="1200"/>
              <a:buFont typeface="Calibri"/>
              <a:buNone/>
            </a:pPr>
            <a:r>
              <a:t/>
            </a:r>
            <a:endParaRPr sz="1200">
              <a:solidFill>
                <a:schemeClr val="dk1"/>
              </a:solidFill>
              <a:latin typeface="Microsoft Yahei"/>
              <a:ea typeface="Microsoft Yahei"/>
              <a:cs typeface="Microsoft Yahei"/>
              <a:sym typeface="Microsoft Yahe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aed5ffb6aa_0_18:notes"/>
          <p:cNvSpPr/>
          <p:nvPr>
            <p:ph idx="2" type="sldImg"/>
          </p:nvPr>
        </p:nvSpPr>
        <p:spPr>
          <a:xfrm>
            <a:off x="382588"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 name="Google Shape;271;g3aed5ffb6aa_0_18:notes"/>
          <p:cNvSpPr txBox="1"/>
          <p:nvPr>
            <p:ph idx="1" type="body"/>
          </p:nvPr>
        </p:nvSpPr>
        <p:spPr>
          <a:xfrm>
            <a:off x="685800" y="4343400"/>
            <a:ext cx="5486400" cy="4114800"/>
          </a:xfrm>
          <a:prstGeom prst="rect">
            <a:avLst/>
          </a:prstGeom>
          <a:noFill/>
          <a:ln>
            <a:noFill/>
          </a:ln>
        </p:spPr>
        <p:txBody>
          <a:bodyPr anchorCtr="0" anchor="t" bIns="91550" lIns="91550" spcFirstLastPara="1" rIns="91550" wrap="square" tIns="91550">
            <a:noAutofit/>
          </a:bodyPr>
          <a:lstStyle/>
          <a:p>
            <a:pPr indent="0" lvl="0" marL="0" rtl="0" algn="l">
              <a:lnSpc>
                <a:spcPct val="100000"/>
              </a:lnSpc>
              <a:spcBef>
                <a:spcPts val="0"/>
              </a:spcBef>
              <a:spcAft>
                <a:spcPts val="0"/>
              </a:spcAft>
              <a:buClr>
                <a:schemeClr val="dk1"/>
              </a:buClr>
              <a:buSzPts val="1200"/>
              <a:buFont typeface="Calibri"/>
              <a:buNone/>
            </a:pPr>
            <a:r>
              <a:t/>
            </a:r>
            <a:endParaRPr sz="1200">
              <a:solidFill>
                <a:schemeClr val="dk1"/>
              </a:solidFill>
              <a:latin typeface="Microsoft Yahei"/>
              <a:ea typeface="Microsoft Yahei"/>
              <a:cs typeface="Microsoft Yahei"/>
              <a:sym typeface="Microsoft Yahe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8:notes"/>
          <p:cNvSpPr/>
          <p:nvPr>
            <p:ph idx="2" type="sldImg"/>
          </p:nvPr>
        </p:nvSpPr>
        <p:spPr>
          <a:xfrm>
            <a:off x="382588"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1" name="Google Shape;281;p8:notes"/>
          <p:cNvSpPr txBox="1"/>
          <p:nvPr>
            <p:ph idx="1" type="body"/>
          </p:nvPr>
        </p:nvSpPr>
        <p:spPr>
          <a:xfrm>
            <a:off x="685800" y="4343400"/>
            <a:ext cx="5486400" cy="4114800"/>
          </a:xfrm>
          <a:prstGeom prst="rect">
            <a:avLst/>
          </a:prstGeom>
          <a:noFill/>
          <a:ln>
            <a:noFill/>
          </a:ln>
        </p:spPr>
        <p:txBody>
          <a:bodyPr anchorCtr="0" anchor="t" bIns="91550" lIns="91550" spcFirstLastPara="1" rIns="91550" wrap="square" tIns="91550">
            <a:noAutofit/>
          </a:bodyPr>
          <a:lstStyle/>
          <a:p>
            <a:pPr indent="0" lvl="0" marL="0" rtl="0" algn="l">
              <a:lnSpc>
                <a:spcPct val="100000"/>
              </a:lnSpc>
              <a:spcBef>
                <a:spcPts val="0"/>
              </a:spcBef>
              <a:spcAft>
                <a:spcPts val="0"/>
              </a:spcAft>
              <a:buClr>
                <a:schemeClr val="dk1"/>
              </a:buClr>
              <a:buSzPts val="1200"/>
              <a:buFont typeface="Calibri"/>
              <a:buNone/>
            </a:pPr>
            <a:r>
              <a:t/>
            </a:r>
            <a:endParaRPr sz="1200">
              <a:solidFill>
                <a:schemeClr val="dk1"/>
              </a:solidFill>
              <a:latin typeface="Microsoft Yahei"/>
              <a:ea typeface="Microsoft Yahei"/>
              <a:cs typeface="Microsoft Yahei"/>
              <a:sym typeface="Microsoft Yahe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9:notes"/>
          <p:cNvSpPr/>
          <p:nvPr>
            <p:ph idx="2" type="sldImg"/>
          </p:nvPr>
        </p:nvSpPr>
        <p:spPr>
          <a:xfrm>
            <a:off x="382588"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1" name="Google Shape;291;p9:notes"/>
          <p:cNvSpPr txBox="1"/>
          <p:nvPr>
            <p:ph idx="1" type="body"/>
          </p:nvPr>
        </p:nvSpPr>
        <p:spPr>
          <a:xfrm>
            <a:off x="685800" y="4343400"/>
            <a:ext cx="5486400" cy="4114800"/>
          </a:xfrm>
          <a:prstGeom prst="rect">
            <a:avLst/>
          </a:prstGeom>
          <a:noFill/>
          <a:ln>
            <a:noFill/>
          </a:ln>
        </p:spPr>
        <p:txBody>
          <a:bodyPr anchorCtr="0" anchor="t" bIns="91550" lIns="91550" spcFirstLastPara="1" rIns="91550" wrap="square" tIns="91550">
            <a:noAutofit/>
          </a:bodyPr>
          <a:lstStyle/>
          <a:p>
            <a:pPr indent="0" lvl="0" marL="0" rtl="0" algn="l">
              <a:lnSpc>
                <a:spcPct val="100000"/>
              </a:lnSpc>
              <a:spcBef>
                <a:spcPts val="0"/>
              </a:spcBef>
              <a:spcAft>
                <a:spcPts val="0"/>
              </a:spcAft>
              <a:buClr>
                <a:schemeClr val="dk1"/>
              </a:buClr>
              <a:buSzPts val="1200"/>
              <a:buFont typeface="Calibri"/>
              <a:buNone/>
            </a:pPr>
            <a:r>
              <a:t/>
            </a:r>
            <a:endParaRPr sz="1200">
              <a:solidFill>
                <a:schemeClr val="dk1"/>
              </a:solidFill>
              <a:latin typeface="Microsoft Yahei"/>
              <a:ea typeface="Microsoft Yahei"/>
              <a:cs typeface="Microsoft Yahei"/>
              <a:sym typeface="Microsoft Yahe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0:notes"/>
          <p:cNvSpPr/>
          <p:nvPr>
            <p:ph idx="2" type="sldImg"/>
          </p:nvPr>
        </p:nvSpPr>
        <p:spPr>
          <a:xfrm>
            <a:off x="382588"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p10:notes"/>
          <p:cNvSpPr txBox="1"/>
          <p:nvPr>
            <p:ph idx="1" type="body"/>
          </p:nvPr>
        </p:nvSpPr>
        <p:spPr>
          <a:xfrm>
            <a:off x="685800" y="4343400"/>
            <a:ext cx="5486400" cy="4114800"/>
          </a:xfrm>
          <a:prstGeom prst="rect">
            <a:avLst/>
          </a:prstGeom>
          <a:noFill/>
          <a:ln>
            <a:noFill/>
          </a:ln>
        </p:spPr>
        <p:txBody>
          <a:bodyPr anchorCtr="0" anchor="t" bIns="91550" lIns="91550" spcFirstLastPara="1" rIns="91550" wrap="square" tIns="91550">
            <a:noAutofit/>
          </a:bodyPr>
          <a:lstStyle/>
          <a:p>
            <a:pPr indent="0" lvl="0" marL="0" rtl="0" algn="l">
              <a:lnSpc>
                <a:spcPct val="100000"/>
              </a:lnSpc>
              <a:spcBef>
                <a:spcPts val="0"/>
              </a:spcBef>
              <a:spcAft>
                <a:spcPts val="0"/>
              </a:spcAft>
              <a:buClr>
                <a:schemeClr val="dk1"/>
              </a:buClr>
              <a:buSzPts val="1200"/>
              <a:buFont typeface="Calibri"/>
              <a:buNone/>
            </a:pPr>
            <a:r>
              <a:t/>
            </a:r>
            <a:endParaRPr sz="1200">
              <a:solidFill>
                <a:schemeClr val="dk1"/>
              </a:solidFill>
              <a:latin typeface="Microsoft Yahei"/>
              <a:ea typeface="Microsoft Yahei"/>
              <a:cs typeface="Microsoft Yahei"/>
              <a:sym typeface="Microsoft Yahe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1:notes"/>
          <p:cNvSpPr/>
          <p:nvPr>
            <p:ph idx="2" type="sldImg"/>
          </p:nvPr>
        </p:nvSpPr>
        <p:spPr>
          <a:xfrm>
            <a:off x="382588"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1" name="Google Shape;311;p11:notes"/>
          <p:cNvSpPr txBox="1"/>
          <p:nvPr>
            <p:ph idx="1" type="body"/>
          </p:nvPr>
        </p:nvSpPr>
        <p:spPr>
          <a:xfrm>
            <a:off x="685800" y="4343400"/>
            <a:ext cx="5486400" cy="4114800"/>
          </a:xfrm>
          <a:prstGeom prst="rect">
            <a:avLst/>
          </a:prstGeom>
          <a:noFill/>
          <a:ln>
            <a:noFill/>
          </a:ln>
        </p:spPr>
        <p:txBody>
          <a:bodyPr anchorCtr="0" anchor="t" bIns="91550" lIns="91550" spcFirstLastPara="1" rIns="91550" wrap="square" tIns="91550">
            <a:noAutofit/>
          </a:bodyPr>
          <a:lstStyle/>
          <a:p>
            <a:pPr indent="0" lvl="0" marL="0" rtl="0" algn="l">
              <a:lnSpc>
                <a:spcPct val="100000"/>
              </a:lnSpc>
              <a:spcBef>
                <a:spcPts val="0"/>
              </a:spcBef>
              <a:spcAft>
                <a:spcPts val="0"/>
              </a:spcAft>
              <a:buClr>
                <a:schemeClr val="dk1"/>
              </a:buClr>
              <a:buSzPts val="1200"/>
              <a:buFont typeface="Calibri"/>
              <a:buNone/>
            </a:pPr>
            <a:r>
              <a:t/>
            </a:r>
            <a:endParaRPr sz="1200">
              <a:solidFill>
                <a:schemeClr val="dk1"/>
              </a:solidFill>
              <a:latin typeface="Microsoft Yahei"/>
              <a:ea typeface="Microsoft Yahei"/>
              <a:cs typeface="Microsoft Yahei"/>
              <a:sym typeface="Microsoft Yahe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aeb5c21f89_0_0:notes"/>
          <p:cNvSpPr/>
          <p:nvPr>
            <p:ph idx="2" type="sldImg"/>
          </p:nvPr>
        </p:nvSpPr>
        <p:spPr>
          <a:xfrm>
            <a:off x="381794"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1" name="Google Shape;321;g3aeb5c21f89_0_0:notes"/>
          <p:cNvSpPr txBox="1"/>
          <p:nvPr>
            <p:ph idx="1" type="body"/>
          </p:nvPr>
        </p:nvSpPr>
        <p:spPr>
          <a:xfrm>
            <a:off x="685800" y="4343400"/>
            <a:ext cx="5486400" cy="4114800"/>
          </a:xfrm>
          <a:prstGeom prst="rect">
            <a:avLst/>
          </a:prstGeom>
          <a:noFill/>
          <a:ln>
            <a:noFill/>
          </a:ln>
        </p:spPr>
        <p:txBody>
          <a:bodyPr anchorCtr="0" anchor="t" bIns="91550" lIns="91550" spcFirstLastPara="1" rIns="91550" wrap="square" tIns="91550">
            <a:noAutofit/>
          </a:bodyPr>
          <a:lstStyle/>
          <a:p>
            <a:pPr indent="0" lvl="0" marL="0" rtl="0" algn="l">
              <a:lnSpc>
                <a:spcPct val="100000"/>
              </a:lnSpc>
              <a:spcBef>
                <a:spcPts val="0"/>
              </a:spcBef>
              <a:spcAft>
                <a:spcPts val="0"/>
              </a:spcAft>
              <a:buClr>
                <a:schemeClr val="dk1"/>
              </a:buClr>
              <a:buSzPts val="1100"/>
              <a:buFont typeface="Microsoft Yahei"/>
              <a:buNone/>
            </a:pPr>
            <a:r>
              <a:t/>
            </a:r>
            <a:endParaRPr sz="1200">
              <a:solidFill>
                <a:schemeClr val="dk1"/>
              </a:solidFill>
              <a:latin typeface="Microsoft Yahei"/>
              <a:ea typeface="Microsoft Yahei"/>
              <a:cs typeface="Microsoft Yahei"/>
              <a:sym typeface="Microsoft Yahe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aed5ffb6aa_0_110:notes"/>
          <p:cNvSpPr/>
          <p:nvPr>
            <p:ph idx="2" type="sldImg"/>
          </p:nvPr>
        </p:nvSpPr>
        <p:spPr>
          <a:xfrm>
            <a:off x="381794"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6" name="Google Shape;336;g3aed5ffb6aa_0_110:notes"/>
          <p:cNvSpPr txBox="1"/>
          <p:nvPr>
            <p:ph idx="1" type="body"/>
          </p:nvPr>
        </p:nvSpPr>
        <p:spPr>
          <a:xfrm>
            <a:off x="685800" y="4343400"/>
            <a:ext cx="5486400" cy="4114800"/>
          </a:xfrm>
          <a:prstGeom prst="rect">
            <a:avLst/>
          </a:prstGeom>
          <a:noFill/>
          <a:ln>
            <a:noFill/>
          </a:ln>
        </p:spPr>
        <p:txBody>
          <a:bodyPr anchorCtr="0" anchor="t" bIns="91550" lIns="91550" spcFirstLastPara="1" rIns="91550" wrap="square" tIns="91550">
            <a:noAutofit/>
          </a:bodyPr>
          <a:lstStyle/>
          <a:p>
            <a:pPr indent="0" lvl="0" marL="0" rtl="0" algn="l">
              <a:lnSpc>
                <a:spcPct val="100000"/>
              </a:lnSpc>
              <a:spcBef>
                <a:spcPts val="0"/>
              </a:spcBef>
              <a:spcAft>
                <a:spcPts val="0"/>
              </a:spcAft>
              <a:buClr>
                <a:schemeClr val="dk1"/>
              </a:buClr>
              <a:buSzPts val="1100"/>
              <a:buFont typeface="Microsoft Yahei"/>
              <a:buNone/>
            </a:pPr>
            <a:r>
              <a:t/>
            </a:r>
            <a:endParaRPr sz="1200">
              <a:solidFill>
                <a:schemeClr val="dk1"/>
              </a:solidFill>
              <a:latin typeface="Microsoft Yahei"/>
              <a:ea typeface="Microsoft Yahei"/>
              <a:cs typeface="Microsoft Yahei"/>
              <a:sym typeface="Microsoft Yahe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4"/>
          <p:cNvSpPr txBox="1"/>
          <p:nvPr>
            <p:ph type="ctrTitle"/>
          </p:nvPr>
        </p:nvSpPr>
        <p:spPr>
          <a:xfrm>
            <a:off x="1524000" y="1322962"/>
            <a:ext cx="9144000" cy="2187001"/>
          </a:xfrm>
          <a:prstGeom prst="rect">
            <a:avLst/>
          </a:prstGeom>
          <a:noFill/>
          <a:ln>
            <a:noFill/>
          </a:ln>
        </p:spPr>
        <p:txBody>
          <a:bodyPr anchorCtr="0" anchor="b" bIns="45700" lIns="91425" spcFirstLastPara="1" rIns="91425" wrap="square" tIns="45700">
            <a:normAutofit/>
          </a:bodyPr>
          <a:lstStyle>
            <a:lvl1pPr lvl="0" algn="ctr">
              <a:lnSpc>
                <a:spcPct val="130000"/>
              </a:lnSpc>
              <a:spcBef>
                <a:spcPts val="0"/>
              </a:spcBef>
              <a:spcAft>
                <a:spcPts val="0"/>
              </a:spcAft>
              <a:buClr>
                <a:schemeClr val="dk1"/>
              </a:buClr>
              <a:buSzPts val="6000"/>
              <a:buFont typeface="Calibri"/>
              <a:buNone/>
              <a:defRPr sz="60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0" name="Google Shape;20;p1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rgbClr val="3F3F3F"/>
              </a:buClr>
              <a:buSzPts val="2400"/>
              <a:buNone/>
              <a:defRPr sz="2400">
                <a:solidFill>
                  <a:srgbClr val="3F3F3F"/>
                </a:solidFill>
                <a:latin typeface="Calibri"/>
                <a:ea typeface="Calibri"/>
                <a:cs typeface="Calibri"/>
                <a:sym typeface="Calibri"/>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sp>
        <p:nvSpPr>
          <p:cNvPr id="22" name="Google Shape;22;p15"/>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Clr>
                <a:schemeClr val="dk1"/>
              </a:buClr>
              <a:buSzPts val="3700"/>
              <a:buFont typeface="Calibri"/>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23" name="Google Shape;23;p15"/>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algn="l">
              <a:lnSpc>
                <a:spcPct val="115000"/>
              </a:lnSpc>
              <a:spcBef>
                <a:spcPts val="0"/>
              </a:spcBef>
              <a:spcAft>
                <a:spcPts val="0"/>
              </a:spcAft>
              <a:buClr>
                <a:schemeClr val="dk1"/>
              </a:buClr>
              <a:buSzPts val="2400"/>
              <a:buChar char="●"/>
              <a:defRPr/>
            </a:lvl1pPr>
            <a:lvl2pPr indent="-349250" lvl="1" marL="914400" algn="l">
              <a:lnSpc>
                <a:spcPct val="115000"/>
              </a:lnSpc>
              <a:spcBef>
                <a:spcPts val="0"/>
              </a:spcBef>
              <a:spcAft>
                <a:spcPts val="0"/>
              </a:spcAft>
              <a:buClr>
                <a:schemeClr val="dk1"/>
              </a:buClr>
              <a:buSzPts val="1900"/>
              <a:buChar char="○"/>
              <a:defRPr/>
            </a:lvl2pPr>
            <a:lvl3pPr indent="-349250" lvl="2" marL="1371600" algn="l">
              <a:lnSpc>
                <a:spcPct val="115000"/>
              </a:lnSpc>
              <a:spcBef>
                <a:spcPts val="0"/>
              </a:spcBef>
              <a:spcAft>
                <a:spcPts val="0"/>
              </a:spcAft>
              <a:buClr>
                <a:schemeClr val="dk1"/>
              </a:buClr>
              <a:buSzPts val="1900"/>
              <a:buChar char="■"/>
              <a:defRPr/>
            </a:lvl3pPr>
            <a:lvl4pPr indent="-349250" lvl="3" marL="1828800" algn="l">
              <a:lnSpc>
                <a:spcPct val="115000"/>
              </a:lnSpc>
              <a:spcBef>
                <a:spcPts val="0"/>
              </a:spcBef>
              <a:spcAft>
                <a:spcPts val="0"/>
              </a:spcAft>
              <a:buClr>
                <a:schemeClr val="dk1"/>
              </a:buClr>
              <a:buSzPts val="1900"/>
              <a:buChar char="●"/>
              <a:defRPr/>
            </a:lvl4pPr>
            <a:lvl5pPr indent="-349250" lvl="4" marL="2286000" algn="l">
              <a:lnSpc>
                <a:spcPct val="115000"/>
              </a:lnSpc>
              <a:spcBef>
                <a:spcPts val="0"/>
              </a:spcBef>
              <a:spcAft>
                <a:spcPts val="0"/>
              </a:spcAft>
              <a:buClr>
                <a:schemeClr val="dk1"/>
              </a:buClr>
              <a:buSzPts val="1900"/>
              <a:buChar char="○"/>
              <a:defRPr/>
            </a:lvl5pPr>
            <a:lvl6pPr indent="-349250" lvl="5" marL="2743200" algn="l">
              <a:lnSpc>
                <a:spcPct val="115000"/>
              </a:lnSpc>
              <a:spcBef>
                <a:spcPts val="0"/>
              </a:spcBef>
              <a:spcAft>
                <a:spcPts val="0"/>
              </a:spcAft>
              <a:buClr>
                <a:schemeClr val="dk1"/>
              </a:buClr>
              <a:buSzPts val="1900"/>
              <a:buChar char="■"/>
              <a:defRPr/>
            </a:lvl6pPr>
            <a:lvl7pPr indent="-349250" lvl="6" marL="3200400" algn="l">
              <a:lnSpc>
                <a:spcPct val="115000"/>
              </a:lnSpc>
              <a:spcBef>
                <a:spcPts val="0"/>
              </a:spcBef>
              <a:spcAft>
                <a:spcPts val="0"/>
              </a:spcAft>
              <a:buClr>
                <a:schemeClr val="dk1"/>
              </a:buClr>
              <a:buSzPts val="1900"/>
              <a:buChar char="●"/>
              <a:defRPr/>
            </a:lvl7pPr>
            <a:lvl8pPr indent="-349250" lvl="7" marL="3657600" algn="l">
              <a:lnSpc>
                <a:spcPct val="115000"/>
              </a:lnSpc>
              <a:spcBef>
                <a:spcPts val="0"/>
              </a:spcBef>
              <a:spcAft>
                <a:spcPts val="0"/>
              </a:spcAft>
              <a:buClr>
                <a:schemeClr val="dk1"/>
              </a:buClr>
              <a:buSzPts val="1900"/>
              <a:buChar char="○"/>
              <a:defRPr/>
            </a:lvl8pPr>
            <a:lvl9pPr indent="-349250" lvl="8" marL="4114800" algn="l">
              <a:lnSpc>
                <a:spcPct val="115000"/>
              </a:lnSpc>
              <a:spcBef>
                <a:spcPts val="0"/>
              </a:spcBef>
              <a:spcAft>
                <a:spcPts val="0"/>
              </a:spcAft>
              <a:buClr>
                <a:schemeClr val="dk1"/>
              </a:buClr>
              <a:buSzPts val="1900"/>
              <a:buChar char="■"/>
              <a:defRPr/>
            </a:lvl9pPr>
          </a:lstStyle>
          <a:p/>
        </p:txBody>
      </p:sp>
      <p:sp>
        <p:nvSpPr>
          <p:cNvPr id="24" name="Google Shape;24;p15"/>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16"/>
          <p:cNvSpPr txBox="1"/>
          <p:nvPr>
            <p:ph type="title"/>
          </p:nvPr>
        </p:nvSpPr>
        <p:spPr>
          <a:xfrm>
            <a:off x="647700" y="25844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Calibri"/>
              <a:buNone/>
              <a:defRPr b="1"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16"/>
          <p:cNvSpPr txBox="1"/>
          <p:nvPr>
            <p:ph idx="1" type="body"/>
          </p:nvPr>
        </p:nvSpPr>
        <p:spPr>
          <a:xfrm>
            <a:off x="647700" y="1825625"/>
            <a:ext cx="10515600" cy="435133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3F3F3F"/>
              </a:buClr>
              <a:buSzPts val="2800"/>
              <a:buNone/>
              <a:defRPr sz="2800">
                <a:solidFill>
                  <a:srgbClr val="3F3F3F"/>
                </a:solidFill>
                <a:latin typeface="Calibri"/>
                <a:ea typeface="Calibri"/>
                <a:cs typeface="Calibri"/>
                <a:sym typeface="Calibri"/>
              </a:defRPr>
            </a:lvl1pPr>
            <a:lvl2pPr indent="-381000" lvl="1" marL="914400" algn="l">
              <a:lnSpc>
                <a:spcPct val="90000"/>
              </a:lnSpc>
              <a:spcBef>
                <a:spcPts val="500"/>
              </a:spcBef>
              <a:spcAft>
                <a:spcPts val="0"/>
              </a:spcAft>
              <a:buClr>
                <a:srgbClr val="3F3F3F"/>
              </a:buClr>
              <a:buSzPts val="2400"/>
              <a:buChar char="•"/>
              <a:defRPr sz="2400">
                <a:solidFill>
                  <a:srgbClr val="3F3F3F"/>
                </a:solidFill>
                <a:latin typeface="Calibri"/>
                <a:ea typeface="Calibri"/>
                <a:cs typeface="Calibri"/>
                <a:sym typeface="Calibri"/>
              </a:defRPr>
            </a:lvl2pPr>
            <a:lvl3pPr indent="-355600" lvl="2" marL="1371600" algn="l">
              <a:lnSpc>
                <a:spcPct val="90000"/>
              </a:lnSpc>
              <a:spcBef>
                <a:spcPts val="500"/>
              </a:spcBef>
              <a:spcAft>
                <a:spcPts val="0"/>
              </a:spcAft>
              <a:buClr>
                <a:srgbClr val="3F3F3F"/>
              </a:buClr>
              <a:buSzPts val="2000"/>
              <a:buChar char="•"/>
              <a:defRPr sz="2000">
                <a:solidFill>
                  <a:srgbClr val="3F3F3F"/>
                </a:solidFill>
                <a:latin typeface="Calibri"/>
                <a:ea typeface="Calibri"/>
                <a:cs typeface="Calibri"/>
                <a:sym typeface="Calibri"/>
              </a:defRPr>
            </a:lvl3pPr>
            <a:lvl4pPr indent="-342900" lvl="3" marL="1828800" algn="l">
              <a:lnSpc>
                <a:spcPct val="90000"/>
              </a:lnSpc>
              <a:spcBef>
                <a:spcPts val="500"/>
              </a:spcBef>
              <a:spcAft>
                <a:spcPts val="0"/>
              </a:spcAft>
              <a:buClr>
                <a:srgbClr val="3F3F3F"/>
              </a:buClr>
              <a:buSzPts val="1800"/>
              <a:buChar char="•"/>
              <a:defRPr sz="1800">
                <a:solidFill>
                  <a:srgbClr val="3F3F3F"/>
                </a:solidFill>
                <a:latin typeface="Calibri"/>
                <a:ea typeface="Calibri"/>
                <a:cs typeface="Calibri"/>
                <a:sym typeface="Calibri"/>
              </a:defRPr>
            </a:lvl4pPr>
            <a:lvl5pPr indent="-342900" lvl="4" marL="2286000" algn="l">
              <a:lnSpc>
                <a:spcPct val="90000"/>
              </a:lnSpc>
              <a:spcBef>
                <a:spcPts val="500"/>
              </a:spcBef>
              <a:spcAft>
                <a:spcPts val="0"/>
              </a:spcAft>
              <a:buClr>
                <a:srgbClr val="3F3F3F"/>
              </a:buClr>
              <a:buSzPts val="1800"/>
              <a:buChar char="•"/>
              <a:defRPr sz="1800">
                <a:solidFill>
                  <a:srgbClr val="3F3F3F"/>
                </a:solidFill>
                <a:latin typeface="Calibri"/>
                <a:ea typeface="Calibri"/>
                <a:cs typeface="Calibri"/>
                <a:sym typeface="Calibri"/>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17"/>
          <p:cNvSpPr txBox="1"/>
          <p:nvPr>
            <p:ph type="title"/>
          </p:nvPr>
        </p:nvSpPr>
        <p:spPr>
          <a:xfrm>
            <a:off x="831850" y="3750945"/>
            <a:ext cx="9843135" cy="81153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17"/>
          <p:cNvSpPr txBox="1"/>
          <p:nvPr>
            <p:ph idx="1" type="body"/>
          </p:nvPr>
        </p:nvSpPr>
        <p:spPr>
          <a:xfrm>
            <a:off x="831850" y="4610028"/>
            <a:ext cx="7321550" cy="64755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rgbClr val="7F7F7F"/>
              </a:buClr>
              <a:buSzPts val="2400"/>
              <a:buNone/>
              <a:defRPr sz="2400">
                <a:solidFill>
                  <a:srgbClr val="7F7F7F"/>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4" name="Google Shape;34;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18"/>
          <p:cNvSpPr txBox="1"/>
          <p:nvPr>
            <p:ph type="title"/>
          </p:nvPr>
        </p:nvSpPr>
        <p:spPr>
          <a:xfrm>
            <a:off x="647700" y="25844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Calibri"/>
              <a:buNone/>
              <a:defRPr b="0" i="0"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18"/>
          <p:cNvSpPr txBox="1"/>
          <p:nvPr>
            <p:ph idx="1" type="body"/>
          </p:nvPr>
        </p:nvSpPr>
        <p:spPr>
          <a:xfrm>
            <a:off x="647700" y="1825625"/>
            <a:ext cx="5181600" cy="4351338"/>
          </a:xfrm>
          <a:prstGeom prst="rect">
            <a:avLst/>
          </a:prstGeom>
          <a:noFill/>
          <a:ln>
            <a:noFill/>
          </a:ln>
        </p:spPr>
        <p:txBody>
          <a:bodyPr anchorCtr="0" anchor="t" bIns="45700" lIns="91425" spcFirstLastPara="1" rIns="91425" wrap="square" tIns="45700">
            <a:normAutofit/>
          </a:bodyPr>
          <a:lstStyle>
            <a:lvl1pPr indent="-228600" lvl="0" marL="457200" algn="l">
              <a:lnSpc>
                <a:spcPct val="150000"/>
              </a:lnSpc>
              <a:spcBef>
                <a:spcPts val="1000"/>
              </a:spcBef>
              <a:spcAft>
                <a:spcPts val="0"/>
              </a:spcAft>
              <a:buClr>
                <a:srgbClr val="3F3F3F"/>
              </a:buClr>
              <a:buSzPts val="2800"/>
              <a:buNone/>
              <a:defRPr sz="2800">
                <a:solidFill>
                  <a:srgbClr val="3F3F3F"/>
                </a:solidFill>
                <a:latin typeface="Calibri"/>
                <a:ea typeface="Calibri"/>
                <a:cs typeface="Calibri"/>
                <a:sym typeface="Calibri"/>
              </a:defRPr>
            </a:lvl1pPr>
            <a:lvl2pPr indent="-381000" lvl="1" marL="914400" algn="l">
              <a:lnSpc>
                <a:spcPct val="150000"/>
              </a:lnSpc>
              <a:spcBef>
                <a:spcPts val="500"/>
              </a:spcBef>
              <a:spcAft>
                <a:spcPts val="0"/>
              </a:spcAft>
              <a:buClr>
                <a:srgbClr val="3F3F3F"/>
              </a:buClr>
              <a:buSzPts val="2400"/>
              <a:buChar char="•"/>
              <a:defRPr sz="2400">
                <a:solidFill>
                  <a:srgbClr val="3F3F3F"/>
                </a:solidFill>
                <a:latin typeface="Calibri"/>
                <a:ea typeface="Calibri"/>
                <a:cs typeface="Calibri"/>
                <a:sym typeface="Calibri"/>
              </a:defRPr>
            </a:lvl2pPr>
            <a:lvl3pPr indent="-355600" lvl="2" marL="1371600" algn="l">
              <a:lnSpc>
                <a:spcPct val="150000"/>
              </a:lnSpc>
              <a:spcBef>
                <a:spcPts val="500"/>
              </a:spcBef>
              <a:spcAft>
                <a:spcPts val="0"/>
              </a:spcAft>
              <a:buClr>
                <a:srgbClr val="3F3F3F"/>
              </a:buClr>
              <a:buSzPts val="2000"/>
              <a:buChar char="•"/>
              <a:defRPr sz="2000">
                <a:solidFill>
                  <a:srgbClr val="3F3F3F"/>
                </a:solidFill>
                <a:latin typeface="Calibri"/>
                <a:ea typeface="Calibri"/>
                <a:cs typeface="Calibri"/>
                <a:sym typeface="Calibri"/>
              </a:defRPr>
            </a:lvl3pPr>
            <a:lvl4pPr indent="-342900" lvl="3" marL="1828800" algn="l">
              <a:lnSpc>
                <a:spcPct val="150000"/>
              </a:lnSpc>
              <a:spcBef>
                <a:spcPts val="500"/>
              </a:spcBef>
              <a:spcAft>
                <a:spcPts val="0"/>
              </a:spcAft>
              <a:buClr>
                <a:srgbClr val="3F3F3F"/>
              </a:buClr>
              <a:buSzPts val="1800"/>
              <a:buChar char="•"/>
              <a:defRPr sz="1800">
                <a:solidFill>
                  <a:srgbClr val="3F3F3F"/>
                </a:solidFill>
                <a:latin typeface="Calibri"/>
                <a:ea typeface="Calibri"/>
                <a:cs typeface="Calibri"/>
                <a:sym typeface="Calibri"/>
              </a:defRPr>
            </a:lvl4pPr>
            <a:lvl5pPr indent="-342900" lvl="4" marL="2286000" algn="l">
              <a:lnSpc>
                <a:spcPct val="150000"/>
              </a:lnSpc>
              <a:spcBef>
                <a:spcPts val="500"/>
              </a:spcBef>
              <a:spcAft>
                <a:spcPts val="0"/>
              </a:spcAft>
              <a:buClr>
                <a:srgbClr val="3F3F3F"/>
              </a:buClr>
              <a:buSzPts val="1800"/>
              <a:buChar char="•"/>
              <a:defRPr sz="1800">
                <a:solidFill>
                  <a:srgbClr val="3F3F3F"/>
                </a:solidFill>
                <a:latin typeface="Calibri"/>
                <a:ea typeface="Calibri"/>
                <a:cs typeface="Calibri"/>
                <a:sym typeface="Calibri"/>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8"/>
          <p:cNvSpPr txBox="1"/>
          <p:nvPr>
            <p:ph idx="2" type="body"/>
          </p:nvPr>
        </p:nvSpPr>
        <p:spPr>
          <a:xfrm>
            <a:off x="5981700" y="1825625"/>
            <a:ext cx="5181600" cy="4351338"/>
          </a:xfrm>
          <a:prstGeom prst="rect">
            <a:avLst/>
          </a:prstGeom>
          <a:noFill/>
          <a:ln>
            <a:noFill/>
          </a:ln>
        </p:spPr>
        <p:txBody>
          <a:bodyPr anchorCtr="0" anchor="t" bIns="45700" lIns="91425" spcFirstLastPara="1" rIns="91425" wrap="square" tIns="45700">
            <a:normAutofit/>
          </a:bodyPr>
          <a:lstStyle>
            <a:lvl1pPr indent="-228600" lvl="0" marL="457200" algn="l">
              <a:lnSpc>
                <a:spcPct val="150000"/>
              </a:lnSpc>
              <a:spcBef>
                <a:spcPts val="1000"/>
              </a:spcBef>
              <a:spcAft>
                <a:spcPts val="0"/>
              </a:spcAft>
              <a:buClr>
                <a:srgbClr val="3F3F3F"/>
              </a:buClr>
              <a:buSzPts val="2800"/>
              <a:buNone/>
              <a:defRPr b="0" i="0" sz="2800" u="none" cap="none" strike="noStrike">
                <a:solidFill>
                  <a:srgbClr val="3F3F3F"/>
                </a:solidFill>
                <a:latin typeface="Calibri"/>
                <a:ea typeface="Calibri"/>
                <a:cs typeface="Calibri"/>
                <a:sym typeface="Calibri"/>
              </a:defRPr>
            </a:lvl1pPr>
            <a:lvl2pPr indent="-381000" lvl="1" marL="914400" algn="l">
              <a:lnSpc>
                <a:spcPct val="150000"/>
              </a:lnSpc>
              <a:spcBef>
                <a:spcPts val="500"/>
              </a:spcBef>
              <a:spcAft>
                <a:spcPts val="0"/>
              </a:spcAft>
              <a:buClr>
                <a:srgbClr val="3F3F3F"/>
              </a:buClr>
              <a:buSzPts val="2400"/>
              <a:buChar char="•"/>
              <a:defRPr sz="2400">
                <a:solidFill>
                  <a:srgbClr val="3F3F3F"/>
                </a:solidFill>
              </a:defRPr>
            </a:lvl2pPr>
            <a:lvl3pPr indent="-355600" lvl="2" marL="1371600" algn="l">
              <a:lnSpc>
                <a:spcPct val="150000"/>
              </a:lnSpc>
              <a:spcBef>
                <a:spcPts val="500"/>
              </a:spcBef>
              <a:spcAft>
                <a:spcPts val="0"/>
              </a:spcAft>
              <a:buClr>
                <a:srgbClr val="3F3F3F"/>
              </a:buClr>
              <a:buSzPts val="2000"/>
              <a:buChar char="•"/>
              <a:defRPr sz="2000">
                <a:solidFill>
                  <a:srgbClr val="3F3F3F"/>
                </a:solidFill>
              </a:defRPr>
            </a:lvl3pPr>
            <a:lvl4pPr indent="-355600" lvl="3" marL="1828800" algn="l">
              <a:lnSpc>
                <a:spcPct val="150000"/>
              </a:lnSpc>
              <a:spcBef>
                <a:spcPts val="500"/>
              </a:spcBef>
              <a:spcAft>
                <a:spcPts val="0"/>
              </a:spcAft>
              <a:buClr>
                <a:srgbClr val="3F3F3F"/>
              </a:buClr>
              <a:buSzPts val="2000"/>
              <a:buChar char="•"/>
              <a:defRPr sz="2000">
                <a:solidFill>
                  <a:srgbClr val="3F3F3F"/>
                </a:solidFill>
              </a:defRPr>
            </a:lvl4pPr>
            <a:lvl5pPr indent="-355600" lvl="4" marL="2286000" algn="l">
              <a:lnSpc>
                <a:spcPct val="150000"/>
              </a:lnSpc>
              <a:spcBef>
                <a:spcPts val="500"/>
              </a:spcBef>
              <a:spcAft>
                <a:spcPts val="0"/>
              </a:spcAft>
              <a:buClr>
                <a:srgbClr val="3F3F3F"/>
              </a:buClr>
              <a:buSzPts val="2000"/>
              <a:buChar char="•"/>
              <a:defRPr sz="2000">
                <a:solidFill>
                  <a:srgbClr val="3F3F3F"/>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1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Calibri"/>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19"/>
          <p:cNvSpPr txBox="1"/>
          <p:nvPr>
            <p:ph idx="1" type="body"/>
          </p:nvPr>
        </p:nvSpPr>
        <p:spPr>
          <a:xfrm>
            <a:off x="839788" y="1744961"/>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19"/>
          <p:cNvSpPr txBox="1"/>
          <p:nvPr>
            <p:ph idx="2" type="body"/>
          </p:nvPr>
        </p:nvSpPr>
        <p:spPr>
          <a:xfrm>
            <a:off x="839788" y="2615609"/>
            <a:ext cx="5157787" cy="357405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19"/>
          <p:cNvSpPr txBox="1"/>
          <p:nvPr>
            <p:ph idx="3" type="body"/>
          </p:nvPr>
        </p:nvSpPr>
        <p:spPr>
          <a:xfrm>
            <a:off x="6172200" y="1744961"/>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19"/>
          <p:cNvSpPr txBox="1"/>
          <p:nvPr>
            <p:ph idx="4" type="body"/>
          </p:nvPr>
        </p:nvSpPr>
        <p:spPr>
          <a:xfrm>
            <a:off x="6172200" y="2615609"/>
            <a:ext cx="5183188" cy="357405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0"/>
          <p:cNvSpPr txBox="1"/>
          <p:nvPr>
            <p:ph type="title"/>
          </p:nvPr>
        </p:nvSpPr>
        <p:spPr>
          <a:xfrm>
            <a:off x="838200" y="2766219"/>
            <a:ext cx="10515600" cy="132556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4400"/>
              <a:buFont typeface="Calibri"/>
              <a:buNone/>
              <a:defRPr b="0"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2" name="Shape 62"/>
        <p:cNvGrpSpPr/>
        <p:nvPr/>
      </p:nvGrpSpPr>
      <p:grpSpPr>
        <a:xfrm>
          <a:off x="0" y="0"/>
          <a:ext cx="0" cy="0"/>
          <a:chOff x="0" y="0"/>
          <a:chExt cx="0" cy="0"/>
        </a:xfrm>
      </p:grpSpPr>
      <p:sp>
        <p:nvSpPr>
          <p:cNvPr id="63" name="Google Shape;63;p22"/>
          <p:cNvSpPr txBox="1"/>
          <p:nvPr>
            <p:ph type="title"/>
          </p:nvPr>
        </p:nvSpPr>
        <p:spPr>
          <a:xfrm>
            <a:off x="646747" y="127000"/>
            <a:ext cx="4165200" cy="1600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b="0" sz="32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22"/>
          <p:cNvSpPr/>
          <p:nvPr>
            <p:ph idx="2" type="pic"/>
          </p:nvPr>
        </p:nvSpPr>
        <p:spPr>
          <a:xfrm>
            <a:off x="5184000" y="766354"/>
            <a:ext cx="5817375" cy="5094446"/>
          </a:xfrm>
          <a:prstGeom prst="rect">
            <a:avLst/>
          </a:prstGeom>
          <a:noFill/>
          <a:ln>
            <a:noFill/>
          </a:ln>
        </p:spPr>
      </p:sp>
      <p:sp>
        <p:nvSpPr>
          <p:cNvPr id="65" name="Google Shape;65;p22"/>
          <p:cNvSpPr txBox="1"/>
          <p:nvPr>
            <p:ph idx="1" type="body"/>
          </p:nvPr>
        </p:nvSpPr>
        <p:spPr>
          <a:xfrm>
            <a:off x="651827" y="2057400"/>
            <a:ext cx="4165200"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15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6" name="Google Shape;66;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9" name="Shape 69"/>
        <p:cNvGrpSpPr/>
        <p:nvPr/>
      </p:nvGrpSpPr>
      <p:grpSpPr>
        <a:xfrm>
          <a:off x="0" y="0"/>
          <a:ext cx="0" cy="0"/>
          <a:chOff x="0" y="0"/>
          <a:chExt cx="0" cy="0"/>
        </a:xfrm>
      </p:grpSpPr>
      <p:sp>
        <p:nvSpPr>
          <p:cNvPr id="70" name="Google Shape;70;p23"/>
          <p:cNvSpPr txBox="1"/>
          <p:nvPr>
            <p:ph type="title"/>
          </p:nvPr>
        </p:nvSpPr>
        <p:spPr>
          <a:xfrm rot="5400000">
            <a:off x="7683223" y="2506386"/>
            <a:ext cx="5811838" cy="152931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Calibri"/>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23"/>
          <p:cNvSpPr txBox="1"/>
          <p:nvPr>
            <p:ph idx="1" type="body"/>
          </p:nvPr>
        </p:nvSpPr>
        <p:spPr>
          <a:xfrm rot="5400000">
            <a:off x="2372260" y="-1168935"/>
            <a:ext cx="5811838" cy="887995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 name="Google Shape;72;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spTree>
      <p:nvGrpSpPr>
        <p:cNvPr id="75" name="Shape 75"/>
        <p:cNvGrpSpPr/>
        <p:nvPr/>
      </p:nvGrpSpPr>
      <p:grpSpPr>
        <a:xfrm>
          <a:off x="0" y="0"/>
          <a:ext cx="0" cy="0"/>
          <a:chOff x="0" y="0"/>
          <a:chExt cx="0" cy="0"/>
        </a:xfrm>
      </p:grpSpPr>
      <p:sp>
        <p:nvSpPr>
          <p:cNvPr id="76" name="Google Shape;76;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79" name="Google Shape;79;p24"/>
          <p:cNvSpPr txBox="1"/>
          <p:nvPr>
            <p:ph idx="1" type="body"/>
          </p:nvPr>
        </p:nvSpPr>
        <p:spPr>
          <a:xfrm>
            <a:off x="838200" y="551543"/>
            <a:ext cx="10515600" cy="555897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6" name="Shape 86"/>
        <p:cNvGrpSpPr/>
        <p:nvPr/>
      </p:nvGrpSpPr>
      <p:grpSpPr>
        <a:xfrm>
          <a:off x="0" y="0"/>
          <a:ext cx="0" cy="0"/>
          <a:chOff x="0" y="0"/>
          <a:chExt cx="0" cy="0"/>
        </a:xfrm>
      </p:grpSpPr>
      <p:sp>
        <p:nvSpPr>
          <p:cNvPr id="87" name="Google Shape;87;g3aed5ffb6aa_0_122"/>
          <p:cNvSpPr txBox="1"/>
          <p:nvPr>
            <p:ph type="ctrTitle"/>
          </p:nvPr>
        </p:nvSpPr>
        <p:spPr>
          <a:xfrm>
            <a:off x="1524000" y="1322962"/>
            <a:ext cx="9144000" cy="2187000"/>
          </a:xfrm>
          <a:prstGeom prst="rect">
            <a:avLst/>
          </a:prstGeom>
          <a:noFill/>
          <a:ln>
            <a:noFill/>
          </a:ln>
        </p:spPr>
        <p:txBody>
          <a:bodyPr anchorCtr="0" anchor="b" bIns="45700" lIns="91425" spcFirstLastPara="1" rIns="91425" wrap="square" tIns="45700">
            <a:normAutofit/>
          </a:bodyPr>
          <a:lstStyle>
            <a:lvl1pPr lvl="0" algn="ctr">
              <a:lnSpc>
                <a:spcPct val="130000"/>
              </a:lnSpc>
              <a:spcBef>
                <a:spcPts val="0"/>
              </a:spcBef>
              <a:spcAft>
                <a:spcPts val="0"/>
              </a:spcAft>
              <a:buClr>
                <a:schemeClr val="dk1"/>
              </a:buClr>
              <a:buSzPts val="6000"/>
              <a:buFont typeface="Calibri"/>
              <a:buNone/>
              <a:defRPr sz="60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g3aed5ffb6aa_0_12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g3aed5ffb6aa_0_12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g3aed5ffb6aa_0_12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1" name="Google Shape;91;g3aed5ffb6aa_0_122"/>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rgbClr val="3F3F3F"/>
              </a:buClr>
              <a:buSzPts val="2400"/>
              <a:buNone/>
              <a:defRPr sz="2400">
                <a:solidFill>
                  <a:srgbClr val="3F3F3F"/>
                </a:solidFill>
                <a:latin typeface="Calibri"/>
                <a:ea typeface="Calibri"/>
                <a:cs typeface="Calibri"/>
                <a:sym typeface="Calibri"/>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2" name="Shape 92"/>
        <p:cNvGrpSpPr/>
        <p:nvPr/>
      </p:nvGrpSpPr>
      <p:grpSpPr>
        <a:xfrm>
          <a:off x="0" y="0"/>
          <a:ext cx="0" cy="0"/>
          <a:chOff x="0" y="0"/>
          <a:chExt cx="0" cy="0"/>
        </a:xfrm>
      </p:grpSpPr>
      <p:sp>
        <p:nvSpPr>
          <p:cNvPr id="93" name="Google Shape;93;g3aed5ffb6aa_0_128"/>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Clr>
                <a:schemeClr val="dk1"/>
              </a:buClr>
              <a:buSzPts val="3700"/>
              <a:buFont typeface="Calibri"/>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94" name="Google Shape;94;g3aed5ffb6aa_0_128"/>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algn="l">
              <a:lnSpc>
                <a:spcPct val="115000"/>
              </a:lnSpc>
              <a:spcBef>
                <a:spcPts val="0"/>
              </a:spcBef>
              <a:spcAft>
                <a:spcPts val="0"/>
              </a:spcAft>
              <a:buClr>
                <a:schemeClr val="dk1"/>
              </a:buClr>
              <a:buSzPts val="2400"/>
              <a:buChar char="●"/>
              <a:defRPr/>
            </a:lvl1pPr>
            <a:lvl2pPr indent="-349250" lvl="1" marL="914400" algn="l">
              <a:lnSpc>
                <a:spcPct val="115000"/>
              </a:lnSpc>
              <a:spcBef>
                <a:spcPts val="0"/>
              </a:spcBef>
              <a:spcAft>
                <a:spcPts val="0"/>
              </a:spcAft>
              <a:buClr>
                <a:schemeClr val="dk1"/>
              </a:buClr>
              <a:buSzPts val="1900"/>
              <a:buChar char="○"/>
              <a:defRPr/>
            </a:lvl2pPr>
            <a:lvl3pPr indent="-349250" lvl="2" marL="1371600" algn="l">
              <a:lnSpc>
                <a:spcPct val="115000"/>
              </a:lnSpc>
              <a:spcBef>
                <a:spcPts val="0"/>
              </a:spcBef>
              <a:spcAft>
                <a:spcPts val="0"/>
              </a:spcAft>
              <a:buClr>
                <a:schemeClr val="dk1"/>
              </a:buClr>
              <a:buSzPts val="1900"/>
              <a:buChar char="■"/>
              <a:defRPr/>
            </a:lvl3pPr>
            <a:lvl4pPr indent="-349250" lvl="3" marL="1828800" algn="l">
              <a:lnSpc>
                <a:spcPct val="115000"/>
              </a:lnSpc>
              <a:spcBef>
                <a:spcPts val="0"/>
              </a:spcBef>
              <a:spcAft>
                <a:spcPts val="0"/>
              </a:spcAft>
              <a:buClr>
                <a:schemeClr val="dk1"/>
              </a:buClr>
              <a:buSzPts val="1900"/>
              <a:buChar char="●"/>
              <a:defRPr/>
            </a:lvl4pPr>
            <a:lvl5pPr indent="-349250" lvl="4" marL="2286000" algn="l">
              <a:lnSpc>
                <a:spcPct val="115000"/>
              </a:lnSpc>
              <a:spcBef>
                <a:spcPts val="0"/>
              </a:spcBef>
              <a:spcAft>
                <a:spcPts val="0"/>
              </a:spcAft>
              <a:buClr>
                <a:schemeClr val="dk1"/>
              </a:buClr>
              <a:buSzPts val="1900"/>
              <a:buChar char="○"/>
              <a:defRPr/>
            </a:lvl5pPr>
            <a:lvl6pPr indent="-349250" lvl="5" marL="2743200" algn="l">
              <a:lnSpc>
                <a:spcPct val="115000"/>
              </a:lnSpc>
              <a:spcBef>
                <a:spcPts val="0"/>
              </a:spcBef>
              <a:spcAft>
                <a:spcPts val="0"/>
              </a:spcAft>
              <a:buClr>
                <a:schemeClr val="dk1"/>
              </a:buClr>
              <a:buSzPts val="1900"/>
              <a:buChar char="■"/>
              <a:defRPr/>
            </a:lvl6pPr>
            <a:lvl7pPr indent="-349250" lvl="6" marL="3200400" algn="l">
              <a:lnSpc>
                <a:spcPct val="115000"/>
              </a:lnSpc>
              <a:spcBef>
                <a:spcPts val="0"/>
              </a:spcBef>
              <a:spcAft>
                <a:spcPts val="0"/>
              </a:spcAft>
              <a:buClr>
                <a:schemeClr val="dk1"/>
              </a:buClr>
              <a:buSzPts val="1900"/>
              <a:buChar char="●"/>
              <a:defRPr/>
            </a:lvl7pPr>
            <a:lvl8pPr indent="-349250" lvl="7" marL="3657600" algn="l">
              <a:lnSpc>
                <a:spcPct val="115000"/>
              </a:lnSpc>
              <a:spcBef>
                <a:spcPts val="0"/>
              </a:spcBef>
              <a:spcAft>
                <a:spcPts val="0"/>
              </a:spcAft>
              <a:buClr>
                <a:schemeClr val="dk1"/>
              </a:buClr>
              <a:buSzPts val="1900"/>
              <a:buChar char="○"/>
              <a:defRPr/>
            </a:lvl8pPr>
            <a:lvl9pPr indent="-349250" lvl="8" marL="4114800" algn="l">
              <a:lnSpc>
                <a:spcPct val="115000"/>
              </a:lnSpc>
              <a:spcBef>
                <a:spcPts val="0"/>
              </a:spcBef>
              <a:spcAft>
                <a:spcPts val="0"/>
              </a:spcAft>
              <a:buClr>
                <a:schemeClr val="dk1"/>
              </a:buClr>
              <a:buSzPts val="1900"/>
              <a:buChar char="■"/>
              <a:defRPr/>
            </a:lvl9pPr>
          </a:lstStyle>
          <a:p/>
        </p:txBody>
      </p:sp>
      <p:sp>
        <p:nvSpPr>
          <p:cNvPr id="95" name="Google Shape;95;g3aed5ffb6aa_0_128"/>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6" name="Shape 96"/>
        <p:cNvGrpSpPr/>
        <p:nvPr/>
      </p:nvGrpSpPr>
      <p:grpSpPr>
        <a:xfrm>
          <a:off x="0" y="0"/>
          <a:ext cx="0" cy="0"/>
          <a:chOff x="0" y="0"/>
          <a:chExt cx="0" cy="0"/>
        </a:xfrm>
      </p:grpSpPr>
      <p:sp>
        <p:nvSpPr>
          <p:cNvPr id="97" name="Google Shape;97;g3aed5ffb6aa_0_132"/>
          <p:cNvSpPr txBox="1"/>
          <p:nvPr>
            <p:ph type="title"/>
          </p:nvPr>
        </p:nvSpPr>
        <p:spPr>
          <a:xfrm>
            <a:off x="647700" y="25844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Calibri"/>
              <a:buNone/>
              <a:defRPr b="1"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g3aed5ffb6aa_0_132"/>
          <p:cNvSpPr txBox="1"/>
          <p:nvPr>
            <p:ph idx="1" type="body"/>
          </p:nvPr>
        </p:nvSpPr>
        <p:spPr>
          <a:xfrm>
            <a:off x="647700" y="1825625"/>
            <a:ext cx="10515600" cy="4351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3F3F3F"/>
              </a:buClr>
              <a:buSzPts val="2800"/>
              <a:buNone/>
              <a:defRPr sz="2800">
                <a:solidFill>
                  <a:srgbClr val="3F3F3F"/>
                </a:solidFill>
                <a:latin typeface="Calibri"/>
                <a:ea typeface="Calibri"/>
                <a:cs typeface="Calibri"/>
                <a:sym typeface="Calibri"/>
              </a:defRPr>
            </a:lvl1pPr>
            <a:lvl2pPr indent="-381000" lvl="1" marL="914400" algn="l">
              <a:lnSpc>
                <a:spcPct val="90000"/>
              </a:lnSpc>
              <a:spcBef>
                <a:spcPts val="500"/>
              </a:spcBef>
              <a:spcAft>
                <a:spcPts val="0"/>
              </a:spcAft>
              <a:buClr>
                <a:srgbClr val="3F3F3F"/>
              </a:buClr>
              <a:buSzPts val="2400"/>
              <a:buChar char="•"/>
              <a:defRPr sz="2400">
                <a:solidFill>
                  <a:srgbClr val="3F3F3F"/>
                </a:solidFill>
                <a:latin typeface="Calibri"/>
                <a:ea typeface="Calibri"/>
                <a:cs typeface="Calibri"/>
                <a:sym typeface="Calibri"/>
              </a:defRPr>
            </a:lvl2pPr>
            <a:lvl3pPr indent="-355600" lvl="2" marL="1371600" algn="l">
              <a:lnSpc>
                <a:spcPct val="90000"/>
              </a:lnSpc>
              <a:spcBef>
                <a:spcPts val="500"/>
              </a:spcBef>
              <a:spcAft>
                <a:spcPts val="0"/>
              </a:spcAft>
              <a:buClr>
                <a:srgbClr val="3F3F3F"/>
              </a:buClr>
              <a:buSzPts val="2000"/>
              <a:buChar char="•"/>
              <a:defRPr sz="2000">
                <a:solidFill>
                  <a:srgbClr val="3F3F3F"/>
                </a:solidFill>
                <a:latin typeface="Calibri"/>
                <a:ea typeface="Calibri"/>
                <a:cs typeface="Calibri"/>
                <a:sym typeface="Calibri"/>
              </a:defRPr>
            </a:lvl3pPr>
            <a:lvl4pPr indent="-342900" lvl="3" marL="1828800" algn="l">
              <a:lnSpc>
                <a:spcPct val="90000"/>
              </a:lnSpc>
              <a:spcBef>
                <a:spcPts val="500"/>
              </a:spcBef>
              <a:spcAft>
                <a:spcPts val="0"/>
              </a:spcAft>
              <a:buClr>
                <a:srgbClr val="3F3F3F"/>
              </a:buClr>
              <a:buSzPts val="1800"/>
              <a:buChar char="•"/>
              <a:defRPr sz="1800">
                <a:solidFill>
                  <a:srgbClr val="3F3F3F"/>
                </a:solidFill>
                <a:latin typeface="Calibri"/>
                <a:ea typeface="Calibri"/>
                <a:cs typeface="Calibri"/>
                <a:sym typeface="Calibri"/>
              </a:defRPr>
            </a:lvl4pPr>
            <a:lvl5pPr indent="-342900" lvl="4" marL="2286000" algn="l">
              <a:lnSpc>
                <a:spcPct val="90000"/>
              </a:lnSpc>
              <a:spcBef>
                <a:spcPts val="500"/>
              </a:spcBef>
              <a:spcAft>
                <a:spcPts val="0"/>
              </a:spcAft>
              <a:buClr>
                <a:srgbClr val="3F3F3F"/>
              </a:buClr>
              <a:buSzPts val="1800"/>
              <a:buChar char="•"/>
              <a:defRPr sz="1800">
                <a:solidFill>
                  <a:srgbClr val="3F3F3F"/>
                </a:solidFill>
                <a:latin typeface="Calibri"/>
                <a:ea typeface="Calibri"/>
                <a:cs typeface="Calibri"/>
                <a:sym typeface="Calibri"/>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9" name="Google Shape;99;g3aed5ffb6aa_0_13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g3aed5ffb6aa_0_13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g3aed5ffb6aa_0_13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2" name="Shape 102"/>
        <p:cNvGrpSpPr/>
        <p:nvPr/>
      </p:nvGrpSpPr>
      <p:grpSpPr>
        <a:xfrm>
          <a:off x="0" y="0"/>
          <a:ext cx="0" cy="0"/>
          <a:chOff x="0" y="0"/>
          <a:chExt cx="0" cy="0"/>
        </a:xfrm>
      </p:grpSpPr>
      <p:sp>
        <p:nvSpPr>
          <p:cNvPr id="103" name="Google Shape;103;g3aed5ffb6aa_0_138"/>
          <p:cNvSpPr txBox="1"/>
          <p:nvPr>
            <p:ph type="title"/>
          </p:nvPr>
        </p:nvSpPr>
        <p:spPr>
          <a:xfrm>
            <a:off x="831850" y="3750945"/>
            <a:ext cx="9843000" cy="8115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 name="Google Shape;104;g3aed5ffb6aa_0_138"/>
          <p:cNvSpPr txBox="1"/>
          <p:nvPr>
            <p:ph idx="1" type="body"/>
          </p:nvPr>
        </p:nvSpPr>
        <p:spPr>
          <a:xfrm>
            <a:off x="831850" y="4610028"/>
            <a:ext cx="7321500" cy="6477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rgbClr val="7F7F7F"/>
              </a:buClr>
              <a:buSzPts val="2400"/>
              <a:buNone/>
              <a:defRPr sz="2400">
                <a:solidFill>
                  <a:srgbClr val="7F7F7F"/>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05" name="Google Shape;105;g3aed5ffb6aa_0_13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g3aed5ffb6aa_0_13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g3aed5ffb6aa_0_13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8" name="Shape 108"/>
        <p:cNvGrpSpPr/>
        <p:nvPr/>
      </p:nvGrpSpPr>
      <p:grpSpPr>
        <a:xfrm>
          <a:off x="0" y="0"/>
          <a:ext cx="0" cy="0"/>
          <a:chOff x="0" y="0"/>
          <a:chExt cx="0" cy="0"/>
        </a:xfrm>
      </p:grpSpPr>
      <p:sp>
        <p:nvSpPr>
          <p:cNvPr id="109" name="Google Shape;109;g3aed5ffb6aa_0_144"/>
          <p:cNvSpPr txBox="1"/>
          <p:nvPr>
            <p:ph type="title"/>
          </p:nvPr>
        </p:nvSpPr>
        <p:spPr>
          <a:xfrm>
            <a:off x="647700" y="25844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Calibri"/>
              <a:buNone/>
              <a:defRPr b="0" i="0"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0" name="Google Shape;110;g3aed5ffb6aa_0_144"/>
          <p:cNvSpPr txBox="1"/>
          <p:nvPr>
            <p:ph idx="1" type="body"/>
          </p:nvPr>
        </p:nvSpPr>
        <p:spPr>
          <a:xfrm>
            <a:off x="647700" y="1825625"/>
            <a:ext cx="5181600" cy="4351200"/>
          </a:xfrm>
          <a:prstGeom prst="rect">
            <a:avLst/>
          </a:prstGeom>
          <a:noFill/>
          <a:ln>
            <a:noFill/>
          </a:ln>
        </p:spPr>
        <p:txBody>
          <a:bodyPr anchorCtr="0" anchor="t" bIns="45700" lIns="91425" spcFirstLastPara="1" rIns="91425" wrap="square" tIns="45700">
            <a:normAutofit/>
          </a:bodyPr>
          <a:lstStyle>
            <a:lvl1pPr indent="-228600" lvl="0" marL="457200" algn="l">
              <a:lnSpc>
                <a:spcPct val="150000"/>
              </a:lnSpc>
              <a:spcBef>
                <a:spcPts val="1000"/>
              </a:spcBef>
              <a:spcAft>
                <a:spcPts val="0"/>
              </a:spcAft>
              <a:buClr>
                <a:srgbClr val="3F3F3F"/>
              </a:buClr>
              <a:buSzPts val="2800"/>
              <a:buNone/>
              <a:defRPr sz="2800">
                <a:solidFill>
                  <a:srgbClr val="3F3F3F"/>
                </a:solidFill>
                <a:latin typeface="Calibri"/>
                <a:ea typeface="Calibri"/>
                <a:cs typeface="Calibri"/>
                <a:sym typeface="Calibri"/>
              </a:defRPr>
            </a:lvl1pPr>
            <a:lvl2pPr indent="-381000" lvl="1" marL="914400" algn="l">
              <a:lnSpc>
                <a:spcPct val="150000"/>
              </a:lnSpc>
              <a:spcBef>
                <a:spcPts val="500"/>
              </a:spcBef>
              <a:spcAft>
                <a:spcPts val="0"/>
              </a:spcAft>
              <a:buClr>
                <a:srgbClr val="3F3F3F"/>
              </a:buClr>
              <a:buSzPts val="2400"/>
              <a:buChar char="•"/>
              <a:defRPr sz="2400">
                <a:solidFill>
                  <a:srgbClr val="3F3F3F"/>
                </a:solidFill>
                <a:latin typeface="Calibri"/>
                <a:ea typeface="Calibri"/>
                <a:cs typeface="Calibri"/>
                <a:sym typeface="Calibri"/>
              </a:defRPr>
            </a:lvl2pPr>
            <a:lvl3pPr indent="-355600" lvl="2" marL="1371600" algn="l">
              <a:lnSpc>
                <a:spcPct val="150000"/>
              </a:lnSpc>
              <a:spcBef>
                <a:spcPts val="500"/>
              </a:spcBef>
              <a:spcAft>
                <a:spcPts val="0"/>
              </a:spcAft>
              <a:buClr>
                <a:srgbClr val="3F3F3F"/>
              </a:buClr>
              <a:buSzPts val="2000"/>
              <a:buChar char="•"/>
              <a:defRPr sz="2000">
                <a:solidFill>
                  <a:srgbClr val="3F3F3F"/>
                </a:solidFill>
                <a:latin typeface="Calibri"/>
                <a:ea typeface="Calibri"/>
                <a:cs typeface="Calibri"/>
                <a:sym typeface="Calibri"/>
              </a:defRPr>
            </a:lvl3pPr>
            <a:lvl4pPr indent="-342900" lvl="3" marL="1828800" algn="l">
              <a:lnSpc>
                <a:spcPct val="150000"/>
              </a:lnSpc>
              <a:spcBef>
                <a:spcPts val="500"/>
              </a:spcBef>
              <a:spcAft>
                <a:spcPts val="0"/>
              </a:spcAft>
              <a:buClr>
                <a:srgbClr val="3F3F3F"/>
              </a:buClr>
              <a:buSzPts val="1800"/>
              <a:buChar char="•"/>
              <a:defRPr sz="1800">
                <a:solidFill>
                  <a:srgbClr val="3F3F3F"/>
                </a:solidFill>
                <a:latin typeface="Calibri"/>
                <a:ea typeface="Calibri"/>
                <a:cs typeface="Calibri"/>
                <a:sym typeface="Calibri"/>
              </a:defRPr>
            </a:lvl4pPr>
            <a:lvl5pPr indent="-342900" lvl="4" marL="2286000" algn="l">
              <a:lnSpc>
                <a:spcPct val="150000"/>
              </a:lnSpc>
              <a:spcBef>
                <a:spcPts val="500"/>
              </a:spcBef>
              <a:spcAft>
                <a:spcPts val="0"/>
              </a:spcAft>
              <a:buClr>
                <a:srgbClr val="3F3F3F"/>
              </a:buClr>
              <a:buSzPts val="1800"/>
              <a:buChar char="•"/>
              <a:defRPr sz="1800">
                <a:solidFill>
                  <a:srgbClr val="3F3F3F"/>
                </a:solidFill>
                <a:latin typeface="Calibri"/>
                <a:ea typeface="Calibri"/>
                <a:cs typeface="Calibri"/>
                <a:sym typeface="Calibri"/>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1" name="Google Shape;111;g3aed5ffb6aa_0_144"/>
          <p:cNvSpPr txBox="1"/>
          <p:nvPr>
            <p:ph idx="2" type="body"/>
          </p:nvPr>
        </p:nvSpPr>
        <p:spPr>
          <a:xfrm>
            <a:off x="5981700" y="1825625"/>
            <a:ext cx="5181600" cy="4351200"/>
          </a:xfrm>
          <a:prstGeom prst="rect">
            <a:avLst/>
          </a:prstGeom>
          <a:noFill/>
          <a:ln>
            <a:noFill/>
          </a:ln>
        </p:spPr>
        <p:txBody>
          <a:bodyPr anchorCtr="0" anchor="t" bIns="45700" lIns="91425" spcFirstLastPara="1" rIns="91425" wrap="square" tIns="45700">
            <a:normAutofit/>
          </a:bodyPr>
          <a:lstStyle>
            <a:lvl1pPr indent="-228600" lvl="0" marL="457200" algn="l">
              <a:lnSpc>
                <a:spcPct val="150000"/>
              </a:lnSpc>
              <a:spcBef>
                <a:spcPts val="1000"/>
              </a:spcBef>
              <a:spcAft>
                <a:spcPts val="0"/>
              </a:spcAft>
              <a:buClr>
                <a:srgbClr val="3F3F3F"/>
              </a:buClr>
              <a:buSzPts val="2800"/>
              <a:buNone/>
              <a:defRPr b="0" i="0" sz="2800" u="none" cap="none" strike="noStrike">
                <a:solidFill>
                  <a:srgbClr val="3F3F3F"/>
                </a:solidFill>
                <a:latin typeface="Calibri"/>
                <a:ea typeface="Calibri"/>
                <a:cs typeface="Calibri"/>
                <a:sym typeface="Calibri"/>
              </a:defRPr>
            </a:lvl1pPr>
            <a:lvl2pPr indent="-381000" lvl="1" marL="914400" algn="l">
              <a:lnSpc>
                <a:spcPct val="150000"/>
              </a:lnSpc>
              <a:spcBef>
                <a:spcPts val="500"/>
              </a:spcBef>
              <a:spcAft>
                <a:spcPts val="0"/>
              </a:spcAft>
              <a:buClr>
                <a:srgbClr val="3F3F3F"/>
              </a:buClr>
              <a:buSzPts val="2400"/>
              <a:buChar char="•"/>
              <a:defRPr sz="2400">
                <a:solidFill>
                  <a:srgbClr val="3F3F3F"/>
                </a:solidFill>
              </a:defRPr>
            </a:lvl2pPr>
            <a:lvl3pPr indent="-355600" lvl="2" marL="1371600" algn="l">
              <a:lnSpc>
                <a:spcPct val="150000"/>
              </a:lnSpc>
              <a:spcBef>
                <a:spcPts val="500"/>
              </a:spcBef>
              <a:spcAft>
                <a:spcPts val="0"/>
              </a:spcAft>
              <a:buClr>
                <a:srgbClr val="3F3F3F"/>
              </a:buClr>
              <a:buSzPts val="2000"/>
              <a:buChar char="•"/>
              <a:defRPr sz="2000">
                <a:solidFill>
                  <a:srgbClr val="3F3F3F"/>
                </a:solidFill>
              </a:defRPr>
            </a:lvl3pPr>
            <a:lvl4pPr indent="-355600" lvl="3" marL="1828800" algn="l">
              <a:lnSpc>
                <a:spcPct val="150000"/>
              </a:lnSpc>
              <a:spcBef>
                <a:spcPts val="500"/>
              </a:spcBef>
              <a:spcAft>
                <a:spcPts val="0"/>
              </a:spcAft>
              <a:buClr>
                <a:srgbClr val="3F3F3F"/>
              </a:buClr>
              <a:buSzPts val="2000"/>
              <a:buChar char="•"/>
              <a:defRPr sz="2000">
                <a:solidFill>
                  <a:srgbClr val="3F3F3F"/>
                </a:solidFill>
              </a:defRPr>
            </a:lvl4pPr>
            <a:lvl5pPr indent="-355600" lvl="4" marL="2286000" algn="l">
              <a:lnSpc>
                <a:spcPct val="150000"/>
              </a:lnSpc>
              <a:spcBef>
                <a:spcPts val="500"/>
              </a:spcBef>
              <a:spcAft>
                <a:spcPts val="0"/>
              </a:spcAft>
              <a:buClr>
                <a:srgbClr val="3F3F3F"/>
              </a:buClr>
              <a:buSzPts val="2000"/>
              <a:buChar char="•"/>
              <a:defRPr sz="2000">
                <a:solidFill>
                  <a:srgbClr val="3F3F3F"/>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2" name="Google Shape;112;g3aed5ffb6aa_0_14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g3aed5ffb6aa_0_14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g3aed5ffb6aa_0_14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5" name="Shape 115"/>
        <p:cNvGrpSpPr/>
        <p:nvPr/>
      </p:nvGrpSpPr>
      <p:grpSpPr>
        <a:xfrm>
          <a:off x="0" y="0"/>
          <a:ext cx="0" cy="0"/>
          <a:chOff x="0" y="0"/>
          <a:chExt cx="0" cy="0"/>
        </a:xfrm>
      </p:grpSpPr>
      <p:sp>
        <p:nvSpPr>
          <p:cNvPr id="116" name="Google Shape;116;g3aed5ffb6aa_0_151"/>
          <p:cNvSpPr txBox="1"/>
          <p:nvPr>
            <p:ph type="title"/>
          </p:nvPr>
        </p:nvSpPr>
        <p:spPr>
          <a:xfrm>
            <a:off x="839788"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Calibri"/>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7" name="Google Shape;117;g3aed5ffb6aa_0_151"/>
          <p:cNvSpPr txBox="1"/>
          <p:nvPr>
            <p:ph idx="1" type="body"/>
          </p:nvPr>
        </p:nvSpPr>
        <p:spPr>
          <a:xfrm>
            <a:off x="839788" y="1744961"/>
            <a:ext cx="51579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18" name="Google Shape;118;g3aed5ffb6aa_0_151"/>
          <p:cNvSpPr txBox="1"/>
          <p:nvPr>
            <p:ph idx="2" type="body"/>
          </p:nvPr>
        </p:nvSpPr>
        <p:spPr>
          <a:xfrm>
            <a:off x="839788" y="2615609"/>
            <a:ext cx="5157900" cy="3574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9" name="Google Shape;119;g3aed5ffb6aa_0_151"/>
          <p:cNvSpPr txBox="1"/>
          <p:nvPr>
            <p:ph idx="3" type="body"/>
          </p:nvPr>
        </p:nvSpPr>
        <p:spPr>
          <a:xfrm>
            <a:off x="6172200" y="1744961"/>
            <a:ext cx="51831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0" name="Google Shape;120;g3aed5ffb6aa_0_151"/>
          <p:cNvSpPr txBox="1"/>
          <p:nvPr>
            <p:ph idx="4" type="body"/>
          </p:nvPr>
        </p:nvSpPr>
        <p:spPr>
          <a:xfrm>
            <a:off x="6172200" y="2615609"/>
            <a:ext cx="5183100" cy="3574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1" name="Google Shape;121;g3aed5ffb6aa_0_15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g3aed5ffb6aa_0_15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g3aed5ffb6aa_0_15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4" name="Shape 124"/>
        <p:cNvGrpSpPr/>
        <p:nvPr/>
      </p:nvGrpSpPr>
      <p:grpSpPr>
        <a:xfrm>
          <a:off x="0" y="0"/>
          <a:ext cx="0" cy="0"/>
          <a:chOff x="0" y="0"/>
          <a:chExt cx="0" cy="0"/>
        </a:xfrm>
      </p:grpSpPr>
      <p:sp>
        <p:nvSpPr>
          <p:cNvPr id="125" name="Google Shape;125;g3aed5ffb6aa_0_160"/>
          <p:cNvSpPr txBox="1"/>
          <p:nvPr>
            <p:ph type="title"/>
          </p:nvPr>
        </p:nvSpPr>
        <p:spPr>
          <a:xfrm>
            <a:off x="838200" y="2766219"/>
            <a:ext cx="10515600" cy="13257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4400"/>
              <a:buFont typeface="Calibri"/>
              <a:buNone/>
              <a:defRPr b="0"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6" name="Google Shape;126;g3aed5ffb6aa_0_16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g3aed5ffb6aa_0_16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g3aed5ffb6aa_0_16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9" name="Shape 129"/>
        <p:cNvGrpSpPr/>
        <p:nvPr/>
      </p:nvGrpSpPr>
      <p:grpSpPr>
        <a:xfrm>
          <a:off x="0" y="0"/>
          <a:ext cx="0" cy="0"/>
          <a:chOff x="0" y="0"/>
          <a:chExt cx="0" cy="0"/>
        </a:xfrm>
      </p:grpSpPr>
      <p:sp>
        <p:nvSpPr>
          <p:cNvPr id="130" name="Google Shape;130;g3aed5ffb6aa_0_16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g3aed5ffb6aa_0_16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g3aed5ffb6aa_0_16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3" name="Shape 133"/>
        <p:cNvGrpSpPr/>
        <p:nvPr/>
      </p:nvGrpSpPr>
      <p:grpSpPr>
        <a:xfrm>
          <a:off x="0" y="0"/>
          <a:ext cx="0" cy="0"/>
          <a:chOff x="0" y="0"/>
          <a:chExt cx="0" cy="0"/>
        </a:xfrm>
      </p:grpSpPr>
      <p:sp>
        <p:nvSpPr>
          <p:cNvPr id="134" name="Google Shape;134;g3aed5ffb6aa_0_169"/>
          <p:cNvSpPr txBox="1"/>
          <p:nvPr>
            <p:ph type="title"/>
          </p:nvPr>
        </p:nvSpPr>
        <p:spPr>
          <a:xfrm>
            <a:off x="646747" y="127000"/>
            <a:ext cx="4165200" cy="1600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b="0" sz="32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5" name="Google Shape;135;g3aed5ffb6aa_0_169"/>
          <p:cNvSpPr/>
          <p:nvPr>
            <p:ph idx="2" type="pic"/>
          </p:nvPr>
        </p:nvSpPr>
        <p:spPr>
          <a:xfrm>
            <a:off x="5184000" y="766354"/>
            <a:ext cx="5817300" cy="5094300"/>
          </a:xfrm>
          <a:prstGeom prst="rect">
            <a:avLst/>
          </a:prstGeom>
          <a:noFill/>
          <a:ln>
            <a:noFill/>
          </a:ln>
        </p:spPr>
      </p:sp>
      <p:sp>
        <p:nvSpPr>
          <p:cNvPr id="136" name="Google Shape;136;g3aed5ffb6aa_0_169"/>
          <p:cNvSpPr txBox="1"/>
          <p:nvPr>
            <p:ph idx="1" type="body"/>
          </p:nvPr>
        </p:nvSpPr>
        <p:spPr>
          <a:xfrm>
            <a:off x="651827" y="2057400"/>
            <a:ext cx="41652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15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37" name="Google Shape;137;g3aed5ffb6aa_0_169"/>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g3aed5ffb6aa_0_16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g3aed5ffb6aa_0_16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0" name="Shape 140"/>
        <p:cNvGrpSpPr/>
        <p:nvPr/>
      </p:nvGrpSpPr>
      <p:grpSpPr>
        <a:xfrm>
          <a:off x="0" y="0"/>
          <a:ext cx="0" cy="0"/>
          <a:chOff x="0" y="0"/>
          <a:chExt cx="0" cy="0"/>
        </a:xfrm>
      </p:grpSpPr>
      <p:sp>
        <p:nvSpPr>
          <p:cNvPr id="141" name="Google Shape;141;g3aed5ffb6aa_0_176"/>
          <p:cNvSpPr txBox="1"/>
          <p:nvPr>
            <p:ph type="title"/>
          </p:nvPr>
        </p:nvSpPr>
        <p:spPr>
          <a:xfrm rot="5400000">
            <a:off x="7683150" y="2506375"/>
            <a:ext cx="5811900" cy="15294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Calibri"/>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2" name="Google Shape;142;g3aed5ffb6aa_0_176"/>
          <p:cNvSpPr txBox="1"/>
          <p:nvPr>
            <p:ph idx="1" type="body"/>
          </p:nvPr>
        </p:nvSpPr>
        <p:spPr>
          <a:xfrm rot="5400000">
            <a:off x="2372208" y="-1168925"/>
            <a:ext cx="5811900" cy="8880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3" name="Google Shape;143;g3aed5ffb6aa_0_176"/>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g3aed5ffb6aa_0_17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5" name="Google Shape;145;g3aed5ffb6aa_0_17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spTree>
      <p:nvGrpSpPr>
        <p:cNvPr id="146" name="Shape 146"/>
        <p:cNvGrpSpPr/>
        <p:nvPr/>
      </p:nvGrpSpPr>
      <p:grpSpPr>
        <a:xfrm>
          <a:off x="0" y="0"/>
          <a:ext cx="0" cy="0"/>
          <a:chOff x="0" y="0"/>
          <a:chExt cx="0" cy="0"/>
        </a:xfrm>
      </p:grpSpPr>
      <p:sp>
        <p:nvSpPr>
          <p:cNvPr id="147" name="Google Shape;147;g3aed5ffb6aa_0_18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g3aed5ffb6aa_0_18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 name="Google Shape;149;g3aed5ffb6aa_0_18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50" name="Google Shape;150;g3aed5ffb6aa_0_182"/>
          <p:cNvSpPr txBox="1"/>
          <p:nvPr>
            <p:ph idx="1" type="body"/>
          </p:nvPr>
        </p:nvSpPr>
        <p:spPr>
          <a:xfrm>
            <a:off x="838200" y="551543"/>
            <a:ext cx="10515600" cy="5559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000"/>
              <a:buFont typeface="Calibri"/>
              <a:buNone/>
              <a:defRPr b="0" i="0" sz="4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90000"/>
              </a:lnSpc>
              <a:spcBef>
                <a:spcPts val="10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0" name="Shape 80"/>
        <p:cNvGrpSpPr/>
        <p:nvPr/>
      </p:nvGrpSpPr>
      <p:grpSpPr>
        <a:xfrm>
          <a:off x="0" y="0"/>
          <a:ext cx="0" cy="0"/>
          <a:chOff x="0" y="0"/>
          <a:chExt cx="0" cy="0"/>
        </a:xfrm>
      </p:grpSpPr>
      <p:sp>
        <p:nvSpPr>
          <p:cNvPr id="81" name="Google Shape;81;g3aed5ffb6aa_0_11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marR="0" algn="l">
              <a:lnSpc>
                <a:spcPct val="90000"/>
              </a:lnSpc>
              <a:spcBef>
                <a:spcPts val="0"/>
              </a:spcBef>
              <a:spcAft>
                <a:spcPts val="0"/>
              </a:spcAft>
              <a:buClr>
                <a:schemeClr val="dk1"/>
              </a:buClr>
              <a:buSzPts val="4000"/>
              <a:buFont typeface="Calibri"/>
              <a:buNone/>
              <a:defRPr b="0" i="0" sz="4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2" name="Google Shape;82;g3aed5ffb6aa_0_116"/>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228600" lvl="0" marL="457200" marR="0" algn="l">
              <a:lnSpc>
                <a:spcPct val="90000"/>
              </a:lnSpc>
              <a:spcBef>
                <a:spcPts val="10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3" name="Google Shape;83;g3aed5ffb6aa_0_116"/>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rmAutofit/>
          </a:bodyPr>
          <a:lstStyle>
            <a:lvl1pPr lvl="0" marR="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4" name="Google Shape;84;g3aed5ffb6aa_0_11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rmAutofit/>
          </a:bodyPr>
          <a:lstStyle>
            <a:lvl1pPr lvl="0" marR="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5" name="Google Shape;85;g3aed5ffb6aa_0_11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rmAutofit/>
          </a:bodyPr>
          <a:lstStyle>
            <a:lvl1pPr indent="0" lvl="0" marL="0" marR="0" algn="r">
              <a:spcBef>
                <a:spcPts val="0"/>
              </a:spcBef>
              <a:buNone/>
              <a:defRPr b="0" i="0" sz="1200" u="none" cap="none" strike="noStrike">
                <a:solidFill>
                  <a:srgbClr val="888888"/>
                </a:solidFill>
                <a:latin typeface="Calibri"/>
                <a:ea typeface="Calibri"/>
                <a:cs typeface="Calibri"/>
                <a:sym typeface="Calibri"/>
              </a:defRPr>
            </a:lvl1pPr>
            <a:lvl2pPr indent="0" lvl="1" marL="0" marR="0" algn="r">
              <a:spcBef>
                <a:spcPts val="0"/>
              </a:spcBef>
              <a:buNone/>
              <a:defRPr b="0" i="0" sz="1200" u="none" cap="none" strike="noStrike">
                <a:solidFill>
                  <a:srgbClr val="888888"/>
                </a:solidFill>
                <a:latin typeface="Calibri"/>
                <a:ea typeface="Calibri"/>
                <a:cs typeface="Calibri"/>
                <a:sym typeface="Calibri"/>
              </a:defRPr>
            </a:lvl2pPr>
            <a:lvl3pPr indent="0" lvl="2" marL="0" marR="0" algn="r">
              <a:spcBef>
                <a:spcPts val="0"/>
              </a:spcBef>
              <a:buNone/>
              <a:defRPr b="0" i="0" sz="1200" u="none" cap="none" strike="noStrike">
                <a:solidFill>
                  <a:srgbClr val="888888"/>
                </a:solidFill>
                <a:latin typeface="Calibri"/>
                <a:ea typeface="Calibri"/>
                <a:cs typeface="Calibri"/>
                <a:sym typeface="Calibri"/>
              </a:defRPr>
            </a:lvl3pPr>
            <a:lvl4pPr indent="0" lvl="3" marL="0" marR="0" algn="r">
              <a:spcBef>
                <a:spcPts val="0"/>
              </a:spcBef>
              <a:buNone/>
              <a:defRPr b="0" i="0" sz="1200" u="none" cap="none" strike="noStrike">
                <a:solidFill>
                  <a:srgbClr val="888888"/>
                </a:solidFill>
                <a:latin typeface="Calibri"/>
                <a:ea typeface="Calibri"/>
                <a:cs typeface="Calibri"/>
                <a:sym typeface="Calibri"/>
              </a:defRPr>
            </a:lvl4pPr>
            <a:lvl5pPr indent="0" lvl="4" marL="0" marR="0" algn="r">
              <a:spcBef>
                <a:spcPts val="0"/>
              </a:spcBef>
              <a:buNone/>
              <a:defRPr b="0" i="0" sz="1200" u="none" cap="none" strike="noStrike">
                <a:solidFill>
                  <a:srgbClr val="888888"/>
                </a:solidFill>
                <a:latin typeface="Calibri"/>
                <a:ea typeface="Calibri"/>
                <a:cs typeface="Calibri"/>
                <a:sym typeface="Calibri"/>
              </a:defRPr>
            </a:lvl5pPr>
            <a:lvl6pPr indent="0" lvl="5" marL="0" marR="0" algn="r">
              <a:spcBef>
                <a:spcPts val="0"/>
              </a:spcBef>
              <a:buNone/>
              <a:defRPr b="0" i="0" sz="1200" u="none" cap="none" strike="noStrike">
                <a:solidFill>
                  <a:srgbClr val="888888"/>
                </a:solidFill>
                <a:latin typeface="Calibri"/>
                <a:ea typeface="Calibri"/>
                <a:cs typeface="Calibri"/>
                <a:sym typeface="Calibri"/>
              </a:defRPr>
            </a:lvl6pPr>
            <a:lvl7pPr indent="0" lvl="6" marL="0" marR="0" algn="r">
              <a:spcBef>
                <a:spcPts val="0"/>
              </a:spcBef>
              <a:buNone/>
              <a:defRPr b="0" i="0" sz="1200" u="none" cap="none" strike="noStrike">
                <a:solidFill>
                  <a:srgbClr val="888888"/>
                </a:solidFill>
                <a:latin typeface="Calibri"/>
                <a:ea typeface="Calibri"/>
                <a:cs typeface="Calibri"/>
                <a:sym typeface="Calibri"/>
              </a:defRPr>
            </a:lvl7pPr>
            <a:lvl8pPr indent="0" lvl="7" marL="0" marR="0" algn="r">
              <a:spcBef>
                <a:spcPts val="0"/>
              </a:spcBef>
              <a:buNone/>
              <a:defRPr b="0" i="0" sz="1200" u="none" cap="none" strike="noStrike">
                <a:solidFill>
                  <a:srgbClr val="888888"/>
                </a:solidFill>
                <a:latin typeface="Calibri"/>
                <a:ea typeface="Calibri"/>
                <a:cs typeface="Calibri"/>
                <a:sym typeface="Calibri"/>
              </a:defRPr>
            </a:lvl8pPr>
            <a:lvl9pPr indent="0" lvl="8" marL="0" marR="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2.png"/><Relationship Id="rId4" Type="http://schemas.openxmlformats.org/officeDocument/2006/relationships/image" Target="../media/image10.png"/><Relationship Id="rId11" Type="http://schemas.openxmlformats.org/officeDocument/2006/relationships/image" Target="../media/image8.png"/><Relationship Id="rId10" Type="http://schemas.openxmlformats.org/officeDocument/2006/relationships/image" Target="../media/image7.jpg"/><Relationship Id="rId9" Type="http://schemas.openxmlformats.org/officeDocument/2006/relationships/image" Target="../media/image13.png"/><Relationship Id="rId5" Type="http://schemas.openxmlformats.org/officeDocument/2006/relationships/image" Target="../media/image4.jpg"/><Relationship Id="rId6" Type="http://schemas.openxmlformats.org/officeDocument/2006/relationships/image" Target="../media/image9.png"/><Relationship Id="rId7" Type="http://schemas.openxmlformats.org/officeDocument/2006/relationships/image" Target="../media/image2.jpg"/><Relationship Id="rId8"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14.jpg"/><Relationship Id="rId4" Type="http://schemas.openxmlformats.org/officeDocument/2006/relationships/image" Target="../media/image5.jpg"/><Relationship Id="rId5" Type="http://schemas.openxmlformats.org/officeDocument/2006/relationships/image" Target="../media/image15.jpg"/><Relationship Id="rId6" Type="http://schemas.openxmlformats.org/officeDocument/2006/relationships/image" Target="../media/image6.jpg"/><Relationship Id="rId7" Type="http://schemas.openxmlformats.org/officeDocument/2006/relationships/image" Target="../media/image16.jpg"/><Relationship Id="rId8"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pic>
        <p:nvPicPr>
          <p:cNvPr id="155" name="Google Shape;155;p1"/>
          <p:cNvPicPr preferRelativeResize="0"/>
          <p:nvPr/>
        </p:nvPicPr>
        <p:blipFill rotWithShape="1">
          <a:blip r:embed="rId3">
            <a:alphaModFix/>
          </a:blip>
          <a:srcRect b="0" l="-17785" r="0" t="0"/>
          <a:stretch/>
        </p:blipFill>
        <p:spPr>
          <a:xfrm>
            <a:off x="-681739" y="1646127"/>
            <a:ext cx="4525279" cy="3703095"/>
          </a:xfrm>
          <a:prstGeom prst="rect">
            <a:avLst/>
          </a:prstGeom>
          <a:noFill/>
          <a:ln>
            <a:noFill/>
          </a:ln>
        </p:spPr>
      </p:pic>
      <p:sp>
        <p:nvSpPr>
          <p:cNvPr id="156" name="Google Shape;156;p1"/>
          <p:cNvSpPr txBox="1"/>
          <p:nvPr/>
        </p:nvSpPr>
        <p:spPr>
          <a:xfrm>
            <a:off x="4210333" y="1516433"/>
            <a:ext cx="7894800" cy="186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200"/>
              <a:buFont typeface="Arial"/>
              <a:buNone/>
            </a:pPr>
            <a:r>
              <a:rPr b="1" i="0" lang="en-US" sz="4300" u="none" cap="none" strike="noStrike">
                <a:solidFill>
                  <a:srgbClr val="1155CC"/>
                </a:solidFill>
                <a:latin typeface="Times New Roman"/>
                <a:ea typeface="Times New Roman"/>
                <a:cs typeface="Times New Roman"/>
                <a:sym typeface="Times New Roman"/>
              </a:rPr>
              <a:t>Revue annuelle 2025</a:t>
            </a:r>
            <a:endParaRPr b="1" i="0" sz="4300" u="none" cap="none" strike="noStrike">
              <a:solidFill>
                <a:srgbClr val="1155CC"/>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200"/>
              <a:buFont typeface="Arial"/>
              <a:buNone/>
            </a:pPr>
            <a:r>
              <a:rPr b="1" i="1" lang="en-US" sz="4300" u="none" cap="none" strike="noStrike">
                <a:solidFill>
                  <a:srgbClr val="1155CC"/>
                </a:solidFill>
                <a:latin typeface="Times New Roman"/>
                <a:ea typeface="Times New Roman"/>
                <a:cs typeface="Times New Roman"/>
                <a:sym typeface="Times New Roman"/>
              </a:rPr>
              <a:t>Canevas de présentation des PTF en appui à la vaccination</a:t>
            </a:r>
            <a:endParaRPr b="1" i="1" sz="4300" u="none" cap="none" strike="noStrike">
              <a:solidFill>
                <a:srgbClr val="1155CC"/>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200"/>
              <a:buFont typeface="Arial"/>
              <a:buNone/>
            </a:pPr>
            <a:r>
              <a:t/>
            </a:r>
            <a:endParaRPr b="1" i="1" sz="4300" u="none" cap="none" strike="noStrike">
              <a:solidFill>
                <a:srgbClr val="1155CC"/>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200"/>
              <a:buFont typeface="Arial"/>
              <a:buNone/>
            </a:pPr>
            <a:r>
              <a:rPr b="1" i="1" lang="en-US" sz="4300" u="none" cap="none" strike="noStrike">
                <a:solidFill>
                  <a:srgbClr val="1155CC"/>
                </a:solidFill>
                <a:latin typeface="Times New Roman"/>
                <a:ea typeface="Times New Roman"/>
                <a:cs typeface="Times New Roman"/>
                <a:sym typeface="Times New Roman"/>
              </a:rPr>
              <a:t>Nom du PTF: UNOPS</a:t>
            </a:r>
            <a:endParaRPr b="1" i="1" sz="4300" u="none" cap="none" strike="noStrike">
              <a:solidFill>
                <a:srgbClr val="1155CC"/>
              </a:solidFill>
              <a:latin typeface="Times New Roman"/>
              <a:ea typeface="Times New Roman"/>
              <a:cs typeface="Times New Roman"/>
              <a:sym typeface="Times New Roman"/>
            </a:endParaRPr>
          </a:p>
        </p:txBody>
      </p:sp>
      <p:sp>
        <p:nvSpPr>
          <p:cNvPr id="157" name="Google Shape;157;p1"/>
          <p:cNvSpPr/>
          <p:nvPr/>
        </p:nvSpPr>
        <p:spPr>
          <a:xfrm>
            <a:off x="3661467" y="1516428"/>
            <a:ext cx="373500" cy="1867200"/>
          </a:xfrm>
          <a:prstGeom prst="rect">
            <a:avLst/>
          </a:prstGeom>
          <a:solidFill>
            <a:srgbClr val="00B0F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dk1"/>
              </a:solidFill>
              <a:latin typeface="Times New Roman"/>
              <a:ea typeface="Times New Roman"/>
              <a:cs typeface="Times New Roman"/>
              <a:sym typeface="Times New Roman"/>
            </a:endParaRPr>
          </a:p>
        </p:txBody>
      </p:sp>
      <p:sp>
        <p:nvSpPr>
          <p:cNvPr id="158" name="Google Shape;158;p1"/>
          <p:cNvSpPr/>
          <p:nvPr/>
        </p:nvSpPr>
        <p:spPr>
          <a:xfrm>
            <a:off x="3659879" y="1516428"/>
            <a:ext cx="373500" cy="1867200"/>
          </a:xfrm>
          <a:prstGeom prst="rect">
            <a:avLst/>
          </a:prstGeom>
          <a:solidFill>
            <a:srgbClr val="1155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dk1"/>
              </a:solidFill>
              <a:latin typeface="Times New Roman"/>
              <a:ea typeface="Times New Roman"/>
              <a:cs typeface="Times New Roman"/>
              <a:sym typeface="Times New Roman"/>
            </a:endParaRPr>
          </a:p>
        </p:txBody>
      </p:sp>
      <p:sp>
        <p:nvSpPr>
          <p:cNvPr id="159" name="Google Shape;159;p1"/>
          <p:cNvSpPr txBox="1"/>
          <p:nvPr/>
        </p:nvSpPr>
        <p:spPr>
          <a:xfrm>
            <a:off x="4717875" y="6162200"/>
            <a:ext cx="4525200" cy="398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3200"/>
              <a:buFont typeface="Arial"/>
              <a:buNone/>
            </a:pPr>
            <a:r>
              <a:rPr b="1" i="0" lang="en-US" sz="2000" u="none" cap="none" strike="noStrike">
                <a:solidFill>
                  <a:srgbClr val="1155CC"/>
                </a:solidFill>
                <a:latin typeface="Times New Roman"/>
                <a:ea typeface="Times New Roman"/>
                <a:cs typeface="Times New Roman"/>
                <a:sym typeface="Times New Roman"/>
              </a:rPr>
              <a:t>Decembre 2025</a:t>
            </a:r>
            <a:endParaRPr b="1" i="0" sz="2000" u="none" cap="none" strike="noStrike">
              <a:solidFill>
                <a:srgbClr val="1155CC"/>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
          <p:cNvSpPr txBox="1"/>
          <p:nvPr/>
        </p:nvSpPr>
        <p:spPr>
          <a:xfrm>
            <a:off x="458592" y="317941"/>
            <a:ext cx="11274900" cy="73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500"/>
              <a:buFont typeface="Arial"/>
              <a:buNone/>
            </a:pPr>
            <a:r>
              <a:rPr b="1" i="0" lang="en-US" sz="2700" u="none" cap="none" strike="noStrike">
                <a:solidFill>
                  <a:srgbClr val="1155CC"/>
                </a:solidFill>
                <a:latin typeface="Times New Roman"/>
                <a:ea typeface="Times New Roman"/>
                <a:cs typeface="Times New Roman"/>
                <a:sym typeface="Times New Roman"/>
              </a:rPr>
              <a:t>Agenda</a:t>
            </a:r>
            <a:endParaRPr b="0" i="0" sz="2700" u="none" cap="none" strike="noStrike">
              <a:solidFill>
                <a:srgbClr val="1155CC"/>
              </a:solidFill>
              <a:latin typeface="Times New Roman"/>
              <a:ea typeface="Times New Roman"/>
              <a:cs typeface="Times New Roman"/>
              <a:sym typeface="Times New Roman"/>
            </a:endParaRPr>
          </a:p>
        </p:txBody>
      </p:sp>
      <p:sp>
        <p:nvSpPr>
          <p:cNvPr id="165" name="Google Shape;165;p2"/>
          <p:cNvSpPr/>
          <p:nvPr/>
        </p:nvSpPr>
        <p:spPr>
          <a:xfrm>
            <a:off x="0" y="272241"/>
            <a:ext cx="235500" cy="655200"/>
          </a:xfrm>
          <a:prstGeom prst="rect">
            <a:avLst/>
          </a:prstGeom>
          <a:solidFill>
            <a:srgbClr val="1155CC"/>
          </a:solidFill>
          <a:ln>
            <a:noFill/>
          </a:ln>
        </p:spPr>
        <p:txBody>
          <a:bodyPr anchorCtr="0" anchor="ctr" bIns="91400" lIns="91400" spcFirstLastPara="1" rIns="91400" wrap="square" tIns="914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70C0"/>
              </a:solidFill>
              <a:latin typeface="Times New Roman"/>
              <a:ea typeface="Times New Roman"/>
              <a:cs typeface="Times New Roman"/>
              <a:sym typeface="Times New Roman"/>
            </a:endParaRPr>
          </a:p>
        </p:txBody>
      </p:sp>
      <p:sp>
        <p:nvSpPr>
          <p:cNvPr id="166" name="Google Shape;166;p2"/>
          <p:cNvSpPr txBox="1"/>
          <p:nvPr/>
        </p:nvSpPr>
        <p:spPr>
          <a:xfrm>
            <a:off x="267700" y="6492843"/>
            <a:ext cx="11414700" cy="184800"/>
          </a:xfrm>
          <a:prstGeom prst="rect">
            <a:avLst/>
          </a:prstGeom>
          <a:noFill/>
          <a:ln>
            <a:noFill/>
          </a:ln>
        </p:spPr>
        <p:txBody>
          <a:bodyPr anchorCtr="0" anchor="t" bIns="0" lIns="0" spcFirstLastPara="1" rIns="121900" wrap="square" tIns="0">
            <a:sp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1155CC"/>
              </a:solidFill>
              <a:latin typeface="Times New Roman"/>
              <a:ea typeface="Times New Roman"/>
              <a:cs typeface="Times New Roman"/>
              <a:sym typeface="Times New Roman"/>
            </a:endParaRPr>
          </a:p>
        </p:txBody>
      </p:sp>
      <p:sp>
        <p:nvSpPr>
          <p:cNvPr id="167" name="Google Shape;167;p2"/>
          <p:cNvSpPr txBox="1"/>
          <p:nvPr/>
        </p:nvSpPr>
        <p:spPr>
          <a:xfrm>
            <a:off x="11658600" y="6496067"/>
            <a:ext cx="228300" cy="165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1155CC"/>
                </a:solidFill>
                <a:latin typeface="Arial"/>
                <a:ea typeface="Arial"/>
                <a:cs typeface="Arial"/>
                <a:sym typeface="Arial"/>
              </a:rPr>
              <a:t>‹#›</a:t>
            </a:fld>
            <a:endParaRPr b="0" i="0" sz="1200" u="none" cap="none" strike="noStrike">
              <a:solidFill>
                <a:srgbClr val="1155CC"/>
              </a:solidFill>
              <a:latin typeface="Arial"/>
              <a:ea typeface="Arial"/>
              <a:cs typeface="Arial"/>
              <a:sym typeface="Arial"/>
            </a:endParaRPr>
          </a:p>
        </p:txBody>
      </p:sp>
      <p:sp>
        <p:nvSpPr>
          <p:cNvPr id="168" name="Google Shape;168;p2"/>
          <p:cNvSpPr txBox="1"/>
          <p:nvPr/>
        </p:nvSpPr>
        <p:spPr>
          <a:xfrm>
            <a:off x="566525" y="1187274"/>
            <a:ext cx="10714500" cy="4738200"/>
          </a:xfrm>
          <a:prstGeom prst="rect">
            <a:avLst/>
          </a:prstGeom>
          <a:noFill/>
          <a:ln>
            <a:noFill/>
          </a:ln>
        </p:spPr>
        <p:txBody>
          <a:bodyPr anchorCtr="0" anchor="t" bIns="121900" lIns="121900" spcFirstLastPara="1" rIns="121900" wrap="square" tIns="121900">
            <a:spAutoFit/>
          </a:bodyPr>
          <a:lstStyle/>
          <a:p>
            <a:pPr indent="-476250" lvl="0" marL="609600" marR="0" rtl="0" algn="l">
              <a:lnSpc>
                <a:spcPct val="100000"/>
              </a:lnSpc>
              <a:spcBef>
                <a:spcPts val="1300"/>
              </a:spcBef>
              <a:spcAft>
                <a:spcPts val="0"/>
              </a:spcAft>
              <a:buClr>
                <a:schemeClr val="dk1"/>
              </a:buClr>
              <a:buSzPts val="2700"/>
              <a:buFont typeface="Calibri"/>
              <a:buAutoNum type="arabicPeriod"/>
            </a:pPr>
            <a:r>
              <a:rPr i="0" lang="en-US" sz="2400" u="none" cap="none" strike="noStrike">
                <a:solidFill>
                  <a:schemeClr val="dk1"/>
                </a:solidFill>
                <a:latin typeface="Calibri"/>
                <a:ea typeface="Calibri"/>
                <a:cs typeface="Calibri"/>
                <a:sym typeface="Calibri"/>
              </a:rPr>
              <a:t>Présentation de l’organisation</a:t>
            </a:r>
            <a:endParaRPr i="0" sz="2400" u="none" cap="none" strike="noStrike">
              <a:solidFill>
                <a:schemeClr val="dk1"/>
              </a:solidFill>
              <a:latin typeface="Calibri"/>
              <a:ea typeface="Calibri"/>
              <a:cs typeface="Calibri"/>
              <a:sym typeface="Calibri"/>
            </a:endParaRPr>
          </a:p>
          <a:p>
            <a:pPr indent="-476250" lvl="0" marL="609600" marR="0" rtl="0" algn="l">
              <a:lnSpc>
                <a:spcPct val="100000"/>
              </a:lnSpc>
              <a:spcBef>
                <a:spcPts val="1300"/>
              </a:spcBef>
              <a:spcAft>
                <a:spcPts val="0"/>
              </a:spcAft>
              <a:buClr>
                <a:schemeClr val="dk1"/>
              </a:buClr>
              <a:buSzPts val="2700"/>
              <a:buFont typeface="Calibri"/>
              <a:buAutoNum type="arabicPeriod"/>
            </a:pPr>
            <a:r>
              <a:rPr i="0" lang="en-US" sz="2400" u="none" cap="none" strike="noStrike">
                <a:solidFill>
                  <a:schemeClr val="dk1"/>
                </a:solidFill>
                <a:latin typeface="Calibri"/>
                <a:ea typeface="Calibri"/>
                <a:cs typeface="Calibri"/>
                <a:sym typeface="Calibri"/>
              </a:rPr>
              <a:t>Axe d’appui au PEV</a:t>
            </a:r>
            <a:endParaRPr i="0" sz="2400" u="none" cap="none" strike="noStrike">
              <a:solidFill>
                <a:schemeClr val="dk1"/>
              </a:solidFill>
              <a:latin typeface="Calibri"/>
              <a:ea typeface="Calibri"/>
              <a:cs typeface="Calibri"/>
              <a:sym typeface="Calibri"/>
            </a:endParaRPr>
          </a:p>
          <a:p>
            <a:pPr indent="-476250" lvl="0" marL="609600" marR="0" rtl="0" algn="l">
              <a:lnSpc>
                <a:spcPct val="100000"/>
              </a:lnSpc>
              <a:spcBef>
                <a:spcPts val="1300"/>
              </a:spcBef>
              <a:spcAft>
                <a:spcPts val="0"/>
              </a:spcAft>
              <a:buClr>
                <a:schemeClr val="dk1"/>
              </a:buClr>
              <a:buSzPts val="2700"/>
              <a:buFont typeface="Calibri"/>
              <a:buAutoNum type="arabicPeriod"/>
            </a:pPr>
            <a:r>
              <a:rPr i="0" lang="en-US" sz="2400" u="none" cap="none" strike="noStrike">
                <a:solidFill>
                  <a:schemeClr val="dk1"/>
                </a:solidFill>
                <a:latin typeface="Calibri"/>
                <a:ea typeface="Calibri"/>
                <a:cs typeface="Calibri"/>
                <a:sym typeface="Calibri"/>
              </a:rPr>
              <a:t>Redevabilité financière</a:t>
            </a:r>
            <a:endParaRPr i="0" sz="2400" u="none" cap="none" strike="noStrike">
              <a:solidFill>
                <a:schemeClr val="dk1"/>
              </a:solidFill>
              <a:latin typeface="Calibri"/>
              <a:ea typeface="Calibri"/>
              <a:cs typeface="Calibri"/>
              <a:sym typeface="Calibri"/>
            </a:endParaRPr>
          </a:p>
          <a:p>
            <a:pPr indent="-476250" lvl="0" marL="609600" marR="0" rtl="0" algn="l">
              <a:lnSpc>
                <a:spcPct val="100000"/>
              </a:lnSpc>
              <a:spcBef>
                <a:spcPts val="1300"/>
              </a:spcBef>
              <a:spcAft>
                <a:spcPts val="0"/>
              </a:spcAft>
              <a:buClr>
                <a:schemeClr val="dk1"/>
              </a:buClr>
              <a:buSzPts val="2700"/>
              <a:buFont typeface="Calibri"/>
              <a:buAutoNum type="arabicPeriod"/>
            </a:pPr>
            <a:r>
              <a:rPr i="0" lang="en-US" sz="2400" u="none" cap="none" strike="noStrike">
                <a:solidFill>
                  <a:schemeClr val="dk1"/>
                </a:solidFill>
                <a:latin typeface="Calibri"/>
                <a:ea typeface="Calibri"/>
                <a:cs typeface="Calibri"/>
                <a:sym typeface="Calibri"/>
              </a:rPr>
              <a:t>Réalisations majeurs de l’année</a:t>
            </a:r>
            <a:endParaRPr i="0" sz="2400" u="none" cap="none" strike="noStrike">
              <a:solidFill>
                <a:schemeClr val="dk1"/>
              </a:solidFill>
              <a:latin typeface="Calibri"/>
              <a:ea typeface="Calibri"/>
              <a:cs typeface="Calibri"/>
              <a:sym typeface="Calibri"/>
            </a:endParaRPr>
          </a:p>
          <a:p>
            <a:pPr indent="-476250" lvl="0" marL="609600" marR="0" rtl="0" algn="l">
              <a:lnSpc>
                <a:spcPct val="100000"/>
              </a:lnSpc>
              <a:spcBef>
                <a:spcPts val="1300"/>
              </a:spcBef>
              <a:spcAft>
                <a:spcPts val="0"/>
              </a:spcAft>
              <a:buClr>
                <a:schemeClr val="dk1"/>
              </a:buClr>
              <a:buSzPts val="2700"/>
              <a:buFont typeface="Calibri"/>
              <a:buAutoNum type="arabicPeriod"/>
            </a:pPr>
            <a:r>
              <a:rPr i="0" lang="en-US" sz="2400" u="none" cap="none" strike="noStrike">
                <a:solidFill>
                  <a:schemeClr val="dk1"/>
                </a:solidFill>
                <a:latin typeface="Calibri"/>
                <a:ea typeface="Calibri"/>
                <a:cs typeface="Calibri"/>
                <a:sym typeface="Calibri"/>
              </a:rPr>
              <a:t>Defis rencontrés</a:t>
            </a:r>
            <a:endParaRPr i="0" sz="2400" u="none" cap="none" strike="noStrike">
              <a:solidFill>
                <a:schemeClr val="dk1"/>
              </a:solidFill>
              <a:latin typeface="Calibri"/>
              <a:ea typeface="Calibri"/>
              <a:cs typeface="Calibri"/>
              <a:sym typeface="Calibri"/>
            </a:endParaRPr>
          </a:p>
          <a:p>
            <a:pPr indent="-476250" lvl="0" marL="609600" marR="0" rtl="0" algn="l">
              <a:lnSpc>
                <a:spcPct val="100000"/>
              </a:lnSpc>
              <a:spcBef>
                <a:spcPts val="1300"/>
              </a:spcBef>
              <a:spcAft>
                <a:spcPts val="0"/>
              </a:spcAft>
              <a:buClr>
                <a:schemeClr val="dk1"/>
              </a:buClr>
              <a:buSzPts val="2700"/>
              <a:buFont typeface="Calibri"/>
              <a:buAutoNum type="arabicPeriod"/>
            </a:pPr>
            <a:r>
              <a:rPr i="0" lang="en-US" sz="2400" u="none" cap="none" strike="noStrike">
                <a:solidFill>
                  <a:schemeClr val="dk1"/>
                </a:solidFill>
                <a:latin typeface="Calibri"/>
                <a:ea typeface="Calibri"/>
                <a:cs typeface="Calibri"/>
                <a:sym typeface="Calibri"/>
              </a:rPr>
              <a:t>solutions apportées et leçons apprises</a:t>
            </a:r>
            <a:endParaRPr i="0" sz="2400" u="none" cap="none" strike="noStrike">
              <a:solidFill>
                <a:schemeClr val="dk1"/>
              </a:solidFill>
              <a:latin typeface="Calibri"/>
              <a:ea typeface="Calibri"/>
              <a:cs typeface="Calibri"/>
              <a:sym typeface="Calibri"/>
            </a:endParaRPr>
          </a:p>
          <a:p>
            <a:pPr indent="-476250" lvl="0" marL="609600" marR="0" rtl="0" algn="l">
              <a:lnSpc>
                <a:spcPct val="100000"/>
              </a:lnSpc>
              <a:spcBef>
                <a:spcPts val="1300"/>
              </a:spcBef>
              <a:spcAft>
                <a:spcPts val="0"/>
              </a:spcAft>
              <a:buClr>
                <a:schemeClr val="dk1"/>
              </a:buClr>
              <a:buSzPts val="2700"/>
              <a:buFont typeface="Calibri"/>
              <a:buAutoNum type="arabicPeriod"/>
            </a:pPr>
            <a:r>
              <a:rPr i="0" lang="en-US" sz="2400" u="none" cap="none" strike="noStrike">
                <a:solidFill>
                  <a:schemeClr val="dk1"/>
                </a:solidFill>
                <a:latin typeface="Calibri"/>
                <a:ea typeface="Calibri"/>
                <a:cs typeface="Calibri"/>
                <a:sym typeface="Calibri"/>
              </a:rPr>
              <a:t>Priorités et engagement pour 2026 </a:t>
            </a:r>
            <a:endParaRPr i="0" sz="2400" u="none" cap="none" strike="noStrike">
              <a:solidFill>
                <a:schemeClr val="dk1"/>
              </a:solidFill>
              <a:latin typeface="Calibri"/>
              <a:ea typeface="Calibri"/>
              <a:cs typeface="Calibri"/>
              <a:sym typeface="Calibri"/>
            </a:endParaRPr>
          </a:p>
          <a:p>
            <a:pPr indent="-476250" lvl="0" marL="609600" marR="0" rtl="0" algn="l">
              <a:lnSpc>
                <a:spcPct val="100000"/>
              </a:lnSpc>
              <a:spcBef>
                <a:spcPts val="1300"/>
              </a:spcBef>
              <a:spcAft>
                <a:spcPts val="0"/>
              </a:spcAft>
              <a:buClr>
                <a:schemeClr val="dk1"/>
              </a:buClr>
              <a:buSzPts val="2700"/>
              <a:buFont typeface="Calibri"/>
              <a:buAutoNum type="arabicPeriod"/>
            </a:pPr>
            <a:r>
              <a:rPr i="0" lang="en-US" sz="2400" u="none" cap="none" strike="noStrike">
                <a:solidFill>
                  <a:schemeClr val="dk1"/>
                </a:solidFill>
                <a:latin typeface="Calibri"/>
                <a:ea typeface="Calibri"/>
                <a:cs typeface="Calibri"/>
                <a:sym typeface="Calibri"/>
              </a:rPr>
              <a:t>Besoin de collaboration et plaidoyer</a:t>
            </a:r>
            <a:endParaRPr i="0" sz="24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
          <p:cNvSpPr txBox="1"/>
          <p:nvPr/>
        </p:nvSpPr>
        <p:spPr>
          <a:xfrm>
            <a:off x="458592" y="317941"/>
            <a:ext cx="11274900" cy="73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500"/>
              <a:buFont typeface="Arial"/>
              <a:buNone/>
            </a:pPr>
            <a:r>
              <a:rPr b="0" i="0" lang="en-US" sz="2700" u="none" cap="none" strike="noStrike">
                <a:solidFill>
                  <a:srgbClr val="1155CC"/>
                </a:solidFill>
                <a:latin typeface="Times New Roman"/>
                <a:ea typeface="Times New Roman"/>
                <a:cs typeface="Times New Roman"/>
                <a:sym typeface="Times New Roman"/>
              </a:rPr>
              <a:t>Présentation de l’organisation</a:t>
            </a:r>
            <a:endParaRPr b="0" i="0" sz="2700" u="none" cap="none" strike="noStrike">
              <a:solidFill>
                <a:srgbClr val="1155CC"/>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500"/>
              <a:buFont typeface="Arial"/>
              <a:buNone/>
            </a:pPr>
            <a:r>
              <a:t/>
            </a:r>
            <a:endParaRPr b="0" i="0" sz="2700" u="none" cap="none" strike="noStrike">
              <a:solidFill>
                <a:srgbClr val="1155CC"/>
              </a:solidFill>
              <a:latin typeface="Times New Roman"/>
              <a:ea typeface="Times New Roman"/>
              <a:cs typeface="Times New Roman"/>
              <a:sym typeface="Times New Roman"/>
            </a:endParaRPr>
          </a:p>
        </p:txBody>
      </p:sp>
      <p:sp>
        <p:nvSpPr>
          <p:cNvPr id="174" name="Google Shape;174;p3"/>
          <p:cNvSpPr/>
          <p:nvPr/>
        </p:nvSpPr>
        <p:spPr>
          <a:xfrm>
            <a:off x="0" y="272241"/>
            <a:ext cx="235500" cy="655200"/>
          </a:xfrm>
          <a:prstGeom prst="rect">
            <a:avLst/>
          </a:prstGeom>
          <a:solidFill>
            <a:srgbClr val="1155CC"/>
          </a:solidFill>
          <a:ln>
            <a:noFill/>
          </a:ln>
        </p:spPr>
        <p:txBody>
          <a:bodyPr anchorCtr="0" anchor="ctr" bIns="91400" lIns="91400" spcFirstLastPara="1" rIns="91400" wrap="square" tIns="914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70C0"/>
              </a:solidFill>
              <a:latin typeface="Times New Roman"/>
              <a:ea typeface="Times New Roman"/>
              <a:cs typeface="Times New Roman"/>
              <a:sym typeface="Times New Roman"/>
            </a:endParaRPr>
          </a:p>
        </p:txBody>
      </p:sp>
      <p:sp>
        <p:nvSpPr>
          <p:cNvPr id="175" name="Google Shape;175;p3"/>
          <p:cNvSpPr txBox="1"/>
          <p:nvPr/>
        </p:nvSpPr>
        <p:spPr>
          <a:xfrm>
            <a:off x="267700" y="6492843"/>
            <a:ext cx="11414700" cy="184800"/>
          </a:xfrm>
          <a:prstGeom prst="rect">
            <a:avLst/>
          </a:prstGeom>
          <a:noFill/>
          <a:ln>
            <a:noFill/>
          </a:ln>
        </p:spPr>
        <p:txBody>
          <a:bodyPr anchorCtr="0" anchor="t" bIns="0" lIns="0" spcFirstLastPara="1" rIns="121900" wrap="square" tIns="0">
            <a:sp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1155CC"/>
              </a:solidFill>
              <a:latin typeface="Times New Roman"/>
              <a:ea typeface="Times New Roman"/>
              <a:cs typeface="Times New Roman"/>
              <a:sym typeface="Times New Roman"/>
            </a:endParaRPr>
          </a:p>
        </p:txBody>
      </p:sp>
      <p:sp>
        <p:nvSpPr>
          <p:cNvPr id="176" name="Google Shape;176;p3"/>
          <p:cNvSpPr txBox="1"/>
          <p:nvPr/>
        </p:nvSpPr>
        <p:spPr>
          <a:xfrm>
            <a:off x="11658600" y="6496067"/>
            <a:ext cx="228300" cy="165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1155CC"/>
                </a:solidFill>
                <a:latin typeface="Arial"/>
                <a:ea typeface="Arial"/>
                <a:cs typeface="Arial"/>
                <a:sym typeface="Arial"/>
              </a:rPr>
              <a:t>‹#›</a:t>
            </a:fld>
            <a:endParaRPr b="0" i="0" sz="1200" u="none" cap="none" strike="noStrike">
              <a:solidFill>
                <a:srgbClr val="1155CC"/>
              </a:solidFill>
              <a:latin typeface="Arial"/>
              <a:ea typeface="Arial"/>
              <a:cs typeface="Arial"/>
              <a:sym typeface="Arial"/>
            </a:endParaRPr>
          </a:p>
        </p:txBody>
      </p:sp>
      <p:cxnSp>
        <p:nvCxnSpPr>
          <p:cNvPr id="177" name="Google Shape;177;p3"/>
          <p:cNvCxnSpPr/>
          <p:nvPr/>
        </p:nvCxnSpPr>
        <p:spPr>
          <a:xfrm>
            <a:off x="267700" y="6427967"/>
            <a:ext cx="11640300" cy="0"/>
          </a:xfrm>
          <a:prstGeom prst="straightConnector1">
            <a:avLst/>
          </a:prstGeom>
          <a:noFill/>
          <a:ln cap="flat" cmpd="sng" w="12700">
            <a:solidFill>
              <a:srgbClr val="9E9E9E"/>
            </a:solidFill>
            <a:prstDash val="solid"/>
            <a:round/>
            <a:headEnd len="sm" w="sm" type="none"/>
            <a:tailEnd len="sm" w="sm" type="none"/>
          </a:ln>
        </p:spPr>
      </p:cxnSp>
      <p:sp>
        <p:nvSpPr>
          <p:cNvPr id="178" name="Google Shape;178;p3"/>
          <p:cNvSpPr txBox="1"/>
          <p:nvPr/>
        </p:nvSpPr>
        <p:spPr>
          <a:xfrm>
            <a:off x="758800" y="927450"/>
            <a:ext cx="11149200" cy="5275200"/>
          </a:xfrm>
          <a:prstGeom prst="rect">
            <a:avLst/>
          </a:prstGeom>
          <a:noFill/>
          <a:ln>
            <a:noFill/>
          </a:ln>
        </p:spPr>
        <p:txBody>
          <a:bodyPr anchorCtr="0" anchor="t" bIns="45700" lIns="91425" spcFirstLastPara="1" rIns="91425" wrap="square" tIns="45700">
            <a:noAutofit/>
          </a:bodyPr>
          <a:lstStyle/>
          <a:p>
            <a:pPr indent="-285750" lvl="0" marL="285750" marR="0" rtl="0" algn="l">
              <a:spcBef>
                <a:spcPts val="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Année création de l’organisation : </a:t>
            </a:r>
            <a:r>
              <a:rPr lang="en-US" sz="2000">
                <a:solidFill>
                  <a:schemeClr val="dk1"/>
                </a:solidFill>
                <a:latin typeface="Calibri"/>
                <a:ea typeface="Calibri"/>
                <a:cs typeface="Calibri"/>
                <a:sym typeface="Calibri"/>
              </a:rPr>
              <a:t>Le 1er Janvier 1995, l’UNOPS a été créé en tant qu’entité distincte et autofinancée au sein du système des Nations Unies par la résolution 48/501.</a:t>
            </a:r>
            <a:endParaRPr sz="2000">
              <a:solidFill>
                <a:schemeClr val="dk1"/>
              </a:solidFill>
              <a:latin typeface="Calibri"/>
              <a:ea typeface="Calibri"/>
              <a:cs typeface="Calibri"/>
              <a:sym typeface="Calibri"/>
            </a:endParaRPr>
          </a:p>
          <a:p>
            <a:pPr indent="0" lvl="0" marL="457200" marR="0" rtl="0" algn="l">
              <a:spcBef>
                <a:spcPts val="0"/>
              </a:spcBef>
              <a:spcAft>
                <a:spcPts val="0"/>
              </a:spcAft>
              <a:buNone/>
            </a:pPr>
            <a:r>
              <a:t/>
            </a:r>
            <a:endParaRPr sz="20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Mandat : </a:t>
            </a:r>
            <a:r>
              <a:rPr lang="en-US" sz="2000">
                <a:solidFill>
                  <a:schemeClr val="dk1"/>
                </a:solidFill>
                <a:latin typeface="Calibri"/>
                <a:ea typeface="Calibri"/>
                <a:cs typeface="Calibri"/>
                <a:sym typeface="Calibri"/>
              </a:rPr>
              <a:t>Le rôle de l'UNOPS consiste à renforcer les capacités de mise en œuvre de ses partenaires grâce à son expertise dans les domaines des infrastructures durables, résilientes et inclusives, des marchés publics et des chaînes d'approvisionnement, ainsi que de la mise en œuvre de projets et de programmes selon des approches durables.</a:t>
            </a:r>
            <a:endParaRPr sz="2000">
              <a:solidFill>
                <a:schemeClr val="dk1"/>
              </a:solidFill>
              <a:latin typeface="Calibri"/>
              <a:ea typeface="Calibri"/>
              <a:cs typeface="Calibri"/>
              <a:sym typeface="Calibri"/>
            </a:endParaRPr>
          </a:p>
          <a:p>
            <a:pPr indent="0" lvl="0" marL="457200" marR="0" rtl="0" algn="l">
              <a:spcBef>
                <a:spcPts val="0"/>
              </a:spcBef>
              <a:spcAft>
                <a:spcPts val="0"/>
              </a:spcAft>
              <a:buNone/>
            </a:pPr>
            <a:r>
              <a:t/>
            </a:r>
            <a:endParaRPr sz="20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Mission : </a:t>
            </a:r>
            <a:r>
              <a:rPr lang="en-US" sz="2000">
                <a:solidFill>
                  <a:schemeClr val="dk1"/>
                </a:solidFill>
                <a:latin typeface="Calibri"/>
                <a:ea typeface="Calibri"/>
                <a:cs typeface="Calibri"/>
                <a:sym typeface="Calibri"/>
              </a:rPr>
              <a:t>La mission de l’UNOPS consiste à participer à la construction d’un monde plus pacifique, juste et durable.</a:t>
            </a:r>
            <a:endParaRPr sz="2000">
              <a:solidFill>
                <a:schemeClr val="dk1"/>
              </a:solidFill>
              <a:latin typeface="Calibri"/>
              <a:ea typeface="Calibri"/>
              <a:cs typeface="Calibri"/>
              <a:sym typeface="Calibri"/>
            </a:endParaRPr>
          </a:p>
          <a:p>
            <a:pPr indent="0" lvl="0" marL="457200" marR="0" rtl="0" algn="l">
              <a:spcBef>
                <a:spcPts val="0"/>
              </a:spcBef>
              <a:spcAft>
                <a:spcPts val="0"/>
              </a:spcAft>
              <a:buNone/>
            </a:pPr>
            <a:r>
              <a:t/>
            </a:r>
            <a:endParaRPr sz="20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Nombre d’année présence en RDC :</a:t>
            </a:r>
            <a:r>
              <a:rPr lang="en-US" sz="2000">
                <a:solidFill>
                  <a:schemeClr val="dk1"/>
                </a:solidFill>
                <a:latin typeface="Calibri"/>
                <a:ea typeface="Calibri"/>
                <a:cs typeface="Calibri"/>
                <a:sym typeface="Calibri"/>
              </a:rPr>
              <a:t>Depuis 1997 jusqu'à nos jours soit 28 ans</a:t>
            </a:r>
            <a:endParaRPr sz="20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Nombre d’année appui au PEV : </a:t>
            </a:r>
            <a:r>
              <a:rPr lang="en-US" sz="2000">
                <a:solidFill>
                  <a:schemeClr val="dk1"/>
                </a:solidFill>
                <a:latin typeface="Calibri"/>
                <a:ea typeface="Calibri"/>
                <a:cs typeface="Calibri"/>
                <a:sym typeface="Calibri"/>
              </a:rPr>
              <a:t>Depuis</a:t>
            </a:r>
            <a:r>
              <a:rPr lang="en-US" sz="2000">
                <a:solidFill>
                  <a:schemeClr val="dk1"/>
                </a:solidFill>
                <a:latin typeface="Calibri"/>
                <a:ea typeface="Calibri"/>
                <a:cs typeface="Calibri"/>
                <a:sym typeface="Calibri"/>
              </a:rPr>
              <a:t> 2015 </a:t>
            </a:r>
            <a:r>
              <a:rPr lang="en-US" sz="2000">
                <a:solidFill>
                  <a:schemeClr val="dk1"/>
                </a:solidFill>
                <a:latin typeface="Calibri"/>
                <a:ea typeface="Calibri"/>
                <a:cs typeface="Calibri"/>
                <a:sym typeface="Calibri"/>
              </a:rPr>
              <a:t>jusqu'à</a:t>
            </a:r>
            <a:r>
              <a:rPr lang="en-US" sz="2000">
                <a:solidFill>
                  <a:schemeClr val="dk1"/>
                </a:solidFill>
                <a:latin typeface="Calibri"/>
                <a:ea typeface="Calibri"/>
                <a:cs typeface="Calibri"/>
                <a:sym typeface="Calibri"/>
              </a:rPr>
              <a:t> nos jour soit</a:t>
            </a:r>
            <a:r>
              <a:rPr lang="en-US" sz="2800">
                <a:solidFill>
                  <a:schemeClr val="dk1"/>
                </a:solidFill>
                <a:latin typeface="Calibri"/>
                <a:ea typeface="Calibri"/>
                <a:cs typeface="Calibri"/>
                <a:sym typeface="Calibri"/>
              </a:rPr>
              <a:t> </a:t>
            </a:r>
            <a:r>
              <a:rPr lang="en-US" sz="2000">
                <a:solidFill>
                  <a:schemeClr val="dk1"/>
                </a:solidFill>
                <a:latin typeface="Calibri"/>
                <a:ea typeface="Calibri"/>
                <a:cs typeface="Calibri"/>
                <a:sym typeface="Calibri"/>
              </a:rPr>
              <a:t>10 ans</a:t>
            </a:r>
            <a:endParaRPr sz="20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Zone d’intervention en RDC : </a:t>
            </a:r>
            <a:r>
              <a:rPr b="0" i="0" lang="en-US" sz="2000" u="none" cap="none" strike="noStrike">
                <a:solidFill>
                  <a:schemeClr val="dk1"/>
                </a:solidFill>
                <a:latin typeface="Calibri"/>
                <a:ea typeface="Calibri"/>
                <a:cs typeface="Calibri"/>
                <a:sym typeface="Calibri"/>
              </a:rPr>
              <a:t>26 provi</a:t>
            </a:r>
            <a:r>
              <a:rPr lang="en-US" sz="2000">
                <a:solidFill>
                  <a:schemeClr val="dk1"/>
                </a:solidFill>
                <a:latin typeface="Calibri"/>
                <a:ea typeface="Calibri"/>
                <a:cs typeface="Calibri"/>
                <a:sym typeface="Calibri"/>
              </a:rPr>
              <a:t>nces de la RDC</a:t>
            </a: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4"/>
          <p:cNvSpPr txBox="1"/>
          <p:nvPr/>
        </p:nvSpPr>
        <p:spPr>
          <a:xfrm>
            <a:off x="458592" y="317941"/>
            <a:ext cx="11274900" cy="73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500"/>
              <a:buFont typeface="Arial"/>
              <a:buNone/>
            </a:pPr>
            <a:r>
              <a:rPr b="0" i="0" lang="en-US" sz="2700" u="none" cap="none" strike="noStrike">
                <a:solidFill>
                  <a:srgbClr val="1155CC"/>
                </a:solidFill>
                <a:latin typeface="Times New Roman"/>
                <a:ea typeface="Times New Roman"/>
                <a:cs typeface="Times New Roman"/>
                <a:sym typeface="Times New Roman"/>
              </a:rPr>
              <a:t>Cartographie Intervention et Présence sur terrain </a:t>
            </a:r>
            <a:endParaRPr b="0" i="0" sz="2700" u="none" cap="none" strike="noStrike">
              <a:solidFill>
                <a:srgbClr val="1155CC"/>
              </a:solidFill>
              <a:latin typeface="Times New Roman"/>
              <a:ea typeface="Times New Roman"/>
              <a:cs typeface="Times New Roman"/>
              <a:sym typeface="Times New Roman"/>
            </a:endParaRPr>
          </a:p>
        </p:txBody>
      </p:sp>
      <p:sp>
        <p:nvSpPr>
          <p:cNvPr id="184" name="Google Shape;184;p4"/>
          <p:cNvSpPr/>
          <p:nvPr/>
        </p:nvSpPr>
        <p:spPr>
          <a:xfrm>
            <a:off x="0" y="272241"/>
            <a:ext cx="235500" cy="655200"/>
          </a:xfrm>
          <a:prstGeom prst="rect">
            <a:avLst/>
          </a:prstGeom>
          <a:solidFill>
            <a:srgbClr val="1155CC"/>
          </a:solidFill>
          <a:ln>
            <a:noFill/>
          </a:ln>
        </p:spPr>
        <p:txBody>
          <a:bodyPr anchorCtr="0" anchor="ctr" bIns="91400" lIns="91400" spcFirstLastPara="1" rIns="91400" wrap="square" tIns="914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70C0"/>
              </a:solidFill>
              <a:latin typeface="Times New Roman"/>
              <a:ea typeface="Times New Roman"/>
              <a:cs typeface="Times New Roman"/>
              <a:sym typeface="Times New Roman"/>
            </a:endParaRPr>
          </a:p>
        </p:txBody>
      </p:sp>
      <p:sp>
        <p:nvSpPr>
          <p:cNvPr id="185" name="Google Shape;185;p4"/>
          <p:cNvSpPr txBox="1"/>
          <p:nvPr/>
        </p:nvSpPr>
        <p:spPr>
          <a:xfrm>
            <a:off x="267700" y="6492843"/>
            <a:ext cx="11414700" cy="184800"/>
          </a:xfrm>
          <a:prstGeom prst="rect">
            <a:avLst/>
          </a:prstGeom>
          <a:noFill/>
          <a:ln>
            <a:noFill/>
          </a:ln>
        </p:spPr>
        <p:txBody>
          <a:bodyPr anchorCtr="0" anchor="t" bIns="0" lIns="0" spcFirstLastPara="1" rIns="121900" wrap="square" tIns="0">
            <a:sp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1155CC"/>
              </a:solidFill>
              <a:latin typeface="Times New Roman"/>
              <a:ea typeface="Times New Roman"/>
              <a:cs typeface="Times New Roman"/>
              <a:sym typeface="Times New Roman"/>
            </a:endParaRPr>
          </a:p>
        </p:txBody>
      </p:sp>
      <p:sp>
        <p:nvSpPr>
          <p:cNvPr id="186" name="Google Shape;186;p4"/>
          <p:cNvSpPr txBox="1"/>
          <p:nvPr/>
        </p:nvSpPr>
        <p:spPr>
          <a:xfrm>
            <a:off x="11658600" y="6496067"/>
            <a:ext cx="228300" cy="165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1155CC"/>
                </a:solidFill>
                <a:latin typeface="Arial"/>
                <a:ea typeface="Arial"/>
                <a:cs typeface="Arial"/>
                <a:sym typeface="Arial"/>
              </a:rPr>
              <a:t>‹#›</a:t>
            </a:fld>
            <a:endParaRPr b="0" i="0" sz="1200" u="none" cap="none" strike="noStrike">
              <a:solidFill>
                <a:srgbClr val="1155CC"/>
              </a:solidFill>
              <a:latin typeface="Arial"/>
              <a:ea typeface="Arial"/>
              <a:cs typeface="Arial"/>
              <a:sym typeface="Arial"/>
            </a:endParaRPr>
          </a:p>
        </p:txBody>
      </p:sp>
      <p:cxnSp>
        <p:nvCxnSpPr>
          <p:cNvPr id="187" name="Google Shape;187;p4"/>
          <p:cNvCxnSpPr/>
          <p:nvPr/>
        </p:nvCxnSpPr>
        <p:spPr>
          <a:xfrm>
            <a:off x="267700" y="6427967"/>
            <a:ext cx="11640300" cy="0"/>
          </a:xfrm>
          <a:prstGeom prst="straightConnector1">
            <a:avLst/>
          </a:prstGeom>
          <a:noFill/>
          <a:ln cap="flat" cmpd="sng" w="12700">
            <a:solidFill>
              <a:srgbClr val="9E9E9E"/>
            </a:solidFill>
            <a:prstDash val="solid"/>
            <a:round/>
            <a:headEnd len="sm" w="sm" type="none"/>
            <a:tailEnd len="sm" w="sm" type="none"/>
          </a:ln>
        </p:spPr>
      </p:cxnSp>
      <p:graphicFrame>
        <p:nvGraphicFramePr>
          <p:cNvPr id="188" name="Google Shape;188;p4"/>
          <p:cNvGraphicFramePr/>
          <p:nvPr/>
        </p:nvGraphicFramePr>
        <p:xfrm>
          <a:off x="331745" y="1220835"/>
          <a:ext cx="3000000" cy="3000000"/>
        </p:xfrm>
        <a:graphic>
          <a:graphicData uri="http://schemas.openxmlformats.org/drawingml/2006/table">
            <a:tbl>
              <a:tblPr bandRow="1" firstRow="1">
                <a:noFill/>
                <a:tableStyleId>{DF30A53C-37D0-4AC6-8491-788370F921AD}</a:tableStyleId>
              </a:tblPr>
              <a:tblGrid>
                <a:gridCol w="1666750"/>
                <a:gridCol w="5028500"/>
                <a:gridCol w="3127625"/>
                <a:gridCol w="1753375"/>
              </a:tblGrid>
              <a:tr h="837150">
                <a:tc>
                  <a:txBody>
                    <a:bodyPr/>
                    <a:lstStyle/>
                    <a:p>
                      <a:pPr indent="0" lvl="0" marL="0" marR="0" rtl="0" algn="l">
                        <a:spcBef>
                          <a:spcPts val="0"/>
                        </a:spcBef>
                        <a:spcAft>
                          <a:spcPts val="0"/>
                        </a:spcAft>
                        <a:buClr>
                          <a:schemeClr val="dk1"/>
                        </a:buClr>
                        <a:buSzPts val="1800"/>
                        <a:buFont typeface="Calibri"/>
                        <a:buNone/>
                      </a:pPr>
                      <a:r>
                        <a:rPr lang="en-US" sz="1800" u="none" cap="none" strike="noStrike"/>
                        <a:t>Domaine d’intervention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rPr lang="en-US" sz="1800" u="none" cap="none" strike="noStrike"/>
                        <a:t>Interventions </a:t>
                      </a:r>
                      <a:endParaRPr sz="1800" u="none" cap="none" strike="noStrike"/>
                    </a:p>
                  </a:txBody>
                  <a:tcPr marT="45725" marB="45725" marR="91450" marL="91450">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sz="1800" u="none" cap="none" strike="noStrike"/>
                        <a:t>Zone d’intervention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rPr lang="en-US" sz="1800" u="none" cap="none" strike="noStrike"/>
                        <a:t>Nombre consultants ou AT </a:t>
                      </a:r>
                      <a:endParaRPr sz="1800" u="none" cap="none" strike="noStrike"/>
                    </a:p>
                  </a:txBody>
                  <a:tcPr marT="45725" marB="45725" marR="91450" marL="91450"/>
                </a:tc>
              </a:tr>
              <a:tr h="4488175">
                <a:tc>
                  <a:txBody>
                    <a:bodyPr/>
                    <a:lstStyle/>
                    <a:p>
                      <a:pPr indent="0" lvl="0" marL="0" rtl="0" algn="l">
                        <a:spcBef>
                          <a:spcPts val="0"/>
                        </a:spcBef>
                        <a:spcAft>
                          <a:spcPts val="0"/>
                        </a:spcAft>
                        <a:buNone/>
                      </a:pPr>
                      <a:r>
                        <a:rPr lang="en-US"/>
                        <a:t>LOGISTIQUE</a:t>
                      </a:r>
                      <a:endParaRPr/>
                    </a:p>
                  </a:txBody>
                  <a:tcPr marT="45725" marB="45725" marR="91450" marL="91450">
                    <a:lnR cap="flat" cmpd="sng" w="12700">
                      <a:solidFill>
                        <a:schemeClr val="lt1"/>
                      </a:solidFill>
                      <a:prstDash val="solid"/>
                      <a:round/>
                      <a:headEnd len="sm" w="sm" type="none"/>
                      <a:tailEnd len="sm" w="sm" type="none"/>
                    </a:lnR>
                  </a:tcPr>
                </a:tc>
                <a:tc>
                  <a:txBody>
                    <a:bodyPr/>
                    <a:lstStyle/>
                    <a:p>
                      <a:pPr indent="-323850" lvl="0" marL="457200" marR="0" rtl="0" algn="l">
                        <a:spcBef>
                          <a:spcPts val="0"/>
                        </a:spcBef>
                        <a:spcAft>
                          <a:spcPts val="0"/>
                        </a:spcAft>
                        <a:buSzPts val="1500"/>
                        <a:buAutoNum type="arabicPeriod"/>
                      </a:pPr>
                      <a:r>
                        <a:rPr lang="en-US" sz="1500"/>
                        <a:t>Construction des</a:t>
                      </a:r>
                      <a:r>
                        <a:rPr b="1" lang="en-US" sz="1500"/>
                        <a:t> dépôts d’intrants Secs</a:t>
                      </a:r>
                      <a:r>
                        <a:rPr lang="en-US" sz="1500"/>
                        <a:t> </a:t>
                      </a:r>
                      <a:endParaRPr sz="1500"/>
                    </a:p>
                    <a:p>
                      <a:pPr indent="0" lvl="0" marL="457200" marR="0" rtl="0" algn="l">
                        <a:spcBef>
                          <a:spcPts val="0"/>
                        </a:spcBef>
                        <a:spcAft>
                          <a:spcPts val="0"/>
                        </a:spcAft>
                        <a:buNone/>
                      </a:pPr>
                      <a:r>
                        <a:t/>
                      </a:r>
                      <a:endParaRPr sz="1500"/>
                    </a:p>
                    <a:p>
                      <a:pPr indent="0" lvl="0" marL="457200" marR="0" rtl="0" algn="l">
                        <a:spcBef>
                          <a:spcPts val="0"/>
                        </a:spcBef>
                        <a:spcAft>
                          <a:spcPts val="0"/>
                        </a:spcAft>
                        <a:buNone/>
                      </a:pPr>
                      <a:r>
                        <a:t/>
                      </a:r>
                      <a:endParaRPr sz="1500"/>
                    </a:p>
                    <a:p>
                      <a:pPr indent="0" lvl="0" marL="457200" marR="0" rtl="0" algn="l">
                        <a:spcBef>
                          <a:spcPts val="0"/>
                        </a:spcBef>
                        <a:spcAft>
                          <a:spcPts val="0"/>
                        </a:spcAft>
                        <a:buNone/>
                      </a:pPr>
                      <a:r>
                        <a:t/>
                      </a:r>
                      <a:endParaRPr sz="1500"/>
                    </a:p>
                    <a:p>
                      <a:pPr indent="-323850" lvl="0" marL="457200" marR="0" rtl="0" algn="l">
                        <a:spcBef>
                          <a:spcPts val="0"/>
                        </a:spcBef>
                        <a:spcAft>
                          <a:spcPts val="0"/>
                        </a:spcAft>
                        <a:buSzPts val="1500"/>
                        <a:buAutoNum type="arabicPeriod"/>
                      </a:pPr>
                      <a:r>
                        <a:rPr lang="en-US" sz="1500"/>
                        <a:t>Réhabilitation des </a:t>
                      </a:r>
                      <a:r>
                        <a:rPr b="1" lang="en-US" sz="1500"/>
                        <a:t>systèmes photovoltaïques </a:t>
                      </a:r>
                      <a:r>
                        <a:rPr lang="en-US" sz="1500"/>
                        <a:t> pour les antennes PEV </a:t>
                      </a:r>
                      <a:endParaRPr sz="1500"/>
                    </a:p>
                    <a:p>
                      <a:pPr indent="0" lvl="0" marL="457200" marR="0" rtl="0" algn="l">
                        <a:spcBef>
                          <a:spcPts val="0"/>
                        </a:spcBef>
                        <a:spcAft>
                          <a:spcPts val="0"/>
                        </a:spcAft>
                        <a:buNone/>
                      </a:pPr>
                      <a:r>
                        <a:t/>
                      </a:r>
                      <a:endParaRPr sz="1500"/>
                    </a:p>
                    <a:p>
                      <a:pPr indent="0" lvl="0" marL="0" marR="0" rtl="0" algn="l">
                        <a:spcBef>
                          <a:spcPts val="0"/>
                        </a:spcBef>
                        <a:spcAft>
                          <a:spcPts val="0"/>
                        </a:spcAft>
                        <a:buNone/>
                      </a:pPr>
                      <a:r>
                        <a:t/>
                      </a:r>
                      <a:endParaRPr sz="1500"/>
                    </a:p>
                    <a:p>
                      <a:pPr indent="-323850" lvl="0" marL="457200" marR="0" rtl="0" algn="l">
                        <a:spcBef>
                          <a:spcPts val="0"/>
                        </a:spcBef>
                        <a:spcAft>
                          <a:spcPts val="0"/>
                        </a:spcAft>
                        <a:buSzPts val="1500"/>
                        <a:buAutoNum type="arabicPeriod"/>
                      </a:pPr>
                      <a:r>
                        <a:rPr lang="en-US" sz="1500"/>
                        <a:t>Assurer </a:t>
                      </a:r>
                      <a:r>
                        <a:rPr b="1" lang="en-US" sz="1500"/>
                        <a:t>la maintenance Préventive et Curative</a:t>
                      </a:r>
                      <a:r>
                        <a:rPr lang="en-US" sz="1500"/>
                        <a:t> des équipements de la </a:t>
                      </a:r>
                      <a:r>
                        <a:rPr lang="en-US" sz="1500"/>
                        <a:t>chaîne</a:t>
                      </a:r>
                      <a:r>
                        <a:rPr lang="en-US" sz="1500"/>
                        <a:t> du froid (chambres froides, groupes électrogènes et systèmes solaires  aux 51 Antennes PEV</a:t>
                      </a:r>
                      <a:endParaRPr sz="1500"/>
                    </a:p>
                    <a:p>
                      <a:pPr indent="0" lvl="0" marL="457200" marR="0" rtl="0" algn="l">
                        <a:spcBef>
                          <a:spcPts val="0"/>
                        </a:spcBef>
                        <a:spcAft>
                          <a:spcPts val="0"/>
                        </a:spcAft>
                        <a:buNone/>
                      </a:pPr>
                      <a:r>
                        <a:t/>
                      </a:r>
                      <a:endParaRPr sz="1500"/>
                    </a:p>
                    <a:p>
                      <a:pPr indent="0" lvl="0" marL="457200" marR="0" rtl="0" algn="l">
                        <a:spcBef>
                          <a:spcPts val="0"/>
                        </a:spcBef>
                        <a:spcAft>
                          <a:spcPts val="0"/>
                        </a:spcAft>
                        <a:buNone/>
                      </a:pPr>
                      <a:r>
                        <a:t/>
                      </a:r>
                      <a:endParaRPr sz="1500"/>
                    </a:p>
                    <a:p>
                      <a:pPr indent="-323850" lvl="0" marL="457200" marR="0" rtl="0" algn="l">
                        <a:spcBef>
                          <a:spcPts val="0"/>
                        </a:spcBef>
                        <a:spcAft>
                          <a:spcPts val="0"/>
                        </a:spcAft>
                        <a:buSzPts val="1500"/>
                        <a:buAutoNum type="arabicPeriod"/>
                      </a:pPr>
                      <a:r>
                        <a:rPr lang="en-US" sz="1500"/>
                        <a:t>La  connectivité au 5</a:t>
                      </a:r>
                      <a:r>
                        <a:rPr b="1" lang="en-US" sz="1500"/>
                        <a:t>1 Antennes PEV et 45 zones de santé, Achat et </a:t>
                      </a:r>
                      <a:r>
                        <a:rPr b="1" lang="en-US" sz="1500"/>
                        <a:t>livraison</a:t>
                      </a:r>
                      <a:r>
                        <a:rPr b="1" lang="en-US" sz="1500"/>
                        <a:t> de  Kits Informatiques </a:t>
                      </a:r>
                      <a:endParaRPr sz="1500"/>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sz="1500"/>
                        <a:t>Provinces de Mai Ndombe, Maniema, Sud Ubangi, Kasaï Oriental et Kinshasa</a:t>
                      </a:r>
                      <a:endParaRPr sz="1500"/>
                    </a:p>
                    <a:p>
                      <a:pPr indent="0" lvl="0" marL="0" marR="0" rtl="0" algn="l">
                        <a:spcBef>
                          <a:spcPts val="0"/>
                        </a:spcBef>
                        <a:spcAft>
                          <a:spcPts val="0"/>
                        </a:spcAft>
                        <a:buClr>
                          <a:schemeClr val="dk1"/>
                        </a:buClr>
                        <a:buSzPts val="1800"/>
                        <a:buFont typeface="Calibri"/>
                        <a:buNone/>
                      </a:pPr>
                      <a:r>
                        <a:t/>
                      </a:r>
                      <a:endParaRPr sz="1500"/>
                    </a:p>
                    <a:p>
                      <a:pPr indent="0" lvl="0" marL="0" marR="0" rtl="0" algn="l">
                        <a:spcBef>
                          <a:spcPts val="0"/>
                        </a:spcBef>
                        <a:spcAft>
                          <a:spcPts val="0"/>
                        </a:spcAft>
                        <a:buClr>
                          <a:schemeClr val="dk1"/>
                        </a:buClr>
                        <a:buSzPts val="1800"/>
                        <a:buFont typeface="Calibri"/>
                        <a:buNone/>
                      </a:pPr>
                      <a:r>
                        <a:rPr lang="en-US" sz="1500"/>
                        <a:t>Provinces de Sankuru, Kwango, Kasaï Central, Nord Kivu, l’Equateur</a:t>
                      </a:r>
                      <a:endParaRPr sz="1500"/>
                    </a:p>
                    <a:p>
                      <a:pPr indent="0" lvl="0" marL="0" marR="0" rtl="0" algn="l">
                        <a:spcBef>
                          <a:spcPts val="0"/>
                        </a:spcBef>
                        <a:spcAft>
                          <a:spcPts val="0"/>
                        </a:spcAft>
                        <a:buClr>
                          <a:schemeClr val="dk1"/>
                        </a:buClr>
                        <a:buSzPts val="1800"/>
                        <a:buFont typeface="Calibri"/>
                        <a:buNone/>
                      </a:pPr>
                      <a:r>
                        <a:t/>
                      </a:r>
                      <a:endParaRPr sz="1500"/>
                    </a:p>
                    <a:p>
                      <a:pPr indent="0" lvl="0" marL="0" marR="0" rtl="0" algn="l">
                        <a:spcBef>
                          <a:spcPts val="0"/>
                        </a:spcBef>
                        <a:spcAft>
                          <a:spcPts val="0"/>
                        </a:spcAft>
                        <a:buClr>
                          <a:schemeClr val="dk1"/>
                        </a:buClr>
                        <a:buSzPts val="1800"/>
                        <a:buFont typeface="Calibri"/>
                        <a:buNone/>
                      </a:pPr>
                      <a:r>
                        <a:t/>
                      </a:r>
                      <a:endParaRPr sz="1500"/>
                    </a:p>
                    <a:p>
                      <a:pPr indent="0" lvl="0" marL="0" marR="0" rtl="0" algn="l">
                        <a:spcBef>
                          <a:spcPts val="0"/>
                        </a:spcBef>
                        <a:spcAft>
                          <a:spcPts val="0"/>
                        </a:spcAft>
                        <a:buClr>
                          <a:schemeClr val="dk1"/>
                        </a:buClr>
                        <a:buSzPts val="1800"/>
                        <a:buFont typeface="Calibri"/>
                        <a:buNone/>
                      </a:pPr>
                      <a:r>
                        <a:rPr lang="en-US" sz="1500"/>
                        <a:t>51 Antennes PEV dans 26 Provinces</a:t>
                      </a:r>
                      <a:endParaRPr sz="1500"/>
                    </a:p>
                    <a:p>
                      <a:pPr indent="0" lvl="0" marL="0" marR="0" rtl="0" algn="l">
                        <a:spcBef>
                          <a:spcPts val="0"/>
                        </a:spcBef>
                        <a:spcAft>
                          <a:spcPts val="0"/>
                        </a:spcAft>
                        <a:buClr>
                          <a:schemeClr val="dk1"/>
                        </a:buClr>
                        <a:buSzPts val="1800"/>
                        <a:buFont typeface="Calibri"/>
                        <a:buNone/>
                      </a:pPr>
                      <a:r>
                        <a:t/>
                      </a:r>
                      <a:endParaRPr sz="1500"/>
                    </a:p>
                    <a:p>
                      <a:pPr indent="0" lvl="0" marL="0" marR="0" rtl="0" algn="l">
                        <a:spcBef>
                          <a:spcPts val="0"/>
                        </a:spcBef>
                        <a:spcAft>
                          <a:spcPts val="0"/>
                        </a:spcAft>
                        <a:buClr>
                          <a:schemeClr val="dk1"/>
                        </a:buClr>
                        <a:buSzPts val="1800"/>
                        <a:buFont typeface="Calibri"/>
                        <a:buNone/>
                      </a:pPr>
                      <a:r>
                        <a:t/>
                      </a:r>
                      <a:endParaRPr sz="1500"/>
                    </a:p>
                    <a:p>
                      <a:pPr indent="0" lvl="0" marL="0" marR="0" rtl="0" algn="l">
                        <a:spcBef>
                          <a:spcPts val="0"/>
                        </a:spcBef>
                        <a:spcAft>
                          <a:spcPts val="0"/>
                        </a:spcAft>
                        <a:buClr>
                          <a:schemeClr val="dk1"/>
                        </a:buClr>
                        <a:buSzPts val="1800"/>
                        <a:buFont typeface="Calibri"/>
                        <a:buNone/>
                      </a:pPr>
                      <a:r>
                        <a:t/>
                      </a:r>
                      <a:endParaRPr sz="1500"/>
                    </a:p>
                    <a:p>
                      <a:pPr indent="0" lvl="0" marL="0" marR="0" rtl="0" algn="l">
                        <a:spcBef>
                          <a:spcPts val="0"/>
                        </a:spcBef>
                        <a:spcAft>
                          <a:spcPts val="0"/>
                        </a:spcAft>
                        <a:buClr>
                          <a:schemeClr val="dk1"/>
                        </a:buClr>
                        <a:buSzPts val="1800"/>
                        <a:buFont typeface="Calibri"/>
                        <a:buNone/>
                      </a:pPr>
                      <a:r>
                        <a:t/>
                      </a:r>
                      <a:endParaRPr sz="1500"/>
                    </a:p>
                    <a:p>
                      <a:pPr indent="0" lvl="0" marL="0" marR="0" rtl="0" algn="l">
                        <a:spcBef>
                          <a:spcPts val="0"/>
                        </a:spcBef>
                        <a:spcAft>
                          <a:spcPts val="0"/>
                        </a:spcAft>
                        <a:buClr>
                          <a:schemeClr val="dk1"/>
                        </a:buClr>
                        <a:buSzPts val="1800"/>
                        <a:buFont typeface="Calibri"/>
                        <a:buNone/>
                      </a:pPr>
                      <a:r>
                        <a:t/>
                      </a:r>
                      <a:endParaRPr sz="1500"/>
                    </a:p>
                    <a:p>
                      <a:pPr indent="0" lvl="0" marL="0" marR="0" rtl="0" algn="l">
                        <a:spcBef>
                          <a:spcPts val="0"/>
                        </a:spcBef>
                        <a:spcAft>
                          <a:spcPts val="0"/>
                        </a:spcAft>
                        <a:buClr>
                          <a:schemeClr val="dk1"/>
                        </a:buClr>
                        <a:buSzPts val="1800"/>
                        <a:buFont typeface="Calibri"/>
                        <a:buNone/>
                      </a:pPr>
                      <a:r>
                        <a:rPr lang="en-US" sz="1500"/>
                        <a:t>26 Provinces</a:t>
                      </a:r>
                      <a:endParaRPr sz="1500"/>
                    </a:p>
                  </a:txBody>
                  <a:tcPr marT="45725" marB="45725" marR="91450" marL="91450">
                    <a:lnL cap="flat" cmpd="sng" w="12700">
                      <a:solidFill>
                        <a:schemeClr val="lt1"/>
                      </a:solidFill>
                      <a:prstDash val="solid"/>
                      <a:round/>
                      <a:headEnd len="sm" w="sm" type="none"/>
                      <a:tailEnd len="sm" w="sm" type="none"/>
                    </a:lnL>
                  </a:tcPr>
                </a:tc>
                <a:tc>
                  <a:txBody>
                    <a:bodyPr/>
                    <a:lstStyle/>
                    <a:p>
                      <a:pPr indent="0" lvl="0" marL="0" marR="0" rtl="0" algn="l">
                        <a:spcBef>
                          <a:spcPts val="0"/>
                        </a:spcBef>
                        <a:spcAft>
                          <a:spcPts val="0"/>
                        </a:spcAft>
                        <a:buClr>
                          <a:schemeClr val="dk1"/>
                        </a:buClr>
                        <a:buSzPts val="1800"/>
                        <a:buFont typeface="Calibri"/>
                        <a:buNone/>
                      </a:pPr>
                      <a:r>
                        <a:rPr lang="en-US" sz="1900"/>
                        <a:t>0</a:t>
                      </a:r>
                      <a:endParaRPr sz="1900" u="none" cap="none" strike="noStrike"/>
                    </a:p>
                  </a:txBody>
                  <a:tcPr marT="45725" marB="45725" marR="91450" marL="91450"/>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8660cafc33_0_1"/>
          <p:cNvSpPr txBox="1"/>
          <p:nvPr/>
        </p:nvSpPr>
        <p:spPr>
          <a:xfrm>
            <a:off x="458592" y="317941"/>
            <a:ext cx="11274900" cy="73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500"/>
              <a:buFont typeface="Arial"/>
              <a:buNone/>
            </a:pPr>
            <a:r>
              <a:rPr b="0" i="0" lang="en-US" sz="2700" u="none" cap="none" strike="noStrike">
                <a:solidFill>
                  <a:srgbClr val="1155CC"/>
                </a:solidFill>
                <a:latin typeface="Times New Roman"/>
                <a:ea typeface="Times New Roman"/>
                <a:cs typeface="Times New Roman"/>
                <a:sym typeface="Times New Roman"/>
              </a:rPr>
              <a:t>Cartographie Intervention et Présence sur terrain </a:t>
            </a:r>
            <a:endParaRPr b="0" i="0" sz="2700" u="none" cap="none" strike="noStrike">
              <a:solidFill>
                <a:srgbClr val="1155CC"/>
              </a:solidFill>
              <a:latin typeface="Times New Roman"/>
              <a:ea typeface="Times New Roman"/>
              <a:cs typeface="Times New Roman"/>
              <a:sym typeface="Times New Roman"/>
            </a:endParaRPr>
          </a:p>
        </p:txBody>
      </p:sp>
      <p:sp>
        <p:nvSpPr>
          <p:cNvPr id="194" name="Google Shape;194;g38660cafc33_0_1"/>
          <p:cNvSpPr/>
          <p:nvPr/>
        </p:nvSpPr>
        <p:spPr>
          <a:xfrm>
            <a:off x="0" y="272241"/>
            <a:ext cx="235500" cy="655200"/>
          </a:xfrm>
          <a:prstGeom prst="rect">
            <a:avLst/>
          </a:prstGeom>
          <a:solidFill>
            <a:srgbClr val="1155CC"/>
          </a:solidFill>
          <a:ln>
            <a:noFill/>
          </a:ln>
        </p:spPr>
        <p:txBody>
          <a:bodyPr anchorCtr="0" anchor="ctr" bIns="91400" lIns="91400" spcFirstLastPara="1" rIns="91400" wrap="square" tIns="914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70C0"/>
              </a:solidFill>
              <a:latin typeface="Times New Roman"/>
              <a:ea typeface="Times New Roman"/>
              <a:cs typeface="Times New Roman"/>
              <a:sym typeface="Times New Roman"/>
            </a:endParaRPr>
          </a:p>
        </p:txBody>
      </p:sp>
      <p:sp>
        <p:nvSpPr>
          <p:cNvPr id="195" name="Google Shape;195;g38660cafc33_0_1"/>
          <p:cNvSpPr txBox="1"/>
          <p:nvPr/>
        </p:nvSpPr>
        <p:spPr>
          <a:xfrm>
            <a:off x="267700" y="6492843"/>
            <a:ext cx="11414700" cy="184800"/>
          </a:xfrm>
          <a:prstGeom prst="rect">
            <a:avLst/>
          </a:prstGeom>
          <a:noFill/>
          <a:ln>
            <a:noFill/>
          </a:ln>
        </p:spPr>
        <p:txBody>
          <a:bodyPr anchorCtr="0" anchor="t" bIns="0" lIns="0" spcFirstLastPara="1" rIns="121900" wrap="square" tIns="0">
            <a:sp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1155CC"/>
              </a:solidFill>
              <a:latin typeface="Times New Roman"/>
              <a:ea typeface="Times New Roman"/>
              <a:cs typeface="Times New Roman"/>
              <a:sym typeface="Times New Roman"/>
            </a:endParaRPr>
          </a:p>
        </p:txBody>
      </p:sp>
      <p:sp>
        <p:nvSpPr>
          <p:cNvPr id="196" name="Google Shape;196;g38660cafc33_0_1"/>
          <p:cNvSpPr txBox="1"/>
          <p:nvPr/>
        </p:nvSpPr>
        <p:spPr>
          <a:xfrm>
            <a:off x="11658600" y="6496067"/>
            <a:ext cx="228300" cy="165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1155CC"/>
                </a:solidFill>
                <a:latin typeface="Arial"/>
                <a:ea typeface="Arial"/>
                <a:cs typeface="Arial"/>
                <a:sym typeface="Arial"/>
              </a:rPr>
              <a:t>‹#›</a:t>
            </a:fld>
            <a:endParaRPr b="0" i="0" sz="1200" u="none" cap="none" strike="noStrike">
              <a:solidFill>
                <a:srgbClr val="1155CC"/>
              </a:solidFill>
              <a:latin typeface="Arial"/>
              <a:ea typeface="Arial"/>
              <a:cs typeface="Arial"/>
              <a:sym typeface="Arial"/>
            </a:endParaRPr>
          </a:p>
        </p:txBody>
      </p:sp>
      <p:cxnSp>
        <p:nvCxnSpPr>
          <p:cNvPr id="197" name="Google Shape;197;g38660cafc33_0_1"/>
          <p:cNvCxnSpPr/>
          <p:nvPr/>
        </p:nvCxnSpPr>
        <p:spPr>
          <a:xfrm>
            <a:off x="267700" y="6427967"/>
            <a:ext cx="11640300" cy="0"/>
          </a:xfrm>
          <a:prstGeom prst="straightConnector1">
            <a:avLst/>
          </a:prstGeom>
          <a:noFill/>
          <a:ln cap="flat" cmpd="sng" w="12700">
            <a:solidFill>
              <a:srgbClr val="9E9E9E"/>
            </a:solidFill>
            <a:prstDash val="solid"/>
            <a:round/>
            <a:headEnd len="sm" w="sm" type="none"/>
            <a:tailEnd len="sm" w="sm" type="none"/>
          </a:ln>
        </p:spPr>
      </p:cxnSp>
      <p:graphicFrame>
        <p:nvGraphicFramePr>
          <p:cNvPr id="198" name="Google Shape;198;g38660cafc33_0_1"/>
          <p:cNvGraphicFramePr/>
          <p:nvPr/>
        </p:nvGraphicFramePr>
        <p:xfrm>
          <a:off x="455295" y="1188085"/>
          <a:ext cx="3000000" cy="3000000"/>
        </p:xfrm>
        <a:graphic>
          <a:graphicData uri="http://schemas.openxmlformats.org/drawingml/2006/table">
            <a:tbl>
              <a:tblPr bandRow="1" firstRow="1">
                <a:noFill/>
                <a:tableStyleId>{DF30A53C-37D0-4AC6-8491-788370F921AD}</a:tableStyleId>
              </a:tblPr>
              <a:tblGrid>
                <a:gridCol w="2432150"/>
                <a:gridCol w="4207675"/>
                <a:gridCol w="3341825"/>
                <a:gridCol w="1365275"/>
              </a:tblGrid>
              <a:tr h="763900">
                <a:tc>
                  <a:txBody>
                    <a:bodyPr/>
                    <a:lstStyle/>
                    <a:p>
                      <a:pPr indent="0" lvl="0" marL="0" marR="0" rtl="0" algn="l">
                        <a:spcBef>
                          <a:spcPts val="0"/>
                        </a:spcBef>
                        <a:spcAft>
                          <a:spcPts val="0"/>
                        </a:spcAft>
                        <a:buClr>
                          <a:schemeClr val="dk1"/>
                        </a:buClr>
                        <a:buSzPts val="1800"/>
                        <a:buFont typeface="Calibri"/>
                        <a:buNone/>
                      </a:pPr>
                      <a:r>
                        <a:rPr lang="en-US" sz="1800" u="none" cap="none" strike="noStrike"/>
                        <a:t>Domaine d’intervention </a:t>
                      </a:r>
                      <a:endParaRPr sz="1800" u="none" cap="none" strike="noStrike"/>
                    </a:p>
                  </a:txBody>
                  <a:tcPr marT="45725" marB="45725" marR="91450" marL="91450">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sz="1800" u="none" cap="none" strike="noStrike"/>
                        <a:t>Interventions </a:t>
                      </a:r>
                      <a:endParaRPr sz="1800" u="none" cap="none" strike="noStrike"/>
                    </a:p>
                  </a:txBody>
                  <a:tcPr marT="45725" marB="45725" marR="91450" marL="91450">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sz="1800" u="none" cap="none" strike="noStrike"/>
                        <a:t>Zone d’intervention </a:t>
                      </a:r>
                      <a:endParaRPr sz="1800" u="none" cap="none" strike="noStrike"/>
                    </a:p>
                  </a:txBody>
                  <a:tcPr marT="45725" marB="45725" marR="91450" marL="91450">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sz="1800" u="none" cap="none" strike="noStrike"/>
                        <a:t>Nombre consultants ou AT </a:t>
                      </a:r>
                      <a:endParaRPr sz="1800" u="none" cap="none" strike="noStrike"/>
                    </a:p>
                  </a:txBody>
                  <a:tcPr marT="45725" marB="45725" marR="91450" marL="91450"/>
                </a:tc>
              </a:tr>
              <a:tr h="454650">
                <a:tc>
                  <a:txBody>
                    <a:bodyPr/>
                    <a:lstStyle/>
                    <a:p>
                      <a:pPr indent="0" lvl="0" marL="0" rtl="0" algn="l">
                        <a:spcBef>
                          <a:spcPts val="0"/>
                        </a:spcBef>
                        <a:spcAft>
                          <a:spcPts val="0"/>
                        </a:spcAft>
                        <a:buNone/>
                      </a:pPr>
                      <a:r>
                        <a:rPr lang="en-US"/>
                        <a:t>LOGISTIQUE</a:t>
                      </a:r>
                      <a:endParaRPr>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a:t>5</a:t>
                      </a:r>
                      <a:r>
                        <a:rPr lang="en-US"/>
                        <a:t>. Achat des équipements et des services pour PEV et cellule d’appui et de gestion Financière (CAGF): </a:t>
                      </a:r>
                      <a:endParaRPr/>
                    </a:p>
                    <a:p>
                      <a:pPr indent="0" lvl="0" marL="457200" rtl="0" algn="l">
                        <a:spcBef>
                          <a:spcPts val="0"/>
                        </a:spcBef>
                        <a:spcAft>
                          <a:spcPts val="0"/>
                        </a:spcAft>
                        <a:buNone/>
                      </a:pPr>
                      <a:r>
                        <a:t/>
                      </a:r>
                      <a:endParaRPr sz="1800"/>
                    </a:p>
                    <a:p>
                      <a:pPr indent="0" lvl="0" marL="0" marR="0" rtl="0" algn="l">
                        <a:spcBef>
                          <a:spcPts val="0"/>
                        </a:spcBef>
                        <a:spcAft>
                          <a:spcPts val="0"/>
                        </a:spcAft>
                        <a:buClr>
                          <a:schemeClr val="dk1"/>
                        </a:buClr>
                        <a:buSzPts val="1100"/>
                        <a:buFont typeface="Arial"/>
                        <a:buNone/>
                      </a:pPr>
                      <a:r>
                        <a:t/>
                      </a:r>
                      <a:endParaRPr sz="1800"/>
                    </a:p>
                    <a:p>
                      <a:pPr indent="0" lvl="0" marL="0" marR="0" rtl="0" algn="l">
                        <a:spcBef>
                          <a:spcPts val="0"/>
                        </a:spcBef>
                        <a:spcAft>
                          <a:spcPts val="0"/>
                        </a:spcAft>
                        <a:buClr>
                          <a:schemeClr val="dk1"/>
                        </a:buClr>
                        <a:buSzPts val="1100"/>
                        <a:buFont typeface="Arial"/>
                        <a:buNone/>
                      </a:pPr>
                      <a:r>
                        <a:t/>
                      </a:r>
                      <a:endParaRPr sz="1800"/>
                    </a:p>
                    <a:p>
                      <a:pPr indent="0" lvl="0" marL="0" rtl="0" algn="l">
                        <a:spcBef>
                          <a:spcPts val="0"/>
                        </a:spcBef>
                        <a:spcAft>
                          <a:spcPts val="0"/>
                        </a:spcAft>
                        <a:buNone/>
                      </a:pPr>
                      <a:r>
                        <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t/>
                      </a:r>
                      <a:endParaRPr/>
                    </a:p>
                    <a:p>
                      <a:pPr indent="-317500" lvl="0" marL="457200" marR="0" rtl="0" algn="l">
                        <a:spcBef>
                          <a:spcPts val="0"/>
                        </a:spcBef>
                        <a:spcAft>
                          <a:spcPts val="0"/>
                        </a:spcAft>
                        <a:buSzPts val="1400"/>
                        <a:buChar char="●"/>
                      </a:pPr>
                      <a:r>
                        <a:rPr lang="en-US"/>
                        <a:t>11</a:t>
                      </a:r>
                      <a:r>
                        <a:rPr lang="en-US"/>
                        <a:t> Provinces (Kwango, Kinshasa, Haut Katanga, Lomami, Kasaï, Haut Uélé, Bas Uélé, Sud- Ubangi, Ituri, Equateur, Kwilu. pour les Véhicules</a:t>
                      </a:r>
                      <a:endParaRPr/>
                    </a:p>
                    <a:p>
                      <a:pPr indent="0" lvl="0" marL="0" marR="0" rtl="0" algn="l">
                        <a:spcBef>
                          <a:spcPts val="0"/>
                        </a:spcBef>
                        <a:spcAft>
                          <a:spcPts val="0"/>
                        </a:spcAft>
                        <a:buNone/>
                      </a:pPr>
                      <a:r>
                        <a:t/>
                      </a:r>
                      <a:endParaRPr/>
                    </a:p>
                    <a:p>
                      <a:pPr indent="-317500" lvl="0" marL="457200" marR="0" rtl="0" algn="l">
                        <a:spcBef>
                          <a:spcPts val="0"/>
                        </a:spcBef>
                        <a:spcAft>
                          <a:spcPts val="0"/>
                        </a:spcAft>
                        <a:buSzPts val="1400"/>
                        <a:buChar char="●"/>
                      </a:pPr>
                      <a:r>
                        <a:rPr lang="en-US"/>
                        <a:t>22 Provinces (Mongala, Sankuru, Tshopo, Kinshasa, Manièma, Kasai Oriental, Kasaï Central, Kasaï, Kongo Central, Haut Katanga, Kwango, Kwilu, Lomami, Nord - Ubangi, Tanganyika, Lualaba, Tshuapa, Haut Uélé, Bas Uélé, Sud-Kivu et Nord - Kivu) pour les Motos</a:t>
                      </a:r>
                      <a:endParaRPr/>
                    </a:p>
                    <a:p>
                      <a:pPr indent="0" lvl="0" marL="0" marR="0" rtl="0" algn="l">
                        <a:spcBef>
                          <a:spcPts val="0"/>
                        </a:spcBef>
                        <a:spcAft>
                          <a:spcPts val="0"/>
                        </a:spcAft>
                        <a:buNone/>
                      </a:pPr>
                      <a:r>
                        <a:t/>
                      </a:r>
                      <a:endParaRPr/>
                    </a:p>
                    <a:p>
                      <a:pPr indent="-317500" lvl="0" marL="457200" marR="0" rtl="0" algn="l">
                        <a:spcBef>
                          <a:spcPts val="0"/>
                        </a:spcBef>
                        <a:spcAft>
                          <a:spcPts val="0"/>
                        </a:spcAft>
                        <a:buSzPts val="1400"/>
                        <a:buChar char="●"/>
                      </a:pPr>
                      <a:r>
                        <a:rPr lang="en-US"/>
                        <a:t>26 Provinces/DPS pour les manuels des procédures Administratives et financière de la CAGF</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sz="1800"/>
                        <a:t>0</a:t>
                      </a:r>
                      <a:endParaRPr sz="1800" u="none" cap="none" strike="noStrike"/>
                    </a:p>
                  </a:txBody>
                  <a:tcPr marT="45725" marB="45725" marR="91450" marL="91450">
                    <a:lnL cap="flat" cmpd="sng" w="12700">
                      <a:solidFill>
                        <a:schemeClr val="lt1"/>
                      </a:solidFill>
                      <a:prstDash val="solid"/>
                      <a:round/>
                      <a:headEnd len="sm" w="sm" type="none"/>
                      <a:tailEnd len="sm" w="sm" type="none"/>
                    </a:ln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8660cafc33_0_19"/>
          <p:cNvSpPr txBox="1"/>
          <p:nvPr/>
        </p:nvSpPr>
        <p:spPr>
          <a:xfrm>
            <a:off x="458592" y="317941"/>
            <a:ext cx="11274900" cy="73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500"/>
              <a:buFont typeface="Arial"/>
              <a:buNone/>
            </a:pPr>
            <a:r>
              <a:rPr b="0" i="0" lang="en-US" sz="2700" u="none" cap="none" strike="noStrike">
                <a:solidFill>
                  <a:srgbClr val="1155CC"/>
                </a:solidFill>
                <a:latin typeface="Times New Roman"/>
                <a:ea typeface="Times New Roman"/>
                <a:cs typeface="Times New Roman"/>
                <a:sym typeface="Times New Roman"/>
              </a:rPr>
              <a:t>Cartographie Intervention et Présence sur terrain </a:t>
            </a:r>
            <a:endParaRPr b="0" i="0" sz="2700" u="none" cap="none" strike="noStrike">
              <a:solidFill>
                <a:srgbClr val="1155CC"/>
              </a:solidFill>
              <a:latin typeface="Times New Roman"/>
              <a:ea typeface="Times New Roman"/>
              <a:cs typeface="Times New Roman"/>
              <a:sym typeface="Times New Roman"/>
            </a:endParaRPr>
          </a:p>
        </p:txBody>
      </p:sp>
      <p:sp>
        <p:nvSpPr>
          <p:cNvPr id="204" name="Google Shape;204;g38660cafc33_0_19"/>
          <p:cNvSpPr/>
          <p:nvPr/>
        </p:nvSpPr>
        <p:spPr>
          <a:xfrm>
            <a:off x="0" y="272241"/>
            <a:ext cx="235500" cy="655200"/>
          </a:xfrm>
          <a:prstGeom prst="rect">
            <a:avLst/>
          </a:prstGeom>
          <a:solidFill>
            <a:srgbClr val="1155CC"/>
          </a:solidFill>
          <a:ln>
            <a:noFill/>
          </a:ln>
        </p:spPr>
        <p:txBody>
          <a:bodyPr anchorCtr="0" anchor="ctr" bIns="91400" lIns="91400" spcFirstLastPara="1" rIns="91400" wrap="square" tIns="914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70C0"/>
              </a:solidFill>
              <a:latin typeface="Times New Roman"/>
              <a:ea typeface="Times New Roman"/>
              <a:cs typeface="Times New Roman"/>
              <a:sym typeface="Times New Roman"/>
            </a:endParaRPr>
          </a:p>
        </p:txBody>
      </p:sp>
      <p:sp>
        <p:nvSpPr>
          <p:cNvPr id="205" name="Google Shape;205;g38660cafc33_0_19"/>
          <p:cNvSpPr txBox="1"/>
          <p:nvPr/>
        </p:nvSpPr>
        <p:spPr>
          <a:xfrm>
            <a:off x="267700" y="6492843"/>
            <a:ext cx="11414700" cy="184800"/>
          </a:xfrm>
          <a:prstGeom prst="rect">
            <a:avLst/>
          </a:prstGeom>
          <a:noFill/>
          <a:ln>
            <a:noFill/>
          </a:ln>
        </p:spPr>
        <p:txBody>
          <a:bodyPr anchorCtr="0" anchor="t" bIns="0" lIns="0" spcFirstLastPara="1" rIns="121900" wrap="square" tIns="0">
            <a:sp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1155CC"/>
              </a:solidFill>
              <a:latin typeface="Times New Roman"/>
              <a:ea typeface="Times New Roman"/>
              <a:cs typeface="Times New Roman"/>
              <a:sym typeface="Times New Roman"/>
            </a:endParaRPr>
          </a:p>
        </p:txBody>
      </p:sp>
      <p:sp>
        <p:nvSpPr>
          <p:cNvPr id="206" name="Google Shape;206;g38660cafc33_0_19"/>
          <p:cNvSpPr txBox="1"/>
          <p:nvPr/>
        </p:nvSpPr>
        <p:spPr>
          <a:xfrm>
            <a:off x="11658600" y="6496067"/>
            <a:ext cx="228300" cy="165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1155CC"/>
                </a:solidFill>
                <a:latin typeface="Arial"/>
                <a:ea typeface="Arial"/>
                <a:cs typeface="Arial"/>
                <a:sym typeface="Arial"/>
              </a:rPr>
              <a:t>‹#›</a:t>
            </a:fld>
            <a:endParaRPr b="0" i="0" sz="1200" u="none" cap="none" strike="noStrike">
              <a:solidFill>
                <a:srgbClr val="1155CC"/>
              </a:solidFill>
              <a:latin typeface="Arial"/>
              <a:ea typeface="Arial"/>
              <a:cs typeface="Arial"/>
              <a:sym typeface="Arial"/>
            </a:endParaRPr>
          </a:p>
        </p:txBody>
      </p:sp>
      <p:cxnSp>
        <p:nvCxnSpPr>
          <p:cNvPr id="207" name="Google Shape;207;g38660cafc33_0_19"/>
          <p:cNvCxnSpPr/>
          <p:nvPr/>
        </p:nvCxnSpPr>
        <p:spPr>
          <a:xfrm>
            <a:off x="267700" y="6427967"/>
            <a:ext cx="11640300" cy="0"/>
          </a:xfrm>
          <a:prstGeom prst="straightConnector1">
            <a:avLst/>
          </a:prstGeom>
          <a:noFill/>
          <a:ln cap="flat" cmpd="sng" w="12700">
            <a:solidFill>
              <a:srgbClr val="9E9E9E"/>
            </a:solidFill>
            <a:prstDash val="solid"/>
            <a:round/>
            <a:headEnd len="sm" w="sm" type="none"/>
            <a:tailEnd len="sm" w="sm" type="none"/>
          </a:ln>
        </p:spPr>
      </p:cxnSp>
      <p:graphicFrame>
        <p:nvGraphicFramePr>
          <p:cNvPr id="208" name="Google Shape;208;g38660cafc33_0_19"/>
          <p:cNvGraphicFramePr/>
          <p:nvPr/>
        </p:nvGraphicFramePr>
        <p:xfrm>
          <a:off x="455295" y="1049642"/>
          <a:ext cx="3000000" cy="3000000"/>
        </p:xfrm>
        <a:graphic>
          <a:graphicData uri="http://schemas.openxmlformats.org/drawingml/2006/table">
            <a:tbl>
              <a:tblPr bandRow="1" firstRow="1">
                <a:noFill/>
                <a:tableStyleId>{DF30A53C-37D0-4AC6-8491-788370F921AD}</a:tableStyleId>
              </a:tblPr>
              <a:tblGrid>
                <a:gridCol w="2154875"/>
                <a:gridCol w="4865725"/>
                <a:gridCol w="3318300"/>
                <a:gridCol w="1397825"/>
              </a:tblGrid>
              <a:tr h="877725">
                <a:tc>
                  <a:txBody>
                    <a:bodyPr/>
                    <a:lstStyle/>
                    <a:p>
                      <a:pPr indent="0" lvl="0" marL="0" marR="0" rtl="0" algn="l">
                        <a:spcBef>
                          <a:spcPts val="0"/>
                        </a:spcBef>
                        <a:spcAft>
                          <a:spcPts val="0"/>
                        </a:spcAft>
                        <a:buClr>
                          <a:schemeClr val="dk1"/>
                        </a:buClr>
                        <a:buSzPts val="1800"/>
                        <a:buFont typeface="Calibri"/>
                        <a:buNone/>
                      </a:pPr>
                      <a:r>
                        <a:rPr lang="en-US" sz="1800" u="none" cap="none" strike="noStrike"/>
                        <a:t>Domaine d’intervention </a:t>
                      </a:r>
                      <a:endParaRPr sz="1800" u="none" cap="none" strike="noStrike"/>
                    </a:p>
                  </a:txBody>
                  <a:tcPr marT="45725" marB="45725" marR="91450" marL="91450">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sz="1800" u="none" cap="none" strike="noStrike"/>
                        <a:t>Interventions </a:t>
                      </a:r>
                      <a:endParaRPr sz="1800" u="none" cap="none" strike="noStrike"/>
                    </a:p>
                  </a:txBody>
                  <a:tcPr marT="45725" marB="45725" marR="91450" marL="91450">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sz="1800" u="none" cap="none" strike="noStrike"/>
                        <a:t>Zone d’intervention </a:t>
                      </a:r>
                      <a:endParaRPr sz="1800" u="none" cap="none" strike="noStrike"/>
                    </a:p>
                  </a:txBody>
                  <a:tcPr marT="45725" marB="45725" marR="91450" marL="91450">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sz="1800" u="none" cap="none" strike="noStrike"/>
                        <a:t>Nombre consultants ou AT </a:t>
                      </a:r>
                      <a:endParaRPr sz="1800" u="none" cap="none" strike="noStrike"/>
                    </a:p>
                  </a:txBody>
                  <a:tcPr marT="45725" marB="45725" marR="91450" marL="91450"/>
                </a:tc>
              </a:tr>
              <a:tr h="2412250">
                <a:tc>
                  <a:txBody>
                    <a:bodyPr/>
                    <a:lstStyle/>
                    <a:p>
                      <a:pPr indent="0" lvl="0" marL="0" rtl="0" algn="l">
                        <a:spcBef>
                          <a:spcPts val="0"/>
                        </a:spcBef>
                        <a:spcAft>
                          <a:spcPts val="0"/>
                        </a:spcAft>
                        <a:buNone/>
                      </a:pPr>
                      <a:r>
                        <a:rPr lang="en-US"/>
                        <a:t>PRESTATION DES SERVICES </a:t>
                      </a:r>
                      <a:endParaRPr>
                        <a:solidFill>
                          <a:schemeClr val="dk1"/>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just">
                        <a:lnSpc>
                          <a:spcPct val="115000"/>
                        </a:lnSpc>
                        <a:spcBef>
                          <a:spcPts val="0"/>
                        </a:spcBef>
                        <a:spcAft>
                          <a:spcPts val="0"/>
                        </a:spcAft>
                        <a:buClr>
                          <a:schemeClr val="dk1"/>
                        </a:buClr>
                        <a:buSzPts val="1100"/>
                        <a:buFont typeface="Arial"/>
                        <a:buNone/>
                      </a:pPr>
                      <a:r>
                        <a:rPr lang="en-US"/>
                        <a:t>6. L</a:t>
                      </a:r>
                      <a:r>
                        <a:rPr lang="en-US"/>
                        <a:t>a cartographie des villages, des vallées, des fermes éloignées, campements des nomades, sites de passage des nomades, populations autochtones, points d’entrées des frontières, sites des déplacés, y compris les établissements des soins.</a:t>
                      </a:r>
                      <a:endParaRPr/>
                    </a:p>
                    <a:p>
                      <a:pPr indent="0" lvl="0" marL="0" rtl="0" algn="just">
                        <a:lnSpc>
                          <a:spcPct val="115000"/>
                        </a:lnSpc>
                        <a:spcBef>
                          <a:spcPts val="0"/>
                        </a:spcBef>
                        <a:spcAft>
                          <a:spcPts val="0"/>
                        </a:spcAft>
                        <a:buClr>
                          <a:schemeClr val="dk1"/>
                        </a:buClr>
                        <a:buSzPts val="1100"/>
                        <a:buFont typeface="Arial"/>
                        <a:buNone/>
                      </a:pPr>
                      <a:r>
                        <a:t/>
                      </a:r>
                      <a:endParaRPr/>
                    </a:p>
                    <a:p>
                      <a:pPr indent="0" lvl="0" marL="0" rtl="0" algn="just">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US"/>
                        <a:t>7. </a:t>
                      </a:r>
                      <a:r>
                        <a:rPr lang="en-US"/>
                        <a:t>Produire les estimations des populations carroyées axées sur les enfants zéro dose</a:t>
                      </a:r>
                      <a:r>
                        <a:rPr b="1" lang="en-US"/>
                        <a:t>: Cartes  avec  des estimations des populations carroyées produites pour les provinces prioritaires plus 3 autres</a:t>
                      </a:r>
                      <a:endParaRPr b="1"/>
                    </a:p>
                    <a:p>
                      <a:pPr indent="0" lvl="0" marL="0" rtl="0" algn="l">
                        <a:lnSpc>
                          <a:spcPct val="115000"/>
                        </a:lnSpc>
                        <a:spcBef>
                          <a:spcPts val="0"/>
                        </a:spcBef>
                        <a:spcAft>
                          <a:spcPts val="0"/>
                        </a:spcAft>
                        <a:buClr>
                          <a:schemeClr val="dk1"/>
                        </a:buClr>
                        <a:buSzPts val="1100"/>
                        <a:buFont typeface="Arial"/>
                        <a:buNone/>
                      </a:pPr>
                      <a:r>
                        <a:t/>
                      </a:r>
                      <a:endParaRPr b="1"/>
                    </a:p>
                    <a:p>
                      <a:pPr indent="0" lvl="0" marL="0" rtl="0" algn="l">
                        <a:lnSpc>
                          <a:spcPct val="115000"/>
                        </a:lnSpc>
                        <a:spcBef>
                          <a:spcPts val="0"/>
                        </a:spcBef>
                        <a:spcAft>
                          <a:spcPts val="0"/>
                        </a:spcAft>
                        <a:buClr>
                          <a:schemeClr val="dk1"/>
                        </a:buClr>
                        <a:buSzPts val="1100"/>
                        <a:buFont typeface="Arial"/>
                        <a:buNone/>
                      </a:pPr>
                      <a:r>
                        <a:t/>
                      </a:r>
                      <a:endParaRPr b="1">
                        <a:solidFill>
                          <a:srgbClr val="50AAFA"/>
                        </a:solidFill>
                      </a:endParaRPr>
                    </a:p>
                    <a:p>
                      <a:pPr indent="0" lvl="0" marL="0" rtl="0" algn="l">
                        <a:lnSpc>
                          <a:spcPct val="115000"/>
                        </a:lnSpc>
                        <a:spcBef>
                          <a:spcPts val="0"/>
                        </a:spcBef>
                        <a:spcAft>
                          <a:spcPts val="0"/>
                        </a:spcAft>
                        <a:buClr>
                          <a:schemeClr val="dk1"/>
                        </a:buClr>
                        <a:buSzPts val="1100"/>
                        <a:buFont typeface="Arial"/>
                        <a:buNone/>
                      </a:pPr>
                      <a:r>
                        <a:rPr lang="en-US"/>
                        <a:t>8. Mettre à l’échelle la micro planification géoréférencée et le tableau de bord</a:t>
                      </a:r>
                      <a:r>
                        <a:rPr b="1" lang="en-US"/>
                        <a:t> : Cartes de micro planification géo référencées produites dans 12 provinces sur 12 Provinces</a:t>
                      </a:r>
                      <a:r>
                        <a:rPr b="1" lang="en-US">
                          <a:solidFill>
                            <a:srgbClr val="3C8CF0"/>
                          </a:solidFill>
                        </a:rPr>
                        <a:t> </a:t>
                      </a:r>
                      <a:endParaRPr/>
                    </a:p>
                    <a:p>
                      <a:pPr indent="0" lvl="0" marL="0" rtl="0" algn="just">
                        <a:lnSpc>
                          <a:spcPct val="115000"/>
                        </a:lnSpc>
                        <a:spcBef>
                          <a:spcPts val="0"/>
                        </a:spcBef>
                        <a:spcAft>
                          <a:spcPts val="0"/>
                        </a:spcAft>
                        <a:buClr>
                          <a:schemeClr val="dk1"/>
                        </a:buClr>
                        <a:buSzPts val="1100"/>
                        <a:buFont typeface="Arial"/>
                        <a:buNone/>
                      </a:pPr>
                      <a:r>
                        <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US"/>
                        <a:t>Mongala, Tshopo,</a:t>
                      </a:r>
                      <a:r>
                        <a:rPr lang="en-US"/>
                        <a:t>Kasai, Kasai-Oriental, Haut-Katanga</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US"/>
                        <a:t>Tshopo, Mongala, Maniema, Kasai Oriental, Sankuru, Haut Katanga, Kasai.</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US"/>
                        <a:t>Mongala, Tshopo, Kasaï, Kasaï-Oriental, Haut-Katanga, Maniema,  Kasaï-Central, Sankuru, Sud Ubangi,Tshuapa, Mai Ndombe et Lualaba</a:t>
                      </a:r>
                      <a:endParaRPr/>
                    </a:p>
                    <a:p>
                      <a:pPr indent="0" lvl="0" marL="0" rtl="0" algn="l">
                        <a:spcBef>
                          <a:spcPts val="0"/>
                        </a:spcBef>
                        <a:spcAft>
                          <a:spcPts val="0"/>
                        </a:spcAft>
                        <a:buNone/>
                      </a:pPr>
                      <a:r>
                        <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a:t>0</a:t>
                      </a:r>
                      <a:endParaRPr u="none" cap="none" strike="noStrike"/>
                    </a:p>
                  </a:txBody>
                  <a:tcPr marT="45725" marB="45725" marR="91450" marL="91450">
                    <a:lnL cap="flat" cmpd="sng" w="12700">
                      <a:solidFill>
                        <a:schemeClr val="lt1"/>
                      </a:solidFill>
                      <a:prstDash val="solid"/>
                      <a:round/>
                      <a:headEnd len="sm" w="sm" type="none"/>
                      <a:tailEnd len="sm" w="sm" type="none"/>
                    </a:ln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g3ae6f4fd4b5_2_0"/>
          <p:cNvSpPr txBox="1"/>
          <p:nvPr/>
        </p:nvSpPr>
        <p:spPr>
          <a:xfrm>
            <a:off x="458592" y="317941"/>
            <a:ext cx="11274900" cy="73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500"/>
              <a:buFont typeface="Arial"/>
              <a:buNone/>
            </a:pPr>
            <a:r>
              <a:rPr b="0" i="0" lang="en-US" sz="2700" u="none" cap="none" strike="noStrike">
                <a:solidFill>
                  <a:srgbClr val="1155CC"/>
                </a:solidFill>
                <a:latin typeface="Times New Roman"/>
                <a:ea typeface="Times New Roman"/>
                <a:cs typeface="Times New Roman"/>
                <a:sym typeface="Times New Roman"/>
              </a:rPr>
              <a:t>Cartographie Intervention et Présence sur terrain </a:t>
            </a:r>
            <a:endParaRPr b="0" i="0" sz="2700" u="none" cap="none" strike="noStrike">
              <a:solidFill>
                <a:srgbClr val="1155CC"/>
              </a:solidFill>
              <a:latin typeface="Times New Roman"/>
              <a:ea typeface="Times New Roman"/>
              <a:cs typeface="Times New Roman"/>
              <a:sym typeface="Times New Roman"/>
            </a:endParaRPr>
          </a:p>
        </p:txBody>
      </p:sp>
      <p:sp>
        <p:nvSpPr>
          <p:cNvPr id="214" name="Google Shape;214;g3ae6f4fd4b5_2_0"/>
          <p:cNvSpPr/>
          <p:nvPr/>
        </p:nvSpPr>
        <p:spPr>
          <a:xfrm>
            <a:off x="0" y="272241"/>
            <a:ext cx="235500" cy="655200"/>
          </a:xfrm>
          <a:prstGeom prst="rect">
            <a:avLst/>
          </a:prstGeom>
          <a:solidFill>
            <a:srgbClr val="1155CC"/>
          </a:solidFill>
          <a:ln>
            <a:noFill/>
          </a:ln>
        </p:spPr>
        <p:txBody>
          <a:bodyPr anchorCtr="0" anchor="ctr" bIns="91400" lIns="91400" spcFirstLastPara="1" rIns="91400" wrap="square" tIns="914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70C0"/>
              </a:solidFill>
              <a:latin typeface="Times New Roman"/>
              <a:ea typeface="Times New Roman"/>
              <a:cs typeface="Times New Roman"/>
              <a:sym typeface="Times New Roman"/>
            </a:endParaRPr>
          </a:p>
        </p:txBody>
      </p:sp>
      <p:sp>
        <p:nvSpPr>
          <p:cNvPr id="215" name="Google Shape;215;g3ae6f4fd4b5_2_0"/>
          <p:cNvSpPr txBox="1"/>
          <p:nvPr/>
        </p:nvSpPr>
        <p:spPr>
          <a:xfrm>
            <a:off x="267700" y="6492843"/>
            <a:ext cx="11414700" cy="184800"/>
          </a:xfrm>
          <a:prstGeom prst="rect">
            <a:avLst/>
          </a:prstGeom>
          <a:noFill/>
          <a:ln>
            <a:noFill/>
          </a:ln>
        </p:spPr>
        <p:txBody>
          <a:bodyPr anchorCtr="0" anchor="t" bIns="0" lIns="0" spcFirstLastPara="1" rIns="121900" wrap="square" tIns="0">
            <a:sp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1155CC"/>
              </a:solidFill>
              <a:latin typeface="Times New Roman"/>
              <a:ea typeface="Times New Roman"/>
              <a:cs typeface="Times New Roman"/>
              <a:sym typeface="Times New Roman"/>
            </a:endParaRPr>
          </a:p>
        </p:txBody>
      </p:sp>
      <p:sp>
        <p:nvSpPr>
          <p:cNvPr id="216" name="Google Shape;216;g3ae6f4fd4b5_2_0"/>
          <p:cNvSpPr txBox="1"/>
          <p:nvPr/>
        </p:nvSpPr>
        <p:spPr>
          <a:xfrm>
            <a:off x="11658600" y="6496067"/>
            <a:ext cx="228300" cy="165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1155CC"/>
                </a:solidFill>
                <a:latin typeface="Arial"/>
                <a:ea typeface="Arial"/>
                <a:cs typeface="Arial"/>
                <a:sym typeface="Arial"/>
              </a:rPr>
              <a:t>‹#›</a:t>
            </a:fld>
            <a:endParaRPr b="0" i="0" sz="1200" u="none" cap="none" strike="noStrike">
              <a:solidFill>
                <a:srgbClr val="1155CC"/>
              </a:solidFill>
              <a:latin typeface="Arial"/>
              <a:ea typeface="Arial"/>
              <a:cs typeface="Arial"/>
              <a:sym typeface="Arial"/>
            </a:endParaRPr>
          </a:p>
        </p:txBody>
      </p:sp>
      <p:cxnSp>
        <p:nvCxnSpPr>
          <p:cNvPr id="217" name="Google Shape;217;g3ae6f4fd4b5_2_0"/>
          <p:cNvCxnSpPr/>
          <p:nvPr/>
        </p:nvCxnSpPr>
        <p:spPr>
          <a:xfrm>
            <a:off x="267700" y="6427967"/>
            <a:ext cx="11640300" cy="0"/>
          </a:xfrm>
          <a:prstGeom prst="straightConnector1">
            <a:avLst/>
          </a:prstGeom>
          <a:noFill/>
          <a:ln cap="flat" cmpd="sng" w="12700">
            <a:solidFill>
              <a:srgbClr val="9E9E9E"/>
            </a:solidFill>
            <a:prstDash val="solid"/>
            <a:round/>
            <a:headEnd len="sm" w="sm" type="none"/>
            <a:tailEnd len="sm" w="sm" type="none"/>
          </a:ln>
        </p:spPr>
      </p:cxnSp>
      <p:graphicFrame>
        <p:nvGraphicFramePr>
          <p:cNvPr id="218" name="Google Shape;218;g3ae6f4fd4b5_2_0"/>
          <p:cNvGraphicFramePr/>
          <p:nvPr/>
        </p:nvGraphicFramePr>
        <p:xfrm>
          <a:off x="455295" y="1049642"/>
          <a:ext cx="3000000" cy="3000000"/>
        </p:xfrm>
        <a:graphic>
          <a:graphicData uri="http://schemas.openxmlformats.org/drawingml/2006/table">
            <a:tbl>
              <a:tblPr bandRow="1" firstRow="1">
                <a:noFill/>
                <a:tableStyleId>{DF30A53C-37D0-4AC6-8491-788370F921AD}</a:tableStyleId>
              </a:tblPr>
              <a:tblGrid>
                <a:gridCol w="2154875"/>
                <a:gridCol w="4865725"/>
                <a:gridCol w="3318300"/>
                <a:gridCol w="1397825"/>
              </a:tblGrid>
              <a:tr h="877725">
                <a:tc>
                  <a:txBody>
                    <a:bodyPr/>
                    <a:lstStyle/>
                    <a:p>
                      <a:pPr indent="0" lvl="0" marL="0" marR="0" rtl="0" algn="l">
                        <a:spcBef>
                          <a:spcPts val="0"/>
                        </a:spcBef>
                        <a:spcAft>
                          <a:spcPts val="0"/>
                        </a:spcAft>
                        <a:buClr>
                          <a:schemeClr val="dk1"/>
                        </a:buClr>
                        <a:buSzPts val="1800"/>
                        <a:buFont typeface="Calibri"/>
                        <a:buNone/>
                      </a:pPr>
                      <a:r>
                        <a:rPr lang="en-US" sz="1800" u="none" cap="none" strike="noStrike"/>
                        <a:t>Domaine d’intervention </a:t>
                      </a:r>
                      <a:endParaRPr sz="1800" u="none" cap="none" strike="noStrike"/>
                    </a:p>
                  </a:txBody>
                  <a:tcPr marT="45725" marB="45725" marR="91450" marL="91450">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sz="1800" u="none" cap="none" strike="noStrike"/>
                        <a:t>Interventions </a:t>
                      </a:r>
                      <a:endParaRPr sz="1800" u="none" cap="none" strike="noStrike"/>
                    </a:p>
                  </a:txBody>
                  <a:tcPr marT="45725" marB="45725" marR="91450" marL="91450">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sz="1800" u="none" cap="none" strike="noStrike"/>
                        <a:t>Zone d’intervention </a:t>
                      </a:r>
                      <a:endParaRPr sz="1800" u="none" cap="none" strike="noStrike"/>
                    </a:p>
                  </a:txBody>
                  <a:tcPr marT="45725" marB="45725" marR="91450" marL="91450">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sz="1800" u="none" cap="none" strike="noStrike"/>
                        <a:t>Nombre consultants ou AT </a:t>
                      </a:r>
                      <a:endParaRPr sz="1800" u="none" cap="none" strike="noStrike"/>
                    </a:p>
                  </a:txBody>
                  <a:tcPr marT="45725" marB="45725" marR="91450" marL="91450"/>
                </a:tc>
              </a:tr>
              <a:tr h="2412250">
                <a:tc>
                  <a:txBody>
                    <a:bodyPr/>
                    <a:lstStyle/>
                    <a:p>
                      <a:pPr indent="0" lvl="0" marL="0" rtl="0" algn="l">
                        <a:spcBef>
                          <a:spcPts val="0"/>
                        </a:spcBef>
                        <a:spcAft>
                          <a:spcPts val="0"/>
                        </a:spcAft>
                        <a:buNone/>
                      </a:pPr>
                      <a:r>
                        <a:rPr lang="en-US"/>
                        <a:t>PRESTATION DES SERVICES </a:t>
                      </a:r>
                      <a:endParaRPr>
                        <a:solidFill>
                          <a:schemeClr val="dk1"/>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US"/>
                        <a:t>9. Impression des outils de gestion et de sensibilisation de la campagne Fièvre Jaune Bloc 6</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US"/>
                        <a:t>Haut Lomami, Tanganyika, Haut-Katanga et Lualaba</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a:t>0</a:t>
                      </a:r>
                      <a:endParaRPr u="none" cap="none" strike="noStrike"/>
                    </a:p>
                  </a:txBody>
                  <a:tcPr marT="45725" marB="45725" marR="91450" marL="91450">
                    <a:lnL cap="flat" cmpd="sng" w="12700">
                      <a:solidFill>
                        <a:schemeClr val="lt1"/>
                      </a:solidFill>
                      <a:prstDash val="solid"/>
                      <a:round/>
                      <a:headEnd len="sm" w="sm" type="none"/>
                      <a:tailEnd len="sm" w="sm" type="none"/>
                    </a:ln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5"/>
          <p:cNvSpPr txBox="1"/>
          <p:nvPr/>
        </p:nvSpPr>
        <p:spPr>
          <a:xfrm>
            <a:off x="458592" y="317941"/>
            <a:ext cx="11274900" cy="73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500"/>
              <a:buFont typeface="Arial"/>
              <a:buNone/>
            </a:pPr>
            <a:r>
              <a:rPr b="0" i="0" lang="en-US" sz="2700" u="none" cap="none" strike="noStrike">
                <a:solidFill>
                  <a:srgbClr val="1155CC"/>
                </a:solidFill>
                <a:latin typeface="Times New Roman"/>
                <a:ea typeface="Times New Roman"/>
                <a:cs typeface="Times New Roman"/>
                <a:sym typeface="Times New Roman"/>
              </a:rPr>
              <a:t>Réalisations majeures de l’année en lien avec les activité planifiées dans le PAO du PEV</a:t>
            </a:r>
            <a:endParaRPr b="0" i="0" sz="2700" u="none" cap="none" strike="noStrike">
              <a:solidFill>
                <a:srgbClr val="1155CC"/>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500"/>
              <a:buFont typeface="Arial"/>
              <a:buNone/>
            </a:pPr>
            <a:r>
              <a:t/>
            </a:r>
            <a:endParaRPr b="0" i="0" sz="2700" u="none" cap="none" strike="noStrike">
              <a:solidFill>
                <a:srgbClr val="1155CC"/>
              </a:solidFill>
              <a:latin typeface="Times New Roman"/>
              <a:ea typeface="Times New Roman"/>
              <a:cs typeface="Times New Roman"/>
              <a:sym typeface="Times New Roman"/>
            </a:endParaRPr>
          </a:p>
        </p:txBody>
      </p:sp>
      <p:sp>
        <p:nvSpPr>
          <p:cNvPr id="224" name="Google Shape;224;p5"/>
          <p:cNvSpPr/>
          <p:nvPr/>
        </p:nvSpPr>
        <p:spPr>
          <a:xfrm>
            <a:off x="0" y="272241"/>
            <a:ext cx="235500" cy="655200"/>
          </a:xfrm>
          <a:prstGeom prst="rect">
            <a:avLst/>
          </a:prstGeom>
          <a:solidFill>
            <a:srgbClr val="1155CC"/>
          </a:solidFill>
          <a:ln>
            <a:noFill/>
          </a:ln>
        </p:spPr>
        <p:txBody>
          <a:bodyPr anchorCtr="0" anchor="ctr" bIns="91400" lIns="91400" spcFirstLastPara="1" rIns="91400" wrap="square" tIns="914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70C0"/>
              </a:solidFill>
              <a:latin typeface="Times New Roman"/>
              <a:ea typeface="Times New Roman"/>
              <a:cs typeface="Times New Roman"/>
              <a:sym typeface="Times New Roman"/>
            </a:endParaRPr>
          </a:p>
        </p:txBody>
      </p:sp>
      <p:sp>
        <p:nvSpPr>
          <p:cNvPr id="225" name="Google Shape;225;p5"/>
          <p:cNvSpPr txBox="1"/>
          <p:nvPr/>
        </p:nvSpPr>
        <p:spPr>
          <a:xfrm>
            <a:off x="267700" y="6492843"/>
            <a:ext cx="11414700" cy="184800"/>
          </a:xfrm>
          <a:prstGeom prst="rect">
            <a:avLst/>
          </a:prstGeom>
          <a:noFill/>
          <a:ln>
            <a:noFill/>
          </a:ln>
        </p:spPr>
        <p:txBody>
          <a:bodyPr anchorCtr="0" anchor="t" bIns="0" lIns="0" spcFirstLastPara="1" rIns="121900" wrap="square" tIns="0">
            <a:sp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1155CC"/>
              </a:solidFill>
              <a:latin typeface="Times New Roman"/>
              <a:ea typeface="Times New Roman"/>
              <a:cs typeface="Times New Roman"/>
              <a:sym typeface="Times New Roman"/>
            </a:endParaRPr>
          </a:p>
        </p:txBody>
      </p:sp>
      <p:sp>
        <p:nvSpPr>
          <p:cNvPr id="226" name="Google Shape;226;p5"/>
          <p:cNvSpPr txBox="1"/>
          <p:nvPr/>
        </p:nvSpPr>
        <p:spPr>
          <a:xfrm>
            <a:off x="11658600" y="6496067"/>
            <a:ext cx="228300" cy="165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1155CC"/>
                </a:solidFill>
                <a:latin typeface="Arial"/>
                <a:ea typeface="Arial"/>
                <a:cs typeface="Arial"/>
                <a:sym typeface="Arial"/>
              </a:rPr>
              <a:t>‹#›</a:t>
            </a:fld>
            <a:endParaRPr b="0" i="0" sz="1200" u="none" cap="none" strike="noStrike">
              <a:solidFill>
                <a:srgbClr val="1155CC"/>
              </a:solidFill>
              <a:latin typeface="Arial"/>
              <a:ea typeface="Arial"/>
              <a:cs typeface="Arial"/>
              <a:sym typeface="Arial"/>
            </a:endParaRPr>
          </a:p>
        </p:txBody>
      </p:sp>
      <p:cxnSp>
        <p:nvCxnSpPr>
          <p:cNvPr id="227" name="Google Shape;227;p5"/>
          <p:cNvCxnSpPr/>
          <p:nvPr/>
        </p:nvCxnSpPr>
        <p:spPr>
          <a:xfrm>
            <a:off x="267700" y="6427967"/>
            <a:ext cx="11640300" cy="0"/>
          </a:xfrm>
          <a:prstGeom prst="straightConnector1">
            <a:avLst/>
          </a:prstGeom>
          <a:noFill/>
          <a:ln cap="flat" cmpd="sng" w="12700">
            <a:solidFill>
              <a:srgbClr val="9E9E9E"/>
            </a:solidFill>
            <a:prstDash val="solid"/>
            <a:round/>
            <a:headEnd len="sm" w="sm" type="none"/>
            <a:tailEnd len="sm" w="sm" type="none"/>
          </a:ln>
        </p:spPr>
      </p:cxnSp>
      <p:graphicFrame>
        <p:nvGraphicFramePr>
          <p:cNvPr id="228" name="Google Shape;228;p5"/>
          <p:cNvGraphicFramePr/>
          <p:nvPr/>
        </p:nvGraphicFramePr>
        <p:xfrm>
          <a:off x="381050" y="1290450"/>
          <a:ext cx="3000000" cy="3000000"/>
        </p:xfrm>
        <a:graphic>
          <a:graphicData uri="http://schemas.openxmlformats.org/drawingml/2006/table">
            <a:tbl>
              <a:tblPr bandRow="1" firstRow="1">
                <a:noFill/>
                <a:tableStyleId>{DF30A53C-37D0-4AC6-8491-788370F921AD}</a:tableStyleId>
              </a:tblPr>
              <a:tblGrid>
                <a:gridCol w="4173250"/>
                <a:gridCol w="1541750"/>
                <a:gridCol w="2857500"/>
                <a:gridCol w="2857500"/>
              </a:tblGrid>
              <a:tr h="616825">
                <a:tc>
                  <a:txBody>
                    <a:bodyPr/>
                    <a:lstStyle/>
                    <a:p>
                      <a:pPr indent="0" lvl="0" marL="0" marR="0" rtl="0" algn="l">
                        <a:spcBef>
                          <a:spcPts val="0"/>
                        </a:spcBef>
                        <a:spcAft>
                          <a:spcPts val="0"/>
                        </a:spcAft>
                        <a:buClr>
                          <a:schemeClr val="dk1"/>
                        </a:buClr>
                        <a:buSzPts val="1800"/>
                        <a:buFont typeface="Calibri"/>
                        <a:buNone/>
                      </a:pPr>
                      <a:r>
                        <a:rPr lang="en-US" sz="1800" u="none" cap="none" strike="noStrike"/>
                        <a:t>Activité prévu dans le PAO du PEV en 2025</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rPr lang="en-US" sz="1800" u="none" cap="none" strike="noStrike"/>
                        <a:t>Niveau de réalisation</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rPr lang="en-US" sz="1800" u="none" cap="none" strike="noStrike"/>
                        <a:t>Output</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rPr lang="en-US" sz="1800" u="none" cap="none" strike="noStrike"/>
                        <a:t>Outcome</a:t>
                      </a:r>
                      <a:endParaRPr sz="1800" u="none" cap="none" strike="noStrike"/>
                    </a:p>
                  </a:txBody>
                  <a:tcPr marT="45725" marB="45725" marR="91450" marL="91450"/>
                </a:tc>
              </a:tr>
              <a:tr h="4402225">
                <a:tc>
                  <a:txBody>
                    <a:bodyPr/>
                    <a:lstStyle/>
                    <a:p>
                      <a:pPr indent="0" lvl="0" marL="0" rtl="0" algn="l">
                        <a:lnSpc>
                          <a:spcPct val="115000"/>
                        </a:lnSpc>
                        <a:spcBef>
                          <a:spcPts val="0"/>
                        </a:spcBef>
                        <a:spcAft>
                          <a:spcPts val="0"/>
                        </a:spcAft>
                        <a:buClr>
                          <a:schemeClr val="dk1"/>
                        </a:buClr>
                        <a:buSzPts val="1100"/>
                        <a:buFont typeface="Arial"/>
                        <a:buNone/>
                      </a:pPr>
                      <a:r>
                        <a:rPr lang="en-US"/>
                        <a:t>1. Construire et équiper 6 dépôts de stockage des intrants secs pour les antennes (Kin-Est/Ndjli; Kin- Centre; Mbuji Mayi; Nioki; Lubutu, Gemena), Nous avons reçu l’approbation de construire 4 entrepôts sur  (Mbuji Mayi; Nioki; Lubutu, Gemena)</a:t>
                      </a:r>
                      <a:endParaRPr sz="22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rPr lang="en-US"/>
                        <a:t>95%</a:t>
                      </a:r>
                      <a:endParaRPr u="none" cap="none" strike="noStrike"/>
                    </a:p>
                  </a:txBody>
                  <a:tcPr marT="45725" marB="45725" marR="91450" marL="91450"/>
                </a:tc>
                <a:tc>
                  <a:txBody>
                    <a:bodyPr/>
                    <a:lstStyle/>
                    <a:p>
                      <a:pPr indent="0" lvl="0" marL="0" rtl="0" algn="l">
                        <a:lnSpc>
                          <a:spcPct val="115000"/>
                        </a:lnSpc>
                        <a:spcBef>
                          <a:spcPts val="0"/>
                        </a:spcBef>
                        <a:spcAft>
                          <a:spcPts val="0"/>
                        </a:spcAft>
                        <a:buNone/>
                      </a:pPr>
                      <a:r>
                        <a:rPr lang="en-US" sz="1500"/>
                        <a:t>1.</a:t>
                      </a:r>
                      <a:r>
                        <a:rPr lang="en-US" sz="1500"/>
                        <a:t>Un dépôt de stockage construit et équipé à Mbuji Mayi.</a:t>
                      </a:r>
                      <a:endParaRPr sz="1500"/>
                    </a:p>
                    <a:p>
                      <a:pPr indent="0" lvl="0" marL="0" rtl="0" algn="l">
                        <a:lnSpc>
                          <a:spcPct val="115000"/>
                        </a:lnSpc>
                        <a:spcBef>
                          <a:spcPts val="0"/>
                        </a:spcBef>
                        <a:spcAft>
                          <a:spcPts val="0"/>
                        </a:spcAft>
                        <a:buClr>
                          <a:schemeClr val="dk1"/>
                        </a:buClr>
                        <a:buSzPts val="1100"/>
                        <a:buFont typeface="Arial"/>
                        <a:buNone/>
                      </a:pPr>
                      <a:r>
                        <a:rPr lang="en-US" sz="1500"/>
                        <a:t>2.Un dépôt de stockage construit et équipé à Nioki.</a:t>
                      </a:r>
                      <a:endParaRPr sz="1500"/>
                    </a:p>
                    <a:p>
                      <a:pPr indent="0" lvl="0" marL="0" rtl="0" algn="l">
                        <a:lnSpc>
                          <a:spcPct val="115000"/>
                        </a:lnSpc>
                        <a:spcBef>
                          <a:spcPts val="0"/>
                        </a:spcBef>
                        <a:spcAft>
                          <a:spcPts val="0"/>
                        </a:spcAft>
                        <a:buClr>
                          <a:schemeClr val="dk1"/>
                        </a:buClr>
                        <a:buSzPts val="1100"/>
                        <a:buFont typeface="Arial"/>
                        <a:buNone/>
                      </a:pPr>
                      <a:r>
                        <a:rPr lang="en-US" sz="1500"/>
                        <a:t>3.Un dépôt de stockage construit et équipé à Lubutu.</a:t>
                      </a:r>
                      <a:endParaRPr sz="1500"/>
                    </a:p>
                    <a:p>
                      <a:pPr indent="0" lvl="0" marL="0" rtl="0" algn="l">
                        <a:lnSpc>
                          <a:spcPct val="115000"/>
                        </a:lnSpc>
                        <a:spcBef>
                          <a:spcPts val="0"/>
                        </a:spcBef>
                        <a:spcAft>
                          <a:spcPts val="0"/>
                        </a:spcAft>
                        <a:buClr>
                          <a:schemeClr val="dk1"/>
                        </a:buClr>
                        <a:buSzPts val="1100"/>
                        <a:buFont typeface="Arial"/>
                        <a:buNone/>
                      </a:pPr>
                      <a:r>
                        <a:rPr lang="en-US" sz="1500"/>
                        <a:t>4.Un dépôt de stockage construit et équipé à Gemena.</a:t>
                      </a:r>
                      <a:endParaRPr sz="1500"/>
                    </a:p>
                  </a:txBody>
                  <a:tcPr marT="45725" marB="45725" marR="91450" marL="91450"/>
                </a:tc>
                <a:tc>
                  <a:txBody>
                    <a:bodyPr/>
                    <a:lstStyle/>
                    <a:p>
                      <a:pPr indent="0" lvl="0" marL="0" rtl="0" algn="l">
                        <a:lnSpc>
                          <a:spcPct val="115000"/>
                        </a:lnSpc>
                        <a:spcBef>
                          <a:spcPts val="1200"/>
                        </a:spcBef>
                        <a:spcAft>
                          <a:spcPts val="0"/>
                        </a:spcAft>
                        <a:buNone/>
                      </a:pPr>
                      <a:r>
                        <a:rPr lang="en-US" sz="1500"/>
                        <a:t>1.Augmentation de la capacité de stockage locale : Les volumes de marchandises stockables à Mbuji Mayi, Nioki, Lubutu et Gemena sont accrus, réduisant la dépendance aux flux tendus depuis Kinshasa.</a:t>
                      </a:r>
                      <a:endParaRPr sz="1500"/>
                    </a:p>
                    <a:p>
                      <a:pPr indent="0" lvl="0" marL="0" rtl="0" algn="l">
                        <a:lnSpc>
                          <a:spcPct val="115000"/>
                        </a:lnSpc>
                        <a:spcBef>
                          <a:spcPts val="1200"/>
                        </a:spcBef>
                        <a:spcAft>
                          <a:spcPts val="0"/>
                        </a:spcAft>
                        <a:buNone/>
                      </a:pPr>
                      <a:r>
                        <a:rPr lang="en-US" sz="1500"/>
                        <a:t>2.Réduction des pertes et avaries : Les produits sont protégés contre les intempéries, le vol et les nuisibles, garantissant que ce qui est acheté est réellement utilisé.</a:t>
                      </a:r>
                      <a:endParaRPr sz="1500"/>
                    </a:p>
                    <a:p>
                      <a:pPr indent="0" lvl="0" marL="0" rtl="0" algn="l">
                        <a:lnSpc>
                          <a:spcPct val="115000"/>
                        </a:lnSpc>
                        <a:spcBef>
                          <a:spcPts val="1200"/>
                        </a:spcBef>
                        <a:spcAft>
                          <a:spcPts val="1200"/>
                        </a:spcAft>
                        <a:buNone/>
                      </a:pPr>
                      <a:r>
                        <a:rPr lang="en-US" sz="1500"/>
                        <a:t>3.Amélioration de la gestion des stocks : Possibilité de mettre en place des systèmes d'inventaire fiables et organisés sur place.</a:t>
                      </a:r>
                      <a:endParaRPr b="1" sz="1500"/>
                    </a:p>
                  </a:txBody>
                  <a:tcPr marT="45725" marB="45725" marR="91450" marL="91450"/>
                </a:tc>
              </a:tr>
              <a:tr h="352475">
                <a:tc>
                  <a:txBody>
                    <a:bodyPr/>
                    <a:lstStyle/>
                    <a:p>
                      <a:pPr indent="0" lvl="0" marL="0" rtl="0" algn="l">
                        <a:lnSpc>
                          <a:spcPct val="115000"/>
                        </a:lnSpc>
                        <a:spcBef>
                          <a:spcPts val="0"/>
                        </a:spcBef>
                        <a:spcAft>
                          <a:spcPts val="0"/>
                        </a:spcAft>
                        <a:buClr>
                          <a:schemeClr val="dk1"/>
                        </a:buClr>
                        <a:buSzPts val="1100"/>
                        <a:buFont typeface="Arial"/>
                        <a:buNone/>
                      </a:pPr>
                      <a:r>
                        <a:t/>
                      </a:r>
                      <a:endParaRPr sz="1000">
                        <a:latin typeface="Arial"/>
                        <a:ea typeface="Arial"/>
                        <a:cs typeface="Arial"/>
                        <a:sym typeface="Arial"/>
                      </a:endParaRPr>
                    </a:p>
                  </a:txBody>
                  <a:tcPr marT="45725" marB="45725" marR="91450" marL="91450">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US" sz="1200"/>
                        <a:t> </a:t>
                      </a:r>
                      <a:endParaRPr sz="1200"/>
                    </a:p>
                  </a:txBody>
                  <a:tcPr marT="45725" marB="45725" marR="91450" marL="91450">
                    <a:lnB cap="flat" cmpd="sng" w="12700">
                      <a:solidFill>
                        <a:schemeClr val="lt1"/>
                      </a:solidFill>
                      <a:prstDash val="solid"/>
                      <a:round/>
                      <a:headEnd len="sm" w="sm" type="none"/>
                      <a:tailEnd len="sm" w="sm" type="none"/>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g3aed5ffb6aa_0_0"/>
          <p:cNvSpPr txBox="1"/>
          <p:nvPr/>
        </p:nvSpPr>
        <p:spPr>
          <a:xfrm>
            <a:off x="458592" y="317941"/>
            <a:ext cx="11274900" cy="73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500"/>
              <a:buFont typeface="Arial"/>
              <a:buNone/>
            </a:pPr>
            <a:r>
              <a:rPr b="0" i="0" lang="en-US" sz="2700" u="none" cap="none" strike="noStrike">
                <a:solidFill>
                  <a:srgbClr val="1155CC"/>
                </a:solidFill>
                <a:latin typeface="Times New Roman"/>
                <a:ea typeface="Times New Roman"/>
                <a:cs typeface="Times New Roman"/>
                <a:sym typeface="Times New Roman"/>
              </a:rPr>
              <a:t>Réalisations majeures de l’année en lien avec les activité planifiées dans le PAO du PEV</a:t>
            </a:r>
            <a:endParaRPr b="0" i="0" sz="2700" u="none" cap="none" strike="noStrike">
              <a:solidFill>
                <a:srgbClr val="1155CC"/>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500"/>
              <a:buFont typeface="Arial"/>
              <a:buNone/>
            </a:pPr>
            <a:r>
              <a:t/>
            </a:r>
            <a:endParaRPr b="0" i="0" sz="2700" u="none" cap="none" strike="noStrike">
              <a:solidFill>
                <a:srgbClr val="1155CC"/>
              </a:solidFill>
              <a:latin typeface="Times New Roman"/>
              <a:ea typeface="Times New Roman"/>
              <a:cs typeface="Times New Roman"/>
              <a:sym typeface="Times New Roman"/>
            </a:endParaRPr>
          </a:p>
        </p:txBody>
      </p:sp>
      <p:sp>
        <p:nvSpPr>
          <p:cNvPr id="234" name="Google Shape;234;g3aed5ffb6aa_0_0"/>
          <p:cNvSpPr/>
          <p:nvPr/>
        </p:nvSpPr>
        <p:spPr>
          <a:xfrm>
            <a:off x="0" y="272241"/>
            <a:ext cx="235500" cy="655200"/>
          </a:xfrm>
          <a:prstGeom prst="rect">
            <a:avLst/>
          </a:prstGeom>
          <a:solidFill>
            <a:srgbClr val="1155CC"/>
          </a:solidFill>
          <a:ln>
            <a:noFill/>
          </a:ln>
        </p:spPr>
        <p:txBody>
          <a:bodyPr anchorCtr="0" anchor="ctr" bIns="91400" lIns="91400" spcFirstLastPara="1" rIns="91400" wrap="square" tIns="914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70C0"/>
              </a:solidFill>
              <a:latin typeface="Times New Roman"/>
              <a:ea typeface="Times New Roman"/>
              <a:cs typeface="Times New Roman"/>
              <a:sym typeface="Times New Roman"/>
            </a:endParaRPr>
          </a:p>
        </p:txBody>
      </p:sp>
      <p:sp>
        <p:nvSpPr>
          <p:cNvPr id="235" name="Google Shape;235;g3aed5ffb6aa_0_0"/>
          <p:cNvSpPr txBox="1"/>
          <p:nvPr/>
        </p:nvSpPr>
        <p:spPr>
          <a:xfrm>
            <a:off x="267700" y="6492843"/>
            <a:ext cx="11414700" cy="184800"/>
          </a:xfrm>
          <a:prstGeom prst="rect">
            <a:avLst/>
          </a:prstGeom>
          <a:noFill/>
          <a:ln>
            <a:noFill/>
          </a:ln>
        </p:spPr>
        <p:txBody>
          <a:bodyPr anchorCtr="0" anchor="t" bIns="0" lIns="0" spcFirstLastPara="1" rIns="121900" wrap="square" tIns="0">
            <a:sp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1155CC"/>
              </a:solidFill>
              <a:latin typeface="Times New Roman"/>
              <a:ea typeface="Times New Roman"/>
              <a:cs typeface="Times New Roman"/>
              <a:sym typeface="Times New Roman"/>
            </a:endParaRPr>
          </a:p>
        </p:txBody>
      </p:sp>
      <p:sp>
        <p:nvSpPr>
          <p:cNvPr id="236" name="Google Shape;236;g3aed5ffb6aa_0_0"/>
          <p:cNvSpPr txBox="1"/>
          <p:nvPr/>
        </p:nvSpPr>
        <p:spPr>
          <a:xfrm>
            <a:off x="11658600" y="6496067"/>
            <a:ext cx="228300" cy="165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1155CC"/>
                </a:solidFill>
                <a:latin typeface="Arial"/>
                <a:ea typeface="Arial"/>
                <a:cs typeface="Arial"/>
                <a:sym typeface="Arial"/>
              </a:rPr>
              <a:t>‹#›</a:t>
            </a:fld>
            <a:endParaRPr b="0" i="0" sz="1200" u="none" cap="none" strike="noStrike">
              <a:solidFill>
                <a:srgbClr val="1155CC"/>
              </a:solidFill>
              <a:latin typeface="Arial"/>
              <a:ea typeface="Arial"/>
              <a:cs typeface="Arial"/>
              <a:sym typeface="Arial"/>
            </a:endParaRPr>
          </a:p>
        </p:txBody>
      </p:sp>
      <p:cxnSp>
        <p:nvCxnSpPr>
          <p:cNvPr id="237" name="Google Shape;237;g3aed5ffb6aa_0_0"/>
          <p:cNvCxnSpPr/>
          <p:nvPr/>
        </p:nvCxnSpPr>
        <p:spPr>
          <a:xfrm>
            <a:off x="267700" y="6427967"/>
            <a:ext cx="11640300" cy="0"/>
          </a:xfrm>
          <a:prstGeom prst="straightConnector1">
            <a:avLst/>
          </a:prstGeom>
          <a:noFill/>
          <a:ln cap="flat" cmpd="sng" w="12700">
            <a:solidFill>
              <a:srgbClr val="9E9E9E"/>
            </a:solidFill>
            <a:prstDash val="solid"/>
            <a:round/>
            <a:headEnd len="sm" w="sm" type="none"/>
            <a:tailEnd len="sm" w="sm" type="none"/>
          </a:ln>
        </p:spPr>
      </p:cxnSp>
      <p:graphicFrame>
        <p:nvGraphicFramePr>
          <p:cNvPr id="238" name="Google Shape;238;g3aed5ffb6aa_0_0"/>
          <p:cNvGraphicFramePr/>
          <p:nvPr/>
        </p:nvGraphicFramePr>
        <p:xfrm>
          <a:off x="267700" y="1239025"/>
          <a:ext cx="3000000" cy="3000000"/>
        </p:xfrm>
        <a:graphic>
          <a:graphicData uri="http://schemas.openxmlformats.org/drawingml/2006/table">
            <a:tbl>
              <a:tblPr bandRow="1" firstRow="1">
                <a:noFill/>
                <a:tableStyleId>{DF30A53C-37D0-4AC6-8491-788370F921AD}</a:tableStyleId>
              </a:tblPr>
              <a:tblGrid>
                <a:gridCol w="4328550"/>
                <a:gridCol w="1599125"/>
                <a:gridCol w="2963825"/>
                <a:gridCol w="2963825"/>
              </a:tblGrid>
              <a:tr h="613625">
                <a:tc>
                  <a:txBody>
                    <a:bodyPr/>
                    <a:lstStyle/>
                    <a:p>
                      <a:pPr indent="0" lvl="0" marL="0" marR="0" rtl="0" algn="l">
                        <a:spcBef>
                          <a:spcPts val="0"/>
                        </a:spcBef>
                        <a:spcAft>
                          <a:spcPts val="0"/>
                        </a:spcAft>
                        <a:buClr>
                          <a:schemeClr val="dk1"/>
                        </a:buClr>
                        <a:buSzPts val="1800"/>
                        <a:buFont typeface="Calibri"/>
                        <a:buNone/>
                      </a:pPr>
                      <a:r>
                        <a:rPr lang="en-US" sz="1800" u="none" cap="none" strike="noStrike"/>
                        <a:t>Activité prévu dans le PAO du PEV en 2025</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rPr lang="en-US" sz="1800" u="none" cap="none" strike="noStrike"/>
                        <a:t>Niveau de réalisation</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rPr lang="en-US" sz="1800" u="none" cap="none" strike="noStrike"/>
                        <a:t>Output</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rPr lang="en-US" sz="1800" u="none" cap="none" strike="noStrike"/>
                        <a:t>Outcome</a:t>
                      </a:r>
                      <a:endParaRPr sz="1800" u="none" cap="none" strike="noStrike"/>
                    </a:p>
                  </a:txBody>
                  <a:tcPr marT="45725" marB="45725" marR="91450" marL="91450"/>
                </a:tc>
              </a:tr>
              <a:tr h="1692900">
                <a:tc>
                  <a:txBody>
                    <a:bodyPr/>
                    <a:lstStyle/>
                    <a:p>
                      <a:pPr indent="0" lvl="0" marL="0" rtl="0" algn="l">
                        <a:lnSpc>
                          <a:spcPct val="115000"/>
                        </a:lnSpc>
                        <a:spcBef>
                          <a:spcPts val="0"/>
                        </a:spcBef>
                        <a:spcAft>
                          <a:spcPts val="0"/>
                        </a:spcAft>
                        <a:buClr>
                          <a:schemeClr val="dk1"/>
                        </a:buClr>
                        <a:buSzPts val="1100"/>
                        <a:buFont typeface="Arial"/>
                        <a:buNone/>
                      </a:pPr>
                      <a:r>
                        <a:rPr lang="en-US"/>
                        <a:t>2. </a:t>
                      </a:r>
                      <a:r>
                        <a:rPr lang="en-US"/>
                        <a:t>Assurer la maintenance des équipements de la chaîne du froid (Chambres froides, groupes électrogènes et Système solaire) au niveau intermédiaire et Achat pièces de rechange pour les chambres froides (Groupe frigorifique pour les chambres froides et pièces détachées)</a:t>
                      </a:r>
                      <a:endParaRPr/>
                    </a:p>
                    <a:p>
                      <a:pPr indent="0" lvl="0" marL="0" rtl="0" algn="l">
                        <a:lnSpc>
                          <a:spcPct val="115000"/>
                        </a:lnSpc>
                        <a:spcBef>
                          <a:spcPts val="0"/>
                        </a:spcBef>
                        <a:spcAft>
                          <a:spcPts val="0"/>
                        </a:spcAft>
                        <a:buClr>
                          <a:schemeClr val="dk1"/>
                        </a:buClr>
                        <a:buSzPts val="1100"/>
                        <a:buFont typeface="Arial"/>
                        <a:buNone/>
                      </a:pPr>
                      <a:r>
                        <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B cap="flat" cmpd="sng" w="381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a:t>96%</a:t>
                      </a:r>
                      <a:endParaRPr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B cap="flat" cmpd="sng" w="381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a:t>Des chambres froides, groupes électrogènes et systèmes solaires sont contrôlés, nettoyés et réparés  régulièrement de la façon préventive et curative</a:t>
                      </a:r>
                      <a:r>
                        <a:rPr lang="en-US" sz="1900"/>
                        <a:t> </a:t>
                      </a:r>
                      <a:endParaRPr sz="19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B cap="flat" cmpd="sng" w="381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US" sz="1300"/>
                        <a:t>La continuité  et la sécurité de la chaîne du froid :</a:t>
                      </a:r>
                      <a:endParaRPr sz="1300"/>
                    </a:p>
                    <a:p>
                      <a:pPr indent="0" lvl="0" marL="0" marR="0" rtl="0" algn="l">
                        <a:spcBef>
                          <a:spcPts val="0"/>
                        </a:spcBef>
                        <a:spcAft>
                          <a:spcPts val="0"/>
                        </a:spcAft>
                        <a:buNone/>
                      </a:pPr>
                      <a:r>
                        <a:rPr lang="en-US" sz="1300"/>
                        <a:t>1.La Fiabilité des équipements</a:t>
                      </a:r>
                      <a:endParaRPr sz="1300"/>
                    </a:p>
                    <a:p>
                      <a:pPr indent="0" lvl="0" marL="0" marR="0" rtl="0" algn="l">
                        <a:spcBef>
                          <a:spcPts val="0"/>
                        </a:spcBef>
                        <a:spcAft>
                          <a:spcPts val="0"/>
                        </a:spcAft>
                        <a:buNone/>
                      </a:pPr>
                      <a:r>
                        <a:rPr lang="en-US" sz="1300"/>
                        <a:t>2.La réduction des pannes</a:t>
                      </a:r>
                      <a:endParaRPr sz="1300"/>
                    </a:p>
                    <a:p>
                      <a:pPr indent="0" lvl="0" marL="0" marR="0" rtl="0" algn="l">
                        <a:spcBef>
                          <a:spcPts val="0"/>
                        </a:spcBef>
                        <a:spcAft>
                          <a:spcPts val="0"/>
                        </a:spcAft>
                        <a:buNone/>
                      </a:pPr>
                      <a:r>
                        <a:rPr lang="en-US" sz="1300"/>
                        <a:t>3.Une efficacité énergétique optimale</a:t>
                      </a:r>
                      <a:endParaRPr sz="1300"/>
                    </a:p>
                    <a:p>
                      <a:pPr indent="0" lvl="0" marL="0" marR="0" rtl="0" algn="l">
                        <a:spcBef>
                          <a:spcPts val="0"/>
                        </a:spcBef>
                        <a:spcAft>
                          <a:spcPts val="0"/>
                        </a:spcAft>
                        <a:buNone/>
                      </a:pPr>
                      <a:r>
                        <a:rPr lang="en-US" sz="1300"/>
                        <a:t>4. Le respect des normes de conservation des vaccins</a:t>
                      </a:r>
                      <a:endParaRPr sz="1300"/>
                    </a:p>
                    <a:p>
                      <a:pPr indent="0" lvl="0" marL="0" marR="0" rtl="0" algn="l">
                        <a:spcBef>
                          <a:spcPts val="0"/>
                        </a:spcBef>
                        <a:spcAft>
                          <a:spcPts val="0"/>
                        </a:spcAft>
                        <a:buClr>
                          <a:schemeClr val="dk1"/>
                        </a:buClr>
                        <a:buSzPts val="1800"/>
                        <a:buFont typeface="Calibri"/>
                        <a:buNone/>
                      </a:pPr>
                      <a:r>
                        <a:rPr lang="en-US" sz="1300"/>
                        <a:t>5. La durabilité des équipements</a:t>
                      </a:r>
                      <a:endParaRPr sz="13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B cap="flat" cmpd="sng" w="38100">
                      <a:solidFill>
                        <a:schemeClr val="lt1"/>
                      </a:solidFill>
                      <a:prstDash val="solid"/>
                      <a:round/>
                      <a:headEnd len="sm" w="sm" type="none"/>
                      <a:tailEnd len="sm" w="sm" type="none"/>
                    </a:lnB>
                  </a:tcPr>
                </a:tc>
              </a:tr>
              <a:tr h="290375">
                <a:tc>
                  <a:txBody>
                    <a:bodyPr/>
                    <a:lstStyle/>
                    <a:p>
                      <a:pPr indent="0" lvl="0" marL="0" rtl="0" algn="l">
                        <a:spcBef>
                          <a:spcPts val="0"/>
                        </a:spcBef>
                        <a:spcAft>
                          <a:spcPts val="0"/>
                        </a:spcAft>
                        <a:buNone/>
                      </a:pPr>
                      <a:r>
                        <a:t/>
                      </a:r>
                      <a:endParaRPr/>
                    </a:p>
                  </a:txBody>
                  <a:tcPr marT="45725" marB="45725" marR="91450" marL="91450">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45725" marB="45725" marR="91450" marL="91450">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t/>
                      </a:r>
                      <a:endParaRPr sz="1100" u="none" cap="none" strike="noStrike"/>
                    </a:p>
                  </a:txBody>
                  <a:tcPr marT="45725" marB="45725" marR="91450" marL="91450">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t/>
                      </a:r>
                      <a:endParaRPr sz="1100" u="none" cap="none" strike="noStrike"/>
                    </a:p>
                  </a:txBody>
                  <a:tcPr marT="45725" marB="45725" marR="91450" marL="91450">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900175">
                <a:tc>
                  <a:txBody>
                    <a:bodyPr/>
                    <a:lstStyle/>
                    <a:p>
                      <a:pPr indent="0" lvl="0" marL="0" rtl="0" algn="l">
                        <a:lnSpc>
                          <a:spcPct val="115000"/>
                        </a:lnSpc>
                        <a:spcBef>
                          <a:spcPts val="0"/>
                        </a:spcBef>
                        <a:spcAft>
                          <a:spcPts val="0"/>
                        </a:spcAft>
                        <a:buClr>
                          <a:schemeClr val="dk1"/>
                        </a:buClr>
                        <a:buSzPts val="1100"/>
                        <a:buFont typeface="Arial"/>
                        <a:buNone/>
                      </a:pPr>
                      <a:r>
                        <a:rPr lang="en-US"/>
                        <a:t>3. Achat et livraison de  13 Pick Up, 2 Toyota Hard Top </a:t>
                      </a:r>
                      <a:endParaRPr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a:t>100%</a:t>
                      </a:r>
                      <a:endParaRPr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a:t>Disponibilité aux Antennes PEV et service du Ministère de la Santé des 13 Pick Up et 2 Toyota Hard Top</a:t>
                      </a:r>
                      <a:endParaRPr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US"/>
                        <a:t>1. </a:t>
                      </a:r>
                      <a:r>
                        <a:rPr lang="en-US"/>
                        <a:t>L’augmentation de la capacité opérationnelle, la mobilité et réactivité de l’équipe de l’Antenne PEV.</a:t>
                      </a:r>
                      <a:endParaRPr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r>
              <a:tr h="348450">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a:solidFill>
                        <a:srgbClr val="000000"/>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t/>
                      </a:r>
                      <a:endParaRPr u="none" cap="none" strike="noStrike"/>
                    </a:p>
                  </a:txBody>
                  <a:tcPr marT="45725" marB="45725" marR="91450" marL="91450">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1059875">
                <a:tc>
                  <a:txBody>
                    <a:bodyPr/>
                    <a:lstStyle/>
                    <a:p>
                      <a:pPr indent="0" lvl="0" marL="0" rtl="0" algn="l">
                        <a:spcBef>
                          <a:spcPts val="0"/>
                        </a:spcBef>
                        <a:spcAft>
                          <a:spcPts val="0"/>
                        </a:spcAft>
                        <a:buClr>
                          <a:schemeClr val="dk1"/>
                        </a:buClr>
                        <a:buSzPts val="1100"/>
                        <a:buFont typeface="Arial"/>
                        <a:buNone/>
                      </a:pPr>
                      <a:r>
                        <a:rPr lang="en-US"/>
                        <a:t>4. Achat et livraison de 125 motos et l’expédition des 107 motos. (18 en stock Kinkole pour ZS insécurisées Nord Kivu et Sud- Kivu)  et </a:t>
                      </a:r>
                      <a:r>
                        <a:rPr lang="en-US"/>
                        <a:t>Impression des  </a:t>
                      </a:r>
                      <a:r>
                        <a:rPr b="1" lang="en-US"/>
                        <a:t>manuels des procédures  Administratives et financières de la CAGF</a:t>
                      </a:r>
                      <a:r>
                        <a:rPr lang="en-US"/>
                        <a:t> (Tomes 1 à 6)</a:t>
                      </a:r>
                      <a:endParaRPr sz="1800"/>
                    </a:p>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a:t>86%</a:t>
                      </a:r>
                      <a:endParaRPr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a:t>Disponibilité aux Antennes PEV et service du Ministère de la Santé des 13 Pick Up et 2 Toyota Hard Top</a:t>
                      </a:r>
                      <a:endParaRPr sz="11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US"/>
                        <a:t>1.L’augmentation de la capacité opérationnelle, la mobilité et réactivité de l’équipe de l’Antenne PEV.</a:t>
                      </a:r>
                      <a:endParaRPr/>
                    </a:p>
                    <a:p>
                      <a:pPr indent="0" lvl="0" marL="0" marR="0" rtl="0" algn="l">
                        <a:spcBef>
                          <a:spcPts val="0"/>
                        </a:spcBef>
                        <a:spcAft>
                          <a:spcPts val="0"/>
                        </a:spcAft>
                        <a:buClr>
                          <a:schemeClr val="dk1"/>
                        </a:buClr>
                        <a:buSzPts val="1800"/>
                        <a:buFont typeface="Calibri"/>
                        <a:buNone/>
                      </a:pPr>
                      <a:r>
                        <a:t/>
                      </a:r>
                      <a:endParaRPr sz="11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r>
              <a:tr h="348450">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a:solidFill>
                        <a:srgbClr val="000000"/>
                      </a:solidFill>
                      <a:prstDash val="solid"/>
                      <a:round/>
                      <a:headEnd len="sm" w="sm" type="none"/>
                      <a:tailEnd len="sm" w="sm" type="none"/>
                    </a:lnT>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38100">
                      <a:solidFill>
                        <a:schemeClr val="lt1"/>
                      </a:solidFill>
                      <a:prstDash val="solid"/>
                      <a:round/>
                      <a:headEnd len="sm" w="sm" type="none"/>
                      <a:tailEnd len="sm" w="sm" type="none"/>
                    </a:lnT>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38100">
                      <a:solidFill>
                        <a:schemeClr val="lt1"/>
                      </a:solidFill>
                      <a:prstDash val="solid"/>
                      <a:round/>
                      <a:headEnd len="sm" w="sm" type="none"/>
                      <a:tailEnd len="sm" w="sm" type="none"/>
                    </a:lnT>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38100">
                      <a:solidFill>
                        <a:schemeClr val="lt1"/>
                      </a:solidFill>
                      <a:prstDash val="solid"/>
                      <a:round/>
                      <a:headEnd len="sm" w="sm" type="none"/>
                      <a:tailEnd len="sm" w="sm" type="none"/>
                    </a:lnT>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g38660cafc33_0_29"/>
          <p:cNvSpPr txBox="1"/>
          <p:nvPr/>
        </p:nvSpPr>
        <p:spPr>
          <a:xfrm>
            <a:off x="458592" y="317941"/>
            <a:ext cx="11274900" cy="73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500"/>
              <a:buFont typeface="Arial"/>
              <a:buNone/>
            </a:pPr>
            <a:r>
              <a:rPr b="0" i="0" lang="en-US" sz="2700" u="none" cap="none" strike="noStrike">
                <a:solidFill>
                  <a:srgbClr val="1155CC"/>
                </a:solidFill>
                <a:latin typeface="Times New Roman"/>
                <a:ea typeface="Times New Roman"/>
                <a:cs typeface="Times New Roman"/>
                <a:sym typeface="Times New Roman"/>
              </a:rPr>
              <a:t>Réalisations majeures de l’année en lien avec les activité planifiées dans le PAO du PEV</a:t>
            </a:r>
            <a:endParaRPr b="0" i="0" sz="2700" u="none" cap="none" strike="noStrike">
              <a:solidFill>
                <a:srgbClr val="1155CC"/>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500"/>
              <a:buFont typeface="Arial"/>
              <a:buNone/>
            </a:pPr>
            <a:r>
              <a:t/>
            </a:r>
            <a:endParaRPr b="0" i="0" sz="2700" u="none" cap="none" strike="noStrike">
              <a:solidFill>
                <a:srgbClr val="1155CC"/>
              </a:solidFill>
              <a:latin typeface="Times New Roman"/>
              <a:ea typeface="Times New Roman"/>
              <a:cs typeface="Times New Roman"/>
              <a:sym typeface="Times New Roman"/>
            </a:endParaRPr>
          </a:p>
        </p:txBody>
      </p:sp>
      <p:sp>
        <p:nvSpPr>
          <p:cNvPr id="244" name="Google Shape;244;g38660cafc33_0_29"/>
          <p:cNvSpPr/>
          <p:nvPr/>
        </p:nvSpPr>
        <p:spPr>
          <a:xfrm>
            <a:off x="0" y="272241"/>
            <a:ext cx="235500" cy="655200"/>
          </a:xfrm>
          <a:prstGeom prst="rect">
            <a:avLst/>
          </a:prstGeom>
          <a:solidFill>
            <a:srgbClr val="1155CC"/>
          </a:solidFill>
          <a:ln>
            <a:noFill/>
          </a:ln>
        </p:spPr>
        <p:txBody>
          <a:bodyPr anchorCtr="0" anchor="ctr" bIns="91400" lIns="91400" spcFirstLastPara="1" rIns="91400" wrap="square" tIns="914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70C0"/>
              </a:solidFill>
              <a:latin typeface="Times New Roman"/>
              <a:ea typeface="Times New Roman"/>
              <a:cs typeface="Times New Roman"/>
              <a:sym typeface="Times New Roman"/>
            </a:endParaRPr>
          </a:p>
        </p:txBody>
      </p:sp>
      <p:sp>
        <p:nvSpPr>
          <p:cNvPr id="245" name="Google Shape;245;g38660cafc33_0_29"/>
          <p:cNvSpPr txBox="1"/>
          <p:nvPr/>
        </p:nvSpPr>
        <p:spPr>
          <a:xfrm>
            <a:off x="267700" y="6492843"/>
            <a:ext cx="11414700" cy="184800"/>
          </a:xfrm>
          <a:prstGeom prst="rect">
            <a:avLst/>
          </a:prstGeom>
          <a:noFill/>
          <a:ln>
            <a:noFill/>
          </a:ln>
        </p:spPr>
        <p:txBody>
          <a:bodyPr anchorCtr="0" anchor="t" bIns="0" lIns="0" spcFirstLastPara="1" rIns="121900" wrap="square" tIns="0">
            <a:sp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1155CC"/>
              </a:solidFill>
              <a:latin typeface="Times New Roman"/>
              <a:ea typeface="Times New Roman"/>
              <a:cs typeface="Times New Roman"/>
              <a:sym typeface="Times New Roman"/>
            </a:endParaRPr>
          </a:p>
        </p:txBody>
      </p:sp>
      <p:sp>
        <p:nvSpPr>
          <p:cNvPr id="246" name="Google Shape;246;g38660cafc33_0_29"/>
          <p:cNvSpPr txBox="1"/>
          <p:nvPr/>
        </p:nvSpPr>
        <p:spPr>
          <a:xfrm>
            <a:off x="11658600" y="6496067"/>
            <a:ext cx="228300" cy="165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1155CC"/>
                </a:solidFill>
                <a:latin typeface="Arial"/>
                <a:ea typeface="Arial"/>
                <a:cs typeface="Arial"/>
                <a:sym typeface="Arial"/>
              </a:rPr>
              <a:t>‹#›</a:t>
            </a:fld>
            <a:endParaRPr b="0" i="0" sz="1200" u="none" cap="none" strike="noStrike">
              <a:solidFill>
                <a:srgbClr val="1155CC"/>
              </a:solidFill>
              <a:latin typeface="Arial"/>
              <a:ea typeface="Arial"/>
              <a:cs typeface="Arial"/>
              <a:sym typeface="Arial"/>
            </a:endParaRPr>
          </a:p>
        </p:txBody>
      </p:sp>
      <p:cxnSp>
        <p:nvCxnSpPr>
          <p:cNvPr id="247" name="Google Shape;247;g38660cafc33_0_29"/>
          <p:cNvCxnSpPr/>
          <p:nvPr/>
        </p:nvCxnSpPr>
        <p:spPr>
          <a:xfrm>
            <a:off x="267700" y="6427967"/>
            <a:ext cx="11640300" cy="0"/>
          </a:xfrm>
          <a:prstGeom prst="straightConnector1">
            <a:avLst/>
          </a:prstGeom>
          <a:noFill/>
          <a:ln cap="flat" cmpd="sng" w="12700">
            <a:solidFill>
              <a:srgbClr val="9E9E9E"/>
            </a:solidFill>
            <a:prstDash val="solid"/>
            <a:round/>
            <a:headEnd len="sm" w="sm" type="none"/>
            <a:tailEnd len="sm" w="sm" type="none"/>
          </a:ln>
        </p:spPr>
      </p:cxnSp>
      <p:graphicFrame>
        <p:nvGraphicFramePr>
          <p:cNvPr id="248" name="Google Shape;248;g38660cafc33_0_29"/>
          <p:cNvGraphicFramePr/>
          <p:nvPr/>
        </p:nvGraphicFramePr>
        <p:xfrm>
          <a:off x="172300" y="1524000"/>
          <a:ext cx="3000000" cy="3000000"/>
        </p:xfrm>
        <a:graphic>
          <a:graphicData uri="http://schemas.openxmlformats.org/drawingml/2006/table">
            <a:tbl>
              <a:tblPr bandRow="1" firstRow="1">
                <a:noFill/>
                <a:tableStyleId>{DF30A53C-37D0-4AC6-8491-788370F921AD}</a:tableStyleId>
              </a:tblPr>
              <a:tblGrid>
                <a:gridCol w="4086250"/>
                <a:gridCol w="2482450"/>
                <a:gridCol w="2217475"/>
                <a:gridCol w="2928725"/>
              </a:tblGrid>
              <a:tr h="736250">
                <a:tc>
                  <a:txBody>
                    <a:bodyPr/>
                    <a:lstStyle/>
                    <a:p>
                      <a:pPr indent="0" lvl="0" marL="0" marR="0" rtl="0" algn="l">
                        <a:spcBef>
                          <a:spcPts val="0"/>
                        </a:spcBef>
                        <a:spcAft>
                          <a:spcPts val="0"/>
                        </a:spcAft>
                        <a:buClr>
                          <a:schemeClr val="dk1"/>
                        </a:buClr>
                        <a:buSzPts val="1800"/>
                        <a:buFont typeface="Calibri"/>
                        <a:buNone/>
                      </a:pPr>
                      <a:r>
                        <a:rPr lang="en-US" sz="1800" u="none" cap="none" strike="noStrike"/>
                        <a:t>Activité prévu dans le PAO du PEV en 2025</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rPr lang="en-US" sz="1800" u="none" cap="none" strike="noStrike"/>
                        <a:t>Niveau de réalisation</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rPr lang="en-US" sz="1800" u="none" cap="none" strike="noStrike"/>
                        <a:t>Output</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rPr lang="en-US" sz="1800" u="none" cap="none" strike="noStrike"/>
                        <a:t>Outcome</a:t>
                      </a:r>
                      <a:endParaRPr sz="1800" u="none" cap="none" strike="noStrike"/>
                    </a:p>
                  </a:txBody>
                  <a:tcPr marT="45725" marB="45725" marR="91450" marL="91450"/>
                </a:tc>
              </a:tr>
              <a:tr h="1964700">
                <a:tc>
                  <a:txBody>
                    <a:bodyPr/>
                    <a:lstStyle/>
                    <a:p>
                      <a:pPr indent="0" lvl="0" marL="0" rtl="0" algn="l">
                        <a:lnSpc>
                          <a:spcPct val="115000"/>
                        </a:lnSpc>
                        <a:spcBef>
                          <a:spcPts val="0"/>
                        </a:spcBef>
                        <a:spcAft>
                          <a:spcPts val="0"/>
                        </a:spcAft>
                        <a:buClr>
                          <a:schemeClr val="dk1"/>
                        </a:buClr>
                        <a:buSzPts val="1100"/>
                        <a:buFont typeface="Arial"/>
                        <a:buNone/>
                      </a:pPr>
                      <a:r>
                        <a:rPr lang="en-US"/>
                        <a:t>5. </a:t>
                      </a:r>
                      <a:r>
                        <a:rPr lang="en-US"/>
                        <a:t>Apporter un appui technique et financier à l'organisation de la cartographie des villages, des vallées, des fermes éloignées, campements des nomades, sites de passage des nomades, populations autochtones, points d'entrées des frontières, sites des déplacés, y compris les établissements des soins en déterminant le nombre d'enfants ZD et les communautés manquées</a:t>
                      </a:r>
                      <a:endParaRPr u="none" cap="none" strike="noStrike"/>
                    </a:p>
                  </a:txBody>
                  <a:tcPr marT="45725" marB="45725" marR="91450" marL="91450">
                    <a:lnB cap="flat" cmpd="sng">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a:t>5</a:t>
                      </a:r>
                      <a:r>
                        <a:rPr lang="en-US"/>
                        <a:t> /5 provinces </a:t>
                      </a:r>
                      <a:endParaRPr/>
                    </a:p>
                    <a:p>
                      <a:pPr indent="0" lvl="0" marL="0" marR="0" rtl="0" algn="l">
                        <a:spcBef>
                          <a:spcPts val="0"/>
                        </a:spcBef>
                        <a:spcAft>
                          <a:spcPts val="0"/>
                        </a:spcAft>
                        <a:buClr>
                          <a:schemeClr val="dk1"/>
                        </a:buClr>
                        <a:buSzPts val="1800"/>
                        <a:buFont typeface="Calibri"/>
                        <a:buNone/>
                      </a:pPr>
                      <a:r>
                        <a:rPr lang="en-US"/>
                        <a:t>100%</a:t>
                      </a:r>
                      <a:endParaRPr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rPr lang="en-US"/>
                        <a:t>Cartes de 5 provinces mis en jour ( Mongala, Tshopo)</a:t>
                      </a:r>
                      <a:endParaRPr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rPr lang="en-US"/>
                        <a:t>Cartes base  disponibles pour les 5 provinces financées par GAVI (Tshopo, Mongala, Haut Katanga, Kasai et  Kasai Oriental)</a:t>
                      </a:r>
                      <a:endParaRPr u="none" cap="none" strike="noStrike"/>
                    </a:p>
                  </a:txBody>
                  <a:tcPr marT="45725" marB="45725" marR="91450" marL="91450"/>
                </a:tc>
              </a:tr>
              <a:tr h="303175">
                <a:tc>
                  <a:txBody>
                    <a:bodyPr/>
                    <a:lstStyle/>
                    <a:p>
                      <a:pPr indent="0" lvl="0" marL="0" rtl="0" algn="l">
                        <a:lnSpc>
                          <a:spcPct val="115000"/>
                        </a:lnSpc>
                        <a:spcBef>
                          <a:spcPts val="0"/>
                        </a:spcBef>
                        <a:spcAft>
                          <a:spcPts val="0"/>
                        </a:spcAft>
                        <a:buClr>
                          <a:schemeClr val="dk1"/>
                        </a:buClr>
                        <a:buSzPts val="1100"/>
                        <a:buFont typeface="Arial"/>
                        <a:buNone/>
                      </a:pPr>
                      <a:r>
                        <a:t/>
                      </a:r>
                      <a:endParaRPr sz="1100" u="none" cap="none" strike="noStrike">
                        <a:latin typeface="Calibri"/>
                        <a:ea typeface="Calibri"/>
                        <a:cs typeface="Calibri"/>
                        <a:sym typeface="Calibri"/>
                      </a:endParaRPr>
                    </a:p>
                  </a:txBody>
                  <a:tcPr marT="0" marB="0" marR="44450" marL="4445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t/>
                      </a:r>
                      <a:endParaRPr sz="1100" u="none" cap="none" strike="noStrike"/>
                    </a:p>
                  </a:txBody>
                  <a:tcPr marT="45725" marB="45725" marR="91450" marL="91450">
                    <a:lnL cap="flat" cmpd="sng" w="6350">
                      <a:solidFill>
                        <a:srgbClr val="000000"/>
                      </a:solidFill>
                      <a:prstDash val="solid"/>
                      <a:round/>
                      <a:headEnd len="sm" w="sm" type="none"/>
                      <a:tailEnd len="sm" w="sm" type="none"/>
                    </a:lnL>
                  </a:tcPr>
                </a:tc>
                <a:tc>
                  <a:txBody>
                    <a:bodyPr/>
                    <a:lstStyle/>
                    <a:p>
                      <a:pPr indent="0" lvl="0" marL="0" rtl="0" algn="l">
                        <a:spcBef>
                          <a:spcPts val="0"/>
                        </a:spcBef>
                        <a:spcAft>
                          <a:spcPts val="0"/>
                        </a:spcAft>
                        <a:buClr>
                          <a:schemeClr val="dk1"/>
                        </a:buClr>
                        <a:buSzPts val="1800"/>
                        <a:buFont typeface="Calibri"/>
                        <a:buNone/>
                      </a:pPr>
                      <a:r>
                        <a:t/>
                      </a:r>
                      <a:endParaRPr sz="11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100" u="none" cap="none" strike="noStrike"/>
                    </a:p>
                  </a:txBody>
                  <a:tcPr marT="45725" marB="45725" marR="91450" marL="91450"/>
                </a:tc>
              </a:tr>
              <a:tr h="1964700">
                <a:tc>
                  <a:txBody>
                    <a:bodyPr/>
                    <a:lstStyle/>
                    <a:p>
                      <a:pPr indent="0" lvl="0" marL="0" rtl="0" algn="l">
                        <a:lnSpc>
                          <a:spcPct val="115000"/>
                        </a:lnSpc>
                        <a:spcBef>
                          <a:spcPts val="0"/>
                        </a:spcBef>
                        <a:spcAft>
                          <a:spcPts val="0"/>
                        </a:spcAft>
                        <a:buClr>
                          <a:schemeClr val="dk1"/>
                        </a:buClr>
                        <a:buSzPts val="1100"/>
                        <a:buFont typeface="Arial"/>
                        <a:buNone/>
                      </a:pPr>
                      <a:r>
                        <a:rPr lang="en-US"/>
                        <a:t>6. Produire les indicateurs de mobilité de la population dans les zones ciblées pour identifier les populations mobiles (déplacées, réfugiées, nomades…), déterminer le nombre d’enfants zéro dose en cas de changement de densité et l'optimisation des sites de vaccination (Mongala, Kasaï Oriental, Maniema et Tshopo)</a:t>
                      </a:r>
                      <a:endParaRPr/>
                    </a:p>
                    <a:p>
                      <a:pPr indent="0" lvl="0" marL="0" rtl="0" algn="l">
                        <a:lnSpc>
                          <a:spcPct val="115000"/>
                        </a:lnSpc>
                        <a:spcBef>
                          <a:spcPts val="0"/>
                        </a:spcBef>
                        <a:spcAft>
                          <a:spcPts val="0"/>
                        </a:spcAft>
                        <a:buClr>
                          <a:schemeClr val="dk1"/>
                        </a:buClr>
                        <a:buSzPts val="1100"/>
                        <a:buFont typeface="Arial"/>
                        <a:buNone/>
                      </a:pPr>
                      <a:r>
                        <a:t/>
                      </a:r>
                      <a:endParaRPr/>
                    </a:p>
                  </a:txBody>
                  <a:tcPr marT="45725" marB="45725" marR="91450" marL="91450">
                    <a:lnT cap="flat" cmpd="sng" w="6350">
                      <a:solidFill>
                        <a:srgbClr val="000000"/>
                      </a:solidFill>
                      <a:prstDash val="solid"/>
                      <a:round/>
                      <a:headEnd len="sm" w="sm" type="none"/>
                      <a:tailEnd len="sm" w="sm" type="none"/>
                    </a:lnT>
                  </a:tcPr>
                </a:tc>
                <a:tc>
                  <a:txBody>
                    <a:bodyPr/>
                    <a:lstStyle/>
                    <a:p>
                      <a:pPr indent="0" lvl="0" marL="0" rtl="0" algn="l">
                        <a:spcBef>
                          <a:spcPts val="0"/>
                        </a:spcBef>
                        <a:spcAft>
                          <a:spcPts val="0"/>
                        </a:spcAft>
                        <a:buClr>
                          <a:schemeClr val="dk1"/>
                        </a:buClr>
                        <a:buSzPts val="1800"/>
                        <a:buFont typeface="Calibri"/>
                        <a:buNone/>
                      </a:pPr>
                      <a:r>
                        <a:rPr lang="en-US"/>
                        <a:t>4 /4 provinces prioritaires 100%</a:t>
                      </a:r>
                      <a:endParaRPr/>
                    </a:p>
                    <a:p>
                      <a:pPr indent="0" lvl="0" marL="0" marR="0" rtl="0" algn="l">
                        <a:spcBef>
                          <a:spcPts val="0"/>
                        </a:spcBef>
                        <a:spcAft>
                          <a:spcPts val="0"/>
                        </a:spcAft>
                        <a:buClr>
                          <a:schemeClr val="dk1"/>
                        </a:buClr>
                        <a:buSzPts val="1800"/>
                        <a:buFont typeface="Calibri"/>
                        <a:buNone/>
                      </a:pPr>
                      <a:r>
                        <a:t/>
                      </a:r>
                      <a:endParaRPr/>
                    </a:p>
                  </a:txBody>
                  <a:tcPr marT="45725" marB="45725" marR="91450" marL="91450"/>
                </a:tc>
                <a:tc>
                  <a:txBody>
                    <a:bodyPr/>
                    <a:lstStyle/>
                    <a:p>
                      <a:pPr indent="0" lvl="0" marL="0" rtl="0" algn="l">
                        <a:spcBef>
                          <a:spcPts val="0"/>
                        </a:spcBef>
                        <a:spcAft>
                          <a:spcPts val="0"/>
                        </a:spcAft>
                        <a:buClr>
                          <a:schemeClr val="dk1"/>
                        </a:buClr>
                        <a:buSzPts val="1800"/>
                        <a:buFont typeface="Calibri"/>
                        <a:buNone/>
                      </a:pPr>
                      <a:r>
                        <a:rPr lang="en-US"/>
                        <a:t>Cartes des provinces prioritaires disponibles avec des indicateurs de mobilité de la population</a:t>
                      </a:r>
                      <a:endParaRPr/>
                    </a:p>
                    <a:p>
                      <a:pPr indent="0" lvl="0" marL="0" marR="0" rtl="0" algn="l">
                        <a:spcBef>
                          <a:spcPts val="0"/>
                        </a:spcBef>
                        <a:spcAft>
                          <a:spcPts val="0"/>
                        </a:spcAft>
                        <a:buClr>
                          <a:schemeClr val="dk1"/>
                        </a:buClr>
                        <a:buSzPts val="1800"/>
                        <a:buFont typeface="Calibri"/>
                        <a:buNone/>
                      </a:pPr>
                      <a:r>
                        <a:t/>
                      </a:r>
                      <a:endParaRPr/>
                    </a:p>
                  </a:txBody>
                  <a:tcPr marT="45725" marB="45725" marR="91450" marL="91450"/>
                </a:tc>
                <a:tc>
                  <a:txBody>
                    <a:bodyPr/>
                    <a:lstStyle/>
                    <a:p>
                      <a:pPr indent="0" lvl="0" marL="0" rtl="0" algn="l">
                        <a:spcBef>
                          <a:spcPts val="0"/>
                        </a:spcBef>
                        <a:spcAft>
                          <a:spcPts val="0"/>
                        </a:spcAft>
                        <a:buClr>
                          <a:schemeClr val="dk1"/>
                        </a:buClr>
                        <a:buSzPts val="1800"/>
                        <a:buFont typeface="Calibri"/>
                        <a:buNone/>
                      </a:pPr>
                      <a:r>
                        <a:rPr lang="en-US"/>
                        <a:t>Cartes des provinces prioritaires disponibles avec des indicateurs de mobilité de la population ( (Mongala, Kasaï Oriental, Maniema et Tshopo)</a:t>
                      </a:r>
                      <a:endParaRPr/>
                    </a:p>
                    <a:p>
                      <a:pPr indent="0" lvl="0" marL="0" marR="0" rtl="0" algn="l">
                        <a:spcBef>
                          <a:spcPts val="0"/>
                        </a:spcBef>
                        <a:spcAft>
                          <a:spcPts val="0"/>
                        </a:spcAft>
                        <a:buClr>
                          <a:schemeClr val="dk1"/>
                        </a:buClr>
                        <a:buSzPts val="1800"/>
                        <a:buFont typeface="Calibri"/>
                        <a:buNone/>
                      </a:pPr>
                      <a:r>
                        <a:t/>
                      </a:r>
                      <a:endParaRPr/>
                    </a:p>
                  </a:txBody>
                  <a:tcPr marT="45725" marB="45725" marR="91450" marL="91450"/>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g3aed5ffb6aa_0_9"/>
          <p:cNvSpPr txBox="1"/>
          <p:nvPr/>
        </p:nvSpPr>
        <p:spPr>
          <a:xfrm>
            <a:off x="458592" y="317941"/>
            <a:ext cx="11274900" cy="73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500"/>
              <a:buFont typeface="Arial"/>
              <a:buNone/>
            </a:pPr>
            <a:r>
              <a:rPr b="0" i="0" lang="en-US" sz="2700" u="none" cap="none" strike="noStrike">
                <a:solidFill>
                  <a:srgbClr val="1155CC"/>
                </a:solidFill>
                <a:latin typeface="Times New Roman"/>
                <a:ea typeface="Times New Roman"/>
                <a:cs typeface="Times New Roman"/>
                <a:sym typeface="Times New Roman"/>
              </a:rPr>
              <a:t>Réalisations majeures de l’année en lien avec les activité planifiées dans le PAO du PEV</a:t>
            </a:r>
            <a:endParaRPr b="0" i="0" sz="2700" u="none" cap="none" strike="noStrike">
              <a:solidFill>
                <a:srgbClr val="1155CC"/>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500"/>
              <a:buFont typeface="Arial"/>
              <a:buNone/>
            </a:pPr>
            <a:r>
              <a:t/>
            </a:r>
            <a:endParaRPr b="0" i="0" sz="2700" u="none" cap="none" strike="noStrike">
              <a:solidFill>
                <a:srgbClr val="1155CC"/>
              </a:solidFill>
              <a:latin typeface="Times New Roman"/>
              <a:ea typeface="Times New Roman"/>
              <a:cs typeface="Times New Roman"/>
              <a:sym typeface="Times New Roman"/>
            </a:endParaRPr>
          </a:p>
        </p:txBody>
      </p:sp>
      <p:sp>
        <p:nvSpPr>
          <p:cNvPr id="254" name="Google Shape;254;g3aed5ffb6aa_0_9"/>
          <p:cNvSpPr/>
          <p:nvPr/>
        </p:nvSpPr>
        <p:spPr>
          <a:xfrm>
            <a:off x="0" y="272241"/>
            <a:ext cx="235500" cy="655200"/>
          </a:xfrm>
          <a:prstGeom prst="rect">
            <a:avLst/>
          </a:prstGeom>
          <a:solidFill>
            <a:srgbClr val="1155CC"/>
          </a:solidFill>
          <a:ln>
            <a:noFill/>
          </a:ln>
        </p:spPr>
        <p:txBody>
          <a:bodyPr anchorCtr="0" anchor="ctr" bIns="91400" lIns="91400" spcFirstLastPara="1" rIns="91400" wrap="square" tIns="914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70C0"/>
              </a:solidFill>
              <a:latin typeface="Times New Roman"/>
              <a:ea typeface="Times New Roman"/>
              <a:cs typeface="Times New Roman"/>
              <a:sym typeface="Times New Roman"/>
            </a:endParaRPr>
          </a:p>
        </p:txBody>
      </p:sp>
      <p:sp>
        <p:nvSpPr>
          <p:cNvPr id="255" name="Google Shape;255;g3aed5ffb6aa_0_9"/>
          <p:cNvSpPr txBox="1"/>
          <p:nvPr/>
        </p:nvSpPr>
        <p:spPr>
          <a:xfrm>
            <a:off x="267700" y="6492843"/>
            <a:ext cx="11414700" cy="184800"/>
          </a:xfrm>
          <a:prstGeom prst="rect">
            <a:avLst/>
          </a:prstGeom>
          <a:noFill/>
          <a:ln>
            <a:noFill/>
          </a:ln>
        </p:spPr>
        <p:txBody>
          <a:bodyPr anchorCtr="0" anchor="t" bIns="0" lIns="0" spcFirstLastPara="1" rIns="121900" wrap="square" tIns="0">
            <a:sp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1155CC"/>
              </a:solidFill>
              <a:latin typeface="Times New Roman"/>
              <a:ea typeface="Times New Roman"/>
              <a:cs typeface="Times New Roman"/>
              <a:sym typeface="Times New Roman"/>
            </a:endParaRPr>
          </a:p>
        </p:txBody>
      </p:sp>
      <p:sp>
        <p:nvSpPr>
          <p:cNvPr id="256" name="Google Shape;256;g3aed5ffb6aa_0_9"/>
          <p:cNvSpPr txBox="1"/>
          <p:nvPr/>
        </p:nvSpPr>
        <p:spPr>
          <a:xfrm>
            <a:off x="11658600" y="6496067"/>
            <a:ext cx="228300" cy="165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1155CC"/>
                </a:solidFill>
                <a:latin typeface="Arial"/>
                <a:ea typeface="Arial"/>
                <a:cs typeface="Arial"/>
                <a:sym typeface="Arial"/>
              </a:rPr>
              <a:t>‹#›</a:t>
            </a:fld>
            <a:endParaRPr b="0" i="0" sz="1200" u="none" cap="none" strike="noStrike">
              <a:solidFill>
                <a:srgbClr val="1155CC"/>
              </a:solidFill>
              <a:latin typeface="Arial"/>
              <a:ea typeface="Arial"/>
              <a:cs typeface="Arial"/>
              <a:sym typeface="Arial"/>
            </a:endParaRPr>
          </a:p>
        </p:txBody>
      </p:sp>
      <p:cxnSp>
        <p:nvCxnSpPr>
          <p:cNvPr id="257" name="Google Shape;257;g3aed5ffb6aa_0_9"/>
          <p:cNvCxnSpPr/>
          <p:nvPr/>
        </p:nvCxnSpPr>
        <p:spPr>
          <a:xfrm>
            <a:off x="267700" y="6427967"/>
            <a:ext cx="11640300" cy="0"/>
          </a:xfrm>
          <a:prstGeom prst="straightConnector1">
            <a:avLst/>
          </a:prstGeom>
          <a:noFill/>
          <a:ln cap="flat" cmpd="sng" w="12700">
            <a:solidFill>
              <a:srgbClr val="9E9E9E"/>
            </a:solidFill>
            <a:prstDash val="solid"/>
            <a:round/>
            <a:headEnd len="sm" w="sm" type="none"/>
            <a:tailEnd len="sm" w="sm" type="none"/>
          </a:ln>
        </p:spPr>
      </p:cxnSp>
      <p:graphicFrame>
        <p:nvGraphicFramePr>
          <p:cNvPr id="258" name="Google Shape;258;g3aed5ffb6aa_0_9"/>
          <p:cNvGraphicFramePr/>
          <p:nvPr/>
        </p:nvGraphicFramePr>
        <p:xfrm>
          <a:off x="172300" y="1524000"/>
          <a:ext cx="3000000" cy="3000000"/>
        </p:xfrm>
        <a:graphic>
          <a:graphicData uri="http://schemas.openxmlformats.org/drawingml/2006/table">
            <a:tbl>
              <a:tblPr bandRow="1" firstRow="1">
                <a:noFill/>
                <a:tableStyleId>{DF30A53C-37D0-4AC6-8491-788370F921AD}</a:tableStyleId>
              </a:tblPr>
              <a:tblGrid>
                <a:gridCol w="4086250"/>
                <a:gridCol w="2482450"/>
                <a:gridCol w="2217475"/>
                <a:gridCol w="2928725"/>
              </a:tblGrid>
              <a:tr h="1414850">
                <a:tc>
                  <a:txBody>
                    <a:bodyPr/>
                    <a:lstStyle/>
                    <a:p>
                      <a:pPr indent="0" lvl="0" marL="0" marR="0" rtl="0" algn="l">
                        <a:spcBef>
                          <a:spcPts val="0"/>
                        </a:spcBef>
                        <a:spcAft>
                          <a:spcPts val="0"/>
                        </a:spcAft>
                        <a:buClr>
                          <a:schemeClr val="dk1"/>
                        </a:buClr>
                        <a:buSzPts val="1800"/>
                        <a:buFont typeface="Calibri"/>
                        <a:buNone/>
                      </a:pPr>
                      <a:r>
                        <a:rPr lang="en-US" sz="1800" u="none" cap="none" strike="noStrike"/>
                        <a:t>Activité prévu dans le PAO du PEV en 2025</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rPr lang="en-US" sz="1800" u="none" cap="none" strike="noStrike"/>
                        <a:t>Niveau de réalisation</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rPr lang="en-US" sz="1800" u="none" cap="none" strike="noStrike"/>
                        <a:t>Output</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rPr lang="en-US" sz="1800" u="none" cap="none" strike="noStrike"/>
                        <a:t>Outcome</a:t>
                      </a:r>
                      <a:endParaRPr sz="1800" u="none" cap="none" strike="noStrike"/>
                    </a:p>
                  </a:txBody>
                  <a:tcPr marT="45725" marB="45725" marR="91450" marL="91450"/>
                </a:tc>
              </a:tr>
              <a:tr h="1164650">
                <a:tc>
                  <a:txBody>
                    <a:bodyPr/>
                    <a:lstStyle/>
                    <a:p>
                      <a:pPr indent="0" lvl="0" marL="0" rtl="0" algn="l">
                        <a:lnSpc>
                          <a:spcPct val="115000"/>
                        </a:lnSpc>
                        <a:spcBef>
                          <a:spcPts val="0"/>
                        </a:spcBef>
                        <a:spcAft>
                          <a:spcPts val="0"/>
                        </a:spcAft>
                        <a:buClr>
                          <a:schemeClr val="dk1"/>
                        </a:buClr>
                        <a:buSzPts val="1100"/>
                        <a:buFont typeface="Arial"/>
                        <a:buNone/>
                      </a:pPr>
                      <a:r>
                        <a:rPr lang="en-US"/>
                        <a:t>7. Produire les estimations des populations carroyées axées sur les enfants zéro dose (Kasai Oreiental, Maniema, Mongala et Tshopo)</a:t>
                      </a:r>
                      <a:endParaRPr u="none" cap="none" strike="noStrike"/>
                    </a:p>
                  </a:txBody>
                  <a:tcPr marT="45725" marB="45725" marR="91450" marL="91450"/>
                </a:tc>
                <a:tc>
                  <a:txBody>
                    <a:bodyPr/>
                    <a:lstStyle/>
                    <a:p>
                      <a:pPr indent="0" lvl="0" marL="0" rtl="0" algn="l">
                        <a:spcBef>
                          <a:spcPts val="0"/>
                        </a:spcBef>
                        <a:spcAft>
                          <a:spcPts val="0"/>
                        </a:spcAft>
                        <a:buClr>
                          <a:schemeClr val="dk1"/>
                        </a:buClr>
                        <a:buSzPts val="1800"/>
                        <a:buFont typeface="Calibri"/>
                        <a:buNone/>
                      </a:pPr>
                      <a:r>
                        <a:rPr lang="en-US"/>
                        <a:t>4/4  provinces prioritaires 100%</a:t>
                      </a:r>
                      <a:endParaRPr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rPr lang="en-US"/>
                        <a:t>4 provinces prioritaires avec les  cartes d’ estimations de population carroyée disponible</a:t>
                      </a:r>
                      <a:endParaRPr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rPr lang="en-US"/>
                        <a:t>cartes des populations carroyées disponibles des provinces prioritaires (Kasai oriental, Maniema, Mongala et Tshopo)</a:t>
                      </a:r>
                      <a:endParaRPr u="none" cap="none" strike="noStrike"/>
                    </a:p>
                  </a:txBody>
                  <a:tcPr marT="45725" marB="45725" marR="91450" marL="91450"/>
                </a:tc>
              </a:tr>
              <a:tr h="447325">
                <a:tc>
                  <a:txBody>
                    <a:bodyPr/>
                    <a:lstStyle/>
                    <a:p>
                      <a:pPr indent="0" lvl="0" marL="0" rtl="0" algn="l">
                        <a:lnSpc>
                          <a:spcPct val="115000"/>
                        </a:lnSpc>
                        <a:spcBef>
                          <a:spcPts val="0"/>
                        </a:spcBef>
                        <a:spcAft>
                          <a:spcPts val="0"/>
                        </a:spcAft>
                        <a:buNone/>
                      </a:pPr>
                      <a:r>
                        <a:t/>
                      </a:r>
                      <a:endParaRPr sz="1100"/>
                    </a:p>
                  </a:txBody>
                  <a:tcPr marT="45725" marB="45725" marR="91450" marL="91450"/>
                </a:tc>
                <a:tc>
                  <a:txBody>
                    <a:bodyPr/>
                    <a:lstStyle/>
                    <a:p>
                      <a:pPr indent="0" lvl="0" marL="0" rtl="0" algn="l">
                        <a:spcBef>
                          <a:spcPts val="0"/>
                        </a:spcBef>
                        <a:spcAft>
                          <a:spcPts val="0"/>
                        </a:spcAft>
                        <a:buNone/>
                      </a:pPr>
                      <a:r>
                        <a:t/>
                      </a:r>
                      <a:endParaRPr sz="1100"/>
                    </a:p>
                  </a:txBody>
                  <a:tcPr marT="45725" marB="45725" marR="91450" marL="91450"/>
                </a:tc>
                <a:tc>
                  <a:txBody>
                    <a:bodyPr/>
                    <a:lstStyle/>
                    <a:p>
                      <a:pPr indent="0" lvl="0" marL="0" marR="0" rtl="0" algn="l">
                        <a:spcBef>
                          <a:spcPts val="0"/>
                        </a:spcBef>
                        <a:spcAft>
                          <a:spcPts val="0"/>
                        </a:spcAft>
                        <a:buNone/>
                      </a:pPr>
                      <a:r>
                        <a:t/>
                      </a:r>
                      <a:endParaRPr sz="1100"/>
                    </a:p>
                  </a:txBody>
                  <a:tcPr marT="45725" marB="45725" marR="91450" marL="91450"/>
                </a:tc>
                <a:tc>
                  <a:txBody>
                    <a:bodyPr/>
                    <a:lstStyle/>
                    <a:p>
                      <a:pPr indent="0" lvl="0" marL="0" marR="0" rtl="0" algn="l">
                        <a:spcBef>
                          <a:spcPts val="0"/>
                        </a:spcBef>
                        <a:spcAft>
                          <a:spcPts val="0"/>
                        </a:spcAft>
                        <a:buNone/>
                      </a:pPr>
                      <a:r>
                        <a:t/>
                      </a:r>
                      <a:endParaRPr sz="1100"/>
                    </a:p>
                  </a:txBody>
                  <a:tcPr marT="45725" marB="45725" marR="91450" marL="91450"/>
                </a:tc>
              </a:tr>
              <a:tr h="673300">
                <a:tc>
                  <a:txBody>
                    <a:bodyPr/>
                    <a:lstStyle/>
                    <a:p>
                      <a:pPr indent="0" lvl="0" marL="0" rtl="0" algn="l">
                        <a:lnSpc>
                          <a:spcPct val="115000"/>
                        </a:lnSpc>
                        <a:spcBef>
                          <a:spcPts val="0"/>
                        </a:spcBef>
                        <a:spcAft>
                          <a:spcPts val="0"/>
                        </a:spcAft>
                        <a:buClr>
                          <a:schemeClr val="dk1"/>
                        </a:buClr>
                        <a:buSzPts val="1100"/>
                        <a:buFont typeface="Arial"/>
                        <a:buNone/>
                      </a:pPr>
                      <a:r>
                        <a:rPr lang="en-US"/>
                        <a:t>8. Mettre à l'échelle la micro planification géoréférencée et le tableau de bord dans les DPS</a:t>
                      </a:r>
                      <a:endParaRPr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rPr lang="en-US"/>
                        <a:t>12/12 provinces </a:t>
                      </a:r>
                      <a:endParaRPr/>
                    </a:p>
                    <a:p>
                      <a:pPr indent="0" lvl="0" marL="0" marR="0" rtl="0" algn="l">
                        <a:spcBef>
                          <a:spcPts val="0"/>
                        </a:spcBef>
                        <a:spcAft>
                          <a:spcPts val="0"/>
                        </a:spcAft>
                        <a:buClr>
                          <a:schemeClr val="dk1"/>
                        </a:buClr>
                        <a:buSzPts val="1800"/>
                        <a:buFont typeface="Calibri"/>
                        <a:buNone/>
                      </a:pPr>
                      <a:r>
                        <a:rPr lang="en-US"/>
                        <a:t>100%</a:t>
                      </a:r>
                      <a:endParaRPr/>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rPr lang="en-US"/>
                        <a:t>12 provinces avec la micro planification géoréférencée</a:t>
                      </a:r>
                      <a:endParaRPr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rPr lang="en-US"/>
                        <a:t>12/12 provinces cartes micro géoréférencées  disponibles </a:t>
                      </a:r>
                      <a:endParaRPr u="none" cap="none" strike="noStrike"/>
                    </a:p>
                  </a:txBody>
                  <a:tcPr marT="45725" marB="45725" marR="91450" marL="91450"/>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7"/>
          <p:cNvSpPr txBox="1"/>
          <p:nvPr/>
        </p:nvSpPr>
        <p:spPr>
          <a:xfrm>
            <a:off x="458600" y="317948"/>
            <a:ext cx="11274900" cy="60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500"/>
              <a:buFont typeface="Arial"/>
              <a:buNone/>
            </a:pPr>
            <a:r>
              <a:rPr b="0" i="0" lang="en-US" sz="2700" u="none" cap="none" strike="noStrike">
                <a:solidFill>
                  <a:srgbClr val="1155CC"/>
                </a:solidFill>
                <a:latin typeface="Times New Roman"/>
                <a:ea typeface="Times New Roman"/>
                <a:cs typeface="Times New Roman"/>
                <a:sym typeface="Times New Roman"/>
              </a:rPr>
              <a:t>Redevabilités financières</a:t>
            </a:r>
            <a:endParaRPr b="0" i="0" sz="2700" u="none" cap="none" strike="noStrike">
              <a:solidFill>
                <a:srgbClr val="1155CC"/>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500"/>
              <a:buFont typeface="Arial"/>
              <a:buNone/>
            </a:pPr>
            <a:r>
              <a:t/>
            </a:r>
            <a:endParaRPr b="0" i="0" sz="2700" u="none" cap="none" strike="noStrike">
              <a:solidFill>
                <a:srgbClr val="1155CC"/>
              </a:solidFill>
              <a:latin typeface="Times New Roman"/>
              <a:ea typeface="Times New Roman"/>
              <a:cs typeface="Times New Roman"/>
              <a:sym typeface="Times New Roman"/>
            </a:endParaRPr>
          </a:p>
        </p:txBody>
      </p:sp>
      <p:sp>
        <p:nvSpPr>
          <p:cNvPr id="264" name="Google Shape;264;p7"/>
          <p:cNvSpPr/>
          <p:nvPr/>
        </p:nvSpPr>
        <p:spPr>
          <a:xfrm>
            <a:off x="0" y="272241"/>
            <a:ext cx="235500" cy="655200"/>
          </a:xfrm>
          <a:prstGeom prst="rect">
            <a:avLst/>
          </a:prstGeom>
          <a:solidFill>
            <a:srgbClr val="1155CC"/>
          </a:solidFill>
          <a:ln>
            <a:noFill/>
          </a:ln>
        </p:spPr>
        <p:txBody>
          <a:bodyPr anchorCtr="0" anchor="ctr" bIns="91400" lIns="91400" spcFirstLastPara="1" rIns="91400" wrap="square" tIns="914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70C0"/>
              </a:solidFill>
              <a:latin typeface="Times New Roman"/>
              <a:ea typeface="Times New Roman"/>
              <a:cs typeface="Times New Roman"/>
              <a:sym typeface="Times New Roman"/>
            </a:endParaRPr>
          </a:p>
        </p:txBody>
      </p:sp>
      <p:sp>
        <p:nvSpPr>
          <p:cNvPr id="265" name="Google Shape;265;p7"/>
          <p:cNvSpPr txBox="1"/>
          <p:nvPr/>
        </p:nvSpPr>
        <p:spPr>
          <a:xfrm>
            <a:off x="267700" y="6492843"/>
            <a:ext cx="11414700" cy="184800"/>
          </a:xfrm>
          <a:prstGeom prst="rect">
            <a:avLst/>
          </a:prstGeom>
          <a:noFill/>
          <a:ln>
            <a:noFill/>
          </a:ln>
        </p:spPr>
        <p:txBody>
          <a:bodyPr anchorCtr="0" anchor="t" bIns="0" lIns="0" spcFirstLastPara="1" rIns="121900" wrap="square" tIns="0">
            <a:sp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1155CC"/>
              </a:solidFill>
              <a:latin typeface="Times New Roman"/>
              <a:ea typeface="Times New Roman"/>
              <a:cs typeface="Times New Roman"/>
              <a:sym typeface="Times New Roman"/>
            </a:endParaRPr>
          </a:p>
        </p:txBody>
      </p:sp>
      <p:sp>
        <p:nvSpPr>
          <p:cNvPr id="266" name="Google Shape;266;p7"/>
          <p:cNvSpPr txBox="1"/>
          <p:nvPr/>
        </p:nvSpPr>
        <p:spPr>
          <a:xfrm>
            <a:off x="11658600" y="6496067"/>
            <a:ext cx="228300" cy="165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1155CC"/>
                </a:solidFill>
                <a:latin typeface="Arial"/>
                <a:ea typeface="Arial"/>
                <a:cs typeface="Arial"/>
                <a:sym typeface="Arial"/>
              </a:rPr>
              <a:t>‹#›</a:t>
            </a:fld>
            <a:endParaRPr b="0" i="0" sz="1200" u="none" cap="none" strike="noStrike">
              <a:solidFill>
                <a:srgbClr val="1155CC"/>
              </a:solidFill>
              <a:latin typeface="Arial"/>
              <a:ea typeface="Arial"/>
              <a:cs typeface="Arial"/>
              <a:sym typeface="Arial"/>
            </a:endParaRPr>
          </a:p>
        </p:txBody>
      </p:sp>
      <p:cxnSp>
        <p:nvCxnSpPr>
          <p:cNvPr id="267" name="Google Shape;267;p7"/>
          <p:cNvCxnSpPr/>
          <p:nvPr/>
        </p:nvCxnSpPr>
        <p:spPr>
          <a:xfrm>
            <a:off x="267700" y="6427967"/>
            <a:ext cx="11640300" cy="0"/>
          </a:xfrm>
          <a:prstGeom prst="straightConnector1">
            <a:avLst/>
          </a:prstGeom>
          <a:noFill/>
          <a:ln cap="flat" cmpd="sng" w="12700">
            <a:solidFill>
              <a:srgbClr val="9E9E9E"/>
            </a:solidFill>
            <a:prstDash val="solid"/>
            <a:round/>
            <a:headEnd len="sm" w="sm" type="none"/>
            <a:tailEnd len="sm" w="sm" type="none"/>
          </a:ln>
        </p:spPr>
      </p:cxnSp>
      <p:graphicFrame>
        <p:nvGraphicFramePr>
          <p:cNvPr id="268" name="Google Shape;268;p7"/>
          <p:cNvGraphicFramePr/>
          <p:nvPr/>
        </p:nvGraphicFramePr>
        <p:xfrm>
          <a:off x="344725" y="876240"/>
          <a:ext cx="3000000" cy="3000000"/>
        </p:xfrm>
        <a:graphic>
          <a:graphicData uri="http://schemas.openxmlformats.org/drawingml/2006/table">
            <a:tbl>
              <a:tblPr bandRow="1" firstRow="1">
                <a:noFill/>
                <a:tableStyleId>{DF30A53C-37D0-4AC6-8491-788370F921AD}</a:tableStyleId>
              </a:tblPr>
              <a:tblGrid>
                <a:gridCol w="4842600"/>
                <a:gridCol w="1547950"/>
                <a:gridCol w="2004375"/>
                <a:gridCol w="1478525"/>
                <a:gridCol w="1331175"/>
              </a:tblGrid>
              <a:tr h="672675">
                <a:tc>
                  <a:txBody>
                    <a:bodyPr/>
                    <a:lstStyle/>
                    <a:p>
                      <a:pPr indent="0" lvl="0" marL="0" marR="0" rtl="0" algn="ctr">
                        <a:spcBef>
                          <a:spcPts val="0"/>
                        </a:spcBef>
                        <a:spcAft>
                          <a:spcPts val="0"/>
                        </a:spcAft>
                        <a:buClr>
                          <a:schemeClr val="dk1"/>
                        </a:buClr>
                        <a:buSzPts val="1800"/>
                        <a:buFont typeface="Calibri"/>
                        <a:buNone/>
                      </a:pPr>
                      <a:r>
                        <a:rPr lang="en-US" sz="1700" u="none" cap="none" strike="noStrike"/>
                        <a:t>Activités </a:t>
                      </a:r>
                      <a:endParaRPr sz="1700" u="none" cap="none" strike="noStrike"/>
                    </a:p>
                  </a:txBody>
                  <a:tcPr marT="45725" marB="45725" marR="91450" marL="91450"/>
                </a:tc>
                <a:tc>
                  <a:txBody>
                    <a:bodyPr/>
                    <a:lstStyle/>
                    <a:p>
                      <a:pPr indent="0" lvl="0" marL="0" marR="0" rtl="0" algn="ctr">
                        <a:spcBef>
                          <a:spcPts val="0"/>
                        </a:spcBef>
                        <a:spcAft>
                          <a:spcPts val="0"/>
                        </a:spcAft>
                        <a:buClr>
                          <a:schemeClr val="dk1"/>
                        </a:buClr>
                        <a:buSzPts val="1800"/>
                        <a:buFont typeface="Calibri"/>
                        <a:buNone/>
                      </a:pPr>
                      <a:r>
                        <a:rPr lang="en-US" sz="1700" u="none" cap="none" strike="noStrike"/>
                        <a:t>Budget Prévu/USD </a:t>
                      </a:r>
                      <a:endParaRPr sz="1700" u="none" cap="none" strike="noStrike"/>
                    </a:p>
                  </a:txBody>
                  <a:tcPr marT="45725" marB="45725" marR="91450" marL="91450"/>
                </a:tc>
                <a:tc>
                  <a:txBody>
                    <a:bodyPr/>
                    <a:lstStyle/>
                    <a:p>
                      <a:pPr indent="0" lvl="0" marL="0" marR="0" rtl="0" algn="ctr">
                        <a:spcBef>
                          <a:spcPts val="0"/>
                        </a:spcBef>
                        <a:spcAft>
                          <a:spcPts val="0"/>
                        </a:spcAft>
                        <a:buClr>
                          <a:schemeClr val="dk1"/>
                        </a:buClr>
                        <a:buSzPts val="1800"/>
                        <a:buFont typeface="Calibri"/>
                        <a:buNone/>
                      </a:pPr>
                      <a:r>
                        <a:rPr lang="en-US" sz="1700" u="none" cap="none" strike="noStrike"/>
                        <a:t>Budget décaissé /USD</a:t>
                      </a:r>
                      <a:endParaRPr sz="1700" u="none" cap="none" strike="noStrike"/>
                    </a:p>
                  </a:txBody>
                  <a:tcPr marT="45725" marB="45725" marR="91450" marL="91450">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800"/>
                        <a:buFont typeface="Calibri"/>
                        <a:buNone/>
                      </a:pPr>
                      <a:r>
                        <a:rPr lang="en-US" sz="1700" u="none" cap="none" strike="noStrike"/>
                        <a:t>Taux de décaissement </a:t>
                      </a:r>
                      <a:endParaRPr sz="1700" u="none" cap="none" strike="noStrike"/>
                    </a:p>
                  </a:txBody>
                  <a:tcPr marT="45725" marB="45725" marR="91450" marL="91450"/>
                </a:tc>
                <a:tc>
                  <a:txBody>
                    <a:bodyPr/>
                    <a:lstStyle/>
                    <a:p>
                      <a:pPr indent="0" lvl="0" marL="0" marR="0" rtl="0" algn="ctr">
                        <a:spcBef>
                          <a:spcPts val="0"/>
                        </a:spcBef>
                        <a:spcAft>
                          <a:spcPts val="0"/>
                        </a:spcAft>
                        <a:buClr>
                          <a:schemeClr val="dk1"/>
                        </a:buClr>
                        <a:buSzPts val="1800"/>
                        <a:buFont typeface="Calibri"/>
                        <a:buNone/>
                      </a:pPr>
                      <a:r>
                        <a:rPr lang="en-US" sz="1700" u="none" cap="none" strike="noStrike"/>
                        <a:t>Source de financement </a:t>
                      </a:r>
                      <a:endParaRPr sz="1700" u="none" cap="none" strike="noStrike"/>
                    </a:p>
                  </a:txBody>
                  <a:tcPr marT="45725" marB="45725" marR="91450" marL="91450"/>
                </a:tc>
              </a:tr>
              <a:tr h="1493000">
                <a:tc>
                  <a:txBody>
                    <a:bodyPr/>
                    <a:lstStyle/>
                    <a:p>
                      <a:pPr indent="0" lvl="0" marL="0" rtl="0" algn="l">
                        <a:lnSpc>
                          <a:spcPct val="115000"/>
                        </a:lnSpc>
                        <a:spcBef>
                          <a:spcPts val="0"/>
                        </a:spcBef>
                        <a:spcAft>
                          <a:spcPts val="0"/>
                        </a:spcAft>
                        <a:buNone/>
                      </a:pPr>
                      <a:r>
                        <a:rPr lang="en-US"/>
                        <a:t>1. Complément</a:t>
                      </a:r>
                      <a:r>
                        <a:rPr lang="en-US"/>
                        <a:t> de la Construction et équipement 4 entrepôts, maintenance curative et préventives des équipements de la chaïne de froid (chambres froide, groupes </a:t>
                      </a:r>
                      <a:r>
                        <a:rPr lang="en-US"/>
                        <a:t>électrogène</a:t>
                      </a:r>
                      <a:r>
                        <a:rPr lang="en-US"/>
                        <a:t> et système solaire) niveau intermediaire, complément approvisionnement  connexion </a:t>
                      </a:r>
                      <a:r>
                        <a:rPr lang="en-US"/>
                        <a:t>internet</a:t>
                      </a:r>
                      <a:r>
                        <a:rPr lang="en-US"/>
                        <a:t> 51 Antennes PEV et 45 zones de santé </a:t>
                      </a:r>
                      <a:endParaRPr/>
                    </a:p>
                  </a:txBody>
                  <a:tcPr marT="45725" marB="45725" marR="91450" marL="91450"/>
                </a:tc>
                <a:tc>
                  <a:txBody>
                    <a:bodyPr/>
                    <a:lstStyle/>
                    <a:p>
                      <a:pPr indent="0" lvl="0" marL="0" marR="0" rtl="0" algn="r">
                        <a:spcBef>
                          <a:spcPts val="0"/>
                        </a:spcBef>
                        <a:spcAft>
                          <a:spcPts val="0"/>
                        </a:spcAft>
                        <a:buNone/>
                      </a:pPr>
                      <a:r>
                        <a:rPr lang="en-US"/>
                        <a:t>726,712</a:t>
                      </a:r>
                      <a:endParaRPr/>
                    </a:p>
                  </a:txBody>
                  <a:tcPr marT="45725" marB="45725" marR="91450" marL="91450">
                    <a:lnR cap="flat" cmpd="sng" w="12700">
                      <a:solidFill>
                        <a:schemeClr val="lt1"/>
                      </a:solidFill>
                      <a:prstDash val="solid"/>
                      <a:round/>
                      <a:headEnd len="sm" w="sm" type="none"/>
                      <a:tailEnd len="sm" w="sm" type="none"/>
                    </a:lnR>
                  </a:tcPr>
                </a:tc>
                <a:tc>
                  <a:txBody>
                    <a:bodyPr/>
                    <a:lstStyle/>
                    <a:p>
                      <a:pPr indent="0" lvl="0" marL="0" marR="0" rtl="0" algn="r">
                        <a:spcBef>
                          <a:spcPts val="0"/>
                        </a:spcBef>
                        <a:spcAft>
                          <a:spcPts val="0"/>
                        </a:spcAft>
                        <a:buNone/>
                      </a:pPr>
                      <a:r>
                        <a:rPr lang="en-US"/>
                        <a:t>726,712</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r">
                        <a:spcBef>
                          <a:spcPts val="0"/>
                        </a:spcBef>
                        <a:spcAft>
                          <a:spcPts val="0"/>
                        </a:spcAft>
                        <a:buNone/>
                      </a:pPr>
                      <a:r>
                        <a:rPr lang="en-US"/>
                        <a:t>100%</a:t>
                      </a:r>
                      <a:endParaRPr/>
                    </a:p>
                  </a:txBody>
                  <a:tcPr marT="45725" marB="45725" marR="91450" marL="91450">
                    <a:lnL cap="flat" cmpd="sng" w="12700">
                      <a:solidFill>
                        <a:schemeClr val="lt1"/>
                      </a:solidFill>
                      <a:prstDash val="solid"/>
                      <a:round/>
                      <a:headEnd len="sm" w="sm" type="none"/>
                      <a:tailEnd len="sm" w="sm" type="none"/>
                    </a:lnL>
                  </a:tcPr>
                </a:tc>
                <a:tc>
                  <a:txBody>
                    <a:bodyPr/>
                    <a:lstStyle/>
                    <a:p>
                      <a:pPr indent="0" lvl="0" marL="0" marR="0" rtl="0" algn="l">
                        <a:spcBef>
                          <a:spcPts val="0"/>
                        </a:spcBef>
                        <a:spcAft>
                          <a:spcPts val="0"/>
                        </a:spcAft>
                        <a:buNone/>
                      </a:pPr>
                      <a:r>
                        <a:rPr lang="en-US"/>
                        <a:t>GAVI</a:t>
                      </a:r>
                      <a:endParaRPr/>
                    </a:p>
                  </a:txBody>
                  <a:tcPr marT="45725" marB="45725" marR="91450" marL="91450"/>
                </a:tc>
              </a:tr>
              <a:tr h="491600">
                <a:tc>
                  <a:txBody>
                    <a:bodyPr/>
                    <a:lstStyle/>
                    <a:p>
                      <a:pPr indent="0" lvl="0" marL="0" rtl="0" algn="l">
                        <a:lnSpc>
                          <a:spcPct val="115000"/>
                        </a:lnSpc>
                        <a:spcBef>
                          <a:spcPts val="0"/>
                        </a:spcBef>
                        <a:spcAft>
                          <a:spcPts val="0"/>
                        </a:spcAft>
                        <a:buNone/>
                      </a:pPr>
                      <a:r>
                        <a:t/>
                      </a:r>
                      <a:endParaRPr b="1" sz="1200"/>
                    </a:p>
                  </a:txBody>
                  <a:tcPr marT="45725" marB="45725" marR="91450" marL="91450"/>
                </a:tc>
                <a:tc>
                  <a:txBody>
                    <a:bodyPr/>
                    <a:lstStyle/>
                    <a:p>
                      <a:pPr indent="0" lvl="0" marL="0" marR="0" rtl="0" algn="r">
                        <a:spcBef>
                          <a:spcPts val="0"/>
                        </a:spcBef>
                        <a:spcAft>
                          <a:spcPts val="0"/>
                        </a:spcAft>
                        <a:buNone/>
                      </a:pPr>
                      <a:r>
                        <a:t/>
                      </a:r>
                      <a:endParaRPr sz="1100"/>
                    </a:p>
                  </a:txBody>
                  <a:tcPr marT="45725" marB="45725" marR="91450" marL="91450">
                    <a:lnR cap="flat" cmpd="sng" w="12700">
                      <a:solidFill>
                        <a:schemeClr val="lt1"/>
                      </a:solidFill>
                      <a:prstDash val="solid"/>
                      <a:round/>
                      <a:headEnd len="sm" w="sm" type="none"/>
                      <a:tailEnd len="sm" w="sm" type="none"/>
                    </a:lnR>
                  </a:tcPr>
                </a:tc>
                <a:tc>
                  <a:txBody>
                    <a:bodyPr/>
                    <a:lstStyle/>
                    <a:p>
                      <a:pPr indent="0" lvl="0" marL="0" marR="0" rtl="0" algn="r">
                        <a:spcBef>
                          <a:spcPts val="0"/>
                        </a:spcBef>
                        <a:spcAft>
                          <a:spcPts val="0"/>
                        </a:spcAft>
                        <a:buNone/>
                      </a:pPr>
                      <a:r>
                        <a:t/>
                      </a:r>
                      <a:endParaRPr sz="1100"/>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r">
                        <a:spcBef>
                          <a:spcPts val="0"/>
                        </a:spcBef>
                        <a:spcAft>
                          <a:spcPts val="0"/>
                        </a:spcAft>
                        <a:buNone/>
                      </a:pPr>
                      <a:r>
                        <a:t/>
                      </a:r>
                      <a:endParaRPr sz="1200"/>
                    </a:p>
                  </a:txBody>
                  <a:tcPr marT="45725" marB="45725" marR="91450" marL="91450">
                    <a:lnL cap="flat" cmpd="sng" w="12700">
                      <a:solidFill>
                        <a:schemeClr val="lt1"/>
                      </a:solidFill>
                      <a:prstDash val="solid"/>
                      <a:round/>
                      <a:headEnd len="sm" w="sm" type="none"/>
                      <a:tailEnd len="sm" w="sm" type="none"/>
                    </a:lnL>
                  </a:tcPr>
                </a:tc>
                <a:tc>
                  <a:txBody>
                    <a:bodyPr/>
                    <a:lstStyle/>
                    <a:p>
                      <a:pPr indent="0" lvl="0" marL="0" marR="0" rtl="0" algn="l">
                        <a:spcBef>
                          <a:spcPts val="0"/>
                        </a:spcBef>
                        <a:spcAft>
                          <a:spcPts val="0"/>
                        </a:spcAft>
                        <a:buNone/>
                      </a:pPr>
                      <a:r>
                        <a:t/>
                      </a:r>
                      <a:endParaRPr sz="1200"/>
                    </a:p>
                  </a:txBody>
                  <a:tcPr marT="45725" marB="45725" marR="91450" marL="91450"/>
                </a:tc>
              </a:tr>
              <a:tr h="2210525">
                <a:tc>
                  <a:txBody>
                    <a:bodyPr/>
                    <a:lstStyle/>
                    <a:p>
                      <a:pPr indent="0" lvl="0" marL="0" rtl="0" algn="l">
                        <a:lnSpc>
                          <a:spcPct val="115000"/>
                        </a:lnSpc>
                        <a:spcBef>
                          <a:spcPts val="0"/>
                        </a:spcBef>
                        <a:spcAft>
                          <a:spcPts val="0"/>
                        </a:spcAft>
                        <a:buClr>
                          <a:schemeClr val="dk1"/>
                        </a:buClr>
                        <a:buSzPts val="1100"/>
                        <a:buFont typeface="Arial"/>
                        <a:buNone/>
                      </a:pPr>
                      <a:r>
                        <a:rPr lang="en-US"/>
                        <a:t>2. la Réalisation de  la cartographie des villages, des vallées, des fermes éloignées, campements des nomades, sites de passage des nomades, populations autochtones, points d’entrées des frontières, sites des déplacés, y compris les établissements des soins en déterminant le nombre d’enfants Zéro Dose (ZD) et les communautés manquées. ce qui implique la production de nouvelles cartes de base dans deux provinces (Mongala, Tshopo) et des mises à jour des cartes dans trois provinces (Kasai, Kasai-Oriental, Haut-Katanga) </a:t>
                      </a:r>
                      <a:endParaRPr u="none" cap="none" strike="noStrike"/>
                    </a:p>
                  </a:txBody>
                  <a:tcPr marT="45725" marB="45725" marR="91450" marL="91450"/>
                </a:tc>
                <a:tc>
                  <a:txBody>
                    <a:bodyPr/>
                    <a:lstStyle/>
                    <a:p>
                      <a:pPr indent="0" lvl="0" marL="0" marR="0" rtl="0" algn="r">
                        <a:spcBef>
                          <a:spcPts val="0"/>
                        </a:spcBef>
                        <a:spcAft>
                          <a:spcPts val="0"/>
                        </a:spcAft>
                        <a:buClr>
                          <a:schemeClr val="dk1"/>
                        </a:buClr>
                        <a:buSzPts val="1800"/>
                        <a:buFont typeface="Calibri"/>
                        <a:buNone/>
                      </a:pPr>
                      <a:r>
                        <a:t/>
                      </a:r>
                      <a:endParaRPr/>
                    </a:p>
                    <a:p>
                      <a:pPr indent="0" lvl="0" marL="0" marR="0" rtl="0" algn="r">
                        <a:spcBef>
                          <a:spcPts val="0"/>
                        </a:spcBef>
                        <a:spcAft>
                          <a:spcPts val="0"/>
                        </a:spcAft>
                        <a:buClr>
                          <a:schemeClr val="dk1"/>
                        </a:buClr>
                        <a:buSzPts val="1800"/>
                        <a:buFont typeface="Calibri"/>
                        <a:buNone/>
                      </a:pPr>
                      <a:r>
                        <a:t/>
                      </a:r>
                      <a:endParaRPr/>
                    </a:p>
                    <a:p>
                      <a:pPr indent="0" lvl="0" marL="0" marR="0" rtl="0" algn="r">
                        <a:spcBef>
                          <a:spcPts val="0"/>
                        </a:spcBef>
                        <a:spcAft>
                          <a:spcPts val="0"/>
                        </a:spcAft>
                        <a:buClr>
                          <a:schemeClr val="dk1"/>
                        </a:buClr>
                        <a:buSzPts val="1800"/>
                        <a:buFont typeface="Calibri"/>
                        <a:buNone/>
                      </a:pPr>
                      <a:r>
                        <a:t/>
                      </a:r>
                      <a:endParaRPr/>
                    </a:p>
                    <a:p>
                      <a:pPr indent="0" lvl="0" marL="0" marR="0" rtl="0" algn="r">
                        <a:spcBef>
                          <a:spcPts val="0"/>
                        </a:spcBef>
                        <a:spcAft>
                          <a:spcPts val="0"/>
                        </a:spcAft>
                        <a:buClr>
                          <a:schemeClr val="dk1"/>
                        </a:buClr>
                        <a:buSzPts val="1800"/>
                        <a:buFont typeface="Calibri"/>
                        <a:buNone/>
                      </a:pPr>
                      <a:r>
                        <a:rPr lang="en-US"/>
                        <a:t>1,114,410</a:t>
                      </a:r>
                      <a:endParaRPr/>
                    </a:p>
                  </a:txBody>
                  <a:tcPr marT="45725" marB="45725" marR="91450" marL="91450">
                    <a:lnR cap="flat" cmpd="sng" w="12700">
                      <a:solidFill>
                        <a:schemeClr val="lt1"/>
                      </a:solidFill>
                      <a:prstDash val="solid"/>
                      <a:round/>
                      <a:headEnd len="sm" w="sm" type="none"/>
                      <a:tailEnd len="sm" w="sm" type="none"/>
                    </a:lnR>
                  </a:tcPr>
                </a:tc>
                <a:tc>
                  <a:txBody>
                    <a:bodyPr/>
                    <a:lstStyle/>
                    <a:p>
                      <a:pPr indent="0" lvl="0" marL="0" marR="0" rtl="0" algn="r">
                        <a:spcBef>
                          <a:spcPts val="0"/>
                        </a:spcBef>
                        <a:spcAft>
                          <a:spcPts val="0"/>
                        </a:spcAft>
                        <a:buClr>
                          <a:schemeClr val="dk1"/>
                        </a:buClr>
                        <a:buSzPts val="1800"/>
                        <a:buFont typeface="Calibri"/>
                        <a:buNone/>
                      </a:pPr>
                      <a:r>
                        <a:t/>
                      </a:r>
                      <a:endParaRPr/>
                    </a:p>
                    <a:p>
                      <a:pPr indent="0" lvl="0" marL="0" marR="0" rtl="0" algn="r">
                        <a:spcBef>
                          <a:spcPts val="0"/>
                        </a:spcBef>
                        <a:spcAft>
                          <a:spcPts val="0"/>
                        </a:spcAft>
                        <a:buClr>
                          <a:schemeClr val="dk1"/>
                        </a:buClr>
                        <a:buSzPts val="1800"/>
                        <a:buFont typeface="Calibri"/>
                        <a:buNone/>
                      </a:pPr>
                      <a:r>
                        <a:t/>
                      </a:r>
                      <a:endParaRPr/>
                    </a:p>
                    <a:p>
                      <a:pPr indent="0" lvl="0" marL="0" marR="0" rtl="0" algn="r">
                        <a:spcBef>
                          <a:spcPts val="0"/>
                        </a:spcBef>
                        <a:spcAft>
                          <a:spcPts val="0"/>
                        </a:spcAft>
                        <a:buClr>
                          <a:schemeClr val="dk1"/>
                        </a:buClr>
                        <a:buSzPts val="1800"/>
                        <a:buFont typeface="Calibri"/>
                        <a:buNone/>
                      </a:pPr>
                      <a:r>
                        <a:t/>
                      </a:r>
                      <a:endParaRPr/>
                    </a:p>
                    <a:p>
                      <a:pPr indent="0" lvl="0" marL="0" marR="0" rtl="0" algn="r">
                        <a:spcBef>
                          <a:spcPts val="0"/>
                        </a:spcBef>
                        <a:spcAft>
                          <a:spcPts val="0"/>
                        </a:spcAft>
                        <a:buClr>
                          <a:schemeClr val="dk1"/>
                        </a:buClr>
                        <a:buSzPts val="1800"/>
                        <a:buFont typeface="Calibri"/>
                        <a:buNone/>
                      </a:pPr>
                      <a:r>
                        <a:rPr lang="en-US"/>
                        <a:t>1,114,410</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800"/>
                        <a:buFont typeface="Calibri"/>
                        <a:buNone/>
                      </a:pPr>
                      <a:r>
                        <a:t/>
                      </a:r>
                      <a:endParaRPr/>
                    </a:p>
                    <a:p>
                      <a:pPr indent="0" lvl="0" marL="0" marR="0" rtl="0" algn="r">
                        <a:spcBef>
                          <a:spcPts val="0"/>
                        </a:spcBef>
                        <a:spcAft>
                          <a:spcPts val="0"/>
                        </a:spcAft>
                        <a:buClr>
                          <a:schemeClr val="dk1"/>
                        </a:buClr>
                        <a:buSzPts val="1800"/>
                        <a:buFont typeface="Calibri"/>
                        <a:buNone/>
                      </a:pPr>
                      <a:r>
                        <a:t/>
                      </a:r>
                      <a:endParaRPr/>
                    </a:p>
                    <a:p>
                      <a:pPr indent="0" lvl="0" marL="0" marR="0" rtl="0" algn="r">
                        <a:spcBef>
                          <a:spcPts val="0"/>
                        </a:spcBef>
                        <a:spcAft>
                          <a:spcPts val="0"/>
                        </a:spcAft>
                        <a:buClr>
                          <a:schemeClr val="dk1"/>
                        </a:buClr>
                        <a:buSzPts val="1800"/>
                        <a:buFont typeface="Calibri"/>
                        <a:buNone/>
                      </a:pPr>
                      <a:r>
                        <a:t/>
                      </a:r>
                      <a:endParaRPr/>
                    </a:p>
                    <a:p>
                      <a:pPr indent="0" lvl="0" marL="0" marR="0" rtl="0" algn="r">
                        <a:spcBef>
                          <a:spcPts val="0"/>
                        </a:spcBef>
                        <a:spcAft>
                          <a:spcPts val="0"/>
                        </a:spcAft>
                        <a:buClr>
                          <a:schemeClr val="dk1"/>
                        </a:buClr>
                        <a:buSzPts val="1800"/>
                        <a:buFont typeface="Calibri"/>
                        <a:buNone/>
                      </a:pPr>
                      <a:r>
                        <a:rPr lang="en-US"/>
                        <a:t>100%</a:t>
                      </a:r>
                      <a:endParaRPr/>
                    </a:p>
                  </a:txBody>
                  <a:tcPr marT="45725" marB="45725" marR="91450" marL="91450">
                    <a:lnL cap="flat" cmpd="sng" w="12700">
                      <a:solidFill>
                        <a:schemeClr val="lt1"/>
                      </a:solidFill>
                      <a:prstDash val="solid"/>
                      <a:round/>
                      <a:headEnd len="sm" w="sm" type="none"/>
                      <a:tailEnd len="sm" w="sm" type="none"/>
                    </a:lnL>
                  </a:tcPr>
                </a:tc>
                <a:tc>
                  <a:txBody>
                    <a:bodyPr/>
                    <a:lstStyle/>
                    <a:p>
                      <a:pPr indent="0" lvl="0" marL="0" marR="0" rtl="0" algn="l">
                        <a:spcBef>
                          <a:spcPts val="0"/>
                        </a:spcBef>
                        <a:spcAft>
                          <a:spcPts val="0"/>
                        </a:spcAft>
                        <a:buClr>
                          <a:schemeClr val="dk1"/>
                        </a:buClr>
                        <a:buSzPts val="1800"/>
                        <a:buFont typeface="Calibri"/>
                        <a:buNone/>
                      </a:pPr>
                      <a:r>
                        <a:t/>
                      </a:r>
                      <a:endParaRPr/>
                    </a:p>
                    <a:p>
                      <a:pPr indent="0" lvl="0" marL="0" marR="0" rtl="0" algn="l">
                        <a:spcBef>
                          <a:spcPts val="0"/>
                        </a:spcBef>
                        <a:spcAft>
                          <a:spcPts val="0"/>
                        </a:spcAft>
                        <a:buClr>
                          <a:schemeClr val="dk1"/>
                        </a:buClr>
                        <a:buSzPts val="1800"/>
                        <a:buFont typeface="Calibri"/>
                        <a:buNone/>
                      </a:pPr>
                      <a:r>
                        <a:t/>
                      </a:r>
                      <a:endParaRPr/>
                    </a:p>
                    <a:p>
                      <a:pPr indent="0" lvl="0" marL="0" marR="0" rtl="0" algn="l">
                        <a:spcBef>
                          <a:spcPts val="0"/>
                        </a:spcBef>
                        <a:spcAft>
                          <a:spcPts val="0"/>
                        </a:spcAft>
                        <a:buClr>
                          <a:schemeClr val="dk1"/>
                        </a:buClr>
                        <a:buSzPts val="1800"/>
                        <a:buFont typeface="Calibri"/>
                        <a:buNone/>
                      </a:pPr>
                      <a:r>
                        <a:t/>
                      </a:r>
                      <a:endParaRPr/>
                    </a:p>
                    <a:p>
                      <a:pPr indent="0" lvl="0" marL="0" marR="0" rtl="0" algn="l">
                        <a:spcBef>
                          <a:spcPts val="0"/>
                        </a:spcBef>
                        <a:spcAft>
                          <a:spcPts val="0"/>
                        </a:spcAft>
                        <a:buClr>
                          <a:schemeClr val="dk1"/>
                        </a:buClr>
                        <a:buSzPts val="1800"/>
                        <a:buFont typeface="Calibri"/>
                        <a:buNone/>
                      </a:pPr>
                      <a:r>
                        <a:rPr lang="en-US"/>
                        <a:t>GAVI</a:t>
                      </a:r>
                      <a:endParaRPr u="none" cap="none" strike="noStrike"/>
                    </a:p>
                  </a:txBody>
                  <a:tcPr marT="45725" marB="45725" marR="91450" marL="91450"/>
                </a:tc>
              </a:tr>
              <a:tr h="450725">
                <a:tc>
                  <a:txBody>
                    <a:bodyPr/>
                    <a:lstStyle/>
                    <a:p>
                      <a:pPr indent="0" lvl="0" marL="0" rtl="0" algn="l">
                        <a:lnSpc>
                          <a:spcPct val="115000"/>
                        </a:lnSpc>
                        <a:spcBef>
                          <a:spcPts val="0"/>
                        </a:spcBef>
                        <a:spcAft>
                          <a:spcPts val="0"/>
                        </a:spcAft>
                        <a:buClr>
                          <a:schemeClr val="dk1"/>
                        </a:buClr>
                        <a:buSzPts val="1100"/>
                        <a:buFont typeface="Arial"/>
                        <a:buNone/>
                      </a:pPr>
                      <a:r>
                        <a:t/>
                      </a:r>
                      <a:endParaRPr sz="1200" u="none" cap="none" strike="noStrike"/>
                    </a:p>
                  </a:txBody>
                  <a:tcPr marT="45725" marB="45725" marR="91450" marL="91450"/>
                </a:tc>
                <a:tc>
                  <a:txBody>
                    <a:bodyPr/>
                    <a:lstStyle/>
                    <a:p>
                      <a:pPr indent="0" lvl="0" marL="0" marR="0" rtl="0" algn="ctr">
                        <a:spcBef>
                          <a:spcPts val="0"/>
                        </a:spcBef>
                        <a:spcAft>
                          <a:spcPts val="0"/>
                        </a:spcAft>
                        <a:buClr>
                          <a:schemeClr val="dk1"/>
                        </a:buClr>
                        <a:buSzPts val="1800"/>
                        <a:buFont typeface="Calibri"/>
                        <a:buNone/>
                      </a:pPr>
                      <a:r>
                        <a:t/>
                      </a:r>
                      <a:endParaRPr sz="1100" u="none" cap="none" strike="noStrike"/>
                    </a:p>
                  </a:txBody>
                  <a:tcPr marT="45725" marB="45725" marR="91450" marL="91450">
                    <a:lnR cap="flat" cmpd="sng" w="12700">
                      <a:solidFill>
                        <a:schemeClr val="lt1"/>
                      </a:solidFill>
                      <a:prstDash val="solid"/>
                      <a:round/>
                      <a:headEnd len="sm" w="sm" type="none"/>
                      <a:tailEnd len="sm" w="sm" type="none"/>
                    </a:lnR>
                  </a:tcPr>
                </a:tc>
                <a:tc>
                  <a:txBody>
                    <a:bodyPr/>
                    <a:lstStyle/>
                    <a:p>
                      <a:pPr indent="0" lvl="0" marL="0" rtl="0" algn="l">
                        <a:spcBef>
                          <a:spcPts val="0"/>
                        </a:spcBef>
                        <a:spcAft>
                          <a:spcPts val="0"/>
                        </a:spcAft>
                        <a:buNone/>
                      </a:pPr>
                      <a:r>
                        <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200" u="none" cap="none" strike="noStrike"/>
                    </a:p>
                  </a:txBody>
                  <a:tcPr marT="45725" marB="45725" marR="91450" marL="91450">
                    <a:lnL cap="flat" cmpd="sng" w="12700">
                      <a:solidFill>
                        <a:schemeClr val="lt1"/>
                      </a:solidFill>
                      <a:prstDash val="solid"/>
                      <a:round/>
                      <a:headEnd len="sm" w="sm" type="none"/>
                      <a:tailEnd len="sm" w="sm" type="none"/>
                    </a:lnL>
                  </a:tcPr>
                </a:tc>
                <a:tc>
                  <a:txBody>
                    <a:bodyPr/>
                    <a:lstStyle/>
                    <a:p>
                      <a:pPr indent="0" lvl="0" marL="0" marR="0" rtl="0" algn="l">
                        <a:spcBef>
                          <a:spcPts val="0"/>
                        </a:spcBef>
                        <a:spcAft>
                          <a:spcPts val="0"/>
                        </a:spcAft>
                        <a:buClr>
                          <a:schemeClr val="dk1"/>
                        </a:buClr>
                        <a:buSzPts val="1800"/>
                        <a:buFont typeface="Calibri"/>
                        <a:buNone/>
                      </a:pPr>
                      <a:r>
                        <a:t/>
                      </a:r>
                      <a:endParaRPr sz="1200" u="none" cap="none" strike="noStrike"/>
                    </a:p>
                  </a:txBody>
                  <a:tcPr marT="45725" marB="45725" marR="91450" marL="91450"/>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g3aed5ffb6aa_0_18"/>
          <p:cNvSpPr txBox="1"/>
          <p:nvPr/>
        </p:nvSpPr>
        <p:spPr>
          <a:xfrm>
            <a:off x="458600" y="317948"/>
            <a:ext cx="11274900" cy="60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500"/>
              <a:buFont typeface="Arial"/>
              <a:buNone/>
            </a:pPr>
            <a:r>
              <a:rPr b="0" i="0" lang="en-US" sz="2700" u="none" cap="none" strike="noStrike">
                <a:solidFill>
                  <a:srgbClr val="1155CC"/>
                </a:solidFill>
                <a:latin typeface="Times New Roman"/>
                <a:ea typeface="Times New Roman"/>
                <a:cs typeface="Times New Roman"/>
                <a:sym typeface="Times New Roman"/>
              </a:rPr>
              <a:t>Redevabilités financières</a:t>
            </a:r>
            <a:endParaRPr b="0" i="0" sz="2700" u="none" cap="none" strike="noStrike">
              <a:solidFill>
                <a:srgbClr val="1155CC"/>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500"/>
              <a:buFont typeface="Arial"/>
              <a:buNone/>
            </a:pPr>
            <a:r>
              <a:t/>
            </a:r>
            <a:endParaRPr b="0" i="0" sz="2700" u="none" cap="none" strike="noStrike">
              <a:solidFill>
                <a:srgbClr val="1155CC"/>
              </a:solidFill>
              <a:latin typeface="Times New Roman"/>
              <a:ea typeface="Times New Roman"/>
              <a:cs typeface="Times New Roman"/>
              <a:sym typeface="Times New Roman"/>
            </a:endParaRPr>
          </a:p>
        </p:txBody>
      </p:sp>
      <p:sp>
        <p:nvSpPr>
          <p:cNvPr id="274" name="Google Shape;274;g3aed5ffb6aa_0_18"/>
          <p:cNvSpPr/>
          <p:nvPr/>
        </p:nvSpPr>
        <p:spPr>
          <a:xfrm>
            <a:off x="0" y="272241"/>
            <a:ext cx="235500" cy="655200"/>
          </a:xfrm>
          <a:prstGeom prst="rect">
            <a:avLst/>
          </a:prstGeom>
          <a:solidFill>
            <a:srgbClr val="1155CC"/>
          </a:solidFill>
          <a:ln>
            <a:noFill/>
          </a:ln>
        </p:spPr>
        <p:txBody>
          <a:bodyPr anchorCtr="0" anchor="ctr" bIns="91400" lIns="91400" spcFirstLastPara="1" rIns="91400" wrap="square" tIns="914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70C0"/>
              </a:solidFill>
              <a:latin typeface="Times New Roman"/>
              <a:ea typeface="Times New Roman"/>
              <a:cs typeface="Times New Roman"/>
              <a:sym typeface="Times New Roman"/>
            </a:endParaRPr>
          </a:p>
        </p:txBody>
      </p:sp>
      <p:sp>
        <p:nvSpPr>
          <p:cNvPr id="275" name="Google Shape;275;g3aed5ffb6aa_0_18"/>
          <p:cNvSpPr txBox="1"/>
          <p:nvPr/>
        </p:nvSpPr>
        <p:spPr>
          <a:xfrm>
            <a:off x="267700" y="6492843"/>
            <a:ext cx="11414700" cy="184800"/>
          </a:xfrm>
          <a:prstGeom prst="rect">
            <a:avLst/>
          </a:prstGeom>
          <a:noFill/>
          <a:ln>
            <a:noFill/>
          </a:ln>
        </p:spPr>
        <p:txBody>
          <a:bodyPr anchorCtr="0" anchor="t" bIns="0" lIns="0" spcFirstLastPara="1" rIns="121900" wrap="square" tIns="0">
            <a:sp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1155CC"/>
              </a:solidFill>
              <a:latin typeface="Times New Roman"/>
              <a:ea typeface="Times New Roman"/>
              <a:cs typeface="Times New Roman"/>
              <a:sym typeface="Times New Roman"/>
            </a:endParaRPr>
          </a:p>
        </p:txBody>
      </p:sp>
      <p:sp>
        <p:nvSpPr>
          <p:cNvPr id="276" name="Google Shape;276;g3aed5ffb6aa_0_18"/>
          <p:cNvSpPr txBox="1"/>
          <p:nvPr/>
        </p:nvSpPr>
        <p:spPr>
          <a:xfrm>
            <a:off x="11658600" y="6496067"/>
            <a:ext cx="228300" cy="165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1155CC"/>
                </a:solidFill>
                <a:latin typeface="Arial"/>
                <a:ea typeface="Arial"/>
                <a:cs typeface="Arial"/>
                <a:sym typeface="Arial"/>
              </a:rPr>
              <a:t>‹#›</a:t>
            </a:fld>
            <a:endParaRPr b="0" i="0" sz="1200" u="none" cap="none" strike="noStrike">
              <a:solidFill>
                <a:srgbClr val="1155CC"/>
              </a:solidFill>
              <a:latin typeface="Arial"/>
              <a:ea typeface="Arial"/>
              <a:cs typeface="Arial"/>
              <a:sym typeface="Arial"/>
            </a:endParaRPr>
          </a:p>
        </p:txBody>
      </p:sp>
      <p:cxnSp>
        <p:nvCxnSpPr>
          <p:cNvPr id="277" name="Google Shape;277;g3aed5ffb6aa_0_18"/>
          <p:cNvCxnSpPr/>
          <p:nvPr/>
        </p:nvCxnSpPr>
        <p:spPr>
          <a:xfrm>
            <a:off x="267700" y="6427967"/>
            <a:ext cx="11640300" cy="0"/>
          </a:xfrm>
          <a:prstGeom prst="straightConnector1">
            <a:avLst/>
          </a:prstGeom>
          <a:noFill/>
          <a:ln cap="flat" cmpd="sng" w="12700">
            <a:solidFill>
              <a:srgbClr val="9E9E9E"/>
            </a:solidFill>
            <a:prstDash val="solid"/>
            <a:round/>
            <a:headEnd len="sm" w="sm" type="none"/>
            <a:tailEnd len="sm" w="sm" type="none"/>
          </a:ln>
        </p:spPr>
      </p:cxnSp>
      <p:graphicFrame>
        <p:nvGraphicFramePr>
          <p:cNvPr id="278" name="Google Shape;278;g3aed5ffb6aa_0_18"/>
          <p:cNvGraphicFramePr/>
          <p:nvPr/>
        </p:nvGraphicFramePr>
        <p:xfrm>
          <a:off x="344725" y="876240"/>
          <a:ext cx="3000000" cy="3000000"/>
        </p:xfrm>
        <a:graphic>
          <a:graphicData uri="http://schemas.openxmlformats.org/drawingml/2006/table">
            <a:tbl>
              <a:tblPr bandRow="1" firstRow="1">
                <a:noFill/>
                <a:tableStyleId>{DF30A53C-37D0-4AC6-8491-788370F921AD}</a:tableStyleId>
              </a:tblPr>
              <a:tblGrid>
                <a:gridCol w="4842600"/>
                <a:gridCol w="1547950"/>
                <a:gridCol w="2004375"/>
                <a:gridCol w="1478525"/>
                <a:gridCol w="1331175"/>
              </a:tblGrid>
              <a:tr h="690075">
                <a:tc>
                  <a:txBody>
                    <a:bodyPr/>
                    <a:lstStyle/>
                    <a:p>
                      <a:pPr indent="0" lvl="0" marL="0" marR="0" rtl="0" algn="ctr">
                        <a:spcBef>
                          <a:spcPts val="0"/>
                        </a:spcBef>
                        <a:spcAft>
                          <a:spcPts val="0"/>
                        </a:spcAft>
                        <a:buClr>
                          <a:schemeClr val="dk1"/>
                        </a:buClr>
                        <a:buSzPts val="1800"/>
                        <a:buFont typeface="Calibri"/>
                        <a:buNone/>
                      </a:pPr>
                      <a:r>
                        <a:rPr lang="en-US" sz="1700" u="none" cap="none" strike="noStrike"/>
                        <a:t>Activités </a:t>
                      </a:r>
                      <a:endParaRPr sz="1700" u="none" cap="none" strike="noStrike"/>
                    </a:p>
                  </a:txBody>
                  <a:tcPr marT="45725" marB="45725" marR="91450" marL="91450">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800"/>
                        <a:buFont typeface="Calibri"/>
                        <a:buNone/>
                      </a:pPr>
                      <a:r>
                        <a:rPr lang="en-US" sz="1700" u="none" cap="none" strike="noStrike"/>
                        <a:t>Budget Prévu </a:t>
                      </a:r>
                      <a:endParaRPr sz="1700" u="none" cap="none" strike="noStrike"/>
                    </a:p>
                  </a:txBody>
                  <a:tcPr marT="45725" marB="45725" marR="91450" marL="91450">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800"/>
                        <a:buFont typeface="Calibri"/>
                        <a:buNone/>
                      </a:pPr>
                      <a:r>
                        <a:rPr lang="en-US" sz="1700" u="none" cap="none" strike="noStrike"/>
                        <a:t>Budget décaissé </a:t>
                      </a:r>
                      <a:endParaRPr sz="1700" u="none" cap="none" strike="noStrike"/>
                    </a:p>
                  </a:txBody>
                  <a:tcPr marT="45725" marB="45725" marR="91450" marL="91450">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800"/>
                        <a:buFont typeface="Calibri"/>
                        <a:buNone/>
                      </a:pPr>
                      <a:r>
                        <a:rPr lang="en-US" sz="1700" u="none" cap="none" strike="noStrike"/>
                        <a:t>Taux de décaissement </a:t>
                      </a:r>
                      <a:endParaRPr sz="1700" u="none" cap="none" strike="noStrike"/>
                    </a:p>
                  </a:txBody>
                  <a:tcPr marT="45725" marB="45725" marR="91450" marL="91450">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800"/>
                        <a:buFont typeface="Calibri"/>
                        <a:buNone/>
                      </a:pPr>
                      <a:r>
                        <a:rPr lang="en-US" sz="1700" u="none" cap="none" strike="noStrike"/>
                        <a:t>Source de financement </a:t>
                      </a:r>
                      <a:endParaRPr sz="1700" u="none" cap="none" strike="noStrike"/>
                    </a:p>
                  </a:txBody>
                  <a:tcPr marT="45725" marB="45725" marR="91450" marL="91450">
                    <a:lnB cap="flat" cmpd="sng" w="12700">
                      <a:solidFill>
                        <a:schemeClr val="lt1"/>
                      </a:solidFill>
                      <a:prstDash val="solid"/>
                      <a:round/>
                      <a:headEnd len="sm" w="sm" type="none"/>
                      <a:tailEnd len="sm" w="sm" type="none"/>
                    </a:lnB>
                  </a:tcPr>
                </a:tc>
              </a:tr>
              <a:tr h="504325">
                <a:tc>
                  <a:txBody>
                    <a:bodyPr/>
                    <a:lstStyle/>
                    <a:p>
                      <a:pPr indent="0" lvl="0" marL="0" rtl="0" algn="l">
                        <a:lnSpc>
                          <a:spcPct val="115000"/>
                        </a:lnSpc>
                        <a:spcBef>
                          <a:spcPts val="0"/>
                        </a:spcBef>
                        <a:spcAft>
                          <a:spcPts val="0"/>
                        </a:spcAft>
                        <a:buClr>
                          <a:schemeClr val="dk1"/>
                        </a:buClr>
                        <a:buSzPts val="1100"/>
                        <a:buFont typeface="Arial"/>
                        <a:buNone/>
                      </a:pPr>
                      <a:r>
                        <a:rPr lang="en-US"/>
                        <a:t>3</a:t>
                      </a:r>
                      <a:r>
                        <a:rPr lang="en-US"/>
                        <a:t>. </a:t>
                      </a:r>
                      <a:r>
                        <a:rPr lang="en-US"/>
                        <a:t>Produire les estimations des populations carroyées axées sur les enfants zéro dose</a:t>
                      </a:r>
                      <a:endParaRPr b="1"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800"/>
                        <a:buFont typeface="Calibri"/>
                        <a:buNone/>
                      </a:pPr>
                      <a:r>
                        <a:rPr lang="en-US"/>
                        <a:t>814,568</a:t>
                      </a:r>
                      <a:endParaRPr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800"/>
                        <a:buFont typeface="Calibri"/>
                        <a:buNone/>
                      </a:pPr>
                      <a:r>
                        <a:rPr lang="en-US"/>
                        <a:t>814,568</a:t>
                      </a:r>
                      <a:endParaRPr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r">
                        <a:spcBef>
                          <a:spcPts val="0"/>
                        </a:spcBef>
                        <a:spcAft>
                          <a:spcPts val="0"/>
                        </a:spcAft>
                        <a:buNone/>
                      </a:pPr>
                      <a:r>
                        <a:rPr lang="en-US">
                          <a:solidFill>
                            <a:schemeClr val="dk1"/>
                          </a:solidFill>
                        </a:rPr>
                        <a:t>100%</a:t>
                      </a:r>
                      <a:endParaRPr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a:t>GAVI</a:t>
                      </a:r>
                      <a:endParaRPr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r>
              <a:tr h="285525">
                <a:tc>
                  <a:txBody>
                    <a:bodyPr/>
                    <a:lstStyle/>
                    <a:p>
                      <a:pPr indent="0" lvl="0" marL="0" rtl="0" algn="l">
                        <a:lnSpc>
                          <a:spcPct val="115000"/>
                        </a:lnSpc>
                        <a:spcBef>
                          <a:spcPts val="0"/>
                        </a:spcBef>
                        <a:spcAft>
                          <a:spcPts val="0"/>
                        </a:spcAft>
                        <a:buClr>
                          <a:schemeClr val="dk1"/>
                        </a:buClr>
                        <a:buSzPts val="1100"/>
                        <a:buFont typeface="Arial"/>
                        <a:buNone/>
                      </a:pPr>
                      <a:r>
                        <a:t/>
                      </a:r>
                      <a:endParaRPr u="none" cap="none" strike="noStrike"/>
                    </a:p>
                  </a:txBody>
                  <a:tcPr marT="45725" marB="45725" marR="91450" marL="91450">
                    <a:lnT cap="flat" cmpd="sng" w="38100">
                      <a:solidFill>
                        <a:schemeClr val="lt1"/>
                      </a:solidFill>
                      <a:prstDash val="solid"/>
                      <a:round/>
                      <a:headEnd len="sm" w="sm" type="none"/>
                      <a:tailEnd len="sm" w="sm" type="none"/>
                    </a:lnT>
                  </a:tcPr>
                </a:tc>
                <a:tc>
                  <a:txBody>
                    <a:bodyPr/>
                    <a:lstStyle/>
                    <a:p>
                      <a:pPr indent="0" lvl="0" marL="0" rtl="0" algn="l">
                        <a:spcBef>
                          <a:spcPts val="0"/>
                        </a:spcBef>
                        <a:spcAft>
                          <a:spcPts val="0"/>
                        </a:spcAft>
                        <a:buNone/>
                      </a:pPr>
                      <a:r>
                        <a:t/>
                      </a:r>
                      <a:endParaRPr/>
                    </a:p>
                  </a:txBody>
                  <a:tcPr marT="45725" marB="45725" marR="91450" marL="91450">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tcPr>
                </a:tc>
                <a:tc>
                  <a:txBody>
                    <a:bodyPr/>
                    <a:lstStyle/>
                    <a:p>
                      <a:pPr indent="0" lvl="0" marL="0" rtl="0" algn="l">
                        <a:spcBef>
                          <a:spcPts val="0"/>
                        </a:spcBef>
                        <a:spcAft>
                          <a:spcPts val="0"/>
                        </a:spcAft>
                        <a:buNone/>
                      </a:pPr>
                      <a:r>
                        <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45725" marB="45725" marR="91450" marL="91450">
                    <a:lnL cap="flat" cmpd="sng" w="12700">
                      <a:solidFill>
                        <a:schemeClr val="lt1"/>
                      </a:solidFill>
                      <a:prstDash val="solid"/>
                      <a:round/>
                      <a:headEnd len="sm" w="sm" type="none"/>
                      <a:tailEnd len="sm" w="sm" type="none"/>
                    </a:lnL>
                    <a:lnT cap="flat" cmpd="sng" w="38100">
                      <a:solidFill>
                        <a:schemeClr val="lt1"/>
                      </a:solidFill>
                      <a:prstDash val="solid"/>
                      <a:round/>
                      <a:headEnd len="sm" w="sm" type="none"/>
                      <a:tailEnd len="sm" w="sm" type="none"/>
                    </a:lnT>
                  </a:tcPr>
                </a:tc>
                <a:tc>
                  <a:txBody>
                    <a:bodyPr/>
                    <a:lstStyle/>
                    <a:p>
                      <a:pPr indent="0" lvl="0" marL="0" rtl="0" algn="l">
                        <a:spcBef>
                          <a:spcPts val="0"/>
                        </a:spcBef>
                        <a:spcAft>
                          <a:spcPts val="0"/>
                        </a:spcAft>
                        <a:buNone/>
                      </a:pPr>
                      <a:r>
                        <a:t/>
                      </a:r>
                      <a:endParaRPr/>
                    </a:p>
                  </a:txBody>
                  <a:tcPr marT="45725" marB="45725" marR="91450" marL="91450">
                    <a:lnT cap="flat" cmpd="sng" w="38100">
                      <a:solidFill>
                        <a:schemeClr val="lt1"/>
                      </a:solidFill>
                      <a:prstDash val="solid"/>
                      <a:round/>
                      <a:headEnd len="sm" w="sm" type="none"/>
                      <a:tailEnd len="sm" w="sm" type="none"/>
                    </a:lnT>
                  </a:tcPr>
                </a:tc>
              </a:tr>
              <a:tr h="462375">
                <a:tc>
                  <a:txBody>
                    <a:bodyPr/>
                    <a:lstStyle/>
                    <a:p>
                      <a:pPr indent="0" lvl="0" marL="0" rtl="0" algn="l">
                        <a:lnSpc>
                          <a:spcPct val="115000"/>
                        </a:lnSpc>
                        <a:spcBef>
                          <a:spcPts val="0"/>
                        </a:spcBef>
                        <a:spcAft>
                          <a:spcPts val="0"/>
                        </a:spcAft>
                        <a:buClr>
                          <a:schemeClr val="dk1"/>
                        </a:buClr>
                        <a:buSzPts val="1100"/>
                        <a:buFont typeface="Arial"/>
                        <a:buNone/>
                      </a:pPr>
                      <a:r>
                        <a:rPr lang="en-US"/>
                        <a:t>4.</a:t>
                      </a:r>
                      <a:r>
                        <a:rPr lang="en-US"/>
                        <a:t>. </a:t>
                      </a:r>
                      <a:r>
                        <a:rPr lang="en-US"/>
                        <a:t>Mettre à l’échelle la micro planification géoréférencée et le tableau de bord </a:t>
                      </a:r>
                      <a:endParaRPr u="none" cap="none" strike="noStrike"/>
                    </a:p>
                  </a:txBody>
                  <a:tcPr marT="45725" marB="45725" marR="91450" marL="91450"/>
                </a:tc>
                <a:tc>
                  <a:txBody>
                    <a:bodyPr/>
                    <a:lstStyle/>
                    <a:p>
                      <a:pPr indent="0" lvl="0" marL="0" marR="0" rtl="0" algn="r">
                        <a:spcBef>
                          <a:spcPts val="0"/>
                        </a:spcBef>
                        <a:spcAft>
                          <a:spcPts val="0"/>
                        </a:spcAft>
                        <a:buClr>
                          <a:schemeClr val="dk1"/>
                        </a:buClr>
                        <a:buSzPts val="1800"/>
                        <a:buFont typeface="Calibri"/>
                        <a:buNone/>
                      </a:pPr>
                      <a:r>
                        <a:rPr lang="en-US"/>
                        <a:t>1,093,820</a:t>
                      </a:r>
                      <a:endParaRPr u="none" cap="none" strike="noStrike"/>
                    </a:p>
                  </a:txBody>
                  <a:tcPr marT="45725" marB="45725" marR="91450" marL="91450">
                    <a:lnR cap="flat" cmpd="sng" w="12700">
                      <a:solidFill>
                        <a:schemeClr val="lt1"/>
                      </a:solidFill>
                      <a:prstDash val="solid"/>
                      <a:round/>
                      <a:headEnd len="sm" w="sm" type="none"/>
                      <a:tailEnd len="sm" w="sm" type="none"/>
                    </a:lnR>
                  </a:tcPr>
                </a:tc>
                <a:tc>
                  <a:txBody>
                    <a:bodyPr/>
                    <a:lstStyle/>
                    <a:p>
                      <a:pPr indent="0" lvl="0" marL="0" marR="0" rtl="0" algn="r">
                        <a:spcBef>
                          <a:spcPts val="0"/>
                        </a:spcBef>
                        <a:spcAft>
                          <a:spcPts val="0"/>
                        </a:spcAft>
                        <a:buClr>
                          <a:schemeClr val="dk1"/>
                        </a:buClr>
                        <a:buSzPts val="1800"/>
                        <a:buFont typeface="Calibri"/>
                        <a:buNone/>
                      </a:pPr>
                      <a:r>
                        <a:rPr lang="en-US"/>
                        <a:t>1,093,820</a:t>
                      </a:r>
                      <a:endParaRPr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r">
                        <a:spcBef>
                          <a:spcPts val="0"/>
                        </a:spcBef>
                        <a:spcAft>
                          <a:spcPts val="0"/>
                        </a:spcAft>
                        <a:buNone/>
                      </a:pPr>
                      <a:r>
                        <a:rPr lang="en-US">
                          <a:solidFill>
                            <a:schemeClr val="dk1"/>
                          </a:solidFill>
                        </a:rPr>
                        <a:t>100%</a:t>
                      </a:r>
                      <a:endParaRPr u="none" cap="none" strike="noStrike"/>
                    </a:p>
                  </a:txBody>
                  <a:tcPr marT="45725" marB="45725" marR="91450" marL="91450">
                    <a:lnL cap="flat" cmpd="sng" w="12700">
                      <a:solidFill>
                        <a:schemeClr val="lt1"/>
                      </a:solidFill>
                      <a:prstDash val="solid"/>
                      <a:round/>
                      <a:headEnd len="sm" w="sm" type="none"/>
                      <a:tailEnd len="sm" w="sm" type="none"/>
                    </a:lnL>
                  </a:tcPr>
                </a:tc>
                <a:tc>
                  <a:txBody>
                    <a:bodyPr/>
                    <a:lstStyle/>
                    <a:p>
                      <a:pPr indent="0" lvl="0" marL="0" marR="0" rtl="0" algn="l">
                        <a:spcBef>
                          <a:spcPts val="0"/>
                        </a:spcBef>
                        <a:spcAft>
                          <a:spcPts val="0"/>
                        </a:spcAft>
                        <a:buClr>
                          <a:schemeClr val="dk1"/>
                        </a:buClr>
                        <a:buSzPts val="1800"/>
                        <a:buFont typeface="Calibri"/>
                        <a:buNone/>
                      </a:pPr>
                      <a:r>
                        <a:rPr lang="en-US"/>
                        <a:t>GAVI</a:t>
                      </a:r>
                      <a:endParaRPr u="none" cap="none" strike="noStrike"/>
                    </a:p>
                  </a:txBody>
                  <a:tcPr marT="45725" marB="45725" marR="91450" marL="91450"/>
                </a:tc>
              </a:tr>
              <a:tr h="462375">
                <a:tc>
                  <a:txBody>
                    <a:bodyPr/>
                    <a:lstStyle/>
                    <a:p>
                      <a:pPr indent="0" lvl="0" marL="0" rtl="0" algn="l">
                        <a:lnSpc>
                          <a:spcPct val="115000"/>
                        </a:lnSpc>
                        <a:spcBef>
                          <a:spcPts val="0"/>
                        </a:spcBef>
                        <a:spcAft>
                          <a:spcPts val="0"/>
                        </a:spcAft>
                        <a:buNone/>
                      </a:pPr>
                      <a:r>
                        <a:t/>
                      </a:r>
                      <a:endParaRPr/>
                    </a:p>
                  </a:txBody>
                  <a:tcPr marT="45725" marB="45725" marR="91450" marL="91450"/>
                </a:tc>
                <a:tc>
                  <a:txBody>
                    <a:bodyPr/>
                    <a:lstStyle/>
                    <a:p>
                      <a:pPr indent="0" lvl="0" marL="0" marR="0" rtl="0" algn="r">
                        <a:spcBef>
                          <a:spcPts val="0"/>
                        </a:spcBef>
                        <a:spcAft>
                          <a:spcPts val="0"/>
                        </a:spcAft>
                        <a:buNone/>
                      </a:pPr>
                      <a:r>
                        <a:t/>
                      </a:r>
                      <a:endParaRPr/>
                    </a:p>
                  </a:txBody>
                  <a:tcPr marT="45725" marB="45725" marR="91450" marL="91450">
                    <a:lnR cap="flat" cmpd="sng" w="12700">
                      <a:solidFill>
                        <a:schemeClr val="lt1"/>
                      </a:solidFill>
                      <a:prstDash val="solid"/>
                      <a:round/>
                      <a:headEnd len="sm" w="sm" type="none"/>
                      <a:tailEnd len="sm" w="sm" type="none"/>
                    </a:lnR>
                  </a:tcPr>
                </a:tc>
                <a:tc>
                  <a:txBody>
                    <a:bodyPr/>
                    <a:lstStyle/>
                    <a:p>
                      <a:pPr indent="0" lvl="0" marL="0" marR="0" rtl="0" algn="r">
                        <a:spcBef>
                          <a:spcPts val="0"/>
                        </a:spcBef>
                        <a:spcAft>
                          <a:spcPts val="0"/>
                        </a:spcAft>
                        <a:buNone/>
                      </a:pPr>
                      <a:r>
                        <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r">
                        <a:spcBef>
                          <a:spcPts val="0"/>
                        </a:spcBef>
                        <a:spcAft>
                          <a:spcPts val="0"/>
                        </a:spcAft>
                        <a:buNone/>
                      </a:pPr>
                      <a:r>
                        <a:t/>
                      </a:r>
                      <a:endParaRPr>
                        <a:solidFill>
                          <a:schemeClr val="dk1"/>
                        </a:solidFill>
                      </a:endParaRPr>
                    </a:p>
                  </a:txBody>
                  <a:tcPr marT="45725" marB="45725" marR="91450" marL="91450">
                    <a:lnL cap="flat" cmpd="sng" w="12700">
                      <a:solidFill>
                        <a:schemeClr val="lt1"/>
                      </a:solidFill>
                      <a:prstDash val="solid"/>
                      <a:round/>
                      <a:headEnd len="sm" w="sm" type="none"/>
                      <a:tailEnd len="sm" w="sm" type="none"/>
                    </a:lnL>
                  </a:tcPr>
                </a:tc>
                <a:tc>
                  <a:txBody>
                    <a:bodyPr/>
                    <a:lstStyle/>
                    <a:p>
                      <a:pPr indent="0" lvl="0" marL="0" marR="0" rtl="0" algn="l">
                        <a:spcBef>
                          <a:spcPts val="0"/>
                        </a:spcBef>
                        <a:spcAft>
                          <a:spcPts val="0"/>
                        </a:spcAft>
                        <a:buNone/>
                      </a:pPr>
                      <a:r>
                        <a:t/>
                      </a:r>
                      <a:endParaRPr/>
                    </a:p>
                  </a:txBody>
                  <a:tcPr marT="45725" marB="45725" marR="91450" marL="91450"/>
                </a:tc>
              </a:tr>
              <a:tr h="392225">
                <a:tc>
                  <a:txBody>
                    <a:bodyPr/>
                    <a:lstStyle/>
                    <a:p>
                      <a:pPr indent="0" lvl="0" marL="0" marR="0" rtl="0" algn="l">
                        <a:spcBef>
                          <a:spcPts val="0"/>
                        </a:spcBef>
                        <a:spcAft>
                          <a:spcPts val="0"/>
                        </a:spcAft>
                        <a:buClr>
                          <a:schemeClr val="dk1"/>
                        </a:buClr>
                        <a:buSzPts val="1800"/>
                        <a:buFont typeface="Calibri"/>
                        <a:buNone/>
                      </a:pPr>
                      <a:r>
                        <a:rPr lang="en-US"/>
                        <a:t>5.</a:t>
                      </a:r>
                      <a:r>
                        <a:rPr lang="en-US"/>
                        <a:t>. </a:t>
                      </a:r>
                      <a:r>
                        <a:rPr lang="en-US"/>
                        <a:t>Impression des outils de campagne Fièvre Jaune bloc  6</a:t>
                      </a:r>
                      <a:endParaRPr u="none" cap="none" strike="noStrike"/>
                    </a:p>
                  </a:txBody>
                  <a:tcPr marT="45725" marB="45725" marR="91450" marL="91450">
                    <a:lnB cap="flat" cmpd="sng" w="12700">
                      <a:solidFill>
                        <a:schemeClr val="lt1"/>
                      </a:solidFill>
                      <a:prstDash val="solid"/>
                      <a:round/>
                      <a:headEnd len="sm" w="sm" type="none"/>
                      <a:tailEnd len="sm" w="sm" type="none"/>
                    </a:lnB>
                  </a:tcPr>
                </a:tc>
                <a:tc>
                  <a:txBody>
                    <a:bodyPr/>
                    <a:lstStyle/>
                    <a:p>
                      <a:pPr indent="0" lvl="0" marL="0" rtl="0" algn="r">
                        <a:spcBef>
                          <a:spcPts val="0"/>
                        </a:spcBef>
                        <a:spcAft>
                          <a:spcPts val="0"/>
                        </a:spcAft>
                        <a:buNone/>
                      </a:pPr>
                      <a:r>
                        <a:rPr lang="en-US"/>
                        <a:t>333,055</a:t>
                      </a:r>
                      <a:endParaRPr/>
                    </a:p>
                  </a:txBody>
                  <a:tcPr marT="45725" marB="45725" marR="91450" marL="91450">
                    <a:lnR cap="flat" cmpd="sng" w="12700">
                      <a:solidFill>
                        <a:schemeClr val="lt1"/>
                      </a:solidFill>
                      <a:prstDash val="solid"/>
                      <a:round/>
                      <a:headEnd len="sm" w="sm" type="none"/>
                      <a:tailEnd len="sm" w="sm" type="none"/>
                    </a:lnR>
                    <a:lnB cap="flat" cmpd="sng" w="12700">
                      <a:solidFill>
                        <a:schemeClr val="lt1"/>
                      </a:solidFill>
                      <a:prstDash val="solid"/>
                      <a:round/>
                      <a:headEnd len="sm" w="sm" type="none"/>
                      <a:tailEnd len="sm" w="sm" type="none"/>
                    </a:lnB>
                  </a:tcPr>
                </a:tc>
                <a:tc>
                  <a:txBody>
                    <a:bodyPr/>
                    <a:lstStyle/>
                    <a:p>
                      <a:pPr indent="0" lvl="0" marL="0" rtl="0" algn="r">
                        <a:spcBef>
                          <a:spcPts val="0"/>
                        </a:spcBef>
                        <a:spcAft>
                          <a:spcPts val="0"/>
                        </a:spcAft>
                        <a:buNone/>
                      </a:pPr>
                      <a:r>
                        <a:rPr lang="en-US"/>
                        <a:t>333,038</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r">
                        <a:spcBef>
                          <a:spcPts val="0"/>
                        </a:spcBef>
                        <a:spcAft>
                          <a:spcPts val="0"/>
                        </a:spcAft>
                        <a:buNone/>
                      </a:pPr>
                      <a:r>
                        <a:rPr lang="en-US">
                          <a:solidFill>
                            <a:schemeClr val="dk1"/>
                          </a:solidFill>
                        </a:rPr>
                        <a:t>100%</a:t>
                      </a:r>
                      <a:endParaRPr u="none" cap="none" strike="noStrike"/>
                    </a:p>
                  </a:txBody>
                  <a:tcPr marT="45725" marB="45725" marR="91450" marL="91450">
                    <a:lnL cap="flat" cmpd="sng" w="12700">
                      <a:solidFill>
                        <a:schemeClr val="lt1"/>
                      </a:solidFill>
                      <a:prstDash val="solid"/>
                      <a:round/>
                      <a:headEnd len="sm" w="sm" type="none"/>
                      <a:tailEnd len="sm" w="sm" type="none"/>
                    </a:lnL>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a:t>GAVI</a:t>
                      </a:r>
                      <a:endParaRPr u="none" cap="none" strike="noStrike"/>
                    </a:p>
                  </a:txBody>
                  <a:tcPr marT="45725" marB="45725" marR="91450" marL="91450">
                    <a:lnB cap="flat" cmpd="sng" w="12700">
                      <a:solidFill>
                        <a:schemeClr val="lt1"/>
                      </a:solidFill>
                      <a:prstDash val="solid"/>
                      <a:round/>
                      <a:headEnd len="sm" w="sm" type="none"/>
                      <a:tailEnd len="sm" w="sm" type="none"/>
                    </a:lnB>
                  </a:tcPr>
                </a:tc>
              </a:tr>
              <a:tr h="260075">
                <a:tc>
                  <a:txBody>
                    <a:bodyPr/>
                    <a:lstStyle/>
                    <a:p>
                      <a:pPr indent="0" lvl="0" marL="0" marR="0" rtl="0" algn="l">
                        <a:spcBef>
                          <a:spcPts val="0"/>
                        </a:spcBef>
                        <a:spcAft>
                          <a:spcPts val="0"/>
                        </a:spcAft>
                        <a:buNone/>
                      </a:pPr>
                      <a:r>
                        <a:t/>
                      </a:r>
                      <a:endParaRPr/>
                    </a:p>
                  </a:txBody>
                  <a:tcPr marT="45725" marB="45725" marR="91450" marL="91450">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r">
                        <a:spcBef>
                          <a:spcPts val="0"/>
                        </a:spcBef>
                        <a:spcAft>
                          <a:spcPts val="0"/>
                        </a:spcAft>
                        <a:buNone/>
                      </a:pPr>
                      <a:r>
                        <a:t/>
                      </a:r>
                      <a:endParaRPr/>
                    </a:p>
                  </a:txBody>
                  <a:tcPr marT="45725" marB="45725" marR="91450" marL="91450">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r">
                        <a:spcBef>
                          <a:spcPts val="0"/>
                        </a:spcBef>
                        <a:spcAft>
                          <a:spcPts val="0"/>
                        </a:spcAft>
                        <a:buNone/>
                      </a:pPr>
                      <a:r>
                        <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r">
                        <a:spcBef>
                          <a:spcPts val="0"/>
                        </a:spcBef>
                        <a:spcAft>
                          <a:spcPts val="0"/>
                        </a:spcAft>
                        <a:buNone/>
                      </a:pPr>
                      <a:r>
                        <a:t/>
                      </a:r>
                      <a:endParaRPr>
                        <a:solidFill>
                          <a:schemeClr val="dk1"/>
                        </a:solidFill>
                      </a:endParaRPr>
                    </a:p>
                  </a:txBody>
                  <a:tcPr marT="45725" marB="45725" marR="91450" marL="91450">
                    <a:lnL cap="flat" cmpd="sng" w="12700">
                      <a:solidFill>
                        <a:schemeClr val="lt1"/>
                      </a:solidFill>
                      <a:prstDash val="solid"/>
                      <a:round/>
                      <a:headEnd len="sm" w="sm" type="none"/>
                      <a:tailEnd len="sm" w="sm" type="none"/>
                    </a:lnL>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t/>
                      </a:r>
                      <a:endParaRPr/>
                    </a:p>
                  </a:txBody>
                  <a:tcPr marT="45725" marB="45725" marR="91450" marL="91450">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610700">
                <a:tc>
                  <a:txBody>
                    <a:bodyPr/>
                    <a:lstStyle/>
                    <a:p>
                      <a:pPr indent="0" lvl="0" marL="0" marR="0" rtl="0" algn="l">
                        <a:spcBef>
                          <a:spcPts val="0"/>
                        </a:spcBef>
                        <a:spcAft>
                          <a:spcPts val="0"/>
                        </a:spcAft>
                        <a:buClr>
                          <a:schemeClr val="dk1"/>
                        </a:buClr>
                        <a:buSzPts val="1800"/>
                        <a:buFont typeface="Calibri"/>
                        <a:buNone/>
                      </a:pPr>
                      <a:r>
                        <a:rPr lang="en-US"/>
                        <a:t>6</a:t>
                      </a:r>
                      <a:r>
                        <a:rPr lang="en-US"/>
                        <a:t>. </a:t>
                      </a:r>
                      <a:r>
                        <a:rPr lang="en-US"/>
                        <a:t>Impression des outils de campagne  Choléra  blocs 1 &amp; 2</a:t>
                      </a:r>
                      <a:endParaRPr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r">
                        <a:spcBef>
                          <a:spcPts val="0"/>
                        </a:spcBef>
                        <a:spcAft>
                          <a:spcPts val="0"/>
                        </a:spcAft>
                        <a:buClr>
                          <a:schemeClr val="dk1"/>
                        </a:buClr>
                        <a:buSzPts val="1600"/>
                        <a:buFont typeface="Arial"/>
                        <a:buNone/>
                      </a:pPr>
                      <a:r>
                        <a:rPr lang="en-US"/>
                        <a:t>1,543,786 </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r">
                        <a:spcBef>
                          <a:spcPts val="0"/>
                        </a:spcBef>
                        <a:spcAft>
                          <a:spcPts val="0"/>
                        </a:spcAft>
                        <a:buNone/>
                      </a:pPr>
                      <a:r>
                        <a:rPr lang="en-US"/>
                        <a:t>0.00</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r">
                        <a:spcBef>
                          <a:spcPts val="0"/>
                        </a:spcBef>
                        <a:spcAft>
                          <a:spcPts val="0"/>
                        </a:spcAft>
                        <a:buNone/>
                      </a:pPr>
                      <a:r>
                        <a:rPr lang="en-US">
                          <a:solidFill>
                            <a:schemeClr val="dk1"/>
                          </a:solidFill>
                        </a:rPr>
                        <a:t>0%</a:t>
                      </a:r>
                      <a:endParaRPr u="none" cap="none" strike="noStrike">
                        <a:solidFill>
                          <a:schemeClr val="dk1"/>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a:t>GAVI</a:t>
                      </a:r>
                      <a:endParaRPr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8"/>
          <p:cNvSpPr txBox="1"/>
          <p:nvPr/>
        </p:nvSpPr>
        <p:spPr>
          <a:xfrm>
            <a:off x="458592" y="317941"/>
            <a:ext cx="11274900" cy="73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500"/>
              <a:buFont typeface="Arial"/>
              <a:buNone/>
            </a:pPr>
            <a:r>
              <a:rPr lang="en-US" sz="2700">
                <a:solidFill>
                  <a:srgbClr val="1155CC"/>
                </a:solidFill>
                <a:latin typeface="Times New Roman"/>
                <a:ea typeface="Times New Roman"/>
                <a:cs typeface="Times New Roman"/>
                <a:sym typeface="Times New Roman"/>
              </a:rPr>
              <a:t>Valeur ajoutée - Innovations - Bonnes pratiques</a:t>
            </a:r>
            <a:endParaRPr b="0" i="0" sz="2700" u="none" cap="none" strike="noStrike">
              <a:solidFill>
                <a:srgbClr val="1155CC"/>
              </a:solidFill>
              <a:latin typeface="Times New Roman"/>
              <a:ea typeface="Times New Roman"/>
              <a:cs typeface="Times New Roman"/>
              <a:sym typeface="Times New Roman"/>
            </a:endParaRPr>
          </a:p>
        </p:txBody>
      </p:sp>
      <p:sp>
        <p:nvSpPr>
          <p:cNvPr id="284" name="Google Shape;284;p8"/>
          <p:cNvSpPr/>
          <p:nvPr/>
        </p:nvSpPr>
        <p:spPr>
          <a:xfrm>
            <a:off x="0" y="272241"/>
            <a:ext cx="235500" cy="655200"/>
          </a:xfrm>
          <a:prstGeom prst="rect">
            <a:avLst/>
          </a:prstGeom>
          <a:solidFill>
            <a:srgbClr val="1155CC"/>
          </a:solidFill>
          <a:ln>
            <a:noFill/>
          </a:ln>
        </p:spPr>
        <p:txBody>
          <a:bodyPr anchorCtr="0" anchor="ctr" bIns="91400" lIns="91400" spcFirstLastPara="1" rIns="91400" wrap="square" tIns="914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70C0"/>
              </a:solidFill>
              <a:latin typeface="Times New Roman"/>
              <a:ea typeface="Times New Roman"/>
              <a:cs typeface="Times New Roman"/>
              <a:sym typeface="Times New Roman"/>
            </a:endParaRPr>
          </a:p>
        </p:txBody>
      </p:sp>
      <p:sp>
        <p:nvSpPr>
          <p:cNvPr id="285" name="Google Shape;285;p8"/>
          <p:cNvSpPr txBox="1"/>
          <p:nvPr/>
        </p:nvSpPr>
        <p:spPr>
          <a:xfrm>
            <a:off x="267700" y="6492843"/>
            <a:ext cx="11414700" cy="184800"/>
          </a:xfrm>
          <a:prstGeom prst="rect">
            <a:avLst/>
          </a:prstGeom>
          <a:noFill/>
          <a:ln>
            <a:noFill/>
          </a:ln>
        </p:spPr>
        <p:txBody>
          <a:bodyPr anchorCtr="0" anchor="t" bIns="0" lIns="0" spcFirstLastPara="1" rIns="121900" wrap="square" tIns="0">
            <a:sp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1155CC"/>
              </a:solidFill>
              <a:latin typeface="Times New Roman"/>
              <a:ea typeface="Times New Roman"/>
              <a:cs typeface="Times New Roman"/>
              <a:sym typeface="Times New Roman"/>
            </a:endParaRPr>
          </a:p>
        </p:txBody>
      </p:sp>
      <p:sp>
        <p:nvSpPr>
          <p:cNvPr id="286" name="Google Shape;286;p8"/>
          <p:cNvSpPr txBox="1"/>
          <p:nvPr/>
        </p:nvSpPr>
        <p:spPr>
          <a:xfrm>
            <a:off x="11658600" y="6496067"/>
            <a:ext cx="228300" cy="165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1155CC"/>
                </a:solidFill>
                <a:latin typeface="Arial"/>
                <a:ea typeface="Arial"/>
                <a:cs typeface="Arial"/>
                <a:sym typeface="Arial"/>
              </a:rPr>
              <a:t>‹#›</a:t>
            </a:fld>
            <a:endParaRPr b="0" i="0" sz="1200" u="none" cap="none" strike="noStrike">
              <a:solidFill>
                <a:srgbClr val="1155CC"/>
              </a:solidFill>
              <a:latin typeface="Arial"/>
              <a:ea typeface="Arial"/>
              <a:cs typeface="Arial"/>
              <a:sym typeface="Arial"/>
            </a:endParaRPr>
          </a:p>
        </p:txBody>
      </p:sp>
      <p:cxnSp>
        <p:nvCxnSpPr>
          <p:cNvPr id="287" name="Google Shape;287;p8"/>
          <p:cNvCxnSpPr/>
          <p:nvPr/>
        </p:nvCxnSpPr>
        <p:spPr>
          <a:xfrm>
            <a:off x="267700" y="6427967"/>
            <a:ext cx="11640300" cy="0"/>
          </a:xfrm>
          <a:prstGeom prst="straightConnector1">
            <a:avLst/>
          </a:prstGeom>
          <a:noFill/>
          <a:ln cap="flat" cmpd="sng" w="12700">
            <a:solidFill>
              <a:srgbClr val="9E9E9E"/>
            </a:solidFill>
            <a:prstDash val="solid"/>
            <a:round/>
            <a:headEnd len="sm" w="sm" type="none"/>
            <a:tailEnd len="sm" w="sm" type="none"/>
          </a:ln>
        </p:spPr>
      </p:cxnSp>
      <p:sp>
        <p:nvSpPr>
          <p:cNvPr id="288" name="Google Shape;288;p8"/>
          <p:cNvSpPr/>
          <p:nvPr/>
        </p:nvSpPr>
        <p:spPr>
          <a:xfrm>
            <a:off x="458600" y="1634874"/>
            <a:ext cx="11356500" cy="3641400"/>
          </a:xfrm>
          <a:prstGeom prst="rect">
            <a:avLst/>
          </a:prstGeom>
          <a:solidFill>
            <a:schemeClr val="lt2"/>
          </a:solidFill>
          <a:ln cap="flat" cmpd="sng" w="9800">
            <a:solidFill>
              <a:schemeClr val="dk2"/>
            </a:solidFill>
            <a:prstDash val="solid"/>
            <a:round/>
            <a:headEnd len="sm" w="sm" type="none"/>
            <a:tailEnd len="sm" w="sm" type="none"/>
          </a:ln>
        </p:spPr>
        <p:txBody>
          <a:bodyPr anchorCtr="0" anchor="ctr" bIns="94100" lIns="94100" spcFirstLastPara="1" rIns="94100" wrap="square" tIns="94100">
            <a:noAutofit/>
          </a:bodyPr>
          <a:lstStyle/>
          <a:p>
            <a:pPr indent="0" lvl="0" marL="457200" rtl="0" algn="just">
              <a:lnSpc>
                <a:spcPct val="115000"/>
              </a:lnSpc>
              <a:spcBef>
                <a:spcPts val="0"/>
              </a:spcBef>
              <a:spcAft>
                <a:spcPts val="0"/>
              </a:spcAft>
              <a:buNone/>
            </a:pPr>
            <a:r>
              <a:t/>
            </a:r>
            <a:endParaRPr>
              <a:solidFill>
                <a:schemeClr val="dk1"/>
              </a:solidFill>
              <a:latin typeface="Calibri"/>
              <a:ea typeface="Calibri"/>
              <a:cs typeface="Calibri"/>
              <a:sym typeface="Calibri"/>
            </a:endParaRPr>
          </a:p>
          <a:p>
            <a:pPr indent="0" lvl="0" marL="457200" rtl="0" algn="just">
              <a:lnSpc>
                <a:spcPct val="115000"/>
              </a:lnSpc>
              <a:spcBef>
                <a:spcPts val="0"/>
              </a:spcBef>
              <a:spcAft>
                <a:spcPts val="0"/>
              </a:spcAft>
              <a:buNone/>
            </a:pPr>
            <a:r>
              <a:t/>
            </a:r>
            <a:endParaRPr>
              <a:solidFill>
                <a:schemeClr val="dk1"/>
              </a:solidFill>
              <a:latin typeface="Calibri"/>
              <a:ea typeface="Calibri"/>
              <a:cs typeface="Calibri"/>
              <a:sym typeface="Calibri"/>
            </a:endParaRPr>
          </a:p>
          <a:p>
            <a:pPr indent="0" lvl="0" marL="457200" rtl="0" algn="just">
              <a:lnSpc>
                <a:spcPct val="115000"/>
              </a:lnSpc>
              <a:spcBef>
                <a:spcPts val="0"/>
              </a:spcBef>
              <a:spcAft>
                <a:spcPts val="0"/>
              </a:spcAft>
              <a:buNone/>
            </a:pPr>
            <a:r>
              <a:t/>
            </a:r>
            <a:endParaRPr sz="15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t/>
            </a:r>
            <a:endParaRPr sz="1500">
              <a:solidFill>
                <a:schemeClr val="dk1"/>
              </a:solidFill>
              <a:latin typeface="Calibri"/>
              <a:ea typeface="Calibri"/>
              <a:cs typeface="Calibri"/>
              <a:sym typeface="Calibri"/>
            </a:endParaRPr>
          </a:p>
          <a:p>
            <a:pPr indent="0" lvl="0" marL="457200" rtl="0" algn="just">
              <a:lnSpc>
                <a:spcPct val="115000"/>
              </a:lnSpc>
              <a:spcBef>
                <a:spcPts val="0"/>
              </a:spcBef>
              <a:spcAft>
                <a:spcPts val="0"/>
              </a:spcAft>
              <a:buNone/>
            </a:pPr>
            <a:r>
              <a:t/>
            </a:r>
            <a:endParaRPr sz="1500">
              <a:solidFill>
                <a:schemeClr val="dk1"/>
              </a:solidFill>
              <a:latin typeface="Calibri"/>
              <a:ea typeface="Calibri"/>
              <a:cs typeface="Calibri"/>
              <a:sym typeface="Calibri"/>
            </a:endParaRPr>
          </a:p>
          <a:p>
            <a:pPr indent="0" lvl="0" marL="457200" rtl="0" algn="just">
              <a:lnSpc>
                <a:spcPct val="115000"/>
              </a:lnSpc>
              <a:spcBef>
                <a:spcPts val="0"/>
              </a:spcBef>
              <a:spcAft>
                <a:spcPts val="0"/>
              </a:spcAft>
              <a:buNone/>
            </a:pPr>
            <a:r>
              <a:t/>
            </a:r>
            <a:endParaRPr sz="1500">
              <a:solidFill>
                <a:schemeClr val="dk1"/>
              </a:solidFill>
              <a:latin typeface="Calibri"/>
              <a:ea typeface="Calibri"/>
              <a:cs typeface="Calibri"/>
              <a:sym typeface="Calibri"/>
            </a:endParaRPr>
          </a:p>
          <a:p>
            <a:pPr indent="0" lvl="0" marL="457200" rtl="0" algn="just">
              <a:lnSpc>
                <a:spcPct val="115000"/>
              </a:lnSpc>
              <a:spcBef>
                <a:spcPts val="0"/>
              </a:spcBef>
              <a:spcAft>
                <a:spcPts val="0"/>
              </a:spcAft>
              <a:buNone/>
            </a:pPr>
            <a:r>
              <a:t/>
            </a:r>
            <a:endParaRPr sz="1500">
              <a:solidFill>
                <a:schemeClr val="dk1"/>
              </a:solidFill>
              <a:latin typeface="Calibri"/>
              <a:ea typeface="Calibri"/>
              <a:cs typeface="Calibri"/>
              <a:sym typeface="Calibri"/>
            </a:endParaRPr>
          </a:p>
          <a:p>
            <a:pPr indent="0" lvl="0" marL="457200" rtl="0" algn="just">
              <a:lnSpc>
                <a:spcPct val="115000"/>
              </a:lnSpc>
              <a:spcBef>
                <a:spcPts val="0"/>
              </a:spcBef>
              <a:spcAft>
                <a:spcPts val="0"/>
              </a:spcAft>
              <a:buNone/>
            </a:pPr>
            <a:r>
              <a:t/>
            </a:r>
            <a:endParaRPr sz="1500">
              <a:solidFill>
                <a:schemeClr val="dk1"/>
              </a:solidFill>
              <a:latin typeface="Calibri"/>
              <a:ea typeface="Calibri"/>
              <a:cs typeface="Calibri"/>
              <a:sym typeface="Calibri"/>
            </a:endParaRPr>
          </a:p>
          <a:p>
            <a:pPr indent="-342900" lvl="0" marL="457200" rtl="0" algn="just">
              <a:lnSpc>
                <a:spcPct val="115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Disponibilité  des kits modernes de maintenance  préventive et </a:t>
            </a:r>
            <a:r>
              <a:rPr lang="en-US" sz="1800">
                <a:solidFill>
                  <a:schemeClr val="dk1"/>
                </a:solidFill>
                <a:latin typeface="Calibri"/>
                <a:ea typeface="Calibri"/>
                <a:cs typeface="Calibri"/>
                <a:sym typeface="Calibri"/>
              </a:rPr>
              <a:t>Transfert</a:t>
            </a:r>
            <a:r>
              <a:rPr lang="en-US" sz="1800">
                <a:solidFill>
                  <a:schemeClr val="dk1"/>
                </a:solidFill>
                <a:latin typeface="Calibri"/>
                <a:ea typeface="Calibri"/>
                <a:cs typeface="Calibri"/>
                <a:sym typeface="Calibri"/>
              </a:rPr>
              <a:t> des compétences aux maintenanciers provinciaux </a:t>
            </a:r>
            <a:r>
              <a:rPr lang="en-US" sz="1800">
                <a:solidFill>
                  <a:schemeClr val="dk1"/>
                </a:solidFill>
                <a:latin typeface="Calibri"/>
                <a:ea typeface="Calibri"/>
                <a:cs typeface="Calibri"/>
                <a:sym typeface="Calibri"/>
              </a:rPr>
              <a:t>pour</a:t>
            </a:r>
            <a:r>
              <a:rPr lang="en-US" sz="1800">
                <a:solidFill>
                  <a:schemeClr val="dk1"/>
                </a:solidFill>
                <a:latin typeface="Calibri"/>
                <a:ea typeface="Calibri"/>
                <a:cs typeface="Calibri"/>
                <a:sym typeface="Calibri"/>
              </a:rPr>
              <a:t> le suivi du système solaire </a:t>
            </a:r>
            <a:endParaRPr sz="1800">
              <a:solidFill>
                <a:schemeClr val="dk1"/>
              </a:solidFill>
              <a:latin typeface="Calibri"/>
              <a:ea typeface="Calibri"/>
              <a:cs typeface="Calibri"/>
              <a:sym typeface="Calibri"/>
            </a:endParaRPr>
          </a:p>
          <a:p>
            <a:pPr indent="-342900" lvl="0" marL="457200" rtl="0" algn="just">
              <a:lnSpc>
                <a:spcPct val="115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Suivi en ligne dut fonctionnement des  systèmes  photovoltaïques</a:t>
            </a:r>
            <a:endParaRPr sz="1800">
              <a:solidFill>
                <a:schemeClr val="dk1"/>
              </a:solidFill>
              <a:latin typeface="Calibri"/>
              <a:ea typeface="Calibri"/>
              <a:cs typeface="Calibri"/>
              <a:sym typeface="Calibri"/>
            </a:endParaRPr>
          </a:p>
          <a:p>
            <a:pPr indent="-342900" lvl="0" marL="457200" rtl="0" algn="just">
              <a:lnSpc>
                <a:spcPct val="115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Transfert des compétences aux niveaux provinciaux et opérationnels  par GRID3  pour la mise en jour  de la cartographie des provinces  existantes dans la base de données et la cartographie de reste de provinces du pays soit 14  provinces pour que toute la RDC soit cartographiée;</a:t>
            </a:r>
            <a:endParaRPr sz="1800">
              <a:solidFill>
                <a:schemeClr val="dk1"/>
              </a:solidFill>
              <a:latin typeface="Calibri"/>
              <a:ea typeface="Calibri"/>
              <a:cs typeface="Calibri"/>
              <a:sym typeface="Calibri"/>
            </a:endParaRPr>
          </a:p>
          <a:p>
            <a:pPr indent="-342900" lvl="0" marL="457200" rtl="0" algn="just">
              <a:lnSpc>
                <a:spcPct val="115000"/>
              </a:lnSpc>
              <a:spcBef>
                <a:spcPts val="0"/>
              </a:spcBef>
              <a:spcAft>
                <a:spcPts val="0"/>
              </a:spcAft>
              <a:buClr>
                <a:schemeClr val="dk1"/>
              </a:buClr>
              <a:buSzPts val="1800"/>
              <a:buFont typeface="Calibri"/>
              <a:buChar char="●"/>
            </a:pPr>
            <a:r>
              <a:rPr lang="en-US" sz="1800">
                <a:solidFill>
                  <a:srgbClr val="595959"/>
                </a:solidFill>
                <a:latin typeface="Calibri"/>
                <a:ea typeface="Calibri"/>
                <a:cs typeface="Calibri"/>
                <a:sym typeface="Calibri"/>
              </a:rPr>
              <a:t> </a:t>
            </a:r>
            <a:r>
              <a:rPr lang="en-US" sz="1800">
                <a:solidFill>
                  <a:schemeClr val="dk1"/>
                </a:solidFill>
                <a:latin typeface="Calibri"/>
                <a:ea typeface="Calibri"/>
                <a:cs typeface="Calibri"/>
                <a:sym typeface="Calibri"/>
              </a:rPr>
              <a:t>Appropriation des outils cartographiques par le PEV</a:t>
            </a:r>
            <a:endParaRPr sz="1800">
              <a:solidFill>
                <a:schemeClr val="dk1"/>
              </a:solidFill>
              <a:latin typeface="Calibri"/>
              <a:ea typeface="Calibri"/>
              <a:cs typeface="Calibri"/>
              <a:sym typeface="Calibri"/>
            </a:endParaRPr>
          </a:p>
          <a:p>
            <a:pPr indent="-228600" lvl="0" marL="457200" rtl="0" algn="just">
              <a:lnSpc>
                <a:spcPct val="115000"/>
              </a:lnSpc>
              <a:spcBef>
                <a:spcPts val="0"/>
              </a:spcBef>
              <a:spcAft>
                <a:spcPts val="0"/>
              </a:spcAft>
              <a:buClr>
                <a:schemeClr val="dk1"/>
              </a:buClr>
              <a:buSzPts val="1800"/>
              <a:buFont typeface="Arial"/>
              <a:buNone/>
            </a:pPr>
            <a:r>
              <a:t/>
            </a:r>
            <a:endParaRPr sz="1900">
              <a:solidFill>
                <a:schemeClr val="dk1"/>
              </a:solidFill>
              <a:latin typeface="Times New Roman"/>
              <a:ea typeface="Times New Roman"/>
              <a:cs typeface="Times New Roman"/>
              <a:sym typeface="Times New Roman"/>
            </a:endParaRPr>
          </a:p>
          <a:p>
            <a:pPr indent="-228600" lvl="0" marL="457200" rtl="0" algn="just">
              <a:lnSpc>
                <a:spcPct val="115000"/>
              </a:lnSpc>
              <a:spcBef>
                <a:spcPts val="0"/>
              </a:spcBef>
              <a:spcAft>
                <a:spcPts val="0"/>
              </a:spcAft>
              <a:buClr>
                <a:schemeClr val="dk1"/>
              </a:buClr>
              <a:buSzPts val="1800"/>
              <a:buFont typeface="Arial"/>
              <a:buNone/>
            </a:pPr>
            <a:r>
              <a:t/>
            </a:r>
            <a:endParaRPr sz="1700">
              <a:solidFill>
                <a:schemeClr val="dk1"/>
              </a:solidFill>
              <a:latin typeface="Times New Roman"/>
              <a:ea typeface="Times New Roman"/>
              <a:cs typeface="Times New Roman"/>
              <a:sym typeface="Times New Roman"/>
            </a:endParaRPr>
          </a:p>
          <a:p>
            <a:pPr indent="-228600" lvl="0" marL="457200" rtl="0" algn="just">
              <a:lnSpc>
                <a:spcPct val="115000"/>
              </a:lnSpc>
              <a:spcBef>
                <a:spcPts val="0"/>
              </a:spcBef>
              <a:spcAft>
                <a:spcPts val="0"/>
              </a:spcAft>
              <a:buClr>
                <a:schemeClr val="dk1"/>
              </a:buClr>
              <a:buSzPts val="1800"/>
              <a:buFont typeface="Arial"/>
              <a:buNone/>
            </a:pPr>
            <a:r>
              <a:t/>
            </a:r>
            <a:endParaRPr sz="1600">
              <a:solidFill>
                <a:schemeClr val="dk1"/>
              </a:solidFill>
              <a:latin typeface="Times New Roman"/>
              <a:ea typeface="Times New Roman"/>
              <a:cs typeface="Times New Roman"/>
              <a:sym typeface="Times New Roman"/>
            </a:endParaRPr>
          </a:p>
          <a:p>
            <a:pPr indent="-228600" lvl="0" marL="457200" rtl="0" algn="just">
              <a:lnSpc>
                <a:spcPct val="115000"/>
              </a:lnSpc>
              <a:spcBef>
                <a:spcPts val="0"/>
              </a:spcBef>
              <a:spcAft>
                <a:spcPts val="0"/>
              </a:spcAft>
              <a:buClr>
                <a:schemeClr val="dk1"/>
              </a:buClr>
              <a:buSzPts val="1800"/>
              <a:buFont typeface="Arial"/>
              <a:buNone/>
            </a:pPr>
            <a:r>
              <a:t/>
            </a:r>
            <a:endParaRPr sz="1600">
              <a:solidFill>
                <a:schemeClr val="dk1"/>
              </a:solidFill>
              <a:latin typeface="Times New Roman"/>
              <a:ea typeface="Times New Roman"/>
              <a:cs typeface="Times New Roman"/>
              <a:sym typeface="Times New Roman"/>
            </a:endParaRPr>
          </a:p>
          <a:p>
            <a:pPr indent="-228600" lvl="0" marL="457200" rtl="0" algn="just">
              <a:lnSpc>
                <a:spcPct val="115000"/>
              </a:lnSpc>
              <a:spcBef>
                <a:spcPts val="0"/>
              </a:spcBef>
              <a:spcAft>
                <a:spcPts val="0"/>
              </a:spcAft>
              <a:buClr>
                <a:schemeClr val="dk1"/>
              </a:buClr>
              <a:buSzPts val="1800"/>
              <a:buFont typeface="Arial"/>
              <a:buNone/>
            </a:pPr>
            <a:r>
              <a:t/>
            </a:r>
            <a:endParaRPr sz="1600">
              <a:solidFill>
                <a:schemeClr val="dk1"/>
              </a:solidFill>
              <a:latin typeface="Times New Roman"/>
              <a:ea typeface="Times New Roman"/>
              <a:cs typeface="Times New Roman"/>
              <a:sym typeface="Times New Roman"/>
            </a:endParaRPr>
          </a:p>
          <a:p>
            <a:pPr indent="-228600" lvl="0" marL="457200" rtl="0" algn="just">
              <a:lnSpc>
                <a:spcPct val="115000"/>
              </a:lnSpc>
              <a:spcBef>
                <a:spcPts val="0"/>
              </a:spcBef>
              <a:spcAft>
                <a:spcPts val="0"/>
              </a:spcAft>
              <a:buClr>
                <a:schemeClr val="dk1"/>
              </a:buClr>
              <a:buSzPts val="1800"/>
              <a:buFont typeface="Arial"/>
              <a:buNone/>
            </a:pPr>
            <a:r>
              <a:t/>
            </a:r>
            <a:endParaRPr sz="1600">
              <a:solidFill>
                <a:schemeClr val="dk1"/>
              </a:solidFill>
              <a:latin typeface="Times New Roman"/>
              <a:ea typeface="Times New Roman"/>
              <a:cs typeface="Times New Roman"/>
              <a:sym typeface="Times New Roman"/>
            </a:endParaRPr>
          </a:p>
          <a:p>
            <a:pPr indent="-228600" lvl="0" marL="457200" rtl="0" algn="just">
              <a:lnSpc>
                <a:spcPct val="115000"/>
              </a:lnSpc>
              <a:spcBef>
                <a:spcPts val="0"/>
              </a:spcBef>
              <a:spcAft>
                <a:spcPts val="0"/>
              </a:spcAft>
              <a:buClr>
                <a:schemeClr val="dk1"/>
              </a:buClr>
              <a:buSzPts val="1800"/>
              <a:buFont typeface="Arial"/>
              <a:buNone/>
            </a:pPr>
            <a:r>
              <a:t/>
            </a:r>
            <a:endParaRPr sz="1600">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2000"/>
              <a:buFont typeface="Calibri"/>
              <a:buNone/>
            </a:pPr>
            <a:r>
              <a:t/>
            </a:r>
            <a:endParaRPr sz="2000">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2000"/>
              <a:buFont typeface="Calibri"/>
              <a:buNone/>
            </a:pPr>
            <a:r>
              <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9"/>
          <p:cNvSpPr txBox="1"/>
          <p:nvPr/>
        </p:nvSpPr>
        <p:spPr>
          <a:xfrm>
            <a:off x="458592" y="317941"/>
            <a:ext cx="11274900" cy="73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500"/>
              <a:buFont typeface="Arial"/>
              <a:buNone/>
            </a:pPr>
            <a:r>
              <a:rPr b="0" i="0" lang="en-US" sz="2700" u="none" cap="none" strike="noStrike">
                <a:solidFill>
                  <a:srgbClr val="1155CC"/>
                </a:solidFill>
                <a:latin typeface="Times New Roman"/>
                <a:ea typeface="Times New Roman"/>
                <a:cs typeface="Times New Roman"/>
                <a:sym typeface="Times New Roman"/>
              </a:rPr>
              <a:t>Défis rencontrés</a:t>
            </a:r>
            <a:endParaRPr b="0" i="0" sz="2700" u="none" cap="none" strike="noStrike">
              <a:solidFill>
                <a:srgbClr val="1155CC"/>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500"/>
              <a:buFont typeface="Arial"/>
              <a:buNone/>
            </a:pPr>
            <a:r>
              <a:t/>
            </a:r>
            <a:endParaRPr b="0" i="0" sz="2700" u="none" cap="none" strike="noStrike">
              <a:solidFill>
                <a:srgbClr val="1155CC"/>
              </a:solidFill>
              <a:latin typeface="Times New Roman"/>
              <a:ea typeface="Times New Roman"/>
              <a:cs typeface="Times New Roman"/>
              <a:sym typeface="Times New Roman"/>
            </a:endParaRPr>
          </a:p>
        </p:txBody>
      </p:sp>
      <p:sp>
        <p:nvSpPr>
          <p:cNvPr id="294" name="Google Shape;294;p9"/>
          <p:cNvSpPr/>
          <p:nvPr/>
        </p:nvSpPr>
        <p:spPr>
          <a:xfrm>
            <a:off x="0" y="272241"/>
            <a:ext cx="235500" cy="655200"/>
          </a:xfrm>
          <a:prstGeom prst="rect">
            <a:avLst/>
          </a:prstGeom>
          <a:solidFill>
            <a:srgbClr val="1155CC"/>
          </a:solidFill>
          <a:ln>
            <a:noFill/>
          </a:ln>
        </p:spPr>
        <p:txBody>
          <a:bodyPr anchorCtr="0" anchor="ctr" bIns="91400" lIns="91400" spcFirstLastPara="1" rIns="91400" wrap="square" tIns="914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70C0"/>
              </a:solidFill>
              <a:latin typeface="Times New Roman"/>
              <a:ea typeface="Times New Roman"/>
              <a:cs typeface="Times New Roman"/>
              <a:sym typeface="Times New Roman"/>
            </a:endParaRPr>
          </a:p>
        </p:txBody>
      </p:sp>
      <p:sp>
        <p:nvSpPr>
          <p:cNvPr id="295" name="Google Shape;295;p9"/>
          <p:cNvSpPr txBox="1"/>
          <p:nvPr/>
        </p:nvSpPr>
        <p:spPr>
          <a:xfrm>
            <a:off x="267700" y="6492843"/>
            <a:ext cx="11414700" cy="184800"/>
          </a:xfrm>
          <a:prstGeom prst="rect">
            <a:avLst/>
          </a:prstGeom>
          <a:noFill/>
          <a:ln>
            <a:noFill/>
          </a:ln>
        </p:spPr>
        <p:txBody>
          <a:bodyPr anchorCtr="0" anchor="t" bIns="0" lIns="0" spcFirstLastPara="1" rIns="121900" wrap="square" tIns="0">
            <a:sp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1155CC"/>
              </a:solidFill>
              <a:latin typeface="Times New Roman"/>
              <a:ea typeface="Times New Roman"/>
              <a:cs typeface="Times New Roman"/>
              <a:sym typeface="Times New Roman"/>
            </a:endParaRPr>
          </a:p>
        </p:txBody>
      </p:sp>
      <p:sp>
        <p:nvSpPr>
          <p:cNvPr id="296" name="Google Shape;296;p9"/>
          <p:cNvSpPr txBox="1"/>
          <p:nvPr/>
        </p:nvSpPr>
        <p:spPr>
          <a:xfrm>
            <a:off x="11658600" y="6496067"/>
            <a:ext cx="228300" cy="165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1155CC"/>
                </a:solidFill>
                <a:latin typeface="Arial"/>
                <a:ea typeface="Arial"/>
                <a:cs typeface="Arial"/>
                <a:sym typeface="Arial"/>
              </a:rPr>
              <a:t>‹#›</a:t>
            </a:fld>
            <a:endParaRPr b="0" i="0" sz="1200" u="none" cap="none" strike="noStrike">
              <a:solidFill>
                <a:srgbClr val="1155CC"/>
              </a:solidFill>
              <a:latin typeface="Arial"/>
              <a:ea typeface="Arial"/>
              <a:cs typeface="Arial"/>
              <a:sym typeface="Arial"/>
            </a:endParaRPr>
          </a:p>
        </p:txBody>
      </p:sp>
      <p:cxnSp>
        <p:nvCxnSpPr>
          <p:cNvPr id="297" name="Google Shape;297;p9"/>
          <p:cNvCxnSpPr/>
          <p:nvPr/>
        </p:nvCxnSpPr>
        <p:spPr>
          <a:xfrm>
            <a:off x="267700" y="6427967"/>
            <a:ext cx="11640300" cy="0"/>
          </a:xfrm>
          <a:prstGeom prst="straightConnector1">
            <a:avLst/>
          </a:prstGeom>
          <a:noFill/>
          <a:ln cap="flat" cmpd="sng" w="12700">
            <a:solidFill>
              <a:srgbClr val="9E9E9E"/>
            </a:solidFill>
            <a:prstDash val="solid"/>
            <a:round/>
            <a:headEnd len="sm" w="sm" type="none"/>
            <a:tailEnd len="sm" w="sm" type="none"/>
          </a:ln>
        </p:spPr>
      </p:cxnSp>
      <p:sp>
        <p:nvSpPr>
          <p:cNvPr id="298" name="Google Shape;298;p9"/>
          <p:cNvSpPr/>
          <p:nvPr/>
        </p:nvSpPr>
        <p:spPr>
          <a:xfrm>
            <a:off x="458600" y="1109600"/>
            <a:ext cx="11356500" cy="4979100"/>
          </a:xfrm>
          <a:prstGeom prst="rect">
            <a:avLst/>
          </a:prstGeom>
          <a:solidFill>
            <a:schemeClr val="lt2"/>
          </a:solidFill>
          <a:ln cap="flat" cmpd="sng" w="9800">
            <a:solidFill>
              <a:schemeClr val="dk2"/>
            </a:solidFill>
            <a:prstDash val="solid"/>
            <a:round/>
            <a:headEnd len="sm" w="sm" type="none"/>
            <a:tailEnd len="sm" w="sm" type="none"/>
          </a:ln>
        </p:spPr>
        <p:txBody>
          <a:bodyPr anchorCtr="0" anchor="ctr" bIns="94100" lIns="94100" spcFirstLastPara="1" rIns="94100" wrap="square" tIns="94100">
            <a:noAutofit/>
          </a:bodyPr>
          <a:lstStyle/>
          <a:p>
            <a:pPr indent="0" lvl="0" marL="0" marR="0" rtl="0" algn="ctr">
              <a:spcBef>
                <a:spcPts val="0"/>
              </a:spcBef>
              <a:spcAft>
                <a:spcPts val="0"/>
              </a:spcAft>
              <a:buClr>
                <a:schemeClr val="dk1"/>
              </a:buClr>
              <a:buSzPts val="2000"/>
              <a:buFont typeface="Calibri"/>
              <a:buNone/>
            </a:pPr>
            <a:r>
              <a:t/>
            </a:r>
            <a:endParaRPr sz="2000">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solidFill>
                <a:schemeClr val="dk1"/>
              </a:solidFill>
              <a:latin typeface="Calibri"/>
              <a:ea typeface="Calibri"/>
              <a:cs typeface="Calibri"/>
              <a:sym typeface="Calibri"/>
            </a:endParaRPr>
          </a:p>
          <a:p>
            <a:pPr indent="-317500" lvl="0" marL="457200" rtl="0" algn="l">
              <a:lnSpc>
                <a:spcPct val="115000"/>
              </a:lnSpc>
              <a:spcBef>
                <a:spcPts val="0"/>
              </a:spcBef>
              <a:spcAft>
                <a:spcPts val="0"/>
              </a:spcAft>
              <a:buClr>
                <a:schemeClr val="dk1"/>
              </a:buClr>
              <a:buSzPts val="1400"/>
              <a:buFont typeface="Calibri"/>
              <a:buChar char="●"/>
            </a:pPr>
            <a:r>
              <a:t/>
            </a:r>
            <a:endParaRPr>
              <a:solidFill>
                <a:schemeClr val="dk1"/>
              </a:solidFill>
              <a:latin typeface="Calibri"/>
              <a:ea typeface="Calibri"/>
              <a:cs typeface="Calibri"/>
              <a:sym typeface="Calibri"/>
            </a:endParaRPr>
          </a:p>
          <a:p>
            <a:pPr indent="0" lvl="0" marL="457200" rtl="0" algn="l">
              <a:lnSpc>
                <a:spcPct val="115000"/>
              </a:lnSpc>
              <a:spcBef>
                <a:spcPts val="0"/>
              </a:spcBef>
              <a:spcAft>
                <a:spcPts val="0"/>
              </a:spcAft>
              <a:buNone/>
            </a:pPr>
            <a:r>
              <a:t/>
            </a:r>
            <a:endParaRPr>
              <a:solidFill>
                <a:schemeClr val="dk1"/>
              </a:solidFill>
              <a:latin typeface="Calibri"/>
              <a:ea typeface="Calibri"/>
              <a:cs typeface="Calibri"/>
              <a:sym typeface="Calibri"/>
            </a:endParaRPr>
          </a:p>
          <a:p>
            <a:pPr indent="0" lvl="0" marL="457200" rtl="0" algn="l">
              <a:lnSpc>
                <a:spcPct val="115000"/>
              </a:lnSpc>
              <a:spcBef>
                <a:spcPts val="0"/>
              </a:spcBef>
              <a:spcAft>
                <a:spcPts val="0"/>
              </a:spcAft>
              <a:buNone/>
            </a:pPr>
            <a:r>
              <a:t/>
            </a:r>
            <a:endParaRPr>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a:solidFill>
                <a:schemeClr val="dk1"/>
              </a:solidFill>
              <a:latin typeface="Calibri"/>
              <a:ea typeface="Calibri"/>
              <a:cs typeface="Calibri"/>
              <a:sym typeface="Calibri"/>
            </a:endParaRPr>
          </a:p>
          <a:p>
            <a:pPr indent="0" lvl="0" marL="457200" rtl="0" algn="l">
              <a:lnSpc>
                <a:spcPct val="115000"/>
              </a:lnSpc>
              <a:spcBef>
                <a:spcPts val="0"/>
              </a:spcBef>
              <a:spcAft>
                <a:spcPts val="0"/>
              </a:spcAft>
              <a:buNone/>
            </a:pPr>
            <a:r>
              <a:t/>
            </a:r>
            <a:endParaRPr>
              <a:solidFill>
                <a:schemeClr val="dk1"/>
              </a:solidFill>
              <a:latin typeface="Calibri"/>
              <a:ea typeface="Calibri"/>
              <a:cs typeface="Calibri"/>
              <a:sym typeface="Calibri"/>
            </a:endParaRPr>
          </a:p>
          <a:p>
            <a:pPr indent="0" lvl="0" marL="457200" rtl="0" algn="l">
              <a:lnSpc>
                <a:spcPct val="115000"/>
              </a:lnSpc>
              <a:spcBef>
                <a:spcPts val="0"/>
              </a:spcBef>
              <a:spcAft>
                <a:spcPts val="0"/>
              </a:spcAft>
              <a:buNone/>
            </a:pPr>
            <a:r>
              <a:t/>
            </a:r>
            <a:endParaRPr sz="1800">
              <a:solidFill>
                <a:schemeClr val="dk1"/>
              </a:solidFill>
              <a:latin typeface="Calibri"/>
              <a:ea typeface="Calibri"/>
              <a:cs typeface="Calibri"/>
              <a:sym typeface="Calibri"/>
            </a:endParaRPr>
          </a:p>
          <a:p>
            <a:pPr indent="0" lvl="0" marL="457200" rtl="0" algn="l">
              <a:lnSpc>
                <a:spcPct val="115000"/>
              </a:lnSpc>
              <a:spcBef>
                <a:spcPts val="0"/>
              </a:spcBef>
              <a:spcAft>
                <a:spcPts val="0"/>
              </a:spcAft>
              <a:buNone/>
            </a:pPr>
            <a:r>
              <a:t/>
            </a:r>
            <a:endParaRPr sz="1800">
              <a:solidFill>
                <a:schemeClr val="dk1"/>
              </a:solidFill>
              <a:latin typeface="Calibri"/>
              <a:ea typeface="Calibri"/>
              <a:cs typeface="Calibri"/>
              <a:sym typeface="Calibri"/>
            </a:endParaRPr>
          </a:p>
          <a:p>
            <a:pPr indent="0" lvl="0" marL="457200" rtl="0" algn="l">
              <a:lnSpc>
                <a:spcPct val="115000"/>
              </a:lnSpc>
              <a:spcBef>
                <a:spcPts val="0"/>
              </a:spcBef>
              <a:spcAft>
                <a:spcPts val="0"/>
              </a:spcAft>
              <a:buNone/>
            </a:pPr>
            <a:r>
              <a:t/>
            </a:r>
            <a:endParaRPr sz="1800">
              <a:solidFill>
                <a:schemeClr val="dk1"/>
              </a:solidFill>
              <a:latin typeface="Calibri"/>
              <a:ea typeface="Calibri"/>
              <a:cs typeface="Calibri"/>
              <a:sym typeface="Calibri"/>
            </a:endParaRPr>
          </a:p>
          <a:p>
            <a:pPr indent="0" lvl="0" marL="457200" rtl="0" algn="l">
              <a:lnSpc>
                <a:spcPct val="115000"/>
              </a:lnSpc>
              <a:spcBef>
                <a:spcPts val="0"/>
              </a:spcBef>
              <a:spcAft>
                <a:spcPts val="0"/>
              </a:spcAft>
              <a:buNone/>
            </a:pPr>
            <a:r>
              <a:t/>
            </a:r>
            <a:endParaRPr sz="1800">
              <a:solidFill>
                <a:schemeClr val="dk1"/>
              </a:solidFill>
              <a:latin typeface="Calibri"/>
              <a:ea typeface="Calibri"/>
              <a:cs typeface="Calibri"/>
              <a:sym typeface="Calibri"/>
            </a:endParaRPr>
          </a:p>
          <a:p>
            <a:pPr indent="-342900" lvl="0" marL="457200" rtl="0" algn="l">
              <a:lnSpc>
                <a:spcPct val="115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Retard dans le lancement des travaux de construction des 4 entrepôts Secs.</a:t>
            </a:r>
            <a:endParaRPr sz="1800">
              <a:solidFill>
                <a:schemeClr val="dk1"/>
              </a:solidFill>
              <a:latin typeface="Calibri"/>
              <a:ea typeface="Calibri"/>
              <a:cs typeface="Calibri"/>
              <a:sym typeface="Calibri"/>
            </a:endParaRPr>
          </a:p>
          <a:p>
            <a:pPr indent="-342900" lvl="0" marL="457200" rtl="0" algn="l">
              <a:lnSpc>
                <a:spcPct val="115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Accès difficile sur certains sites liés au problème logistique et insécurité pour la livraison des 18 motos PEV dans les antennes PEV et Zones de santé des provinces du Nord et Sud-Kivu . </a:t>
            </a:r>
            <a:endParaRPr sz="1800">
              <a:solidFill>
                <a:schemeClr val="dk1"/>
              </a:solidFill>
              <a:latin typeface="Calibri"/>
              <a:ea typeface="Calibri"/>
              <a:cs typeface="Calibri"/>
              <a:sym typeface="Calibri"/>
            </a:endParaRPr>
          </a:p>
          <a:p>
            <a:pPr indent="-342900" lvl="0" marL="457200" rtl="0" algn="l">
              <a:lnSpc>
                <a:spcPct val="115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Problème des connexions orange, vodacom et Airtel qui ne couvrent  pas certaines Antennes PEV à l’intérieur du Pays et la vétusté des modems achetés en 2021.</a:t>
            </a:r>
            <a:endParaRPr sz="1800">
              <a:solidFill>
                <a:schemeClr val="dk1"/>
              </a:solidFill>
              <a:latin typeface="Calibri"/>
              <a:ea typeface="Calibri"/>
              <a:cs typeface="Calibri"/>
              <a:sym typeface="Calibri"/>
            </a:endParaRPr>
          </a:p>
          <a:p>
            <a:pPr indent="-342900" lvl="0" marL="457200" rtl="0" algn="l">
              <a:lnSpc>
                <a:spcPct val="115000"/>
              </a:lnSpc>
              <a:spcBef>
                <a:spcPts val="0"/>
              </a:spcBef>
              <a:spcAft>
                <a:spcPts val="0"/>
              </a:spcAft>
              <a:buClr>
                <a:srgbClr val="27251F"/>
              </a:buClr>
              <a:buSzPts val="1800"/>
              <a:buFont typeface="Calibri"/>
              <a:buChar char="●"/>
            </a:pPr>
            <a:r>
              <a:rPr lang="en-US" sz="1800">
                <a:solidFill>
                  <a:srgbClr val="27251F"/>
                </a:solidFill>
                <a:latin typeface="Calibri"/>
                <a:ea typeface="Calibri"/>
                <a:cs typeface="Calibri"/>
                <a:sym typeface="Calibri"/>
              </a:rPr>
              <a:t>Retard dans  l’approbation  </a:t>
            </a:r>
            <a:r>
              <a:rPr lang="en-US" sz="1800">
                <a:solidFill>
                  <a:srgbClr val="27251F"/>
                </a:solidFill>
                <a:latin typeface="Calibri"/>
                <a:ea typeface="Calibri"/>
                <a:cs typeface="Calibri"/>
                <a:sym typeface="Calibri"/>
              </a:rPr>
              <a:t>pour</a:t>
            </a:r>
            <a:r>
              <a:rPr lang="en-US" sz="1800">
                <a:solidFill>
                  <a:srgbClr val="27251F"/>
                </a:solidFill>
                <a:latin typeface="Calibri"/>
                <a:ea typeface="Calibri"/>
                <a:cs typeface="Calibri"/>
                <a:sym typeface="Calibri"/>
              </a:rPr>
              <a:t> la reproduction des manuels des procédures de gestion  administrative et financière de la CAGF. </a:t>
            </a:r>
            <a:endParaRPr sz="1800">
              <a:solidFill>
                <a:srgbClr val="27251F"/>
              </a:solidFill>
              <a:latin typeface="Calibri"/>
              <a:ea typeface="Calibri"/>
              <a:cs typeface="Calibri"/>
              <a:sym typeface="Calibri"/>
            </a:endParaRPr>
          </a:p>
          <a:p>
            <a:pPr indent="-342900" lvl="0" marL="457200" rtl="0" algn="just">
              <a:lnSpc>
                <a:spcPct val="115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Sous estimation du budget de la reproduction des outils de gestion et sensibilisation de la campagne fièvre jaune bloc 6 et 7.</a:t>
            </a:r>
            <a:endParaRPr sz="1800">
              <a:solidFill>
                <a:schemeClr val="dk1"/>
              </a:solidFill>
              <a:latin typeface="Calibri"/>
              <a:ea typeface="Calibri"/>
              <a:cs typeface="Calibri"/>
              <a:sym typeface="Calibri"/>
            </a:endParaRPr>
          </a:p>
          <a:p>
            <a:pPr indent="-342900" lvl="0" marL="457200" rtl="0" algn="just">
              <a:lnSpc>
                <a:spcPct val="115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Retard dans le décaissement de fond del’impression des outils de Choléra </a:t>
            </a:r>
            <a:endParaRPr sz="1800">
              <a:solidFill>
                <a:schemeClr val="dk1"/>
              </a:solidFill>
              <a:latin typeface="Calibri"/>
              <a:ea typeface="Calibri"/>
              <a:cs typeface="Calibri"/>
              <a:sym typeface="Calibri"/>
            </a:endParaRPr>
          </a:p>
          <a:p>
            <a:pPr indent="0" lvl="0" marL="914400" rtl="0" algn="just">
              <a:lnSpc>
                <a:spcPct val="115000"/>
              </a:lnSpc>
              <a:spcBef>
                <a:spcPts val="0"/>
              </a:spcBef>
              <a:spcAft>
                <a:spcPts val="0"/>
              </a:spcAft>
              <a:buNone/>
            </a:pPr>
            <a:r>
              <a:t/>
            </a:r>
            <a:endParaRPr sz="1600">
              <a:solidFill>
                <a:srgbClr val="27251F"/>
              </a:solidFill>
              <a:latin typeface="Calibri"/>
              <a:ea typeface="Calibri"/>
              <a:cs typeface="Calibri"/>
              <a:sym typeface="Calibri"/>
            </a:endParaRPr>
          </a:p>
          <a:p>
            <a:pPr indent="0" lvl="0" marL="0" marR="0" rtl="0" algn="l">
              <a:spcBef>
                <a:spcPts val="0"/>
              </a:spcBef>
              <a:spcAft>
                <a:spcPts val="0"/>
              </a:spcAft>
              <a:buClr>
                <a:schemeClr val="dk1"/>
              </a:buClr>
              <a:buSzPts val="2000"/>
              <a:buFont typeface="Times New Roman"/>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2000"/>
              <a:buFont typeface="Times New Roman"/>
              <a:buNone/>
            </a:pPr>
            <a:r>
              <a:t/>
            </a:r>
            <a:endParaRPr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2000"/>
              <a:buFont typeface="Times New Roman"/>
              <a:buNone/>
            </a:pPr>
            <a:r>
              <a:t/>
            </a:r>
            <a:endParaRPr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2000"/>
              <a:buFont typeface="Times New Roman"/>
              <a:buNone/>
            </a:pPr>
            <a:r>
              <a:t/>
            </a:r>
            <a:endParaRPr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2000"/>
              <a:buFont typeface="Times New Roman"/>
              <a:buNone/>
            </a:pPr>
            <a:r>
              <a:t/>
            </a:r>
            <a:endParaRPr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2000"/>
              <a:buFont typeface="Times New Roman"/>
              <a:buNone/>
            </a:pPr>
            <a:r>
              <a:t/>
            </a:r>
            <a:endParaRPr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2000"/>
              <a:buFont typeface="Times New Roman"/>
              <a:buNone/>
            </a:pPr>
            <a:r>
              <a:t/>
            </a:r>
            <a:endParaRPr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2000"/>
              <a:buFont typeface="Times New Roman"/>
              <a:buNone/>
            </a:pPr>
            <a:r>
              <a:t/>
            </a:r>
            <a:endParaRPr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2000"/>
              <a:buFont typeface="Times New Roman"/>
              <a:buNone/>
            </a:pPr>
            <a:r>
              <a:t/>
            </a:r>
            <a:endParaRPr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2000"/>
              <a:buFont typeface="Times New Roman"/>
              <a:buNone/>
            </a:pPr>
            <a:r>
              <a:t/>
            </a:r>
            <a:endParaRPr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2000"/>
              <a:buFont typeface="Times New Roman"/>
              <a:buNone/>
            </a:pPr>
            <a:r>
              <a:t/>
            </a:r>
            <a:endParaRPr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2000"/>
              <a:buFont typeface="Times New Roman"/>
              <a:buNone/>
            </a:pPr>
            <a:r>
              <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10"/>
          <p:cNvSpPr txBox="1"/>
          <p:nvPr/>
        </p:nvSpPr>
        <p:spPr>
          <a:xfrm>
            <a:off x="458592" y="317941"/>
            <a:ext cx="11274900" cy="73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500"/>
              <a:buFont typeface="Arial"/>
              <a:buNone/>
            </a:pPr>
            <a:r>
              <a:rPr b="0" i="0" lang="en-US" sz="2700" u="none" cap="none" strike="noStrike">
                <a:solidFill>
                  <a:srgbClr val="1155CC"/>
                </a:solidFill>
                <a:latin typeface="Times New Roman"/>
                <a:ea typeface="Times New Roman"/>
                <a:cs typeface="Times New Roman"/>
                <a:sym typeface="Times New Roman"/>
              </a:rPr>
              <a:t>Priorités et engagements pour 2026</a:t>
            </a:r>
            <a:endParaRPr b="0" i="0" sz="2700" u="none" cap="none" strike="noStrike">
              <a:solidFill>
                <a:srgbClr val="1155CC"/>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500"/>
              <a:buFont typeface="Arial"/>
              <a:buNone/>
            </a:pPr>
            <a:r>
              <a:t/>
            </a:r>
            <a:endParaRPr b="0" i="0" sz="2700" u="none" cap="none" strike="noStrike">
              <a:solidFill>
                <a:srgbClr val="1155CC"/>
              </a:solidFill>
              <a:latin typeface="Times New Roman"/>
              <a:ea typeface="Times New Roman"/>
              <a:cs typeface="Times New Roman"/>
              <a:sym typeface="Times New Roman"/>
            </a:endParaRPr>
          </a:p>
        </p:txBody>
      </p:sp>
      <p:sp>
        <p:nvSpPr>
          <p:cNvPr id="304" name="Google Shape;304;p10"/>
          <p:cNvSpPr/>
          <p:nvPr/>
        </p:nvSpPr>
        <p:spPr>
          <a:xfrm>
            <a:off x="0" y="272241"/>
            <a:ext cx="235500" cy="655200"/>
          </a:xfrm>
          <a:prstGeom prst="rect">
            <a:avLst/>
          </a:prstGeom>
          <a:solidFill>
            <a:srgbClr val="1155CC"/>
          </a:solidFill>
          <a:ln>
            <a:noFill/>
          </a:ln>
        </p:spPr>
        <p:txBody>
          <a:bodyPr anchorCtr="0" anchor="ctr" bIns="91400" lIns="91400" spcFirstLastPara="1" rIns="91400" wrap="square" tIns="914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70C0"/>
              </a:solidFill>
              <a:latin typeface="Times New Roman"/>
              <a:ea typeface="Times New Roman"/>
              <a:cs typeface="Times New Roman"/>
              <a:sym typeface="Times New Roman"/>
            </a:endParaRPr>
          </a:p>
        </p:txBody>
      </p:sp>
      <p:sp>
        <p:nvSpPr>
          <p:cNvPr id="305" name="Google Shape;305;p10"/>
          <p:cNvSpPr txBox="1"/>
          <p:nvPr/>
        </p:nvSpPr>
        <p:spPr>
          <a:xfrm>
            <a:off x="267700" y="6492843"/>
            <a:ext cx="11414700" cy="184800"/>
          </a:xfrm>
          <a:prstGeom prst="rect">
            <a:avLst/>
          </a:prstGeom>
          <a:noFill/>
          <a:ln>
            <a:noFill/>
          </a:ln>
        </p:spPr>
        <p:txBody>
          <a:bodyPr anchorCtr="0" anchor="t" bIns="0" lIns="0" spcFirstLastPara="1" rIns="121900" wrap="square" tIns="0">
            <a:sp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1155CC"/>
              </a:solidFill>
              <a:latin typeface="Times New Roman"/>
              <a:ea typeface="Times New Roman"/>
              <a:cs typeface="Times New Roman"/>
              <a:sym typeface="Times New Roman"/>
            </a:endParaRPr>
          </a:p>
        </p:txBody>
      </p:sp>
      <p:sp>
        <p:nvSpPr>
          <p:cNvPr id="306" name="Google Shape;306;p10"/>
          <p:cNvSpPr txBox="1"/>
          <p:nvPr/>
        </p:nvSpPr>
        <p:spPr>
          <a:xfrm>
            <a:off x="11658600" y="6496067"/>
            <a:ext cx="228300" cy="165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1155CC"/>
                </a:solidFill>
                <a:latin typeface="Arial"/>
                <a:ea typeface="Arial"/>
                <a:cs typeface="Arial"/>
                <a:sym typeface="Arial"/>
              </a:rPr>
              <a:t>‹#›</a:t>
            </a:fld>
            <a:endParaRPr b="0" i="0" sz="1200" u="none" cap="none" strike="noStrike">
              <a:solidFill>
                <a:srgbClr val="1155CC"/>
              </a:solidFill>
              <a:latin typeface="Arial"/>
              <a:ea typeface="Arial"/>
              <a:cs typeface="Arial"/>
              <a:sym typeface="Arial"/>
            </a:endParaRPr>
          </a:p>
        </p:txBody>
      </p:sp>
      <p:cxnSp>
        <p:nvCxnSpPr>
          <p:cNvPr id="307" name="Google Shape;307;p10"/>
          <p:cNvCxnSpPr/>
          <p:nvPr/>
        </p:nvCxnSpPr>
        <p:spPr>
          <a:xfrm>
            <a:off x="267700" y="6427967"/>
            <a:ext cx="11640300" cy="0"/>
          </a:xfrm>
          <a:prstGeom prst="straightConnector1">
            <a:avLst/>
          </a:prstGeom>
          <a:noFill/>
          <a:ln cap="flat" cmpd="sng" w="12700">
            <a:solidFill>
              <a:srgbClr val="9E9E9E"/>
            </a:solidFill>
            <a:prstDash val="solid"/>
            <a:round/>
            <a:headEnd len="sm" w="sm" type="none"/>
            <a:tailEnd len="sm" w="sm" type="none"/>
          </a:ln>
        </p:spPr>
      </p:cxnSp>
      <p:sp>
        <p:nvSpPr>
          <p:cNvPr id="308" name="Google Shape;308;p10"/>
          <p:cNvSpPr/>
          <p:nvPr/>
        </p:nvSpPr>
        <p:spPr>
          <a:xfrm>
            <a:off x="458600" y="1323700"/>
            <a:ext cx="11356500" cy="4764900"/>
          </a:xfrm>
          <a:prstGeom prst="rect">
            <a:avLst/>
          </a:prstGeom>
          <a:solidFill>
            <a:schemeClr val="lt2"/>
          </a:solidFill>
          <a:ln cap="flat" cmpd="sng" w="9800">
            <a:solidFill>
              <a:schemeClr val="dk2"/>
            </a:solidFill>
            <a:prstDash val="solid"/>
            <a:round/>
            <a:headEnd len="sm" w="sm" type="none"/>
            <a:tailEnd len="sm" w="sm" type="none"/>
          </a:ln>
        </p:spPr>
        <p:txBody>
          <a:bodyPr anchorCtr="0" anchor="ctr" bIns="94100" lIns="94100" spcFirstLastPara="1" rIns="94100" wrap="square" tIns="94100">
            <a:noAutofit/>
          </a:bodyPr>
          <a:lstStyle/>
          <a:p>
            <a:pPr indent="-355600" lvl="0" marL="457200" marR="0" rtl="0" algn="l">
              <a:spcBef>
                <a:spcPts val="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Réception</a:t>
            </a:r>
            <a:r>
              <a:rPr lang="en-US" sz="2000">
                <a:solidFill>
                  <a:schemeClr val="dk1"/>
                </a:solidFill>
                <a:latin typeface="Calibri"/>
                <a:ea typeface="Calibri"/>
                <a:cs typeface="Calibri"/>
                <a:sym typeface="Calibri"/>
              </a:rPr>
              <a:t> des fonds des outils de Choléras</a:t>
            </a:r>
            <a:endParaRPr sz="2000">
              <a:solidFill>
                <a:schemeClr val="dk1"/>
              </a:solidFill>
              <a:latin typeface="Calibri"/>
              <a:ea typeface="Calibri"/>
              <a:cs typeface="Calibri"/>
              <a:sym typeface="Calibri"/>
            </a:endParaRPr>
          </a:p>
          <a:p>
            <a:pPr indent="-355600" lvl="0" marL="457200" marR="0" rtl="0" algn="l">
              <a:spcBef>
                <a:spcPts val="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Réception des fonds complémentaires des outils du Fièvre Jaune bloc 7</a:t>
            </a:r>
            <a:endParaRPr sz="2000">
              <a:solidFill>
                <a:schemeClr val="dk1"/>
              </a:solidFill>
              <a:latin typeface="Calibri"/>
              <a:ea typeface="Calibri"/>
              <a:cs typeface="Calibri"/>
              <a:sym typeface="Calibri"/>
            </a:endParaRPr>
          </a:p>
          <a:p>
            <a:pPr indent="-355600" lvl="0" marL="457200" marR="0" rtl="0" algn="l">
              <a:spcBef>
                <a:spcPts val="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Plan approuvé par le PEV pour la construction de 3 entrepôts d’intrants secs</a:t>
            </a:r>
            <a:endParaRPr sz="2000">
              <a:solidFill>
                <a:schemeClr val="dk1"/>
              </a:solidFill>
              <a:latin typeface="Calibri"/>
              <a:ea typeface="Calibri"/>
              <a:cs typeface="Calibri"/>
              <a:sym typeface="Calibri"/>
            </a:endParaRPr>
          </a:p>
          <a:p>
            <a:pPr indent="-355600" lvl="0" marL="457200" marR="0" rtl="0" algn="l">
              <a:spcBef>
                <a:spcPts val="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Installation et </a:t>
            </a:r>
            <a:r>
              <a:rPr lang="en-US" sz="2000">
                <a:solidFill>
                  <a:schemeClr val="dk1"/>
                </a:solidFill>
                <a:latin typeface="Calibri"/>
                <a:ea typeface="Calibri"/>
                <a:cs typeface="Calibri"/>
                <a:sym typeface="Calibri"/>
              </a:rPr>
              <a:t>abonnement</a:t>
            </a:r>
            <a:r>
              <a:rPr lang="en-US" sz="2000">
                <a:solidFill>
                  <a:schemeClr val="dk1"/>
                </a:solidFill>
                <a:latin typeface="Calibri"/>
                <a:ea typeface="Calibri"/>
                <a:cs typeface="Calibri"/>
                <a:sym typeface="Calibri"/>
              </a:rPr>
              <a:t> des kits starlink dans les 51 Antennes. </a:t>
            </a:r>
            <a:endParaRPr sz="20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11"/>
          <p:cNvSpPr txBox="1"/>
          <p:nvPr/>
        </p:nvSpPr>
        <p:spPr>
          <a:xfrm>
            <a:off x="458592" y="317941"/>
            <a:ext cx="11274900" cy="73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500"/>
              <a:buFont typeface="Arial"/>
              <a:buNone/>
            </a:pPr>
            <a:r>
              <a:rPr b="0" i="0" lang="en-US" sz="2700" u="none" cap="none" strike="noStrike">
                <a:solidFill>
                  <a:srgbClr val="1155CC"/>
                </a:solidFill>
                <a:latin typeface="Times New Roman"/>
                <a:ea typeface="Times New Roman"/>
                <a:cs typeface="Times New Roman"/>
                <a:sym typeface="Times New Roman"/>
              </a:rPr>
              <a:t>Recommandations </a:t>
            </a:r>
            <a:endParaRPr b="0" i="0" sz="2700" u="none" cap="none" strike="noStrike">
              <a:solidFill>
                <a:srgbClr val="1155CC"/>
              </a:solidFill>
              <a:latin typeface="Times New Roman"/>
              <a:ea typeface="Times New Roman"/>
              <a:cs typeface="Times New Roman"/>
              <a:sym typeface="Times New Roman"/>
            </a:endParaRPr>
          </a:p>
        </p:txBody>
      </p:sp>
      <p:sp>
        <p:nvSpPr>
          <p:cNvPr id="314" name="Google Shape;314;p11"/>
          <p:cNvSpPr/>
          <p:nvPr/>
        </p:nvSpPr>
        <p:spPr>
          <a:xfrm>
            <a:off x="0" y="272241"/>
            <a:ext cx="235500" cy="655200"/>
          </a:xfrm>
          <a:prstGeom prst="rect">
            <a:avLst/>
          </a:prstGeom>
          <a:solidFill>
            <a:srgbClr val="1155CC"/>
          </a:solidFill>
          <a:ln>
            <a:noFill/>
          </a:ln>
        </p:spPr>
        <p:txBody>
          <a:bodyPr anchorCtr="0" anchor="ctr" bIns="91400" lIns="91400" spcFirstLastPara="1" rIns="91400" wrap="square" tIns="914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70C0"/>
              </a:solidFill>
              <a:latin typeface="Times New Roman"/>
              <a:ea typeface="Times New Roman"/>
              <a:cs typeface="Times New Roman"/>
              <a:sym typeface="Times New Roman"/>
            </a:endParaRPr>
          </a:p>
        </p:txBody>
      </p:sp>
      <p:sp>
        <p:nvSpPr>
          <p:cNvPr id="315" name="Google Shape;315;p11"/>
          <p:cNvSpPr txBox="1"/>
          <p:nvPr/>
        </p:nvSpPr>
        <p:spPr>
          <a:xfrm>
            <a:off x="267700" y="6492843"/>
            <a:ext cx="11414700" cy="184800"/>
          </a:xfrm>
          <a:prstGeom prst="rect">
            <a:avLst/>
          </a:prstGeom>
          <a:noFill/>
          <a:ln>
            <a:noFill/>
          </a:ln>
        </p:spPr>
        <p:txBody>
          <a:bodyPr anchorCtr="0" anchor="t" bIns="0" lIns="0" spcFirstLastPara="1" rIns="121900" wrap="square" tIns="0">
            <a:sp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1155CC"/>
              </a:solidFill>
              <a:latin typeface="Times New Roman"/>
              <a:ea typeface="Times New Roman"/>
              <a:cs typeface="Times New Roman"/>
              <a:sym typeface="Times New Roman"/>
            </a:endParaRPr>
          </a:p>
        </p:txBody>
      </p:sp>
      <p:sp>
        <p:nvSpPr>
          <p:cNvPr id="316" name="Google Shape;316;p11"/>
          <p:cNvSpPr txBox="1"/>
          <p:nvPr/>
        </p:nvSpPr>
        <p:spPr>
          <a:xfrm>
            <a:off x="11658600" y="6496067"/>
            <a:ext cx="228300" cy="165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1155CC"/>
                </a:solidFill>
                <a:latin typeface="Arial"/>
                <a:ea typeface="Arial"/>
                <a:cs typeface="Arial"/>
                <a:sym typeface="Arial"/>
              </a:rPr>
              <a:t>‹#›</a:t>
            </a:fld>
            <a:endParaRPr b="0" i="0" sz="1200" u="none" cap="none" strike="noStrike">
              <a:solidFill>
                <a:srgbClr val="1155CC"/>
              </a:solidFill>
              <a:latin typeface="Arial"/>
              <a:ea typeface="Arial"/>
              <a:cs typeface="Arial"/>
              <a:sym typeface="Arial"/>
            </a:endParaRPr>
          </a:p>
        </p:txBody>
      </p:sp>
      <p:cxnSp>
        <p:nvCxnSpPr>
          <p:cNvPr id="317" name="Google Shape;317;p11"/>
          <p:cNvCxnSpPr/>
          <p:nvPr/>
        </p:nvCxnSpPr>
        <p:spPr>
          <a:xfrm>
            <a:off x="267700" y="6427967"/>
            <a:ext cx="11640300" cy="0"/>
          </a:xfrm>
          <a:prstGeom prst="straightConnector1">
            <a:avLst/>
          </a:prstGeom>
          <a:noFill/>
          <a:ln cap="flat" cmpd="sng" w="12700">
            <a:solidFill>
              <a:srgbClr val="9E9E9E"/>
            </a:solidFill>
            <a:prstDash val="solid"/>
            <a:round/>
            <a:headEnd len="sm" w="sm" type="none"/>
            <a:tailEnd len="sm" w="sm" type="none"/>
          </a:ln>
        </p:spPr>
      </p:cxnSp>
      <p:sp>
        <p:nvSpPr>
          <p:cNvPr id="318" name="Google Shape;318;p11"/>
          <p:cNvSpPr/>
          <p:nvPr/>
        </p:nvSpPr>
        <p:spPr>
          <a:xfrm>
            <a:off x="458600" y="1323700"/>
            <a:ext cx="11356500" cy="4764900"/>
          </a:xfrm>
          <a:prstGeom prst="rect">
            <a:avLst/>
          </a:prstGeom>
          <a:solidFill>
            <a:schemeClr val="lt2"/>
          </a:solidFill>
          <a:ln cap="flat" cmpd="sng" w="9800">
            <a:solidFill>
              <a:schemeClr val="dk2"/>
            </a:solidFill>
            <a:prstDash val="solid"/>
            <a:round/>
            <a:headEnd len="sm" w="sm" type="none"/>
            <a:tailEnd len="sm" w="sm" type="none"/>
          </a:ln>
        </p:spPr>
        <p:txBody>
          <a:bodyPr anchorCtr="0" anchor="ctr" bIns="94100" lIns="94100" spcFirstLastPara="1" rIns="94100" wrap="square" tIns="94100">
            <a:noAutofit/>
          </a:bodyPr>
          <a:lstStyle/>
          <a:p>
            <a:pPr indent="0" lvl="0" marL="0" marR="0" rtl="0" algn="l">
              <a:spcBef>
                <a:spcPts val="0"/>
              </a:spcBef>
              <a:spcAft>
                <a:spcPts val="0"/>
              </a:spcAft>
              <a:buClr>
                <a:schemeClr val="dk1"/>
              </a:buClr>
              <a:buSzPts val="2000"/>
              <a:buFont typeface="Times New Roman"/>
              <a:buNone/>
            </a:pPr>
            <a:r>
              <a:rPr lang="en-US" sz="2000">
                <a:solidFill>
                  <a:schemeClr val="dk1"/>
                </a:solidFill>
                <a:latin typeface="Times New Roman"/>
                <a:ea typeface="Times New Roman"/>
                <a:cs typeface="Times New Roman"/>
                <a:sym typeface="Times New Roman"/>
              </a:rPr>
              <a:t>Au Ministère de la santé  et au PEV</a:t>
            </a:r>
            <a:endParaRPr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2000"/>
              <a:buFont typeface="Times New Roman"/>
              <a:buNone/>
            </a:pPr>
            <a:r>
              <a:t/>
            </a:r>
            <a:endParaRPr sz="2000">
              <a:solidFill>
                <a:schemeClr val="dk1"/>
              </a:solidFill>
              <a:latin typeface="Times New Roman"/>
              <a:ea typeface="Times New Roman"/>
              <a:cs typeface="Times New Roman"/>
              <a:sym typeface="Times New Roman"/>
            </a:endParaRPr>
          </a:p>
          <a:p>
            <a:pPr indent="-355600" lvl="0" marL="457200" marR="0" rtl="0" algn="l">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La signature des MOU dans un </a:t>
            </a:r>
            <a:r>
              <a:rPr lang="en-US" sz="2000">
                <a:solidFill>
                  <a:schemeClr val="dk1"/>
                </a:solidFill>
                <a:latin typeface="Times New Roman"/>
                <a:ea typeface="Times New Roman"/>
                <a:cs typeface="Times New Roman"/>
                <a:sym typeface="Times New Roman"/>
              </a:rPr>
              <a:t>délai</a:t>
            </a:r>
            <a:r>
              <a:rPr lang="en-US" sz="2000">
                <a:solidFill>
                  <a:schemeClr val="dk1"/>
                </a:solidFill>
                <a:latin typeface="Times New Roman"/>
                <a:ea typeface="Times New Roman"/>
                <a:cs typeface="Times New Roman"/>
                <a:sym typeface="Times New Roman"/>
              </a:rPr>
              <a:t> raisonnable.</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pic>
        <p:nvPicPr>
          <p:cNvPr id="323" name="Google Shape;323;g3aeb5c21f89_0_0"/>
          <p:cNvPicPr preferRelativeResize="0"/>
          <p:nvPr/>
        </p:nvPicPr>
        <p:blipFill>
          <a:blip r:embed="rId3">
            <a:alphaModFix/>
          </a:blip>
          <a:stretch>
            <a:fillRect/>
          </a:stretch>
        </p:blipFill>
        <p:spPr>
          <a:xfrm>
            <a:off x="388205" y="152400"/>
            <a:ext cx="3038475" cy="2276475"/>
          </a:xfrm>
          <a:prstGeom prst="rect">
            <a:avLst/>
          </a:prstGeom>
          <a:noFill/>
          <a:ln>
            <a:noFill/>
          </a:ln>
        </p:spPr>
      </p:pic>
      <p:pic>
        <p:nvPicPr>
          <p:cNvPr id="324" name="Google Shape;324;g3aeb5c21f89_0_0"/>
          <p:cNvPicPr preferRelativeResize="0"/>
          <p:nvPr/>
        </p:nvPicPr>
        <p:blipFill>
          <a:blip r:embed="rId4">
            <a:alphaModFix/>
          </a:blip>
          <a:stretch>
            <a:fillRect/>
          </a:stretch>
        </p:blipFill>
        <p:spPr>
          <a:xfrm>
            <a:off x="3686384" y="165100"/>
            <a:ext cx="1276350" cy="2276475"/>
          </a:xfrm>
          <a:prstGeom prst="rect">
            <a:avLst/>
          </a:prstGeom>
          <a:noFill/>
          <a:ln>
            <a:noFill/>
          </a:ln>
        </p:spPr>
      </p:pic>
      <p:pic>
        <p:nvPicPr>
          <p:cNvPr id="325" name="Google Shape;325;g3aeb5c21f89_0_0"/>
          <p:cNvPicPr preferRelativeResize="0"/>
          <p:nvPr/>
        </p:nvPicPr>
        <p:blipFill rotWithShape="1">
          <a:blip r:embed="rId5">
            <a:alphaModFix/>
          </a:blip>
          <a:srcRect b="0" l="23191" r="23186" t="0"/>
          <a:stretch/>
        </p:blipFill>
        <p:spPr>
          <a:xfrm>
            <a:off x="5789599" y="152400"/>
            <a:ext cx="1828800" cy="2324100"/>
          </a:xfrm>
          <a:prstGeom prst="rect">
            <a:avLst/>
          </a:prstGeom>
          <a:noFill/>
          <a:ln>
            <a:noFill/>
          </a:ln>
        </p:spPr>
      </p:pic>
      <p:sp>
        <p:nvSpPr>
          <p:cNvPr id="326" name="Google Shape;326;g3aeb5c21f89_0_0"/>
          <p:cNvSpPr txBox="1"/>
          <p:nvPr/>
        </p:nvSpPr>
        <p:spPr>
          <a:xfrm>
            <a:off x="76200" y="2466975"/>
            <a:ext cx="11979300" cy="523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i="1" lang="en-US" sz="1100">
                <a:solidFill>
                  <a:srgbClr val="0000FF"/>
                </a:solidFill>
                <a:latin typeface="Garamond"/>
                <a:ea typeface="Garamond"/>
                <a:cs typeface="Garamond"/>
                <a:sym typeface="Garamond"/>
              </a:rPr>
              <a:t>Réhabilitation système solaire de l’Antenne PEV de Kenge                                                                      Système solaire de Kananga                                                                 Maintenance Préventive à Mbuji mayi</a:t>
            </a:r>
            <a:endParaRPr b="1" i="1" sz="1100">
              <a:solidFill>
                <a:srgbClr val="0000FF"/>
              </a:solidFill>
              <a:latin typeface="Garamond"/>
              <a:ea typeface="Garamond"/>
              <a:cs typeface="Garamond"/>
              <a:sym typeface="Garamond"/>
            </a:endParaRPr>
          </a:p>
          <a:p>
            <a:pPr indent="0" lvl="0" marL="0" rtl="0" algn="just">
              <a:spcBef>
                <a:spcPts val="0"/>
              </a:spcBef>
              <a:spcAft>
                <a:spcPts val="0"/>
              </a:spcAft>
              <a:buNone/>
            </a:pPr>
            <a:r>
              <a:t/>
            </a:r>
            <a:endParaRPr b="1" i="1" sz="1100">
              <a:solidFill>
                <a:srgbClr val="0000FF"/>
              </a:solidFill>
              <a:latin typeface="Garamond"/>
              <a:ea typeface="Garamond"/>
              <a:cs typeface="Garamond"/>
              <a:sym typeface="Garamond"/>
            </a:endParaRPr>
          </a:p>
        </p:txBody>
      </p:sp>
      <p:pic>
        <p:nvPicPr>
          <p:cNvPr id="327" name="Google Shape;327;g3aeb5c21f89_0_0"/>
          <p:cNvPicPr preferRelativeResize="0"/>
          <p:nvPr/>
        </p:nvPicPr>
        <p:blipFill rotWithShape="1">
          <a:blip r:embed="rId6">
            <a:alphaModFix/>
          </a:blip>
          <a:srcRect b="7834" l="0" r="0" t="0"/>
          <a:stretch/>
        </p:blipFill>
        <p:spPr>
          <a:xfrm>
            <a:off x="303336" y="2971800"/>
            <a:ext cx="2604963" cy="2418375"/>
          </a:xfrm>
          <a:prstGeom prst="rect">
            <a:avLst/>
          </a:prstGeom>
          <a:noFill/>
          <a:ln>
            <a:noFill/>
          </a:ln>
        </p:spPr>
      </p:pic>
      <p:pic>
        <p:nvPicPr>
          <p:cNvPr id="328" name="Google Shape;328;g3aeb5c21f89_0_0"/>
          <p:cNvPicPr preferRelativeResize="0"/>
          <p:nvPr/>
        </p:nvPicPr>
        <p:blipFill>
          <a:blip r:embed="rId7">
            <a:alphaModFix/>
          </a:blip>
          <a:stretch>
            <a:fillRect/>
          </a:stretch>
        </p:blipFill>
        <p:spPr>
          <a:xfrm>
            <a:off x="3098800" y="2971800"/>
            <a:ext cx="2591275" cy="2252785"/>
          </a:xfrm>
          <a:prstGeom prst="rect">
            <a:avLst/>
          </a:prstGeom>
          <a:noFill/>
          <a:ln>
            <a:noFill/>
          </a:ln>
        </p:spPr>
      </p:pic>
      <p:pic>
        <p:nvPicPr>
          <p:cNvPr id="329" name="Google Shape;329;g3aeb5c21f89_0_0"/>
          <p:cNvPicPr preferRelativeResize="0"/>
          <p:nvPr/>
        </p:nvPicPr>
        <p:blipFill>
          <a:blip r:embed="rId8">
            <a:alphaModFix/>
          </a:blip>
          <a:stretch>
            <a:fillRect/>
          </a:stretch>
        </p:blipFill>
        <p:spPr>
          <a:xfrm>
            <a:off x="5829300" y="2971800"/>
            <a:ext cx="2509290" cy="2276475"/>
          </a:xfrm>
          <a:prstGeom prst="rect">
            <a:avLst/>
          </a:prstGeom>
          <a:noFill/>
          <a:ln>
            <a:noFill/>
          </a:ln>
        </p:spPr>
      </p:pic>
      <p:pic>
        <p:nvPicPr>
          <p:cNvPr id="330" name="Google Shape;330;g3aeb5c21f89_0_0"/>
          <p:cNvPicPr preferRelativeResize="0"/>
          <p:nvPr/>
        </p:nvPicPr>
        <p:blipFill>
          <a:blip r:embed="rId9">
            <a:alphaModFix/>
          </a:blip>
          <a:stretch>
            <a:fillRect/>
          </a:stretch>
        </p:blipFill>
        <p:spPr>
          <a:xfrm>
            <a:off x="7988154" y="142875"/>
            <a:ext cx="1537482" cy="2324100"/>
          </a:xfrm>
          <a:prstGeom prst="rect">
            <a:avLst/>
          </a:prstGeom>
          <a:noFill/>
          <a:ln>
            <a:noFill/>
          </a:ln>
        </p:spPr>
      </p:pic>
      <p:pic>
        <p:nvPicPr>
          <p:cNvPr id="331" name="Google Shape;331;g3aeb5c21f89_0_0"/>
          <p:cNvPicPr preferRelativeResize="0"/>
          <p:nvPr/>
        </p:nvPicPr>
        <p:blipFill rotWithShape="1">
          <a:blip r:embed="rId10">
            <a:alphaModFix/>
          </a:blip>
          <a:srcRect b="9008" l="0" r="0" t="0"/>
          <a:stretch/>
        </p:blipFill>
        <p:spPr>
          <a:xfrm>
            <a:off x="8601075" y="2882900"/>
            <a:ext cx="3038475" cy="2466374"/>
          </a:xfrm>
          <a:prstGeom prst="rect">
            <a:avLst/>
          </a:prstGeom>
          <a:noFill/>
          <a:ln>
            <a:noFill/>
          </a:ln>
        </p:spPr>
      </p:pic>
      <p:sp>
        <p:nvSpPr>
          <p:cNvPr id="332" name="Google Shape;332;g3aeb5c21f89_0_0"/>
          <p:cNvSpPr txBox="1"/>
          <p:nvPr/>
        </p:nvSpPr>
        <p:spPr>
          <a:xfrm>
            <a:off x="76200" y="5410200"/>
            <a:ext cx="11150700" cy="338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i="1" lang="en-US" sz="1000">
                <a:solidFill>
                  <a:srgbClr val="0000FF"/>
                </a:solidFill>
                <a:latin typeface="Garamond"/>
                <a:ea typeface="Garamond"/>
                <a:cs typeface="Garamond"/>
                <a:sym typeface="Garamond"/>
              </a:rPr>
              <a:t> Construction du Dépôts d’intrants Secs du PEV         Livraison des véhicules Jeep pick up à Mweka                          Livraison des Motos à Kenge                                             Livraison des kits informatiques à Kikwit</a:t>
            </a:r>
            <a:endParaRPr/>
          </a:p>
        </p:txBody>
      </p:sp>
      <p:pic>
        <p:nvPicPr>
          <p:cNvPr id="333" name="Google Shape;333;g3aeb5c21f89_0_0"/>
          <p:cNvPicPr preferRelativeResize="0"/>
          <p:nvPr/>
        </p:nvPicPr>
        <p:blipFill>
          <a:blip r:embed="rId11">
            <a:alphaModFix/>
          </a:blip>
          <a:stretch>
            <a:fillRect/>
          </a:stretch>
        </p:blipFill>
        <p:spPr>
          <a:xfrm>
            <a:off x="9679300" y="142875"/>
            <a:ext cx="2457250" cy="23241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g3aed5ffb6aa_0_110"/>
          <p:cNvSpPr txBox="1"/>
          <p:nvPr/>
        </p:nvSpPr>
        <p:spPr>
          <a:xfrm>
            <a:off x="4411525" y="2465000"/>
            <a:ext cx="3733500" cy="1248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070C0"/>
                </a:solidFill>
                <a:latin typeface="Times New Roman"/>
                <a:ea typeface="Times New Roman"/>
                <a:cs typeface="Times New Roman"/>
                <a:sym typeface="Times New Roman"/>
              </a:rPr>
              <a:t>Merci</a:t>
            </a:r>
            <a:endParaRPr b="1" i="0" sz="3200" u="none" cap="none" strike="noStrike">
              <a:solidFill>
                <a:srgbClr val="0070C0"/>
              </a:solidFill>
              <a:latin typeface="Times New Roman"/>
              <a:ea typeface="Times New Roman"/>
              <a:cs typeface="Times New Roman"/>
              <a:sym typeface="Times New Roman"/>
            </a:endParaRPr>
          </a:p>
        </p:txBody>
      </p:sp>
      <p:sp>
        <p:nvSpPr>
          <p:cNvPr id="339" name="Google Shape;339;g3aed5ffb6aa_0_110"/>
          <p:cNvSpPr/>
          <p:nvPr/>
        </p:nvSpPr>
        <p:spPr>
          <a:xfrm>
            <a:off x="-12" y="2654952"/>
            <a:ext cx="4500900" cy="654900"/>
          </a:xfrm>
          <a:prstGeom prst="rect">
            <a:avLst/>
          </a:prstGeom>
          <a:solidFill>
            <a:srgbClr val="0070C0"/>
          </a:solidFill>
          <a:ln>
            <a:noFill/>
          </a:ln>
        </p:spPr>
        <p:txBody>
          <a:bodyPr anchorCtr="0" anchor="ctr" bIns="91400" lIns="91400" spcFirstLastPara="1" rIns="91400" wrap="square" tIns="91400">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Times New Roman"/>
              <a:ea typeface="Times New Roman"/>
              <a:cs typeface="Times New Roman"/>
              <a:sym typeface="Times New Roman"/>
            </a:endParaRPr>
          </a:p>
        </p:txBody>
      </p:sp>
      <p:sp>
        <p:nvSpPr>
          <p:cNvPr id="340" name="Google Shape;340;g3aed5ffb6aa_0_110"/>
          <p:cNvSpPr/>
          <p:nvPr/>
        </p:nvSpPr>
        <p:spPr>
          <a:xfrm>
            <a:off x="7689667" y="2654952"/>
            <a:ext cx="4501500" cy="654900"/>
          </a:xfrm>
          <a:prstGeom prst="rect">
            <a:avLst/>
          </a:prstGeom>
          <a:solidFill>
            <a:srgbClr val="0070C0"/>
          </a:solidFill>
          <a:ln>
            <a:noFill/>
          </a:ln>
        </p:spPr>
        <p:txBody>
          <a:bodyPr anchorCtr="0" anchor="ctr" bIns="91400" lIns="91400" spcFirstLastPara="1" rIns="91400" wrap="square" tIns="91400">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Times New Roman"/>
              <a:ea typeface="Times New Roman"/>
              <a:cs typeface="Times New Roman"/>
              <a:sym typeface="Times New Roman"/>
            </a:endParaRPr>
          </a:p>
        </p:txBody>
      </p:sp>
      <p:pic>
        <p:nvPicPr>
          <p:cNvPr id="341" name="Google Shape;341;g3aed5ffb6aa_0_110"/>
          <p:cNvPicPr preferRelativeResize="0"/>
          <p:nvPr/>
        </p:nvPicPr>
        <p:blipFill rotWithShape="1">
          <a:blip r:embed="rId3">
            <a:alphaModFix/>
          </a:blip>
          <a:srcRect b="2107" l="0" r="0" t="2097"/>
          <a:stretch/>
        </p:blipFill>
        <p:spPr>
          <a:xfrm>
            <a:off x="357929" y="179001"/>
            <a:ext cx="3257550" cy="2286000"/>
          </a:xfrm>
          <a:prstGeom prst="rect">
            <a:avLst/>
          </a:prstGeom>
          <a:noFill/>
          <a:ln>
            <a:noFill/>
          </a:ln>
        </p:spPr>
      </p:pic>
      <p:pic>
        <p:nvPicPr>
          <p:cNvPr id="342" name="Google Shape;342;g3aed5ffb6aa_0_110"/>
          <p:cNvPicPr preferRelativeResize="0"/>
          <p:nvPr/>
        </p:nvPicPr>
        <p:blipFill>
          <a:blip r:embed="rId4">
            <a:alphaModFix/>
          </a:blip>
          <a:stretch>
            <a:fillRect/>
          </a:stretch>
        </p:blipFill>
        <p:spPr>
          <a:xfrm>
            <a:off x="8980250" y="58950"/>
            <a:ext cx="2981175" cy="2508425"/>
          </a:xfrm>
          <a:prstGeom prst="rect">
            <a:avLst/>
          </a:prstGeom>
          <a:noFill/>
          <a:ln>
            <a:noFill/>
          </a:ln>
        </p:spPr>
      </p:pic>
      <p:pic>
        <p:nvPicPr>
          <p:cNvPr id="343" name="Google Shape;343;g3aed5ffb6aa_0_110"/>
          <p:cNvPicPr preferRelativeResize="0"/>
          <p:nvPr/>
        </p:nvPicPr>
        <p:blipFill>
          <a:blip r:embed="rId5">
            <a:alphaModFix/>
          </a:blip>
          <a:stretch>
            <a:fillRect/>
          </a:stretch>
        </p:blipFill>
        <p:spPr>
          <a:xfrm>
            <a:off x="280346" y="3581618"/>
            <a:ext cx="3981450" cy="2819400"/>
          </a:xfrm>
          <a:prstGeom prst="rect">
            <a:avLst/>
          </a:prstGeom>
          <a:noFill/>
          <a:ln>
            <a:noFill/>
          </a:ln>
        </p:spPr>
      </p:pic>
      <p:pic>
        <p:nvPicPr>
          <p:cNvPr id="344" name="Google Shape;344;g3aed5ffb6aa_0_110"/>
          <p:cNvPicPr preferRelativeResize="0"/>
          <p:nvPr/>
        </p:nvPicPr>
        <p:blipFill>
          <a:blip r:embed="rId6">
            <a:alphaModFix/>
          </a:blip>
          <a:stretch>
            <a:fillRect/>
          </a:stretch>
        </p:blipFill>
        <p:spPr>
          <a:xfrm>
            <a:off x="8769149" y="3487951"/>
            <a:ext cx="3050575" cy="2778225"/>
          </a:xfrm>
          <a:prstGeom prst="rect">
            <a:avLst/>
          </a:prstGeom>
          <a:noFill/>
          <a:ln>
            <a:noFill/>
          </a:ln>
        </p:spPr>
      </p:pic>
      <p:pic>
        <p:nvPicPr>
          <p:cNvPr id="345" name="Google Shape;345;g3aed5ffb6aa_0_110"/>
          <p:cNvPicPr preferRelativeResize="0"/>
          <p:nvPr/>
        </p:nvPicPr>
        <p:blipFill>
          <a:blip r:embed="rId7">
            <a:alphaModFix/>
          </a:blip>
          <a:stretch>
            <a:fillRect/>
          </a:stretch>
        </p:blipFill>
        <p:spPr>
          <a:xfrm>
            <a:off x="4779301" y="162656"/>
            <a:ext cx="3257549" cy="2443169"/>
          </a:xfrm>
          <a:prstGeom prst="rect">
            <a:avLst/>
          </a:prstGeom>
          <a:noFill/>
          <a:ln>
            <a:noFill/>
          </a:ln>
        </p:spPr>
      </p:pic>
      <p:pic>
        <p:nvPicPr>
          <p:cNvPr id="346" name="Google Shape;346;g3aed5ffb6aa_0_110"/>
          <p:cNvPicPr preferRelativeResize="0"/>
          <p:nvPr/>
        </p:nvPicPr>
        <p:blipFill rotWithShape="1">
          <a:blip r:embed="rId8">
            <a:alphaModFix/>
          </a:blip>
          <a:srcRect b="6716" l="0" r="0" t="0"/>
          <a:stretch/>
        </p:blipFill>
        <p:spPr>
          <a:xfrm>
            <a:off x="4834873" y="3724623"/>
            <a:ext cx="3130120" cy="25415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2025-07-23T00:59:00Z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1036-12.2.0.23155</vt:lpwstr>
  </property>
  <property fmtid="{D5CDD505-2E9C-101B-9397-08002B2CF9AE}" pid="3" name="ICV">
    <vt:lpwstr>7B1E43FCB6934876B8E89E70B7276213_13</vt:lpwstr>
  </property>
</Properties>
</file>