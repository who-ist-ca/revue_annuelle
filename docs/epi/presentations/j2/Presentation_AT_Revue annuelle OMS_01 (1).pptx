
<file path=[Content_Types].xml><?xml version="1.0" encoding="utf-8"?>
<Types xmlns="http://schemas.openxmlformats.org/package/2006/content-types">
  <Default Extension="emf" ContentType="image/x-emf"/>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82" r:id="rId4"/>
    <p:sldId id="269" r:id="rId5"/>
    <p:sldId id="270" r:id="rId6"/>
    <p:sldId id="284" r:id="rId7"/>
    <p:sldId id="285" r:id="rId8"/>
    <p:sldId id="283" r:id="rId9"/>
    <p:sldId id="286" r:id="rId10"/>
    <p:sldId id="287" r:id="rId11"/>
    <p:sldId id="288" r:id="rId12"/>
    <p:sldId id="271" r:id="rId13"/>
    <p:sldId id="289" r:id="rId14"/>
    <p:sldId id="290" r:id="rId15"/>
    <p:sldId id="292" r:id="rId16"/>
    <p:sldId id="291" r:id="rId17"/>
    <p:sldId id="26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ADE"/>
    <a:srgbClr val="FEF3E3"/>
    <a:srgbClr val="D3EEF9"/>
    <a:srgbClr val="E9F1FA"/>
    <a:srgbClr val="6BAFE3"/>
    <a:srgbClr val="DEF2FB"/>
    <a:srgbClr val="B5E2F5"/>
    <a:srgbClr val="B3B3B3"/>
    <a:srgbClr val="C9DEF3"/>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83E644-D8FC-4F83-B456-7EB50B94B3ED}" v="38" dt="2025-12-14T17:32:11.072"/>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04" autoAdjust="0"/>
    <p:restoredTop sz="94404" autoAdjust="0"/>
  </p:normalViewPr>
  <p:slideViewPr>
    <p:cSldViewPr snapToGrid="0" showGuides="1">
      <p:cViewPr varScale="1">
        <p:scale>
          <a:sx n="70" d="100"/>
          <a:sy n="70" d="100"/>
        </p:scale>
        <p:origin x="396" y="56"/>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BOUSSOU, Franck Fortune Roland" userId="dee41172-6d59-4e87-9759-697c6a1b4376" providerId="ADAL" clId="{2A83E644-D8FC-4F83-B456-7EB50B94B3ED}"/>
    <pc:docChg chg="undo redo custSel addSld delSld modSld">
      <pc:chgData name="MBOUSSOU, Franck Fortune Roland" userId="dee41172-6d59-4e87-9759-697c6a1b4376" providerId="ADAL" clId="{2A83E644-D8FC-4F83-B456-7EB50B94B3ED}" dt="2025-12-14T17:36:29.985" v="4838" actId="2696"/>
      <pc:docMkLst>
        <pc:docMk/>
      </pc:docMkLst>
      <pc:sldChg chg="addSp delSp modSp mod">
        <pc:chgData name="MBOUSSOU, Franck Fortune Roland" userId="dee41172-6d59-4e87-9759-697c6a1b4376" providerId="ADAL" clId="{2A83E644-D8FC-4F83-B456-7EB50B94B3ED}" dt="2025-12-14T03:54:57.141" v="242" actId="20577"/>
        <pc:sldMkLst>
          <pc:docMk/>
          <pc:sldMk cId="2580738907" sldId="270"/>
        </pc:sldMkLst>
        <pc:graphicFrameChg chg="add del mod">
          <ac:chgData name="MBOUSSOU, Franck Fortune Roland" userId="dee41172-6d59-4e87-9759-697c6a1b4376" providerId="ADAL" clId="{2A83E644-D8FC-4F83-B456-7EB50B94B3ED}" dt="2025-12-14T03:24:27.058" v="3" actId="21"/>
          <ac:graphicFrameMkLst>
            <pc:docMk/>
            <pc:sldMk cId="2580738907" sldId="270"/>
            <ac:graphicFrameMk id="2" creationId="{3EAFEBC5-9D04-238B-196D-D65B0FB09601}"/>
          </ac:graphicFrameMkLst>
        </pc:graphicFrameChg>
        <pc:graphicFrameChg chg="add mod modGraphic">
          <ac:chgData name="MBOUSSOU, Franck Fortune Roland" userId="dee41172-6d59-4e87-9759-697c6a1b4376" providerId="ADAL" clId="{2A83E644-D8FC-4F83-B456-7EB50B94B3ED}" dt="2025-12-14T03:54:57.141" v="242" actId="20577"/>
          <ac:graphicFrameMkLst>
            <pc:docMk/>
            <pc:sldMk cId="2580738907" sldId="270"/>
            <ac:graphicFrameMk id="3" creationId="{93A5735C-31AC-53F6-9D97-0D0062762363}"/>
          </ac:graphicFrameMkLst>
        </pc:graphicFrameChg>
        <pc:graphicFrameChg chg="del">
          <ac:chgData name="MBOUSSOU, Franck Fortune Roland" userId="dee41172-6d59-4e87-9759-697c6a1b4376" providerId="ADAL" clId="{2A83E644-D8FC-4F83-B456-7EB50B94B3ED}" dt="2025-12-14T03:15:18.549" v="0" actId="21"/>
          <ac:graphicFrameMkLst>
            <pc:docMk/>
            <pc:sldMk cId="2580738907" sldId="270"/>
            <ac:graphicFrameMk id="4" creationId="{51225930-6D2E-2F7C-DA4C-A74C81B3F3E2}"/>
          </ac:graphicFrameMkLst>
        </pc:graphicFrameChg>
      </pc:sldChg>
      <pc:sldChg chg="addSp modSp mod">
        <pc:chgData name="MBOUSSOU, Franck Fortune Roland" userId="dee41172-6d59-4e87-9759-697c6a1b4376" providerId="ADAL" clId="{2A83E644-D8FC-4F83-B456-7EB50B94B3ED}" dt="2025-12-14T17:19:07.037" v="2466" actId="20577"/>
        <pc:sldMkLst>
          <pc:docMk/>
          <pc:sldMk cId="415536235" sldId="271"/>
        </pc:sldMkLst>
        <pc:spChg chg="mod">
          <ac:chgData name="MBOUSSOU, Franck Fortune Roland" userId="dee41172-6d59-4e87-9759-697c6a1b4376" providerId="ADAL" clId="{2A83E644-D8FC-4F83-B456-7EB50B94B3ED}" dt="2025-12-14T04:36:05.738" v="1755"/>
          <ac:spMkLst>
            <pc:docMk/>
            <pc:sldMk cId="415536235" sldId="271"/>
            <ac:spMk id="4" creationId="{900EEE10-6254-7884-C815-2F343AE64D7D}"/>
          </ac:spMkLst>
        </pc:spChg>
        <pc:spChg chg="mod">
          <ac:chgData name="MBOUSSOU, Franck Fortune Roland" userId="dee41172-6d59-4e87-9759-697c6a1b4376" providerId="ADAL" clId="{2A83E644-D8FC-4F83-B456-7EB50B94B3ED}" dt="2025-12-14T17:19:07.037" v="2466" actId="20577"/>
          <ac:spMkLst>
            <pc:docMk/>
            <pc:sldMk cId="415536235" sldId="271"/>
            <ac:spMk id="5" creationId="{16F0986E-D0E8-DF79-4F73-BAA4B99181D9}"/>
          </ac:spMkLst>
        </pc:spChg>
        <pc:spChg chg="mod">
          <ac:chgData name="MBOUSSOU, Franck Fortune Roland" userId="dee41172-6d59-4e87-9759-697c6a1b4376" providerId="ADAL" clId="{2A83E644-D8FC-4F83-B456-7EB50B94B3ED}" dt="2025-12-14T04:36:23.332" v="1756"/>
          <ac:spMkLst>
            <pc:docMk/>
            <pc:sldMk cId="415536235" sldId="271"/>
            <ac:spMk id="7" creationId="{1CB3AC1A-AA7F-DF39-CFF3-4FE7B646A66E}"/>
          </ac:spMkLst>
        </pc:spChg>
        <pc:spChg chg="mod">
          <ac:chgData name="MBOUSSOU, Franck Fortune Roland" userId="dee41172-6d59-4e87-9759-697c6a1b4376" providerId="ADAL" clId="{2A83E644-D8FC-4F83-B456-7EB50B94B3ED}" dt="2025-12-14T17:05:53.940" v="1970" actId="207"/>
          <ac:spMkLst>
            <pc:docMk/>
            <pc:sldMk cId="415536235" sldId="271"/>
            <ac:spMk id="8" creationId="{034CE7DB-FEE1-08DC-66AE-F81B599AA91F}"/>
          </ac:spMkLst>
        </pc:spChg>
        <pc:grpChg chg="add mod">
          <ac:chgData name="MBOUSSOU, Franck Fortune Roland" userId="dee41172-6d59-4e87-9759-697c6a1b4376" providerId="ADAL" clId="{2A83E644-D8FC-4F83-B456-7EB50B94B3ED}" dt="2025-12-14T04:36:05.738" v="1755"/>
          <ac:grpSpMkLst>
            <pc:docMk/>
            <pc:sldMk cId="415536235" sldId="271"/>
            <ac:grpSpMk id="3" creationId="{D0766DE5-6128-9A15-CD62-BB48F5B33ABD}"/>
          </ac:grpSpMkLst>
        </pc:grpChg>
        <pc:grpChg chg="add mod">
          <ac:chgData name="MBOUSSOU, Franck Fortune Roland" userId="dee41172-6d59-4e87-9759-697c6a1b4376" providerId="ADAL" clId="{2A83E644-D8FC-4F83-B456-7EB50B94B3ED}" dt="2025-12-14T04:36:23.332" v="1756"/>
          <ac:grpSpMkLst>
            <pc:docMk/>
            <pc:sldMk cId="415536235" sldId="271"/>
            <ac:grpSpMk id="6" creationId="{76F0D9DF-8FB7-3979-C88E-694537778EAB}"/>
          </ac:grpSpMkLst>
        </pc:grpChg>
      </pc:sldChg>
      <pc:sldChg chg="del">
        <pc:chgData name="MBOUSSOU, Franck Fortune Roland" userId="dee41172-6d59-4e87-9759-697c6a1b4376" providerId="ADAL" clId="{2A83E644-D8FC-4F83-B456-7EB50B94B3ED}" dt="2025-12-14T17:36:29.985" v="4838" actId="2696"/>
        <pc:sldMkLst>
          <pc:docMk/>
          <pc:sldMk cId="1757945079" sldId="272"/>
        </pc:sldMkLst>
      </pc:sldChg>
      <pc:sldChg chg="del">
        <pc:chgData name="MBOUSSOU, Franck Fortune Roland" userId="dee41172-6d59-4e87-9759-697c6a1b4376" providerId="ADAL" clId="{2A83E644-D8FC-4F83-B456-7EB50B94B3ED}" dt="2025-12-14T17:36:29.985" v="4838" actId="2696"/>
        <pc:sldMkLst>
          <pc:docMk/>
          <pc:sldMk cId="3298799151" sldId="273"/>
        </pc:sldMkLst>
      </pc:sldChg>
      <pc:sldChg chg="del">
        <pc:chgData name="MBOUSSOU, Franck Fortune Roland" userId="dee41172-6d59-4e87-9759-697c6a1b4376" providerId="ADAL" clId="{2A83E644-D8FC-4F83-B456-7EB50B94B3ED}" dt="2025-12-14T17:36:29.985" v="4838" actId="2696"/>
        <pc:sldMkLst>
          <pc:docMk/>
          <pc:sldMk cId="2374449721" sldId="274"/>
        </pc:sldMkLst>
      </pc:sldChg>
      <pc:sldChg chg="del">
        <pc:chgData name="MBOUSSOU, Franck Fortune Roland" userId="dee41172-6d59-4e87-9759-697c6a1b4376" providerId="ADAL" clId="{2A83E644-D8FC-4F83-B456-7EB50B94B3ED}" dt="2025-12-14T17:36:29.985" v="4838" actId="2696"/>
        <pc:sldMkLst>
          <pc:docMk/>
          <pc:sldMk cId="42247498" sldId="275"/>
        </pc:sldMkLst>
      </pc:sldChg>
      <pc:sldChg chg="del">
        <pc:chgData name="MBOUSSOU, Franck Fortune Roland" userId="dee41172-6d59-4e87-9759-697c6a1b4376" providerId="ADAL" clId="{2A83E644-D8FC-4F83-B456-7EB50B94B3ED}" dt="2025-12-14T17:36:29.985" v="4838" actId="2696"/>
        <pc:sldMkLst>
          <pc:docMk/>
          <pc:sldMk cId="3184660750" sldId="276"/>
        </pc:sldMkLst>
      </pc:sldChg>
      <pc:sldChg chg="del">
        <pc:chgData name="MBOUSSOU, Franck Fortune Roland" userId="dee41172-6d59-4e87-9759-697c6a1b4376" providerId="ADAL" clId="{2A83E644-D8FC-4F83-B456-7EB50B94B3ED}" dt="2025-12-14T17:36:29.985" v="4838" actId="2696"/>
        <pc:sldMkLst>
          <pc:docMk/>
          <pc:sldMk cId="311220636" sldId="277"/>
        </pc:sldMkLst>
      </pc:sldChg>
      <pc:sldChg chg="del">
        <pc:chgData name="MBOUSSOU, Franck Fortune Roland" userId="dee41172-6d59-4e87-9759-697c6a1b4376" providerId="ADAL" clId="{2A83E644-D8FC-4F83-B456-7EB50B94B3ED}" dt="2025-12-14T17:36:29.985" v="4838" actId="2696"/>
        <pc:sldMkLst>
          <pc:docMk/>
          <pc:sldMk cId="2823013987" sldId="278"/>
        </pc:sldMkLst>
      </pc:sldChg>
      <pc:sldChg chg="del">
        <pc:chgData name="MBOUSSOU, Franck Fortune Roland" userId="dee41172-6d59-4e87-9759-697c6a1b4376" providerId="ADAL" clId="{2A83E644-D8FC-4F83-B456-7EB50B94B3ED}" dt="2025-12-14T17:36:29.985" v="4838" actId="2696"/>
        <pc:sldMkLst>
          <pc:docMk/>
          <pc:sldMk cId="2124158104" sldId="279"/>
        </pc:sldMkLst>
      </pc:sldChg>
      <pc:sldChg chg="del">
        <pc:chgData name="MBOUSSOU, Franck Fortune Roland" userId="dee41172-6d59-4e87-9759-697c6a1b4376" providerId="ADAL" clId="{2A83E644-D8FC-4F83-B456-7EB50B94B3ED}" dt="2025-12-14T17:36:29.985" v="4838" actId="2696"/>
        <pc:sldMkLst>
          <pc:docMk/>
          <pc:sldMk cId="3779401110" sldId="280"/>
        </pc:sldMkLst>
      </pc:sldChg>
      <pc:sldChg chg="modSp mod">
        <pc:chgData name="MBOUSSOU, Franck Fortune Roland" userId="dee41172-6d59-4e87-9759-697c6a1b4376" providerId="ADAL" clId="{2A83E644-D8FC-4F83-B456-7EB50B94B3ED}" dt="2025-12-14T17:02:23.015" v="1815"/>
        <pc:sldMkLst>
          <pc:docMk/>
          <pc:sldMk cId="111321457" sldId="283"/>
        </pc:sldMkLst>
        <pc:graphicFrameChg chg="mod modGraphic">
          <ac:chgData name="MBOUSSOU, Franck Fortune Roland" userId="dee41172-6d59-4e87-9759-697c6a1b4376" providerId="ADAL" clId="{2A83E644-D8FC-4F83-B456-7EB50B94B3ED}" dt="2025-12-14T17:02:23.015" v="1815"/>
          <ac:graphicFrameMkLst>
            <pc:docMk/>
            <pc:sldMk cId="111321457" sldId="283"/>
            <ac:graphicFrameMk id="3" creationId="{898826E2-9D9A-DF91-D527-5070F17175A8}"/>
          </ac:graphicFrameMkLst>
        </pc:graphicFrameChg>
      </pc:sldChg>
      <pc:sldChg chg="modSp mod">
        <pc:chgData name="MBOUSSOU, Franck Fortune Roland" userId="dee41172-6d59-4e87-9759-697c6a1b4376" providerId="ADAL" clId="{2A83E644-D8FC-4F83-B456-7EB50B94B3ED}" dt="2025-12-14T17:02:05.411" v="1813" actId="20577"/>
        <pc:sldMkLst>
          <pc:docMk/>
          <pc:sldMk cId="1040233489" sldId="285"/>
        </pc:sldMkLst>
        <pc:graphicFrameChg chg="modGraphic">
          <ac:chgData name="MBOUSSOU, Franck Fortune Roland" userId="dee41172-6d59-4e87-9759-697c6a1b4376" providerId="ADAL" clId="{2A83E644-D8FC-4F83-B456-7EB50B94B3ED}" dt="2025-12-14T17:02:05.411" v="1813" actId="20577"/>
          <ac:graphicFrameMkLst>
            <pc:docMk/>
            <pc:sldMk cId="1040233489" sldId="285"/>
            <ac:graphicFrameMk id="3" creationId="{3C0AA91B-CDEF-957F-0AC5-6F3E142BB47E}"/>
          </ac:graphicFrameMkLst>
        </pc:graphicFrameChg>
      </pc:sldChg>
      <pc:sldChg chg="modSp mod">
        <pc:chgData name="MBOUSSOU, Franck Fortune Roland" userId="dee41172-6d59-4e87-9759-697c6a1b4376" providerId="ADAL" clId="{2A83E644-D8FC-4F83-B456-7EB50B94B3ED}" dt="2025-12-14T17:11:55.320" v="1972" actId="2161"/>
        <pc:sldMkLst>
          <pc:docMk/>
          <pc:sldMk cId="2921091859" sldId="286"/>
        </pc:sldMkLst>
        <pc:graphicFrameChg chg="mod modGraphic">
          <ac:chgData name="MBOUSSOU, Franck Fortune Roland" userId="dee41172-6d59-4e87-9759-697c6a1b4376" providerId="ADAL" clId="{2A83E644-D8FC-4F83-B456-7EB50B94B3ED}" dt="2025-12-14T17:11:55.320" v="1972" actId="2161"/>
          <ac:graphicFrameMkLst>
            <pc:docMk/>
            <pc:sldMk cId="2921091859" sldId="286"/>
            <ac:graphicFrameMk id="3" creationId="{D7F115FE-31DA-A3EE-1CC0-793F32827BB4}"/>
          </ac:graphicFrameMkLst>
        </pc:graphicFrameChg>
      </pc:sldChg>
      <pc:sldChg chg="modSp mod">
        <pc:chgData name="MBOUSSOU, Franck Fortune Roland" userId="dee41172-6d59-4e87-9759-697c6a1b4376" providerId="ADAL" clId="{2A83E644-D8FC-4F83-B456-7EB50B94B3ED}" dt="2025-12-14T17:18:08.959" v="2290" actId="20577"/>
        <pc:sldMkLst>
          <pc:docMk/>
          <pc:sldMk cId="370380767" sldId="287"/>
        </pc:sldMkLst>
        <pc:graphicFrameChg chg="mod modGraphic">
          <ac:chgData name="MBOUSSOU, Franck Fortune Roland" userId="dee41172-6d59-4e87-9759-697c6a1b4376" providerId="ADAL" clId="{2A83E644-D8FC-4F83-B456-7EB50B94B3ED}" dt="2025-12-14T17:18:08.959" v="2290" actId="20577"/>
          <ac:graphicFrameMkLst>
            <pc:docMk/>
            <pc:sldMk cId="370380767" sldId="287"/>
            <ac:graphicFrameMk id="3" creationId="{4D4E4FCE-C68B-32DA-3D18-EE32531FA845}"/>
          </ac:graphicFrameMkLst>
        </pc:graphicFrameChg>
      </pc:sldChg>
      <pc:sldChg chg="modSp mod">
        <pc:chgData name="MBOUSSOU, Franck Fortune Roland" userId="dee41172-6d59-4e87-9759-697c6a1b4376" providerId="ADAL" clId="{2A83E644-D8FC-4F83-B456-7EB50B94B3ED}" dt="2025-12-14T17:13:50.281" v="1984"/>
        <pc:sldMkLst>
          <pc:docMk/>
          <pc:sldMk cId="2081843305" sldId="288"/>
        </pc:sldMkLst>
        <pc:graphicFrameChg chg="mod modGraphic">
          <ac:chgData name="MBOUSSOU, Franck Fortune Roland" userId="dee41172-6d59-4e87-9759-697c6a1b4376" providerId="ADAL" clId="{2A83E644-D8FC-4F83-B456-7EB50B94B3ED}" dt="2025-12-14T17:13:50.281" v="1984"/>
          <ac:graphicFrameMkLst>
            <pc:docMk/>
            <pc:sldMk cId="2081843305" sldId="288"/>
            <ac:graphicFrameMk id="3" creationId="{6EEB3CA0-1255-6018-C29C-9DF983374C08}"/>
          </ac:graphicFrameMkLst>
        </pc:graphicFrameChg>
      </pc:sldChg>
      <pc:sldChg chg="addSp delSp modSp mod">
        <pc:chgData name="MBOUSSOU, Franck Fortune Roland" userId="dee41172-6d59-4e87-9759-697c6a1b4376" providerId="ADAL" clId="{2A83E644-D8FC-4F83-B456-7EB50B94B3ED}" dt="2025-12-14T17:19:23.624" v="2468" actId="21"/>
        <pc:sldMkLst>
          <pc:docMk/>
          <pc:sldMk cId="476017432" sldId="289"/>
        </pc:sldMkLst>
        <pc:spChg chg="mod">
          <ac:chgData name="MBOUSSOU, Franck Fortune Roland" userId="dee41172-6d59-4e87-9759-697c6a1b4376" providerId="ADAL" clId="{2A83E644-D8FC-4F83-B456-7EB50B94B3ED}" dt="2025-12-14T04:40:56.719" v="1789"/>
          <ac:spMkLst>
            <pc:docMk/>
            <pc:sldMk cId="476017432" sldId="289"/>
            <ac:spMk id="3" creationId="{7F3F42BA-E7F6-99D7-E4BE-E456A965D513}"/>
          </ac:spMkLst>
        </pc:spChg>
        <pc:spChg chg="mod">
          <ac:chgData name="MBOUSSOU, Franck Fortune Roland" userId="dee41172-6d59-4e87-9759-697c6a1b4376" providerId="ADAL" clId="{2A83E644-D8FC-4F83-B456-7EB50B94B3ED}" dt="2025-12-14T04:41:17.822" v="1794" actId="6549"/>
          <ac:spMkLst>
            <pc:docMk/>
            <pc:sldMk cId="476017432" sldId="289"/>
            <ac:spMk id="4" creationId="{9FAAB8A5-328E-4A3B-7557-8938947ED50C}"/>
          </ac:spMkLst>
        </pc:spChg>
        <pc:spChg chg="mod">
          <ac:chgData name="MBOUSSOU, Franck Fortune Roland" userId="dee41172-6d59-4e87-9759-697c6a1b4376" providerId="ADAL" clId="{2A83E644-D8FC-4F83-B456-7EB50B94B3ED}" dt="2025-12-14T04:37:29.256" v="1775"/>
          <ac:spMkLst>
            <pc:docMk/>
            <pc:sldMk cId="476017432" sldId="289"/>
            <ac:spMk id="6" creationId="{1B788EBC-8B49-C0FD-7D00-EB2C4443802E}"/>
          </ac:spMkLst>
        </pc:spChg>
        <pc:spChg chg="mod">
          <ac:chgData name="MBOUSSOU, Franck Fortune Roland" userId="dee41172-6d59-4e87-9759-697c6a1b4376" providerId="ADAL" clId="{2A83E644-D8FC-4F83-B456-7EB50B94B3ED}" dt="2025-12-14T04:39:26.142" v="1781" actId="20577"/>
          <ac:spMkLst>
            <pc:docMk/>
            <pc:sldMk cId="476017432" sldId="289"/>
            <ac:spMk id="7" creationId="{C8FFF04B-CE63-7E1D-7C94-4BF4117BEA38}"/>
          </ac:spMkLst>
        </pc:spChg>
        <pc:spChg chg="add del mod">
          <ac:chgData name="MBOUSSOU, Franck Fortune Roland" userId="dee41172-6d59-4e87-9759-697c6a1b4376" providerId="ADAL" clId="{2A83E644-D8FC-4F83-B456-7EB50B94B3ED}" dt="2025-12-14T04:41:06.682" v="1791" actId="478"/>
          <ac:spMkLst>
            <pc:docMk/>
            <pc:sldMk cId="476017432" sldId="289"/>
            <ac:spMk id="8" creationId="{8F66257D-B434-4870-2FA6-C082FD157B60}"/>
          </ac:spMkLst>
        </pc:spChg>
        <pc:spChg chg="mod">
          <ac:chgData name="MBOUSSOU, Franck Fortune Roland" userId="dee41172-6d59-4e87-9759-697c6a1b4376" providerId="ADAL" clId="{2A83E644-D8FC-4F83-B456-7EB50B94B3ED}" dt="2025-12-14T04:37:11.896" v="1774" actId="20577"/>
          <ac:spMkLst>
            <pc:docMk/>
            <pc:sldMk cId="476017432" sldId="289"/>
            <ac:spMk id="29" creationId="{03AF76FE-8CC6-875A-B53E-F53DC4364243}"/>
          </ac:spMkLst>
        </pc:spChg>
        <pc:grpChg chg="add del mod">
          <ac:chgData name="MBOUSSOU, Franck Fortune Roland" userId="dee41172-6d59-4e87-9759-697c6a1b4376" providerId="ADAL" clId="{2A83E644-D8FC-4F83-B456-7EB50B94B3ED}" dt="2025-12-14T17:19:23.624" v="2468" actId="21"/>
          <ac:grpSpMkLst>
            <pc:docMk/>
            <pc:sldMk cId="476017432" sldId="289"/>
            <ac:grpSpMk id="2" creationId="{5B9BCD55-5BBA-5FDF-9D40-FA0D2264E58C}"/>
          </ac:grpSpMkLst>
        </pc:grpChg>
        <pc:grpChg chg="add mod">
          <ac:chgData name="MBOUSSOU, Franck Fortune Roland" userId="dee41172-6d59-4e87-9759-697c6a1b4376" providerId="ADAL" clId="{2A83E644-D8FC-4F83-B456-7EB50B94B3ED}" dt="2025-12-14T04:41:10.605" v="1792" actId="14100"/>
          <ac:grpSpMkLst>
            <pc:docMk/>
            <pc:sldMk cId="476017432" sldId="289"/>
            <ac:grpSpMk id="5" creationId="{CD8B3DAF-3058-0766-361F-D12190462DCA}"/>
          </ac:grpSpMkLst>
        </pc:grpChg>
      </pc:sldChg>
      <pc:sldChg chg="addSp modSp mod">
        <pc:chgData name="MBOUSSOU, Franck Fortune Roland" userId="dee41172-6d59-4e87-9759-697c6a1b4376" providerId="ADAL" clId="{2A83E644-D8FC-4F83-B456-7EB50B94B3ED}" dt="2025-12-14T17:35:26.753" v="4837" actId="20577"/>
        <pc:sldMkLst>
          <pc:docMk/>
          <pc:sldMk cId="1360009109" sldId="290"/>
        </pc:sldMkLst>
        <pc:spChg chg="mod">
          <ac:chgData name="MBOUSSOU, Franck Fortune Roland" userId="dee41172-6d59-4e87-9759-697c6a1b4376" providerId="ADAL" clId="{2A83E644-D8FC-4F83-B456-7EB50B94B3ED}" dt="2025-12-14T17:24:27.397" v="3251"/>
          <ac:spMkLst>
            <pc:docMk/>
            <pc:sldMk cId="1360009109" sldId="290"/>
            <ac:spMk id="3" creationId="{607B4ACC-65AE-5D6B-1862-C799F8C309DB}"/>
          </ac:spMkLst>
        </pc:spChg>
        <pc:spChg chg="mod">
          <ac:chgData name="MBOUSSOU, Franck Fortune Roland" userId="dee41172-6d59-4e87-9759-697c6a1b4376" providerId="ADAL" clId="{2A83E644-D8FC-4F83-B456-7EB50B94B3ED}" dt="2025-12-14T17:35:26.753" v="4837" actId="20577"/>
          <ac:spMkLst>
            <pc:docMk/>
            <pc:sldMk cId="1360009109" sldId="290"/>
            <ac:spMk id="4" creationId="{9FEED158-39E9-CA73-3216-4A8C6B9B90F3}"/>
          </ac:spMkLst>
        </pc:spChg>
        <pc:grpChg chg="add mod">
          <ac:chgData name="MBOUSSOU, Franck Fortune Roland" userId="dee41172-6d59-4e87-9759-697c6a1b4376" providerId="ADAL" clId="{2A83E644-D8FC-4F83-B456-7EB50B94B3ED}" dt="2025-12-14T17:24:27.397" v="3251"/>
          <ac:grpSpMkLst>
            <pc:docMk/>
            <pc:sldMk cId="1360009109" sldId="290"/>
            <ac:grpSpMk id="2" creationId="{39B423C6-8D30-CB14-03B4-8E335BEDB8DD}"/>
          </ac:grpSpMkLst>
        </pc:grpChg>
      </pc:sldChg>
      <pc:sldChg chg="addSp modSp mod">
        <pc:chgData name="MBOUSSOU, Franck Fortune Roland" userId="dee41172-6d59-4e87-9759-697c6a1b4376" providerId="ADAL" clId="{2A83E644-D8FC-4F83-B456-7EB50B94B3ED}" dt="2025-12-14T17:34:44.168" v="4833" actId="20577"/>
        <pc:sldMkLst>
          <pc:docMk/>
          <pc:sldMk cId="1608378817" sldId="291"/>
        </pc:sldMkLst>
        <pc:spChg chg="mod">
          <ac:chgData name="MBOUSSOU, Franck Fortune Roland" userId="dee41172-6d59-4e87-9759-697c6a1b4376" providerId="ADAL" clId="{2A83E644-D8FC-4F83-B456-7EB50B94B3ED}" dt="2025-12-14T17:32:11.072" v="4375"/>
          <ac:spMkLst>
            <pc:docMk/>
            <pc:sldMk cId="1608378817" sldId="291"/>
            <ac:spMk id="3" creationId="{5AE22632-5357-9702-F45F-68F1BD10E109}"/>
          </ac:spMkLst>
        </pc:spChg>
        <pc:spChg chg="mod">
          <ac:chgData name="MBOUSSOU, Franck Fortune Roland" userId="dee41172-6d59-4e87-9759-697c6a1b4376" providerId="ADAL" clId="{2A83E644-D8FC-4F83-B456-7EB50B94B3ED}" dt="2025-12-14T17:34:44.168" v="4833" actId="20577"/>
          <ac:spMkLst>
            <pc:docMk/>
            <pc:sldMk cId="1608378817" sldId="291"/>
            <ac:spMk id="4" creationId="{4C482D7E-F9A1-AEBA-CEDF-741A3E1E0613}"/>
          </ac:spMkLst>
        </pc:spChg>
        <pc:grpChg chg="add mod">
          <ac:chgData name="MBOUSSOU, Franck Fortune Roland" userId="dee41172-6d59-4e87-9759-697c6a1b4376" providerId="ADAL" clId="{2A83E644-D8FC-4F83-B456-7EB50B94B3ED}" dt="2025-12-14T17:32:11.072" v="4375"/>
          <ac:grpSpMkLst>
            <pc:docMk/>
            <pc:sldMk cId="1608378817" sldId="291"/>
            <ac:grpSpMk id="2" creationId="{FCA5F462-3245-9240-6757-09BBDDE89273}"/>
          </ac:grpSpMkLst>
        </pc:grpChg>
      </pc:sldChg>
      <pc:sldChg chg="modSp add mod">
        <pc:chgData name="MBOUSSOU, Franck Fortune Roland" userId="dee41172-6d59-4e87-9759-697c6a1b4376" providerId="ADAL" clId="{2A83E644-D8FC-4F83-B456-7EB50B94B3ED}" dt="2025-12-14T17:35:02.075" v="4836" actId="313"/>
        <pc:sldMkLst>
          <pc:docMk/>
          <pc:sldMk cId="3451067291" sldId="292"/>
        </pc:sldMkLst>
        <pc:spChg chg="mod">
          <ac:chgData name="MBOUSSOU, Franck Fortune Roland" userId="dee41172-6d59-4e87-9759-697c6a1b4376" providerId="ADAL" clId="{2A83E644-D8FC-4F83-B456-7EB50B94B3ED}" dt="2025-12-14T17:27:41.532" v="3749"/>
          <ac:spMkLst>
            <pc:docMk/>
            <pc:sldMk cId="3451067291" sldId="292"/>
            <ac:spMk id="3" creationId="{3D51EF52-7E77-F34B-4B6D-4FAB0FB6BF5B}"/>
          </ac:spMkLst>
        </pc:spChg>
        <pc:spChg chg="mod">
          <ac:chgData name="MBOUSSOU, Franck Fortune Roland" userId="dee41172-6d59-4e87-9759-697c6a1b4376" providerId="ADAL" clId="{2A83E644-D8FC-4F83-B456-7EB50B94B3ED}" dt="2025-12-14T17:35:02.075" v="4836" actId="313"/>
          <ac:spMkLst>
            <pc:docMk/>
            <pc:sldMk cId="3451067291" sldId="292"/>
            <ac:spMk id="4" creationId="{2951C846-1133-C96C-DC11-6BD499A509E4}"/>
          </ac:spMkLst>
        </pc:spChg>
        <pc:grpChg chg="mod">
          <ac:chgData name="MBOUSSOU, Franck Fortune Roland" userId="dee41172-6d59-4e87-9759-697c6a1b4376" providerId="ADAL" clId="{2A83E644-D8FC-4F83-B456-7EB50B94B3ED}" dt="2025-12-14T17:27:41.532" v="3749"/>
          <ac:grpSpMkLst>
            <pc:docMk/>
            <pc:sldMk cId="3451067291" sldId="292"/>
            <ac:grpSpMk id="2" creationId="{E9B6DC74-2950-93FA-8376-F0888960209F}"/>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47109-34ED-FE86-1B3C-09E984C8D9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54AEFA-0D57-BF6E-5DB8-87039DFA4B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BD5F66-25FF-4119-0D68-4320F73B5BD0}"/>
              </a:ext>
            </a:extLst>
          </p:cNvPr>
          <p:cNvSpPr>
            <a:spLocks noGrp="1"/>
          </p:cNvSpPr>
          <p:nvPr>
            <p:ph type="dt" sz="half" idx="10"/>
          </p:nvPr>
        </p:nvSpPr>
        <p:spPr/>
        <p:txBody>
          <a:bodyPr/>
          <a:lstStyle/>
          <a:p>
            <a:fld id="{4A766D16-1630-4A30-B716-B94555F08549}" type="datetimeFigureOut">
              <a:rPr lang="en-US" smtClean="0"/>
              <a:t>12/13/2025</a:t>
            </a:fld>
            <a:endParaRPr lang="en-US"/>
          </a:p>
        </p:txBody>
      </p:sp>
      <p:sp>
        <p:nvSpPr>
          <p:cNvPr id="5" name="Footer Placeholder 4">
            <a:extLst>
              <a:ext uri="{FF2B5EF4-FFF2-40B4-BE49-F238E27FC236}">
                <a16:creationId xmlns:a16="http://schemas.microsoft.com/office/drawing/2014/main" id="{906C7D7F-B2E9-DA3A-C1C6-0BC4619ADF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D63EB2-0ABC-88C6-E6C0-4395DC1A6F69}"/>
              </a:ext>
            </a:extLst>
          </p:cNvPr>
          <p:cNvSpPr>
            <a:spLocks noGrp="1"/>
          </p:cNvSpPr>
          <p:nvPr>
            <p:ph type="sldNum" sz="quarter" idx="12"/>
          </p:nvPr>
        </p:nvSpPr>
        <p:spPr/>
        <p:txBody>
          <a:bodyPr/>
          <a:lstStyle/>
          <a:p>
            <a:fld id="{809FCE91-88AF-4F5B-A2FB-4C63AF8906D1}" type="slidenum">
              <a:rPr lang="en-US" smtClean="0"/>
              <a:t>‹#›</a:t>
            </a:fld>
            <a:endParaRPr lang="en-US"/>
          </a:p>
        </p:txBody>
      </p:sp>
    </p:spTree>
    <p:extLst>
      <p:ext uri="{BB962C8B-B14F-4D97-AF65-F5344CB8AC3E}">
        <p14:creationId xmlns:p14="http://schemas.microsoft.com/office/powerpoint/2010/main" val="3219580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7F277-0280-C432-62D1-D400C1C6E8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280FD1-381A-BBD4-C3CB-4B76A742CB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37C57-85E7-8D88-2BF7-F96240BCF161}"/>
              </a:ext>
            </a:extLst>
          </p:cNvPr>
          <p:cNvSpPr>
            <a:spLocks noGrp="1"/>
          </p:cNvSpPr>
          <p:nvPr>
            <p:ph type="dt" sz="half" idx="10"/>
          </p:nvPr>
        </p:nvSpPr>
        <p:spPr/>
        <p:txBody>
          <a:bodyPr/>
          <a:lstStyle/>
          <a:p>
            <a:fld id="{4A766D16-1630-4A30-B716-B94555F08549}" type="datetimeFigureOut">
              <a:rPr lang="en-US" smtClean="0"/>
              <a:t>12/13/2025</a:t>
            </a:fld>
            <a:endParaRPr lang="en-US"/>
          </a:p>
        </p:txBody>
      </p:sp>
      <p:sp>
        <p:nvSpPr>
          <p:cNvPr id="5" name="Footer Placeholder 4">
            <a:extLst>
              <a:ext uri="{FF2B5EF4-FFF2-40B4-BE49-F238E27FC236}">
                <a16:creationId xmlns:a16="http://schemas.microsoft.com/office/drawing/2014/main" id="{B5626B38-D87B-3BC0-968B-FFF2D5B4B3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247A33-F730-2912-1D45-A3B7B1E327AE}"/>
              </a:ext>
            </a:extLst>
          </p:cNvPr>
          <p:cNvSpPr>
            <a:spLocks noGrp="1"/>
          </p:cNvSpPr>
          <p:nvPr>
            <p:ph type="sldNum" sz="quarter" idx="12"/>
          </p:nvPr>
        </p:nvSpPr>
        <p:spPr/>
        <p:txBody>
          <a:bodyPr/>
          <a:lstStyle/>
          <a:p>
            <a:fld id="{809FCE91-88AF-4F5B-A2FB-4C63AF8906D1}" type="slidenum">
              <a:rPr lang="en-US" smtClean="0"/>
              <a:t>‹#›</a:t>
            </a:fld>
            <a:endParaRPr lang="en-US"/>
          </a:p>
        </p:txBody>
      </p:sp>
    </p:spTree>
    <p:extLst>
      <p:ext uri="{BB962C8B-B14F-4D97-AF65-F5344CB8AC3E}">
        <p14:creationId xmlns:p14="http://schemas.microsoft.com/office/powerpoint/2010/main" val="1555644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4BA40-921F-444D-DC05-0D79C0B035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8B5242-688C-EF14-3EFD-F3677D82D3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6F0A1C-95F7-E1A4-743D-FD77F68B94A3}"/>
              </a:ext>
            </a:extLst>
          </p:cNvPr>
          <p:cNvSpPr>
            <a:spLocks noGrp="1"/>
          </p:cNvSpPr>
          <p:nvPr>
            <p:ph type="dt" sz="half" idx="10"/>
          </p:nvPr>
        </p:nvSpPr>
        <p:spPr/>
        <p:txBody>
          <a:bodyPr/>
          <a:lstStyle/>
          <a:p>
            <a:fld id="{4A766D16-1630-4A30-B716-B94555F08549}" type="datetimeFigureOut">
              <a:rPr lang="en-US" smtClean="0"/>
              <a:t>12/13/2025</a:t>
            </a:fld>
            <a:endParaRPr lang="en-US"/>
          </a:p>
        </p:txBody>
      </p:sp>
      <p:sp>
        <p:nvSpPr>
          <p:cNvPr id="5" name="Footer Placeholder 4">
            <a:extLst>
              <a:ext uri="{FF2B5EF4-FFF2-40B4-BE49-F238E27FC236}">
                <a16:creationId xmlns:a16="http://schemas.microsoft.com/office/drawing/2014/main" id="{50004218-65B9-2392-D003-6527DEA7D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110B46-2FC5-EFB7-AE81-AC1E9A6B68E3}"/>
              </a:ext>
            </a:extLst>
          </p:cNvPr>
          <p:cNvSpPr>
            <a:spLocks noGrp="1"/>
          </p:cNvSpPr>
          <p:nvPr>
            <p:ph type="sldNum" sz="quarter" idx="12"/>
          </p:nvPr>
        </p:nvSpPr>
        <p:spPr/>
        <p:txBody>
          <a:bodyPr/>
          <a:lstStyle/>
          <a:p>
            <a:fld id="{809FCE91-88AF-4F5B-A2FB-4C63AF8906D1}" type="slidenum">
              <a:rPr lang="en-US" smtClean="0"/>
              <a:t>‹#›</a:t>
            </a:fld>
            <a:endParaRPr lang="en-US"/>
          </a:p>
        </p:txBody>
      </p:sp>
    </p:spTree>
    <p:extLst>
      <p:ext uri="{BB962C8B-B14F-4D97-AF65-F5344CB8AC3E}">
        <p14:creationId xmlns:p14="http://schemas.microsoft.com/office/powerpoint/2010/main" val="1235348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36BDB-04D9-ED25-C10E-BAEC939D14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A23EA8-CD62-4B0F-E922-47CF8A5385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0B868F-44B7-7525-211D-EFA8B8083C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6BF88B-F244-C10B-6C7C-5803FD0C292A}"/>
              </a:ext>
            </a:extLst>
          </p:cNvPr>
          <p:cNvSpPr>
            <a:spLocks noGrp="1"/>
          </p:cNvSpPr>
          <p:nvPr>
            <p:ph type="dt" sz="half" idx="10"/>
          </p:nvPr>
        </p:nvSpPr>
        <p:spPr/>
        <p:txBody>
          <a:bodyPr/>
          <a:lstStyle/>
          <a:p>
            <a:fld id="{4A766D16-1630-4A30-B716-B94555F08549}" type="datetimeFigureOut">
              <a:rPr lang="en-US" smtClean="0"/>
              <a:t>12/13/2025</a:t>
            </a:fld>
            <a:endParaRPr lang="en-US"/>
          </a:p>
        </p:txBody>
      </p:sp>
      <p:sp>
        <p:nvSpPr>
          <p:cNvPr id="6" name="Footer Placeholder 5">
            <a:extLst>
              <a:ext uri="{FF2B5EF4-FFF2-40B4-BE49-F238E27FC236}">
                <a16:creationId xmlns:a16="http://schemas.microsoft.com/office/drawing/2014/main" id="{C2F41B28-90DD-8BCC-5CC1-3F2AF9C671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91F236-4F13-4D51-EB20-0BC1ABB930BB}"/>
              </a:ext>
            </a:extLst>
          </p:cNvPr>
          <p:cNvSpPr>
            <a:spLocks noGrp="1"/>
          </p:cNvSpPr>
          <p:nvPr>
            <p:ph type="sldNum" sz="quarter" idx="12"/>
          </p:nvPr>
        </p:nvSpPr>
        <p:spPr/>
        <p:txBody>
          <a:bodyPr/>
          <a:lstStyle/>
          <a:p>
            <a:fld id="{809FCE91-88AF-4F5B-A2FB-4C63AF8906D1}" type="slidenum">
              <a:rPr lang="en-US" smtClean="0"/>
              <a:t>‹#›</a:t>
            </a:fld>
            <a:endParaRPr lang="en-US"/>
          </a:p>
        </p:txBody>
      </p:sp>
    </p:spTree>
    <p:extLst>
      <p:ext uri="{BB962C8B-B14F-4D97-AF65-F5344CB8AC3E}">
        <p14:creationId xmlns:p14="http://schemas.microsoft.com/office/powerpoint/2010/main" val="2574948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0EBD3-7F5B-B8DB-CC19-12873A192E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0047E9-B289-AD85-3316-A6C90EFF1F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FA0168-B3CC-C24E-D37B-30A543A290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0518B1A-5369-2014-FD46-30F4D70CFB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FABFEA-3769-42E0-F3A5-21798F53C9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43C159-803B-C061-217A-C0B435C67596}"/>
              </a:ext>
            </a:extLst>
          </p:cNvPr>
          <p:cNvSpPr>
            <a:spLocks noGrp="1"/>
          </p:cNvSpPr>
          <p:nvPr>
            <p:ph type="dt" sz="half" idx="10"/>
          </p:nvPr>
        </p:nvSpPr>
        <p:spPr/>
        <p:txBody>
          <a:bodyPr/>
          <a:lstStyle/>
          <a:p>
            <a:fld id="{4A766D16-1630-4A30-B716-B94555F08549}" type="datetimeFigureOut">
              <a:rPr lang="en-US" smtClean="0"/>
              <a:t>12/13/2025</a:t>
            </a:fld>
            <a:endParaRPr lang="en-US"/>
          </a:p>
        </p:txBody>
      </p:sp>
      <p:sp>
        <p:nvSpPr>
          <p:cNvPr id="8" name="Footer Placeholder 7">
            <a:extLst>
              <a:ext uri="{FF2B5EF4-FFF2-40B4-BE49-F238E27FC236}">
                <a16:creationId xmlns:a16="http://schemas.microsoft.com/office/drawing/2014/main" id="{08861AC2-694E-6176-F6E2-BDC7644453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7E6B9C-A59C-0D60-D6E5-ED5CCB5E2508}"/>
              </a:ext>
            </a:extLst>
          </p:cNvPr>
          <p:cNvSpPr>
            <a:spLocks noGrp="1"/>
          </p:cNvSpPr>
          <p:nvPr>
            <p:ph type="sldNum" sz="quarter" idx="12"/>
          </p:nvPr>
        </p:nvSpPr>
        <p:spPr/>
        <p:txBody>
          <a:bodyPr/>
          <a:lstStyle/>
          <a:p>
            <a:fld id="{809FCE91-88AF-4F5B-A2FB-4C63AF8906D1}" type="slidenum">
              <a:rPr lang="en-US" smtClean="0"/>
              <a:t>‹#›</a:t>
            </a:fld>
            <a:endParaRPr lang="en-US"/>
          </a:p>
        </p:txBody>
      </p:sp>
    </p:spTree>
    <p:extLst>
      <p:ext uri="{BB962C8B-B14F-4D97-AF65-F5344CB8AC3E}">
        <p14:creationId xmlns:p14="http://schemas.microsoft.com/office/powerpoint/2010/main" val="4196982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6E6B6-A239-3EAE-B173-7161FE1632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751611-F242-993F-F9A6-E969371863CA}"/>
              </a:ext>
            </a:extLst>
          </p:cNvPr>
          <p:cNvSpPr>
            <a:spLocks noGrp="1"/>
          </p:cNvSpPr>
          <p:nvPr>
            <p:ph type="dt" sz="half" idx="10"/>
          </p:nvPr>
        </p:nvSpPr>
        <p:spPr/>
        <p:txBody>
          <a:bodyPr/>
          <a:lstStyle/>
          <a:p>
            <a:fld id="{4A766D16-1630-4A30-B716-B94555F08549}" type="datetimeFigureOut">
              <a:rPr lang="en-US" smtClean="0"/>
              <a:t>12/13/2025</a:t>
            </a:fld>
            <a:endParaRPr lang="en-US"/>
          </a:p>
        </p:txBody>
      </p:sp>
      <p:sp>
        <p:nvSpPr>
          <p:cNvPr id="4" name="Footer Placeholder 3">
            <a:extLst>
              <a:ext uri="{FF2B5EF4-FFF2-40B4-BE49-F238E27FC236}">
                <a16:creationId xmlns:a16="http://schemas.microsoft.com/office/drawing/2014/main" id="{F0AE57CB-5AED-C271-9C19-99A1006FE2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DE46C6-4DD2-2C38-AD42-2C24066E45E4}"/>
              </a:ext>
            </a:extLst>
          </p:cNvPr>
          <p:cNvSpPr>
            <a:spLocks noGrp="1"/>
          </p:cNvSpPr>
          <p:nvPr>
            <p:ph type="sldNum" sz="quarter" idx="12"/>
          </p:nvPr>
        </p:nvSpPr>
        <p:spPr/>
        <p:txBody>
          <a:bodyPr/>
          <a:lstStyle/>
          <a:p>
            <a:fld id="{809FCE91-88AF-4F5B-A2FB-4C63AF8906D1}" type="slidenum">
              <a:rPr lang="en-US" smtClean="0"/>
              <a:t>‹#›</a:t>
            </a:fld>
            <a:endParaRPr lang="en-US"/>
          </a:p>
        </p:txBody>
      </p:sp>
    </p:spTree>
    <p:extLst>
      <p:ext uri="{BB962C8B-B14F-4D97-AF65-F5344CB8AC3E}">
        <p14:creationId xmlns:p14="http://schemas.microsoft.com/office/powerpoint/2010/main" val="1423892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058989-A142-4A64-BB31-D5AAC14B1B1C}"/>
              </a:ext>
            </a:extLst>
          </p:cNvPr>
          <p:cNvSpPr>
            <a:spLocks noGrp="1"/>
          </p:cNvSpPr>
          <p:nvPr>
            <p:ph type="dt" sz="half" idx="10"/>
          </p:nvPr>
        </p:nvSpPr>
        <p:spPr/>
        <p:txBody>
          <a:bodyPr/>
          <a:lstStyle/>
          <a:p>
            <a:fld id="{4A766D16-1630-4A30-B716-B94555F08549}" type="datetimeFigureOut">
              <a:rPr lang="en-US" smtClean="0"/>
              <a:t>12/13/2025</a:t>
            </a:fld>
            <a:endParaRPr lang="en-US"/>
          </a:p>
        </p:txBody>
      </p:sp>
      <p:sp>
        <p:nvSpPr>
          <p:cNvPr id="3" name="Footer Placeholder 2">
            <a:extLst>
              <a:ext uri="{FF2B5EF4-FFF2-40B4-BE49-F238E27FC236}">
                <a16:creationId xmlns:a16="http://schemas.microsoft.com/office/drawing/2014/main" id="{32A87206-A969-4AA2-5A7F-F72ECDE0E0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BBC258-137D-49D0-CF83-7B52552DDB7E}"/>
              </a:ext>
            </a:extLst>
          </p:cNvPr>
          <p:cNvSpPr>
            <a:spLocks noGrp="1"/>
          </p:cNvSpPr>
          <p:nvPr>
            <p:ph type="sldNum" sz="quarter" idx="12"/>
          </p:nvPr>
        </p:nvSpPr>
        <p:spPr/>
        <p:txBody>
          <a:bodyPr/>
          <a:lstStyle/>
          <a:p>
            <a:fld id="{809FCE91-88AF-4F5B-A2FB-4C63AF8906D1}" type="slidenum">
              <a:rPr lang="en-US" smtClean="0"/>
              <a:t>‹#›</a:t>
            </a:fld>
            <a:endParaRPr lang="en-US"/>
          </a:p>
        </p:txBody>
      </p:sp>
    </p:spTree>
    <p:extLst>
      <p:ext uri="{BB962C8B-B14F-4D97-AF65-F5344CB8AC3E}">
        <p14:creationId xmlns:p14="http://schemas.microsoft.com/office/powerpoint/2010/main" val="340078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F9092-0C33-3086-C515-F0CC56AE9F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501111-ACDE-2D2F-0BEF-58BFE4FEB2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957BC0-40EA-2DE8-A2B2-4BC3E05B52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EFBABB-744D-E232-6367-3CD8BA23EEF9}"/>
              </a:ext>
            </a:extLst>
          </p:cNvPr>
          <p:cNvSpPr>
            <a:spLocks noGrp="1"/>
          </p:cNvSpPr>
          <p:nvPr>
            <p:ph type="dt" sz="half" idx="10"/>
          </p:nvPr>
        </p:nvSpPr>
        <p:spPr/>
        <p:txBody>
          <a:bodyPr/>
          <a:lstStyle/>
          <a:p>
            <a:fld id="{4A766D16-1630-4A30-B716-B94555F08549}" type="datetimeFigureOut">
              <a:rPr lang="en-US" smtClean="0"/>
              <a:t>12/13/2025</a:t>
            </a:fld>
            <a:endParaRPr lang="en-US"/>
          </a:p>
        </p:txBody>
      </p:sp>
      <p:sp>
        <p:nvSpPr>
          <p:cNvPr id="6" name="Footer Placeholder 5">
            <a:extLst>
              <a:ext uri="{FF2B5EF4-FFF2-40B4-BE49-F238E27FC236}">
                <a16:creationId xmlns:a16="http://schemas.microsoft.com/office/drawing/2014/main" id="{C3706770-144C-EEEF-C828-10712A530C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0157D8-3A30-760A-0062-42546C5E9424}"/>
              </a:ext>
            </a:extLst>
          </p:cNvPr>
          <p:cNvSpPr>
            <a:spLocks noGrp="1"/>
          </p:cNvSpPr>
          <p:nvPr>
            <p:ph type="sldNum" sz="quarter" idx="12"/>
          </p:nvPr>
        </p:nvSpPr>
        <p:spPr/>
        <p:txBody>
          <a:bodyPr/>
          <a:lstStyle/>
          <a:p>
            <a:fld id="{809FCE91-88AF-4F5B-A2FB-4C63AF8906D1}" type="slidenum">
              <a:rPr lang="en-US" smtClean="0"/>
              <a:t>‹#›</a:t>
            </a:fld>
            <a:endParaRPr lang="en-US"/>
          </a:p>
        </p:txBody>
      </p:sp>
    </p:spTree>
    <p:extLst>
      <p:ext uri="{BB962C8B-B14F-4D97-AF65-F5344CB8AC3E}">
        <p14:creationId xmlns:p14="http://schemas.microsoft.com/office/powerpoint/2010/main" val="1404561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EF4E5-570E-131C-868A-27E675C998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2B79D7-4DC5-FF6E-E781-863E353FF2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D6991D-2F33-F5A9-7221-DF8EED802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C589F9-C2A8-2A0F-4D62-FCE1197495BE}"/>
              </a:ext>
            </a:extLst>
          </p:cNvPr>
          <p:cNvSpPr>
            <a:spLocks noGrp="1"/>
          </p:cNvSpPr>
          <p:nvPr>
            <p:ph type="dt" sz="half" idx="10"/>
          </p:nvPr>
        </p:nvSpPr>
        <p:spPr/>
        <p:txBody>
          <a:bodyPr/>
          <a:lstStyle/>
          <a:p>
            <a:fld id="{4A766D16-1630-4A30-B716-B94555F08549}" type="datetimeFigureOut">
              <a:rPr lang="en-US" smtClean="0"/>
              <a:t>12/13/2025</a:t>
            </a:fld>
            <a:endParaRPr lang="en-US"/>
          </a:p>
        </p:txBody>
      </p:sp>
      <p:sp>
        <p:nvSpPr>
          <p:cNvPr id="6" name="Footer Placeholder 5">
            <a:extLst>
              <a:ext uri="{FF2B5EF4-FFF2-40B4-BE49-F238E27FC236}">
                <a16:creationId xmlns:a16="http://schemas.microsoft.com/office/drawing/2014/main" id="{FA1C75CC-2014-2D47-1F1E-2AD192CADE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78A2D-5F29-F0A7-7419-1A9E3730D7B4}"/>
              </a:ext>
            </a:extLst>
          </p:cNvPr>
          <p:cNvSpPr>
            <a:spLocks noGrp="1"/>
          </p:cNvSpPr>
          <p:nvPr>
            <p:ph type="sldNum" sz="quarter" idx="12"/>
          </p:nvPr>
        </p:nvSpPr>
        <p:spPr/>
        <p:txBody>
          <a:bodyPr/>
          <a:lstStyle/>
          <a:p>
            <a:fld id="{809FCE91-88AF-4F5B-A2FB-4C63AF8906D1}" type="slidenum">
              <a:rPr lang="en-US" smtClean="0"/>
              <a:t>‹#›</a:t>
            </a:fld>
            <a:endParaRPr lang="en-US"/>
          </a:p>
        </p:txBody>
      </p:sp>
    </p:spTree>
    <p:extLst>
      <p:ext uri="{BB962C8B-B14F-4D97-AF65-F5344CB8AC3E}">
        <p14:creationId xmlns:p14="http://schemas.microsoft.com/office/powerpoint/2010/main" val="2116974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DB425-D873-F6AA-D347-77FF2DDD71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62DE63-2775-95DF-0E5F-2FA531BF64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EA7E82-0EDC-3EAA-4A92-EB20E1DA6EF1}"/>
              </a:ext>
            </a:extLst>
          </p:cNvPr>
          <p:cNvSpPr>
            <a:spLocks noGrp="1"/>
          </p:cNvSpPr>
          <p:nvPr>
            <p:ph type="dt" sz="half" idx="10"/>
          </p:nvPr>
        </p:nvSpPr>
        <p:spPr/>
        <p:txBody>
          <a:bodyPr/>
          <a:lstStyle/>
          <a:p>
            <a:fld id="{4A766D16-1630-4A30-B716-B94555F08549}" type="datetimeFigureOut">
              <a:rPr lang="en-US" smtClean="0"/>
              <a:t>12/13/2025</a:t>
            </a:fld>
            <a:endParaRPr lang="en-US"/>
          </a:p>
        </p:txBody>
      </p:sp>
      <p:sp>
        <p:nvSpPr>
          <p:cNvPr id="5" name="Footer Placeholder 4">
            <a:extLst>
              <a:ext uri="{FF2B5EF4-FFF2-40B4-BE49-F238E27FC236}">
                <a16:creationId xmlns:a16="http://schemas.microsoft.com/office/drawing/2014/main" id="{9C5FD01E-001B-02B3-7728-72B7522489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D8CDB7-4C04-8B9D-5C0A-D424B1B09018}"/>
              </a:ext>
            </a:extLst>
          </p:cNvPr>
          <p:cNvSpPr>
            <a:spLocks noGrp="1"/>
          </p:cNvSpPr>
          <p:nvPr>
            <p:ph type="sldNum" sz="quarter" idx="12"/>
          </p:nvPr>
        </p:nvSpPr>
        <p:spPr/>
        <p:txBody>
          <a:bodyPr/>
          <a:lstStyle/>
          <a:p>
            <a:fld id="{809FCE91-88AF-4F5B-A2FB-4C63AF8906D1}" type="slidenum">
              <a:rPr lang="en-US" smtClean="0"/>
              <a:t>‹#›</a:t>
            </a:fld>
            <a:endParaRPr lang="en-US"/>
          </a:p>
        </p:txBody>
      </p:sp>
    </p:spTree>
    <p:extLst>
      <p:ext uri="{BB962C8B-B14F-4D97-AF65-F5344CB8AC3E}">
        <p14:creationId xmlns:p14="http://schemas.microsoft.com/office/powerpoint/2010/main" val="3791337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A3DCA9-5DC0-DAF9-6172-B694AA6E9F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92C2E3-53C3-50D4-E084-76BD0B8118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D8AE84-F556-8E16-6E96-2BFC6B5B8F33}"/>
              </a:ext>
            </a:extLst>
          </p:cNvPr>
          <p:cNvSpPr>
            <a:spLocks noGrp="1"/>
          </p:cNvSpPr>
          <p:nvPr>
            <p:ph type="dt" sz="half" idx="10"/>
          </p:nvPr>
        </p:nvSpPr>
        <p:spPr/>
        <p:txBody>
          <a:bodyPr/>
          <a:lstStyle/>
          <a:p>
            <a:fld id="{4A766D16-1630-4A30-B716-B94555F08549}" type="datetimeFigureOut">
              <a:rPr lang="en-US" smtClean="0"/>
              <a:t>12/13/2025</a:t>
            </a:fld>
            <a:endParaRPr lang="en-US"/>
          </a:p>
        </p:txBody>
      </p:sp>
      <p:sp>
        <p:nvSpPr>
          <p:cNvPr id="5" name="Footer Placeholder 4">
            <a:extLst>
              <a:ext uri="{FF2B5EF4-FFF2-40B4-BE49-F238E27FC236}">
                <a16:creationId xmlns:a16="http://schemas.microsoft.com/office/drawing/2014/main" id="{C7E9B182-0B46-4149-1036-6D2C5DFB2C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DC2DD6-53EC-DB25-0FB5-A3FC5D71C505}"/>
              </a:ext>
            </a:extLst>
          </p:cNvPr>
          <p:cNvSpPr>
            <a:spLocks noGrp="1"/>
          </p:cNvSpPr>
          <p:nvPr>
            <p:ph type="sldNum" sz="quarter" idx="12"/>
          </p:nvPr>
        </p:nvSpPr>
        <p:spPr/>
        <p:txBody>
          <a:bodyPr/>
          <a:lstStyle/>
          <a:p>
            <a:fld id="{809FCE91-88AF-4F5B-A2FB-4C63AF8906D1}" type="slidenum">
              <a:rPr lang="en-US" smtClean="0"/>
              <a:t>‹#›</a:t>
            </a:fld>
            <a:endParaRPr lang="en-US"/>
          </a:p>
        </p:txBody>
      </p:sp>
    </p:spTree>
    <p:extLst>
      <p:ext uri="{BB962C8B-B14F-4D97-AF65-F5344CB8AC3E}">
        <p14:creationId xmlns:p14="http://schemas.microsoft.com/office/powerpoint/2010/main" val="3151080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E1F7F3-4212-1F1D-E088-6EF8E25D19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6B7197-48F4-28E8-D9F7-8BF0FF5B90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ABFAC7-036A-38FD-963B-7F539706E0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766D16-1630-4A30-B716-B94555F08549}" type="datetimeFigureOut">
              <a:rPr lang="en-US" smtClean="0"/>
              <a:t>12/13/2025</a:t>
            </a:fld>
            <a:endParaRPr lang="en-US"/>
          </a:p>
        </p:txBody>
      </p:sp>
      <p:sp>
        <p:nvSpPr>
          <p:cNvPr id="5" name="Footer Placeholder 4">
            <a:extLst>
              <a:ext uri="{FF2B5EF4-FFF2-40B4-BE49-F238E27FC236}">
                <a16:creationId xmlns:a16="http://schemas.microsoft.com/office/drawing/2014/main" id="{6DF672DE-B13B-3785-F70A-8794A86C5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9F01044-4B03-33A5-EA27-33916B7BB8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9FCE91-88AF-4F5B-A2FB-4C63AF8906D1}" type="slidenum">
              <a:rPr lang="en-US" smtClean="0"/>
              <a:t>‹#›</a:t>
            </a:fld>
            <a:endParaRPr lang="en-US"/>
          </a:p>
        </p:txBody>
      </p:sp>
    </p:spTree>
    <p:extLst>
      <p:ext uri="{BB962C8B-B14F-4D97-AF65-F5344CB8AC3E}">
        <p14:creationId xmlns:p14="http://schemas.microsoft.com/office/powerpoint/2010/main" val="2069522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fif"/><Relationship Id="rId3" Type="http://schemas.openxmlformats.org/officeDocument/2006/relationships/image" Target="../media/image2.emf"/><Relationship Id="rId7" Type="http://schemas.openxmlformats.org/officeDocument/2006/relationships/image" Target="../media/image6.jfif"/><Relationship Id="rId2"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2.sv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sv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5" Type="http://schemas.openxmlformats.org/officeDocument/2006/relationships/image" Target="../media/image2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8.svg"/></Relationships>
</file>

<file path=ppt/slides/_rels/slide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hyperlink" Target="https://worldhealthorg.shinyapps.io/Plateforme-Performances-Pev-RDC/"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93F476B-A23E-6552-180F-E572BADFA1F0}"/>
              </a:ext>
            </a:extLst>
          </p:cNvPr>
          <p:cNvSpPr/>
          <p:nvPr/>
        </p:nvSpPr>
        <p:spPr>
          <a:xfrm>
            <a:off x="5674956" y="-292963"/>
            <a:ext cx="6419857" cy="68580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0E0C129-4188-F136-97B4-0DF8216E949C}"/>
              </a:ext>
            </a:extLst>
          </p:cNvPr>
          <p:cNvSpPr/>
          <p:nvPr/>
        </p:nvSpPr>
        <p:spPr>
          <a:xfrm>
            <a:off x="0" y="5877272"/>
            <a:ext cx="12192000" cy="980728"/>
          </a:xfrm>
          <a:prstGeom prst="rect">
            <a:avLst/>
          </a:prstGeom>
          <a:solidFill>
            <a:srgbClr val="FEF3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61">
            <a:extLst>
              <a:ext uri="{FF2B5EF4-FFF2-40B4-BE49-F238E27FC236}">
                <a16:creationId xmlns:a16="http://schemas.microsoft.com/office/drawing/2014/main" id="{4D0D5DB3-3905-6920-7C7A-6A5104968B1B}"/>
              </a:ext>
            </a:extLst>
          </p:cNvPr>
          <p:cNvPicPr/>
          <p:nvPr/>
        </p:nvPicPr>
        <p:blipFill>
          <a:blip r:embed="rId2"/>
          <a:stretch>
            <a:fillRect/>
          </a:stretch>
        </p:blipFill>
        <p:spPr>
          <a:xfrm>
            <a:off x="9863279" y="6012050"/>
            <a:ext cx="2032840" cy="656900"/>
          </a:xfrm>
          <a:prstGeom prst="rect">
            <a:avLst/>
          </a:prstGeom>
        </p:spPr>
      </p:pic>
      <p:pic>
        <p:nvPicPr>
          <p:cNvPr id="15" name="Picture 14">
            <a:extLst>
              <a:ext uri="{FF2B5EF4-FFF2-40B4-BE49-F238E27FC236}">
                <a16:creationId xmlns:a16="http://schemas.microsoft.com/office/drawing/2014/main" id="{0776D60D-E196-7484-CC06-FB0D6A12662C}"/>
              </a:ext>
            </a:extLst>
          </p:cNvPr>
          <p:cNvPicPr>
            <a:picLocks noChangeAspect="1"/>
          </p:cNvPicPr>
          <p:nvPr/>
        </p:nvPicPr>
        <p:blipFill>
          <a:blip r:embed="rId3"/>
          <a:stretch>
            <a:fillRect/>
          </a:stretch>
        </p:blipFill>
        <p:spPr>
          <a:xfrm>
            <a:off x="232076" y="5983672"/>
            <a:ext cx="2007280" cy="656226"/>
          </a:xfrm>
          <a:prstGeom prst="rect">
            <a:avLst/>
          </a:prstGeom>
        </p:spPr>
      </p:pic>
      <p:pic>
        <p:nvPicPr>
          <p:cNvPr id="16" name="Graphique 222">
            <a:extLst>
              <a:ext uri="{FF2B5EF4-FFF2-40B4-BE49-F238E27FC236}">
                <a16:creationId xmlns:a16="http://schemas.microsoft.com/office/drawing/2014/main" id="{B516CF9E-A2D5-F1E9-4844-F00B831E697C}"/>
              </a:ext>
            </a:extLst>
          </p:cNvPr>
          <p:cNvPicPr>
            <a:picLocks noChangeAspect="1"/>
          </p:cNvPicPr>
          <p:nvPr/>
        </p:nvPicPr>
        <p:blipFill>
          <a:blip r:embed="rId4">
            <a:extLst>
              <a:ext uri="{96DAC541-7B7A-43D3-8B79-37D633B846F1}">
                <asvg:svgBlip xmlns:asvg="http://schemas.microsoft.com/office/drawing/2016/SVG/main" r:embed="rId5"/>
              </a:ext>
            </a:extLst>
          </a:blip>
          <a:srcRect t="25360" b="29168"/>
          <a:stretch/>
        </p:blipFill>
        <p:spPr>
          <a:xfrm>
            <a:off x="7264657" y="5983672"/>
            <a:ext cx="1507942" cy="685688"/>
          </a:xfrm>
          <a:prstGeom prst="rect">
            <a:avLst/>
          </a:prstGeom>
        </p:spPr>
      </p:pic>
      <p:grpSp>
        <p:nvGrpSpPr>
          <p:cNvPr id="17" name="Google Shape;746;p65">
            <a:extLst>
              <a:ext uri="{FF2B5EF4-FFF2-40B4-BE49-F238E27FC236}">
                <a16:creationId xmlns:a16="http://schemas.microsoft.com/office/drawing/2014/main" id="{EE377A14-DB29-9C58-1EBA-6DC35C7040A0}"/>
              </a:ext>
            </a:extLst>
          </p:cNvPr>
          <p:cNvGrpSpPr/>
          <p:nvPr/>
        </p:nvGrpSpPr>
        <p:grpSpPr>
          <a:xfrm>
            <a:off x="3433291" y="6127688"/>
            <a:ext cx="2666780" cy="365338"/>
            <a:chOff x="238125" y="2363000"/>
            <a:chExt cx="7122300" cy="975725"/>
          </a:xfrm>
        </p:grpSpPr>
        <p:sp>
          <p:nvSpPr>
            <p:cNvPr id="18" name="Google Shape;747;p65">
              <a:extLst>
                <a:ext uri="{FF2B5EF4-FFF2-40B4-BE49-F238E27FC236}">
                  <a16:creationId xmlns:a16="http://schemas.microsoft.com/office/drawing/2014/main" id="{1B0410C3-FA8C-CBFB-C79D-2EC887C49668}"/>
                </a:ext>
              </a:extLst>
            </p:cNvPr>
            <p:cNvSpPr/>
            <p:nvPr/>
          </p:nvSpPr>
          <p:spPr>
            <a:xfrm>
              <a:off x="238125" y="2363000"/>
              <a:ext cx="695275" cy="955800"/>
            </a:xfrm>
            <a:custGeom>
              <a:avLst/>
              <a:gdLst/>
              <a:ahLst/>
              <a:cxnLst/>
              <a:rect l="l" t="t" r="r" b="b"/>
              <a:pathLst>
                <a:path w="27811" h="38232" extrusionOk="0">
                  <a:moveTo>
                    <a:pt x="13895" y="0"/>
                  </a:moveTo>
                  <a:cubicBezTo>
                    <a:pt x="10626" y="0"/>
                    <a:pt x="7949" y="2656"/>
                    <a:pt x="7949" y="5946"/>
                  </a:cubicBezTo>
                  <a:cubicBezTo>
                    <a:pt x="7949" y="9236"/>
                    <a:pt x="10626" y="11893"/>
                    <a:pt x="13895" y="11893"/>
                  </a:cubicBezTo>
                  <a:cubicBezTo>
                    <a:pt x="17185" y="11893"/>
                    <a:pt x="19862" y="9236"/>
                    <a:pt x="19862" y="5946"/>
                  </a:cubicBezTo>
                  <a:cubicBezTo>
                    <a:pt x="19862" y="2656"/>
                    <a:pt x="17185" y="0"/>
                    <a:pt x="13895" y="0"/>
                  </a:cubicBezTo>
                  <a:close/>
                  <a:moveTo>
                    <a:pt x="7070" y="18738"/>
                  </a:moveTo>
                  <a:lnTo>
                    <a:pt x="7070" y="26380"/>
                  </a:lnTo>
                  <a:cubicBezTo>
                    <a:pt x="5987" y="25706"/>
                    <a:pt x="5252" y="24500"/>
                    <a:pt x="5252" y="23111"/>
                  </a:cubicBezTo>
                  <a:lnTo>
                    <a:pt x="5252" y="21987"/>
                  </a:lnTo>
                  <a:cubicBezTo>
                    <a:pt x="5252" y="20618"/>
                    <a:pt x="5987" y="19412"/>
                    <a:pt x="7070" y="18738"/>
                  </a:cubicBezTo>
                  <a:close/>
                  <a:moveTo>
                    <a:pt x="20557" y="18636"/>
                  </a:moveTo>
                  <a:cubicBezTo>
                    <a:pt x="21742" y="19269"/>
                    <a:pt x="22559" y="20536"/>
                    <a:pt x="22559" y="21987"/>
                  </a:cubicBezTo>
                  <a:lnTo>
                    <a:pt x="22559" y="23131"/>
                  </a:lnTo>
                  <a:cubicBezTo>
                    <a:pt x="22559" y="24562"/>
                    <a:pt x="21742" y="25828"/>
                    <a:pt x="20557" y="26482"/>
                  </a:cubicBezTo>
                  <a:lnTo>
                    <a:pt x="20557" y="18636"/>
                  </a:lnTo>
                  <a:close/>
                  <a:moveTo>
                    <a:pt x="9052" y="12935"/>
                  </a:moveTo>
                  <a:cubicBezTo>
                    <a:pt x="4066" y="12935"/>
                    <a:pt x="0" y="17001"/>
                    <a:pt x="0" y="21987"/>
                  </a:cubicBezTo>
                  <a:lnTo>
                    <a:pt x="0" y="23111"/>
                  </a:lnTo>
                  <a:cubicBezTo>
                    <a:pt x="0" y="27443"/>
                    <a:pt x="3024" y="31060"/>
                    <a:pt x="7070" y="31959"/>
                  </a:cubicBezTo>
                  <a:lnTo>
                    <a:pt x="7070" y="38232"/>
                  </a:lnTo>
                  <a:lnTo>
                    <a:pt x="20557" y="38232"/>
                  </a:lnTo>
                  <a:lnTo>
                    <a:pt x="20557" y="31999"/>
                  </a:lnTo>
                  <a:cubicBezTo>
                    <a:pt x="24684" y="31162"/>
                    <a:pt x="27811" y="27504"/>
                    <a:pt x="27811" y="23111"/>
                  </a:cubicBezTo>
                  <a:lnTo>
                    <a:pt x="27811" y="21987"/>
                  </a:lnTo>
                  <a:cubicBezTo>
                    <a:pt x="27811" y="17001"/>
                    <a:pt x="23744" y="12935"/>
                    <a:pt x="18738" y="12935"/>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748;p65">
              <a:extLst>
                <a:ext uri="{FF2B5EF4-FFF2-40B4-BE49-F238E27FC236}">
                  <a16:creationId xmlns:a16="http://schemas.microsoft.com/office/drawing/2014/main" id="{9D81AA56-040E-2BA2-E7AF-6C12D3CF4529}"/>
                </a:ext>
              </a:extLst>
            </p:cNvPr>
            <p:cNvSpPr/>
            <p:nvPr/>
          </p:nvSpPr>
          <p:spPr>
            <a:xfrm>
              <a:off x="238125" y="2791600"/>
              <a:ext cx="695275" cy="547125"/>
            </a:xfrm>
            <a:custGeom>
              <a:avLst/>
              <a:gdLst/>
              <a:ahLst/>
              <a:cxnLst/>
              <a:rect l="l" t="t" r="r" b="b"/>
              <a:pathLst>
                <a:path w="27811" h="21885" extrusionOk="0">
                  <a:moveTo>
                    <a:pt x="13895" y="0"/>
                  </a:moveTo>
                  <a:cubicBezTo>
                    <a:pt x="11443" y="0"/>
                    <a:pt x="9441" y="2003"/>
                    <a:pt x="9441" y="4475"/>
                  </a:cubicBezTo>
                  <a:cubicBezTo>
                    <a:pt x="9441" y="6927"/>
                    <a:pt x="11443" y="8930"/>
                    <a:pt x="13895" y="8930"/>
                  </a:cubicBezTo>
                  <a:cubicBezTo>
                    <a:pt x="16368" y="8930"/>
                    <a:pt x="18370" y="6927"/>
                    <a:pt x="18370" y="4475"/>
                  </a:cubicBezTo>
                  <a:cubicBezTo>
                    <a:pt x="18370" y="2003"/>
                    <a:pt x="16368" y="0"/>
                    <a:pt x="13895" y="0"/>
                  </a:cubicBezTo>
                  <a:close/>
                  <a:moveTo>
                    <a:pt x="0" y="5987"/>
                  </a:moveTo>
                  <a:cubicBezTo>
                    <a:pt x="0" y="10973"/>
                    <a:pt x="4066" y="15039"/>
                    <a:pt x="9052" y="15039"/>
                  </a:cubicBezTo>
                  <a:lnTo>
                    <a:pt x="9686" y="15039"/>
                  </a:lnTo>
                  <a:lnTo>
                    <a:pt x="9686" y="21885"/>
                  </a:lnTo>
                  <a:lnTo>
                    <a:pt x="17941" y="21885"/>
                  </a:lnTo>
                  <a:lnTo>
                    <a:pt x="17941" y="15039"/>
                  </a:lnTo>
                  <a:lnTo>
                    <a:pt x="18738" y="15039"/>
                  </a:lnTo>
                  <a:cubicBezTo>
                    <a:pt x="23744" y="15039"/>
                    <a:pt x="27811" y="10973"/>
                    <a:pt x="27811" y="5987"/>
                  </a:cubicBezTo>
                  <a:lnTo>
                    <a:pt x="22559" y="5987"/>
                  </a:lnTo>
                  <a:cubicBezTo>
                    <a:pt x="22559" y="8092"/>
                    <a:pt x="20843" y="9788"/>
                    <a:pt x="18738" y="9788"/>
                  </a:cubicBezTo>
                  <a:lnTo>
                    <a:pt x="9052" y="9788"/>
                  </a:lnTo>
                  <a:cubicBezTo>
                    <a:pt x="6948" y="9788"/>
                    <a:pt x="5252" y="8092"/>
                    <a:pt x="5252" y="5987"/>
                  </a:cubicBezTo>
                  <a:close/>
                </a:path>
              </a:pathLst>
            </a:custGeom>
            <a:solidFill>
              <a:srgbClr val="64C8FA"/>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749;p65">
              <a:extLst>
                <a:ext uri="{FF2B5EF4-FFF2-40B4-BE49-F238E27FC236}">
                  <a16:creationId xmlns:a16="http://schemas.microsoft.com/office/drawing/2014/main" id="{702B888C-A691-491C-638A-7748255FAF2F}"/>
                </a:ext>
              </a:extLst>
            </p:cNvPr>
            <p:cNvSpPr/>
            <p:nvPr/>
          </p:nvSpPr>
          <p:spPr>
            <a:xfrm>
              <a:off x="1191350" y="2441650"/>
              <a:ext cx="614600" cy="794900"/>
            </a:xfrm>
            <a:custGeom>
              <a:avLst/>
              <a:gdLst/>
              <a:ahLst/>
              <a:cxnLst/>
              <a:rect l="l" t="t" r="r" b="b"/>
              <a:pathLst>
                <a:path w="24584" h="31796" extrusionOk="0">
                  <a:moveTo>
                    <a:pt x="12568" y="5620"/>
                  </a:moveTo>
                  <a:cubicBezTo>
                    <a:pt x="15653" y="5620"/>
                    <a:pt x="17799" y="6969"/>
                    <a:pt x="17799" y="10218"/>
                  </a:cubicBezTo>
                  <a:cubicBezTo>
                    <a:pt x="17799" y="13119"/>
                    <a:pt x="15797" y="14775"/>
                    <a:pt x="12629" y="14775"/>
                  </a:cubicBezTo>
                  <a:lnTo>
                    <a:pt x="6908" y="14775"/>
                  </a:lnTo>
                  <a:lnTo>
                    <a:pt x="6908" y="5620"/>
                  </a:lnTo>
                  <a:close/>
                  <a:moveTo>
                    <a:pt x="1" y="1"/>
                  </a:moveTo>
                  <a:lnTo>
                    <a:pt x="1" y="31796"/>
                  </a:lnTo>
                  <a:lnTo>
                    <a:pt x="6908" y="31796"/>
                  </a:lnTo>
                  <a:lnTo>
                    <a:pt x="6908" y="20333"/>
                  </a:lnTo>
                  <a:lnTo>
                    <a:pt x="13876" y="20333"/>
                  </a:lnTo>
                  <a:cubicBezTo>
                    <a:pt x="21355" y="20333"/>
                    <a:pt x="24583" y="15122"/>
                    <a:pt x="24583" y="10136"/>
                  </a:cubicBezTo>
                  <a:cubicBezTo>
                    <a:pt x="24583" y="3883"/>
                    <a:pt x="20251" y="1"/>
                    <a:pt x="13651"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750;p65">
              <a:extLst>
                <a:ext uri="{FF2B5EF4-FFF2-40B4-BE49-F238E27FC236}">
                  <a16:creationId xmlns:a16="http://schemas.microsoft.com/office/drawing/2014/main" id="{9242D1C7-DC0F-B12E-45CA-ACE42E7729AC}"/>
                </a:ext>
              </a:extLst>
            </p:cNvPr>
            <p:cNvSpPr/>
            <p:nvPr/>
          </p:nvSpPr>
          <p:spPr>
            <a:xfrm>
              <a:off x="1911675" y="2441650"/>
              <a:ext cx="571650" cy="794900"/>
            </a:xfrm>
            <a:custGeom>
              <a:avLst/>
              <a:gdLst/>
              <a:ahLst/>
              <a:cxnLst/>
              <a:rect l="l" t="t" r="r" b="b"/>
              <a:pathLst>
                <a:path w="22866" h="31796" extrusionOk="0">
                  <a:moveTo>
                    <a:pt x="0" y="1"/>
                  </a:moveTo>
                  <a:lnTo>
                    <a:pt x="0" y="31796"/>
                  </a:lnTo>
                  <a:lnTo>
                    <a:pt x="22866" y="31796"/>
                  </a:lnTo>
                  <a:lnTo>
                    <a:pt x="22866" y="25952"/>
                  </a:lnTo>
                  <a:lnTo>
                    <a:pt x="6907" y="25952"/>
                  </a:lnTo>
                  <a:lnTo>
                    <a:pt x="6907" y="18596"/>
                  </a:lnTo>
                  <a:lnTo>
                    <a:pt x="20598" y="18596"/>
                  </a:lnTo>
                  <a:lnTo>
                    <a:pt x="20598" y="12752"/>
                  </a:lnTo>
                  <a:lnTo>
                    <a:pt x="6907" y="12752"/>
                  </a:lnTo>
                  <a:lnTo>
                    <a:pt x="6907" y="5845"/>
                  </a:lnTo>
                  <a:lnTo>
                    <a:pt x="22743" y="5845"/>
                  </a:lnTo>
                  <a:lnTo>
                    <a:pt x="22743"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 name="Google Shape;751;p65">
              <a:extLst>
                <a:ext uri="{FF2B5EF4-FFF2-40B4-BE49-F238E27FC236}">
                  <a16:creationId xmlns:a16="http://schemas.microsoft.com/office/drawing/2014/main" id="{402CFA71-ACF0-3EC5-AADF-FCB79805C261}"/>
                </a:ext>
              </a:extLst>
            </p:cNvPr>
            <p:cNvSpPr/>
            <p:nvPr/>
          </p:nvSpPr>
          <p:spPr>
            <a:xfrm>
              <a:off x="2542575" y="2441650"/>
              <a:ext cx="692225" cy="798475"/>
            </a:xfrm>
            <a:custGeom>
              <a:avLst/>
              <a:gdLst/>
              <a:ahLst/>
              <a:cxnLst/>
              <a:rect l="l" t="t" r="r" b="b"/>
              <a:pathLst>
                <a:path w="27689" h="31939" extrusionOk="0">
                  <a:moveTo>
                    <a:pt x="0" y="1"/>
                  </a:moveTo>
                  <a:lnTo>
                    <a:pt x="10299" y="31939"/>
                  </a:lnTo>
                  <a:lnTo>
                    <a:pt x="17267" y="31939"/>
                  </a:lnTo>
                  <a:lnTo>
                    <a:pt x="27688" y="1"/>
                  </a:lnTo>
                  <a:lnTo>
                    <a:pt x="20965" y="1"/>
                  </a:lnTo>
                  <a:lnTo>
                    <a:pt x="14181" y="22928"/>
                  </a:lnTo>
                  <a:lnTo>
                    <a:pt x="14038" y="22928"/>
                  </a:lnTo>
                  <a:lnTo>
                    <a:pt x="7315"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752;p65">
              <a:extLst>
                <a:ext uri="{FF2B5EF4-FFF2-40B4-BE49-F238E27FC236}">
                  <a16:creationId xmlns:a16="http://schemas.microsoft.com/office/drawing/2014/main" id="{DA41E5C7-C5CC-8F72-6872-C76837FD2EE3}"/>
                </a:ext>
              </a:extLst>
            </p:cNvPr>
            <p:cNvSpPr/>
            <p:nvPr/>
          </p:nvSpPr>
          <p:spPr>
            <a:xfrm>
              <a:off x="3487650" y="2440125"/>
              <a:ext cx="140000" cy="188025"/>
            </a:xfrm>
            <a:custGeom>
              <a:avLst/>
              <a:gdLst/>
              <a:ahLst/>
              <a:cxnLst/>
              <a:rect l="l" t="t" r="r" b="b"/>
              <a:pathLst>
                <a:path w="5600" h="7521" extrusionOk="0">
                  <a:moveTo>
                    <a:pt x="2861" y="1186"/>
                  </a:moveTo>
                  <a:cubicBezTo>
                    <a:pt x="3637" y="1186"/>
                    <a:pt x="4230" y="1472"/>
                    <a:pt x="4230" y="2350"/>
                  </a:cubicBezTo>
                  <a:cubicBezTo>
                    <a:pt x="4230" y="3127"/>
                    <a:pt x="3699" y="3515"/>
                    <a:pt x="2881" y="3515"/>
                  </a:cubicBezTo>
                  <a:lnTo>
                    <a:pt x="1390" y="3515"/>
                  </a:lnTo>
                  <a:lnTo>
                    <a:pt x="1390" y="1186"/>
                  </a:lnTo>
                  <a:close/>
                  <a:moveTo>
                    <a:pt x="0" y="1"/>
                  </a:moveTo>
                  <a:lnTo>
                    <a:pt x="0" y="7520"/>
                  </a:lnTo>
                  <a:lnTo>
                    <a:pt x="1390" y="7520"/>
                  </a:lnTo>
                  <a:lnTo>
                    <a:pt x="1390" y="4700"/>
                  </a:lnTo>
                  <a:lnTo>
                    <a:pt x="3127" y="4700"/>
                  </a:lnTo>
                  <a:cubicBezTo>
                    <a:pt x="4823" y="4700"/>
                    <a:pt x="5599" y="3515"/>
                    <a:pt x="5599" y="2371"/>
                  </a:cubicBezTo>
                  <a:cubicBezTo>
                    <a:pt x="5599" y="818"/>
                    <a:pt x="4496" y="1"/>
                    <a:pt x="3045"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 name="Google Shape;753;p65">
              <a:extLst>
                <a:ext uri="{FF2B5EF4-FFF2-40B4-BE49-F238E27FC236}">
                  <a16:creationId xmlns:a16="http://schemas.microsoft.com/office/drawing/2014/main" id="{17812DA6-1355-3F02-C051-89890DE00C72}"/>
                </a:ext>
              </a:extLst>
            </p:cNvPr>
            <p:cNvSpPr/>
            <p:nvPr/>
          </p:nvSpPr>
          <p:spPr>
            <a:xfrm>
              <a:off x="3650100" y="2490700"/>
              <a:ext cx="86850" cy="137450"/>
            </a:xfrm>
            <a:custGeom>
              <a:avLst/>
              <a:gdLst/>
              <a:ahLst/>
              <a:cxnLst/>
              <a:rect l="l" t="t" r="r" b="b"/>
              <a:pathLst>
                <a:path w="3474" h="5498" extrusionOk="0">
                  <a:moveTo>
                    <a:pt x="3045" y="0"/>
                  </a:moveTo>
                  <a:cubicBezTo>
                    <a:pt x="2391" y="0"/>
                    <a:pt x="1594" y="430"/>
                    <a:pt x="1287" y="1002"/>
                  </a:cubicBezTo>
                  <a:lnTo>
                    <a:pt x="1267" y="1002"/>
                  </a:lnTo>
                  <a:lnTo>
                    <a:pt x="1267" y="103"/>
                  </a:lnTo>
                  <a:lnTo>
                    <a:pt x="0" y="103"/>
                  </a:lnTo>
                  <a:lnTo>
                    <a:pt x="0" y="5497"/>
                  </a:lnTo>
                  <a:lnTo>
                    <a:pt x="1287" y="5497"/>
                  </a:lnTo>
                  <a:lnTo>
                    <a:pt x="1287" y="2739"/>
                  </a:lnTo>
                  <a:cubicBezTo>
                    <a:pt x="1287" y="1737"/>
                    <a:pt x="2023" y="1165"/>
                    <a:pt x="2984" y="1165"/>
                  </a:cubicBezTo>
                  <a:cubicBezTo>
                    <a:pt x="3167" y="1165"/>
                    <a:pt x="3310" y="1165"/>
                    <a:pt x="3474" y="1206"/>
                  </a:cubicBezTo>
                  <a:lnTo>
                    <a:pt x="3474" y="21"/>
                  </a:lnTo>
                  <a:cubicBezTo>
                    <a:pt x="3331" y="0"/>
                    <a:pt x="3188" y="0"/>
                    <a:pt x="3045"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5" name="Google Shape;754;p65">
              <a:extLst>
                <a:ext uri="{FF2B5EF4-FFF2-40B4-BE49-F238E27FC236}">
                  <a16:creationId xmlns:a16="http://schemas.microsoft.com/office/drawing/2014/main" id="{D8934226-9EBF-9584-7D28-3DD30FFDD297}"/>
                </a:ext>
              </a:extLst>
            </p:cNvPr>
            <p:cNvSpPr/>
            <p:nvPr/>
          </p:nvSpPr>
          <p:spPr>
            <a:xfrm>
              <a:off x="3752775" y="2490700"/>
              <a:ext cx="122625" cy="140500"/>
            </a:xfrm>
            <a:custGeom>
              <a:avLst/>
              <a:gdLst/>
              <a:ahLst/>
              <a:cxnLst/>
              <a:rect l="l" t="t" r="r" b="b"/>
              <a:pathLst>
                <a:path w="4905" h="5620" extrusionOk="0">
                  <a:moveTo>
                    <a:pt x="2432" y="1104"/>
                  </a:moveTo>
                  <a:cubicBezTo>
                    <a:pt x="3106" y="1104"/>
                    <a:pt x="3597" y="1472"/>
                    <a:pt x="3597" y="2126"/>
                  </a:cubicBezTo>
                  <a:lnTo>
                    <a:pt x="3597" y="3474"/>
                  </a:lnTo>
                  <a:cubicBezTo>
                    <a:pt x="3597" y="4251"/>
                    <a:pt x="3025" y="4537"/>
                    <a:pt x="2473" y="4537"/>
                  </a:cubicBezTo>
                  <a:cubicBezTo>
                    <a:pt x="1819" y="4537"/>
                    <a:pt x="1308" y="4149"/>
                    <a:pt x="1308" y="3495"/>
                  </a:cubicBezTo>
                  <a:lnTo>
                    <a:pt x="1308" y="2166"/>
                  </a:lnTo>
                  <a:cubicBezTo>
                    <a:pt x="1308" y="1390"/>
                    <a:pt x="1901" y="1104"/>
                    <a:pt x="2432" y="1104"/>
                  </a:cubicBezTo>
                  <a:close/>
                  <a:moveTo>
                    <a:pt x="2432" y="0"/>
                  </a:moveTo>
                  <a:cubicBezTo>
                    <a:pt x="1247" y="0"/>
                    <a:pt x="0" y="797"/>
                    <a:pt x="0" y="2269"/>
                  </a:cubicBezTo>
                  <a:lnTo>
                    <a:pt x="0" y="3495"/>
                  </a:lnTo>
                  <a:cubicBezTo>
                    <a:pt x="0" y="4884"/>
                    <a:pt x="1165" y="5620"/>
                    <a:pt x="2473" y="5620"/>
                  </a:cubicBezTo>
                  <a:cubicBezTo>
                    <a:pt x="3679" y="5620"/>
                    <a:pt x="4905" y="4823"/>
                    <a:pt x="4905" y="3352"/>
                  </a:cubicBezTo>
                  <a:lnTo>
                    <a:pt x="4905" y="2248"/>
                  </a:lnTo>
                  <a:cubicBezTo>
                    <a:pt x="4905" y="859"/>
                    <a:pt x="3740" y="0"/>
                    <a:pt x="2432"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 name="Google Shape;755;p65">
              <a:extLst>
                <a:ext uri="{FF2B5EF4-FFF2-40B4-BE49-F238E27FC236}">
                  <a16:creationId xmlns:a16="http://schemas.microsoft.com/office/drawing/2014/main" id="{033A922F-203B-C02E-2A22-C633A460E5F6}"/>
                </a:ext>
              </a:extLst>
            </p:cNvPr>
            <p:cNvSpPr/>
            <p:nvPr/>
          </p:nvSpPr>
          <p:spPr>
            <a:xfrm>
              <a:off x="3897850" y="2490700"/>
              <a:ext cx="121100" cy="189050"/>
            </a:xfrm>
            <a:custGeom>
              <a:avLst/>
              <a:gdLst/>
              <a:ahLst/>
              <a:cxnLst/>
              <a:rect l="l" t="t" r="r" b="b"/>
              <a:pathLst>
                <a:path w="4844" h="7562" extrusionOk="0">
                  <a:moveTo>
                    <a:pt x="2432" y="1104"/>
                  </a:moveTo>
                  <a:cubicBezTo>
                    <a:pt x="3086" y="1104"/>
                    <a:pt x="3597" y="1472"/>
                    <a:pt x="3597" y="2126"/>
                  </a:cubicBezTo>
                  <a:lnTo>
                    <a:pt x="3597" y="3331"/>
                  </a:lnTo>
                  <a:cubicBezTo>
                    <a:pt x="3597" y="4108"/>
                    <a:pt x="3004" y="4394"/>
                    <a:pt x="2473" y="4394"/>
                  </a:cubicBezTo>
                  <a:cubicBezTo>
                    <a:pt x="1799" y="4394"/>
                    <a:pt x="1308" y="4006"/>
                    <a:pt x="1308" y="3352"/>
                  </a:cubicBezTo>
                  <a:lnTo>
                    <a:pt x="1308" y="2166"/>
                  </a:lnTo>
                  <a:cubicBezTo>
                    <a:pt x="1308" y="1390"/>
                    <a:pt x="1901" y="1104"/>
                    <a:pt x="2432" y="1104"/>
                  </a:cubicBezTo>
                  <a:close/>
                  <a:moveTo>
                    <a:pt x="2105" y="0"/>
                  </a:moveTo>
                  <a:cubicBezTo>
                    <a:pt x="920" y="0"/>
                    <a:pt x="1" y="797"/>
                    <a:pt x="1" y="2269"/>
                  </a:cubicBezTo>
                  <a:lnTo>
                    <a:pt x="1" y="3290"/>
                  </a:lnTo>
                  <a:cubicBezTo>
                    <a:pt x="1" y="4680"/>
                    <a:pt x="818" y="5415"/>
                    <a:pt x="2126" y="5415"/>
                  </a:cubicBezTo>
                  <a:cubicBezTo>
                    <a:pt x="2739" y="5415"/>
                    <a:pt x="3229" y="5191"/>
                    <a:pt x="3577" y="4721"/>
                  </a:cubicBezTo>
                  <a:lnTo>
                    <a:pt x="3597" y="4721"/>
                  </a:lnTo>
                  <a:lnTo>
                    <a:pt x="3597" y="5272"/>
                  </a:lnTo>
                  <a:cubicBezTo>
                    <a:pt x="3597" y="6049"/>
                    <a:pt x="3168" y="6539"/>
                    <a:pt x="2391" y="6539"/>
                  </a:cubicBezTo>
                  <a:cubicBezTo>
                    <a:pt x="1921" y="6539"/>
                    <a:pt x="1554" y="6335"/>
                    <a:pt x="1308" y="5824"/>
                  </a:cubicBezTo>
                  <a:lnTo>
                    <a:pt x="82" y="6253"/>
                  </a:lnTo>
                  <a:cubicBezTo>
                    <a:pt x="348" y="7152"/>
                    <a:pt x="1390" y="7561"/>
                    <a:pt x="2269" y="7561"/>
                  </a:cubicBezTo>
                  <a:cubicBezTo>
                    <a:pt x="4128" y="7561"/>
                    <a:pt x="4844" y="6294"/>
                    <a:pt x="4844" y="5048"/>
                  </a:cubicBezTo>
                  <a:lnTo>
                    <a:pt x="4844" y="103"/>
                  </a:lnTo>
                  <a:lnTo>
                    <a:pt x="3617" y="103"/>
                  </a:lnTo>
                  <a:lnTo>
                    <a:pt x="3617" y="736"/>
                  </a:lnTo>
                  <a:lnTo>
                    <a:pt x="3597" y="736"/>
                  </a:lnTo>
                  <a:cubicBezTo>
                    <a:pt x="3311" y="327"/>
                    <a:pt x="2739" y="0"/>
                    <a:pt x="2105"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756;p65">
              <a:extLst>
                <a:ext uri="{FF2B5EF4-FFF2-40B4-BE49-F238E27FC236}">
                  <a16:creationId xmlns:a16="http://schemas.microsoft.com/office/drawing/2014/main" id="{E2C46F87-0BB5-E599-94D3-5B1F7A22ED86}"/>
                </a:ext>
              </a:extLst>
            </p:cNvPr>
            <p:cNvSpPr/>
            <p:nvPr/>
          </p:nvSpPr>
          <p:spPr>
            <a:xfrm>
              <a:off x="4051100" y="2490700"/>
              <a:ext cx="86875" cy="137450"/>
            </a:xfrm>
            <a:custGeom>
              <a:avLst/>
              <a:gdLst/>
              <a:ahLst/>
              <a:cxnLst/>
              <a:rect l="l" t="t" r="r" b="b"/>
              <a:pathLst>
                <a:path w="3475" h="5498" extrusionOk="0">
                  <a:moveTo>
                    <a:pt x="3046" y="0"/>
                  </a:moveTo>
                  <a:cubicBezTo>
                    <a:pt x="2392" y="0"/>
                    <a:pt x="1595" y="430"/>
                    <a:pt x="1288" y="1002"/>
                  </a:cubicBezTo>
                  <a:lnTo>
                    <a:pt x="1268" y="1002"/>
                  </a:lnTo>
                  <a:lnTo>
                    <a:pt x="1268" y="103"/>
                  </a:lnTo>
                  <a:lnTo>
                    <a:pt x="1" y="103"/>
                  </a:lnTo>
                  <a:lnTo>
                    <a:pt x="1" y="5497"/>
                  </a:lnTo>
                  <a:lnTo>
                    <a:pt x="1288" y="5497"/>
                  </a:lnTo>
                  <a:lnTo>
                    <a:pt x="1288" y="2739"/>
                  </a:lnTo>
                  <a:cubicBezTo>
                    <a:pt x="1288" y="1737"/>
                    <a:pt x="2024" y="1165"/>
                    <a:pt x="2984" y="1165"/>
                  </a:cubicBezTo>
                  <a:cubicBezTo>
                    <a:pt x="3168" y="1165"/>
                    <a:pt x="3311" y="1165"/>
                    <a:pt x="3475" y="1206"/>
                  </a:cubicBezTo>
                  <a:lnTo>
                    <a:pt x="3475" y="21"/>
                  </a:lnTo>
                  <a:cubicBezTo>
                    <a:pt x="3332" y="0"/>
                    <a:pt x="3189" y="0"/>
                    <a:pt x="3046"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8" name="Google Shape;757;p65">
              <a:extLst>
                <a:ext uri="{FF2B5EF4-FFF2-40B4-BE49-F238E27FC236}">
                  <a16:creationId xmlns:a16="http://schemas.microsoft.com/office/drawing/2014/main" id="{FE6810FD-C51C-3A00-EBDB-5103276A90B9}"/>
                </a:ext>
              </a:extLst>
            </p:cNvPr>
            <p:cNvSpPr/>
            <p:nvPr/>
          </p:nvSpPr>
          <p:spPr>
            <a:xfrm>
              <a:off x="4149700" y="2490200"/>
              <a:ext cx="120600" cy="140500"/>
            </a:xfrm>
            <a:custGeom>
              <a:avLst/>
              <a:gdLst/>
              <a:ahLst/>
              <a:cxnLst/>
              <a:rect l="l" t="t" r="r" b="b"/>
              <a:pathLst>
                <a:path w="4824" h="5620" extrusionOk="0">
                  <a:moveTo>
                    <a:pt x="3434" y="3269"/>
                  </a:moveTo>
                  <a:lnTo>
                    <a:pt x="3434" y="3515"/>
                  </a:lnTo>
                  <a:cubicBezTo>
                    <a:pt x="3434" y="4107"/>
                    <a:pt x="3270" y="4598"/>
                    <a:pt x="2228" y="4618"/>
                  </a:cubicBezTo>
                  <a:cubicBezTo>
                    <a:pt x="1635" y="4618"/>
                    <a:pt x="1268" y="4373"/>
                    <a:pt x="1268" y="3923"/>
                  </a:cubicBezTo>
                  <a:cubicBezTo>
                    <a:pt x="1268" y="3453"/>
                    <a:pt x="1615" y="3269"/>
                    <a:pt x="2167" y="3269"/>
                  </a:cubicBezTo>
                  <a:close/>
                  <a:moveTo>
                    <a:pt x="2412" y="0"/>
                  </a:moveTo>
                  <a:cubicBezTo>
                    <a:pt x="1390" y="0"/>
                    <a:pt x="266" y="409"/>
                    <a:pt x="266" y="1594"/>
                  </a:cubicBezTo>
                  <a:lnTo>
                    <a:pt x="266" y="1737"/>
                  </a:lnTo>
                  <a:lnTo>
                    <a:pt x="1431" y="1737"/>
                  </a:lnTo>
                  <a:lnTo>
                    <a:pt x="1431" y="1553"/>
                  </a:lnTo>
                  <a:cubicBezTo>
                    <a:pt x="1431" y="1206"/>
                    <a:pt x="1840" y="1022"/>
                    <a:pt x="2412" y="1022"/>
                  </a:cubicBezTo>
                  <a:cubicBezTo>
                    <a:pt x="3045" y="1022"/>
                    <a:pt x="3434" y="1247"/>
                    <a:pt x="3434" y="1819"/>
                  </a:cubicBezTo>
                  <a:lnTo>
                    <a:pt x="3434" y="2330"/>
                  </a:lnTo>
                  <a:lnTo>
                    <a:pt x="2003" y="2330"/>
                  </a:lnTo>
                  <a:cubicBezTo>
                    <a:pt x="961" y="2330"/>
                    <a:pt x="1" y="2943"/>
                    <a:pt x="1" y="3985"/>
                  </a:cubicBezTo>
                  <a:cubicBezTo>
                    <a:pt x="1" y="5006"/>
                    <a:pt x="757" y="5619"/>
                    <a:pt x="1881" y="5619"/>
                  </a:cubicBezTo>
                  <a:cubicBezTo>
                    <a:pt x="2575" y="5619"/>
                    <a:pt x="2984" y="5517"/>
                    <a:pt x="3474" y="5006"/>
                  </a:cubicBezTo>
                  <a:lnTo>
                    <a:pt x="3495" y="5006"/>
                  </a:lnTo>
                  <a:cubicBezTo>
                    <a:pt x="3495" y="5109"/>
                    <a:pt x="3515" y="5435"/>
                    <a:pt x="3536" y="5517"/>
                  </a:cubicBezTo>
                  <a:lnTo>
                    <a:pt x="4823" y="5517"/>
                  </a:lnTo>
                  <a:cubicBezTo>
                    <a:pt x="4762" y="5395"/>
                    <a:pt x="4721" y="4598"/>
                    <a:pt x="4721" y="4352"/>
                  </a:cubicBezTo>
                  <a:lnTo>
                    <a:pt x="4721" y="1737"/>
                  </a:lnTo>
                  <a:cubicBezTo>
                    <a:pt x="4721" y="409"/>
                    <a:pt x="3617" y="0"/>
                    <a:pt x="2412"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758;p65">
              <a:extLst>
                <a:ext uri="{FF2B5EF4-FFF2-40B4-BE49-F238E27FC236}">
                  <a16:creationId xmlns:a16="http://schemas.microsoft.com/office/drawing/2014/main" id="{E87FDF00-02BD-BB04-201C-208D86BB8838}"/>
                </a:ext>
              </a:extLst>
            </p:cNvPr>
            <p:cNvSpPr/>
            <p:nvPr/>
          </p:nvSpPr>
          <p:spPr>
            <a:xfrm>
              <a:off x="4300925" y="2490700"/>
              <a:ext cx="197200" cy="137450"/>
            </a:xfrm>
            <a:custGeom>
              <a:avLst/>
              <a:gdLst/>
              <a:ahLst/>
              <a:cxnLst/>
              <a:rect l="l" t="t" r="r" b="b"/>
              <a:pathLst>
                <a:path w="7888" h="5498" extrusionOk="0">
                  <a:moveTo>
                    <a:pt x="2800" y="0"/>
                  </a:moveTo>
                  <a:cubicBezTo>
                    <a:pt x="2166" y="0"/>
                    <a:pt x="1635" y="246"/>
                    <a:pt x="1267" y="757"/>
                  </a:cubicBezTo>
                  <a:lnTo>
                    <a:pt x="1247" y="757"/>
                  </a:lnTo>
                  <a:lnTo>
                    <a:pt x="1247" y="103"/>
                  </a:lnTo>
                  <a:lnTo>
                    <a:pt x="0" y="103"/>
                  </a:lnTo>
                  <a:lnTo>
                    <a:pt x="0" y="5497"/>
                  </a:lnTo>
                  <a:lnTo>
                    <a:pt x="1287" y="5497"/>
                  </a:lnTo>
                  <a:lnTo>
                    <a:pt x="1287" y="2330"/>
                  </a:lnTo>
                  <a:cubicBezTo>
                    <a:pt x="1287" y="1431"/>
                    <a:pt x="1880" y="1124"/>
                    <a:pt x="2330" y="1124"/>
                  </a:cubicBezTo>
                  <a:cubicBezTo>
                    <a:pt x="3106" y="1124"/>
                    <a:pt x="3310" y="1696"/>
                    <a:pt x="3310" y="2371"/>
                  </a:cubicBezTo>
                  <a:lnTo>
                    <a:pt x="3310" y="5497"/>
                  </a:lnTo>
                  <a:lnTo>
                    <a:pt x="4598" y="5497"/>
                  </a:lnTo>
                  <a:lnTo>
                    <a:pt x="4598" y="2371"/>
                  </a:lnTo>
                  <a:cubicBezTo>
                    <a:pt x="4598" y="1676"/>
                    <a:pt x="4904" y="1124"/>
                    <a:pt x="5620" y="1124"/>
                  </a:cubicBezTo>
                  <a:cubicBezTo>
                    <a:pt x="6355" y="1124"/>
                    <a:pt x="6600" y="1615"/>
                    <a:pt x="6600" y="2350"/>
                  </a:cubicBezTo>
                  <a:lnTo>
                    <a:pt x="6600" y="5497"/>
                  </a:lnTo>
                  <a:lnTo>
                    <a:pt x="7888" y="5497"/>
                  </a:lnTo>
                  <a:lnTo>
                    <a:pt x="7888" y="1901"/>
                  </a:lnTo>
                  <a:cubicBezTo>
                    <a:pt x="7888" y="573"/>
                    <a:pt x="7009" y="0"/>
                    <a:pt x="6008" y="0"/>
                  </a:cubicBezTo>
                  <a:cubicBezTo>
                    <a:pt x="5272" y="0"/>
                    <a:pt x="4720" y="307"/>
                    <a:pt x="4332" y="797"/>
                  </a:cubicBezTo>
                  <a:cubicBezTo>
                    <a:pt x="3985" y="287"/>
                    <a:pt x="3515" y="0"/>
                    <a:pt x="2800"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 name="Google Shape;759;p65">
              <a:extLst>
                <a:ext uri="{FF2B5EF4-FFF2-40B4-BE49-F238E27FC236}">
                  <a16:creationId xmlns:a16="http://schemas.microsoft.com/office/drawing/2014/main" id="{832ADB69-6381-441D-F9EE-087E131D47DD}"/>
                </a:ext>
              </a:extLst>
            </p:cNvPr>
            <p:cNvSpPr/>
            <p:nvPr/>
          </p:nvSpPr>
          <p:spPr>
            <a:xfrm>
              <a:off x="4532325" y="2490700"/>
              <a:ext cx="197725" cy="137450"/>
            </a:xfrm>
            <a:custGeom>
              <a:avLst/>
              <a:gdLst/>
              <a:ahLst/>
              <a:cxnLst/>
              <a:rect l="l" t="t" r="r" b="b"/>
              <a:pathLst>
                <a:path w="7909" h="5498" extrusionOk="0">
                  <a:moveTo>
                    <a:pt x="2800" y="0"/>
                  </a:moveTo>
                  <a:cubicBezTo>
                    <a:pt x="2167" y="0"/>
                    <a:pt x="1636" y="246"/>
                    <a:pt x="1268" y="757"/>
                  </a:cubicBezTo>
                  <a:lnTo>
                    <a:pt x="1247" y="757"/>
                  </a:lnTo>
                  <a:lnTo>
                    <a:pt x="1247" y="103"/>
                  </a:lnTo>
                  <a:lnTo>
                    <a:pt x="1" y="103"/>
                  </a:lnTo>
                  <a:lnTo>
                    <a:pt x="1" y="5497"/>
                  </a:lnTo>
                  <a:lnTo>
                    <a:pt x="1288" y="5497"/>
                  </a:lnTo>
                  <a:lnTo>
                    <a:pt x="1288" y="2330"/>
                  </a:lnTo>
                  <a:cubicBezTo>
                    <a:pt x="1288" y="1431"/>
                    <a:pt x="1881" y="1124"/>
                    <a:pt x="2330" y="1124"/>
                  </a:cubicBezTo>
                  <a:cubicBezTo>
                    <a:pt x="3127" y="1124"/>
                    <a:pt x="3311" y="1696"/>
                    <a:pt x="3311" y="2371"/>
                  </a:cubicBezTo>
                  <a:lnTo>
                    <a:pt x="3311" y="5497"/>
                  </a:lnTo>
                  <a:lnTo>
                    <a:pt x="4598" y="5497"/>
                  </a:lnTo>
                  <a:lnTo>
                    <a:pt x="4598" y="2371"/>
                  </a:lnTo>
                  <a:cubicBezTo>
                    <a:pt x="4598" y="1676"/>
                    <a:pt x="4905" y="1124"/>
                    <a:pt x="5641" y="1124"/>
                  </a:cubicBezTo>
                  <a:cubicBezTo>
                    <a:pt x="6356" y="1124"/>
                    <a:pt x="6621" y="1615"/>
                    <a:pt x="6621" y="2350"/>
                  </a:cubicBezTo>
                  <a:lnTo>
                    <a:pt x="6621" y="5497"/>
                  </a:lnTo>
                  <a:lnTo>
                    <a:pt x="7909" y="5497"/>
                  </a:lnTo>
                  <a:lnTo>
                    <a:pt x="7909" y="1901"/>
                  </a:lnTo>
                  <a:cubicBezTo>
                    <a:pt x="7909" y="573"/>
                    <a:pt x="7010" y="0"/>
                    <a:pt x="6008" y="0"/>
                  </a:cubicBezTo>
                  <a:cubicBezTo>
                    <a:pt x="5273" y="0"/>
                    <a:pt x="4721" y="307"/>
                    <a:pt x="4353" y="797"/>
                  </a:cubicBezTo>
                  <a:lnTo>
                    <a:pt x="4333" y="797"/>
                  </a:lnTo>
                  <a:cubicBezTo>
                    <a:pt x="4006" y="287"/>
                    <a:pt x="3515" y="0"/>
                    <a:pt x="2800"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1" name="Google Shape;760;p65">
              <a:extLst>
                <a:ext uri="{FF2B5EF4-FFF2-40B4-BE49-F238E27FC236}">
                  <a16:creationId xmlns:a16="http://schemas.microsoft.com/office/drawing/2014/main" id="{F6D00D76-B328-8B1D-1A7A-EEDE8706E194}"/>
                </a:ext>
              </a:extLst>
            </p:cNvPr>
            <p:cNvSpPr/>
            <p:nvPr/>
          </p:nvSpPr>
          <p:spPr>
            <a:xfrm>
              <a:off x="475812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29" y="2269"/>
                  </a:lnTo>
                  <a:lnTo>
                    <a:pt x="1329" y="2187"/>
                  </a:lnTo>
                  <a:cubicBezTo>
                    <a:pt x="1329" y="1390"/>
                    <a:pt x="1921" y="1083"/>
                    <a:pt x="2473" y="1083"/>
                  </a:cubicBezTo>
                  <a:close/>
                  <a:moveTo>
                    <a:pt x="2473" y="0"/>
                  </a:moveTo>
                  <a:cubicBezTo>
                    <a:pt x="1145" y="0"/>
                    <a:pt x="1" y="838"/>
                    <a:pt x="1" y="2371"/>
                  </a:cubicBezTo>
                  <a:lnTo>
                    <a:pt x="1" y="3413"/>
                  </a:lnTo>
                  <a:cubicBezTo>
                    <a:pt x="1" y="4884"/>
                    <a:pt x="1186" y="5620"/>
                    <a:pt x="2514" y="5620"/>
                  </a:cubicBezTo>
                  <a:cubicBezTo>
                    <a:pt x="3474" y="5620"/>
                    <a:pt x="4333" y="5252"/>
                    <a:pt x="4741" y="4414"/>
                  </a:cubicBezTo>
                  <a:lnTo>
                    <a:pt x="3761" y="3842"/>
                  </a:lnTo>
                  <a:cubicBezTo>
                    <a:pt x="3474" y="4271"/>
                    <a:pt x="3025" y="4537"/>
                    <a:pt x="2575" y="4537"/>
                  </a:cubicBezTo>
                  <a:cubicBezTo>
                    <a:pt x="1901" y="4537"/>
                    <a:pt x="1349" y="4149"/>
                    <a:pt x="1349" y="3454"/>
                  </a:cubicBezTo>
                  <a:lnTo>
                    <a:pt x="1349" y="3168"/>
                  </a:lnTo>
                  <a:lnTo>
                    <a:pt x="4803" y="3168"/>
                  </a:lnTo>
                  <a:lnTo>
                    <a:pt x="4803" y="2126"/>
                  </a:lnTo>
                  <a:cubicBezTo>
                    <a:pt x="4803" y="695"/>
                    <a:pt x="3638" y="0"/>
                    <a:pt x="2473"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2" name="Google Shape;761;p65">
              <a:extLst>
                <a:ext uri="{FF2B5EF4-FFF2-40B4-BE49-F238E27FC236}">
                  <a16:creationId xmlns:a16="http://schemas.microsoft.com/office/drawing/2014/main" id="{C985C98D-1F37-60D4-E4E2-408BBDFC4039}"/>
                </a:ext>
              </a:extLst>
            </p:cNvPr>
            <p:cNvSpPr/>
            <p:nvPr/>
          </p:nvSpPr>
          <p:spPr>
            <a:xfrm>
              <a:off x="3487650" y="2756350"/>
              <a:ext cx="131300" cy="188000"/>
            </a:xfrm>
            <a:custGeom>
              <a:avLst/>
              <a:gdLst/>
              <a:ahLst/>
              <a:cxnLst/>
              <a:rect l="l" t="t" r="r" b="b"/>
              <a:pathLst>
                <a:path w="5252" h="7520" extrusionOk="0">
                  <a:moveTo>
                    <a:pt x="0" y="0"/>
                  </a:moveTo>
                  <a:lnTo>
                    <a:pt x="0" y="7520"/>
                  </a:lnTo>
                  <a:lnTo>
                    <a:pt x="5252" y="7520"/>
                  </a:lnTo>
                  <a:lnTo>
                    <a:pt x="5252" y="6294"/>
                  </a:lnTo>
                  <a:lnTo>
                    <a:pt x="1390" y="6294"/>
                  </a:lnTo>
                  <a:lnTo>
                    <a:pt x="1390" y="4312"/>
                  </a:lnTo>
                  <a:lnTo>
                    <a:pt x="4782" y="4312"/>
                  </a:lnTo>
                  <a:lnTo>
                    <a:pt x="4782" y="3065"/>
                  </a:lnTo>
                  <a:lnTo>
                    <a:pt x="1390" y="3065"/>
                  </a:lnTo>
                  <a:lnTo>
                    <a:pt x="1390" y="1226"/>
                  </a:lnTo>
                  <a:lnTo>
                    <a:pt x="5211" y="1226"/>
                  </a:lnTo>
                  <a:lnTo>
                    <a:pt x="5211" y="0"/>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3" name="Google Shape;762;p65">
              <a:extLst>
                <a:ext uri="{FF2B5EF4-FFF2-40B4-BE49-F238E27FC236}">
                  <a16:creationId xmlns:a16="http://schemas.microsoft.com/office/drawing/2014/main" id="{0B69F966-402E-F3DC-D012-29FF04D38968}"/>
                </a:ext>
              </a:extLst>
            </p:cNvPr>
            <p:cNvSpPr/>
            <p:nvPr/>
          </p:nvSpPr>
          <p:spPr>
            <a:xfrm>
              <a:off x="3650600" y="2756350"/>
              <a:ext cx="58275" cy="189550"/>
            </a:xfrm>
            <a:custGeom>
              <a:avLst/>
              <a:gdLst/>
              <a:ahLst/>
              <a:cxnLst/>
              <a:rect l="l" t="t" r="r" b="b"/>
              <a:pathLst>
                <a:path w="2331" h="7582" extrusionOk="0">
                  <a:moveTo>
                    <a:pt x="1" y="0"/>
                  </a:moveTo>
                  <a:lnTo>
                    <a:pt x="1" y="6069"/>
                  </a:lnTo>
                  <a:cubicBezTo>
                    <a:pt x="1" y="6559"/>
                    <a:pt x="21" y="7581"/>
                    <a:pt x="1308" y="7581"/>
                  </a:cubicBezTo>
                  <a:cubicBezTo>
                    <a:pt x="1635" y="7581"/>
                    <a:pt x="2064" y="7520"/>
                    <a:pt x="2330" y="7438"/>
                  </a:cubicBezTo>
                  <a:lnTo>
                    <a:pt x="2330" y="6457"/>
                  </a:lnTo>
                  <a:cubicBezTo>
                    <a:pt x="2105" y="6478"/>
                    <a:pt x="1983" y="6498"/>
                    <a:pt x="1758" y="6498"/>
                  </a:cubicBezTo>
                  <a:cubicBezTo>
                    <a:pt x="1390" y="6498"/>
                    <a:pt x="1288" y="6294"/>
                    <a:pt x="1288" y="6069"/>
                  </a:cubicBezTo>
                  <a:lnTo>
                    <a:pt x="1288" y="0"/>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4" name="Google Shape;763;p65">
              <a:extLst>
                <a:ext uri="{FF2B5EF4-FFF2-40B4-BE49-F238E27FC236}">
                  <a16:creationId xmlns:a16="http://schemas.microsoft.com/office/drawing/2014/main" id="{199D8132-2F42-DF98-B8C6-DFC5E3AE8FA8}"/>
                </a:ext>
              </a:extLst>
            </p:cNvPr>
            <p:cNvSpPr/>
            <p:nvPr/>
          </p:nvSpPr>
          <p:spPr>
            <a:xfrm>
              <a:off x="3723150" y="2806400"/>
              <a:ext cx="120075" cy="140500"/>
            </a:xfrm>
            <a:custGeom>
              <a:avLst/>
              <a:gdLst/>
              <a:ahLst/>
              <a:cxnLst/>
              <a:rect l="l" t="t" r="r" b="b"/>
              <a:pathLst>
                <a:path w="4803" h="5620" extrusionOk="0">
                  <a:moveTo>
                    <a:pt x="3413" y="3250"/>
                  </a:moveTo>
                  <a:lnTo>
                    <a:pt x="3413" y="3515"/>
                  </a:lnTo>
                  <a:cubicBezTo>
                    <a:pt x="3413" y="4108"/>
                    <a:pt x="3249" y="4598"/>
                    <a:pt x="2228" y="4598"/>
                  </a:cubicBezTo>
                  <a:cubicBezTo>
                    <a:pt x="1615" y="4598"/>
                    <a:pt x="1247" y="4373"/>
                    <a:pt x="1247" y="3924"/>
                  </a:cubicBezTo>
                  <a:cubicBezTo>
                    <a:pt x="1247" y="3454"/>
                    <a:pt x="1615" y="3250"/>
                    <a:pt x="2146" y="3250"/>
                  </a:cubicBezTo>
                  <a:close/>
                  <a:moveTo>
                    <a:pt x="2391" y="1"/>
                  </a:moveTo>
                  <a:cubicBezTo>
                    <a:pt x="1390" y="1"/>
                    <a:pt x="266" y="409"/>
                    <a:pt x="266" y="1594"/>
                  </a:cubicBezTo>
                  <a:lnTo>
                    <a:pt x="266" y="1737"/>
                  </a:lnTo>
                  <a:lnTo>
                    <a:pt x="1410" y="1737"/>
                  </a:lnTo>
                  <a:lnTo>
                    <a:pt x="1410" y="1554"/>
                  </a:lnTo>
                  <a:cubicBezTo>
                    <a:pt x="1410" y="1206"/>
                    <a:pt x="1819" y="1022"/>
                    <a:pt x="2391" y="1022"/>
                  </a:cubicBezTo>
                  <a:cubicBezTo>
                    <a:pt x="3045" y="1022"/>
                    <a:pt x="3413" y="1247"/>
                    <a:pt x="3413" y="1819"/>
                  </a:cubicBezTo>
                  <a:lnTo>
                    <a:pt x="3413" y="2330"/>
                  </a:lnTo>
                  <a:lnTo>
                    <a:pt x="1982" y="2330"/>
                  </a:lnTo>
                  <a:cubicBezTo>
                    <a:pt x="940" y="2330"/>
                    <a:pt x="0" y="2943"/>
                    <a:pt x="0" y="3985"/>
                  </a:cubicBezTo>
                  <a:cubicBezTo>
                    <a:pt x="0" y="5007"/>
                    <a:pt x="756" y="5620"/>
                    <a:pt x="1880" y="5620"/>
                  </a:cubicBezTo>
                  <a:cubicBezTo>
                    <a:pt x="2575" y="5620"/>
                    <a:pt x="2984" y="5518"/>
                    <a:pt x="3454" y="5007"/>
                  </a:cubicBezTo>
                  <a:lnTo>
                    <a:pt x="3474" y="5007"/>
                  </a:lnTo>
                  <a:cubicBezTo>
                    <a:pt x="3494" y="5109"/>
                    <a:pt x="3515" y="5436"/>
                    <a:pt x="3535" y="5518"/>
                  </a:cubicBezTo>
                  <a:lnTo>
                    <a:pt x="4802" y="5518"/>
                  </a:lnTo>
                  <a:cubicBezTo>
                    <a:pt x="4741" y="5395"/>
                    <a:pt x="4700" y="4598"/>
                    <a:pt x="4700" y="4353"/>
                  </a:cubicBezTo>
                  <a:lnTo>
                    <a:pt x="4700" y="1737"/>
                  </a:lnTo>
                  <a:cubicBezTo>
                    <a:pt x="4700" y="409"/>
                    <a:pt x="3597" y="1"/>
                    <a:pt x="2391"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5" name="Google Shape;764;p65">
              <a:extLst>
                <a:ext uri="{FF2B5EF4-FFF2-40B4-BE49-F238E27FC236}">
                  <a16:creationId xmlns:a16="http://schemas.microsoft.com/office/drawing/2014/main" id="{BEEA3312-C1EF-F75B-5E0D-9F49E5A74840}"/>
                </a:ext>
              </a:extLst>
            </p:cNvPr>
            <p:cNvSpPr/>
            <p:nvPr/>
          </p:nvSpPr>
          <p:spPr>
            <a:xfrm>
              <a:off x="3872825" y="2806925"/>
              <a:ext cx="86350" cy="137425"/>
            </a:xfrm>
            <a:custGeom>
              <a:avLst/>
              <a:gdLst/>
              <a:ahLst/>
              <a:cxnLst/>
              <a:rect l="l" t="t" r="r" b="b"/>
              <a:pathLst>
                <a:path w="3454" h="5497" extrusionOk="0">
                  <a:moveTo>
                    <a:pt x="3025" y="0"/>
                  </a:moveTo>
                  <a:cubicBezTo>
                    <a:pt x="2391" y="0"/>
                    <a:pt x="1594" y="429"/>
                    <a:pt x="1267" y="1001"/>
                  </a:cubicBezTo>
                  <a:lnTo>
                    <a:pt x="1247" y="1001"/>
                  </a:lnTo>
                  <a:lnTo>
                    <a:pt x="1247" y="102"/>
                  </a:lnTo>
                  <a:lnTo>
                    <a:pt x="0" y="102"/>
                  </a:lnTo>
                  <a:lnTo>
                    <a:pt x="0" y="5497"/>
                  </a:lnTo>
                  <a:lnTo>
                    <a:pt x="1288" y="5497"/>
                  </a:lnTo>
                  <a:lnTo>
                    <a:pt x="1288" y="2738"/>
                  </a:lnTo>
                  <a:cubicBezTo>
                    <a:pt x="1288" y="1737"/>
                    <a:pt x="2003" y="1165"/>
                    <a:pt x="2984" y="1165"/>
                  </a:cubicBezTo>
                  <a:cubicBezTo>
                    <a:pt x="3147" y="1165"/>
                    <a:pt x="3290" y="1165"/>
                    <a:pt x="3454" y="1206"/>
                  </a:cubicBezTo>
                  <a:lnTo>
                    <a:pt x="3454" y="20"/>
                  </a:lnTo>
                  <a:cubicBezTo>
                    <a:pt x="3331" y="0"/>
                    <a:pt x="3168" y="0"/>
                    <a:pt x="3025"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6" name="Google Shape;765;p65">
              <a:extLst>
                <a:ext uri="{FF2B5EF4-FFF2-40B4-BE49-F238E27FC236}">
                  <a16:creationId xmlns:a16="http://schemas.microsoft.com/office/drawing/2014/main" id="{3DC098AE-8650-033D-8EF3-F18BF3AA0E6A}"/>
                </a:ext>
              </a:extLst>
            </p:cNvPr>
            <p:cNvSpPr/>
            <p:nvPr/>
          </p:nvSpPr>
          <p:spPr>
            <a:xfrm>
              <a:off x="3975000" y="2806925"/>
              <a:ext cx="121600" cy="189025"/>
            </a:xfrm>
            <a:custGeom>
              <a:avLst/>
              <a:gdLst/>
              <a:ahLst/>
              <a:cxnLst/>
              <a:rect l="l" t="t" r="r" b="b"/>
              <a:pathLst>
                <a:path w="4864" h="7561" extrusionOk="0">
                  <a:moveTo>
                    <a:pt x="2452" y="1103"/>
                  </a:moveTo>
                  <a:cubicBezTo>
                    <a:pt x="3106" y="1103"/>
                    <a:pt x="3617" y="1471"/>
                    <a:pt x="3617" y="2125"/>
                  </a:cubicBezTo>
                  <a:lnTo>
                    <a:pt x="3617" y="3331"/>
                  </a:lnTo>
                  <a:cubicBezTo>
                    <a:pt x="3617" y="4107"/>
                    <a:pt x="3024" y="4393"/>
                    <a:pt x="2493" y="4393"/>
                  </a:cubicBezTo>
                  <a:cubicBezTo>
                    <a:pt x="1819" y="4393"/>
                    <a:pt x="1308" y="4005"/>
                    <a:pt x="1308" y="3351"/>
                  </a:cubicBezTo>
                  <a:lnTo>
                    <a:pt x="1308" y="2166"/>
                  </a:lnTo>
                  <a:cubicBezTo>
                    <a:pt x="1308" y="1390"/>
                    <a:pt x="1901" y="1103"/>
                    <a:pt x="2452" y="1103"/>
                  </a:cubicBezTo>
                  <a:close/>
                  <a:moveTo>
                    <a:pt x="2125" y="0"/>
                  </a:moveTo>
                  <a:cubicBezTo>
                    <a:pt x="940" y="0"/>
                    <a:pt x="0" y="797"/>
                    <a:pt x="0" y="2268"/>
                  </a:cubicBezTo>
                  <a:lnTo>
                    <a:pt x="0" y="3290"/>
                  </a:lnTo>
                  <a:cubicBezTo>
                    <a:pt x="0" y="4679"/>
                    <a:pt x="838" y="5415"/>
                    <a:pt x="2146" y="5415"/>
                  </a:cubicBezTo>
                  <a:cubicBezTo>
                    <a:pt x="2759" y="5415"/>
                    <a:pt x="3249" y="5190"/>
                    <a:pt x="3597" y="4720"/>
                  </a:cubicBezTo>
                  <a:lnTo>
                    <a:pt x="3617" y="4720"/>
                  </a:lnTo>
                  <a:lnTo>
                    <a:pt x="3617" y="5272"/>
                  </a:lnTo>
                  <a:cubicBezTo>
                    <a:pt x="3617" y="6048"/>
                    <a:pt x="3188" y="6539"/>
                    <a:pt x="2391" y="6539"/>
                  </a:cubicBezTo>
                  <a:cubicBezTo>
                    <a:pt x="1941" y="6539"/>
                    <a:pt x="1574" y="6335"/>
                    <a:pt x="1308" y="5824"/>
                  </a:cubicBezTo>
                  <a:lnTo>
                    <a:pt x="82" y="6253"/>
                  </a:lnTo>
                  <a:cubicBezTo>
                    <a:pt x="368" y="7152"/>
                    <a:pt x="1410" y="7561"/>
                    <a:pt x="2289" y="7561"/>
                  </a:cubicBezTo>
                  <a:cubicBezTo>
                    <a:pt x="4148" y="7561"/>
                    <a:pt x="4864" y="6294"/>
                    <a:pt x="4864" y="5047"/>
                  </a:cubicBezTo>
                  <a:lnTo>
                    <a:pt x="4864" y="102"/>
                  </a:lnTo>
                  <a:lnTo>
                    <a:pt x="3637" y="102"/>
                  </a:lnTo>
                  <a:lnTo>
                    <a:pt x="3637" y="736"/>
                  </a:lnTo>
                  <a:lnTo>
                    <a:pt x="3617" y="736"/>
                  </a:lnTo>
                  <a:cubicBezTo>
                    <a:pt x="3331" y="327"/>
                    <a:pt x="2759" y="0"/>
                    <a:pt x="2125"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7" name="Google Shape;766;p65">
              <a:extLst>
                <a:ext uri="{FF2B5EF4-FFF2-40B4-BE49-F238E27FC236}">
                  <a16:creationId xmlns:a16="http://schemas.microsoft.com/office/drawing/2014/main" id="{A2933624-B906-FFE5-7C3A-08DBD818DEF5}"/>
                </a:ext>
              </a:extLst>
            </p:cNvPr>
            <p:cNvSpPr/>
            <p:nvPr/>
          </p:nvSpPr>
          <p:spPr>
            <a:xfrm>
              <a:off x="41303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8" name="Google Shape;767;p65">
              <a:extLst>
                <a:ext uri="{FF2B5EF4-FFF2-40B4-BE49-F238E27FC236}">
                  <a16:creationId xmlns:a16="http://schemas.microsoft.com/office/drawing/2014/main" id="{5E8A3EE9-7D78-5799-B420-92EF530019BD}"/>
                </a:ext>
              </a:extLst>
            </p:cNvPr>
            <p:cNvSpPr/>
            <p:nvPr/>
          </p:nvSpPr>
          <p:spPr>
            <a:xfrm>
              <a:off x="3479475" y="3072550"/>
              <a:ext cx="122625" cy="191075"/>
            </a:xfrm>
            <a:custGeom>
              <a:avLst/>
              <a:gdLst/>
              <a:ahLst/>
              <a:cxnLst/>
              <a:rect l="l" t="t" r="r" b="b"/>
              <a:pathLst>
                <a:path w="4905" h="7643" extrusionOk="0">
                  <a:moveTo>
                    <a:pt x="2432" y="3107"/>
                  </a:moveTo>
                  <a:cubicBezTo>
                    <a:pt x="3106" y="3107"/>
                    <a:pt x="3617" y="3495"/>
                    <a:pt x="3617" y="4149"/>
                  </a:cubicBezTo>
                  <a:lnTo>
                    <a:pt x="3617" y="5477"/>
                  </a:lnTo>
                  <a:cubicBezTo>
                    <a:pt x="3617" y="6253"/>
                    <a:pt x="3024" y="6540"/>
                    <a:pt x="2473" y="6540"/>
                  </a:cubicBezTo>
                  <a:cubicBezTo>
                    <a:pt x="1819" y="6540"/>
                    <a:pt x="1308" y="6151"/>
                    <a:pt x="1308" y="5497"/>
                  </a:cubicBezTo>
                  <a:lnTo>
                    <a:pt x="1308" y="4169"/>
                  </a:lnTo>
                  <a:cubicBezTo>
                    <a:pt x="1308" y="3393"/>
                    <a:pt x="1901" y="3107"/>
                    <a:pt x="2432" y="3107"/>
                  </a:cubicBezTo>
                  <a:close/>
                  <a:moveTo>
                    <a:pt x="3637" y="1"/>
                  </a:moveTo>
                  <a:lnTo>
                    <a:pt x="3637" y="2678"/>
                  </a:lnTo>
                  <a:lnTo>
                    <a:pt x="3597" y="2678"/>
                  </a:lnTo>
                  <a:cubicBezTo>
                    <a:pt x="3331" y="2310"/>
                    <a:pt x="2820" y="2003"/>
                    <a:pt x="2227" y="2003"/>
                  </a:cubicBezTo>
                  <a:cubicBezTo>
                    <a:pt x="1022" y="2003"/>
                    <a:pt x="0" y="2739"/>
                    <a:pt x="0" y="4210"/>
                  </a:cubicBezTo>
                  <a:lnTo>
                    <a:pt x="0" y="5518"/>
                  </a:lnTo>
                  <a:cubicBezTo>
                    <a:pt x="0" y="6887"/>
                    <a:pt x="961" y="7643"/>
                    <a:pt x="2125" y="7643"/>
                  </a:cubicBezTo>
                  <a:cubicBezTo>
                    <a:pt x="2616" y="7643"/>
                    <a:pt x="3351" y="7336"/>
                    <a:pt x="3658" y="6907"/>
                  </a:cubicBezTo>
                  <a:lnTo>
                    <a:pt x="3658" y="7520"/>
                  </a:lnTo>
                  <a:lnTo>
                    <a:pt x="4904" y="7520"/>
                  </a:lnTo>
                  <a:lnTo>
                    <a:pt x="4904"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9" name="Google Shape;768;p65">
              <a:extLst>
                <a:ext uri="{FF2B5EF4-FFF2-40B4-BE49-F238E27FC236}">
                  <a16:creationId xmlns:a16="http://schemas.microsoft.com/office/drawing/2014/main" id="{B1B95E49-AAD9-0DA6-85CB-A1C427A48F83}"/>
                </a:ext>
              </a:extLst>
            </p:cNvPr>
            <p:cNvSpPr/>
            <p:nvPr/>
          </p:nvSpPr>
          <p:spPr>
            <a:xfrm>
              <a:off x="3630675" y="3123125"/>
              <a:ext cx="120075" cy="140500"/>
            </a:xfrm>
            <a:custGeom>
              <a:avLst/>
              <a:gdLst/>
              <a:ahLst/>
              <a:cxnLst/>
              <a:rect l="l" t="t" r="r" b="b"/>
              <a:pathLst>
                <a:path w="4803" h="5620" extrusionOk="0">
                  <a:moveTo>
                    <a:pt x="2494" y="1084"/>
                  </a:moveTo>
                  <a:cubicBezTo>
                    <a:pt x="3004" y="1084"/>
                    <a:pt x="3536" y="1390"/>
                    <a:pt x="3536" y="2126"/>
                  </a:cubicBezTo>
                  <a:lnTo>
                    <a:pt x="3536" y="2269"/>
                  </a:lnTo>
                  <a:lnTo>
                    <a:pt x="1349" y="2269"/>
                  </a:lnTo>
                  <a:lnTo>
                    <a:pt x="1349" y="2187"/>
                  </a:lnTo>
                  <a:cubicBezTo>
                    <a:pt x="1349" y="1390"/>
                    <a:pt x="1942" y="1084"/>
                    <a:pt x="2494" y="1084"/>
                  </a:cubicBezTo>
                  <a:close/>
                  <a:moveTo>
                    <a:pt x="2473" y="1"/>
                  </a:moveTo>
                  <a:cubicBezTo>
                    <a:pt x="1145" y="1"/>
                    <a:pt x="1" y="838"/>
                    <a:pt x="1" y="2371"/>
                  </a:cubicBezTo>
                  <a:lnTo>
                    <a:pt x="1" y="3413"/>
                  </a:lnTo>
                  <a:cubicBezTo>
                    <a:pt x="1" y="4884"/>
                    <a:pt x="1206" y="5620"/>
                    <a:pt x="2534" y="5620"/>
                  </a:cubicBezTo>
                  <a:cubicBezTo>
                    <a:pt x="3474" y="5620"/>
                    <a:pt x="4333" y="5252"/>
                    <a:pt x="4741" y="4414"/>
                  </a:cubicBezTo>
                  <a:lnTo>
                    <a:pt x="3761" y="3842"/>
                  </a:lnTo>
                  <a:cubicBezTo>
                    <a:pt x="3474" y="4251"/>
                    <a:pt x="3025" y="4537"/>
                    <a:pt x="2596" y="4537"/>
                  </a:cubicBezTo>
                  <a:cubicBezTo>
                    <a:pt x="1901" y="4537"/>
                    <a:pt x="1349" y="4149"/>
                    <a:pt x="1349" y="3454"/>
                  </a:cubicBezTo>
                  <a:lnTo>
                    <a:pt x="1349" y="3168"/>
                  </a:lnTo>
                  <a:lnTo>
                    <a:pt x="4803" y="3168"/>
                  </a:lnTo>
                  <a:lnTo>
                    <a:pt x="4803" y="2126"/>
                  </a:lnTo>
                  <a:cubicBezTo>
                    <a:pt x="4803" y="695"/>
                    <a:pt x="3658" y="1"/>
                    <a:pt x="2473"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0" name="Google Shape;769;p65">
              <a:extLst>
                <a:ext uri="{FF2B5EF4-FFF2-40B4-BE49-F238E27FC236}">
                  <a16:creationId xmlns:a16="http://schemas.microsoft.com/office/drawing/2014/main" id="{2A0F285D-B1B9-853C-E249-AF14836C96B9}"/>
                </a:ext>
              </a:extLst>
            </p:cNvPr>
            <p:cNvSpPr/>
            <p:nvPr/>
          </p:nvSpPr>
          <p:spPr>
            <a:xfrm>
              <a:off x="3828375" y="3072550"/>
              <a:ext cx="158400" cy="188525"/>
            </a:xfrm>
            <a:custGeom>
              <a:avLst/>
              <a:gdLst/>
              <a:ahLst/>
              <a:cxnLst/>
              <a:rect l="l" t="t" r="r" b="b"/>
              <a:pathLst>
                <a:path w="6336" h="7541" extrusionOk="0">
                  <a:moveTo>
                    <a:pt x="1" y="1"/>
                  </a:moveTo>
                  <a:lnTo>
                    <a:pt x="2473" y="7541"/>
                  </a:lnTo>
                  <a:lnTo>
                    <a:pt x="3842" y="7541"/>
                  </a:lnTo>
                  <a:lnTo>
                    <a:pt x="6335" y="1"/>
                  </a:lnTo>
                  <a:lnTo>
                    <a:pt x="4925" y="1"/>
                  </a:lnTo>
                  <a:lnTo>
                    <a:pt x="3229" y="5538"/>
                  </a:lnTo>
                  <a:lnTo>
                    <a:pt x="3209" y="5538"/>
                  </a:lnTo>
                  <a:lnTo>
                    <a:pt x="1513"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1" name="Google Shape;770;p65">
              <a:extLst>
                <a:ext uri="{FF2B5EF4-FFF2-40B4-BE49-F238E27FC236}">
                  <a16:creationId xmlns:a16="http://schemas.microsoft.com/office/drawing/2014/main" id="{BDCB20E0-A9BC-9716-AC2E-153B7526DA9D}"/>
                </a:ext>
              </a:extLst>
            </p:cNvPr>
            <p:cNvSpPr/>
            <p:nvPr/>
          </p:nvSpPr>
          <p:spPr>
            <a:xfrm>
              <a:off x="3982150" y="3122625"/>
              <a:ext cx="120075" cy="140500"/>
            </a:xfrm>
            <a:custGeom>
              <a:avLst/>
              <a:gdLst/>
              <a:ahLst/>
              <a:cxnLst/>
              <a:rect l="l" t="t" r="r" b="b"/>
              <a:pathLst>
                <a:path w="4803" h="5620" extrusionOk="0">
                  <a:moveTo>
                    <a:pt x="3413" y="3249"/>
                  </a:moveTo>
                  <a:lnTo>
                    <a:pt x="3413" y="3515"/>
                  </a:lnTo>
                  <a:cubicBezTo>
                    <a:pt x="3413" y="4107"/>
                    <a:pt x="3249" y="4598"/>
                    <a:pt x="2228" y="4598"/>
                  </a:cubicBezTo>
                  <a:cubicBezTo>
                    <a:pt x="1615" y="4598"/>
                    <a:pt x="1247" y="4373"/>
                    <a:pt x="1247" y="3923"/>
                  </a:cubicBezTo>
                  <a:cubicBezTo>
                    <a:pt x="1247" y="3454"/>
                    <a:pt x="1615" y="3249"/>
                    <a:pt x="2166" y="3249"/>
                  </a:cubicBezTo>
                  <a:close/>
                  <a:moveTo>
                    <a:pt x="2391" y="0"/>
                  </a:moveTo>
                  <a:cubicBezTo>
                    <a:pt x="1390" y="0"/>
                    <a:pt x="266" y="409"/>
                    <a:pt x="266" y="1594"/>
                  </a:cubicBezTo>
                  <a:lnTo>
                    <a:pt x="266" y="1737"/>
                  </a:lnTo>
                  <a:lnTo>
                    <a:pt x="1410" y="1737"/>
                  </a:lnTo>
                  <a:lnTo>
                    <a:pt x="1410" y="1553"/>
                  </a:lnTo>
                  <a:cubicBezTo>
                    <a:pt x="1410" y="1206"/>
                    <a:pt x="1819" y="1001"/>
                    <a:pt x="2391" y="1001"/>
                  </a:cubicBezTo>
                  <a:cubicBezTo>
                    <a:pt x="3045" y="1001"/>
                    <a:pt x="3413" y="1247"/>
                    <a:pt x="3413" y="1819"/>
                  </a:cubicBezTo>
                  <a:lnTo>
                    <a:pt x="3413" y="2330"/>
                  </a:lnTo>
                  <a:lnTo>
                    <a:pt x="1982" y="2330"/>
                  </a:lnTo>
                  <a:cubicBezTo>
                    <a:pt x="940" y="2330"/>
                    <a:pt x="0" y="2943"/>
                    <a:pt x="0" y="3985"/>
                  </a:cubicBezTo>
                  <a:cubicBezTo>
                    <a:pt x="0" y="5006"/>
                    <a:pt x="756" y="5620"/>
                    <a:pt x="1880" y="5620"/>
                  </a:cubicBezTo>
                  <a:cubicBezTo>
                    <a:pt x="2575" y="5620"/>
                    <a:pt x="2984" y="5517"/>
                    <a:pt x="3454" y="5027"/>
                  </a:cubicBezTo>
                  <a:lnTo>
                    <a:pt x="3474" y="5027"/>
                  </a:lnTo>
                  <a:cubicBezTo>
                    <a:pt x="3495" y="5109"/>
                    <a:pt x="3515" y="5436"/>
                    <a:pt x="3535" y="5517"/>
                  </a:cubicBezTo>
                  <a:lnTo>
                    <a:pt x="4802" y="5517"/>
                  </a:lnTo>
                  <a:cubicBezTo>
                    <a:pt x="4741" y="5395"/>
                    <a:pt x="4700" y="4598"/>
                    <a:pt x="4700" y="4353"/>
                  </a:cubicBezTo>
                  <a:lnTo>
                    <a:pt x="4700" y="1717"/>
                  </a:lnTo>
                  <a:cubicBezTo>
                    <a:pt x="4700" y="409"/>
                    <a:pt x="3597" y="0"/>
                    <a:pt x="2391"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2" name="Google Shape;771;p65">
              <a:extLst>
                <a:ext uri="{FF2B5EF4-FFF2-40B4-BE49-F238E27FC236}">
                  <a16:creationId xmlns:a16="http://schemas.microsoft.com/office/drawing/2014/main" id="{06C890EF-105C-EF6A-F215-074BCE02FA1C}"/>
                </a:ext>
              </a:extLst>
            </p:cNvPr>
            <p:cNvSpPr/>
            <p:nvPr/>
          </p:nvSpPr>
          <p:spPr>
            <a:xfrm>
              <a:off x="4127225" y="3123125"/>
              <a:ext cx="120575" cy="140500"/>
            </a:xfrm>
            <a:custGeom>
              <a:avLst/>
              <a:gdLst/>
              <a:ahLst/>
              <a:cxnLst/>
              <a:rect l="l" t="t" r="r" b="b"/>
              <a:pathLst>
                <a:path w="4823" h="5620" extrusionOk="0">
                  <a:moveTo>
                    <a:pt x="2473" y="1"/>
                  </a:moveTo>
                  <a:cubicBezTo>
                    <a:pt x="1124" y="1"/>
                    <a:pt x="1" y="838"/>
                    <a:pt x="1" y="2371"/>
                  </a:cubicBezTo>
                  <a:lnTo>
                    <a:pt x="1" y="3413"/>
                  </a:lnTo>
                  <a:cubicBezTo>
                    <a:pt x="1" y="4843"/>
                    <a:pt x="1186" y="5620"/>
                    <a:pt x="2514" y="5620"/>
                  </a:cubicBezTo>
                  <a:cubicBezTo>
                    <a:pt x="3679" y="5620"/>
                    <a:pt x="4823" y="4946"/>
                    <a:pt x="4823" y="3515"/>
                  </a:cubicBezTo>
                  <a:lnTo>
                    <a:pt x="4823" y="3454"/>
                  </a:lnTo>
                  <a:lnTo>
                    <a:pt x="3577" y="3454"/>
                  </a:lnTo>
                  <a:lnTo>
                    <a:pt x="3577" y="3515"/>
                  </a:lnTo>
                  <a:cubicBezTo>
                    <a:pt x="3577" y="4251"/>
                    <a:pt x="3025" y="4537"/>
                    <a:pt x="2514" y="4537"/>
                  </a:cubicBezTo>
                  <a:cubicBezTo>
                    <a:pt x="1819" y="4537"/>
                    <a:pt x="1329" y="4149"/>
                    <a:pt x="1329" y="3454"/>
                  </a:cubicBezTo>
                  <a:lnTo>
                    <a:pt x="1329" y="2187"/>
                  </a:lnTo>
                  <a:cubicBezTo>
                    <a:pt x="1329" y="1390"/>
                    <a:pt x="1921" y="1084"/>
                    <a:pt x="2473" y="1084"/>
                  </a:cubicBezTo>
                  <a:cubicBezTo>
                    <a:pt x="3004" y="1084"/>
                    <a:pt x="3577" y="1390"/>
                    <a:pt x="3577" y="2126"/>
                  </a:cubicBezTo>
                  <a:lnTo>
                    <a:pt x="3577" y="2228"/>
                  </a:lnTo>
                  <a:lnTo>
                    <a:pt x="4823" y="2228"/>
                  </a:lnTo>
                  <a:lnTo>
                    <a:pt x="4823" y="2126"/>
                  </a:lnTo>
                  <a:cubicBezTo>
                    <a:pt x="4823" y="695"/>
                    <a:pt x="3638" y="1"/>
                    <a:pt x="2473"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3" name="Google Shape;772;p65">
              <a:extLst>
                <a:ext uri="{FF2B5EF4-FFF2-40B4-BE49-F238E27FC236}">
                  <a16:creationId xmlns:a16="http://schemas.microsoft.com/office/drawing/2014/main" id="{D0CBD441-18F6-3635-3DFD-D8AC540EC661}"/>
                </a:ext>
              </a:extLst>
            </p:cNvPr>
            <p:cNvSpPr/>
            <p:nvPr/>
          </p:nvSpPr>
          <p:spPr>
            <a:xfrm>
              <a:off x="4265675" y="3123125"/>
              <a:ext cx="121100" cy="140500"/>
            </a:xfrm>
            <a:custGeom>
              <a:avLst/>
              <a:gdLst/>
              <a:ahLst/>
              <a:cxnLst/>
              <a:rect l="l" t="t" r="r" b="b"/>
              <a:pathLst>
                <a:path w="4844" h="5620" extrusionOk="0">
                  <a:moveTo>
                    <a:pt x="2473" y="1"/>
                  </a:moveTo>
                  <a:cubicBezTo>
                    <a:pt x="1145" y="1"/>
                    <a:pt x="0" y="838"/>
                    <a:pt x="0" y="2371"/>
                  </a:cubicBezTo>
                  <a:lnTo>
                    <a:pt x="0" y="3413"/>
                  </a:lnTo>
                  <a:cubicBezTo>
                    <a:pt x="0" y="4843"/>
                    <a:pt x="1185" y="5620"/>
                    <a:pt x="2514" y="5620"/>
                  </a:cubicBezTo>
                  <a:cubicBezTo>
                    <a:pt x="3678" y="5620"/>
                    <a:pt x="4843" y="4946"/>
                    <a:pt x="4843" y="3515"/>
                  </a:cubicBezTo>
                  <a:lnTo>
                    <a:pt x="4843" y="3454"/>
                  </a:lnTo>
                  <a:lnTo>
                    <a:pt x="3576" y="3454"/>
                  </a:lnTo>
                  <a:lnTo>
                    <a:pt x="3576" y="3515"/>
                  </a:lnTo>
                  <a:cubicBezTo>
                    <a:pt x="3576" y="4251"/>
                    <a:pt x="3045" y="4537"/>
                    <a:pt x="2514" y="4537"/>
                  </a:cubicBezTo>
                  <a:cubicBezTo>
                    <a:pt x="1839" y="4537"/>
                    <a:pt x="1328" y="4149"/>
                    <a:pt x="1328" y="3454"/>
                  </a:cubicBezTo>
                  <a:lnTo>
                    <a:pt x="1328" y="2187"/>
                  </a:lnTo>
                  <a:cubicBezTo>
                    <a:pt x="1328" y="1390"/>
                    <a:pt x="1921" y="1084"/>
                    <a:pt x="2473" y="1084"/>
                  </a:cubicBezTo>
                  <a:cubicBezTo>
                    <a:pt x="3004" y="1084"/>
                    <a:pt x="3576" y="1390"/>
                    <a:pt x="3576" y="2126"/>
                  </a:cubicBezTo>
                  <a:lnTo>
                    <a:pt x="3576" y="2228"/>
                  </a:lnTo>
                  <a:lnTo>
                    <a:pt x="4843" y="2228"/>
                  </a:lnTo>
                  <a:lnTo>
                    <a:pt x="4843" y="2126"/>
                  </a:lnTo>
                  <a:cubicBezTo>
                    <a:pt x="4843" y="695"/>
                    <a:pt x="3637" y="1"/>
                    <a:pt x="2473"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4" name="Google Shape;773;p65">
              <a:extLst>
                <a:ext uri="{FF2B5EF4-FFF2-40B4-BE49-F238E27FC236}">
                  <a16:creationId xmlns:a16="http://schemas.microsoft.com/office/drawing/2014/main" id="{959ACF12-3918-B6BC-A3B1-7E11356638F8}"/>
                </a:ext>
              </a:extLst>
            </p:cNvPr>
            <p:cNvSpPr/>
            <p:nvPr/>
          </p:nvSpPr>
          <p:spPr>
            <a:xfrm>
              <a:off x="4410750" y="3070500"/>
              <a:ext cx="31700" cy="190075"/>
            </a:xfrm>
            <a:custGeom>
              <a:avLst/>
              <a:gdLst/>
              <a:ahLst/>
              <a:cxnLst/>
              <a:rect l="l" t="t" r="r" b="b"/>
              <a:pathLst>
                <a:path w="1268" h="7603" extrusionOk="0">
                  <a:moveTo>
                    <a:pt x="0" y="1"/>
                  </a:moveTo>
                  <a:lnTo>
                    <a:pt x="0" y="1370"/>
                  </a:lnTo>
                  <a:lnTo>
                    <a:pt x="1267" y="1370"/>
                  </a:lnTo>
                  <a:lnTo>
                    <a:pt x="1267" y="1"/>
                  </a:lnTo>
                  <a:close/>
                  <a:moveTo>
                    <a:pt x="0" y="2208"/>
                  </a:moveTo>
                  <a:lnTo>
                    <a:pt x="0" y="7602"/>
                  </a:lnTo>
                  <a:lnTo>
                    <a:pt x="1267" y="7602"/>
                  </a:lnTo>
                  <a:lnTo>
                    <a:pt x="1267" y="2208"/>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5" name="Google Shape;774;p65">
              <a:extLst>
                <a:ext uri="{FF2B5EF4-FFF2-40B4-BE49-F238E27FC236}">
                  <a16:creationId xmlns:a16="http://schemas.microsoft.com/office/drawing/2014/main" id="{1FCF76DC-2812-BC7B-1A3A-067B0FDB9354}"/>
                </a:ext>
              </a:extLst>
            </p:cNvPr>
            <p:cNvSpPr/>
            <p:nvPr/>
          </p:nvSpPr>
          <p:spPr>
            <a:xfrm>
              <a:off x="4477675" y="3123125"/>
              <a:ext cx="117000" cy="137450"/>
            </a:xfrm>
            <a:custGeom>
              <a:avLst/>
              <a:gdLst/>
              <a:ahLst/>
              <a:cxnLst/>
              <a:rect l="l" t="t" r="r" b="b"/>
              <a:pathLst>
                <a:path w="4680" h="5498" extrusionOk="0">
                  <a:moveTo>
                    <a:pt x="2800" y="1"/>
                  </a:moveTo>
                  <a:cubicBezTo>
                    <a:pt x="2187" y="1"/>
                    <a:pt x="1615" y="246"/>
                    <a:pt x="1267" y="757"/>
                  </a:cubicBezTo>
                  <a:lnTo>
                    <a:pt x="1247" y="757"/>
                  </a:lnTo>
                  <a:lnTo>
                    <a:pt x="1247" y="103"/>
                  </a:lnTo>
                  <a:lnTo>
                    <a:pt x="0" y="103"/>
                  </a:lnTo>
                  <a:lnTo>
                    <a:pt x="0" y="5497"/>
                  </a:lnTo>
                  <a:lnTo>
                    <a:pt x="1288" y="5497"/>
                  </a:lnTo>
                  <a:lnTo>
                    <a:pt x="1288" y="2473"/>
                  </a:lnTo>
                  <a:cubicBezTo>
                    <a:pt x="1288" y="1554"/>
                    <a:pt x="1696" y="1124"/>
                    <a:pt x="2391" y="1124"/>
                  </a:cubicBezTo>
                  <a:cubicBezTo>
                    <a:pt x="3045" y="1124"/>
                    <a:pt x="3392" y="1554"/>
                    <a:pt x="3392" y="2371"/>
                  </a:cubicBezTo>
                  <a:lnTo>
                    <a:pt x="3392" y="5497"/>
                  </a:lnTo>
                  <a:lnTo>
                    <a:pt x="4680" y="5497"/>
                  </a:lnTo>
                  <a:lnTo>
                    <a:pt x="4680" y="2044"/>
                  </a:lnTo>
                  <a:cubicBezTo>
                    <a:pt x="4680" y="757"/>
                    <a:pt x="4005" y="1"/>
                    <a:pt x="2800"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6" name="Google Shape;775;p65">
              <a:extLst>
                <a:ext uri="{FF2B5EF4-FFF2-40B4-BE49-F238E27FC236}">
                  <a16:creationId xmlns:a16="http://schemas.microsoft.com/office/drawing/2014/main" id="{4F8D8421-0944-8180-47F0-ADC587A00C49}"/>
                </a:ext>
              </a:extLst>
            </p:cNvPr>
            <p:cNvSpPr/>
            <p:nvPr/>
          </p:nvSpPr>
          <p:spPr>
            <a:xfrm>
              <a:off x="4619175" y="3122625"/>
              <a:ext cx="120075" cy="140500"/>
            </a:xfrm>
            <a:custGeom>
              <a:avLst/>
              <a:gdLst/>
              <a:ahLst/>
              <a:cxnLst/>
              <a:rect l="l" t="t" r="r" b="b"/>
              <a:pathLst>
                <a:path w="4803" h="5620" extrusionOk="0">
                  <a:moveTo>
                    <a:pt x="3433" y="3249"/>
                  </a:moveTo>
                  <a:lnTo>
                    <a:pt x="3433" y="3515"/>
                  </a:lnTo>
                  <a:cubicBezTo>
                    <a:pt x="3433" y="4107"/>
                    <a:pt x="3250" y="4598"/>
                    <a:pt x="2228" y="4598"/>
                  </a:cubicBezTo>
                  <a:cubicBezTo>
                    <a:pt x="1615" y="4598"/>
                    <a:pt x="1247" y="4373"/>
                    <a:pt x="1247" y="3923"/>
                  </a:cubicBezTo>
                  <a:cubicBezTo>
                    <a:pt x="1247" y="3454"/>
                    <a:pt x="1615" y="3249"/>
                    <a:pt x="2167" y="3249"/>
                  </a:cubicBezTo>
                  <a:close/>
                  <a:moveTo>
                    <a:pt x="2412" y="0"/>
                  </a:moveTo>
                  <a:cubicBezTo>
                    <a:pt x="1390" y="0"/>
                    <a:pt x="266" y="409"/>
                    <a:pt x="266" y="1594"/>
                  </a:cubicBezTo>
                  <a:lnTo>
                    <a:pt x="266" y="1737"/>
                  </a:lnTo>
                  <a:lnTo>
                    <a:pt x="1431" y="1737"/>
                  </a:lnTo>
                  <a:lnTo>
                    <a:pt x="1431" y="1553"/>
                  </a:lnTo>
                  <a:cubicBezTo>
                    <a:pt x="1431" y="1206"/>
                    <a:pt x="1840" y="1001"/>
                    <a:pt x="2391" y="1001"/>
                  </a:cubicBezTo>
                  <a:cubicBezTo>
                    <a:pt x="3045" y="1001"/>
                    <a:pt x="3433" y="1247"/>
                    <a:pt x="3433" y="1819"/>
                  </a:cubicBezTo>
                  <a:lnTo>
                    <a:pt x="3433" y="2330"/>
                  </a:lnTo>
                  <a:lnTo>
                    <a:pt x="2003" y="2330"/>
                  </a:lnTo>
                  <a:cubicBezTo>
                    <a:pt x="941" y="2330"/>
                    <a:pt x="1" y="2943"/>
                    <a:pt x="1" y="3985"/>
                  </a:cubicBezTo>
                  <a:cubicBezTo>
                    <a:pt x="1" y="5006"/>
                    <a:pt x="757" y="5620"/>
                    <a:pt x="1881" y="5620"/>
                  </a:cubicBezTo>
                  <a:cubicBezTo>
                    <a:pt x="2575" y="5620"/>
                    <a:pt x="2984" y="5517"/>
                    <a:pt x="3454" y="5027"/>
                  </a:cubicBezTo>
                  <a:lnTo>
                    <a:pt x="3474" y="5027"/>
                  </a:lnTo>
                  <a:cubicBezTo>
                    <a:pt x="3495" y="5109"/>
                    <a:pt x="3515" y="5436"/>
                    <a:pt x="3536" y="5517"/>
                  </a:cubicBezTo>
                  <a:lnTo>
                    <a:pt x="4803" y="5517"/>
                  </a:lnTo>
                  <a:cubicBezTo>
                    <a:pt x="4741" y="5395"/>
                    <a:pt x="4721" y="4598"/>
                    <a:pt x="4721" y="4353"/>
                  </a:cubicBezTo>
                  <a:lnTo>
                    <a:pt x="4721" y="1717"/>
                  </a:lnTo>
                  <a:cubicBezTo>
                    <a:pt x="4721" y="409"/>
                    <a:pt x="3597" y="0"/>
                    <a:pt x="2412"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7" name="Google Shape;776;p65">
              <a:extLst>
                <a:ext uri="{FF2B5EF4-FFF2-40B4-BE49-F238E27FC236}">
                  <a16:creationId xmlns:a16="http://schemas.microsoft.com/office/drawing/2014/main" id="{A97C55ED-D7BB-4BDD-7037-753EDF3E73AF}"/>
                </a:ext>
              </a:extLst>
            </p:cNvPr>
            <p:cNvSpPr/>
            <p:nvPr/>
          </p:nvSpPr>
          <p:spPr>
            <a:xfrm>
              <a:off x="4756600" y="3084825"/>
              <a:ext cx="79725" cy="177800"/>
            </a:xfrm>
            <a:custGeom>
              <a:avLst/>
              <a:gdLst/>
              <a:ahLst/>
              <a:cxnLst/>
              <a:rect l="l" t="t" r="r" b="b"/>
              <a:pathLst>
                <a:path w="3189" h="7112" extrusionOk="0">
                  <a:moveTo>
                    <a:pt x="736" y="0"/>
                  </a:moveTo>
                  <a:lnTo>
                    <a:pt x="736" y="1635"/>
                  </a:lnTo>
                  <a:lnTo>
                    <a:pt x="0" y="1635"/>
                  </a:lnTo>
                  <a:lnTo>
                    <a:pt x="0" y="2656"/>
                  </a:lnTo>
                  <a:lnTo>
                    <a:pt x="736" y="2656"/>
                  </a:lnTo>
                  <a:lnTo>
                    <a:pt x="736" y="5742"/>
                  </a:lnTo>
                  <a:cubicBezTo>
                    <a:pt x="736" y="6702"/>
                    <a:pt x="1410" y="7111"/>
                    <a:pt x="2248" y="7111"/>
                  </a:cubicBezTo>
                  <a:cubicBezTo>
                    <a:pt x="2432" y="7111"/>
                    <a:pt x="2902" y="7070"/>
                    <a:pt x="3188" y="7009"/>
                  </a:cubicBezTo>
                  <a:lnTo>
                    <a:pt x="3188" y="5905"/>
                  </a:lnTo>
                  <a:cubicBezTo>
                    <a:pt x="2943" y="5946"/>
                    <a:pt x="2779" y="5967"/>
                    <a:pt x="2534" y="5967"/>
                  </a:cubicBezTo>
                  <a:cubicBezTo>
                    <a:pt x="2228" y="5967"/>
                    <a:pt x="2023" y="5844"/>
                    <a:pt x="2023" y="5435"/>
                  </a:cubicBezTo>
                  <a:lnTo>
                    <a:pt x="2023" y="2656"/>
                  </a:lnTo>
                  <a:lnTo>
                    <a:pt x="3188" y="2656"/>
                  </a:lnTo>
                  <a:lnTo>
                    <a:pt x="3188" y="1635"/>
                  </a:lnTo>
                  <a:lnTo>
                    <a:pt x="2023" y="1635"/>
                  </a:lnTo>
                  <a:lnTo>
                    <a:pt x="2023" y="0"/>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8" name="Google Shape;777;p65">
              <a:extLst>
                <a:ext uri="{FF2B5EF4-FFF2-40B4-BE49-F238E27FC236}">
                  <a16:creationId xmlns:a16="http://schemas.microsoft.com/office/drawing/2014/main" id="{65CBDDC3-A67A-A945-D910-61BFB028D95D}"/>
                </a:ext>
              </a:extLst>
            </p:cNvPr>
            <p:cNvSpPr/>
            <p:nvPr/>
          </p:nvSpPr>
          <p:spPr>
            <a:xfrm>
              <a:off x="4857750" y="3070500"/>
              <a:ext cx="32200" cy="190075"/>
            </a:xfrm>
            <a:custGeom>
              <a:avLst/>
              <a:gdLst/>
              <a:ahLst/>
              <a:cxnLst/>
              <a:rect l="l" t="t" r="r" b="b"/>
              <a:pathLst>
                <a:path w="1288" h="7603" extrusionOk="0">
                  <a:moveTo>
                    <a:pt x="0" y="1"/>
                  </a:moveTo>
                  <a:lnTo>
                    <a:pt x="0" y="1370"/>
                  </a:lnTo>
                  <a:lnTo>
                    <a:pt x="1288" y="1370"/>
                  </a:lnTo>
                  <a:lnTo>
                    <a:pt x="1288" y="1"/>
                  </a:lnTo>
                  <a:close/>
                  <a:moveTo>
                    <a:pt x="0" y="2208"/>
                  </a:moveTo>
                  <a:lnTo>
                    <a:pt x="0" y="7602"/>
                  </a:lnTo>
                  <a:lnTo>
                    <a:pt x="1288" y="7602"/>
                  </a:lnTo>
                  <a:lnTo>
                    <a:pt x="1288" y="2208"/>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9" name="Google Shape;778;p65">
              <a:extLst>
                <a:ext uri="{FF2B5EF4-FFF2-40B4-BE49-F238E27FC236}">
                  <a16:creationId xmlns:a16="http://schemas.microsoft.com/office/drawing/2014/main" id="{BC985F54-5897-946C-E7DE-76A242B45437}"/>
                </a:ext>
              </a:extLst>
            </p:cNvPr>
            <p:cNvSpPr/>
            <p:nvPr/>
          </p:nvSpPr>
          <p:spPr>
            <a:xfrm>
              <a:off x="4918525" y="3123125"/>
              <a:ext cx="122650" cy="140500"/>
            </a:xfrm>
            <a:custGeom>
              <a:avLst/>
              <a:gdLst/>
              <a:ahLst/>
              <a:cxnLst/>
              <a:rect l="l" t="t" r="r" b="b"/>
              <a:pathLst>
                <a:path w="4906" h="5620" extrusionOk="0">
                  <a:moveTo>
                    <a:pt x="2433" y="1104"/>
                  </a:moveTo>
                  <a:cubicBezTo>
                    <a:pt x="3107" y="1104"/>
                    <a:pt x="3597" y="1472"/>
                    <a:pt x="3597" y="2126"/>
                  </a:cubicBezTo>
                  <a:lnTo>
                    <a:pt x="3597" y="3474"/>
                  </a:lnTo>
                  <a:cubicBezTo>
                    <a:pt x="3597" y="4251"/>
                    <a:pt x="3025" y="4537"/>
                    <a:pt x="2473" y="4537"/>
                  </a:cubicBezTo>
                  <a:cubicBezTo>
                    <a:pt x="1820"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3" y="5620"/>
                  </a:cubicBezTo>
                  <a:cubicBezTo>
                    <a:pt x="367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 name="Google Shape;779;p65">
              <a:extLst>
                <a:ext uri="{FF2B5EF4-FFF2-40B4-BE49-F238E27FC236}">
                  <a16:creationId xmlns:a16="http://schemas.microsoft.com/office/drawing/2014/main" id="{F2E65C54-3827-B46C-06ED-F6AB349BDFB2}"/>
                </a:ext>
              </a:extLst>
            </p:cNvPr>
            <p:cNvSpPr/>
            <p:nvPr/>
          </p:nvSpPr>
          <p:spPr>
            <a:xfrm>
              <a:off x="5069750" y="3123125"/>
              <a:ext cx="117525" cy="137450"/>
            </a:xfrm>
            <a:custGeom>
              <a:avLst/>
              <a:gdLst/>
              <a:ahLst/>
              <a:cxnLst/>
              <a:rect l="l" t="t" r="r" b="b"/>
              <a:pathLst>
                <a:path w="4701"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6" y="1124"/>
                    <a:pt x="2412" y="1124"/>
                  </a:cubicBezTo>
                  <a:cubicBezTo>
                    <a:pt x="3066" y="1124"/>
                    <a:pt x="3413" y="1554"/>
                    <a:pt x="3413" y="2371"/>
                  </a:cubicBezTo>
                  <a:lnTo>
                    <a:pt x="3413" y="5497"/>
                  </a:lnTo>
                  <a:lnTo>
                    <a:pt x="4700" y="5497"/>
                  </a:lnTo>
                  <a:lnTo>
                    <a:pt x="4700" y="2044"/>
                  </a:lnTo>
                  <a:cubicBezTo>
                    <a:pt x="4700" y="757"/>
                    <a:pt x="4026" y="1"/>
                    <a:pt x="2800"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1" name="Google Shape;780;p65">
              <a:extLst>
                <a:ext uri="{FF2B5EF4-FFF2-40B4-BE49-F238E27FC236}">
                  <a16:creationId xmlns:a16="http://schemas.microsoft.com/office/drawing/2014/main" id="{017393B3-44A6-4517-0B71-2BF678569EAD}"/>
                </a:ext>
              </a:extLst>
            </p:cNvPr>
            <p:cNvSpPr/>
            <p:nvPr/>
          </p:nvSpPr>
          <p:spPr>
            <a:xfrm>
              <a:off x="5706775" y="2440125"/>
              <a:ext cx="147675" cy="188025"/>
            </a:xfrm>
            <a:custGeom>
              <a:avLst/>
              <a:gdLst/>
              <a:ahLst/>
              <a:cxnLst/>
              <a:rect l="l" t="t" r="r" b="b"/>
              <a:pathLst>
                <a:path w="5907" h="7521" extrusionOk="0">
                  <a:moveTo>
                    <a:pt x="2780" y="1186"/>
                  </a:moveTo>
                  <a:cubicBezTo>
                    <a:pt x="3577" y="1186"/>
                    <a:pt x="4149" y="1472"/>
                    <a:pt x="4149" y="2350"/>
                  </a:cubicBezTo>
                  <a:cubicBezTo>
                    <a:pt x="4149" y="3127"/>
                    <a:pt x="3618" y="3515"/>
                    <a:pt x="2800" y="3515"/>
                  </a:cubicBezTo>
                  <a:lnTo>
                    <a:pt x="1411" y="3515"/>
                  </a:lnTo>
                  <a:lnTo>
                    <a:pt x="1411" y="1186"/>
                  </a:lnTo>
                  <a:close/>
                  <a:moveTo>
                    <a:pt x="1" y="1"/>
                  </a:moveTo>
                  <a:lnTo>
                    <a:pt x="1" y="7520"/>
                  </a:lnTo>
                  <a:lnTo>
                    <a:pt x="1411" y="7520"/>
                  </a:lnTo>
                  <a:lnTo>
                    <a:pt x="1411" y="4700"/>
                  </a:lnTo>
                  <a:lnTo>
                    <a:pt x="2616" y="4700"/>
                  </a:lnTo>
                  <a:lnTo>
                    <a:pt x="4374" y="7520"/>
                  </a:lnTo>
                  <a:lnTo>
                    <a:pt x="5906" y="7520"/>
                  </a:lnTo>
                  <a:lnTo>
                    <a:pt x="4047" y="4537"/>
                  </a:lnTo>
                  <a:cubicBezTo>
                    <a:pt x="5048" y="4189"/>
                    <a:pt x="5538" y="3250"/>
                    <a:pt x="5538" y="2371"/>
                  </a:cubicBezTo>
                  <a:cubicBezTo>
                    <a:pt x="5538" y="818"/>
                    <a:pt x="4394" y="1"/>
                    <a:pt x="2984"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781;p65">
              <a:extLst>
                <a:ext uri="{FF2B5EF4-FFF2-40B4-BE49-F238E27FC236}">
                  <a16:creationId xmlns:a16="http://schemas.microsoft.com/office/drawing/2014/main" id="{B8DFBA11-2D76-6F34-9148-18E24039F141}"/>
                </a:ext>
              </a:extLst>
            </p:cNvPr>
            <p:cNvSpPr/>
            <p:nvPr/>
          </p:nvSpPr>
          <p:spPr>
            <a:xfrm>
              <a:off x="5868725" y="2425825"/>
              <a:ext cx="120575" cy="205375"/>
            </a:xfrm>
            <a:custGeom>
              <a:avLst/>
              <a:gdLst/>
              <a:ahLst/>
              <a:cxnLst/>
              <a:rect l="l" t="t" r="r" b="b"/>
              <a:pathLst>
                <a:path w="4823" h="8215" extrusionOk="0">
                  <a:moveTo>
                    <a:pt x="2841" y="0"/>
                  </a:moveTo>
                  <a:lnTo>
                    <a:pt x="1942" y="1839"/>
                  </a:lnTo>
                  <a:lnTo>
                    <a:pt x="2943" y="1839"/>
                  </a:lnTo>
                  <a:lnTo>
                    <a:pt x="4291" y="0"/>
                  </a:lnTo>
                  <a:close/>
                  <a:moveTo>
                    <a:pt x="2493" y="3678"/>
                  </a:moveTo>
                  <a:cubicBezTo>
                    <a:pt x="3004" y="3678"/>
                    <a:pt x="3535" y="3985"/>
                    <a:pt x="3535" y="4721"/>
                  </a:cubicBezTo>
                  <a:lnTo>
                    <a:pt x="3535" y="4864"/>
                  </a:lnTo>
                  <a:lnTo>
                    <a:pt x="1349" y="4864"/>
                  </a:lnTo>
                  <a:lnTo>
                    <a:pt x="1349" y="4782"/>
                  </a:lnTo>
                  <a:cubicBezTo>
                    <a:pt x="1349" y="3985"/>
                    <a:pt x="1942" y="3678"/>
                    <a:pt x="2493" y="3678"/>
                  </a:cubicBezTo>
                  <a:close/>
                  <a:moveTo>
                    <a:pt x="2493" y="2595"/>
                  </a:moveTo>
                  <a:cubicBezTo>
                    <a:pt x="1145" y="2595"/>
                    <a:pt x="0" y="3433"/>
                    <a:pt x="0" y="4966"/>
                  </a:cubicBezTo>
                  <a:lnTo>
                    <a:pt x="0" y="6008"/>
                  </a:lnTo>
                  <a:cubicBezTo>
                    <a:pt x="0" y="7479"/>
                    <a:pt x="1206" y="8215"/>
                    <a:pt x="2534" y="8215"/>
                  </a:cubicBezTo>
                  <a:cubicBezTo>
                    <a:pt x="3474" y="8215"/>
                    <a:pt x="4332" y="7847"/>
                    <a:pt x="4761" y="7009"/>
                  </a:cubicBezTo>
                  <a:lnTo>
                    <a:pt x="3760" y="6437"/>
                  </a:lnTo>
                  <a:cubicBezTo>
                    <a:pt x="3474" y="6866"/>
                    <a:pt x="3025" y="7132"/>
                    <a:pt x="2595" y="7132"/>
                  </a:cubicBezTo>
                  <a:cubicBezTo>
                    <a:pt x="1901" y="7132"/>
                    <a:pt x="1349" y="6744"/>
                    <a:pt x="1349" y="6049"/>
                  </a:cubicBezTo>
                  <a:lnTo>
                    <a:pt x="1349" y="5763"/>
                  </a:lnTo>
                  <a:lnTo>
                    <a:pt x="4823" y="5763"/>
                  </a:lnTo>
                  <a:lnTo>
                    <a:pt x="4823" y="4721"/>
                  </a:lnTo>
                  <a:cubicBezTo>
                    <a:pt x="4823" y="3290"/>
                    <a:pt x="3658" y="2595"/>
                    <a:pt x="2493" y="2595"/>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3" name="Google Shape;782;p65">
              <a:extLst>
                <a:ext uri="{FF2B5EF4-FFF2-40B4-BE49-F238E27FC236}">
                  <a16:creationId xmlns:a16="http://schemas.microsoft.com/office/drawing/2014/main" id="{2424AA8A-645A-8429-D6D5-BA1413064806}"/>
                </a:ext>
              </a:extLst>
            </p:cNvPr>
            <p:cNvSpPr/>
            <p:nvPr/>
          </p:nvSpPr>
          <p:spPr>
            <a:xfrm>
              <a:off x="6017900" y="2490200"/>
              <a:ext cx="123125" cy="188525"/>
            </a:xfrm>
            <a:custGeom>
              <a:avLst/>
              <a:gdLst/>
              <a:ahLst/>
              <a:cxnLst/>
              <a:rect l="l" t="t" r="r" b="b"/>
              <a:pathLst>
                <a:path w="4925" h="7541" extrusionOk="0">
                  <a:moveTo>
                    <a:pt x="2452" y="1124"/>
                  </a:moveTo>
                  <a:cubicBezTo>
                    <a:pt x="3106" y="1124"/>
                    <a:pt x="3617" y="1492"/>
                    <a:pt x="3617" y="2146"/>
                  </a:cubicBezTo>
                  <a:lnTo>
                    <a:pt x="3617" y="3494"/>
                  </a:lnTo>
                  <a:cubicBezTo>
                    <a:pt x="3617" y="4271"/>
                    <a:pt x="3024" y="4557"/>
                    <a:pt x="2473" y="4557"/>
                  </a:cubicBezTo>
                  <a:cubicBezTo>
                    <a:pt x="1819" y="4557"/>
                    <a:pt x="1287" y="4169"/>
                    <a:pt x="1287" y="3515"/>
                  </a:cubicBezTo>
                  <a:lnTo>
                    <a:pt x="1287" y="2268"/>
                  </a:lnTo>
                  <a:cubicBezTo>
                    <a:pt x="1287" y="1471"/>
                    <a:pt x="1900" y="1124"/>
                    <a:pt x="2452" y="1124"/>
                  </a:cubicBezTo>
                  <a:close/>
                  <a:moveTo>
                    <a:pt x="2800" y="0"/>
                  </a:moveTo>
                  <a:cubicBezTo>
                    <a:pt x="2309" y="0"/>
                    <a:pt x="1696" y="225"/>
                    <a:pt x="1267" y="736"/>
                  </a:cubicBezTo>
                  <a:lnTo>
                    <a:pt x="1267" y="123"/>
                  </a:lnTo>
                  <a:lnTo>
                    <a:pt x="0" y="123"/>
                  </a:lnTo>
                  <a:lnTo>
                    <a:pt x="0" y="7540"/>
                  </a:lnTo>
                  <a:lnTo>
                    <a:pt x="1287" y="7540"/>
                  </a:lnTo>
                  <a:lnTo>
                    <a:pt x="1287" y="4965"/>
                  </a:lnTo>
                  <a:lnTo>
                    <a:pt x="1328" y="4965"/>
                  </a:lnTo>
                  <a:cubicBezTo>
                    <a:pt x="1594" y="5333"/>
                    <a:pt x="2084" y="5640"/>
                    <a:pt x="2697" y="5640"/>
                  </a:cubicBezTo>
                  <a:cubicBezTo>
                    <a:pt x="3903" y="5640"/>
                    <a:pt x="4925" y="4904"/>
                    <a:pt x="4925" y="3453"/>
                  </a:cubicBezTo>
                  <a:lnTo>
                    <a:pt x="4925" y="2146"/>
                  </a:lnTo>
                  <a:cubicBezTo>
                    <a:pt x="4925" y="756"/>
                    <a:pt x="3964" y="0"/>
                    <a:pt x="2800"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4" name="Google Shape;783;p65">
              <a:extLst>
                <a:ext uri="{FF2B5EF4-FFF2-40B4-BE49-F238E27FC236}">
                  <a16:creationId xmlns:a16="http://schemas.microsoft.com/office/drawing/2014/main" id="{EB77FA6F-908B-DAB5-A052-B8E9E576F018}"/>
                </a:ext>
              </a:extLst>
            </p:cNvPr>
            <p:cNvSpPr/>
            <p:nvPr/>
          </p:nvSpPr>
          <p:spPr>
            <a:xfrm>
              <a:off x="6167575" y="2493250"/>
              <a:ext cx="117525" cy="137450"/>
            </a:xfrm>
            <a:custGeom>
              <a:avLst/>
              <a:gdLst/>
              <a:ahLst/>
              <a:cxnLst/>
              <a:rect l="l" t="t" r="r" b="b"/>
              <a:pathLst>
                <a:path w="4701" h="5498" extrusionOk="0">
                  <a:moveTo>
                    <a:pt x="0" y="1"/>
                  </a:moveTo>
                  <a:lnTo>
                    <a:pt x="0" y="3434"/>
                  </a:lnTo>
                  <a:cubicBezTo>
                    <a:pt x="0" y="4721"/>
                    <a:pt x="695" y="5497"/>
                    <a:pt x="1901" y="5497"/>
                  </a:cubicBezTo>
                  <a:cubicBezTo>
                    <a:pt x="2514" y="5497"/>
                    <a:pt x="3065" y="5252"/>
                    <a:pt x="3413" y="4721"/>
                  </a:cubicBezTo>
                  <a:lnTo>
                    <a:pt x="3454" y="4721"/>
                  </a:lnTo>
                  <a:lnTo>
                    <a:pt x="3454" y="5395"/>
                  </a:lnTo>
                  <a:lnTo>
                    <a:pt x="4700" y="5395"/>
                  </a:lnTo>
                  <a:lnTo>
                    <a:pt x="4700" y="1"/>
                  </a:lnTo>
                  <a:lnTo>
                    <a:pt x="3413" y="1"/>
                  </a:lnTo>
                  <a:lnTo>
                    <a:pt x="3413" y="3004"/>
                  </a:lnTo>
                  <a:cubicBezTo>
                    <a:pt x="3413" y="3924"/>
                    <a:pt x="3004" y="4373"/>
                    <a:pt x="2309" y="4373"/>
                  </a:cubicBezTo>
                  <a:cubicBezTo>
                    <a:pt x="1655" y="4373"/>
                    <a:pt x="1288" y="3944"/>
                    <a:pt x="1288" y="3127"/>
                  </a:cubicBezTo>
                  <a:lnTo>
                    <a:pt x="1288"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5" name="Google Shape;784;p65">
              <a:extLst>
                <a:ext uri="{FF2B5EF4-FFF2-40B4-BE49-F238E27FC236}">
                  <a16:creationId xmlns:a16="http://schemas.microsoft.com/office/drawing/2014/main" id="{070BE63D-AD67-D1C2-B28C-08B40C47CB49}"/>
                </a:ext>
              </a:extLst>
            </p:cNvPr>
            <p:cNvSpPr/>
            <p:nvPr/>
          </p:nvSpPr>
          <p:spPr>
            <a:xfrm>
              <a:off x="6318275" y="2440125"/>
              <a:ext cx="122625" cy="191075"/>
            </a:xfrm>
            <a:custGeom>
              <a:avLst/>
              <a:gdLst/>
              <a:ahLst/>
              <a:cxnLst/>
              <a:rect l="l" t="t" r="r" b="b"/>
              <a:pathLst>
                <a:path w="4905" h="7643" extrusionOk="0">
                  <a:moveTo>
                    <a:pt x="2432" y="3127"/>
                  </a:moveTo>
                  <a:cubicBezTo>
                    <a:pt x="3106" y="3127"/>
                    <a:pt x="3597" y="3495"/>
                    <a:pt x="3597" y="4149"/>
                  </a:cubicBezTo>
                  <a:lnTo>
                    <a:pt x="3597" y="5497"/>
                  </a:lnTo>
                  <a:cubicBezTo>
                    <a:pt x="3597" y="6274"/>
                    <a:pt x="3004" y="6560"/>
                    <a:pt x="2473" y="6560"/>
                  </a:cubicBezTo>
                  <a:cubicBezTo>
                    <a:pt x="1798" y="6560"/>
                    <a:pt x="1288" y="6172"/>
                    <a:pt x="1288" y="5518"/>
                  </a:cubicBezTo>
                  <a:lnTo>
                    <a:pt x="1288" y="4271"/>
                  </a:lnTo>
                  <a:cubicBezTo>
                    <a:pt x="1288" y="3495"/>
                    <a:pt x="1901" y="3127"/>
                    <a:pt x="2432" y="3127"/>
                  </a:cubicBezTo>
                  <a:close/>
                  <a:moveTo>
                    <a:pt x="0" y="1"/>
                  </a:moveTo>
                  <a:lnTo>
                    <a:pt x="0" y="7520"/>
                  </a:lnTo>
                  <a:lnTo>
                    <a:pt x="1226" y="7520"/>
                  </a:lnTo>
                  <a:lnTo>
                    <a:pt x="1226" y="6989"/>
                  </a:lnTo>
                  <a:lnTo>
                    <a:pt x="1267" y="6989"/>
                  </a:lnTo>
                  <a:cubicBezTo>
                    <a:pt x="1533" y="7336"/>
                    <a:pt x="2023" y="7643"/>
                    <a:pt x="2636" y="7643"/>
                  </a:cubicBezTo>
                  <a:cubicBezTo>
                    <a:pt x="3842" y="7643"/>
                    <a:pt x="4904" y="6907"/>
                    <a:pt x="4904" y="5456"/>
                  </a:cubicBezTo>
                  <a:lnTo>
                    <a:pt x="4904" y="4149"/>
                  </a:lnTo>
                  <a:cubicBezTo>
                    <a:pt x="4904" y="2759"/>
                    <a:pt x="3964" y="2023"/>
                    <a:pt x="2779" y="2023"/>
                  </a:cubicBezTo>
                  <a:cubicBezTo>
                    <a:pt x="2289" y="2023"/>
                    <a:pt x="1696" y="2207"/>
                    <a:pt x="1288" y="2739"/>
                  </a:cubicBezTo>
                  <a:lnTo>
                    <a:pt x="1288"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6" name="Google Shape;785;p65">
              <a:extLst>
                <a:ext uri="{FF2B5EF4-FFF2-40B4-BE49-F238E27FC236}">
                  <a16:creationId xmlns:a16="http://schemas.microsoft.com/office/drawing/2014/main" id="{4FD84A23-247A-3EBC-BAA1-BCCA5610D1DE}"/>
                </a:ext>
              </a:extLst>
            </p:cNvPr>
            <p:cNvSpPr/>
            <p:nvPr/>
          </p:nvSpPr>
          <p:spPr>
            <a:xfrm>
              <a:off x="6469475" y="2440125"/>
              <a:ext cx="58775" cy="189550"/>
            </a:xfrm>
            <a:custGeom>
              <a:avLst/>
              <a:gdLst/>
              <a:ahLst/>
              <a:cxnLst/>
              <a:rect l="l" t="t" r="r" b="b"/>
              <a:pathLst>
                <a:path w="2351" h="7582" extrusionOk="0">
                  <a:moveTo>
                    <a:pt x="1" y="1"/>
                  </a:moveTo>
                  <a:lnTo>
                    <a:pt x="1" y="6069"/>
                  </a:lnTo>
                  <a:cubicBezTo>
                    <a:pt x="1" y="6560"/>
                    <a:pt x="42" y="7581"/>
                    <a:pt x="1309" y="7581"/>
                  </a:cubicBezTo>
                  <a:cubicBezTo>
                    <a:pt x="1656" y="7581"/>
                    <a:pt x="2065" y="7520"/>
                    <a:pt x="2351" y="7438"/>
                  </a:cubicBezTo>
                  <a:lnTo>
                    <a:pt x="2351" y="6458"/>
                  </a:lnTo>
                  <a:cubicBezTo>
                    <a:pt x="2105" y="6478"/>
                    <a:pt x="1983" y="6498"/>
                    <a:pt x="1758" y="6498"/>
                  </a:cubicBezTo>
                  <a:cubicBezTo>
                    <a:pt x="1411" y="6498"/>
                    <a:pt x="1288" y="6315"/>
                    <a:pt x="1288" y="6069"/>
                  </a:cubicBezTo>
                  <a:lnTo>
                    <a:pt x="1288"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7" name="Google Shape;786;p65">
              <a:extLst>
                <a:ext uri="{FF2B5EF4-FFF2-40B4-BE49-F238E27FC236}">
                  <a16:creationId xmlns:a16="http://schemas.microsoft.com/office/drawing/2014/main" id="{2FF25616-5748-1626-EF7E-F02183E5DE4E}"/>
                </a:ext>
              </a:extLst>
            </p:cNvPr>
            <p:cNvSpPr/>
            <p:nvPr/>
          </p:nvSpPr>
          <p:spPr>
            <a:xfrm>
              <a:off x="6550700" y="2438600"/>
              <a:ext cx="32225" cy="189550"/>
            </a:xfrm>
            <a:custGeom>
              <a:avLst/>
              <a:gdLst/>
              <a:ahLst/>
              <a:cxnLst/>
              <a:rect l="l" t="t" r="r" b="b"/>
              <a:pathLst>
                <a:path w="1289" h="7582" extrusionOk="0">
                  <a:moveTo>
                    <a:pt x="1" y="0"/>
                  </a:moveTo>
                  <a:lnTo>
                    <a:pt x="1" y="1369"/>
                  </a:lnTo>
                  <a:lnTo>
                    <a:pt x="1288" y="1369"/>
                  </a:lnTo>
                  <a:lnTo>
                    <a:pt x="1288" y="0"/>
                  </a:lnTo>
                  <a:close/>
                  <a:moveTo>
                    <a:pt x="1" y="2187"/>
                  </a:moveTo>
                  <a:lnTo>
                    <a:pt x="1" y="7581"/>
                  </a:lnTo>
                  <a:lnTo>
                    <a:pt x="1288" y="7581"/>
                  </a:lnTo>
                  <a:lnTo>
                    <a:pt x="1288" y="2187"/>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8" name="Google Shape;787;p65">
              <a:extLst>
                <a:ext uri="{FF2B5EF4-FFF2-40B4-BE49-F238E27FC236}">
                  <a16:creationId xmlns:a16="http://schemas.microsoft.com/office/drawing/2014/main" id="{D454BD9E-FCBE-D27E-B28D-4DA20CFFB1DB}"/>
                </a:ext>
              </a:extLst>
            </p:cNvPr>
            <p:cNvSpPr/>
            <p:nvPr/>
          </p:nvSpPr>
          <p:spPr>
            <a:xfrm>
              <a:off x="6611500" y="2490700"/>
              <a:ext cx="122625" cy="188025"/>
            </a:xfrm>
            <a:custGeom>
              <a:avLst/>
              <a:gdLst/>
              <a:ahLst/>
              <a:cxnLst/>
              <a:rect l="l" t="t" r="r" b="b"/>
              <a:pathLst>
                <a:path w="4905" h="7521" extrusionOk="0">
                  <a:moveTo>
                    <a:pt x="2432" y="1083"/>
                  </a:moveTo>
                  <a:cubicBezTo>
                    <a:pt x="3086" y="1083"/>
                    <a:pt x="3617" y="1472"/>
                    <a:pt x="3617" y="2126"/>
                  </a:cubicBezTo>
                  <a:lnTo>
                    <a:pt x="3617" y="3454"/>
                  </a:lnTo>
                  <a:cubicBezTo>
                    <a:pt x="3617" y="4230"/>
                    <a:pt x="3004" y="4516"/>
                    <a:pt x="2473" y="4516"/>
                  </a:cubicBezTo>
                  <a:cubicBezTo>
                    <a:pt x="1799" y="4516"/>
                    <a:pt x="1308" y="4128"/>
                    <a:pt x="1308" y="3474"/>
                  </a:cubicBezTo>
                  <a:lnTo>
                    <a:pt x="1308" y="2146"/>
                  </a:lnTo>
                  <a:cubicBezTo>
                    <a:pt x="1308" y="1370"/>
                    <a:pt x="1880" y="1083"/>
                    <a:pt x="2432" y="1083"/>
                  </a:cubicBezTo>
                  <a:close/>
                  <a:moveTo>
                    <a:pt x="2207" y="0"/>
                  </a:moveTo>
                  <a:cubicBezTo>
                    <a:pt x="1022" y="0"/>
                    <a:pt x="0" y="716"/>
                    <a:pt x="0" y="2187"/>
                  </a:cubicBezTo>
                  <a:lnTo>
                    <a:pt x="0" y="3495"/>
                  </a:lnTo>
                  <a:cubicBezTo>
                    <a:pt x="0" y="4864"/>
                    <a:pt x="940" y="5620"/>
                    <a:pt x="2126" y="5620"/>
                  </a:cubicBezTo>
                  <a:cubicBezTo>
                    <a:pt x="2596" y="5620"/>
                    <a:pt x="3331" y="5313"/>
                    <a:pt x="3638" y="4884"/>
                  </a:cubicBezTo>
                  <a:lnTo>
                    <a:pt x="3638" y="7520"/>
                  </a:lnTo>
                  <a:lnTo>
                    <a:pt x="4905" y="7520"/>
                  </a:lnTo>
                  <a:lnTo>
                    <a:pt x="4905" y="82"/>
                  </a:lnTo>
                  <a:lnTo>
                    <a:pt x="3617" y="82"/>
                  </a:lnTo>
                  <a:lnTo>
                    <a:pt x="3617" y="654"/>
                  </a:lnTo>
                  <a:lnTo>
                    <a:pt x="3576" y="654"/>
                  </a:lnTo>
                  <a:cubicBezTo>
                    <a:pt x="3311" y="307"/>
                    <a:pt x="2820" y="0"/>
                    <a:pt x="2207"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9" name="Google Shape;788;p65">
              <a:extLst>
                <a:ext uri="{FF2B5EF4-FFF2-40B4-BE49-F238E27FC236}">
                  <a16:creationId xmlns:a16="http://schemas.microsoft.com/office/drawing/2014/main" id="{7B2805E8-E7D2-2755-6D8A-D1CC3772FA3C}"/>
                </a:ext>
              </a:extLst>
            </p:cNvPr>
            <p:cNvSpPr/>
            <p:nvPr/>
          </p:nvSpPr>
          <p:spPr>
            <a:xfrm>
              <a:off x="6767300" y="2493250"/>
              <a:ext cx="117025" cy="137450"/>
            </a:xfrm>
            <a:custGeom>
              <a:avLst/>
              <a:gdLst/>
              <a:ahLst/>
              <a:cxnLst/>
              <a:rect l="l" t="t" r="r" b="b"/>
              <a:pathLst>
                <a:path w="4681" h="5498" extrusionOk="0">
                  <a:moveTo>
                    <a:pt x="1" y="1"/>
                  </a:moveTo>
                  <a:lnTo>
                    <a:pt x="1" y="3434"/>
                  </a:lnTo>
                  <a:cubicBezTo>
                    <a:pt x="1" y="4721"/>
                    <a:pt x="675" y="5497"/>
                    <a:pt x="1901" y="5497"/>
                  </a:cubicBezTo>
                  <a:cubicBezTo>
                    <a:pt x="2494" y="5497"/>
                    <a:pt x="3046" y="5252"/>
                    <a:pt x="3413" y="4721"/>
                  </a:cubicBezTo>
                  <a:lnTo>
                    <a:pt x="3434" y="4721"/>
                  </a:lnTo>
                  <a:lnTo>
                    <a:pt x="3434" y="5395"/>
                  </a:lnTo>
                  <a:lnTo>
                    <a:pt x="4680" y="5395"/>
                  </a:lnTo>
                  <a:lnTo>
                    <a:pt x="4680" y="1"/>
                  </a:lnTo>
                  <a:lnTo>
                    <a:pt x="3393" y="1"/>
                  </a:lnTo>
                  <a:lnTo>
                    <a:pt x="3393" y="3004"/>
                  </a:lnTo>
                  <a:cubicBezTo>
                    <a:pt x="3393" y="3924"/>
                    <a:pt x="3005" y="4373"/>
                    <a:pt x="2289" y="4373"/>
                  </a:cubicBezTo>
                  <a:cubicBezTo>
                    <a:pt x="1636" y="4373"/>
                    <a:pt x="1288" y="3944"/>
                    <a:pt x="1288" y="3127"/>
                  </a:cubicBezTo>
                  <a:lnTo>
                    <a:pt x="1288"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0" name="Google Shape;789;p65">
              <a:extLst>
                <a:ext uri="{FF2B5EF4-FFF2-40B4-BE49-F238E27FC236}">
                  <a16:creationId xmlns:a16="http://schemas.microsoft.com/office/drawing/2014/main" id="{2FB45538-8A58-E079-7FCC-B8EDE8A06A0E}"/>
                </a:ext>
              </a:extLst>
            </p:cNvPr>
            <p:cNvSpPr/>
            <p:nvPr/>
          </p:nvSpPr>
          <p:spPr>
            <a:xfrm>
              <a:off x="6911375" y="2490700"/>
              <a:ext cx="120075" cy="140500"/>
            </a:xfrm>
            <a:custGeom>
              <a:avLst/>
              <a:gdLst/>
              <a:ahLst/>
              <a:cxnLst/>
              <a:rect l="l" t="t" r="r" b="b"/>
              <a:pathLst>
                <a:path w="4803" h="5620" extrusionOk="0">
                  <a:moveTo>
                    <a:pt x="2473" y="1083"/>
                  </a:moveTo>
                  <a:cubicBezTo>
                    <a:pt x="3004" y="1083"/>
                    <a:pt x="3515" y="1390"/>
                    <a:pt x="3515" y="2126"/>
                  </a:cubicBezTo>
                  <a:lnTo>
                    <a:pt x="3515" y="2269"/>
                  </a:lnTo>
                  <a:lnTo>
                    <a:pt x="1349" y="2269"/>
                  </a:lnTo>
                  <a:lnTo>
                    <a:pt x="1349" y="2187"/>
                  </a:lnTo>
                  <a:cubicBezTo>
                    <a:pt x="1349" y="1390"/>
                    <a:pt x="1921" y="1083"/>
                    <a:pt x="2473" y="1083"/>
                  </a:cubicBezTo>
                  <a:close/>
                  <a:moveTo>
                    <a:pt x="2473" y="0"/>
                  </a:moveTo>
                  <a:cubicBezTo>
                    <a:pt x="1145" y="0"/>
                    <a:pt x="0" y="838"/>
                    <a:pt x="0" y="2371"/>
                  </a:cubicBezTo>
                  <a:lnTo>
                    <a:pt x="0" y="3413"/>
                  </a:lnTo>
                  <a:cubicBezTo>
                    <a:pt x="0" y="4884"/>
                    <a:pt x="1185" y="5620"/>
                    <a:pt x="2514" y="5620"/>
                  </a:cubicBezTo>
                  <a:cubicBezTo>
                    <a:pt x="3474" y="5620"/>
                    <a:pt x="4332" y="5252"/>
                    <a:pt x="4741" y="4414"/>
                  </a:cubicBezTo>
                  <a:lnTo>
                    <a:pt x="3760" y="3842"/>
                  </a:lnTo>
                  <a:cubicBezTo>
                    <a:pt x="3474" y="4271"/>
                    <a:pt x="3024" y="4537"/>
                    <a:pt x="2575" y="4537"/>
                  </a:cubicBezTo>
                  <a:cubicBezTo>
                    <a:pt x="1901" y="4537"/>
                    <a:pt x="1349" y="4149"/>
                    <a:pt x="1349" y="3454"/>
                  </a:cubicBezTo>
                  <a:lnTo>
                    <a:pt x="1349" y="3168"/>
                  </a:lnTo>
                  <a:lnTo>
                    <a:pt x="4802" y="3168"/>
                  </a:lnTo>
                  <a:lnTo>
                    <a:pt x="4802" y="2126"/>
                  </a:lnTo>
                  <a:cubicBezTo>
                    <a:pt x="4802" y="695"/>
                    <a:pt x="3658" y="0"/>
                    <a:pt x="2473"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1" name="Google Shape;790;p65">
              <a:extLst>
                <a:ext uri="{FF2B5EF4-FFF2-40B4-BE49-F238E27FC236}">
                  <a16:creationId xmlns:a16="http://schemas.microsoft.com/office/drawing/2014/main" id="{57465E9C-206B-13E8-466B-5A0F056EAF3B}"/>
                </a:ext>
              </a:extLst>
            </p:cNvPr>
            <p:cNvSpPr/>
            <p:nvPr/>
          </p:nvSpPr>
          <p:spPr>
            <a:xfrm>
              <a:off x="5706775" y="2756350"/>
              <a:ext cx="147675" cy="188000"/>
            </a:xfrm>
            <a:custGeom>
              <a:avLst/>
              <a:gdLst/>
              <a:ahLst/>
              <a:cxnLst/>
              <a:rect l="l" t="t" r="r" b="b"/>
              <a:pathLst>
                <a:path w="5907" h="7520" extrusionOk="0">
                  <a:moveTo>
                    <a:pt x="2841" y="1226"/>
                  </a:moveTo>
                  <a:cubicBezTo>
                    <a:pt x="3720" y="1226"/>
                    <a:pt x="4496" y="1757"/>
                    <a:pt x="4496" y="2656"/>
                  </a:cubicBezTo>
                  <a:lnTo>
                    <a:pt x="4496" y="4822"/>
                  </a:lnTo>
                  <a:cubicBezTo>
                    <a:pt x="4496" y="5905"/>
                    <a:pt x="3618" y="6273"/>
                    <a:pt x="2902" y="6273"/>
                  </a:cubicBezTo>
                  <a:lnTo>
                    <a:pt x="1411" y="6273"/>
                  </a:lnTo>
                  <a:lnTo>
                    <a:pt x="1411" y="1226"/>
                  </a:lnTo>
                  <a:close/>
                  <a:moveTo>
                    <a:pt x="1" y="0"/>
                  </a:moveTo>
                  <a:lnTo>
                    <a:pt x="1" y="7520"/>
                  </a:lnTo>
                  <a:lnTo>
                    <a:pt x="2943" y="7520"/>
                  </a:lnTo>
                  <a:cubicBezTo>
                    <a:pt x="4435" y="7520"/>
                    <a:pt x="5906" y="6519"/>
                    <a:pt x="5906" y="4741"/>
                  </a:cubicBezTo>
                  <a:lnTo>
                    <a:pt x="5906" y="2738"/>
                  </a:lnTo>
                  <a:cubicBezTo>
                    <a:pt x="5906" y="1063"/>
                    <a:pt x="4578" y="0"/>
                    <a:pt x="2943"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2" name="Google Shape;791;p65">
              <a:extLst>
                <a:ext uri="{FF2B5EF4-FFF2-40B4-BE49-F238E27FC236}">
                  <a16:creationId xmlns:a16="http://schemas.microsoft.com/office/drawing/2014/main" id="{6E8E6D3A-C74A-9668-CD70-0E7127950E16}"/>
                </a:ext>
              </a:extLst>
            </p:cNvPr>
            <p:cNvSpPr/>
            <p:nvPr/>
          </p:nvSpPr>
          <p:spPr>
            <a:xfrm>
              <a:off x="5879450" y="2742025"/>
              <a:ext cx="120075" cy="205400"/>
            </a:xfrm>
            <a:custGeom>
              <a:avLst/>
              <a:gdLst/>
              <a:ahLst/>
              <a:cxnLst/>
              <a:rect l="l" t="t" r="r" b="b"/>
              <a:pathLst>
                <a:path w="4803" h="8216" extrusionOk="0">
                  <a:moveTo>
                    <a:pt x="2820" y="1"/>
                  </a:moveTo>
                  <a:lnTo>
                    <a:pt x="1942" y="1840"/>
                  </a:lnTo>
                  <a:lnTo>
                    <a:pt x="2943" y="1840"/>
                  </a:lnTo>
                  <a:lnTo>
                    <a:pt x="4292" y="1"/>
                  </a:lnTo>
                  <a:close/>
                  <a:moveTo>
                    <a:pt x="2473" y="3679"/>
                  </a:moveTo>
                  <a:cubicBezTo>
                    <a:pt x="3004" y="3679"/>
                    <a:pt x="3515" y="3986"/>
                    <a:pt x="3515" y="4721"/>
                  </a:cubicBezTo>
                  <a:lnTo>
                    <a:pt x="3515" y="4864"/>
                  </a:lnTo>
                  <a:lnTo>
                    <a:pt x="1349" y="4864"/>
                  </a:lnTo>
                  <a:lnTo>
                    <a:pt x="1349" y="4782"/>
                  </a:lnTo>
                  <a:cubicBezTo>
                    <a:pt x="1349" y="3986"/>
                    <a:pt x="1942" y="3679"/>
                    <a:pt x="2473" y="3679"/>
                  </a:cubicBezTo>
                  <a:close/>
                  <a:moveTo>
                    <a:pt x="2473" y="2596"/>
                  </a:moveTo>
                  <a:cubicBezTo>
                    <a:pt x="1145" y="2596"/>
                    <a:pt x="0" y="3434"/>
                    <a:pt x="0" y="4966"/>
                  </a:cubicBezTo>
                  <a:lnTo>
                    <a:pt x="0" y="6009"/>
                  </a:lnTo>
                  <a:cubicBezTo>
                    <a:pt x="0" y="7480"/>
                    <a:pt x="1186" y="8215"/>
                    <a:pt x="2534" y="8215"/>
                  </a:cubicBezTo>
                  <a:cubicBezTo>
                    <a:pt x="3474" y="8215"/>
                    <a:pt x="4332" y="7848"/>
                    <a:pt x="4741" y="7010"/>
                  </a:cubicBezTo>
                  <a:lnTo>
                    <a:pt x="3760" y="6438"/>
                  </a:lnTo>
                  <a:cubicBezTo>
                    <a:pt x="3474" y="6846"/>
                    <a:pt x="3025" y="7132"/>
                    <a:pt x="2596" y="7132"/>
                  </a:cubicBezTo>
                  <a:cubicBezTo>
                    <a:pt x="1901" y="7132"/>
                    <a:pt x="1349" y="6744"/>
                    <a:pt x="1349" y="6049"/>
                  </a:cubicBezTo>
                  <a:lnTo>
                    <a:pt x="1349" y="5763"/>
                  </a:lnTo>
                  <a:lnTo>
                    <a:pt x="4802" y="5763"/>
                  </a:lnTo>
                  <a:lnTo>
                    <a:pt x="4802" y="4721"/>
                  </a:lnTo>
                  <a:cubicBezTo>
                    <a:pt x="4802" y="3291"/>
                    <a:pt x="3658" y="2596"/>
                    <a:pt x="2473" y="2596"/>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3" name="Google Shape;792;p65">
              <a:extLst>
                <a:ext uri="{FF2B5EF4-FFF2-40B4-BE49-F238E27FC236}">
                  <a16:creationId xmlns:a16="http://schemas.microsoft.com/office/drawing/2014/main" id="{6D95926F-42DD-41AB-3BB2-CEC877A04388}"/>
                </a:ext>
              </a:extLst>
            </p:cNvPr>
            <p:cNvSpPr/>
            <p:nvPr/>
          </p:nvSpPr>
          <p:spPr>
            <a:xfrm>
              <a:off x="6028625" y="2806925"/>
              <a:ext cx="197200" cy="137425"/>
            </a:xfrm>
            <a:custGeom>
              <a:avLst/>
              <a:gdLst/>
              <a:ahLst/>
              <a:cxnLst/>
              <a:rect l="l" t="t" r="r" b="b"/>
              <a:pathLst>
                <a:path w="7888" h="5497" extrusionOk="0">
                  <a:moveTo>
                    <a:pt x="2779" y="0"/>
                  </a:moveTo>
                  <a:cubicBezTo>
                    <a:pt x="2146" y="0"/>
                    <a:pt x="1614" y="266"/>
                    <a:pt x="1247" y="756"/>
                  </a:cubicBezTo>
                  <a:lnTo>
                    <a:pt x="1226" y="756"/>
                  </a:lnTo>
                  <a:lnTo>
                    <a:pt x="1226" y="102"/>
                  </a:lnTo>
                  <a:lnTo>
                    <a:pt x="0" y="102"/>
                  </a:lnTo>
                  <a:lnTo>
                    <a:pt x="0" y="5497"/>
                  </a:lnTo>
                  <a:lnTo>
                    <a:pt x="1288" y="5497"/>
                  </a:lnTo>
                  <a:lnTo>
                    <a:pt x="1288" y="2330"/>
                  </a:lnTo>
                  <a:cubicBezTo>
                    <a:pt x="1288" y="1430"/>
                    <a:pt x="1860" y="1124"/>
                    <a:pt x="2330" y="1124"/>
                  </a:cubicBezTo>
                  <a:cubicBezTo>
                    <a:pt x="3106" y="1124"/>
                    <a:pt x="3310" y="1696"/>
                    <a:pt x="3310" y="2370"/>
                  </a:cubicBezTo>
                  <a:lnTo>
                    <a:pt x="3310" y="5497"/>
                  </a:lnTo>
                  <a:lnTo>
                    <a:pt x="4577" y="5497"/>
                  </a:lnTo>
                  <a:lnTo>
                    <a:pt x="4577" y="2391"/>
                  </a:lnTo>
                  <a:cubicBezTo>
                    <a:pt x="4577" y="1676"/>
                    <a:pt x="4884" y="1124"/>
                    <a:pt x="5620" y="1124"/>
                  </a:cubicBezTo>
                  <a:cubicBezTo>
                    <a:pt x="6355" y="1124"/>
                    <a:pt x="6600" y="1635"/>
                    <a:pt x="6600" y="2350"/>
                  </a:cubicBezTo>
                  <a:lnTo>
                    <a:pt x="6600" y="5497"/>
                  </a:lnTo>
                  <a:lnTo>
                    <a:pt x="7888" y="5497"/>
                  </a:lnTo>
                  <a:lnTo>
                    <a:pt x="7888" y="1900"/>
                  </a:lnTo>
                  <a:cubicBezTo>
                    <a:pt x="7888" y="572"/>
                    <a:pt x="6989" y="0"/>
                    <a:pt x="5987" y="0"/>
                  </a:cubicBezTo>
                  <a:cubicBezTo>
                    <a:pt x="5252" y="0"/>
                    <a:pt x="4720" y="307"/>
                    <a:pt x="4332" y="797"/>
                  </a:cubicBezTo>
                  <a:lnTo>
                    <a:pt x="4312" y="797"/>
                  </a:lnTo>
                  <a:cubicBezTo>
                    <a:pt x="3985" y="286"/>
                    <a:pt x="3494" y="0"/>
                    <a:pt x="2779"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4" name="Google Shape;793;p65">
              <a:extLst>
                <a:ext uri="{FF2B5EF4-FFF2-40B4-BE49-F238E27FC236}">
                  <a16:creationId xmlns:a16="http://schemas.microsoft.com/office/drawing/2014/main" id="{7FBB613C-F077-7D36-3698-48154A8C804D}"/>
                </a:ext>
              </a:extLst>
            </p:cNvPr>
            <p:cNvSpPr/>
            <p:nvPr/>
          </p:nvSpPr>
          <p:spPr>
            <a:xfrm>
              <a:off x="6253900" y="2806925"/>
              <a:ext cx="122625" cy="140500"/>
            </a:xfrm>
            <a:custGeom>
              <a:avLst/>
              <a:gdLst/>
              <a:ahLst/>
              <a:cxnLst/>
              <a:rect l="l" t="t" r="r" b="b"/>
              <a:pathLst>
                <a:path w="4905" h="5620" extrusionOk="0">
                  <a:moveTo>
                    <a:pt x="2432" y="1103"/>
                  </a:moveTo>
                  <a:cubicBezTo>
                    <a:pt x="3107" y="1103"/>
                    <a:pt x="3597" y="1471"/>
                    <a:pt x="3597" y="2125"/>
                  </a:cubicBezTo>
                  <a:lnTo>
                    <a:pt x="3597" y="3474"/>
                  </a:lnTo>
                  <a:cubicBezTo>
                    <a:pt x="3597" y="4250"/>
                    <a:pt x="3025" y="4536"/>
                    <a:pt x="2473" y="4536"/>
                  </a:cubicBezTo>
                  <a:cubicBezTo>
                    <a:pt x="1819" y="4536"/>
                    <a:pt x="1308" y="4148"/>
                    <a:pt x="1308" y="3494"/>
                  </a:cubicBezTo>
                  <a:lnTo>
                    <a:pt x="1308" y="2166"/>
                  </a:lnTo>
                  <a:cubicBezTo>
                    <a:pt x="1308" y="1390"/>
                    <a:pt x="1901" y="1103"/>
                    <a:pt x="2432" y="1103"/>
                  </a:cubicBezTo>
                  <a:close/>
                  <a:moveTo>
                    <a:pt x="2432" y="0"/>
                  </a:moveTo>
                  <a:cubicBezTo>
                    <a:pt x="1247" y="0"/>
                    <a:pt x="1" y="797"/>
                    <a:pt x="1" y="2268"/>
                  </a:cubicBezTo>
                  <a:lnTo>
                    <a:pt x="1" y="3494"/>
                  </a:lnTo>
                  <a:cubicBezTo>
                    <a:pt x="1" y="4884"/>
                    <a:pt x="1165" y="5619"/>
                    <a:pt x="2473" y="5619"/>
                  </a:cubicBezTo>
                  <a:cubicBezTo>
                    <a:pt x="3679" y="5619"/>
                    <a:pt x="4905" y="4822"/>
                    <a:pt x="4905" y="3351"/>
                  </a:cubicBezTo>
                  <a:lnTo>
                    <a:pt x="4905" y="2248"/>
                  </a:lnTo>
                  <a:cubicBezTo>
                    <a:pt x="4905" y="858"/>
                    <a:pt x="3740" y="0"/>
                    <a:pt x="2432"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5" name="Google Shape;794;p65">
              <a:extLst>
                <a:ext uri="{FF2B5EF4-FFF2-40B4-BE49-F238E27FC236}">
                  <a16:creationId xmlns:a16="http://schemas.microsoft.com/office/drawing/2014/main" id="{EB26C45D-067B-387A-69A7-80D8EB239EF7}"/>
                </a:ext>
              </a:extLst>
            </p:cNvPr>
            <p:cNvSpPr/>
            <p:nvPr/>
          </p:nvSpPr>
          <p:spPr>
            <a:xfrm>
              <a:off x="6398975" y="2806925"/>
              <a:ext cx="121100" cy="140500"/>
            </a:xfrm>
            <a:custGeom>
              <a:avLst/>
              <a:gdLst/>
              <a:ahLst/>
              <a:cxnLst/>
              <a:rect l="l" t="t" r="r" b="b"/>
              <a:pathLst>
                <a:path w="4844" h="5620" extrusionOk="0">
                  <a:moveTo>
                    <a:pt x="2473" y="0"/>
                  </a:moveTo>
                  <a:cubicBezTo>
                    <a:pt x="1145" y="0"/>
                    <a:pt x="1" y="838"/>
                    <a:pt x="1" y="2370"/>
                  </a:cubicBezTo>
                  <a:lnTo>
                    <a:pt x="1" y="3413"/>
                  </a:lnTo>
                  <a:cubicBezTo>
                    <a:pt x="1" y="4843"/>
                    <a:pt x="1186" y="5619"/>
                    <a:pt x="2514" y="5619"/>
                  </a:cubicBezTo>
                  <a:cubicBezTo>
                    <a:pt x="3679" y="5619"/>
                    <a:pt x="4823" y="4945"/>
                    <a:pt x="4823" y="3515"/>
                  </a:cubicBezTo>
                  <a:lnTo>
                    <a:pt x="4823" y="3453"/>
                  </a:lnTo>
                  <a:lnTo>
                    <a:pt x="3577" y="3453"/>
                  </a:lnTo>
                  <a:lnTo>
                    <a:pt x="3577" y="3515"/>
                  </a:lnTo>
                  <a:cubicBezTo>
                    <a:pt x="3577" y="4250"/>
                    <a:pt x="3046" y="4536"/>
                    <a:pt x="2514" y="4536"/>
                  </a:cubicBezTo>
                  <a:cubicBezTo>
                    <a:pt x="1840" y="4536"/>
                    <a:pt x="1329" y="4148"/>
                    <a:pt x="1329" y="3453"/>
                  </a:cubicBezTo>
                  <a:lnTo>
                    <a:pt x="1329" y="2186"/>
                  </a:lnTo>
                  <a:cubicBezTo>
                    <a:pt x="1329" y="1390"/>
                    <a:pt x="1922" y="1083"/>
                    <a:pt x="2473" y="1083"/>
                  </a:cubicBezTo>
                  <a:cubicBezTo>
                    <a:pt x="3005" y="1083"/>
                    <a:pt x="3577" y="1390"/>
                    <a:pt x="3577" y="2125"/>
                  </a:cubicBezTo>
                  <a:lnTo>
                    <a:pt x="3577" y="2227"/>
                  </a:lnTo>
                  <a:lnTo>
                    <a:pt x="4844" y="2227"/>
                  </a:lnTo>
                  <a:lnTo>
                    <a:pt x="4844" y="2125"/>
                  </a:lnTo>
                  <a:cubicBezTo>
                    <a:pt x="4844" y="695"/>
                    <a:pt x="3638" y="0"/>
                    <a:pt x="2473"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6" name="Google Shape;795;p65">
              <a:extLst>
                <a:ext uri="{FF2B5EF4-FFF2-40B4-BE49-F238E27FC236}">
                  <a16:creationId xmlns:a16="http://schemas.microsoft.com/office/drawing/2014/main" id="{D3F2A7DF-91D7-AFCF-45AC-7A8A9FC4B3D8}"/>
                </a:ext>
              </a:extLst>
            </p:cNvPr>
            <p:cNvSpPr/>
            <p:nvPr/>
          </p:nvSpPr>
          <p:spPr>
            <a:xfrm>
              <a:off x="6542025" y="2806925"/>
              <a:ext cx="86875" cy="137425"/>
            </a:xfrm>
            <a:custGeom>
              <a:avLst/>
              <a:gdLst/>
              <a:ahLst/>
              <a:cxnLst/>
              <a:rect l="l" t="t" r="r" b="b"/>
              <a:pathLst>
                <a:path w="3475" h="5497" extrusionOk="0">
                  <a:moveTo>
                    <a:pt x="3045" y="0"/>
                  </a:moveTo>
                  <a:cubicBezTo>
                    <a:pt x="2391" y="0"/>
                    <a:pt x="1594" y="429"/>
                    <a:pt x="1288" y="1001"/>
                  </a:cubicBezTo>
                  <a:lnTo>
                    <a:pt x="1267" y="1001"/>
                  </a:lnTo>
                  <a:lnTo>
                    <a:pt x="1267" y="102"/>
                  </a:lnTo>
                  <a:lnTo>
                    <a:pt x="0" y="102"/>
                  </a:lnTo>
                  <a:lnTo>
                    <a:pt x="0" y="5497"/>
                  </a:lnTo>
                  <a:lnTo>
                    <a:pt x="1288" y="5497"/>
                  </a:lnTo>
                  <a:lnTo>
                    <a:pt x="1288" y="2738"/>
                  </a:lnTo>
                  <a:cubicBezTo>
                    <a:pt x="1288" y="1737"/>
                    <a:pt x="2023" y="1165"/>
                    <a:pt x="2984" y="1165"/>
                  </a:cubicBezTo>
                  <a:cubicBezTo>
                    <a:pt x="3168" y="1165"/>
                    <a:pt x="3311" y="1165"/>
                    <a:pt x="3474" y="1206"/>
                  </a:cubicBezTo>
                  <a:lnTo>
                    <a:pt x="3474" y="20"/>
                  </a:lnTo>
                  <a:cubicBezTo>
                    <a:pt x="3331" y="0"/>
                    <a:pt x="3188" y="0"/>
                    <a:pt x="3045"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7" name="Google Shape;796;p65">
              <a:extLst>
                <a:ext uri="{FF2B5EF4-FFF2-40B4-BE49-F238E27FC236}">
                  <a16:creationId xmlns:a16="http://schemas.microsoft.com/office/drawing/2014/main" id="{BF399546-71F0-8ADB-9E63-25705110990D}"/>
                </a:ext>
              </a:extLst>
            </p:cNvPr>
            <p:cNvSpPr/>
            <p:nvPr/>
          </p:nvSpPr>
          <p:spPr>
            <a:xfrm>
              <a:off x="6640625" y="2806400"/>
              <a:ext cx="120575" cy="140500"/>
            </a:xfrm>
            <a:custGeom>
              <a:avLst/>
              <a:gdLst/>
              <a:ahLst/>
              <a:cxnLst/>
              <a:rect l="l" t="t" r="r" b="b"/>
              <a:pathLst>
                <a:path w="4823" h="5620" extrusionOk="0">
                  <a:moveTo>
                    <a:pt x="3433" y="3250"/>
                  </a:moveTo>
                  <a:lnTo>
                    <a:pt x="3433" y="3515"/>
                  </a:lnTo>
                  <a:cubicBezTo>
                    <a:pt x="3433" y="4108"/>
                    <a:pt x="3270" y="4598"/>
                    <a:pt x="2227" y="4598"/>
                  </a:cubicBezTo>
                  <a:cubicBezTo>
                    <a:pt x="1635" y="4598"/>
                    <a:pt x="1267" y="4373"/>
                    <a:pt x="1267" y="3924"/>
                  </a:cubicBezTo>
                  <a:cubicBezTo>
                    <a:pt x="1267" y="3454"/>
                    <a:pt x="1614" y="3250"/>
                    <a:pt x="2166" y="3250"/>
                  </a:cubicBezTo>
                  <a:close/>
                  <a:moveTo>
                    <a:pt x="2411" y="1"/>
                  </a:moveTo>
                  <a:cubicBezTo>
                    <a:pt x="1390" y="1"/>
                    <a:pt x="266" y="409"/>
                    <a:pt x="266" y="1594"/>
                  </a:cubicBezTo>
                  <a:lnTo>
                    <a:pt x="266" y="1737"/>
                  </a:lnTo>
                  <a:lnTo>
                    <a:pt x="1431" y="1737"/>
                  </a:lnTo>
                  <a:lnTo>
                    <a:pt x="1431" y="1554"/>
                  </a:lnTo>
                  <a:cubicBezTo>
                    <a:pt x="1431" y="1206"/>
                    <a:pt x="1839" y="1022"/>
                    <a:pt x="2391" y="1022"/>
                  </a:cubicBezTo>
                  <a:cubicBezTo>
                    <a:pt x="3045" y="1022"/>
                    <a:pt x="3433" y="1247"/>
                    <a:pt x="3433" y="1819"/>
                  </a:cubicBezTo>
                  <a:lnTo>
                    <a:pt x="3433" y="2330"/>
                  </a:lnTo>
                  <a:lnTo>
                    <a:pt x="2003" y="2330"/>
                  </a:lnTo>
                  <a:cubicBezTo>
                    <a:pt x="961" y="2330"/>
                    <a:pt x="0" y="2943"/>
                    <a:pt x="0" y="3985"/>
                  </a:cubicBezTo>
                  <a:cubicBezTo>
                    <a:pt x="0" y="5007"/>
                    <a:pt x="756" y="5620"/>
                    <a:pt x="1880" y="5620"/>
                  </a:cubicBezTo>
                  <a:cubicBezTo>
                    <a:pt x="2575" y="5620"/>
                    <a:pt x="2984" y="5518"/>
                    <a:pt x="3474" y="5007"/>
                  </a:cubicBezTo>
                  <a:lnTo>
                    <a:pt x="3494" y="5007"/>
                  </a:lnTo>
                  <a:cubicBezTo>
                    <a:pt x="3494" y="5109"/>
                    <a:pt x="3515" y="5436"/>
                    <a:pt x="3535" y="5518"/>
                  </a:cubicBezTo>
                  <a:lnTo>
                    <a:pt x="4823" y="5518"/>
                  </a:lnTo>
                  <a:cubicBezTo>
                    <a:pt x="4741" y="5395"/>
                    <a:pt x="4720" y="4598"/>
                    <a:pt x="4720" y="4353"/>
                  </a:cubicBezTo>
                  <a:lnTo>
                    <a:pt x="4720" y="1737"/>
                  </a:lnTo>
                  <a:cubicBezTo>
                    <a:pt x="4720" y="409"/>
                    <a:pt x="3617" y="1"/>
                    <a:pt x="2411"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8" name="Google Shape;797;p65">
              <a:extLst>
                <a:ext uri="{FF2B5EF4-FFF2-40B4-BE49-F238E27FC236}">
                  <a16:creationId xmlns:a16="http://schemas.microsoft.com/office/drawing/2014/main" id="{5C7D9FE4-4C1E-AD09-4259-1CD16720C45F}"/>
                </a:ext>
              </a:extLst>
            </p:cNvPr>
            <p:cNvSpPr/>
            <p:nvPr/>
          </p:nvSpPr>
          <p:spPr>
            <a:xfrm>
              <a:off x="6778550" y="2768600"/>
              <a:ext cx="79200" cy="177800"/>
            </a:xfrm>
            <a:custGeom>
              <a:avLst/>
              <a:gdLst/>
              <a:ahLst/>
              <a:cxnLst/>
              <a:rect l="l" t="t" r="r" b="b"/>
              <a:pathLst>
                <a:path w="3168" h="7112" extrusionOk="0">
                  <a:moveTo>
                    <a:pt x="716" y="1"/>
                  </a:moveTo>
                  <a:lnTo>
                    <a:pt x="716" y="1635"/>
                  </a:lnTo>
                  <a:lnTo>
                    <a:pt x="0" y="1635"/>
                  </a:lnTo>
                  <a:lnTo>
                    <a:pt x="0" y="2657"/>
                  </a:lnTo>
                  <a:lnTo>
                    <a:pt x="716" y="2657"/>
                  </a:lnTo>
                  <a:lnTo>
                    <a:pt x="716" y="5742"/>
                  </a:lnTo>
                  <a:cubicBezTo>
                    <a:pt x="716" y="6703"/>
                    <a:pt x="1390" y="7111"/>
                    <a:pt x="2228" y="7111"/>
                  </a:cubicBezTo>
                  <a:cubicBezTo>
                    <a:pt x="2412" y="7111"/>
                    <a:pt x="2882" y="7071"/>
                    <a:pt x="3168" y="7009"/>
                  </a:cubicBezTo>
                  <a:lnTo>
                    <a:pt x="3168" y="5906"/>
                  </a:lnTo>
                  <a:cubicBezTo>
                    <a:pt x="2922" y="5947"/>
                    <a:pt x="2779" y="5967"/>
                    <a:pt x="2514" y="5967"/>
                  </a:cubicBezTo>
                  <a:cubicBezTo>
                    <a:pt x="2207" y="5967"/>
                    <a:pt x="2003" y="5845"/>
                    <a:pt x="2003" y="5436"/>
                  </a:cubicBezTo>
                  <a:lnTo>
                    <a:pt x="2003" y="2657"/>
                  </a:lnTo>
                  <a:lnTo>
                    <a:pt x="3168" y="2657"/>
                  </a:lnTo>
                  <a:lnTo>
                    <a:pt x="3168" y="1635"/>
                  </a:lnTo>
                  <a:lnTo>
                    <a:pt x="2003" y="1635"/>
                  </a:lnTo>
                  <a:lnTo>
                    <a:pt x="2003"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9" name="Google Shape;798;p65">
              <a:extLst>
                <a:ext uri="{FF2B5EF4-FFF2-40B4-BE49-F238E27FC236}">
                  <a16:creationId xmlns:a16="http://schemas.microsoft.com/office/drawing/2014/main" id="{B2ED98AD-9B02-12B7-E77F-A595EED0289E}"/>
                </a:ext>
              </a:extLst>
            </p:cNvPr>
            <p:cNvSpPr/>
            <p:nvPr/>
          </p:nvSpPr>
          <p:spPr>
            <a:xfrm>
              <a:off x="6879700" y="2754800"/>
              <a:ext cx="32200" cy="189550"/>
            </a:xfrm>
            <a:custGeom>
              <a:avLst/>
              <a:gdLst/>
              <a:ahLst/>
              <a:cxnLst/>
              <a:rect l="l" t="t" r="r" b="b"/>
              <a:pathLst>
                <a:path w="1288" h="7582" extrusionOk="0">
                  <a:moveTo>
                    <a:pt x="0" y="1"/>
                  </a:moveTo>
                  <a:lnTo>
                    <a:pt x="0" y="1370"/>
                  </a:lnTo>
                  <a:lnTo>
                    <a:pt x="1288" y="1370"/>
                  </a:lnTo>
                  <a:lnTo>
                    <a:pt x="1288" y="1"/>
                  </a:lnTo>
                  <a:close/>
                  <a:moveTo>
                    <a:pt x="0" y="2187"/>
                  </a:moveTo>
                  <a:lnTo>
                    <a:pt x="0" y="7582"/>
                  </a:lnTo>
                  <a:lnTo>
                    <a:pt x="1288" y="7582"/>
                  </a:lnTo>
                  <a:lnTo>
                    <a:pt x="1288" y="2187"/>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0" name="Google Shape;799;p65">
              <a:extLst>
                <a:ext uri="{FF2B5EF4-FFF2-40B4-BE49-F238E27FC236}">
                  <a16:creationId xmlns:a16="http://schemas.microsoft.com/office/drawing/2014/main" id="{ED794F1B-E67F-7E5C-5EE9-BA61A427C968}"/>
                </a:ext>
              </a:extLst>
            </p:cNvPr>
            <p:cNvSpPr/>
            <p:nvPr/>
          </p:nvSpPr>
          <p:spPr>
            <a:xfrm>
              <a:off x="6939975" y="2806925"/>
              <a:ext cx="122625" cy="188000"/>
            </a:xfrm>
            <a:custGeom>
              <a:avLst/>
              <a:gdLst/>
              <a:ahLst/>
              <a:cxnLst/>
              <a:rect l="l" t="t" r="r" b="b"/>
              <a:pathLst>
                <a:path w="4905" h="7520" extrusionOk="0">
                  <a:moveTo>
                    <a:pt x="2432" y="1083"/>
                  </a:moveTo>
                  <a:cubicBezTo>
                    <a:pt x="3107" y="1083"/>
                    <a:pt x="3638" y="1471"/>
                    <a:pt x="3638" y="2125"/>
                  </a:cubicBezTo>
                  <a:lnTo>
                    <a:pt x="3638" y="3453"/>
                  </a:lnTo>
                  <a:cubicBezTo>
                    <a:pt x="3638" y="4230"/>
                    <a:pt x="3025" y="4516"/>
                    <a:pt x="2473" y="4516"/>
                  </a:cubicBezTo>
                  <a:cubicBezTo>
                    <a:pt x="1819" y="4516"/>
                    <a:pt x="1308" y="4128"/>
                    <a:pt x="1308" y="3474"/>
                  </a:cubicBezTo>
                  <a:lnTo>
                    <a:pt x="1308" y="2146"/>
                  </a:lnTo>
                  <a:cubicBezTo>
                    <a:pt x="1308" y="1369"/>
                    <a:pt x="1901" y="1083"/>
                    <a:pt x="2432" y="1083"/>
                  </a:cubicBezTo>
                  <a:close/>
                  <a:moveTo>
                    <a:pt x="2228" y="0"/>
                  </a:moveTo>
                  <a:cubicBezTo>
                    <a:pt x="1022" y="0"/>
                    <a:pt x="1" y="715"/>
                    <a:pt x="1" y="2186"/>
                  </a:cubicBezTo>
                  <a:lnTo>
                    <a:pt x="1" y="3494"/>
                  </a:lnTo>
                  <a:cubicBezTo>
                    <a:pt x="1" y="4863"/>
                    <a:pt x="961" y="5619"/>
                    <a:pt x="2126" y="5619"/>
                  </a:cubicBezTo>
                  <a:cubicBezTo>
                    <a:pt x="2616" y="5619"/>
                    <a:pt x="3352" y="5313"/>
                    <a:pt x="3658" y="4884"/>
                  </a:cubicBezTo>
                  <a:lnTo>
                    <a:pt x="3658" y="7520"/>
                  </a:lnTo>
                  <a:lnTo>
                    <a:pt x="4905" y="7520"/>
                  </a:lnTo>
                  <a:lnTo>
                    <a:pt x="4905" y="82"/>
                  </a:lnTo>
                  <a:lnTo>
                    <a:pt x="3638" y="82"/>
                  </a:lnTo>
                  <a:lnTo>
                    <a:pt x="3638" y="654"/>
                  </a:lnTo>
                  <a:lnTo>
                    <a:pt x="3597" y="654"/>
                  </a:lnTo>
                  <a:cubicBezTo>
                    <a:pt x="3331" y="307"/>
                    <a:pt x="2820" y="0"/>
                    <a:pt x="2228"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1" name="Google Shape;800;p65">
              <a:extLst>
                <a:ext uri="{FF2B5EF4-FFF2-40B4-BE49-F238E27FC236}">
                  <a16:creationId xmlns:a16="http://schemas.microsoft.com/office/drawing/2014/main" id="{8FCC1636-6F19-301E-29AD-1ED8CA49A58B}"/>
                </a:ext>
              </a:extLst>
            </p:cNvPr>
            <p:cNvSpPr/>
            <p:nvPr/>
          </p:nvSpPr>
          <p:spPr>
            <a:xfrm>
              <a:off x="7096300" y="2809475"/>
              <a:ext cx="117000" cy="137425"/>
            </a:xfrm>
            <a:custGeom>
              <a:avLst/>
              <a:gdLst/>
              <a:ahLst/>
              <a:cxnLst/>
              <a:rect l="l" t="t" r="r" b="b"/>
              <a:pathLst>
                <a:path w="4680" h="5497" extrusionOk="0">
                  <a:moveTo>
                    <a:pt x="0" y="0"/>
                  </a:moveTo>
                  <a:lnTo>
                    <a:pt x="0" y="3433"/>
                  </a:lnTo>
                  <a:cubicBezTo>
                    <a:pt x="0" y="4720"/>
                    <a:pt x="675" y="5497"/>
                    <a:pt x="1880" y="5497"/>
                  </a:cubicBezTo>
                  <a:cubicBezTo>
                    <a:pt x="2493" y="5497"/>
                    <a:pt x="3045" y="5252"/>
                    <a:pt x="3413" y="4720"/>
                  </a:cubicBezTo>
                  <a:lnTo>
                    <a:pt x="3433" y="4720"/>
                  </a:lnTo>
                  <a:lnTo>
                    <a:pt x="3433" y="5395"/>
                  </a:lnTo>
                  <a:lnTo>
                    <a:pt x="4680" y="5395"/>
                  </a:lnTo>
                  <a:lnTo>
                    <a:pt x="4680" y="0"/>
                  </a:lnTo>
                  <a:lnTo>
                    <a:pt x="3392" y="0"/>
                  </a:lnTo>
                  <a:lnTo>
                    <a:pt x="3392" y="3004"/>
                  </a:lnTo>
                  <a:cubicBezTo>
                    <a:pt x="3392" y="3924"/>
                    <a:pt x="3004" y="4373"/>
                    <a:pt x="2289" y="4373"/>
                  </a:cubicBezTo>
                  <a:cubicBezTo>
                    <a:pt x="1635" y="4373"/>
                    <a:pt x="1288" y="3944"/>
                    <a:pt x="1288" y="3127"/>
                  </a:cubicBezTo>
                  <a:lnTo>
                    <a:pt x="1288" y="0"/>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2" name="Google Shape;801;p65">
              <a:extLst>
                <a:ext uri="{FF2B5EF4-FFF2-40B4-BE49-F238E27FC236}">
                  <a16:creationId xmlns:a16="http://schemas.microsoft.com/office/drawing/2014/main" id="{18E6F3F9-1AA8-6361-0B3B-609D295AEA2F}"/>
                </a:ext>
              </a:extLst>
            </p:cNvPr>
            <p:cNvSpPr/>
            <p:nvPr/>
          </p:nvSpPr>
          <p:spPr>
            <a:xfrm>
              <a:off x="7240350" y="2806925"/>
              <a:ext cx="120075" cy="140500"/>
            </a:xfrm>
            <a:custGeom>
              <a:avLst/>
              <a:gdLst/>
              <a:ahLst/>
              <a:cxnLst/>
              <a:rect l="l" t="t" r="r" b="b"/>
              <a:pathLst>
                <a:path w="4803" h="5620" extrusionOk="0">
                  <a:moveTo>
                    <a:pt x="2473" y="1083"/>
                  </a:moveTo>
                  <a:cubicBezTo>
                    <a:pt x="3005" y="1083"/>
                    <a:pt x="3515" y="1390"/>
                    <a:pt x="3515" y="2125"/>
                  </a:cubicBezTo>
                  <a:lnTo>
                    <a:pt x="3515" y="2268"/>
                  </a:lnTo>
                  <a:lnTo>
                    <a:pt x="1329" y="2268"/>
                  </a:lnTo>
                  <a:lnTo>
                    <a:pt x="1329" y="2186"/>
                  </a:lnTo>
                  <a:cubicBezTo>
                    <a:pt x="1329" y="1390"/>
                    <a:pt x="1922" y="1083"/>
                    <a:pt x="2473" y="1083"/>
                  </a:cubicBezTo>
                  <a:close/>
                  <a:moveTo>
                    <a:pt x="2473" y="0"/>
                  </a:moveTo>
                  <a:cubicBezTo>
                    <a:pt x="1145" y="0"/>
                    <a:pt x="1" y="838"/>
                    <a:pt x="1" y="2370"/>
                  </a:cubicBezTo>
                  <a:lnTo>
                    <a:pt x="1" y="3413"/>
                  </a:lnTo>
                  <a:cubicBezTo>
                    <a:pt x="1" y="4884"/>
                    <a:pt x="1186" y="5619"/>
                    <a:pt x="2514" y="5619"/>
                  </a:cubicBezTo>
                  <a:cubicBezTo>
                    <a:pt x="3475" y="5619"/>
                    <a:pt x="4312" y="5252"/>
                    <a:pt x="4741" y="4414"/>
                  </a:cubicBezTo>
                  <a:lnTo>
                    <a:pt x="3740" y="3842"/>
                  </a:lnTo>
                  <a:cubicBezTo>
                    <a:pt x="3475" y="4250"/>
                    <a:pt x="3005" y="4536"/>
                    <a:pt x="2575" y="4536"/>
                  </a:cubicBezTo>
                  <a:cubicBezTo>
                    <a:pt x="1901" y="4536"/>
                    <a:pt x="1329" y="4148"/>
                    <a:pt x="1329" y="3453"/>
                  </a:cubicBezTo>
                  <a:lnTo>
                    <a:pt x="1329" y="3167"/>
                  </a:lnTo>
                  <a:lnTo>
                    <a:pt x="4803" y="3167"/>
                  </a:lnTo>
                  <a:lnTo>
                    <a:pt x="4803" y="2125"/>
                  </a:lnTo>
                  <a:cubicBezTo>
                    <a:pt x="4803" y="695"/>
                    <a:pt x="3638" y="0"/>
                    <a:pt x="2473"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3" name="Google Shape;802;p65">
              <a:extLst>
                <a:ext uri="{FF2B5EF4-FFF2-40B4-BE49-F238E27FC236}">
                  <a16:creationId xmlns:a16="http://schemas.microsoft.com/office/drawing/2014/main" id="{DA43D63E-76D3-6065-19EB-AA79E17675A3}"/>
                </a:ext>
              </a:extLst>
            </p:cNvPr>
            <p:cNvSpPr/>
            <p:nvPr/>
          </p:nvSpPr>
          <p:spPr>
            <a:xfrm>
              <a:off x="5699125" y="3072550"/>
              <a:ext cx="122625" cy="191075"/>
            </a:xfrm>
            <a:custGeom>
              <a:avLst/>
              <a:gdLst/>
              <a:ahLst/>
              <a:cxnLst/>
              <a:rect l="l" t="t" r="r" b="b"/>
              <a:pathLst>
                <a:path w="4905" h="7643" extrusionOk="0">
                  <a:moveTo>
                    <a:pt x="2432" y="3107"/>
                  </a:moveTo>
                  <a:cubicBezTo>
                    <a:pt x="3086" y="3107"/>
                    <a:pt x="3617" y="3495"/>
                    <a:pt x="3617" y="4149"/>
                  </a:cubicBezTo>
                  <a:lnTo>
                    <a:pt x="3617" y="5477"/>
                  </a:lnTo>
                  <a:cubicBezTo>
                    <a:pt x="3617" y="6253"/>
                    <a:pt x="3004" y="6540"/>
                    <a:pt x="2473" y="6540"/>
                  </a:cubicBezTo>
                  <a:cubicBezTo>
                    <a:pt x="1819" y="6540"/>
                    <a:pt x="1308" y="6151"/>
                    <a:pt x="1308" y="5497"/>
                  </a:cubicBezTo>
                  <a:lnTo>
                    <a:pt x="1308" y="4169"/>
                  </a:lnTo>
                  <a:cubicBezTo>
                    <a:pt x="1308" y="3393"/>
                    <a:pt x="1901" y="3107"/>
                    <a:pt x="2432" y="3107"/>
                  </a:cubicBezTo>
                  <a:close/>
                  <a:moveTo>
                    <a:pt x="3617" y="1"/>
                  </a:moveTo>
                  <a:lnTo>
                    <a:pt x="3617" y="2678"/>
                  </a:lnTo>
                  <a:lnTo>
                    <a:pt x="3597" y="2678"/>
                  </a:lnTo>
                  <a:cubicBezTo>
                    <a:pt x="3311" y="2310"/>
                    <a:pt x="2820" y="2003"/>
                    <a:pt x="2228" y="2003"/>
                  </a:cubicBezTo>
                  <a:cubicBezTo>
                    <a:pt x="1022" y="2003"/>
                    <a:pt x="0" y="2739"/>
                    <a:pt x="0" y="4210"/>
                  </a:cubicBezTo>
                  <a:lnTo>
                    <a:pt x="0" y="5518"/>
                  </a:lnTo>
                  <a:cubicBezTo>
                    <a:pt x="0" y="6887"/>
                    <a:pt x="940" y="7643"/>
                    <a:pt x="2125" y="7643"/>
                  </a:cubicBezTo>
                  <a:cubicBezTo>
                    <a:pt x="2616" y="7643"/>
                    <a:pt x="3331" y="7336"/>
                    <a:pt x="3637" y="6907"/>
                  </a:cubicBezTo>
                  <a:lnTo>
                    <a:pt x="3658" y="6907"/>
                  </a:lnTo>
                  <a:lnTo>
                    <a:pt x="3658" y="7520"/>
                  </a:lnTo>
                  <a:lnTo>
                    <a:pt x="4904" y="7520"/>
                  </a:lnTo>
                  <a:lnTo>
                    <a:pt x="4904"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4" name="Google Shape;803;p65">
              <a:extLst>
                <a:ext uri="{FF2B5EF4-FFF2-40B4-BE49-F238E27FC236}">
                  <a16:creationId xmlns:a16="http://schemas.microsoft.com/office/drawing/2014/main" id="{34CEB14A-6C04-6E39-9CD9-C251CE3A537C}"/>
                </a:ext>
              </a:extLst>
            </p:cNvPr>
            <p:cNvSpPr/>
            <p:nvPr/>
          </p:nvSpPr>
          <p:spPr>
            <a:xfrm>
              <a:off x="5854925" y="3125675"/>
              <a:ext cx="117525" cy="137450"/>
            </a:xfrm>
            <a:custGeom>
              <a:avLst/>
              <a:gdLst/>
              <a:ahLst/>
              <a:cxnLst/>
              <a:rect l="l" t="t" r="r" b="b"/>
              <a:pathLst>
                <a:path w="4701" h="5498" extrusionOk="0">
                  <a:moveTo>
                    <a:pt x="1" y="1"/>
                  </a:moveTo>
                  <a:lnTo>
                    <a:pt x="1" y="3434"/>
                  </a:lnTo>
                  <a:cubicBezTo>
                    <a:pt x="1" y="4721"/>
                    <a:pt x="695" y="5498"/>
                    <a:pt x="1901" y="5498"/>
                  </a:cubicBezTo>
                  <a:cubicBezTo>
                    <a:pt x="2494" y="5498"/>
                    <a:pt x="3066" y="5252"/>
                    <a:pt x="3413" y="4721"/>
                  </a:cubicBezTo>
                  <a:lnTo>
                    <a:pt x="3454" y="4721"/>
                  </a:lnTo>
                  <a:lnTo>
                    <a:pt x="3454" y="5395"/>
                  </a:lnTo>
                  <a:lnTo>
                    <a:pt x="4700" y="5395"/>
                  </a:lnTo>
                  <a:lnTo>
                    <a:pt x="4700" y="1"/>
                  </a:lnTo>
                  <a:lnTo>
                    <a:pt x="3413" y="1"/>
                  </a:lnTo>
                  <a:lnTo>
                    <a:pt x="3413" y="3005"/>
                  </a:lnTo>
                  <a:cubicBezTo>
                    <a:pt x="3413" y="3924"/>
                    <a:pt x="3004" y="4374"/>
                    <a:pt x="2310" y="4374"/>
                  </a:cubicBezTo>
                  <a:cubicBezTo>
                    <a:pt x="1656" y="4374"/>
                    <a:pt x="1288" y="3945"/>
                    <a:pt x="1288" y="3127"/>
                  </a:cubicBezTo>
                  <a:lnTo>
                    <a:pt x="1288" y="1"/>
                  </a:ln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5" name="Google Shape;804;p65">
              <a:extLst>
                <a:ext uri="{FF2B5EF4-FFF2-40B4-BE49-F238E27FC236}">
                  <a16:creationId xmlns:a16="http://schemas.microsoft.com/office/drawing/2014/main" id="{81A5AEB6-384E-93E5-9C40-6FF555C8ACB8}"/>
                </a:ext>
              </a:extLst>
            </p:cNvPr>
            <p:cNvSpPr/>
            <p:nvPr/>
          </p:nvSpPr>
          <p:spPr>
            <a:xfrm>
              <a:off x="6067950" y="3069500"/>
              <a:ext cx="147150" cy="194125"/>
            </a:xfrm>
            <a:custGeom>
              <a:avLst/>
              <a:gdLst/>
              <a:ahLst/>
              <a:cxnLst/>
              <a:rect l="l" t="t" r="r" b="b"/>
              <a:pathLst>
                <a:path w="5886" h="7765" extrusionOk="0">
                  <a:moveTo>
                    <a:pt x="3004" y="0"/>
                  </a:moveTo>
                  <a:cubicBezTo>
                    <a:pt x="1370" y="0"/>
                    <a:pt x="1" y="981"/>
                    <a:pt x="1" y="2759"/>
                  </a:cubicBezTo>
                  <a:lnTo>
                    <a:pt x="1" y="5170"/>
                  </a:lnTo>
                  <a:cubicBezTo>
                    <a:pt x="1" y="6845"/>
                    <a:pt x="1431" y="7765"/>
                    <a:pt x="3066" y="7765"/>
                  </a:cubicBezTo>
                  <a:cubicBezTo>
                    <a:pt x="4496" y="7765"/>
                    <a:pt x="5886" y="6968"/>
                    <a:pt x="5886" y="5292"/>
                  </a:cubicBezTo>
                  <a:lnTo>
                    <a:pt x="5886" y="5068"/>
                  </a:lnTo>
                  <a:lnTo>
                    <a:pt x="4557" y="5068"/>
                  </a:lnTo>
                  <a:lnTo>
                    <a:pt x="4557" y="5170"/>
                  </a:lnTo>
                  <a:cubicBezTo>
                    <a:pt x="4557" y="6151"/>
                    <a:pt x="3760" y="6518"/>
                    <a:pt x="3066" y="6518"/>
                  </a:cubicBezTo>
                  <a:cubicBezTo>
                    <a:pt x="2187" y="6518"/>
                    <a:pt x="1411" y="6008"/>
                    <a:pt x="1411" y="5109"/>
                  </a:cubicBezTo>
                  <a:lnTo>
                    <a:pt x="1411" y="2697"/>
                  </a:lnTo>
                  <a:cubicBezTo>
                    <a:pt x="1411" y="1614"/>
                    <a:pt x="2289" y="1247"/>
                    <a:pt x="3004" y="1247"/>
                  </a:cubicBezTo>
                  <a:cubicBezTo>
                    <a:pt x="3699" y="1247"/>
                    <a:pt x="4557" y="1614"/>
                    <a:pt x="4557" y="2595"/>
                  </a:cubicBezTo>
                  <a:lnTo>
                    <a:pt x="4557" y="2718"/>
                  </a:lnTo>
                  <a:lnTo>
                    <a:pt x="5886" y="2718"/>
                  </a:lnTo>
                  <a:lnTo>
                    <a:pt x="5886" y="2473"/>
                  </a:lnTo>
                  <a:cubicBezTo>
                    <a:pt x="5886" y="797"/>
                    <a:pt x="4455" y="0"/>
                    <a:pt x="3004" y="0"/>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6" name="Google Shape;805;p65">
              <a:extLst>
                <a:ext uri="{FF2B5EF4-FFF2-40B4-BE49-F238E27FC236}">
                  <a16:creationId xmlns:a16="http://schemas.microsoft.com/office/drawing/2014/main" id="{EC30F35A-60C9-7F2A-7B85-7A18D28F53CB}"/>
                </a:ext>
              </a:extLst>
            </p:cNvPr>
            <p:cNvSpPr/>
            <p:nvPr/>
          </p:nvSpPr>
          <p:spPr>
            <a:xfrm>
              <a:off x="6239075" y="3123125"/>
              <a:ext cx="122650" cy="140500"/>
            </a:xfrm>
            <a:custGeom>
              <a:avLst/>
              <a:gdLst/>
              <a:ahLst/>
              <a:cxnLst/>
              <a:rect l="l" t="t" r="r" b="b"/>
              <a:pathLst>
                <a:path w="4906" h="5620" extrusionOk="0">
                  <a:moveTo>
                    <a:pt x="2433" y="1104"/>
                  </a:moveTo>
                  <a:cubicBezTo>
                    <a:pt x="3087" y="1104"/>
                    <a:pt x="3597" y="1472"/>
                    <a:pt x="3597" y="2126"/>
                  </a:cubicBezTo>
                  <a:lnTo>
                    <a:pt x="3597" y="3474"/>
                  </a:lnTo>
                  <a:cubicBezTo>
                    <a:pt x="3597" y="4251"/>
                    <a:pt x="3005" y="4537"/>
                    <a:pt x="2474" y="4537"/>
                  </a:cubicBezTo>
                  <a:cubicBezTo>
                    <a:pt x="1799" y="4537"/>
                    <a:pt x="1309" y="4149"/>
                    <a:pt x="1309" y="3495"/>
                  </a:cubicBezTo>
                  <a:lnTo>
                    <a:pt x="1309" y="2167"/>
                  </a:lnTo>
                  <a:cubicBezTo>
                    <a:pt x="1309" y="1390"/>
                    <a:pt x="1901" y="1104"/>
                    <a:pt x="2433" y="1104"/>
                  </a:cubicBezTo>
                  <a:close/>
                  <a:moveTo>
                    <a:pt x="2433" y="1"/>
                  </a:moveTo>
                  <a:cubicBezTo>
                    <a:pt x="1247" y="1"/>
                    <a:pt x="1" y="798"/>
                    <a:pt x="1" y="2269"/>
                  </a:cubicBezTo>
                  <a:lnTo>
                    <a:pt x="1" y="3495"/>
                  </a:lnTo>
                  <a:cubicBezTo>
                    <a:pt x="1" y="4884"/>
                    <a:pt x="1166" y="5620"/>
                    <a:pt x="2474" y="5620"/>
                  </a:cubicBezTo>
                  <a:cubicBezTo>
                    <a:pt x="3659" y="5620"/>
                    <a:pt x="4905" y="4823"/>
                    <a:pt x="4905" y="3352"/>
                  </a:cubicBezTo>
                  <a:lnTo>
                    <a:pt x="4905" y="2248"/>
                  </a:lnTo>
                  <a:cubicBezTo>
                    <a:pt x="4905" y="859"/>
                    <a:pt x="3740" y="1"/>
                    <a:pt x="2433"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7" name="Google Shape;806;p65">
              <a:extLst>
                <a:ext uri="{FF2B5EF4-FFF2-40B4-BE49-F238E27FC236}">
                  <a16:creationId xmlns:a16="http://schemas.microsoft.com/office/drawing/2014/main" id="{319D3AA0-9D0F-658D-6954-6AABF0095AA6}"/>
                </a:ext>
              </a:extLst>
            </p:cNvPr>
            <p:cNvSpPr/>
            <p:nvPr/>
          </p:nvSpPr>
          <p:spPr>
            <a:xfrm>
              <a:off x="6390300" y="3123125"/>
              <a:ext cx="117000" cy="137450"/>
            </a:xfrm>
            <a:custGeom>
              <a:avLst/>
              <a:gdLst/>
              <a:ahLst/>
              <a:cxnLst/>
              <a:rect l="l" t="t" r="r" b="b"/>
              <a:pathLst>
                <a:path w="4680" h="5498" extrusionOk="0">
                  <a:moveTo>
                    <a:pt x="2800" y="1"/>
                  </a:moveTo>
                  <a:cubicBezTo>
                    <a:pt x="2207" y="1"/>
                    <a:pt x="1635" y="246"/>
                    <a:pt x="1267" y="757"/>
                  </a:cubicBezTo>
                  <a:lnTo>
                    <a:pt x="1247" y="757"/>
                  </a:lnTo>
                  <a:lnTo>
                    <a:pt x="1247" y="103"/>
                  </a:lnTo>
                  <a:lnTo>
                    <a:pt x="0" y="103"/>
                  </a:lnTo>
                  <a:lnTo>
                    <a:pt x="0" y="5497"/>
                  </a:lnTo>
                  <a:lnTo>
                    <a:pt x="1288" y="5497"/>
                  </a:lnTo>
                  <a:lnTo>
                    <a:pt x="1288" y="2473"/>
                  </a:lnTo>
                  <a:cubicBezTo>
                    <a:pt x="1288" y="1554"/>
                    <a:pt x="1697" y="1124"/>
                    <a:pt x="2391" y="1124"/>
                  </a:cubicBezTo>
                  <a:cubicBezTo>
                    <a:pt x="3045" y="1124"/>
                    <a:pt x="3393" y="1554"/>
                    <a:pt x="3393" y="2371"/>
                  </a:cubicBezTo>
                  <a:lnTo>
                    <a:pt x="3393" y="5497"/>
                  </a:lnTo>
                  <a:lnTo>
                    <a:pt x="4680" y="5497"/>
                  </a:lnTo>
                  <a:lnTo>
                    <a:pt x="4680" y="2044"/>
                  </a:lnTo>
                  <a:cubicBezTo>
                    <a:pt x="4680" y="757"/>
                    <a:pt x="4006" y="1"/>
                    <a:pt x="2800"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8" name="Google Shape;807;p65">
              <a:extLst>
                <a:ext uri="{FF2B5EF4-FFF2-40B4-BE49-F238E27FC236}">
                  <a16:creationId xmlns:a16="http://schemas.microsoft.com/office/drawing/2014/main" id="{03B9E701-A837-75F9-A2B6-1D46B33A892B}"/>
                </a:ext>
              </a:extLst>
            </p:cNvPr>
            <p:cNvSpPr/>
            <p:nvPr/>
          </p:nvSpPr>
          <p:spPr>
            <a:xfrm>
              <a:off x="6534350" y="3123125"/>
              <a:ext cx="121100" cy="189050"/>
            </a:xfrm>
            <a:custGeom>
              <a:avLst/>
              <a:gdLst/>
              <a:ahLst/>
              <a:cxnLst/>
              <a:rect l="l" t="t" r="r" b="b"/>
              <a:pathLst>
                <a:path w="4844" h="7562" extrusionOk="0">
                  <a:moveTo>
                    <a:pt x="2433" y="1104"/>
                  </a:moveTo>
                  <a:cubicBezTo>
                    <a:pt x="3107" y="1104"/>
                    <a:pt x="3597" y="1472"/>
                    <a:pt x="3597" y="2126"/>
                  </a:cubicBezTo>
                  <a:lnTo>
                    <a:pt x="3597" y="3331"/>
                  </a:lnTo>
                  <a:cubicBezTo>
                    <a:pt x="3597" y="4108"/>
                    <a:pt x="3005" y="4394"/>
                    <a:pt x="2473" y="4394"/>
                  </a:cubicBezTo>
                  <a:cubicBezTo>
                    <a:pt x="1820" y="4394"/>
                    <a:pt x="1309" y="4006"/>
                    <a:pt x="1309" y="3352"/>
                  </a:cubicBezTo>
                  <a:lnTo>
                    <a:pt x="1309" y="2167"/>
                  </a:lnTo>
                  <a:cubicBezTo>
                    <a:pt x="1309" y="1390"/>
                    <a:pt x="1901" y="1104"/>
                    <a:pt x="2433" y="1104"/>
                  </a:cubicBezTo>
                  <a:close/>
                  <a:moveTo>
                    <a:pt x="2126" y="1"/>
                  </a:moveTo>
                  <a:cubicBezTo>
                    <a:pt x="920" y="1"/>
                    <a:pt x="1" y="798"/>
                    <a:pt x="1" y="2269"/>
                  </a:cubicBezTo>
                  <a:lnTo>
                    <a:pt x="1" y="3290"/>
                  </a:lnTo>
                  <a:cubicBezTo>
                    <a:pt x="1" y="4680"/>
                    <a:pt x="839" y="5416"/>
                    <a:pt x="2146" y="5416"/>
                  </a:cubicBezTo>
                  <a:cubicBezTo>
                    <a:pt x="2739" y="5416"/>
                    <a:pt x="3229" y="5191"/>
                    <a:pt x="3577" y="4721"/>
                  </a:cubicBezTo>
                  <a:lnTo>
                    <a:pt x="3597" y="4721"/>
                  </a:lnTo>
                  <a:lnTo>
                    <a:pt x="3597" y="5273"/>
                  </a:lnTo>
                  <a:cubicBezTo>
                    <a:pt x="3597" y="6049"/>
                    <a:pt x="3168" y="6539"/>
                    <a:pt x="2392" y="6539"/>
                  </a:cubicBezTo>
                  <a:cubicBezTo>
                    <a:pt x="1922" y="6539"/>
                    <a:pt x="1554" y="6335"/>
                    <a:pt x="1309" y="5824"/>
                  </a:cubicBezTo>
                  <a:lnTo>
                    <a:pt x="83" y="6253"/>
                  </a:lnTo>
                  <a:cubicBezTo>
                    <a:pt x="348" y="7152"/>
                    <a:pt x="1411" y="7561"/>
                    <a:pt x="2269" y="7561"/>
                  </a:cubicBezTo>
                  <a:cubicBezTo>
                    <a:pt x="4149" y="7561"/>
                    <a:pt x="4844" y="6294"/>
                    <a:pt x="4844" y="5048"/>
                  </a:cubicBezTo>
                  <a:lnTo>
                    <a:pt x="4844" y="103"/>
                  </a:lnTo>
                  <a:lnTo>
                    <a:pt x="3618" y="103"/>
                  </a:lnTo>
                  <a:lnTo>
                    <a:pt x="3618" y="736"/>
                  </a:lnTo>
                  <a:lnTo>
                    <a:pt x="3597" y="736"/>
                  </a:lnTo>
                  <a:cubicBezTo>
                    <a:pt x="3311" y="328"/>
                    <a:pt x="2759" y="1"/>
                    <a:pt x="2126"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9" name="Google Shape;808;p65">
              <a:extLst>
                <a:ext uri="{FF2B5EF4-FFF2-40B4-BE49-F238E27FC236}">
                  <a16:creationId xmlns:a16="http://schemas.microsoft.com/office/drawing/2014/main" id="{4268B7E4-E3FB-EFC3-1FDC-B0E50F2E6AFD}"/>
                </a:ext>
              </a:extLst>
            </p:cNvPr>
            <p:cNvSpPr/>
            <p:nvPr/>
          </p:nvSpPr>
          <p:spPr>
            <a:xfrm>
              <a:off x="6683025" y="3123125"/>
              <a:ext cx="123125" cy="140500"/>
            </a:xfrm>
            <a:custGeom>
              <a:avLst/>
              <a:gdLst/>
              <a:ahLst/>
              <a:cxnLst/>
              <a:rect l="l" t="t" r="r" b="b"/>
              <a:pathLst>
                <a:path w="4925" h="5620" extrusionOk="0">
                  <a:moveTo>
                    <a:pt x="2432" y="1104"/>
                  </a:moveTo>
                  <a:cubicBezTo>
                    <a:pt x="3106" y="1104"/>
                    <a:pt x="3617" y="1472"/>
                    <a:pt x="3617" y="2126"/>
                  </a:cubicBezTo>
                  <a:lnTo>
                    <a:pt x="3617" y="3474"/>
                  </a:lnTo>
                  <a:cubicBezTo>
                    <a:pt x="3617" y="4251"/>
                    <a:pt x="3024" y="4537"/>
                    <a:pt x="2493" y="4537"/>
                  </a:cubicBezTo>
                  <a:cubicBezTo>
                    <a:pt x="1819" y="4537"/>
                    <a:pt x="1308" y="4149"/>
                    <a:pt x="1308" y="3495"/>
                  </a:cubicBezTo>
                  <a:lnTo>
                    <a:pt x="1308" y="2167"/>
                  </a:lnTo>
                  <a:cubicBezTo>
                    <a:pt x="1308" y="1390"/>
                    <a:pt x="1901" y="1104"/>
                    <a:pt x="2432" y="1104"/>
                  </a:cubicBezTo>
                  <a:close/>
                  <a:moveTo>
                    <a:pt x="2432" y="1"/>
                  </a:moveTo>
                  <a:cubicBezTo>
                    <a:pt x="1247" y="1"/>
                    <a:pt x="0" y="798"/>
                    <a:pt x="0" y="2269"/>
                  </a:cubicBezTo>
                  <a:lnTo>
                    <a:pt x="0" y="3495"/>
                  </a:lnTo>
                  <a:cubicBezTo>
                    <a:pt x="0" y="4884"/>
                    <a:pt x="1185" y="5620"/>
                    <a:pt x="2493" y="5620"/>
                  </a:cubicBezTo>
                  <a:cubicBezTo>
                    <a:pt x="3678" y="5620"/>
                    <a:pt x="4925" y="4823"/>
                    <a:pt x="4925" y="3352"/>
                  </a:cubicBezTo>
                  <a:lnTo>
                    <a:pt x="4925" y="2248"/>
                  </a:lnTo>
                  <a:cubicBezTo>
                    <a:pt x="4925" y="859"/>
                    <a:pt x="3740" y="1"/>
                    <a:pt x="2432" y="1"/>
                  </a:cubicBezTo>
                  <a:close/>
                </a:path>
              </a:pathLst>
            </a:custGeom>
            <a:solidFill>
              <a:srgbClr val="002878"/>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0" name="Google Shape;809;p65">
              <a:extLst>
                <a:ext uri="{FF2B5EF4-FFF2-40B4-BE49-F238E27FC236}">
                  <a16:creationId xmlns:a16="http://schemas.microsoft.com/office/drawing/2014/main" id="{7F67A254-45C7-8BBB-AC3E-57D062B67CC2}"/>
                </a:ext>
              </a:extLst>
            </p:cNvPr>
            <p:cNvSpPr/>
            <p:nvPr/>
          </p:nvSpPr>
          <p:spPr>
            <a:xfrm>
              <a:off x="5432975" y="2440125"/>
              <a:ext cx="21475" cy="823500"/>
            </a:xfrm>
            <a:custGeom>
              <a:avLst/>
              <a:gdLst/>
              <a:ahLst/>
              <a:cxnLst/>
              <a:rect l="l" t="t" r="r" b="b"/>
              <a:pathLst>
                <a:path w="859" h="32940" extrusionOk="0">
                  <a:moveTo>
                    <a:pt x="0" y="1"/>
                  </a:moveTo>
                  <a:lnTo>
                    <a:pt x="0" y="32940"/>
                  </a:lnTo>
                  <a:lnTo>
                    <a:pt x="858" y="32940"/>
                  </a:lnTo>
                  <a:lnTo>
                    <a:pt x="858" y="1"/>
                  </a:lnTo>
                  <a:close/>
                </a:path>
              </a:pathLst>
            </a:custGeom>
            <a:solidFill>
              <a:srgbClr val="64C8FA"/>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2" name="Group 1">
            <a:extLst>
              <a:ext uri="{FF2B5EF4-FFF2-40B4-BE49-F238E27FC236}">
                <a16:creationId xmlns:a16="http://schemas.microsoft.com/office/drawing/2014/main" id="{4ADC07A7-A86E-946A-6B8C-9CFF9133D42B}"/>
              </a:ext>
            </a:extLst>
          </p:cNvPr>
          <p:cNvGrpSpPr/>
          <p:nvPr/>
        </p:nvGrpSpPr>
        <p:grpSpPr>
          <a:xfrm>
            <a:off x="121878" y="265451"/>
            <a:ext cx="5478822" cy="5439449"/>
            <a:chOff x="164741" y="94001"/>
            <a:chExt cx="5731092" cy="5689906"/>
          </a:xfrm>
        </p:grpSpPr>
        <p:grpSp>
          <p:nvGrpSpPr>
            <p:cNvPr id="89" name="Group 88">
              <a:extLst>
                <a:ext uri="{FF2B5EF4-FFF2-40B4-BE49-F238E27FC236}">
                  <a16:creationId xmlns:a16="http://schemas.microsoft.com/office/drawing/2014/main" id="{8410E3B1-6CE0-F3D2-7373-00C60BBA0E15}"/>
                </a:ext>
              </a:extLst>
            </p:cNvPr>
            <p:cNvGrpSpPr/>
            <p:nvPr/>
          </p:nvGrpSpPr>
          <p:grpSpPr>
            <a:xfrm>
              <a:off x="187516" y="94001"/>
              <a:ext cx="5695965" cy="4069529"/>
              <a:chOff x="359388" y="932292"/>
              <a:chExt cx="6127146" cy="4349991"/>
            </a:xfrm>
          </p:grpSpPr>
          <p:pic>
            <p:nvPicPr>
              <p:cNvPr id="93" name="Picture 92">
                <a:extLst>
                  <a:ext uri="{FF2B5EF4-FFF2-40B4-BE49-F238E27FC236}">
                    <a16:creationId xmlns:a16="http://schemas.microsoft.com/office/drawing/2014/main" id="{BFC4E5A9-2CD4-9547-63F8-22A8C49695EC}"/>
                  </a:ext>
                </a:extLst>
              </p:cNvPr>
              <p:cNvPicPr>
                <a:picLocks noChangeAspect="1"/>
              </p:cNvPicPr>
              <p:nvPr/>
            </p:nvPicPr>
            <p:blipFill>
              <a:blip r:embed="rId6" cstate="print">
                <a:extLst>
                  <a:ext uri="{28A0092B-C50C-407E-A947-70E740481C1C}">
                    <a14:useLocalDpi xmlns:a14="http://schemas.microsoft.com/office/drawing/2010/main" val="0"/>
                  </a:ext>
                </a:extLst>
              </a:blip>
              <a:srcRect l="31314" t="957" r="12379" b="2227"/>
              <a:stretch>
                <a:fillRect/>
              </a:stretch>
            </p:blipFill>
            <p:spPr>
              <a:xfrm>
                <a:off x="3574951" y="932292"/>
                <a:ext cx="2911583" cy="3337534"/>
              </a:xfrm>
              <a:custGeom>
                <a:avLst/>
                <a:gdLst>
                  <a:gd name="connsiteX0" fmla="*/ 1031828 w 2911583"/>
                  <a:gd name="connsiteY0" fmla="*/ 0 h 3337534"/>
                  <a:gd name="connsiteX1" fmla="*/ 1163314 w 2911583"/>
                  <a:gd name="connsiteY1" fmla="*/ 48794 h 3337534"/>
                  <a:gd name="connsiteX2" fmla="*/ 1280190 w 2911583"/>
                  <a:gd name="connsiteY2" fmla="*/ 34156 h 3337534"/>
                  <a:gd name="connsiteX3" fmla="*/ 1440894 w 2911583"/>
                  <a:gd name="connsiteY3" fmla="*/ 87830 h 3337534"/>
                  <a:gd name="connsiteX4" fmla="*/ 1577249 w 2911583"/>
                  <a:gd name="connsiteY4" fmla="*/ 34156 h 3337534"/>
                  <a:gd name="connsiteX5" fmla="*/ 1723344 w 2911583"/>
                  <a:gd name="connsiteY5" fmla="*/ 146383 h 3337534"/>
                  <a:gd name="connsiteX6" fmla="*/ 1835351 w 2911583"/>
                  <a:gd name="connsiteY6" fmla="*/ 248851 h 3337534"/>
                  <a:gd name="connsiteX7" fmla="*/ 1952226 w 2911583"/>
                  <a:gd name="connsiteY7" fmla="*/ 326922 h 3337534"/>
                  <a:gd name="connsiteX8" fmla="*/ 2064233 w 2911583"/>
                  <a:gd name="connsiteY8" fmla="*/ 278128 h 3337534"/>
                  <a:gd name="connsiteX9" fmla="*/ 2132410 w 2911583"/>
                  <a:gd name="connsiteY9" fmla="*/ 253730 h 3337534"/>
                  <a:gd name="connsiteX10" fmla="*/ 2268765 w 2911583"/>
                  <a:gd name="connsiteY10" fmla="*/ 297645 h 3337534"/>
                  <a:gd name="connsiteX11" fmla="*/ 2380772 w 2911583"/>
                  <a:gd name="connsiteY11" fmla="*/ 190298 h 3337534"/>
                  <a:gd name="connsiteX12" fmla="*/ 2468429 w 2911583"/>
                  <a:gd name="connsiteY12" fmla="*/ 297645 h 3337534"/>
                  <a:gd name="connsiteX13" fmla="*/ 2575565 w 2911583"/>
                  <a:gd name="connsiteY13" fmla="*/ 429390 h 3337534"/>
                  <a:gd name="connsiteX14" fmla="*/ 2668092 w 2911583"/>
                  <a:gd name="connsiteY14" fmla="*/ 507461 h 3337534"/>
                  <a:gd name="connsiteX15" fmla="*/ 2760619 w 2911583"/>
                  <a:gd name="connsiteY15" fmla="*/ 526979 h 3337534"/>
                  <a:gd name="connsiteX16" fmla="*/ 2780098 w 2911583"/>
                  <a:gd name="connsiteY16" fmla="*/ 634327 h 3337534"/>
                  <a:gd name="connsiteX17" fmla="*/ 2741140 w 2911583"/>
                  <a:gd name="connsiteY17" fmla="*/ 756312 h 3337534"/>
                  <a:gd name="connsiteX18" fmla="*/ 2770358 w 2911583"/>
                  <a:gd name="connsiteY18" fmla="*/ 849021 h 3337534"/>
                  <a:gd name="connsiteX19" fmla="*/ 2755749 w 2911583"/>
                  <a:gd name="connsiteY19" fmla="*/ 922213 h 3337534"/>
                  <a:gd name="connsiteX20" fmla="*/ 2911583 w 2911583"/>
                  <a:gd name="connsiteY20" fmla="*/ 1019802 h 3337534"/>
                  <a:gd name="connsiteX21" fmla="*/ 2784968 w 2911583"/>
                  <a:gd name="connsiteY21" fmla="*/ 1195462 h 3337534"/>
                  <a:gd name="connsiteX22" fmla="*/ 2624263 w 2911583"/>
                  <a:gd name="connsiteY22" fmla="*/ 1356483 h 3337534"/>
                  <a:gd name="connsiteX23" fmla="*/ 2526867 w 2911583"/>
                  <a:gd name="connsiteY23" fmla="*/ 1424795 h 3337534"/>
                  <a:gd name="connsiteX24" fmla="*/ 2478168 w 2911583"/>
                  <a:gd name="connsiteY24" fmla="*/ 1507746 h 3337534"/>
                  <a:gd name="connsiteX25" fmla="*/ 2463558 w 2911583"/>
                  <a:gd name="connsiteY25" fmla="*/ 1600455 h 3337534"/>
                  <a:gd name="connsiteX26" fmla="*/ 2424600 w 2911583"/>
                  <a:gd name="connsiteY26" fmla="*/ 1654129 h 3337534"/>
                  <a:gd name="connsiteX27" fmla="*/ 2424600 w 2911583"/>
                  <a:gd name="connsiteY27" fmla="*/ 1727321 h 3337534"/>
                  <a:gd name="connsiteX28" fmla="*/ 2405121 w 2911583"/>
                  <a:gd name="connsiteY28" fmla="*/ 1854185 h 3337534"/>
                  <a:gd name="connsiteX29" fmla="*/ 2366162 w 2911583"/>
                  <a:gd name="connsiteY29" fmla="*/ 2103037 h 3337534"/>
                  <a:gd name="connsiteX30" fmla="*/ 2327204 w 2911583"/>
                  <a:gd name="connsiteY30" fmla="*/ 2220143 h 3337534"/>
                  <a:gd name="connsiteX31" fmla="*/ 2249286 w 2911583"/>
                  <a:gd name="connsiteY31" fmla="*/ 2283576 h 3337534"/>
                  <a:gd name="connsiteX32" fmla="*/ 2234676 w 2911583"/>
                  <a:gd name="connsiteY32" fmla="*/ 2405561 h 3337534"/>
                  <a:gd name="connsiteX33" fmla="*/ 2200588 w 2911583"/>
                  <a:gd name="connsiteY33" fmla="*/ 2488512 h 3337534"/>
                  <a:gd name="connsiteX34" fmla="*/ 2142150 w 2911583"/>
                  <a:gd name="connsiteY34" fmla="*/ 2488512 h 3337534"/>
                  <a:gd name="connsiteX35" fmla="*/ 2147020 w 2911583"/>
                  <a:gd name="connsiteY35" fmla="*/ 2576342 h 3337534"/>
                  <a:gd name="connsiteX36" fmla="*/ 2205458 w 2911583"/>
                  <a:gd name="connsiteY36" fmla="*/ 2630016 h 3337534"/>
                  <a:gd name="connsiteX37" fmla="*/ 2259026 w 2911583"/>
                  <a:gd name="connsiteY37" fmla="*/ 2708087 h 3337534"/>
                  <a:gd name="connsiteX38" fmla="*/ 2278505 w 2911583"/>
                  <a:gd name="connsiteY38" fmla="*/ 2913023 h 3337534"/>
                  <a:gd name="connsiteX39" fmla="*/ 2268765 w 2911583"/>
                  <a:gd name="connsiteY39" fmla="*/ 3039888 h 3337534"/>
                  <a:gd name="connsiteX40" fmla="*/ 2278505 w 2911583"/>
                  <a:gd name="connsiteY40" fmla="*/ 3239946 h 3337534"/>
                  <a:gd name="connsiteX41" fmla="*/ 2259026 w 2911583"/>
                  <a:gd name="connsiteY41" fmla="*/ 3337534 h 3337534"/>
                  <a:gd name="connsiteX42" fmla="*/ 1255840 w 2911583"/>
                  <a:gd name="connsiteY42" fmla="*/ 3337534 h 3337534"/>
                  <a:gd name="connsiteX43" fmla="*/ 855649 w 2911583"/>
                  <a:gd name="connsiteY43" fmla="*/ 3334388 h 3337534"/>
                  <a:gd name="connsiteX44" fmla="*/ 867608 w 2911583"/>
                  <a:gd name="connsiteY44" fmla="*/ 3159651 h 3337534"/>
                  <a:gd name="connsiteX45" fmla="*/ 840607 w 2911583"/>
                  <a:gd name="connsiteY45" fmla="*/ 3044768 h 3337534"/>
                  <a:gd name="connsiteX46" fmla="*/ 802946 w 2911583"/>
                  <a:gd name="connsiteY46" fmla="*/ 2927662 h 3337534"/>
                  <a:gd name="connsiteX47" fmla="*/ 792062 w 2911583"/>
                  <a:gd name="connsiteY47" fmla="*/ 2574553 h 3337534"/>
                  <a:gd name="connsiteX48" fmla="*/ 811011 w 2911583"/>
                  <a:gd name="connsiteY48" fmla="*/ 2507941 h 3337534"/>
                  <a:gd name="connsiteX49" fmla="*/ 770387 w 2911583"/>
                  <a:gd name="connsiteY49" fmla="*/ 2468995 h 3337534"/>
                  <a:gd name="connsiteX50" fmla="*/ 731253 w 2911583"/>
                  <a:gd name="connsiteY50" fmla="*/ 2371406 h 3337534"/>
                  <a:gd name="connsiteX51" fmla="*/ 674601 w 2911583"/>
                  <a:gd name="connsiteY51" fmla="*/ 2250229 h 3337534"/>
                  <a:gd name="connsiteX52" fmla="*/ 623904 w 2911583"/>
                  <a:gd name="connsiteY52" fmla="*/ 2191934 h 3337534"/>
                  <a:gd name="connsiteX53" fmla="*/ 554585 w 2911583"/>
                  <a:gd name="connsiteY53" fmla="*/ 2157954 h 3337534"/>
                  <a:gd name="connsiteX54" fmla="*/ 429379 w 2911583"/>
                  <a:gd name="connsiteY54" fmla="*/ 2097668 h 3337534"/>
                  <a:gd name="connsiteX55" fmla="*/ 319968 w 2911583"/>
                  <a:gd name="connsiteY55" fmla="*/ 1984574 h 3337534"/>
                  <a:gd name="connsiteX56" fmla="*/ 270761 w 2911583"/>
                  <a:gd name="connsiteY56" fmla="*/ 1849306 h 3337534"/>
                  <a:gd name="connsiteX57" fmla="*/ 219920 w 2911583"/>
                  <a:gd name="connsiteY57" fmla="*/ 1618617 h 3337534"/>
                  <a:gd name="connsiteX58" fmla="*/ 147660 w 2911583"/>
                  <a:gd name="connsiteY58" fmla="*/ 1395518 h 3337534"/>
                  <a:gd name="connsiteX59" fmla="*/ 0 w 2911583"/>
                  <a:gd name="connsiteY59" fmla="*/ 1172302 h 3337534"/>
                  <a:gd name="connsiteX60" fmla="*/ 98627 w 2911583"/>
                  <a:gd name="connsiteY60" fmla="*/ 641019 h 3337534"/>
                  <a:gd name="connsiteX61" fmla="*/ 114609 w 2911583"/>
                  <a:gd name="connsiteY61" fmla="*/ 480752 h 3337534"/>
                  <a:gd name="connsiteX62" fmla="*/ 111114 w 2911583"/>
                  <a:gd name="connsiteY62" fmla="*/ 446972 h 3337534"/>
                  <a:gd name="connsiteX63" fmla="*/ 4294 w 2911583"/>
                  <a:gd name="connsiteY63" fmla="*/ 375717 h 3337534"/>
                  <a:gd name="connsiteX64" fmla="*/ 145519 w 2911583"/>
                  <a:gd name="connsiteY64" fmla="*/ 243972 h 3337534"/>
                  <a:gd name="connsiteX65" fmla="*/ 223437 w 2911583"/>
                  <a:gd name="connsiteY65" fmla="*/ 156142 h 3337534"/>
                  <a:gd name="connsiteX66" fmla="*/ 335442 w 2911583"/>
                  <a:gd name="connsiteY66" fmla="*/ 214695 h 3337534"/>
                  <a:gd name="connsiteX67" fmla="*/ 578934 w 2911583"/>
                  <a:gd name="connsiteY67" fmla="*/ 112227 h 3337534"/>
                  <a:gd name="connsiteX68" fmla="*/ 705550 w 2911583"/>
                  <a:gd name="connsiteY68" fmla="*/ 58553 h 3337534"/>
                  <a:gd name="connsiteX69" fmla="*/ 827296 w 2911583"/>
                  <a:gd name="connsiteY69" fmla="*/ 136624 h 3337534"/>
                  <a:gd name="connsiteX70" fmla="*/ 958781 w 2911583"/>
                  <a:gd name="connsiteY70" fmla="*/ 68312 h 333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2911583" h="3337534">
                    <a:moveTo>
                      <a:pt x="1031828" y="0"/>
                    </a:moveTo>
                    <a:lnTo>
                      <a:pt x="1163314" y="48794"/>
                    </a:lnTo>
                    <a:lnTo>
                      <a:pt x="1280190" y="34156"/>
                    </a:lnTo>
                    <a:lnTo>
                      <a:pt x="1440894" y="87830"/>
                    </a:lnTo>
                    <a:lnTo>
                      <a:pt x="1577249" y="34156"/>
                    </a:lnTo>
                    <a:lnTo>
                      <a:pt x="1723344" y="146383"/>
                    </a:lnTo>
                    <a:lnTo>
                      <a:pt x="1835351" y="248851"/>
                    </a:lnTo>
                    <a:lnTo>
                      <a:pt x="1952226" y="326922"/>
                    </a:lnTo>
                    <a:lnTo>
                      <a:pt x="2064233" y="278128"/>
                    </a:lnTo>
                    <a:lnTo>
                      <a:pt x="2132410" y="253730"/>
                    </a:lnTo>
                    <a:lnTo>
                      <a:pt x="2268765" y="297645"/>
                    </a:lnTo>
                    <a:lnTo>
                      <a:pt x="2380772" y="190298"/>
                    </a:lnTo>
                    <a:lnTo>
                      <a:pt x="2468429" y="297645"/>
                    </a:lnTo>
                    <a:lnTo>
                      <a:pt x="2575565" y="429390"/>
                    </a:lnTo>
                    <a:lnTo>
                      <a:pt x="2668092" y="507461"/>
                    </a:lnTo>
                    <a:lnTo>
                      <a:pt x="2760619" y="526979"/>
                    </a:lnTo>
                    <a:lnTo>
                      <a:pt x="2780098" y="634327"/>
                    </a:lnTo>
                    <a:lnTo>
                      <a:pt x="2741140" y="756312"/>
                    </a:lnTo>
                    <a:lnTo>
                      <a:pt x="2770358" y="849021"/>
                    </a:lnTo>
                    <a:lnTo>
                      <a:pt x="2755749" y="922213"/>
                    </a:lnTo>
                    <a:lnTo>
                      <a:pt x="2911583" y="1019802"/>
                    </a:lnTo>
                    <a:lnTo>
                      <a:pt x="2784968" y="1195462"/>
                    </a:lnTo>
                    <a:lnTo>
                      <a:pt x="2624263" y="1356483"/>
                    </a:lnTo>
                    <a:lnTo>
                      <a:pt x="2526867" y="1424795"/>
                    </a:lnTo>
                    <a:lnTo>
                      <a:pt x="2478168" y="1507746"/>
                    </a:lnTo>
                    <a:lnTo>
                      <a:pt x="2463558" y="1600455"/>
                    </a:lnTo>
                    <a:lnTo>
                      <a:pt x="2424600" y="1654129"/>
                    </a:lnTo>
                    <a:lnTo>
                      <a:pt x="2424600" y="1727321"/>
                    </a:lnTo>
                    <a:lnTo>
                      <a:pt x="2405121" y="1854185"/>
                    </a:lnTo>
                    <a:lnTo>
                      <a:pt x="2366162" y="2103037"/>
                    </a:lnTo>
                    <a:lnTo>
                      <a:pt x="2327204" y="2220143"/>
                    </a:lnTo>
                    <a:lnTo>
                      <a:pt x="2249286" y="2283576"/>
                    </a:lnTo>
                    <a:lnTo>
                      <a:pt x="2234676" y="2405561"/>
                    </a:lnTo>
                    <a:lnTo>
                      <a:pt x="2200588" y="2488512"/>
                    </a:lnTo>
                    <a:lnTo>
                      <a:pt x="2142150" y="2488512"/>
                    </a:lnTo>
                    <a:lnTo>
                      <a:pt x="2147020" y="2576342"/>
                    </a:lnTo>
                    <a:lnTo>
                      <a:pt x="2205458" y="2630016"/>
                    </a:lnTo>
                    <a:lnTo>
                      <a:pt x="2259026" y="2708087"/>
                    </a:lnTo>
                    <a:lnTo>
                      <a:pt x="2278505" y="2913023"/>
                    </a:lnTo>
                    <a:lnTo>
                      <a:pt x="2268765" y="3039888"/>
                    </a:lnTo>
                    <a:lnTo>
                      <a:pt x="2278505" y="3239946"/>
                    </a:lnTo>
                    <a:lnTo>
                      <a:pt x="2259026" y="3337534"/>
                    </a:lnTo>
                    <a:lnTo>
                      <a:pt x="1255840" y="3337534"/>
                    </a:lnTo>
                    <a:lnTo>
                      <a:pt x="855649" y="3334388"/>
                    </a:lnTo>
                    <a:cubicBezTo>
                      <a:pt x="855217" y="3276142"/>
                      <a:pt x="868041" y="3217896"/>
                      <a:pt x="867608" y="3159651"/>
                    </a:cubicBezTo>
                    <a:lnTo>
                      <a:pt x="840607" y="3044768"/>
                    </a:lnTo>
                    <a:lnTo>
                      <a:pt x="802946" y="2927662"/>
                    </a:lnTo>
                    <a:lnTo>
                      <a:pt x="792062" y="2574553"/>
                    </a:lnTo>
                    <a:lnTo>
                      <a:pt x="811011" y="2507941"/>
                    </a:lnTo>
                    <a:lnTo>
                      <a:pt x="770387" y="2468995"/>
                    </a:lnTo>
                    <a:lnTo>
                      <a:pt x="731253" y="2371406"/>
                    </a:lnTo>
                    <a:lnTo>
                      <a:pt x="674601" y="2250229"/>
                    </a:lnTo>
                    <a:lnTo>
                      <a:pt x="623904" y="2191934"/>
                    </a:lnTo>
                    <a:lnTo>
                      <a:pt x="554585" y="2157954"/>
                    </a:lnTo>
                    <a:lnTo>
                      <a:pt x="429379" y="2097668"/>
                    </a:lnTo>
                    <a:lnTo>
                      <a:pt x="319968" y="1984574"/>
                    </a:lnTo>
                    <a:lnTo>
                      <a:pt x="270761" y="1849306"/>
                    </a:lnTo>
                    <a:lnTo>
                      <a:pt x="219920" y="1618617"/>
                    </a:lnTo>
                    <a:lnTo>
                      <a:pt x="147660" y="1395518"/>
                    </a:lnTo>
                    <a:lnTo>
                      <a:pt x="0" y="1172302"/>
                    </a:lnTo>
                    <a:lnTo>
                      <a:pt x="98627" y="641019"/>
                    </a:lnTo>
                    <a:lnTo>
                      <a:pt x="114609" y="480752"/>
                    </a:lnTo>
                    <a:lnTo>
                      <a:pt x="111114" y="446972"/>
                    </a:lnTo>
                    <a:lnTo>
                      <a:pt x="4294" y="375717"/>
                    </a:lnTo>
                    <a:lnTo>
                      <a:pt x="145519" y="243972"/>
                    </a:lnTo>
                    <a:lnTo>
                      <a:pt x="223437" y="156142"/>
                    </a:lnTo>
                    <a:lnTo>
                      <a:pt x="335442" y="214695"/>
                    </a:lnTo>
                    <a:lnTo>
                      <a:pt x="578934" y="112227"/>
                    </a:lnTo>
                    <a:lnTo>
                      <a:pt x="705550" y="58553"/>
                    </a:lnTo>
                    <a:lnTo>
                      <a:pt x="827296" y="136624"/>
                    </a:lnTo>
                    <a:lnTo>
                      <a:pt x="958781" y="68312"/>
                    </a:lnTo>
                    <a:close/>
                  </a:path>
                </a:pathLst>
              </a:custGeom>
            </p:spPr>
          </p:pic>
          <p:pic>
            <p:nvPicPr>
              <p:cNvPr id="94" name="Picture 93" descr="A person and person holding a baby&#10;&#10;AI-generated content may be incorrect.">
                <a:extLst>
                  <a:ext uri="{FF2B5EF4-FFF2-40B4-BE49-F238E27FC236}">
                    <a16:creationId xmlns:a16="http://schemas.microsoft.com/office/drawing/2014/main" id="{4FACAE46-A128-26D8-CD5C-FFEAF0F52E7D}"/>
                  </a:ext>
                </a:extLst>
              </p:cNvPr>
              <p:cNvPicPr>
                <a:picLocks noChangeAspect="1"/>
              </p:cNvPicPr>
              <p:nvPr/>
            </p:nvPicPr>
            <p:blipFill>
              <a:blip r:embed="rId7" cstate="print">
                <a:extLst>
                  <a:ext uri="{28A0092B-C50C-407E-A947-70E740481C1C}">
                    <a14:useLocalDpi xmlns:a14="http://schemas.microsoft.com/office/drawing/2010/main" val="0"/>
                  </a:ext>
                </a:extLst>
              </a:blip>
              <a:srcRect l="15800" t="2488" r="11584" b="235"/>
              <a:stretch>
                <a:fillRect/>
              </a:stretch>
            </p:blipFill>
            <p:spPr>
              <a:xfrm>
                <a:off x="359388" y="982412"/>
                <a:ext cx="4469915" cy="4299871"/>
              </a:xfrm>
              <a:custGeom>
                <a:avLst/>
                <a:gdLst>
                  <a:gd name="connsiteX0" fmla="*/ 2366596 w 4469915"/>
                  <a:gd name="connsiteY0" fmla="*/ 0 h 4299871"/>
                  <a:gd name="connsiteX1" fmla="*/ 2656668 w 4469915"/>
                  <a:gd name="connsiteY1" fmla="*/ 226531 h 4299871"/>
                  <a:gd name="connsiteX2" fmla="*/ 2933343 w 4469915"/>
                  <a:gd name="connsiteY2" fmla="*/ 283309 h 4299871"/>
                  <a:gd name="connsiteX3" fmla="*/ 3220290 w 4469915"/>
                  <a:gd name="connsiteY3" fmla="*/ 326399 h 4299871"/>
                  <a:gd name="connsiteX4" fmla="*/ 3337123 w 4469915"/>
                  <a:gd name="connsiteY4" fmla="*/ 424857 h 4299871"/>
                  <a:gd name="connsiteX5" fmla="*/ 3397863 w 4469915"/>
                  <a:gd name="connsiteY5" fmla="*/ 676034 h 4299871"/>
                  <a:gd name="connsiteX6" fmla="*/ 3256425 w 4469915"/>
                  <a:gd name="connsiteY6" fmla="*/ 989922 h 4299871"/>
                  <a:gd name="connsiteX7" fmla="*/ 3386566 w 4469915"/>
                  <a:gd name="connsiteY7" fmla="*/ 1359960 h 4299871"/>
                  <a:gd name="connsiteX8" fmla="*/ 3490105 w 4469915"/>
                  <a:gd name="connsiteY8" fmla="*/ 1799914 h 4299871"/>
                  <a:gd name="connsiteX9" fmla="*/ 3533357 w 4469915"/>
                  <a:gd name="connsiteY9" fmla="*/ 1919814 h 4299871"/>
                  <a:gd name="connsiteX10" fmla="*/ 3619892 w 4469915"/>
                  <a:gd name="connsiteY10" fmla="*/ 2019940 h 4299871"/>
                  <a:gd name="connsiteX11" fmla="*/ 3856077 w 4469915"/>
                  <a:gd name="connsiteY11" fmla="*/ 2150912 h 4299871"/>
                  <a:gd name="connsiteX12" fmla="*/ 3959693 w 4469915"/>
                  <a:gd name="connsiteY12" fmla="*/ 2266628 h 4299871"/>
                  <a:gd name="connsiteX13" fmla="*/ 4043999 w 4469915"/>
                  <a:gd name="connsiteY13" fmla="*/ 2487121 h 4299871"/>
                  <a:gd name="connsiteX14" fmla="*/ 4045918 w 4469915"/>
                  <a:gd name="connsiteY14" fmla="*/ 2928381 h 4299871"/>
                  <a:gd name="connsiteX15" fmla="*/ 4141445 w 4469915"/>
                  <a:gd name="connsiteY15" fmla="*/ 3269949 h 4299871"/>
                  <a:gd name="connsiteX16" fmla="*/ 4456197 w 4469915"/>
                  <a:gd name="connsiteY16" fmla="*/ 3289918 h 4299871"/>
                  <a:gd name="connsiteX17" fmla="*/ 4453201 w 4469915"/>
                  <a:gd name="connsiteY17" fmla="*/ 3379898 h 4299871"/>
                  <a:gd name="connsiteX18" fmla="*/ 4469915 w 4469915"/>
                  <a:gd name="connsiteY18" fmla="*/ 3689712 h 4299871"/>
                  <a:gd name="connsiteX19" fmla="*/ 4379580 w 4469915"/>
                  <a:gd name="connsiteY19" fmla="*/ 3673256 h 4299871"/>
                  <a:gd name="connsiteX20" fmla="*/ 4199875 w 4469915"/>
                  <a:gd name="connsiteY20" fmla="*/ 3719889 h 4299871"/>
                  <a:gd name="connsiteX21" fmla="*/ 4219746 w 4469915"/>
                  <a:gd name="connsiteY21" fmla="*/ 3869740 h 4299871"/>
                  <a:gd name="connsiteX22" fmla="*/ 4113211 w 4469915"/>
                  <a:gd name="connsiteY22" fmla="*/ 3853218 h 4299871"/>
                  <a:gd name="connsiteX23" fmla="*/ 4013214 w 4469915"/>
                  <a:gd name="connsiteY23" fmla="*/ 3866550 h 4299871"/>
                  <a:gd name="connsiteX24" fmla="*/ 3866552 w 4469915"/>
                  <a:gd name="connsiteY24" fmla="*/ 3993214 h 4299871"/>
                  <a:gd name="connsiteX25" fmla="*/ 3806554 w 4469915"/>
                  <a:gd name="connsiteY25" fmla="*/ 3933215 h 4299871"/>
                  <a:gd name="connsiteX26" fmla="*/ 3746555 w 4469915"/>
                  <a:gd name="connsiteY26" fmla="*/ 4079878 h 4299871"/>
                  <a:gd name="connsiteX27" fmla="*/ 3706621 w 4469915"/>
                  <a:gd name="connsiteY27" fmla="*/ 4246540 h 4299871"/>
                  <a:gd name="connsiteX28" fmla="*/ 3566561 w 4469915"/>
                  <a:gd name="connsiteY28" fmla="*/ 4246540 h 4299871"/>
                  <a:gd name="connsiteX29" fmla="*/ 3446564 w 4469915"/>
                  <a:gd name="connsiteY29" fmla="*/ 4233206 h 4299871"/>
                  <a:gd name="connsiteX30" fmla="*/ 3316423 w 4469915"/>
                  <a:gd name="connsiteY30" fmla="*/ 4186508 h 4299871"/>
                  <a:gd name="connsiteX31" fmla="*/ 3206571 w 4469915"/>
                  <a:gd name="connsiteY31" fmla="*/ 4239873 h 4299871"/>
                  <a:gd name="connsiteX32" fmla="*/ 3126573 w 4469915"/>
                  <a:gd name="connsiteY32" fmla="*/ 4173208 h 4299871"/>
                  <a:gd name="connsiteX33" fmla="*/ 3059909 w 4469915"/>
                  <a:gd name="connsiteY33" fmla="*/ 4119877 h 4299871"/>
                  <a:gd name="connsiteX34" fmla="*/ 3059909 w 4469915"/>
                  <a:gd name="connsiteY34" fmla="*/ 3986547 h 4299871"/>
                  <a:gd name="connsiteX35" fmla="*/ 2966578 w 4469915"/>
                  <a:gd name="connsiteY35" fmla="*/ 3993214 h 4299871"/>
                  <a:gd name="connsiteX36" fmla="*/ 2646588 w 4469915"/>
                  <a:gd name="connsiteY36" fmla="*/ 4019880 h 4299871"/>
                  <a:gd name="connsiteX37" fmla="*/ 2666587 w 4469915"/>
                  <a:gd name="connsiteY37" fmla="*/ 3913216 h 4299871"/>
                  <a:gd name="connsiteX38" fmla="*/ 2593256 w 4469915"/>
                  <a:gd name="connsiteY38" fmla="*/ 3859884 h 4299871"/>
                  <a:gd name="connsiteX39" fmla="*/ 2553258 w 4469915"/>
                  <a:gd name="connsiteY39" fmla="*/ 3899883 h 4299871"/>
                  <a:gd name="connsiteX40" fmla="*/ 2526592 w 4469915"/>
                  <a:gd name="connsiteY40" fmla="*/ 3946548 h 4299871"/>
                  <a:gd name="connsiteX41" fmla="*/ 2453261 w 4469915"/>
                  <a:gd name="connsiteY41" fmla="*/ 3946548 h 4299871"/>
                  <a:gd name="connsiteX42" fmla="*/ 2309980 w 4469915"/>
                  <a:gd name="connsiteY42" fmla="*/ 3949930 h 4299871"/>
                  <a:gd name="connsiteX43" fmla="*/ 2293265 w 4469915"/>
                  <a:gd name="connsiteY43" fmla="*/ 4139876 h 4299871"/>
                  <a:gd name="connsiteX44" fmla="*/ 2219934 w 4469915"/>
                  <a:gd name="connsiteY44" fmla="*/ 4266539 h 4299871"/>
                  <a:gd name="connsiteX45" fmla="*/ 2073272 w 4469915"/>
                  <a:gd name="connsiteY45" fmla="*/ 4266539 h 4299871"/>
                  <a:gd name="connsiteX46" fmla="*/ 2006607 w 4469915"/>
                  <a:gd name="connsiteY46" fmla="*/ 4239873 h 4299871"/>
                  <a:gd name="connsiteX47" fmla="*/ 1886611 w 4469915"/>
                  <a:gd name="connsiteY47" fmla="*/ 4279872 h 4299871"/>
                  <a:gd name="connsiteX48" fmla="*/ 1833279 w 4469915"/>
                  <a:gd name="connsiteY48" fmla="*/ 4266539 h 4299871"/>
                  <a:gd name="connsiteX49" fmla="*/ 1759948 w 4469915"/>
                  <a:gd name="connsiteY49" fmla="*/ 4299871 h 4299871"/>
                  <a:gd name="connsiteX50" fmla="*/ 1706616 w 4469915"/>
                  <a:gd name="connsiteY50" fmla="*/ 4293205 h 4299871"/>
                  <a:gd name="connsiteX51" fmla="*/ 1539954 w 4469915"/>
                  <a:gd name="connsiteY51" fmla="*/ 4039879 h 4299871"/>
                  <a:gd name="connsiteX52" fmla="*/ 1493289 w 4469915"/>
                  <a:gd name="connsiteY52" fmla="*/ 3979881 h 4299871"/>
                  <a:gd name="connsiteX53" fmla="*/ 1493289 w 4469915"/>
                  <a:gd name="connsiteY53" fmla="*/ 3899883 h 4299871"/>
                  <a:gd name="connsiteX54" fmla="*/ 1393292 w 4469915"/>
                  <a:gd name="connsiteY54" fmla="*/ 3693223 h 4299871"/>
                  <a:gd name="connsiteX55" fmla="*/ 1393292 w 4469915"/>
                  <a:gd name="connsiteY55" fmla="*/ 3580021 h 4299871"/>
                  <a:gd name="connsiteX56" fmla="*/ 1313294 w 4469915"/>
                  <a:gd name="connsiteY56" fmla="*/ 3559894 h 4299871"/>
                  <a:gd name="connsiteX57" fmla="*/ 979971 w 4469915"/>
                  <a:gd name="connsiteY57" fmla="*/ 3553227 h 4299871"/>
                  <a:gd name="connsiteX58" fmla="*/ 719979 w 4469915"/>
                  <a:gd name="connsiteY58" fmla="*/ 3559894 h 4299871"/>
                  <a:gd name="connsiteX59" fmla="*/ 573317 w 4469915"/>
                  <a:gd name="connsiteY59" fmla="*/ 3546560 h 4299871"/>
                  <a:gd name="connsiteX60" fmla="*/ 426654 w 4469915"/>
                  <a:gd name="connsiteY60" fmla="*/ 3553227 h 4299871"/>
                  <a:gd name="connsiteX61" fmla="*/ 233327 w 4469915"/>
                  <a:gd name="connsiteY61" fmla="*/ 3533227 h 4299871"/>
                  <a:gd name="connsiteX62" fmla="*/ 99997 w 4469915"/>
                  <a:gd name="connsiteY62" fmla="*/ 3593226 h 4299871"/>
                  <a:gd name="connsiteX63" fmla="*/ 66665 w 4469915"/>
                  <a:gd name="connsiteY63" fmla="*/ 3613225 h 4299871"/>
                  <a:gd name="connsiteX64" fmla="*/ 0 w 4469915"/>
                  <a:gd name="connsiteY64" fmla="*/ 3533227 h 4299871"/>
                  <a:gd name="connsiteX65" fmla="*/ 53332 w 4469915"/>
                  <a:gd name="connsiteY65" fmla="*/ 3519829 h 4299871"/>
                  <a:gd name="connsiteX66" fmla="*/ 79998 w 4469915"/>
                  <a:gd name="connsiteY66" fmla="*/ 3293235 h 4299871"/>
                  <a:gd name="connsiteX67" fmla="*/ 226660 w 4469915"/>
                  <a:gd name="connsiteY67" fmla="*/ 3179904 h 4299871"/>
                  <a:gd name="connsiteX68" fmla="*/ 360022 w 4469915"/>
                  <a:gd name="connsiteY68" fmla="*/ 3259774 h 4299871"/>
                  <a:gd name="connsiteX69" fmla="*/ 466653 w 4469915"/>
                  <a:gd name="connsiteY69" fmla="*/ 3179904 h 4299871"/>
                  <a:gd name="connsiteX70" fmla="*/ 519984 w 4469915"/>
                  <a:gd name="connsiteY70" fmla="*/ 3099907 h 4299871"/>
                  <a:gd name="connsiteX71" fmla="*/ 659980 w 4469915"/>
                  <a:gd name="connsiteY71" fmla="*/ 3093241 h 4299871"/>
                  <a:gd name="connsiteX72" fmla="*/ 686646 w 4469915"/>
                  <a:gd name="connsiteY72" fmla="*/ 3073241 h 4299871"/>
                  <a:gd name="connsiteX73" fmla="*/ 659980 w 4469915"/>
                  <a:gd name="connsiteY73" fmla="*/ 3179904 h 4299871"/>
                  <a:gd name="connsiteX74" fmla="*/ 713312 w 4469915"/>
                  <a:gd name="connsiteY74" fmla="*/ 3279901 h 4299871"/>
                  <a:gd name="connsiteX75" fmla="*/ 866641 w 4469915"/>
                  <a:gd name="connsiteY75" fmla="*/ 3199904 h 4299871"/>
                  <a:gd name="connsiteX76" fmla="*/ 1026636 w 4469915"/>
                  <a:gd name="connsiteY76" fmla="*/ 2999910 h 4299871"/>
                  <a:gd name="connsiteX77" fmla="*/ 1126633 w 4469915"/>
                  <a:gd name="connsiteY77" fmla="*/ 2933246 h 4299871"/>
                  <a:gd name="connsiteX78" fmla="*/ 1219964 w 4469915"/>
                  <a:gd name="connsiteY78" fmla="*/ 2819915 h 4299871"/>
                  <a:gd name="connsiteX79" fmla="*/ 1246565 w 4469915"/>
                  <a:gd name="connsiteY79" fmla="*/ 2606589 h 4299871"/>
                  <a:gd name="connsiteX80" fmla="*/ 1253296 w 4469915"/>
                  <a:gd name="connsiteY80" fmla="*/ 2366596 h 4299871"/>
                  <a:gd name="connsiteX81" fmla="*/ 1366626 w 4469915"/>
                  <a:gd name="connsiteY81" fmla="*/ 2213267 h 4299871"/>
                  <a:gd name="connsiteX82" fmla="*/ 1499956 w 4469915"/>
                  <a:gd name="connsiteY82" fmla="*/ 2039939 h 4299871"/>
                  <a:gd name="connsiteX83" fmla="*/ 1686617 w 4469915"/>
                  <a:gd name="connsiteY83" fmla="*/ 1919943 h 4299871"/>
                  <a:gd name="connsiteX84" fmla="*/ 1726616 w 4469915"/>
                  <a:gd name="connsiteY84" fmla="*/ 1773280 h 4299871"/>
                  <a:gd name="connsiteX85" fmla="*/ 1753281 w 4469915"/>
                  <a:gd name="connsiteY85" fmla="*/ 1586619 h 4299871"/>
                  <a:gd name="connsiteX86" fmla="*/ 1779947 w 4469915"/>
                  <a:gd name="connsiteY86" fmla="*/ 1519955 h 4299871"/>
                  <a:gd name="connsiteX87" fmla="*/ 1773280 w 4469915"/>
                  <a:gd name="connsiteY87" fmla="*/ 1393292 h 4299871"/>
                  <a:gd name="connsiteX88" fmla="*/ 1846612 w 4469915"/>
                  <a:gd name="connsiteY88" fmla="*/ 1153299 h 4299871"/>
                  <a:gd name="connsiteX89" fmla="*/ 1853278 w 4469915"/>
                  <a:gd name="connsiteY89" fmla="*/ 966638 h 4299871"/>
                  <a:gd name="connsiteX90" fmla="*/ 1973274 w 4469915"/>
                  <a:gd name="connsiteY90" fmla="*/ 733312 h 4299871"/>
                  <a:gd name="connsiteX91" fmla="*/ 2026704 w 4469915"/>
                  <a:gd name="connsiteY91" fmla="*/ 559983 h 4299871"/>
                  <a:gd name="connsiteX92" fmla="*/ 2016816 w 4469915"/>
                  <a:gd name="connsiteY92" fmla="*/ 346495 h 4299871"/>
                  <a:gd name="connsiteX93" fmla="*/ 2066541 w 4469915"/>
                  <a:gd name="connsiteY93" fmla="*/ 236547 h 4299871"/>
                  <a:gd name="connsiteX94" fmla="*/ 2213268 w 4469915"/>
                  <a:gd name="connsiteY94" fmla="*/ 53332 h 4299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4469915" h="4299871">
                    <a:moveTo>
                      <a:pt x="2366596" y="0"/>
                    </a:moveTo>
                    <a:cubicBezTo>
                      <a:pt x="2466604" y="81039"/>
                      <a:pt x="2579881" y="112320"/>
                      <a:pt x="2656668" y="226531"/>
                    </a:cubicBezTo>
                    <a:lnTo>
                      <a:pt x="2933343" y="283309"/>
                    </a:lnTo>
                    <a:lnTo>
                      <a:pt x="3220290" y="326399"/>
                    </a:lnTo>
                    <a:cubicBezTo>
                      <a:pt x="3280021" y="352152"/>
                      <a:pt x="3321579" y="370908"/>
                      <a:pt x="3337123" y="424857"/>
                    </a:cubicBezTo>
                    <a:cubicBezTo>
                      <a:pt x="3352667" y="478806"/>
                      <a:pt x="3403747" y="584019"/>
                      <a:pt x="3397863" y="676034"/>
                    </a:cubicBezTo>
                    <a:lnTo>
                      <a:pt x="3256425" y="989922"/>
                    </a:lnTo>
                    <a:lnTo>
                      <a:pt x="3386566" y="1359960"/>
                    </a:lnTo>
                    <a:lnTo>
                      <a:pt x="3490105" y="1799914"/>
                    </a:lnTo>
                    <a:lnTo>
                      <a:pt x="3533357" y="1919814"/>
                    </a:lnTo>
                    <a:lnTo>
                      <a:pt x="3619892" y="2019940"/>
                    </a:lnTo>
                    <a:lnTo>
                      <a:pt x="3856077" y="2150912"/>
                    </a:lnTo>
                    <a:cubicBezTo>
                      <a:pt x="3904064" y="2189865"/>
                      <a:pt x="3935938" y="2210593"/>
                      <a:pt x="3959693" y="2266628"/>
                    </a:cubicBezTo>
                    <a:cubicBezTo>
                      <a:pt x="3983448" y="2322663"/>
                      <a:pt x="4020982" y="2374667"/>
                      <a:pt x="4043999" y="2487121"/>
                    </a:cubicBezTo>
                    <a:cubicBezTo>
                      <a:pt x="4067017" y="2599575"/>
                      <a:pt x="4032919" y="2797910"/>
                      <a:pt x="4045918" y="2928381"/>
                    </a:cubicBezTo>
                    <a:lnTo>
                      <a:pt x="4141445" y="3269949"/>
                    </a:lnTo>
                    <a:cubicBezTo>
                      <a:pt x="4148563" y="3274394"/>
                      <a:pt x="4303126" y="3275522"/>
                      <a:pt x="4456197" y="3289918"/>
                    </a:cubicBezTo>
                    <a:lnTo>
                      <a:pt x="4453201" y="3379898"/>
                    </a:lnTo>
                    <a:lnTo>
                      <a:pt x="4469915" y="3689712"/>
                    </a:lnTo>
                    <a:lnTo>
                      <a:pt x="4379580" y="3673256"/>
                    </a:lnTo>
                    <a:lnTo>
                      <a:pt x="4199875" y="3719889"/>
                    </a:lnTo>
                    <a:lnTo>
                      <a:pt x="4219746" y="3869740"/>
                    </a:lnTo>
                    <a:lnTo>
                      <a:pt x="4113211" y="3853218"/>
                    </a:lnTo>
                    <a:lnTo>
                      <a:pt x="4013214" y="3866550"/>
                    </a:lnTo>
                    <a:lnTo>
                      <a:pt x="3866552" y="3993214"/>
                    </a:lnTo>
                    <a:lnTo>
                      <a:pt x="3806554" y="3933215"/>
                    </a:lnTo>
                    <a:lnTo>
                      <a:pt x="3746555" y="4079878"/>
                    </a:lnTo>
                    <a:lnTo>
                      <a:pt x="3706621" y="4246540"/>
                    </a:lnTo>
                    <a:lnTo>
                      <a:pt x="3566561" y="4246540"/>
                    </a:lnTo>
                    <a:lnTo>
                      <a:pt x="3446564" y="4233206"/>
                    </a:lnTo>
                    <a:lnTo>
                      <a:pt x="3316423" y="4186508"/>
                    </a:lnTo>
                    <a:lnTo>
                      <a:pt x="3206571" y="4239873"/>
                    </a:lnTo>
                    <a:lnTo>
                      <a:pt x="3126573" y="4173208"/>
                    </a:lnTo>
                    <a:lnTo>
                      <a:pt x="3059909" y="4119877"/>
                    </a:lnTo>
                    <a:lnTo>
                      <a:pt x="3059909" y="3986547"/>
                    </a:lnTo>
                    <a:lnTo>
                      <a:pt x="2966578" y="3993214"/>
                    </a:lnTo>
                    <a:lnTo>
                      <a:pt x="2646588" y="4019880"/>
                    </a:lnTo>
                    <a:lnTo>
                      <a:pt x="2666587" y="3913216"/>
                    </a:lnTo>
                    <a:lnTo>
                      <a:pt x="2593256" y="3859884"/>
                    </a:lnTo>
                    <a:lnTo>
                      <a:pt x="2553258" y="3899883"/>
                    </a:lnTo>
                    <a:lnTo>
                      <a:pt x="2526592" y="3946548"/>
                    </a:lnTo>
                    <a:lnTo>
                      <a:pt x="2453261" y="3946548"/>
                    </a:lnTo>
                    <a:lnTo>
                      <a:pt x="2309980" y="3949930"/>
                    </a:lnTo>
                    <a:lnTo>
                      <a:pt x="2293265" y="4139876"/>
                    </a:lnTo>
                    <a:lnTo>
                      <a:pt x="2219934" y="4266539"/>
                    </a:lnTo>
                    <a:lnTo>
                      <a:pt x="2073272" y="4266539"/>
                    </a:lnTo>
                    <a:lnTo>
                      <a:pt x="2006607" y="4239873"/>
                    </a:lnTo>
                    <a:lnTo>
                      <a:pt x="1886611" y="4279872"/>
                    </a:lnTo>
                    <a:lnTo>
                      <a:pt x="1833279" y="4266539"/>
                    </a:lnTo>
                    <a:lnTo>
                      <a:pt x="1759948" y="4299871"/>
                    </a:lnTo>
                    <a:lnTo>
                      <a:pt x="1706616" y="4293205"/>
                    </a:lnTo>
                    <a:lnTo>
                      <a:pt x="1539954" y="4039879"/>
                    </a:lnTo>
                    <a:lnTo>
                      <a:pt x="1493289" y="3979881"/>
                    </a:lnTo>
                    <a:lnTo>
                      <a:pt x="1493289" y="3899883"/>
                    </a:lnTo>
                    <a:lnTo>
                      <a:pt x="1393292" y="3693223"/>
                    </a:lnTo>
                    <a:lnTo>
                      <a:pt x="1393292" y="3580021"/>
                    </a:lnTo>
                    <a:lnTo>
                      <a:pt x="1313294" y="3559894"/>
                    </a:lnTo>
                    <a:lnTo>
                      <a:pt x="979971" y="3553227"/>
                    </a:lnTo>
                    <a:lnTo>
                      <a:pt x="719979" y="3559894"/>
                    </a:lnTo>
                    <a:lnTo>
                      <a:pt x="573317" y="3546560"/>
                    </a:lnTo>
                    <a:lnTo>
                      <a:pt x="426654" y="3553227"/>
                    </a:lnTo>
                    <a:lnTo>
                      <a:pt x="233327" y="3533227"/>
                    </a:lnTo>
                    <a:lnTo>
                      <a:pt x="99997" y="3593226"/>
                    </a:lnTo>
                    <a:lnTo>
                      <a:pt x="66665" y="3613225"/>
                    </a:lnTo>
                    <a:lnTo>
                      <a:pt x="0" y="3533227"/>
                    </a:lnTo>
                    <a:lnTo>
                      <a:pt x="53332" y="3519829"/>
                    </a:lnTo>
                    <a:lnTo>
                      <a:pt x="79998" y="3293235"/>
                    </a:lnTo>
                    <a:lnTo>
                      <a:pt x="226660" y="3179904"/>
                    </a:lnTo>
                    <a:lnTo>
                      <a:pt x="360022" y="3259774"/>
                    </a:lnTo>
                    <a:lnTo>
                      <a:pt x="466653" y="3179904"/>
                    </a:lnTo>
                    <a:lnTo>
                      <a:pt x="519984" y="3099907"/>
                    </a:lnTo>
                    <a:lnTo>
                      <a:pt x="659980" y="3093241"/>
                    </a:lnTo>
                    <a:lnTo>
                      <a:pt x="686646" y="3073241"/>
                    </a:lnTo>
                    <a:lnTo>
                      <a:pt x="659980" y="3179904"/>
                    </a:lnTo>
                    <a:cubicBezTo>
                      <a:pt x="634635" y="3259677"/>
                      <a:pt x="695535" y="3246569"/>
                      <a:pt x="713312" y="3279901"/>
                    </a:cubicBezTo>
                    <a:lnTo>
                      <a:pt x="866641" y="3199904"/>
                    </a:lnTo>
                    <a:lnTo>
                      <a:pt x="1026636" y="2999910"/>
                    </a:lnTo>
                    <a:lnTo>
                      <a:pt x="1126633" y="2933246"/>
                    </a:lnTo>
                    <a:lnTo>
                      <a:pt x="1219964" y="2819915"/>
                    </a:lnTo>
                    <a:lnTo>
                      <a:pt x="1246565" y="2606589"/>
                    </a:lnTo>
                    <a:lnTo>
                      <a:pt x="1253296" y="2366596"/>
                    </a:lnTo>
                    <a:lnTo>
                      <a:pt x="1366626" y="2213267"/>
                    </a:lnTo>
                    <a:lnTo>
                      <a:pt x="1499956" y="2039939"/>
                    </a:lnTo>
                    <a:lnTo>
                      <a:pt x="1686617" y="1919943"/>
                    </a:lnTo>
                    <a:lnTo>
                      <a:pt x="1726616" y="1773280"/>
                    </a:lnTo>
                    <a:lnTo>
                      <a:pt x="1753281" y="1586619"/>
                    </a:lnTo>
                    <a:lnTo>
                      <a:pt x="1779947" y="1519955"/>
                    </a:lnTo>
                    <a:lnTo>
                      <a:pt x="1773280" y="1393292"/>
                    </a:lnTo>
                    <a:lnTo>
                      <a:pt x="1846612" y="1153299"/>
                    </a:lnTo>
                    <a:lnTo>
                      <a:pt x="1853278" y="966638"/>
                    </a:lnTo>
                    <a:lnTo>
                      <a:pt x="1973274" y="733312"/>
                    </a:lnTo>
                    <a:lnTo>
                      <a:pt x="2026704" y="559983"/>
                    </a:lnTo>
                    <a:lnTo>
                      <a:pt x="2016816" y="346495"/>
                    </a:lnTo>
                    <a:lnTo>
                      <a:pt x="2066541" y="236547"/>
                    </a:lnTo>
                    <a:lnTo>
                      <a:pt x="2213268" y="53332"/>
                    </a:lnTo>
                    <a:close/>
                  </a:path>
                </a:pathLst>
              </a:custGeom>
            </p:spPr>
          </p:pic>
        </p:grpSp>
        <p:grpSp>
          <p:nvGrpSpPr>
            <p:cNvPr id="90" name="Group 89">
              <a:extLst>
                <a:ext uri="{FF2B5EF4-FFF2-40B4-BE49-F238E27FC236}">
                  <a16:creationId xmlns:a16="http://schemas.microsoft.com/office/drawing/2014/main" id="{C0EBF613-ADDF-F81B-F162-A112226CE859}"/>
                </a:ext>
              </a:extLst>
            </p:cNvPr>
            <p:cNvGrpSpPr/>
            <p:nvPr/>
          </p:nvGrpSpPr>
          <p:grpSpPr>
            <a:xfrm>
              <a:off x="164741" y="102792"/>
              <a:ext cx="5731092" cy="5681115"/>
              <a:chOff x="563745" y="1344610"/>
              <a:chExt cx="6060574" cy="6007723"/>
            </a:xfrm>
          </p:grpSpPr>
          <p:pic>
            <p:nvPicPr>
              <p:cNvPr id="91" name="Picture 90" descr="A person receiving an injection&#10;&#10;AI-generated content may be incorrect.">
                <a:extLst>
                  <a:ext uri="{FF2B5EF4-FFF2-40B4-BE49-F238E27FC236}">
                    <a16:creationId xmlns:a16="http://schemas.microsoft.com/office/drawing/2014/main" id="{9BFF6402-62EF-453B-000A-056FA9B50A7A}"/>
                  </a:ext>
                </a:extLst>
              </p:cNvPr>
              <p:cNvPicPr>
                <a:picLocks noChangeAspect="1"/>
              </p:cNvPicPr>
              <p:nvPr/>
            </p:nvPicPr>
            <p:blipFill>
              <a:blip r:embed="rId8">
                <a:extLst>
                  <a:ext uri="{28A0092B-C50C-407E-A947-70E740481C1C}">
                    <a14:useLocalDpi xmlns:a14="http://schemas.microsoft.com/office/drawing/2010/main" val="0"/>
                  </a:ext>
                </a:extLst>
              </a:blip>
              <a:srcRect l="12233" t="13237" r="27685" b="1502"/>
              <a:stretch>
                <a:fillRect/>
              </a:stretch>
            </p:blipFill>
            <p:spPr>
              <a:xfrm>
                <a:off x="3566579" y="4607383"/>
                <a:ext cx="2898916" cy="2740505"/>
              </a:xfrm>
              <a:custGeom>
                <a:avLst/>
                <a:gdLst>
                  <a:gd name="connsiteX0" fmla="*/ 3248246 w 3891516"/>
                  <a:gd name="connsiteY0" fmla="*/ 0 h 3678865"/>
                  <a:gd name="connsiteX1" fmla="*/ 3322674 w 3891516"/>
                  <a:gd name="connsiteY1" fmla="*/ 175437 h 3678865"/>
                  <a:gd name="connsiteX2" fmla="*/ 3370521 w 3891516"/>
                  <a:gd name="connsiteY2" fmla="*/ 345558 h 3678865"/>
                  <a:gd name="connsiteX3" fmla="*/ 3349255 w 3891516"/>
                  <a:gd name="connsiteY3" fmla="*/ 494414 h 3678865"/>
                  <a:gd name="connsiteX4" fmla="*/ 3391786 w 3891516"/>
                  <a:gd name="connsiteY4" fmla="*/ 637954 h 3678865"/>
                  <a:gd name="connsiteX5" fmla="*/ 3450265 w 3891516"/>
                  <a:gd name="connsiteY5" fmla="*/ 723014 h 3678865"/>
                  <a:gd name="connsiteX6" fmla="*/ 3535325 w 3891516"/>
                  <a:gd name="connsiteY6" fmla="*/ 797442 h 3678865"/>
                  <a:gd name="connsiteX7" fmla="*/ 3620386 w 3891516"/>
                  <a:gd name="connsiteY7" fmla="*/ 845289 h 3678865"/>
                  <a:gd name="connsiteX8" fmla="*/ 3657600 w 3891516"/>
                  <a:gd name="connsiteY8" fmla="*/ 951614 h 3678865"/>
                  <a:gd name="connsiteX9" fmla="*/ 3726711 w 3891516"/>
                  <a:gd name="connsiteY9" fmla="*/ 1095154 h 3678865"/>
                  <a:gd name="connsiteX10" fmla="*/ 3790507 w 3891516"/>
                  <a:gd name="connsiteY10" fmla="*/ 1286540 h 3678865"/>
                  <a:gd name="connsiteX11" fmla="*/ 3822404 w 3891516"/>
                  <a:gd name="connsiteY11" fmla="*/ 1318437 h 3678865"/>
                  <a:gd name="connsiteX12" fmla="*/ 3891516 w 3891516"/>
                  <a:gd name="connsiteY12" fmla="*/ 1424763 h 3678865"/>
                  <a:gd name="connsiteX13" fmla="*/ 3070522 w 3891516"/>
                  <a:gd name="connsiteY13" fmla="*/ 1531089 h 3678865"/>
                  <a:gd name="connsiteX14" fmla="*/ 3072809 w 3891516"/>
                  <a:gd name="connsiteY14" fmla="*/ 1663996 h 3678865"/>
                  <a:gd name="connsiteX15" fmla="*/ 2890087 w 3891516"/>
                  <a:gd name="connsiteY15" fmla="*/ 1844962 h 3678865"/>
                  <a:gd name="connsiteX16" fmla="*/ 2913321 w 3891516"/>
                  <a:gd name="connsiteY16" fmla="*/ 1919177 h 3678865"/>
                  <a:gd name="connsiteX17" fmla="*/ 2955851 w 3891516"/>
                  <a:gd name="connsiteY17" fmla="*/ 1993605 h 3678865"/>
                  <a:gd name="connsiteX18" fmla="*/ 2987748 w 3891516"/>
                  <a:gd name="connsiteY18" fmla="*/ 2110563 h 3678865"/>
                  <a:gd name="connsiteX19" fmla="*/ 2929587 w 3891516"/>
                  <a:gd name="connsiteY19" fmla="*/ 2277973 h 3678865"/>
                  <a:gd name="connsiteX20" fmla="*/ 2952927 w 3891516"/>
                  <a:gd name="connsiteY20" fmla="*/ 2397642 h 3678865"/>
                  <a:gd name="connsiteX21" fmla="*/ 2958350 w 3891516"/>
                  <a:gd name="connsiteY21" fmla="*/ 2488019 h 3678865"/>
                  <a:gd name="connsiteX22" fmla="*/ 2908322 w 3891516"/>
                  <a:gd name="connsiteY22" fmla="*/ 2610293 h 3678865"/>
                  <a:gd name="connsiteX23" fmla="*/ 2881423 w 3891516"/>
                  <a:gd name="connsiteY23" fmla="*/ 2732568 h 3678865"/>
                  <a:gd name="connsiteX24" fmla="*/ 2860158 w 3891516"/>
                  <a:gd name="connsiteY24" fmla="*/ 2828261 h 3678865"/>
                  <a:gd name="connsiteX25" fmla="*/ 2855478 w 3891516"/>
                  <a:gd name="connsiteY25" fmla="*/ 2937298 h 3678865"/>
                  <a:gd name="connsiteX26" fmla="*/ 2870790 w 3891516"/>
                  <a:gd name="connsiteY26" fmla="*/ 2993065 h 3678865"/>
                  <a:gd name="connsiteX27" fmla="*/ 2886739 w 3891516"/>
                  <a:gd name="connsiteY27" fmla="*/ 3040912 h 3678865"/>
                  <a:gd name="connsiteX28" fmla="*/ 2987748 w 3891516"/>
                  <a:gd name="connsiteY28" fmla="*/ 3083442 h 3678865"/>
                  <a:gd name="connsiteX29" fmla="*/ 3094074 w 3891516"/>
                  <a:gd name="connsiteY29" fmla="*/ 3195084 h 3678865"/>
                  <a:gd name="connsiteX30" fmla="*/ 3168502 w 3891516"/>
                  <a:gd name="connsiteY30" fmla="*/ 3269512 h 3678865"/>
                  <a:gd name="connsiteX31" fmla="*/ 3221665 w 3891516"/>
                  <a:gd name="connsiteY31" fmla="*/ 3264196 h 3678865"/>
                  <a:gd name="connsiteX32" fmla="*/ 3280144 w 3891516"/>
                  <a:gd name="connsiteY32" fmla="*/ 3274828 h 3678865"/>
                  <a:gd name="connsiteX33" fmla="*/ 3333307 w 3891516"/>
                  <a:gd name="connsiteY33" fmla="*/ 3280144 h 3678865"/>
                  <a:gd name="connsiteX34" fmla="*/ 3306725 w 3891516"/>
                  <a:gd name="connsiteY34" fmla="*/ 3211033 h 3678865"/>
                  <a:gd name="connsiteX35" fmla="*/ 3370521 w 3891516"/>
                  <a:gd name="connsiteY35" fmla="*/ 3179135 h 3678865"/>
                  <a:gd name="connsiteX36" fmla="*/ 3439632 w 3891516"/>
                  <a:gd name="connsiteY36" fmla="*/ 3147237 h 3678865"/>
                  <a:gd name="connsiteX37" fmla="*/ 3444948 w 3891516"/>
                  <a:gd name="connsiteY37" fmla="*/ 3631867 h 3678865"/>
                  <a:gd name="connsiteX38" fmla="*/ 3354572 w 3891516"/>
                  <a:gd name="connsiteY38" fmla="*/ 3593805 h 3678865"/>
                  <a:gd name="connsiteX39" fmla="*/ 3301409 w 3891516"/>
                  <a:gd name="connsiteY39" fmla="*/ 3631019 h 3678865"/>
                  <a:gd name="connsiteX40" fmla="*/ 3200400 w 3891516"/>
                  <a:gd name="connsiteY40" fmla="*/ 3678865 h 3678865"/>
                  <a:gd name="connsiteX41" fmla="*/ 3168502 w 3891516"/>
                  <a:gd name="connsiteY41" fmla="*/ 3673549 h 3678865"/>
                  <a:gd name="connsiteX42" fmla="*/ 3104494 w 3891516"/>
                  <a:gd name="connsiteY42" fmla="*/ 3673761 h 3678865"/>
                  <a:gd name="connsiteX43" fmla="*/ 3083335 w 3891516"/>
                  <a:gd name="connsiteY43" fmla="*/ 3599015 h 3678865"/>
                  <a:gd name="connsiteX44" fmla="*/ 2987748 w 3891516"/>
                  <a:gd name="connsiteY44" fmla="*/ 3439633 h 3678865"/>
                  <a:gd name="connsiteX45" fmla="*/ 2910503 w 3891516"/>
                  <a:gd name="connsiteY45" fmla="*/ 3418368 h 3678865"/>
                  <a:gd name="connsiteX46" fmla="*/ 2881423 w 3891516"/>
                  <a:gd name="connsiteY46" fmla="*/ 3296093 h 3678865"/>
                  <a:gd name="connsiteX47" fmla="*/ 2764147 w 3891516"/>
                  <a:gd name="connsiteY47" fmla="*/ 3237933 h 3678865"/>
                  <a:gd name="connsiteX48" fmla="*/ 2647507 w 3891516"/>
                  <a:gd name="connsiteY48" fmla="*/ 3173819 h 3678865"/>
                  <a:gd name="connsiteX49" fmla="*/ 2562446 w 3891516"/>
                  <a:gd name="connsiteY49" fmla="*/ 3173819 h 3678865"/>
                  <a:gd name="connsiteX50" fmla="*/ 2509283 w 3891516"/>
                  <a:gd name="connsiteY50" fmla="*/ 3152554 h 3678865"/>
                  <a:gd name="connsiteX51" fmla="*/ 2413590 w 3891516"/>
                  <a:gd name="connsiteY51" fmla="*/ 3062177 h 3678865"/>
                  <a:gd name="connsiteX52" fmla="*/ 2376376 w 3891516"/>
                  <a:gd name="connsiteY52" fmla="*/ 2971800 h 3678865"/>
                  <a:gd name="connsiteX53" fmla="*/ 2365744 w 3891516"/>
                  <a:gd name="connsiteY53" fmla="*/ 2918637 h 3678865"/>
                  <a:gd name="connsiteX54" fmla="*/ 2328530 w 3891516"/>
                  <a:gd name="connsiteY54" fmla="*/ 2876107 h 3678865"/>
                  <a:gd name="connsiteX55" fmla="*/ 2246605 w 3891516"/>
                  <a:gd name="connsiteY55" fmla="*/ 2924589 h 3678865"/>
                  <a:gd name="connsiteX56" fmla="*/ 2200939 w 3891516"/>
                  <a:gd name="connsiteY56" fmla="*/ 3035596 h 3678865"/>
                  <a:gd name="connsiteX57" fmla="*/ 2115879 w 3891516"/>
                  <a:gd name="connsiteY57" fmla="*/ 3067705 h 3678865"/>
                  <a:gd name="connsiteX58" fmla="*/ 1892595 w 3891516"/>
                  <a:gd name="connsiteY58" fmla="*/ 3040912 h 3678865"/>
                  <a:gd name="connsiteX59" fmla="*/ 1775637 w 3891516"/>
                  <a:gd name="connsiteY59" fmla="*/ 2977117 h 3678865"/>
                  <a:gd name="connsiteX60" fmla="*/ 1594883 w 3891516"/>
                  <a:gd name="connsiteY60" fmla="*/ 2939903 h 3678865"/>
                  <a:gd name="connsiteX61" fmla="*/ 1552353 w 3891516"/>
                  <a:gd name="connsiteY61" fmla="*/ 2870791 h 3678865"/>
                  <a:gd name="connsiteX62" fmla="*/ 1515139 w 3891516"/>
                  <a:gd name="connsiteY62" fmla="*/ 2721935 h 3678865"/>
                  <a:gd name="connsiteX63" fmla="*/ 1360967 w 3891516"/>
                  <a:gd name="connsiteY63" fmla="*/ 2753833 h 3678865"/>
                  <a:gd name="connsiteX64" fmla="*/ 1275907 w 3891516"/>
                  <a:gd name="connsiteY64" fmla="*/ 2780414 h 3678865"/>
                  <a:gd name="connsiteX65" fmla="*/ 1121735 w 3891516"/>
                  <a:gd name="connsiteY65" fmla="*/ 2817628 h 3678865"/>
                  <a:gd name="connsiteX66" fmla="*/ 1143000 w 3891516"/>
                  <a:gd name="connsiteY66" fmla="*/ 2663456 h 3678865"/>
                  <a:gd name="connsiteX67" fmla="*/ 1015409 w 3891516"/>
                  <a:gd name="connsiteY67" fmla="*/ 2631558 h 3678865"/>
                  <a:gd name="connsiteX68" fmla="*/ 1031358 w 3891516"/>
                  <a:gd name="connsiteY68" fmla="*/ 2573079 h 3678865"/>
                  <a:gd name="connsiteX69" fmla="*/ 967562 w 3891516"/>
                  <a:gd name="connsiteY69" fmla="*/ 2557130 h 3678865"/>
                  <a:gd name="connsiteX70" fmla="*/ 893135 w 3891516"/>
                  <a:gd name="connsiteY70" fmla="*/ 2620926 h 3678865"/>
                  <a:gd name="connsiteX71" fmla="*/ 728330 w 3891516"/>
                  <a:gd name="connsiteY71" fmla="*/ 2573079 h 3678865"/>
                  <a:gd name="connsiteX72" fmla="*/ 648586 w 3891516"/>
                  <a:gd name="connsiteY72" fmla="*/ 2604977 h 3678865"/>
                  <a:gd name="connsiteX73" fmla="*/ 505046 w 3891516"/>
                  <a:gd name="connsiteY73" fmla="*/ 2647507 h 3678865"/>
                  <a:gd name="connsiteX74" fmla="*/ 404037 w 3891516"/>
                  <a:gd name="connsiteY74" fmla="*/ 2674089 h 3678865"/>
                  <a:gd name="connsiteX75" fmla="*/ 318976 w 3891516"/>
                  <a:gd name="connsiteY75" fmla="*/ 2620926 h 3678865"/>
                  <a:gd name="connsiteX76" fmla="*/ 249865 w 3891516"/>
                  <a:gd name="connsiteY76" fmla="*/ 2705986 h 3678865"/>
                  <a:gd name="connsiteX77" fmla="*/ 239232 w 3891516"/>
                  <a:gd name="connsiteY77" fmla="*/ 2684721 h 3678865"/>
                  <a:gd name="connsiteX78" fmla="*/ 212651 w 3891516"/>
                  <a:gd name="connsiteY78" fmla="*/ 2642191 h 3678865"/>
                  <a:gd name="connsiteX79" fmla="*/ 212651 w 3891516"/>
                  <a:gd name="connsiteY79" fmla="*/ 2567763 h 3678865"/>
                  <a:gd name="connsiteX80" fmla="*/ 249865 w 3891516"/>
                  <a:gd name="connsiteY80" fmla="*/ 2509284 h 3678865"/>
                  <a:gd name="connsiteX81" fmla="*/ 233916 w 3891516"/>
                  <a:gd name="connsiteY81" fmla="*/ 2402958 h 3678865"/>
                  <a:gd name="connsiteX82" fmla="*/ 217967 w 3891516"/>
                  <a:gd name="connsiteY82" fmla="*/ 2296633 h 3678865"/>
                  <a:gd name="connsiteX83" fmla="*/ 196702 w 3891516"/>
                  <a:gd name="connsiteY83" fmla="*/ 2211572 h 3678865"/>
                  <a:gd name="connsiteX84" fmla="*/ 164804 w 3891516"/>
                  <a:gd name="connsiteY84" fmla="*/ 2147777 h 3678865"/>
                  <a:gd name="connsiteX85" fmla="*/ 111642 w 3891516"/>
                  <a:gd name="connsiteY85" fmla="*/ 2105247 h 3678865"/>
                  <a:gd name="connsiteX86" fmla="*/ 58479 w 3891516"/>
                  <a:gd name="connsiteY86" fmla="*/ 2062717 h 3678865"/>
                  <a:gd name="connsiteX87" fmla="*/ 26581 w 3891516"/>
                  <a:gd name="connsiteY87" fmla="*/ 1924493 h 3678865"/>
                  <a:gd name="connsiteX88" fmla="*/ 26581 w 3891516"/>
                  <a:gd name="connsiteY88" fmla="*/ 1786270 h 3678865"/>
                  <a:gd name="connsiteX89" fmla="*/ 58479 w 3891516"/>
                  <a:gd name="connsiteY89" fmla="*/ 1706526 h 3678865"/>
                  <a:gd name="connsiteX90" fmla="*/ 42530 w 3891516"/>
                  <a:gd name="connsiteY90" fmla="*/ 1616149 h 3678865"/>
                  <a:gd name="connsiteX91" fmla="*/ 58479 w 3891516"/>
                  <a:gd name="connsiteY91" fmla="*/ 1547037 h 3678865"/>
                  <a:gd name="connsiteX92" fmla="*/ 58479 w 3891516"/>
                  <a:gd name="connsiteY92" fmla="*/ 1456661 h 3678865"/>
                  <a:gd name="connsiteX93" fmla="*/ 0 w 3891516"/>
                  <a:gd name="connsiteY93" fmla="*/ 1350335 h 3678865"/>
                  <a:gd name="connsiteX94" fmla="*/ 0 w 3891516"/>
                  <a:gd name="connsiteY94" fmla="*/ 1100470 h 3678865"/>
                  <a:gd name="connsiteX95" fmla="*/ 202018 w 3891516"/>
                  <a:gd name="connsiteY95" fmla="*/ 1275907 h 3678865"/>
                  <a:gd name="connsiteX96" fmla="*/ 345558 w 3891516"/>
                  <a:gd name="connsiteY96" fmla="*/ 1233377 h 3678865"/>
                  <a:gd name="connsiteX97" fmla="*/ 515679 w 3891516"/>
                  <a:gd name="connsiteY97" fmla="*/ 1275907 h 3678865"/>
                  <a:gd name="connsiteX98" fmla="*/ 887818 w 3891516"/>
                  <a:gd name="connsiteY98" fmla="*/ 1291856 h 3678865"/>
                  <a:gd name="connsiteX99" fmla="*/ 1010093 w 3891516"/>
                  <a:gd name="connsiteY99" fmla="*/ 871870 h 3678865"/>
                  <a:gd name="connsiteX100" fmla="*/ 1095153 w 3891516"/>
                  <a:gd name="connsiteY100" fmla="*/ 956930 h 3678865"/>
                  <a:gd name="connsiteX101" fmla="*/ 1297172 w 3891516"/>
                  <a:gd name="connsiteY101" fmla="*/ 792126 h 3678865"/>
                  <a:gd name="connsiteX102" fmla="*/ 1376916 w 3891516"/>
                  <a:gd name="connsiteY102" fmla="*/ 770861 h 3678865"/>
                  <a:gd name="connsiteX103" fmla="*/ 1573618 w 3891516"/>
                  <a:gd name="connsiteY103" fmla="*/ 813391 h 3678865"/>
                  <a:gd name="connsiteX104" fmla="*/ 1547037 w 3891516"/>
                  <a:gd name="connsiteY104" fmla="*/ 595423 h 3678865"/>
                  <a:gd name="connsiteX105" fmla="*/ 1749055 w 3891516"/>
                  <a:gd name="connsiteY105" fmla="*/ 536944 h 3678865"/>
                  <a:gd name="connsiteX106" fmla="*/ 1900411 w 3891516"/>
                  <a:gd name="connsiteY106" fmla="*/ 558210 h 3678865"/>
                  <a:gd name="connsiteX107" fmla="*/ 1893724 w 3891516"/>
                  <a:gd name="connsiteY107" fmla="*/ 3624 h 3678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3891516" h="3678865">
                    <a:moveTo>
                      <a:pt x="3248246" y="0"/>
                    </a:moveTo>
                    <a:lnTo>
                      <a:pt x="3322674" y="175437"/>
                    </a:lnTo>
                    <a:lnTo>
                      <a:pt x="3370521" y="345558"/>
                    </a:lnTo>
                    <a:lnTo>
                      <a:pt x="3349255" y="494414"/>
                    </a:lnTo>
                    <a:lnTo>
                      <a:pt x="3391786" y="637954"/>
                    </a:lnTo>
                    <a:lnTo>
                      <a:pt x="3450265" y="723014"/>
                    </a:lnTo>
                    <a:lnTo>
                      <a:pt x="3535325" y="797442"/>
                    </a:lnTo>
                    <a:lnTo>
                      <a:pt x="3620386" y="845289"/>
                    </a:lnTo>
                    <a:lnTo>
                      <a:pt x="3657600" y="951614"/>
                    </a:lnTo>
                    <a:lnTo>
                      <a:pt x="3726711" y="1095154"/>
                    </a:lnTo>
                    <a:lnTo>
                      <a:pt x="3790507" y="1286540"/>
                    </a:lnTo>
                    <a:lnTo>
                      <a:pt x="3822404" y="1318437"/>
                    </a:lnTo>
                    <a:lnTo>
                      <a:pt x="3891516" y="1424763"/>
                    </a:lnTo>
                    <a:lnTo>
                      <a:pt x="3070522" y="1531089"/>
                    </a:lnTo>
                    <a:cubicBezTo>
                      <a:pt x="3037417" y="1557155"/>
                      <a:pt x="3069442" y="1619694"/>
                      <a:pt x="3072809" y="1663996"/>
                    </a:cubicBezTo>
                    <a:lnTo>
                      <a:pt x="2890087" y="1844962"/>
                    </a:lnTo>
                    <a:lnTo>
                      <a:pt x="2913321" y="1919177"/>
                    </a:lnTo>
                    <a:lnTo>
                      <a:pt x="2955851" y="1993605"/>
                    </a:lnTo>
                    <a:lnTo>
                      <a:pt x="2987748" y="2110563"/>
                    </a:lnTo>
                    <a:lnTo>
                      <a:pt x="2929587" y="2277973"/>
                    </a:lnTo>
                    <a:lnTo>
                      <a:pt x="2952927" y="2397642"/>
                    </a:lnTo>
                    <a:cubicBezTo>
                      <a:pt x="2952130" y="2427768"/>
                      <a:pt x="2959147" y="2457893"/>
                      <a:pt x="2958350" y="2488019"/>
                    </a:cubicBezTo>
                    <a:lnTo>
                      <a:pt x="2908322" y="2610293"/>
                    </a:lnTo>
                    <a:lnTo>
                      <a:pt x="2881423" y="2732568"/>
                    </a:lnTo>
                    <a:lnTo>
                      <a:pt x="2860158" y="2828261"/>
                    </a:lnTo>
                    <a:lnTo>
                      <a:pt x="2855478" y="2937298"/>
                    </a:lnTo>
                    <a:lnTo>
                      <a:pt x="2870790" y="2993065"/>
                    </a:lnTo>
                    <a:lnTo>
                      <a:pt x="2886739" y="3040912"/>
                    </a:lnTo>
                    <a:lnTo>
                      <a:pt x="2987748" y="3083442"/>
                    </a:lnTo>
                    <a:lnTo>
                      <a:pt x="3094074" y="3195084"/>
                    </a:lnTo>
                    <a:cubicBezTo>
                      <a:pt x="3118883" y="3219893"/>
                      <a:pt x="3091590" y="3283780"/>
                      <a:pt x="3168502" y="3269512"/>
                    </a:cubicBezTo>
                    <a:lnTo>
                      <a:pt x="3221665" y="3264196"/>
                    </a:lnTo>
                    <a:lnTo>
                      <a:pt x="3280144" y="3274828"/>
                    </a:lnTo>
                    <a:lnTo>
                      <a:pt x="3333307" y="3280144"/>
                    </a:lnTo>
                    <a:lnTo>
                      <a:pt x="3306725" y="3211033"/>
                    </a:lnTo>
                    <a:lnTo>
                      <a:pt x="3370521" y="3179135"/>
                    </a:lnTo>
                    <a:lnTo>
                      <a:pt x="3439632" y="3147237"/>
                    </a:lnTo>
                    <a:lnTo>
                      <a:pt x="3444948" y="3631867"/>
                    </a:lnTo>
                    <a:lnTo>
                      <a:pt x="3354572" y="3593805"/>
                    </a:lnTo>
                    <a:lnTo>
                      <a:pt x="3301409" y="3631019"/>
                    </a:lnTo>
                    <a:lnTo>
                      <a:pt x="3200400" y="3678865"/>
                    </a:lnTo>
                    <a:lnTo>
                      <a:pt x="3168502" y="3673549"/>
                    </a:lnTo>
                    <a:lnTo>
                      <a:pt x="3104494" y="3673761"/>
                    </a:lnTo>
                    <a:lnTo>
                      <a:pt x="3083335" y="3599015"/>
                    </a:lnTo>
                    <a:lnTo>
                      <a:pt x="2987748" y="3439633"/>
                    </a:lnTo>
                    <a:lnTo>
                      <a:pt x="2910503" y="3418368"/>
                    </a:lnTo>
                    <a:cubicBezTo>
                      <a:pt x="2903415" y="3377610"/>
                      <a:pt x="2956245" y="3386348"/>
                      <a:pt x="2881423" y="3296093"/>
                    </a:cubicBezTo>
                    <a:lnTo>
                      <a:pt x="2764147" y="3237933"/>
                    </a:lnTo>
                    <a:lnTo>
                      <a:pt x="2647507" y="3173819"/>
                    </a:lnTo>
                    <a:cubicBezTo>
                      <a:pt x="2595707" y="3137347"/>
                      <a:pt x="2590800" y="3173819"/>
                      <a:pt x="2562446" y="3173819"/>
                    </a:cubicBezTo>
                    <a:lnTo>
                      <a:pt x="2509283" y="3152554"/>
                    </a:lnTo>
                    <a:lnTo>
                      <a:pt x="2413590" y="3062177"/>
                    </a:lnTo>
                    <a:lnTo>
                      <a:pt x="2376376" y="2971800"/>
                    </a:lnTo>
                    <a:lnTo>
                      <a:pt x="2365744" y="2918637"/>
                    </a:lnTo>
                    <a:lnTo>
                      <a:pt x="2328530" y="2876107"/>
                    </a:lnTo>
                    <a:cubicBezTo>
                      <a:pt x="2301222" y="2892268"/>
                      <a:pt x="2245257" y="2895403"/>
                      <a:pt x="2246605" y="2924589"/>
                    </a:cubicBezTo>
                    <a:lnTo>
                      <a:pt x="2200939" y="3035596"/>
                    </a:lnTo>
                    <a:lnTo>
                      <a:pt x="2115879" y="3067705"/>
                    </a:lnTo>
                    <a:cubicBezTo>
                      <a:pt x="2018004" y="3019697"/>
                      <a:pt x="1967023" y="3049843"/>
                      <a:pt x="1892595" y="3040912"/>
                    </a:cubicBezTo>
                    <a:lnTo>
                      <a:pt x="1775637" y="2977117"/>
                    </a:lnTo>
                    <a:lnTo>
                      <a:pt x="1594883" y="2939903"/>
                    </a:lnTo>
                    <a:lnTo>
                      <a:pt x="1552353" y="2870791"/>
                    </a:lnTo>
                    <a:lnTo>
                      <a:pt x="1515139" y="2721935"/>
                    </a:lnTo>
                    <a:lnTo>
                      <a:pt x="1360967" y="2753833"/>
                    </a:lnTo>
                    <a:lnTo>
                      <a:pt x="1275907" y="2780414"/>
                    </a:lnTo>
                    <a:lnTo>
                      <a:pt x="1121735" y="2817628"/>
                    </a:lnTo>
                    <a:lnTo>
                      <a:pt x="1143000" y="2663456"/>
                    </a:lnTo>
                    <a:lnTo>
                      <a:pt x="1015409" y="2631558"/>
                    </a:lnTo>
                    <a:lnTo>
                      <a:pt x="1031358" y="2573079"/>
                    </a:lnTo>
                    <a:lnTo>
                      <a:pt x="967562" y="2557130"/>
                    </a:lnTo>
                    <a:lnTo>
                      <a:pt x="893135" y="2620926"/>
                    </a:lnTo>
                    <a:lnTo>
                      <a:pt x="728330" y="2573079"/>
                    </a:lnTo>
                    <a:lnTo>
                      <a:pt x="648586" y="2604977"/>
                    </a:lnTo>
                    <a:lnTo>
                      <a:pt x="505046" y="2647507"/>
                    </a:lnTo>
                    <a:lnTo>
                      <a:pt x="404037" y="2674089"/>
                    </a:lnTo>
                    <a:lnTo>
                      <a:pt x="318976" y="2620926"/>
                    </a:lnTo>
                    <a:lnTo>
                      <a:pt x="249865" y="2705986"/>
                    </a:lnTo>
                    <a:lnTo>
                      <a:pt x="239232" y="2684721"/>
                    </a:lnTo>
                    <a:cubicBezTo>
                      <a:pt x="218066" y="2684721"/>
                      <a:pt x="234708" y="2686306"/>
                      <a:pt x="212651" y="2642191"/>
                    </a:cubicBezTo>
                    <a:lnTo>
                      <a:pt x="212651" y="2567763"/>
                    </a:lnTo>
                    <a:lnTo>
                      <a:pt x="249865" y="2509284"/>
                    </a:lnTo>
                    <a:lnTo>
                      <a:pt x="233916" y="2402958"/>
                    </a:lnTo>
                    <a:lnTo>
                      <a:pt x="217967" y="2296633"/>
                    </a:lnTo>
                    <a:lnTo>
                      <a:pt x="196702" y="2211572"/>
                    </a:lnTo>
                    <a:lnTo>
                      <a:pt x="164804" y="2147777"/>
                    </a:lnTo>
                    <a:lnTo>
                      <a:pt x="111642" y="2105247"/>
                    </a:lnTo>
                    <a:lnTo>
                      <a:pt x="58479" y="2062717"/>
                    </a:lnTo>
                    <a:lnTo>
                      <a:pt x="26581" y="1924493"/>
                    </a:lnTo>
                    <a:lnTo>
                      <a:pt x="26581" y="1786270"/>
                    </a:lnTo>
                    <a:lnTo>
                      <a:pt x="58479" y="1706526"/>
                    </a:lnTo>
                    <a:lnTo>
                      <a:pt x="42530" y="1616149"/>
                    </a:lnTo>
                    <a:lnTo>
                      <a:pt x="58479" y="1547037"/>
                    </a:lnTo>
                    <a:lnTo>
                      <a:pt x="58479" y="1456661"/>
                    </a:lnTo>
                    <a:lnTo>
                      <a:pt x="0" y="1350335"/>
                    </a:lnTo>
                    <a:lnTo>
                      <a:pt x="0" y="1100470"/>
                    </a:lnTo>
                    <a:lnTo>
                      <a:pt x="202018" y="1275907"/>
                    </a:lnTo>
                    <a:lnTo>
                      <a:pt x="345558" y="1233377"/>
                    </a:lnTo>
                    <a:lnTo>
                      <a:pt x="515679" y="1275907"/>
                    </a:lnTo>
                    <a:lnTo>
                      <a:pt x="887818" y="1291856"/>
                    </a:lnTo>
                    <a:lnTo>
                      <a:pt x="1010093" y="871870"/>
                    </a:lnTo>
                    <a:lnTo>
                      <a:pt x="1095153" y="956930"/>
                    </a:lnTo>
                    <a:lnTo>
                      <a:pt x="1297172" y="792126"/>
                    </a:lnTo>
                    <a:lnTo>
                      <a:pt x="1376916" y="770861"/>
                    </a:lnTo>
                    <a:lnTo>
                      <a:pt x="1573618" y="813391"/>
                    </a:lnTo>
                    <a:lnTo>
                      <a:pt x="1547037" y="595423"/>
                    </a:lnTo>
                    <a:lnTo>
                      <a:pt x="1749055" y="536944"/>
                    </a:lnTo>
                    <a:lnTo>
                      <a:pt x="1900411" y="558210"/>
                    </a:lnTo>
                    <a:lnTo>
                      <a:pt x="1893724" y="3624"/>
                    </a:lnTo>
                    <a:close/>
                  </a:path>
                </a:pathLst>
              </a:custGeom>
              <a:ln w="28575">
                <a:noFill/>
              </a:ln>
            </p:spPr>
          </p:pic>
          <p:sp>
            <p:nvSpPr>
              <p:cNvPr id="92" name="Freeform: Shape 91">
                <a:extLst>
                  <a:ext uri="{FF2B5EF4-FFF2-40B4-BE49-F238E27FC236}">
                    <a16:creationId xmlns:a16="http://schemas.microsoft.com/office/drawing/2014/main" id="{557F43FE-6DFF-1848-C67B-17021D734A51}"/>
                  </a:ext>
                </a:extLst>
              </p:cNvPr>
              <p:cNvSpPr/>
              <p:nvPr/>
            </p:nvSpPr>
            <p:spPr>
              <a:xfrm>
                <a:off x="563745" y="1344610"/>
                <a:ext cx="6060574" cy="6007723"/>
              </a:xfrm>
              <a:custGeom>
                <a:avLst/>
                <a:gdLst>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61709 w 10460182"/>
                  <a:gd name="connsiteY117" fmla="*/ 8340437 h 10487891"/>
                  <a:gd name="connsiteX118" fmla="*/ 5250872 w 10460182"/>
                  <a:gd name="connsiteY118" fmla="*/ 8146473 h 10487891"/>
                  <a:gd name="connsiteX119" fmla="*/ 5347854 w 10460182"/>
                  <a:gd name="connsiteY119" fmla="*/ 7689273 h 10487891"/>
                  <a:gd name="connsiteX120" fmla="*/ 5237018 w 10460182"/>
                  <a:gd name="connsiteY120" fmla="*/ 7342909 h 10487891"/>
                  <a:gd name="connsiteX121" fmla="*/ 5250872 w 10460182"/>
                  <a:gd name="connsiteY121" fmla="*/ 7148946 h 10487891"/>
                  <a:gd name="connsiteX122" fmla="*/ 5250872 w 10460182"/>
                  <a:gd name="connsiteY122" fmla="*/ 7010400 h 10487891"/>
                  <a:gd name="connsiteX123" fmla="*/ 4613563 w 10460182"/>
                  <a:gd name="connsiteY123" fmla="*/ 7051964 h 10487891"/>
                  <a:gd name="connsiteX124" fmla="*/ 4502727 w 10460182"/>
                  <a:gd name="connsiteY124" fmla="*/ 6858000 h 10487891"/>
                  <a:gd name="connsiteX125" fmla="*/ 4059382 w 10460182"/>
                  <a:gd name="connsiteY125" fmla="*/ 6844146 h 10487891"/>
                  <a:gd name="connsiteX126" fmla="*/ 3976254 w 10460182"/>
                  <a:gd name="connsiteY126" fmla="*/ 7148946 h 10487891"/>
                  <a:gd name="connsiteX127" fmla="*/ 3906982 w 10460182"/>
                  <a:gd name="connsiteY127" fmla="*/ 7370618 h 10487891"/>
                  <a:gd name="connsiteX128" fmla="*/ 3879272 w 10460182"/>
                  <a:gd name="connsiteY128" fmla="*/ 7426037 h 10487891"/>
                  <a:gd name="connsiteX129" fmla="*/ 3616036 w 10460182"/>
                  <a:gd name="connsiteY129" fmla="*/ 7384473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61709 w 10460182"/>
                  <a:gd name="connsiteY117" fmla="*/ 8340437 h 10487891"/>
                  <a:gd name="connsiteX118" fmla="*/ 5250872 w 10460182"/>
                  <a:gd name="connsiteY118" fmla="*/ 8146473 h 10487891"/>
                  <a:gd name="connsiteX119" fmla="*/ 5347854 w 10460182"/>
                  <a:gd name="connsiteY119" fmla="*/ 7689273 h 10487891"/>
                  <a:gd name="connsiteX120" fmla="*/ 5237018 w 10460182"/>
                  <a:gd name="connsiteY120" fmla="*/ 7342909 h 10487891"/>
                  <a:gd name="connsiteX121" fmla="*/ 5250872 w 10460182"/>
                  <a:gd name="connsiteY121" fmla="*/ 7148946 h 10487891"/>
                  <a:gd name="connsiteX122" fmla="*/ 5250872 w 10460182"/>
                  <a:gd name="connsiteY122" fmla="*/ 7010400 h 10487891"/>
                  <a:gd name="connsiteX123" fmla="*/ 4613563 w 10460182"/>
                  <a:gd name="connsiteY123" fmla="*/ 7051964 h 10487891"/>
                  <a:gd name="connsiteX124" fmla="*/ 4502727 w 10460182"/>
                  <a:gd name="connsiteY124" fmla="*/ 6858000 h 10487891"/>
                  <a:gd name="connsiteX125" fmla="*/ 4059382 w 10460182"/>
                  <a:gd name="connsiteY125" fmla="*/ 6844146 h 10487891"/>
                  <a:gd name="connsiteX126" fmla="*/ 3976254 w 10460182"/>
                  <a:gd name="connsiteY126" fmla="*/ 7148946 h 10487891"/>
                  <a:gd name="connsiteX127" fmla="*/ 3906982 w 10460182"/>
                  <a:gd name="connsiteY127" fmla="*/ 7370618 h 10487891"/>
                  <a:gd name="connsiteX128" fmla="*/ 3879272 w 10460182"/>
                  <a:gd name="connsiteY128" fmla="*/ 7426037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61709 w 10460182"/>
                  <a:gd name="connsiteY117" fmla="*/ 8340437 h 10487891"/>
                  <a:gd name="connsiteX118" fmla="*/ 5250872 w 10460182"/>
                  <a:gd name="connsiteY118" fmla="*/ 8146473 h 10487891"/>
                  <a:gd name="connsiteX119" fmla="*/ 5347854 w 10460182"/>
                  <a:gd name="connsiteY119" fmla="*/ 7689273 h 10487891"/>
                  <a:gd name="connsiteX120" fmla="*/ 5237018 w 10460182"/>
                  <a:gd name="connsiteY120" fmla="*/ 7342909 h 10487891"/>
                  <a:gd name="connsiteX121" fmla="*/ 5250872 w 10460182"/>
                  <a:gd name="connsiteY121" fmla="*/ 7148946 h 10487891"/>
                  <a:gd name="connsiteX122" fmla="*/ 5250872 w 10460182"/>
                  <a:gd name="connsiteY122" fmla="*/ 7010400 h 10487891"/>
                  <a:gd name="connsiteX123" fmla="*/ 4613563 w 10460182"/>
                  <a:gd name="connsiteY123" fmla="*/ 7051964 h 10487891"/>
                  <a:gd name="connsiteX124" fmla="*/ 4502727 w 10460182"/>
                  <a:gd name="connsiteY124" fmla="*/ 6858000 h 10487891"/>
                  <a:gd name="connsiteX125" fmla="*/ 4059382 w 10460182"/>
                  <a:gd name="connsiteY125" fmla="*/ 6844146 h 10487891"/>
                  <a:gd name="connsiteX126" fmla="*/ 3976254 w 10460182"/>
                  <a:gd name="connsiteY126" fmla="*/ 7148946 h 10487891"/>
                  <a:gd name="connsiteX127" fmla="*/ 3906982 w 10460182"/>
                  <a:gd name="connsiteY127" fmla="*/ 7370618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61709 w 10460182"/>
                  <a:gd name="connsiteY117" fmla="*/ 8340437 h 10487891"/>
                  <a:gd name="connsiteX118" fmla="*/ 5250872 w 10460182"/>
                  <a:gd name="connsiteY118" fmla="*/ 8146473 h 10487891"/>
                  <a:gd name="connsiteX119" fmla="*/ 5347854 w 10460182"/>
                  <a:gd name="connsiteY119" fmla="*/ 7689273 h 10487891"/>
                  <a:gd name="connsiteX120" fmla="*/ 5237018 w 10460182"/>
                  <a:gd name="connsiteY120" fmla="*/ 7342909 h 10487891"/>
                  <a:gd name="connsiteX121" fmla="*/ 5250872 w 10460182"/>
                  <a:gd name="connsiteY121" fmla="*/ 7148946 h 10487891"/>
                  <a:gd name="connsiteX122" fmla="*/ 5250872 w 10460182"/>
                  <a:gd name="connsiteY122" fmla="*/ 7010400 h 10487891"/>
                  <a:gd name="connsiteX123" fmla="*/ 4613563 w 10460182"/>
                  <a:gd name="connsiteY123" fmla="*/ 7051964 h 10487891"/>
                  <a:gd name="connsiteX124" fmla="*/ 4502727 w 10460182"/>
                  <a:gd name="connsiteY124" fmla="*/ 6858000 h 10487891"/>
                  <a:gd name="connsiteX125" fmla="*/ 4059382 w 10460182"/>
                  <a:gd name="connsiteY125" fmla="*/ 6844146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61709 w 10460182"/>
                  <a:gd name="connsiteY117" fmla="*/ 8340437 h 10487891"/>
                  <a:gd name="connsiteX118" fmla="*/ 5250872 w 10460182"/>
                  <a:gd name="connsiteY118" fmla="*/ 8146473 h 10487891"/>
                  <a:gd name="connsiteX119" fmla="*/ 5347854 w 10460182"/>
                  <a:gd name="connsiteY119" fmla="*/ 7689273 h 10487891"/>
                  <a:gd name="connsiteX120" fmla="*/ 5237018 w 10460182"/>
                  <a:gd name="connsiteY120" fmla="*/ 7342909 h 10487891"/>
                  <a:gd name="connsiteX121" fmla="*/ 5250872 w 10460182"/>
                  <a:gd name="connsiteY121" fmla="*/ 7148946 h 10487891"/>
                  <a:gd name="connsiteX122" fmla="*/ 5250872 w 10460182"/>
                  <a:gd name="connsiteY122" fmla="*/ 7010400 h 10487891"/>
                  <a:gd name="connsiteX123" fmla="*/ 4613563 w 10460182"/>
                  <a:gd name="connsiteY123" fmla="*/ 7051964 h 10487891"/>
                  <a:gd name="connsiteX124" fmla="*/ 4502727 w 10460182"/>
                  <a:gd name="connsiteY124" fmla="*/ 6858000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61709 w 10460182"/>
                  <a:gd name="connsiteY117" fmla="*/ 8340437 h 10487891"/>
                  <a:gd name="connsiteX118" fmla="*/ 5250872 w 10460182"/>
                  <a:gd name="connsiteY118" fmla="*/ 8146473 h 10487891"/>
                  <a:gd name="connsiteX119" fmla="*/ 5347854 w 10460182"/>
                  <a:gd name="connsiteY119" fmla="*/ 7689273 h 10487891"/>
                  <a:gd name="connsiteX120" fmla="*/ 5237018 w 10460182"/>
                  <a:gd name="connsiteY120" fmla="*/ 7342909 h 10487891"/>
                  <a:gd name="connsiteX121" fmla="*/ 5250872 w 10460182"/>
                  <a:gd name="connsiteY121" fmla="*/ 7148946 h 10487891"/>
                  <a:gd name="connsiteX122" fmla="*/ 5250872 w 10460182"/>
                  <a:gd name="connsiteY122" fmla="*/ 7010400 h 10487891"/>
                  <a:gd name="connsiteX123" fmla="*/ 4613563 w 10460182"/>
                  <a:gd name="connsiteY123" fmla="*/ 7051964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61709 w 10460182"/>
                  <a:gd name="connsiteY117" fmla="*/ 8340437 h 10487891"/>
                  <a:gd name="connsiteX118" fmla="*/ 5250872 w 10460182"/>
                  <a:gd name="connsiteY118" fmla="*/ 8146473 h 10487891"/>
                  <a:gd name="connsiteX119" fmla="*/ 5347854 w 10460182"/>
                  <a:gd name="connsiteY119" fmla="*/ 7689273 h 10487891"/>
                  <a:gd name="connsiteX120" fmla="*/ 5237018 w 10460182"/>
                  <a:gd name="connsiteY120" fmla="*/ 7342909 h 10487891"/>
                  <a:gd name="connsiteX121" fmla="*/ 5250872 w 10460182"/>
                  <a:gd name="connsiteY121" fmla="*/ 7148946 h 10487891"/>
                  <a:gd name="connsiteX122" fmla="*/ 5250872 w 10460182"/>
                  <a:gd name="connsiteY122" fmla="*/ 701040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61709 w 10460182"/>
                  <a:gd name="connsiteY117" fmla="*/ 8340437 h 10487891"/>
                  <a:gd name="connsiteX118" fmla="*/ 5250872 w 10460182"/>
                  <a:gd name="connsiteY118" fmla="*/ 8146473 h 10487891"/>
                  <a:gd name="connsiteX119" fmla="*/ 5347854 w 10460182"/>
                  <a:gd name="connsiteY119" fmla="*/ 7689273 h 10487891"/>
                  <a:gd name="connsiteX120" fmla="*/ 5237018 w 10460182"/>
                  <a:gd name="connsiteY120" fmla="*/ 7342909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61709 w 10460182"/>
                  <a:gd name="connsiteY117" fmla="*/ 8340437 h 10487891"/>
                  <a:gd name="connsiteX118" fmla="*/ 5250872 w 10460182"/>
                  <a:gd name="connsiteY118" fmla="*/ 8146473 h 10487891"/>
                  <a:gd name="connsiteX119" fmla="*/ 5347854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61709 w 10460182"/>
                  <a:gd name="connsiteY117" fmla="*/ 8340437 h 10487891"/>
                  <a:gd name="connsiteX118" fmla="*/ 5250872 w 10460182"/>
                  <a:gd name="connsiteY118" fmla="*/ 8146473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61709 w 10460182"/>
                  <a:gd name="connsiteY117" fmla="*/ 834043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41818 w 10460182"/>
                  <a:gd name="connsiteY116" fmla="*/ 8672946 h 10487891"/>
                  <a:gd name="connsiteX117" fmla="*/ 5325750 w 10460182"/>
                  <a:gd name="connsiteY117" fmla="*/ 8468864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21269 w 10460182"/>
                  <a:gd name="connsiteY116" fmla="*/ 8714042 h 10487891"/>
                  <a:gd name="connsiteX117" fmla="*/ 5325750 w 10460182"/>
                  <a:gd name="connsiteY117" fmla="*/ 8468864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27963 w 10460182"/>
                  <a:gd name="connsiteY114" fmla="*/ 9130146 h 10487891"/>
                  <a:gd name="connsiteX115" fmla="*/ 5541818 w 10460182"/>
                  <a:gd name="connsiteY115" fmla="*/ 8950037 h 10487891"/>
                  <a:gd name="connsiteX116" fmla="*/ 5521269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07415 w 10460182"/>
                  <a:gd name="connsiteY114" fmla="*/ 9207202 h 10487891"/>
                  <a:gd name="connsiteX115" fmla="*/ 5541818 w 10460182"/>
                  <a:gd name="connsiteY115" fmla="*/ 8950037 h 10487891"/>
                  <a:gd name="connsiteX116" fmla="*/ 5521269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07415 w 10460182"/>
                  <a:gd name="connsiteY114" fmla="*/ 9207202 h 10487891"/>
                  <a:gd name="connsiteX115" fmla="*/ 5505859 w 10460182"/>
                  <a:gd name="connsiteY115" fmla="*/ 8950037 h 10487891"/>
                  <a:gd name="connsiteX116" fmla="*/ 5521269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38800 w 10460182"/>
                  <a:gd name="connsiteY113" fmla="*/ 9130146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5971309 w 10460182"/>
                  <a:gd name="connsiteY111" fmla="*/ 9116291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234545 w 10460182"/>
                  <a:gd name="connsiteY110" fmla="*/ 9047018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289963 w 10460182"/>
                  <a:gd name="connsiteY109" fmla="*/ 9074727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05600 w 10460182"/>
                  <a:gd name="connsiteY105" fmla="*/ 9310255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325922 w 10460182"/>
                  <a:gd name="connsiteY109" fmla="*/ 9136372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10737 w 10460182"/>
                  <a:gd name="connsiteY105" fmla="*/ 9341078 h 10487891"/>
                  <a:gd name="connsiteX106" fmla="*/ 6705600 w 10460182"/>
                  <a:gd name="connsiteY106" fmla="*/ 9116291 h 10487891"/>
                  <a:gd name="connsiteX107" fmla="*/ 6511636 w 10460182"/>
                  <a:gd name="connsiteY107" fmla="*/ 9033164 h 10487891"/>
                  <a:gd name="connsiteX108" fmla="*/ 6428509 w 10460182"/>
                  <a:gd name="connsiteY108" fmla="*/ 9033164 h 10487891"/>
                  <a:gd name="connsiteX109" fmla="*/ 6325922 w 10460182"/>
                  <a:gd name="connsiteY109" fmla="*/ 9136372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421091 h 10487891"/>
                  <a:gd name="connsiteX103" fmla="*/ 7232072 w 10460182"/>
                  <a:gd name="connsiteY103" fmla="*/ 9185564 h 10487891"/>
                  <a:gd name="connsiteX104" fmla="*/ 6954982 w 10460182"/>
                  <a:gd name="connsiteY104" fmla="*/ 9268691 h 10487891"/>
                  <a:gd name="connsiteX105" fmla="*/ 6710737 w 10460182"/>
                  <a:gd name="connsiteY105" fmla="*/ 9341078 h 10487891"/>
                  <a:gd name="connsiteX106" fmla="*/ 6674777 w 10460182"/>
                  <a:gd name="connsiteY106" fmla="*/ 9141977 h 10487891"/>
                  <a:gd name="connsiteX107" fmla="*/ 6511636 w 10460182"/>
                  <a:gd name="connsiteY107" fmla="*/ 9033164 h 10487891"/>
                  <a:gd name="connsiteX108" fmla="*/ 6428509 w 10460182"/>
                  <a:gd name="connsiteY108" fmla="*/ 9033164 h 10487891"/>
                  <a:gd name="connsiteX109" fmla="*/ 6325922 w 10460182"/>
                  <a:gd name="connsiteY109" fmla="*/ 9136372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56763 w 10460182"/>
                  <a:gd name="connsiteY101" fmla="*/ 9434946 h 10487891"/>
                  <a:gd name="connsiteX102" fmla="*/ 7287491 w 10460182"/>
                  <a:gd name="connsiteY102" fmla="*/ 9528969 h 10487891"/>
                  <a:gd name="connsiteX103" fmla="*/ 7232072 w 10460182"/>
                  <a:gd name="connsiteY103" fmla="*/ 9185564 h 10487891"/>
                  <a:gd name="connsiteX104" fmla="*/ 6954982 w 10460182"/>
                  <a:gd name="connsiteY104" fmla="*/ 9268691 h 10487891"/>
                  <a:gd name="connsiteX105" fmla="*/ 6710737 w 10460182"/>
                  <a:gd name="connsiteY105" fmla="*/ 9341078 h 10487891"/>
                  <a:gd name="connsiteX106" fmla="*/ 6674777 w 10460182"/>
                  <a:gd name="connsiteY106" fmla="*/ 9141977 h 10487891"/>
                  <a:gd name="connsiteX107" fmla="*/ 6511636 w 10460182"/>
                  <a:gd name="connsiteY107" fmla="*/ 9033164 h 10487891"/>
                  <a:gd name="connsiteX108" fmla="*/ 6428509 w 10460182"/>
                  <a:gd name="connsiteY108" fmla="*/ 9033164 h 10487891"/>
                  <a:gd name="connsiteX109" fmla="*/ 6325922 w 10460182"/>
                  <a:gd name="connsiteY109" fmla="*/ 9136372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81454 w 10460182"/>
                  <a:gd name="connsiteY99" fmla="*/ 9504218 h 10487891"/>
                  <a:gd name="connsiteX100" fmla="*/ 7439891 w 10460182"/>
                  <a:gd name="connsiteY100" fmla="*/ 9240982 h 10487891"/>
                  <a:gd name="connsiteX101" fmla="*/ 7397859 w 10460182"/>
                  <a:gd name="connsiteY101" fmla="*/ 9434946 h 10487891"/>
                  <a:gd name="connsiteX102" fmla="*/ 7287491 w 10460182"/>
                  <a:gd name="connsiteY102" fmla="*/ 9528969 h 10487891"/>
                  <a:gd name="connsiteX103" fmla="*/ 7232072 w 10460182"/>
                  <a:gd name="connsiteY103" fmla="*/ 9185564 h 10487891"/>
                  <a:gd name="connsiteX104" fmla="*/ 6954982 w 10460182"/>
                  <a:gd name="connsiteY104" fmla="*/ 9268691 h 10487891"/>
                  <a:gd name="connsiteX105" fmla="*/ 6710737 w 10460182"/>
                  <a:gd name="connsiteY105" fmla="*/ 9341078 h 10487891"/>
                  <a:gd name="connsiteX106" fmla="*/ 6674777 w 10460182"/>
                  <a:gd name="connsiteY106" fmla="*/ 9141977 h 10487891"/>
                  <a:gd name="connsiteX107" fmla="*/ 6511636 w 10460182"/>
                  <a:gd name="connsiteY107" fmla="*/ 9033164 h 10487891"/>
                  <a:gd name="connsiteX108" fmla="*/ 6428509 w 10460182"/>
                  <a:gd name="connsiteY108" fmla="*/ 9033164 h 10487891"/>
                  <a:gd name="connsiteX109" fmla="*/ 6325922 w 10460182"/>
                  <a:gd name="connsiteY109" fmla="*/ 9136372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36872 w 10460182"/>
                  <a:gd name="connsiteY98" fmla="*/ 9573491 h 10487891"/>
                  <a:gd name="connsiteX99" fmla="*/ 7466043 w 10460182"/>
                  <a:gd name="connsiteY99" fmla="*/ 9550452 h 10487891"/>
                  <a:gd name="connsiteX100" fmla="*/ 7439891 w 10460182"/>
                  <a:gd name="connsiteY100" fmla="*/ 9240982 h 10487891"/>
                  <a:gd name="connsiteX101" fmla="*/ 7397859 w 10460182"/>
                  <a:gd name="connsiteY101" fmla="*/ 9434946 h 10487891"/>
                  <a:gd name="connsiteX102" fmla="*/ 7287491 w 10460182"/>
                  <a:gd name="connsiteY102" fmla="*/ 9528969 h 10487891"/>
                  <a:gd name="connsiteX103" fmla="*/ 7232072 w 10460182"/>
                  <a:gd name="connsiteY103" fmla="*/ 9185564 h 10487891"/>
                  <a:gd name="connsiteX104" fmla="*/ 6954982 w 10460182"/>
                  <a:gd name="connsiteY104" fmla="*/ 9268691 h 10487891"/>
                  <a:gd name="connsiteX105" fmla="*/ 6710737 w 10460182"/>
                  <a:gd name="connsiteY105" fmla="*/ 9341078 h 10487891"/>
                  <a:gd name="connsiteX106" fmla="*/ 6674777 w 10460182"/>
                  <a:gd name="connsiteY106" fmla="*/ 9141977 h 10487891"/>
                  <a:gd name="connsiteX107" fmla="*/ 6511636 w 10460182"/>
                  <a:gd name="connsiteY107" fmla="*/ 9033164 h 10487891"/>
                  <a:gd name="connsiteX108" fmla="*/ 6428509 w 10460182"/>
                  <a:gd name="connsiteY108" fmla="*/ 9033164 h 10487891"/>
                  <a:gd name="connsiteX109" fmla="*/ 6325922 w 10460182"/>
                  <a:gd name="connsiteY109" fmla="*/ 9136372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744691 w 10460182"/>
                  <a:gd name="connsiteY97" fmla="*/ 9559637 h 10487891"/>
                  <a:gd name="connsiteX98" fmla="*/ 7567694 w 10460182"/>
                  <a:gd name="connsiteY98" fmla="*/ 9599177 h 10487891"/>
                  <a:gd name="connsiteX99" fmla="*/ 7466043 w 10460182"/>
                  <a:gd name="connsiteY99" fmla="*/ 9550452 h 10487891"/>
                  <a:gd name="connsiteX100" fmla="*/ 7439891 w 10460182"/>
                  <a:gd name="connsiteY100" fmla="*/ 9240982 h 10487891"/>
                  <a:gd name="connsiteX101" fmla="*/ 7397859 w 10460182"/>
                  <a:gd name="connsiteY101" fmla="*/ 9434946 h 10487891"/>
                  <a:gd name="connsiteX102" fmla="*/ 7287491 w 10460182"/>
                  <a:gd name="connsiteY102" fmla="*/ 9528969 h 10487891"/>
                  <a:gd name="connsiteX103" fmla="*/ 7232072 w 10460182"/>
                  <a:gd name="connsiteY103" fmla="*/ 9185564 h 10487891"/>
                  <a:gd name="connsiteX104" fmla="*/ 6954982 w 10460182"/>
                  <a:gd name="connsiteY104" fmla="*/ 9268691 h 10487891"/>
                  <a:gd name="connsiteX105" fmla="*/ 6710737 w 10460182"/>
                  <a:gd name="connsiteY105" fmla="*/ 9341078 h 10487891"/>
                  <a:gd name="connsiteX106" fmla="*/ 6674777 w 10460182"/>
                  <a:gd name="connsiteY106" fmla="*/ 9141977 h 10487891"/>
                  <a:gd name="connsiteX107" fmla="*/ 6511636 w 10460182"/>
                  <a:gd name="connsiteY107" fmla="*/ 9033164 h 10487891"/>
                  <a:gd name="connsiteX108" fmla="*/ 6428509 w 10460182"/>
                  <a:gd name="connsiteY108" fmla="*/ 9033164 h 10487891"/>
                  <a:gd name="connsiteX109" fmla="*/ 6325922 w 10460182"/>
                  <a:gd name="connsiteY109" fmla="*/ 9136372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37963 w 10460182"/>
                  <a:gd name="connsiteY81" fmla="*/ 9947564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806336 w 10460182"/>
                  <a:gd name="connsiteY97" fmla="*/ 9662378 h 10487891"/>
                  <a:gd name="connsiteX98" fmla="*/ 7567694 w 10460182"/>
                  <a:gd name="connsiteY98" fmla="*/ 9599177 h 10487891"/>
                  <a:gd name="connsiteX99" fmla="*/ 7466043 w 10460182"/>
                  <a:gd name="connsiteY99" fmla="*/ 9550452 h 10487891"/>
                  <a:gd name="connsiteX100" fmla="*/ 7439891 w 10460182"/>
                  <a:gd name="connsiteY100" fmla="*/ 9240982 h 10487891"/>
                  <a:gd name="connsiteX101" fmla="*/ 7397859 w 10460182"/>
                  <a:gd name="connsiteY101" fmla="*/ 9434946 h 10487891"/>
                  <a:gd name="connsiteX102" fmla="*/ 7287491 w 10460182"/>
                  <a:gd name="connsiteY102" fmla="*/ 9528969 h 10487891"/>
                  <a:gd name="connsiteX103" fmla="*/ 7232072 w 10460182"/>
                  <a:gd name="connsiteY103" fmla="*/ 9185564 h 10487891"/>
                  <a:gd name="connsiteX104" fmla="*/ 6954982 w 10460182"/>
                  <a:gd name="connsiteY104" fmla="*/ 9268691 h 10487891"/>
                  <a:gd name="connsiteX105" fmla="*/ 6710737 w 10460182"/>
                  <a:gd name="connsiteY105" fmla="*/ 9341078 h 10487891"/>
                  <a:gd name="connsiteX106" fmla="*/ 6674777 w 10460182"/>
                  <a:gd name="connsiteY106" fmla="*/ 9141977 h 10487891"/>
                  <a:gd name="connsiteX107" fmla="*/ 6511636 w 10460182"/>
                  <a:gd name="connsiteY107" fmla="*/ 9033164 h 10487891"/>
                  <a:gd name="connsiteX108" fmla="*/ 6428509 w 10460182"/>
                  <a:gd name="connsiteY108" fmla="*/ 9033164 h 10487891"/>
                  <a:gd name="connsiteX109" fmla="*/ 6325922 w 10460182"/>
                  <a:gd name="connsiteY109" fmla="*/ 9136372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53374 w 10460182"/>
                  <a:gd name="connsiteY81" fmla="*/ 9932153 h 10487891"/>
                  <a:gd name="connsiteX82" fmla="*/ 9504218 w 10460182"/>
                  <a:gd name="connsiteY82" fmla="*/ 9850582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806336 w 10460182"/>
                  <a:gd name="connsiteY97" fmla="*/ 9662378 h 10487891"/>
                  <a:gd name="connsiteX98" fmla="*/ 7567694 w 10460182"/>
                  <a:gd name="connsiteY98" fmla="*/ 9599177 h 10487891"/>
                  <a:gd name="connsiteX99" fmla="*/ 7466043 w 10460182"/>
                  <a:gd name="connsiteY99" fmla="*/ 9550452 h 10487891"/>
                  <a:gd name="connsiteX100" fmla="*/ 7439891 w 10460182"/>
                  <a:gd name="connsiteY100" fmla="*/ 9240982 h 10487891"/>
                  <a:gd name="connsiteX101" fmla="*/ 7397859 w 10460182"/>
                  <a:gd name="connsiteY101" fmla="*/ 9434946 h 10487891"/>
                  <a:gd name="connsiteX102" fmla="*/ 7287491 w 10460182"/>
                  <a:gd name="connsiteY102" fmla="*/ 9528969 h 10487891"/>
                  <a:gd name="connsiteX103" fmla="*/ 7232072 w 10460182"/>
                  <a:gd name="connsiteY103" fmla="*/ 9185564 h 10487891"/>
                  <a:gd name="connsiteX104" fmla="*/ 6954982 w 10460182"/>
                  <a:gd name="connsiteY104" fmla="*/ 9268691 h 10487891"/>
                  <a:gd name="connsiteX105" fmla="*/ 6710737 w 10460182"/>
                  <a:gd name="connsiteY105" fmla="*/ 9341078 h 10487891"/>
                  <a:gd name="connsiteX106" fmla="*/ 6674777 w 10460182"/>
                  <a:gd name="connsiteY106" fmla="*/ 9141977 h 10487891"/>
                  <a:gd name="connsiteX107" fmla="*/ 6511636 w 10460182"/>
                  <a:gd name="connsiteY107" fmla="*/ 9033164 h 10487891"/>
                  <a:gd name="connsiteX108" fmla="*/ 6428509 w 10460182"/>
                  <a:gd name="connsiteY108" fmla="*/ 9033164 h 10487891"/>
                  <a:gd name="connsiteX109" fmla="*/ 6325922 w 10460182"/>
                  <a:gd name="connsiteY109" fmla="*/ 9136372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53374 w 10460182"/>
                  <a:gd name="connsiteY81" fmla="*/ 9932153 h 10487891"/>
                  <a:gd name="connsiteX82" fmla="*/ 9529903 w 10460182"/>
                  <a:gd name="connsiteY82" fmla="*/ 9984146 h 10487891"/>
                  <a:gd name="connsiteX83" fmla="*/ 9615054 w 10460182"/>
                  <a:gd name="connsiteY83" fmla="*/ 9767455 h 10487891"/>
                  <a:gd name="connsiteX84" fmla="*/ 9698182 w 10460182"/>
                  <a:gd name="connsiteY84" fmla="*/ 9795164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806336 w 10460182"/>
                  <a:gd name="connsiteY97" fmla="*/ 9662378 h 10487891"/>
                  <a:gd name="connsiteX98" fmla="*/ 7567694 w 10460182"/>
                  <a:gd name="connsiteY98" fmla="*/ 9599177 h 10487891"/>
                  <a:gd name="connsiteX99" fmla="*/ 7466043 w 10460182"/>
                  <a:gd name="connsiteY99" fmla="*/ 9550452 h 10487891"/>
                  <a:gd name="connsiteX100" fmla="*/ 7439891 w 10460182"/>
                  <a:gd name="connsiteY100" fmla="*/ 9240982 h 10487891"/>
                  <a:gd name="connsiteX101" fmla="*/ 7397859 w 10460182"/>
                  <a:gd name="connsiteY101" fmla="*/ 9434946 h 10487891"/>
                  <a:gd name="connsiteX102" fmla="*/ 7287491 w 10460182"/>
                  <a:gd name="connsiteY102" fmla="*/ 9528969 h 10487891"/>
                  <a:gd name="connsiteX103" fmla="*/ 7232072 w 10460182"/>
                  <a:gd name="connsiteY103" fmla="*/ 9185564 h 10487891"/>
                  <a:gd name="connsiteX104" fmla="*/ 6954982 w 10460182"/>
                  <a:gd name="connsiteY104" fmla="*/ 9268691 h 10487891"/>
                  <a:gd name="connsiteX105" fmla="*/ 6710737 w 10460182"/>
                  <a:gd name="connsiteY105" fmla="*/ 9341078 h 10487891"/>
                  <a:gd name="connsiteX106" fmla="*/ 6674777 w 10460182"/>
                  <a:gd name="connsiteY106" fmla="*/ 9141977 h 10487891"/>
                  <a:gd name="connsiteX107" fmla="*/ 6511636 w 10460182"/>
                  <a:gd name="connsiteY107" fmla="*/ 9033164 h 10487891"/>
                  <a:gd name="connsiteX108" fmla="*/ 6428509 w 10460182"/>
                  <a:gd name="connsiteY108" fmla="*/ 9033164 h 10487891"/>
                  <a:gd name="connsiteX109" fmla="*/ 6325922 w 10460182"/>
                  <a:gd name="connsiteY109" fmla="*/ 9136372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53374 w 10460182"/>
                  <a:gd name="connsiteY81" fmla="*/ 9932153 h 10487891"/>
                  <a:gd name="connsiteX82" fmla="*/ 9529903 w 10460182"/>
                  <a:gd name="connsiteY82" fmla="*/ 9984146 h 10487891"/>
                  <a:gd name="connsiteX83" fmla="*/ 9615054 w 10460182"/>
                  <a:gd name="connsiteY83" fmla="*/ 9767455 h 10487891"/>
                  <a:gd name="connsiteX84" fmla="*/ 9677633 w 10460182"/>
                  <a:gd name="connsiteY84" fmla="*/ 9882495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806336 w 10460182"/>
                  <a:gd name="connsiteY97" fmla="*/ 9662378 h 10487891"/>
                  <a:gd name="connsiteX98" fmla="*/ 7567694 w 10460182"/>
                  <a:gd name="connsiteY98" fmla="*/ 9599177 h 10487891"/>
                  <a:gd name="connsiteX99" fmla="*/ 7466043 w 10460182"/>
                  <a:gd name="connsiteY99" fmla="*/ 9550452 h 10487891"/>
                  <a:gd name="connsiteX100" fmla="*/ 7439891 w 10460182"/>
                  <a:gd name="connsiteY100" fmla="*/ 9240982 h 10487891"/>
                  <a:gd name="connsiteX101" fmla="*/ 7397859 w 10460182"/>
                  <a:gd name="connsiteY101" fmla="*/ 9434946 h 10487891"/>
                  <a:gd name="connsiteX102" fmla="*/ 7287491 w 10460182"/>
                  <a:gd name="connsiteY102" fmla="*/ 9528969 h 10487891"/>
                  <a:gd name="connsiteX103" fmla="*/ 7232072 w 10460182"/>
                  <a:gd name="connsiteY103" fmla="*/ 9185564 h 10487891"/>
                  <a:gd name="connsiteX104" fmla="*/ 6954982 w 10460182"/>
                  <a:gd name="connsiteY104" fmla="*/ 9268691 h 10487891"/>
                  <a:gd name="connsiteX105" fmla="*/ 6710737 w 10460182"/>
                  <a:gd name="connsiteY105" fmla="*/ 9341078 h 10487891"/>
                  <a:gd name="connsiteX106" fmla="*/ 6674777 w 10460182"/>
                  <a:gd name="connsiteY106" fmla="*/ 9141977 h 10487891"/>
                  <a:gd name="connsiteX107" fmla="*/ 6511636 w 10460182"/>
                  <a:gd name="connsiteY107" fmla="*/ 9033164 h 10487891"/>
                  <a:gd name="connsiteX108" fmla="*/ 6428509 w 10460182"/>
                  <a:gd name="connsiteY108" fmla="*/ 9033164 h 10487891"/>
                  <a:gd name="connsiteX109" fmla="*/ 6325922 w 10460182"/>
                  <a:gd name="connsiteY109" fmla="*/ 9136372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87891"/>
                  <a:gd name="connsiteX1" fmla="*/ 96982 w 10460182"/>
                  <a:gd name="connsiteY1" fmla="*/ 5874327 h 10487891"/>
                  <a:gd name="connsiteX2" fmla="*/ 401782 w 10460182"/>
                  <a:gd name="connsiteY2" fmla="*/ 5611091 h 10487891"/>
                  <a:gd name="connsiteX3" fmla="*/ 651163 w 10460182"/>
                  <a:gd name="connsiteY3" fmla="*/ 5749637 h 10487891"/>
                  <a:gd name="connsiteX4" fmla="*/ 858982 w 10460182"/>
                  <a:gd name="connsiteY4" fmla="*/ 5583382 h 10487891"/>
                  <a:gd name="connsiteX5" fmla="*/ 997527 w 10460182"/>
                  <a:gd name="connsiteY5" fmla="*/ 5430982 h 10487891"/>
                  <a:gd name="connsiteX6" fmla="*/ 1080654 w 10460182"/>
                  <a:gd name="connsiteY6" fmla="*/ 5514109 h 10487891"/>
                  <a:gd name="connsiteX7" fmla="*/ 1191491 w 10460182"/>
                  <a:gd name="connsiteY7" fmla="*/ 5791200 h 10487891"/>
                  <a:gd name="connsiteX8" fmla="*/ 1510145 w 10460182"/>
                  <a:gd name="connsiteY8" fmla="*/ 5624946 h 10487891"/>
                  <a:gd name="connsiteX9" fmla="*/ 1731818 w 10460182"/>
                  <a:gd name="connsiteY9" fmla="*/ 5375564 h 10487891"/>
                  <a:gd name="connsiteX10" fmla="*/ 2022763 w 10460182"/>
                  <a:gd name="connsiteY10" fmla="*/ 5140037 h 10487891"/>
                  <a:gd name="connsiteX11" fmla="*/ 2119745 w 10460182"/>
                  <a:gd name="connsiteY11" fmla="*/ 4710546 h 10487891"/>
                  <a:gd name="connsiteX12" fmla="*/ 2133600 w 10460182"/>
                  <a:gd name="connsiteY12" fmla="*/ 4308764 h 10487891"/>
                  <a:gd name="connsiteX13" fmla="*/ 2355272 w 10460182"/>
                  <a:gd name="connsiteY13" fmla="*/ 3934691 h 10487891"/>
                  <a:gd name="connsiteX14" fmla="*/ 2715491 w 10460182"/>
                  <a:gd name="connsiteY14" fmla="*/ 3532909 h 10487891"/>
                  <a:gd name="connsiteX15" fmla="*/ 2978727 w 10460182"/>
                  <a:gd name="connsiteY15" fmla="*/ 3338946 h 10487891"/>
                  <a:gd name="connsiteX16" fmla="*/ 3006436 w 10460182"/>
                  <a:gd name="connsiteY16" fmla="*/ 2895600 h 10487891"/>
                  <a:gd name="connsiteX17" fmla="*/ 3075709 w 10460182"/>
                  <a:gd name="connsiteY17" fmla="*/ 2604655 h 10487891"/>
                  <a:gd name="connsiteX18" fmla="*/ 3075709 w 10460182"/>
                  <a:gd name="connsiteY18" fmla="*/ 2396837 h 10487891"/>
                  <a:gd name="connsiteX19" fmla="*/ 3214254 w 10460182"/>
                  <a:gd name="connsiteY19" fmla="*/ 2064327 h 10487891"/>
                  <a:gd name="connsiteX20" fmla="*/ 3214254 w 10460182"/>
                  <a:gd name="connsiteY20" fmla="*/ 1773382 h 10487891"/>
                  <a:gd name="connsiteX21" fmla="*/ 3532909 w 10460182"/>
                  <a:gd name="connsiteY21" fmla="*/ 1205346 h 10487891"/>
                  <a:gd name="connsiteX22" fmla="*/ 3463636 w 10460182"/>
                  <a:gd name="connsiteY22" fmla="*/ 831273 h 10487891"/>
                  <a:gd name="connsiteX23" fmla="*/ 3491345 w 10460182"/>
                  <a:gd name="connsiteY23" fmla="*/ 623455 h 10487891"/>
                  <a:gd name="connsiteX24" fmla="*/ 3823854 w 10460182"/>
                  <a:gd name="connsiteY24" fmla="*/ 263237 h 10487891"/>
                  <a:gd name="connsiteX25" fmla="*/ 4017818 w 10460182"/>
                  <a:gd name="connsiteY25" fmla="*/ 138546 h 10487891"/>
                  <a:gd name="connsiteX26" fmla="*/ 4433454 w 10460182"/>
                  <a:gd name="connsiteY26" fmla="*/ 374073 h 10487891"/>
                  <a:gd name="connsiteX27" fmla="*/ 4599709 w 10460182"/>
                  <a:gd name="connsiteY27" fmla="*/ 568037 h 10487891"/>
                  <a:gd name="connsiteX28" fmla="*/ 5070763 w 10460182"/>
                  <a:gd name="connsiteY28" fmla="*/ 623455 h 10487891"/>
                  <a:gd name="connsiteX29" fmla="*/ 5417127 w 10460182"/>
                  <a:gd name="connsiteY29" fmla="*/ 637309 h 10487891"/>
                  <a:gd name="connsiteX30" fmla="*/ 5680363 w 10460182"/>
                  <a:gd name="connsiteY30" fmla="*/ 692727 h 10487891"/>
                  <a:gd name="connsiteX31" fmla="*/ 5860472 w 10460182"/>
                  <a:gd name="connsiteY31" fmla="*/ 360218 h 10487891"/>
                  <a:gd name="connsiteX32" fmla="*/ 6123709 w 10460182"/>
                  <a:gd name="connsiteY32" fmla="*/ 401782 h 10487891"/>
                  <a:gd name="connsiteX33" fmla="*/ 6594763 w 10460182"/>
                  <a:gd name="connsiteY33" fmla="*/ 263237 h 10487891"/>
                  <a:gd name="connsiteX34" fmla="*/ 6761018 w 10460182"/>
                  <a:gd name="connsiteY34" fmla="*/ 207818 h 10487891"/>
                  <a:gd name="connsiteX35" fmla="*/ 7038109 w 10460182"/>
                  <a:gd name="connsiteY35" fmla="*/ 277091 h 10487891"/>
                  <a:gd name="connsiteX36" fmla="*/ 7232072 w 10460182"/>
                  <a:gd name="connsiteY36" fmla="*/ 96982 h 10487891"/>
                  <a:gd name="connsiteX37" fmla="*/ 7356763 w 10460182"/>
                  <a:gd name="connsiteY37" fmla="*/ 0 h 10487891"/>
                  <a:gd name="connsiteX38" fmla="*/ 7606145 w 10460182"/>
                  <a:gd name="connsiteY38" fmla="*/ 83127 h 10487891"/>
                  <a:gd name="connsiteX39" fmla="*/ 7910945 w 10460182"/>
                  <a:gd name="connsiteY39" fmla="*/ 207818 h 10487891"/>
                  <a:gd name="connsiteX40" fmla="*/ 8312727 w 10460182"/>
                  <a:gd name="connsiteY40" fmla="*/ 138546 h 10487891"/>
                  <a:gd name="connsiteX41" fmla="*/ 8672945 w 10460182"/>
                  <a:gd name="connsiteY41" fmla="*/ 443346 h 10487891"/>
                  <a:gd name="connsiteX42" fmla="*/ 8908472 w 10460182"/>
                  <a:gd name="connsiteY42" fmla="*/ 623455 h 10487891"/>
                  <a:gd name="connsiteX43" fmla="*/ 9088582 w 10460182"/>
                  <a:gd name="connsiteY43" fmla="*/ 526473 h 10487891"/>
                  <a:gd name="connsiteX44" fmla="*/ 9351818 w 10460182"/>
                  <a:gd name="connsiteY44" fmla="*/ 471055 h 10487891"/>
                  <a:gd name="connsiteX45" fmla="*/ 9518072 w 10460182"/>
                  <a:gd name="connsiteY45" fmla="*/ 498764 h 10487891"/>
                  <a:gd name="connsiteX46" fmla="*/ 9698182 w 10460182"/>
                  <a:gd name="connsiteY46" fmla="*/ 526473 h 10487891"/>
                  <a:gd name="connsiteX47" fmla="*/ 10002982 w 10460182"/>
                  <a:gd name="connsiteY47" fmla="*/ 872837 h 10487891"/>
                  <a:gd name="connsiteX48" fmla="*/ 10238509 w 10460182"/>
                  <a:gd name="connsiteY48" fmla="*/ 1066800 h 10487891"/>
                  <a:gd name="connsiteX49" fmla="*/ 10224654 w 10460182"/>
                  <a:gd name="connsiteY49" fmla="*/ 1330037 h 10487891"/>
                  <a:gd name="connsiteX50" fmla="*/ 10238509 w 10460182"/>
                  <a:gd name="connsiteY50" fmla="*/ 1524000 h 10487891"/>
                  <a:gd name="connsiteX51" fmla="*/ 10280072 w 10460182"/>
                  <a:gd name="connsiteY51" fmla="*/ 1648691 h 10487891"/>
                  <a:gd name="connsiteX52" fmla="*/ 10460182 w 10460182"/>
                  <a:gd name="connsiteY52" fmla="*/ 1884218 h 10487891"/>
                  <a:gd name="connsiteX53" fmla="*/ 10099963 w 10460182"/>
                  <a:gd name="connsiteY53" fmla="*/ 2341418 h 10487891"/>
                  <a:gd name="connsiteX54" fmla="*/ 9781309 w 10460182"/>
                  <a:gd name="connsiteY54" fmla="*/ 2576946 h 10487891"/>
                  <a:gd name="connsiteX55" fmla="*/ 9601200 w 10460182"/>
                  <a:gd name="connsiteY55" fmla="*/ 3505200 h 10487891"/>
                  <a:gd name="connsiteX56" fmla="*/ 9601200 w 10460182"/>
                  <a:gd name="connsiteY56" fmla="*/ 3796146 h 10487891"/>
                  <a:gd name="connsiteX57" fmla="*/ 9365672 w 10460182"/>
                  <a:gd name="connsiteY57" fmla="*/ 3990109 h 10487891"/>
                  <a:gd name="connsiteX58" fmla="*/ 9310254 w 10460182"/>
                  <a:gd name="connsiteY58" fmla="*/ 4156364 h 10487891"/>
                  <a:gd name="connsiteX59" fmla="*/ 9199418 w 10460182"/>
                  <a:gd name="connsiteY59" fmla="*/ 4364182 h 10487891"/>
                  <a:gd name="connsiteX60" fmla="*/ 9268691 w 10460182"/>
                  <a:gd name="connsiteY60" fmla="*/ 4530437 h 10487891"/>
                  <a:gd name="connsiteX61" fmla="*/ 9337963 w 10460182"/>
                  <a:gd name="connsiteY61" fmla="*/ 4738255 h 10487891"/>
                  <a:gd name="connsiteX62" fmla="*/ 9421091 w 10460182"/>
                  <a:gd name="connsiteY62" fmla="*/ 4987637 h 10487891"/>
                  <a:gd name="connsiteX63" fmla="*/ 9434945 w 10460182"/>
                  <a:gd name="connsiteY63" fmla="*/ 5292437 h 10487891"/>
                  <a:gd name="connsiteX64" fmla="*/ 9462654 w 10460182"/>
                  <a:gd name="connsiteY64" fmla="*/ 5694218 h 10487891"/>
                  <a:gd name="connsiteX65" fmla="*/ 9587345 w 10460182"/>
                  <a:gd name="connsiteY65" fmla="*/ 6054437 h 10487891"/>
                  <a:gd name="connsiteX66" fmla="*/ 9545782 w 10460182"/>
                  <a:gd name="connsiteY66" fmla="*/ 6456218 h 10487891"/>
                  <a:gd name="connsiteX67" fmla="*/ 9933709 w 10460182"/>
                  <a:gd name="connsiteY67" fmla="*/ 6941127 h 10487891"/>
                  <a:gd name="connsiteX68" fmla="*/ 10113818 w 10460182"/>
                  <a:gd name="connsiteY68" fmla="*/ 7287491 h 10487891"/>
                  <a:gd name="connsiteX69" fmla="*/ 10252363 w 10460182"/>
                  <a:gd name="connsiteY69" fmla="*/ 7620000 h 10487891"/>
                  <a:gd name="connsiteX70" fmla="*/ 9670472 w 10460182"/>
                  <a:gd name="connsiteY70" fmla="*/ 7620000 h 10487891"/>
                  <a:gd name="connsiteX71" fmla="*/ 9337963 w 10460182"/>
                  <a:gd name="connsiteY71" fmla="*/ 7730837 h 10487891"/>
                  <a:gd name="connsiteX72" fmla="*/ 9102436 w 10460182"/>
                  <a:gd name="connsiteY72" fmla="*/ 7869382 h 10487891"/>
                  <a:gd name="connsiteX73" fmla="*/ 9019309 w 10460182"/>
                  <a:gd name="connsiteY73" fmla="*/ 8077200 h 10487891"/>
                  <a:gd name="connsiteX74" fmla="*/ 8936182 w 10460182"/>
                  <a:gd name="connsiteY74" fmla="*/ 8174182 h 10487891"/>
                  <a:gd name="connsiteX75" fmla="*/ 8991600 w 10460182"/>
                  <a:gd name="connsiteY75" fmla="*/ 8603673 h 10487891"/>
                  <a:gd name="connsiteX76" fmla="*/ 8963891 w 10460182"/>
                  <a:gd name="connsiteY76" fmla="*/ 8811491 h 10487891"/>
                  <a:gd name="connsiteX77" fmla="*/ 8991600 w 10460182"/>
                  <a:gd name="connsiteY77" fmla="*/ 9047018 h 10487891"/>
                  <a:gd name="connsiteX78" fmla="*/ 8894618 w 10460182"/>
                  <a:gd name="connsiteY78" fmla="*/ 9351818 h 10487891"/>
                  <a:gd name="connsiteX79" fmla="*/ 8922327 w 10460182"/>
                  <a:gd name="connsiteY79" fmla="*/ 9615055 h 10487891"/>
                  <a:gd name="connsiteX80" fmla="*/ 9144000 w 10460182"/>
                  <a:gd name="connsiteY80" fmla="*/ 9781309 h 10487891"/>
                  <a:gd name="connsiteX81" fmla="*/ 9353374 w 10460182"/>
                  <a:gd name="connsiteY81" fmla="*/ 9932153 h 10487891"/>
                  <a:gd name="connsiteX82" fmla="*/ 9529903 w 10460182"/>
                  <a:gd name="connsiteY82" fmla="*/ 9984146 h 10487891"/>
                  <a:gd name="connsiteX83" fmla="*/ 9625328 w 10460182"/>
                  <a:gd name="connsiteY83" fmla="*/ 9870197 h 10487891"/>
                  <a:gd name="connsiteX84" fmla="*/ 9677633 w 10460182"/>
                  <a:gd name="connsiteY84" fmla="*/ 9882495 h 10487891"/>
                  <a:gd name="connsiteX85" fmla="*/ 9684327 w 10460182"/>
                  <a:gd name="connsiteY85" fmla="*/ 10335491 h 10487891"/>
                  <a:gd name="connsiteX86" fmla="*/ 9490363 w 10460182"/>
                  <a:gd name="connsiteY86" fmla="*/ 10487891 h 10487891"/>
                  <a:gd name="connsiteX87" fmla="*/ 9310254 w 10460182"/>
                  <a:gd name="connsiteY87" fmla="*/ 10474037 h 10487891"/>
                  <a:gd name="connsiteX88" fmla="*/ 9227127 w 10460182"/>
                  <a:gd name="connsiteY88" fmla="*/ 10321637 h 10487891"/>
                  <a:gd name="connsiteX89" fmla="*/ 9033163 w 10460182"/>
                  <a:gd name="connsiteY89" fmla="*/ 10072255 h 10487891"/>
                  <a:gd name="connsiteX90" fmla="*/ 8825345 w 10460182"/>
                  <a:gd name="connsiteY90" fmla="*/ 9892146 h 10487891"/>
                  <a:gd name="connsiteX91" fmla="*/ 8534400 w 10460182"/>
                  <a:gd name="connsiteY91" fmla="*/ 9781309 h 10487891"/>
                  <a:gd name="connsiteX92" fmla="*/ 8423563 w 10460182"/>
                  <a:gd name="connsiteY92" fmla="*/ 9725891 h 10487891"/>
                  <a:gd name="connsiteX93" fmla="*/ 8285018 w 10460182"/>
                  <a:gd name="connsiteY93" fmla="*/ 9559637 h 10487891"/>
                  <a:gd name="connsiteX94" fmla="*/ 8257309 w 10460182"/>
                  <a:gd name="connsiteY94" fmla="*/ 9421091 h 10487891"/>
                  <a:gd name="connsiteX95" fmla="*/ 8146472 w 10460182"/>
                  <a:gd name="connsiteY95" fmla="*/ 9434946 h 10487891"/>
                  <a:gd name="connsiteX96" fmla="*/ 8091054 w 10460182"/>
                  <a:gd name="connsiteY96" fmla="*/ 9656618 h 10487891"/>
                  <a:gd name="connsiteX97" fmla="*/ 7806336 w 10460182"/>
                  <a:gd name="connsiteY97" fmla="*/ 9662378 h 10487891"/>
                  <a:gd name="connsiteX98" fmla="*/ 7567694 w 10460182"/>
                  <a:gd name="connsiteY98" fmla="*/ 9599177 h 10487891"/>
                  <a:gd name="connsiteX99" fmla="*/ 7466043 w 10460182"/>
                  <a:gd name="connsiteY99" fmla="*/ 9550452 h 10487891"/>
                  <a:gd name="connsiteX100" fmla="*/ 7439891 w 10460182"/>
                  <a:gd name="connsiteY100" fmla="*/ 9240982 h 10487891"/>
                  <a:gd name="connsiteX101" fmla="*/ 7397859 w 10460182"/>
                  <a:gd name="connsiteY101" fmla="*/ 9434946 h 10487891"/>
                  <a:gd name="connsiteX102" fmla="*/ 7287491 w 10460182"/>
                  <a:gd name="connsiteY102" fmla="*/ 9528969 h 10487891"/>
                  <a:gd name="connsiteX103" fmla="*/ 7232072 w 10460182"/>
                  <a:gd name="connsiteY103" fmla="*/ 9185564 h 10487891"/>
                  <a:gd name="connsiteX104" fmla="*/ 6954982 w 10460182"/>
                  <a:gd name="connsiteY104" fmla="*/ 9268691 h 10487891"/>
                  <a:gd name="connsiteX105" fmla="*/ 6710737 w 10460182"/>
                  <a:gd name="connsiteY105" fmla="*/ 9341078 h 10487891"/>
                  <a:gd name="connsiteX106" fmla="*/ 6674777 w 10460182"/>
                  <a:gd name="connsiteY106" fmla="*/ 9141977 h 10487891"/>
                  <a:gd name="connsiteX107" fmla="*/ 6511636 w 10460182"/>
                  <a:gd name="connsiteY107" fmla="*/ 9033164 h 10487891"/>
                  <a:gd name="connsiteX108" fmla="*/ 6428509 w 10460182"/>
                  <a:gd name="connsiteY108" fmla="*/ 9033164 h 10487891"/>
                  <a:gd name="connsiteX109" fmla="*/ 6325922 w 10460182"/>
                  <a:gd name="connsiteY109" fmla="*/ 9136372 h 10487891"/>
                  <a:gd name="connsiteX110" fmla="*/ 6167763 w 10460182"/>
                  <a:gd name="connsiteY110" fmla="*/ 9057292 h 10487891"/>
                  <a:gd name="connsiteX111" fmla="*/ 6002132 w 10460182"/>
                  <a:gd name="connsiteY111" fmla="*/ 9172799 h 10487891"/>
                  <a:gd name="connsiteX112" fmla="*/ 5749636 w 10460182"/>
                  <a:gd name="connsiteY112" fmla="*/ 9130146 h 10487891"/>
                  <a:gd name="connsiteX113" fmla="*/ 5674760 w 10460182"/>
                  <a:gd name="connsiteY113" fmla="*/ 9160969 h 10487891"/>
                  <a:gd name="connsiteX114" fmla="*/ 5507415 w 10460182"/>
                  <a:gd name="connsiteY114" fmla="*/ 9207202 h 10487891"/>
                  <a:gd name="connsiteX115" fmla="*/ 5505859 w 10460182"/>
                  <a:gd name="connsiteY115" fmla="*/ 8950037 h 10487891"/>
                  <a:gd name="connsiteX116" fmla="*/ 5505857 w 10460182"/>
                  <a:gd name="connsiteY116" fmla="*/ 8714042 h 10487891"/>
                  <a:gd name="connsiteX117" fmla="*/ 5336024 w 10460182"/>
                  <a:gd name="connsiteY117" fmla="*/ 8412357 h 10487891"/>
                  <a:gd name="connsiteX118" fmla="*/ 5230324 w 10460182"/>
                  <a:gd name="connsiteY118" fmla="*/ 8161885 h 10487891"/>
                  <a:gd name="connsiteX119" fmla="*/ 5317031 w 10460182"/>
                  <a:gd name="connsiteY119" fmla="*/ 7689273 h 10487891"/>
                  <a:gd name="connsiteX120" fmla="*/ 5201059 w 10460182"/>
                  <a:gd name="connsiteY120" fmla="*/ 7399417 h 10487891"/>
                  <a:gd name="connsiteX121" fmla="*/ 5250872 w 10460182"/>
                  <a:gd name="connsiteY121" fmla="*/ 7148946 h 10487891"/>
                  <a:gd name="connsiteX122" fmla="*/ 5245735 w 10460182"/>
                  <a:gd name="connsiteY122" fmla="*/ 7097730 h 10487891"/>
                  <a:gd name="connsiteX123" fmla="*/ 4577603 w 10460182"/>
                  <a:gd name="connsiteY123" fmla="*/ 7093061 h 10487891"/>
                  <a:gd name="connsiteX124" fmla="*/ 4528412 w 10460182"/>
                  <a:gd name="connsiteY124" fmla="*/ 6919645 h 10487891"/>
                  <a:gd name="connsiteX125" fmla="*/ 4038834 w 10460182"/>
                  <a:gd name="connsiteY125" fmla="*/ 6895517 h 10487891"/>
                  <a:gd name="connsiteX126" fmla="*/ 3976254 w 10460182"/>
                  <a:gd name="connsiteY126" fmla="*/ 7148946 h 10487891"/>
                  <a:gd name="connsiteX127" fmla="*/ 3932667 w 10460182"/>
                  <a:gd name="connsiteY127" fmla="*/ 7360344 h 10487891"/>
                  <a:gd name="connsiteX128" fmla="*/ 3910095 w 10460182"/>
                  <a:gd name="connsiteY128" fmla="*/ 7482545 h 10487891"/>
                  <a:gd name="connsiteX129" fmla="*/ 3559528 w 10460182"/>
                  <a:gd name="connsiteY129" fmla="*/ 7476941 h 10487891"/>
                  <a:gd name="connsiteX130" fmla="*/ 3311236 w 10460182"/>
                  <a:gd name="connsiteY130" fmla="*/ 7481455 h 10487891"/>
                  <a:gd name="connsiteX131" fmla="*/ 2895600 w 10460182"/>
                  <a:gd name="connsiteY131" fmla="*/ 7467600 h 10487891"/>
                  <a:gd name="connsiteX132" fmla="*/ 2784763 w 10460182"/>
                  <a:gd name="connsiteY132" fmla="*/ 7218218 h 10487891"/>
                  <a:gd name="connsiteX133" fmla="*/ 2604654 w 10460182"/>
                  <a:gd name="connsiteY133" fmla="*/ 6941127 h 10487891"/>
                  <a:gd name="connsiteX134" fmla="*/ 2410691 w 10460182"/>
                  <a:gd name="connsiteY134" fmla="*/ 6442364 h 10487891"/>
                  <a:gd name="connsiteX135" fmla="*/ 2327563 w 10460182"/>
                  <a:gd name="connsiteY135" fmla="*/ 6303818 h 10487891"/>
                  <a:gd name="connsiteX136" fmla="*/ 1662545 w 10460182"/>
                  <a:gd name="connsiteY136" fmla="*/ 6276109 h 10487891"/>
                  <a:gd name="connsiteX137" fmla="*/ 1233054 w 10460182"/>
                  <a:gd name="connsiteY137" fmla="*/ 6276109 h 10487891"/>
                  <a:gd name="connsiteX138" fmla="*/ 1136072 w 10460182"/>
                  <a:gd name="connsiteY138" fmla="*/ 6331527 h 10487891"/>
                  <a:gd name="connsiteX139" fmla="*/ 706582 w 10460182"/>
                  <a:gd name="connsiteY139" fmla="*/ 6289964 h 10487891"/>
                  <a:gd name="connsiteX140" fmla="*/ 318654 w 10460182"/>
                  <a:gd name="connsiteY140" fmla="*/ 6317673 h 10487891"/>
                  <a:gd name="connsiteX141" fmla="*/ 96982 w 10460182"/>
                  <a:gd name="connsiteY141" fmla="*/ 6470073 h 10487891"/>
                  <a:gd name="connsiteX142" fmla="*/ 0 w 10460182"/>
                  <a:gd name="connsiteY142" fmla="*/ 6373091 h 10487891"/>
                  <a:gd name="connsiteX143" fmla="*/ 83127 w 10460182"/>
                  <a:gd name="connsiteY143" fmla="*/ 6317673 h 10487891"/>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191491 w 10460182"/>
                  <a:gd name="connsiteY7" fmla="*/ 5791200 h 10474037"/>
                  <a:gd name="connsiteX8" fmla="*/ 1510145 w 10460182"/>
                  <a:gd name="connsiteY8" fmla="*/ 5624946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36182 w 10460182"/>
                  <a:gd name="connsiteY74" fmla="*/ 8174182 h 10474037"/>
                  <a:gd name="connsiteX75" fmla="*/ 8991600 w 10460182"/>
                  <a:gd name="connsiteY75" fmla="*/ 8603673 h 10474037"/>
                  <a:gd name="connsiteX76" fmla="*/ 8963891 w 10460182"/>
                  <a:gd name="connsiteY76" fmla="*/ 8811491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77633 w 10460182"/>
                  <a:gd name="connsiteY84" fmla="*/ 9882495 h 10474037"/>
                  <a:gd name="connsiteX85" fmla="*/ 9684327 w 10460182"/>
                  <a:gd name="connsiteY85" fmla="*/ 10335491 h 10474037"/>
                  <a:gd name="connsiteX86" fmla="*/ 9490363 w 10460182"/>
                  <a:gd name="connsiteY86" fmla="*/ 10431383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32072 w 10460182"/>
                  <a:gd name="connsiteY103" fmla="*/ 9185564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191491 w 10460182"/>
                  <a:gd name="connsiteY7" fmla="*/ 5791200 h 10474037"/>
                  <a:gd name="connsiteX8" fmla="*/ 1510145 w 10460182"/>
                  <a:gd name="connsiteY8" fmla="*/ 5624946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36182 w 10460182"/>
                  <a:gd name="connsiteY74" fmla="*/ 8174182 h 10474037"/>
                  <a:gd name="connsiteX75" fmla="*/ 8991600 w 10460182"/>
                  <a:gd name="connsiteY75" fmla="*/ 8603673 h 10474037"/>
                  <a:gd name="connsiteX76" fmla="*/ 8963891 w 10460182"/>
                  <a:gd name="connsiteY76" fmla="*/ 8811491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77633 w 10460182"/>
                  <a:gd name="connsiteY84" fmla="*/ 9882495 h 10474037"/>
                  <a:gd name="connsiteX85" fmla="*/ 9684327 w 10460182"/>
                  <a:gd name="connsiteY85" fmla="*/ 10335491 h 10474037"/>
                  <a:gd name="connsiteX86" fmla="*/ 9474951 w 10460182"/>
                  <a:gd name="connsiteY86" fmla="*/ 10400561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32072 w 10460182"/>
                  <a:gd name="connsiteY103" fmla="*/ 9185564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191491 w 10460182"/>
                  <a:gd name="connsiteY7" fmla="*/ 5791200 h 10474037"/>
                  <a:gd name="connsiteX8" fmla="*/ 1510145 w 10460182"/>
                  <a:gd name="connsiteY8" fmla="*/ 5624946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36182 w 10460182"/>
                  <a:gd name="connsiteY74" fmla="*/ 8174182 h 10474037"/>
                  <a:gd name="connsiteX75" fmla="*/ 8991600 w 10460182"/>
                  <a:gd name="connsiteY75" fmla="*/ 8603673 h 10474037"/>
                  <a:gd name="connsiteX76" fmla="*/ 8963891 w 10460182"/>
                  <a:gd name="connsiteY76" fmla="*/ 8811491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77633 w 10460182"/>
                  <a:gd name="connsiteY84" fmla="*/ 9882495 h 10474037"/>
                  <a:gd name="connsiteX85" fmla="*/ 9684327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32072 w 10460182"/>
                  <a:gd name="connsiteY103" fmla="*/ 9185564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191491 w 10460182"/>
                  <a:gd name="connsiteY7" fmla="*/ 5791200 h 10474037"/>
                  <a:gd name="connsiteX8" fmla="*/ 1510145 w 10460182"/>
                  <a:gd name="connsiteY8" fmla="*/ 5624946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36182 w 10460182"/>
                  <a:gd name="connsiteY74" fmla="*/ 8174182 h 10474037"/>
                  <a:gd name="connsiteX75" fmla="*/ 8991600 w 10460182"/>
                  <a:gd name="connsiteY75" fmla="*/ 8603673 h 10474037"/>
                  <a:gd name="connsiteX76" fmla="*/ 8963891 w 10460182"/>
                  <a:gd name="connsiteY76" fmla="*/ 8811491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77633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32072 w 10460182"/>
                  <a:gd name="connsiteY103" fmla="*/ 9185564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191491 w 10460182"/>
                  <a:gd name="connsiteY7" fmla="*/ 5791200 h 10474037"/>
                  <a:gd name="connsiteX8" fmla="*/ 1510145 w 10460182"/>
                  <a:gd name="connsiteY8" fmla="*/ 5624946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36182 w 10460182"/>
                  <a:gd name="connsiteY74" fmla="*/ 8174182 h 10474037"/>
                  <a:gd name="connsiteX75" fmla="*/ 8991600 w 10460182"/>
                  <a:gd name="connsiteY75" fmla="*/ 8603673 h 10474037"/>
                  <a:gd name="connsiteX76" fmla="*/ 8963891 w 10460182"/>
                  <a:gd name="connsiteY76" fmla="*/ 8811491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51948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32072 w 10460182"/>
                  <a:gd name="connsiteY103" fmla="*/ 9185564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191491 w 10460182"/>
                  <a:gd name="connsiteY7" fmla="*/ 5791200 h 10474037"/>
                  <a:gd name="connsiteX8" fmla="*/ 1510145 w 10460182"/>
                  <a:gd name="connsiteY8" fmla="*/ 5624946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36182 w 10460182"/>
                  <a:gd name="connsiteY74" fmla="*/ 8174182 h 10474037"/>
                  <a:gd name="connsiteX75" fmla="*/ 8991600 w 10460182"/>
                  <a:gd name="connsiteY75" fmla="*/ 8603673 h 10474037"/>
                  <a:gd name="connsiteX76" fmla="*/ 8963891 w 10460182"/>
                  <a:gd name="connsiteY76" fmla="*/ 8811491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67359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32072 w 10460182"/>
                  <a:gd name="connsiteY103" fmla="*/ 9185564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191491 w 10460182"/>
                  <a:gd name="connsiteY7" fmla="*/ 5791200 h 10474037"/>
                  <a:gd name="connsiteX8" fmla="*/ 1510145 w 10460182"/>
                  <a:gd name="connsiteY8" fmla="*/ 5624946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36182 w 10460182"/>
                  <a:gd name="connsiteY74" fmla="*/ 8174182 h 10474037"/>
                  <a:gd name="connsiteX75" fmla="*/ 8991600 w 10460182"/>
                  <a:gd name="connsiteY75" fmla="*/ 8603673 h 10474037"/>
                  <a:gd name="connsiteX76" fmla="*/ 8963891 w 10460182"/>
                  <a:gd name="connsiteY76" fmla="*/ 8811491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67359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21797 w 10460182"/>
                  <a:gd name="connsiteY103" fmla="*/ 9200975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191491 w 10460182"/>
                  <a:gd name="connsiteY7" fmla="*/ 5791200 h 10474037"/>
                  <a:gd name="connsiteX8" fmla="*/ 1510145 w 10460182"/>
                  <a:gd name="connsiteY8" fmla="*/ 5624946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36182 w 10460182"/>
                  <a:gd name="connsiteY74" fmla="*/ 8174182 h 10474037"/>
                  <a:gd name="connsiteX75" fmla="*/ 9027559 w 10460182"/>
                  <a:gd name="connsiteY75" fmla="*/ 8603673 h 10474037"/>
                  <a:gd name="connsiteX76" fmla="*/ 8963891 w 10460182"/>
                  <a:gd name="connsiteY76" fmla="*/ 8811491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67359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21797 w 10460182"/>
                  <a:gd name="connsiteY103" fmla="*/ 9200975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191491 w 10460182"/>
                  <a:gd name="connsiteY7" fmla="*/ 5791200 h 10474037"/>
                  <a:gd name="connsiteX8" fmla="*/ 1510145 w 10460182"/>
                  <a:gd name="connsiteY8" fmla="*/ 5624946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36182 w 10460182"/>
                  <a:gd name="connsiteY74" fmla="*/ 8174182 h 10474037"/>
                  <a:gd name="connsiteX75" fmla="*/ 9027559 w 10460182"/>
                  <a:gd name="connsiteY75" fmla="*/ 8603673 h 10474037"/>
                  <a:gd name="connsiteX76" fmla="*/ 9030673 w 10460182"/>
                  <a:gd name="connsiteY76" fmla="*/ 8837177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67359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21797 w 10460182"/>
                  <a:gd name="connsiteY103" fmla="*/ 9200975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191491 w 10460182"/>
                  <a:gd name="connsiteY7" fmla="*/ 5791200 h 10474037"/>
                  <a:gd name="connsiteX8" fmla="*/ 1510145 w 10460182"/>
                  <a:gd name="connsiteY8" fmla="*/ 5624946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56730 w 10460182"/>
                  <a:gd name="connsiteY74" fmla="*/ 8174182 h 10474037"/>
                  <a:gd name="connsiteX75" fmla="*/ 9027559 w 10460182"/>
                  <a:gd name="connsiteY75" fmla="*/ 8603673 h 10474037"/>
                  <a:gd name="connsiteX76" fmla="*/ 9030673 w 10460182"/>
                  <a:gd name="connsiteY76" fmla="*/ 8837177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67359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21797 w 10460182"/>
                  <a:gd name="connsiteY103" fmla="*/ 9200975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191491 w 10460182"/>
                  <a:gd name="connsiteY7" fmla="*/ 5791200 h 10474037"/>
                  <a:gd name="connsiteX8" fmla="*/ 1523116 w 10460182"/>
                  <a:gd name="connsiteY8" fmla="*/ 5560095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56730 w 10460182"/>
                  <a:gd name="connsiteY74" fmla="*/ 8174182 h 10474037"/>
                  <a:gd name="connsiteX75" fmla="*/ 9027559 w 10460182"/>
                  <a:gd name="connsiteY75" fmla="*/ 8603673 h 10474037"/>
                  <a:gd name="connsiteX76" fmla="*/ 9030673 w 10460182"/>
                  <a:gd name="connsiteY76" fmla="*/ 8837177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67359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21797 w 10460182"/>
                  <a:gd name="connsiteY103" fmla="*/ 9200975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269312 w 10460182"/>
                  <a:gd name="connsiteY7" fmla="*/ 5758775 h 10474037"/>
                  <a:gd name="connsiteX8" fmla="*/ 1523116 w 10460182"/>
                  <a:gd name="connsiteY8" fmla="*/ 5560095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56730 w 10460182"/>
                  <a:gd name="connsiteY74" fmla="*/ 8174182 h 10474037"/>
                  <a:gd name="connsiteX75" fmla="*/ 9027559 w 10460182"/>
                  <a:gd name="connsiteY75" fmla="*/ 8603673 h 10474037"/>
                  <a:gd name="connsiteX76" fmla="*/ 9030673 w 10460182"/>
                  <a:gd name="connsiteY76" fmla="*/ 8837177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67359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21797 w 10460182"/>
                  <a:gd name="connsiteY103" fmla="*/ 9200975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269312 w 10460182"/>
                  <a:gd name="connsiteY7" fmla="*/ 5758775 h 10474037"/>
                  <a:gd name="connsiteX8" fmla="*/ 1523116 w 10460182"/>
                  <a:gd name="connsiteY8" fmla="*/ 5560095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33600 w 10460182"/>
                  <a:gd name="connsiteY12" fmla="*/ 4308764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56730 w 10460182"/>
                  <a:gd name="connsiteY74" fmla="*/ 8174182 h 10474037"/>
                  <a:gd name="connsiteX75" fmla="*/ 9027559 w 10460182"/>
                  <a:gd name="connsiteY75" fmla="*/ 8603673 h 10474037"/>
                  <a:gd name="connsiteX76" fmla="*/ 9030673 w 10460182"/>
                  <a:gd name="connsiteY76" fmla="*/ 8837177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67359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21797 w 10460182"/>
                  <a:gd name="connsiteY103" fmla="*/ 9200975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269312 w 10460182"/>
                  <a:gd name="connsiteY7" fmla="*/ 5758775 h 10474037"/>
                  <a:gd name="connsiteX8" fmla="*/ 1523116 w 10460182"/>
                  <a:gd name="connsiteY8" fmla="*/ 5560095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72511 w 10460182"/>
                  <a:gd name="connsiteY12" fmla="*/ 4243913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32909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56730 w 10460182"/>
                  <a:gd name="connsiteY74" fmla="*/ 8174182 h 10474037"/>
                  <a:gd name="connsiteX75" fmla="*/ 9027559 w 10460182"/>
                  <a:gd name="connsiteY75" fmla="*/ 8603673 h 10474037"/>
                  <a:gd name="connsiteX76" fmla="*/ 9030673 w 10460182"/>
                  <a:gd name="connsiteY76" fmla="*/ 8837177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67359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21797 w 10460182"/>
                  <a:gd name="connsiteY103" fmla="*/ 9200975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269312 w 10460182"/>
                  <a:gd name="connsiteY7" fmla="*/ 5758775 h 10474037"/>
                  <a:gd name="connsiteX8" fmla="*/ 1523116 w 10460182"/>
                  <a:gd name="connsiteY8" fmla="*/ 5560095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72511 w 10460182"/>
                  <a:gd name="connsiteY12" fmla="*/ 4243913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13454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80363 w 10460182"/>
                  <a:gd name="connsiteY30" fmla="*/ 692727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56730 w 10460182"/>
                  <a:gd name="connsiteY74" fmla="*/ 8174182 h 10474037"/>
                  <a:gd name="connsiteX75" fmla="*/ 9027559 w 10460182"/>
                  <a:gd name="connsiteY75" fmla="*/ 8603673 h 10474037"/>
                  <a:gd name="connsiteX76" fmla="*/ 9030673 w 10460182"/>
                  <a:gd name="connsiteY76" fmla="*/ 8837177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67359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21797 w 10460182"/>
                  <a:gd name="connsiteY103" fmla="*/ 9200975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269312 w 10460182"/>
                  <a:gd name="connsiteY7" fmla="*/ 5758775 h 10474037"/>
                  <a:gd name="connsiteX8" fmla="*/ 1523116 w 10460182"/>
                  <a:gd name="connsiteY8" fmla="*/ 5560095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72511 w 10460182"/>
                  <a:gd name="connsiteY12" fmla="*/ 4243913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13454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417127 w 10460182"/>
                  <a:gd name="connsiteY29" fmla="*/ 637309 h 10474037"/>
                  <a:gd name="connsiteX30" fmla="*/ 5647937 w 10460182"/>
                  <a:gd name="connsiteY30" fmla="*/ 699212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56730 w 10460182"/>
                  <a:gd name="connsiteY74" fmla="*/ 8174182 h 10474037"/>
                  <a:gd name="connsiteX75" fmla="*/ 9027559 w 10460182"/>
                  <a:gd name="connsiteY75" fmla="*/ 8603673 h 10474037"/>
                  <a:gd name="connsiteX76" fmla="*/ 9030673 w 10460182"/>
                  <a:gd name="connsiteY76" fmla="*/ 8837177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67359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21797 w 10460182"/>
                  <a:gd name="connsiteY103" fmla="*/ 9200975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317673 h 10474037"/>
                  <a:gd name="connsiteX1" fmla="*/ 96982 w 10460182"/>
                  <a:gd name="connsiteY1" fmla="*/ 5874327 h 10474037"/>
                  <a:gd name="connsiteX2" fmla="*/ 401782 w 10460182"/>
                  <a:gd name="connsiteY2" fmla="*/ 5611091 h 10474037"/>
                  <a:gd name="connsiteX3" fmla="*/ 651163 w 10460182"/>
                  <a:gd name="connsiteY3" fmla="*/ 5749637 h 10474037"/>
                  <a:gd name="connsiteX4" fmla="*/ 858982 w 10460182"/>
                  <a:gd name="connsiteY4" fmla="*/ 5583382 h 10474037"/>
                  <a:gd name="connsiteX5" fmla="*/ 997527 w 10460182"/>
                  <a:gd name="connsiteY5" fmla="*/ 5430982 h 10474037"/>
                  <a:gd name="connsiteX6" fmla="*/ 1080654 w 10460182"/>
                  <a:gd name="connsiteY6" fmla="*/ 5514109 h 10474037"/>
                  <a:gd name="connsiteX7" fmla="*/ 1269312 w 10460182"/>
                  <a:gd name="connsiteY7" fmla="*/ 5758775 h 10474037"/>
                  <a:gd name="connsiteX8" fmla="*/ 1523116 w 10460182"/>
                  <a:gd name="connsiteY8" fmla="*/ 5560095 h 10474037"/>
                  <a:gd name="connsiteX9" fmla="*/ 1731818 w 10460182"/>
                  <a:gd name="connsiteY9" fmla="*/ 5375564 h 10474037"/>
                  <a:gd name="connsiteX10" fmla="*/ 2022763 w 10460182"/>
                  <a:gd name="connsiteY10" fmla="*/ 5140037 h 10474037"/>
                  <a:gd name="connsiteX11" fmla="*/ 2119745 w 10460182"/>
                  <a:gd name="connsiteY11" fmla="*/ 4710546 h 10474037"/>
                  <a:gd name="connsiteX12" fmla="*/ 2172511 w 10460182"/>
                  <a:gd name="connsiteY12" fmla="*/ 4243913 h 10474037"/>
                  <a:gd name="connsiteX13" fmla="*/ 2355272 w 10460182"/>
                  <a:gd name="connsiteY13" fmla="*/ 3934691 h 10474037"/>
                  <a:gd name="connsiteX14" fmla="*/ 2715491 w 10460182"/>
                  <a:gd name="connsiteY14" fmla="*/ 3532909 h 10474037"/>
                  <a:gd name="connsiteX15" fmla="*/ 2978727 w 10460182"/>
                  <a:gd name="connsiteY15" fmla="*/ 3338946 h 10474037"/>
                  <a:gd name="connsiteX16" fmla="*/ 3006436 w 10460182"/>
                  <a:gd name="connsiteY16" fmla="*/ 2895600 h 10474037"/>
                  <a:gd name="connsiteX17" fmla="*/ 3075709 w 10460182"/>
                  <a:gd name="connsiteY17" fmla="*/ 2604655 h 10474037"/>
                  <a:gd name="connsiteX18" fmla="*/ 3075709 w 10460182"/>
                  <a:gd name="connsiteY18" fmla="*/ 2396837 h 10474037"/>
                  <a:gd name="connsiteX19" fmla="*/ 3214254 w 10460182"/>
                  <a:gd name="connsiteY19" fmla="*/ 2064327 h 10474037"/>
                  <a:gd name="connsiteX20" fmla="*/ 3214254 w 10460182"/>
                  <a:gd name="connsiteY20" fmla="*/ 1773382 h 10474037"/>
                  <a:gd name="connsiteX21" fmla="*/ 3513454 w 10460182"/>
                  <a:gd name="connsiteY21" fmla="*/ 1205346 h 10474037"/>
                  <a:gd name="connsiteX22" fmla="*/ 3463636 w 10460182"/>
                  <a:gd name="connsiteY22" fmla="*/ 831273 h 10474037"/>
                  <a:gd name="connsiteX23" fmla="*/ 3491345 w 10460182"/>
                  <a:gd name="connsiteY23" fmla="*/ 623455 h 10474037"/>
                  <a:gd name="connsiteX24" fmla="*/ 3823854 w 10460182"/>
                  <a:gd name="connsiteY24" fmla="*/ 263237 h 10474037"/>
                  <a:gd name="connsiteX25" fmla="*/ 4017818 w 10460182"/>
                  <a:gd name="connsiteY25" fmla="*/ 138546 h 10474037"/>
                  <a:gd name="connsiteX26" fmla="*/ 4433454 w 10460182"/>
                  <a:gd name="connsiteY26" fmla="*/ 374073 h 10474037"/>
                  <a:gd name="connsiteX27" fmla="*/ 4599709 w 10460182"/>
                  <a:gd name="connsiteY27" fmla="*/ 568037 h 10474037"/>
                  <a:gd name="connsiteX28" fmla="*/ 5070763 w 10460182"/>
                  <a:gd name="connsiteY28" fmla="*/ 623455 h 10474037"/>
                  <a:gd name="connsiteX29" fmla="*/ 5391187 w 10460182"/>
                  <a:gd name="connsiteY29" fmla="*/ 682704 h 10474037"/>
                  <a:gd name="connsiteX30" fmla="*/ 5647937 w 10460182"/>
                  <a:gd name="connsiteY30" fmla="*/ 699212 h 10474037"/>
                  <a:gd name="connsiteX31" fmla="*/ 5860472 w 10460182"/>
                  <a:gd name="connsiteY31" fmla="*/ 360218 h 10474037"/>
                  <a:gd name="connsiteX32" fmla="*/ 6123709 w 10460182"/>
                  <a:gd name="connsiteY32" fmla="*/ 401782 h 10474037"/>
                  <a:gd name="connsiteX33" fmla="*/ 6594763 w 10460182"/>
                  <a:gd name="connsiteY33" fmla="*/ 263237 h 10474037"/>
                  <a:gd name="connsiteX34" fmla="*/ 6761018 w 10460182"/>
                  <a:gd name="connsiteY34" fmla="*/ 207818 h 10474037"/>
                  <a:gd name="connsiteX35" fmla="*/ 7038109 w 10460182"/>
                  <a:gd name="connsiteY35" fmla="*/ 277091 h 10474037"/>
                  <a:gd name="connsiteX36" fmla="*/ 7232072 w 10460182"/>
                  <a:gd name="connsiteY36" fmla="*/ 96982 h 10474037"/>
                  <a:gd name="connsiteX37" fmla="*/ 7356763 w 10460182"/>
                  <a:gd name="connsiteY37" fmla="*/ 0 h 10474037"/>
                  <a:gd name="connsiteX38" fmla="*/ 7606145 w 10460182"/>
                  <a:gd name="connsiteY38" fmla="*/ 83127 h 10474037"/>
                  <a:gd name="connsiteX39" fmla="*/ 7910945 w 10460182"/>
                  <a:gd name="connsiteY39" fmla="*/ 207818 h 10474037"/>
                  <a:gd name="connsiteX40" fmla="*/ 8312727 w 10460182"/>
                  <a:gd name="connsiteY40" fmla="*/ 138546 h 10474037"/>
                  <a:gd name="connsiteX41" fmla="*/ 8672945 w 10460182"/>
                  <a:gd name="connsiteY41" fmla="*/ 443346 h 10474037"/>
                  <a:gd name="connsiteX42" fmla="*/ 8908472 w 10460182"/>
                  <a:gd name="connsiteY42" fmla="*/ 623455 h 10474037"/>
                  <a:gd name="connsiteX43" fmla="*/ 9088582 w 10460182"/>
                  <a:gd name="connsiteY43" fmla="*/ 526473 h 10474037"/>
                  <a:gd name="connsiteX44" fmla="*/ 9351818 w 10460182"/>
                  <a:gd name="connsiteY44" fmla="*/ 471055 h 10474037"/>
                  <a:gd name="connsiteX45" fmla="*/ 9518072 w 10460182"/>
                  <a:gd name="connsiteY45" fmla="*/ 498764 h 10474037"/>
                  <a:gd name="connsiteX46" fmla="*/ 9698182 w 10460182"/>
                  <a:gd name="connsiteY46" fmla="*/ 526473 h 10474037"/>
                  <a:gd name="connsiteX47" fmla="*/ 10002982 w 10460182"/>
                  <a:gd name="connsiteY47" fmla="*/ 872837 h 10474037"/>
                  <a:gd name="connsiteX48" fmla="*/ 10238509 w 10460182"/>
                  <a:gd name="connsiteY48" fmla="*/ 1066800 h 10474037"/>
                  <a:gd name="connsiteX49" fmla="*/ 10224654 w 10460182"/>
                  <a:gd name="connsiteY49" fmla="*/ 1330037 h 10474037"/>
                  <a:gd name="connsiteX50" fmla="*/ 10238509 w 10460182"/>
                  <a:gd name="connsiteY50" fmla="*/ 1524000 h 10474037"/>
                  <a:gd name="connsiteX51" fmla="*/ 10280072 w 10460182"/>
                  <a:gd name="connsiteY51" fmla="*/ 1648691 h 10474037"/>
                  <a:gd name="connsiteX52" fmla="*/ 10460182 w 10460182"/>
                  <a:gd name="connsiteY52" fmla="*/ 1884218 h 10474037"/>
                  <a:gd name="connsiteX53" fmla="*/ 10099963 w 10460182"/>
                  <a:gd name="connsiteY53" fmla="*/ 2341418 h 10474037"/>
                  <a:gd name="connsiteX54" fmla="*/ 9781309 w 10460182"/>
                  <a:gd name="connsiteY54" fmla="*/ 2576946 h 10474037"/>
                  <a:gd name="connsiteX55" fmla="*/ 9601200 w 10460182"/>
                  <a:gd name="connsiteY55" fmla="*/ 3505200 h 10474037"/>
                  <a:gd name="connsiteX56" fmla="*/ 9601200 w 10460182"/>
                  <a:gd name="connsiteY56" fmla="*/ 3796146 h 10474037"/>
                  <a:gd name="connsiteX57" fmla="*/ 9365672 w 10460182"/>
                  <a:gd name="connsiteY57" fmla="*/ 3990109 h 10474037"/>
                  <a:gd name="connsiteX58" fmla="*/ 9310254 w 10460182"/>
                  <a:gd name="connsiteY58" fmla="*/ 4156364 h 10474037"/>
                  <a:gd name="connsiteX59" fmla="*/ 9199418 w 10460182"/>
                  <a:gd name="connsiteY59" fmla="*/ 4364182 h 10474037"/>
                  <a:gd name="connsiteX60" fmla="*/ 9268691 w 10460182"/>
                  <a:gd name="connsiteY60" fmla="*/ 4530437 h 10474037"/>
                  <a:gd name="connsiteX61" fmla="*/ 9337963 w 10460182"/>
                  <a:gd name="connsiteY61" fmla="*/ 4738255 h 10474037"/>
                  <a:gd name="connsiteX62" fmla="*/ 9421091 w 10460182"/>
                  <a:gd name="connsiteY62" fmla="*/ 4987637 h 10474037"/>
                  <a:gd name="connsiteX63" fmla="*/ 9434945 w 10460182"/>
                  <a:gd name="connsiteY63" fmla="*/ 5292437 h 10474037"/>
                  <a:gd name="connsiteX64" fmla="*/ 9462654 w 10460182"/>
                  <a:gd name="connsiteY64" fmla="*/ 5694218 h 10474037"/>
                  <a:gd name="connsiteX65" fmla="*/ 9587345 w 10460182"/>
                  <a:gd name="connsiteY65" fmla="*/ 6054437 h 10474037"/>
                  <a:gd name="connsiteX66" fmla="*/ 9545782 w 10460182"/>
                  <a:gd name="connsiteY66" fmla="*/ 6456218 h 10474037"/>
                  <a:gd name="connsiteX67" fmla="*/ 9933709 w 10460182"/>
                  <a:gd name="connsiteY67" fmla="*/ 6941127 h 10474037"/>
                  <a:gd name="connsiteX68" fmla="*/ 10113818 w 10460182"/>
                  <a:gd name="connsiteY68" fmla="*/ 7287491 h 10474037"/>
                  <a:gd name="connsiteX69" fmla="*/ 10252363 w 10460182"/>
                  <a:gd name="connsiteY69" fmla="*/ 7620000 h 10474037"/>
                  <a:gd name="connsiteX70" fmla="*/ 9670472 w 10460182"/>
                  <a:gd name="connsiteY70" fmla="*/ 7620000 h 10474037"/>
                  <a:gd name="connsiteX71" fmla="*/ 9337963 w 10460182"/>
                  <a:gd name="connsiteY71" fmla="*/ 7730837 h 10474037"/>
                  <a:gd name="connsiteX72" fmla="*/ 9102436 w 10460182"/>
                  <a:gd name="connsiteY72" fmla="*/ 7869382 h 10474037"/>
                  <a:gd name="connsiteX73" fmla="*/ 9019309 w 10460182"/>
                  <a:gd name="connsiteY73" fmla="*/ 8077200 h 10474037"/>
                  <a:gd name="connsiteX74" fmla="*/ 8956730 w 10460182"/>
                  <a:gd name="connsiteY74" fmla="*/ 8174182 h 10474037"/>
                  <a:gd name="connsiteX75" fmla="*/ 9027559 w 10460182"/>
                  <a:gd name="connsiteY75" fmla="*/ 8603673 h 10474037"/>
                  <a:gd name="connsiteX76" fmla="*/ 9030673 w 10460182"/>
                  <a:gd name="connsiteY76" fmla="*/ 8837177 h 10474037"/>
                  <a:gd name="connsiteX77" fmla="*/ 8991600 w 10460182"/>
                  <a:gd name="connsiteY77" fmla="*/ 9047018 h 10474037"/>
                  <a:gd name="connsiteX78" fmla="*/ 8894618 w 10460182"/>
                  <a:gd name="connsiteY78" fmla="*/ 9351818 h 10474037"/>
                  <a:gd name="connsiteX79" fmla="*/ 8922327 w 10460182"/>
                  <a:gd name="connsiteY79" fmla="*/ 9615055 h 10474037"/>
                  <a:gd name="connsiteX80" fmla="*/ 9144000 w 10460182"/>
                  <a:gd name="connsiteY80" fmla="*/ 9781309 h 10474037"/>
                  <a:gd name="connsiteX81" fmla="*/ 9353374 w 10460182"/>
                  <a:gd name="connsiteY81" fmla="*/ 9932153 h 10474037"/>
                  <a:gd name="connsiteX82" fmla="*/ 9529903 w 10460182"/>
                  <a:gd name="connsiteY82" fmla="*/ 9984146 h 10474037"/>
                  <a:gd name="connsiteX83" fmla="*/ 9625328 w 10460182"/>
                  <a:gd name="connsiteY83" fmla="*/ 9870197 h 10474037"/>
                  <a:gd name="connsiteX84" fmla="*/ 9667359 w 10460182"/>
                  <a:gd name="connsiteY84" fmla="*/ 9882495 h 10474037"/>
                  <a:gd name="connsiteX85" fmla="*/ 9668916 w 10460182"/>
                  <a:gd name="connsiteY85" fmla="*/ 10335491 h 10474037"/>
                  <a:gd name="connsiteX86" fmla="*/ 9495500 w 10460182"/>
                  <a:gd name="connsiteY86" fmla="*/ 10385150 h 10474037"/>
                  <a:gd name="connsiteX87" fmla="*/ 9310254 w 10460182"/>
                  <a:gd name="connsiteY87" fmla="*/ 10474037 h 10474037"/>
                  <a:gd name="connsiteX88" fmla="*/ 9227127 w 10460182"/>
                  <a:gd name="connsiteY88" fmla="*/ 10321637 h 10474037"/>
                  <a:gd name="connsiteX89" fmla="*/ 9033163 w 10460182"/>
                  <a:gd name="connsiteY89" fmla="*/ 10072255 h 10474037"/>
                  <a:gd name="connsiteX90" fmla="*/ 8825345 w 10460182"/>
                  <a:gd name="connsiteY90" fmla="*/ 9892146 h 10474037"/>
                  <a:gd name="connsiteX91" fmla="*/ 8534400 w 10460182"/>
                  <a:gd name="connsiteY91" fmla="*/ 9781309 h 10474037"/>
                  <a:gd name="connsiteX92" fmla="*/ 8423563 w 10460182"/>
                  <a:gd name="connsiteY92" fmla="*/ 9725891 h 10474037"/>
                  <a:gd name="connsiteX93" fmla="*/ 8285018 w 10460182"/>
                  <a:gd name="connsiteY93" fmla="*/ 9559637 h 10474037"/>
                  <a:gd name="connsiteX94" fmla="*/ 8257309 w 10460182"/>
                  <a:gd name="connsiteY94" fmla="*/ 9421091 h 10474037"/>
                  <a:gd name="connsiteX95" fmla="*/ 8146472 w 10460182"/>
                  <a:gd name="connsiteY95" fmla="*/ 9434946 h 10474037"/>
                  <a:gd name="connsiteX96" fmla="*/ 8091054 w 10460182"/>
                  <a:gd name="connsiteY96" fmla="*/ 9656618 h 10474037"/>
                  <a:gd name="connsiteX97" fmla="*/ 7806336 w 10460182"/>
                  <a:gd name="connsiteY97" fmla="*/ 9662378 h 10474037"/>
                  <a:gd name="connsiteX98" fmla="*/ 7567694 w 10460182"/>
                  <a:gd name="connsiteY98" fmla="*/ 9599177 h 10474037"/>
                  <a:gd name="connsiteX99" fmla="*/ 7466043 w 10460182"/>
                  <a:gd name="connsiteY99" fmla="*/ 9550452 h 10474037"/>
                  <a:gd name="connsiteX100" fmla="*/ 7439891 w 10460182"/>
                  <a:gd name="connsiteY100" fmla="*/ 9240982 h 10474037"/>
                  <a:gd name="connsiteX101" fmla="*/ 7397859 w 10460182"/>
                  <a:gd name="connsiteY101" fmla="*/ 9434946 h 10474037"/>
                  <a:gd name="connsiteX102" fmla="*/ 7287491 w 10460182"/>
                  <a:gd name="connsiteY102" fmla="*/ 9528969 h 10474037"/>
                  <a:gd name="connsiteX103" fmla="*/ 7221797 w 10460182"/>
                  <a:gd name="connsiteY103" fmla="*/ 9200975 h 10474037"/>
                  <a:gd name="connsiteX104" fmla="*/ 6954982 w 10460182"/>
                  <a:gd name="connsiteY104" fmla="*/ 9268691 h 10474037"/>
                  <a:gd name="connsiteX105" fmla="*/ 6710737 w 10460182"/>
                  <a:gd name="connsiteY105" fmla="*/ 9341078 h 10474037"/>
                  <a:gd name="connsiteX106" fmla="*/ 6674777 w 10460182"/>
                  <a:gd name="connsiteY106" fmla="*/ 9141977 h 10474037"/>
                  <a:gd name="connsiteX107" fmla="*/ 6511636 w 10460182"/>
                  <a:gd name="connsiteY107" fmla="*/ 9033164 h 10474037"/>
                  <a:gd name="connsiteX108" fmla="*/ 6428509 w 10460182"/>
                  <a:gd name="connsiteY108" fmla="*/ 9033164 h 10474037"/>
                  <a:gd name="connsiteX109" fmla="*/ 6325922 w 10460182"/>
                  <a:gd name="connsiteY109" fmla="*/ 9136372 h 10474037"/>
                  <a:gd name="connsiteX110" fmla="*/ 6167763 w 10460182"/>
                  <a:gd name="connsiteY110" fmla="*/ 9057292 h 10474037"/>
                  <a:gd name="connsiteX111" fmla="*/ 6002132 w 10460182"/>
                  <a:gd name="connsiteY111" fmla="*/ 9172799 h 10474037"/>
                  <a:gd name="connsiteX112" fmla="*/ 5749636 w 10460182"/>
                  <a:gd name="connsiteY112" fmla="*/ 9130146 h 10474037"/>
                  <a:gd name="connsiteX113" fmla="*/ 5674760 w 10460182"/>
                  <a:gd name="connsiteY113" fmla="*/ 9160969 h 10474037"/>
                  <a:gd name="connsiteX114" fmla="*/ 5507415 w 10460182"/>
                  <a:gd name="connsiteY114" fmla="*/ 9207202 h 10474037"/>
                  <a:gd name="connsiteX115" fmla="*/ 5505859 w 10460182"/>
                  <a:gd name="connsiteY115" fmla="*/ 8950037 h 10474037"/>
                  <a:gd name="connsiteX116" fmla="*/ 5505857 w 10460182"/>
                  <a:gd name="connsiteY116" fmla="*/ 8714042 h 10474037"/>
                  <a:gd name="connsiteX117" fmla="*/ 5336024 w 10460182"/>
                  <a:gd name="connsiteY117" fmla="*/ 8412357 h 10474037"/>
                  <a:gd name="connsiteX118" fmla="*/ 5230324 w 10460182"/>
                  <a:gd name="connsiteY118" fmla="*/ 8161885 h 10474037"/>
                  <a:gd name="connsiteX119" fmla="*/ 5317031 w 10460182"/>
                  <a:gd name="connsiteY119" fmla="*/ 7689273 h 10474037"/>
                  <a:gd name="connsiteX120" fmla="*/ 5201059 w 10460182"/>
                  <a:gd name="connsiteY120" fmla="*/ 7399417 h 10474037"/>
                  <a:gd name="connsiteX121" fmla="*/ 5250872 w 10460182"/>
                  <a:gd name="connsiteY121" fmla="*/ 7148946 h 10474037"/>
                  <a:gd name="connsiteX122" fmla="*/ 5245735 w 10460182"/>
                  <a:gd name="connsiteY122" fmla="*/ 7097730 h 10474037"/>
                  <a:gd name="connsiteX123" fmla="*/ 4577603 w 10460182"/>
                  <a:gd name="connsiteY123" fmla="*/ 7093061 h 10474037"/>
                  <a:gd name="connsiteX124" fmla="*/ 4528412 w 10460182"/>
                  <a:gd name="connsiteY124" fmla="*/ 6919645 h 10474037"/>
                  <a:gd name="connsiteX125" fmla="*/ 4038834 w 10460182"/>
                  <a:gd name="connsiteY125" fmla="*/ 6895517 h 10474037"/>
                  <a:gd name="connsiteX126" fmla="*/ 3976254 w 10460182"/>
                  <a:gd name="connsiteY126" fmla="*/ 7148946 h 10474037"/>
                  <a:gd name="connsiteX127" fmla="*/ 3932667 w 10460182"/>
                  <a:gd name="connsiteY127" fmla="*/ 7360344 h 10474037"/>
                  <a:gd name="connsiteX128" fmla="*/ 3910095 w 10460182"/>
                  <a:gd name="connsiteY128" fmla="*/ 7482545 h 10474037"/>
                  <a:gd name="connsiteX129" fmla="*/ 3559528 w 10460182"/>
                  <a:gd name="connsiteY129" fmla="*/ 7476941 h 10474037"/>
                  <a:gd name="connsiteX130" fmla="*/ 3311236 w 10460182"/>
                  <a:gd name="connsiteY130" fmla="*/ 7481455 h 10474037"/>
                  <a:gd name="connsiteX131" fmla="*/ 2895600 w 10460182"/>
                  <a:gd name="connsiteY131" fmla="*/ 7467600 h 10474037"/>
                  <a:gd name="connsiteX132" fmla="*/ 2784763 w 10460182"/>
                  <a:gd name="connsiteY132" fmla="*/ 7218218 h 10474037"/>
                  <a:gd name="connsiteX133" fmla="*/ 2604654 w 10460182"/>
                  <a:gd name="connsiteY133" fmla="*/ 6941127 h 10474037"/>
                  <a:gd name="connsiteX134" fmla="*/ 2410691 w 10460182"/>
                  <a:gd name="connsiteY134" fmla="*/ 6442364 h 10474037"/>
                  <a:gd name="connsiteX135" fmla="*/ 2327563 w 10460182"/>
                  <a:gd name="connsiteY135" fmla="*/ 6303818 h 10474037"/>
                  <a:gd name="connsiteX136" fmla="*/ 1662545 w 10460182"/>
                  <a:gd name="connsiteY136" fmla="*/ 6276109 h 10474037"/>
                  <a:gd name="connsiteX137" fmla="*/ 1233054 w 10460182"/>
                  <a:gd name="connsiteY137" fmla="*/ 6276109 h 10474037"/>
                  <a:gd name="connsiteX138" fmla="*/ 1136072 w 10460182"/>
                  <a:gd name="connsiteY138" fmla="*/ 6331527 h 10474037"/>
                  <a:gd name="connsiteX139" fmla="*/ 706582 w 10460182"/>
                  <a:gd name="connsiteY139" fmla="*/ 6289964 h 10474037"/>
                  <a:gd name="connsiteX140" fmla="*/ 318654 w 10460182"/>
                  <a:gd name="connsiteY140" fmla="*/ 6317673 h 10474037"/>
                  <a:gd name="connsiteX141" fmla="*/ 96982 w 10460182"/>
                  <a:gd name="connsiteY141" fmla="*/ 6470073 h 10474037"/>
                  <a:gd name="connsiteX142" fmla="*/ 0 w 10460182"/>
                  <a:gd name="connsiteY142" fmla="*/ 6373091 h 10474037"/>
                  <a:gd name="connsiteX143" fmla="*/ 83127 w 10460182"/>
                  <a:gd name="connsiteY143" fmla="*/ 6317673 h 10474037"/>
                  <a:gd name="connsiteX0" fmla="*/ 83127 w 10460182"/>
                  <a:gd name="connsiteY0" fmla="*/ 6291732 h 10448096"/>
                  <a:gd name="connsiteX1" fmla="*/ 96982 w 10460182"/>
                  <a:gd name="connsiteY1" fmla="*/ 5848386 h 10448096"/>
                  <a:gd name="connsiteX2" fmla="*/ 401782 w 10460182"/>
                  <a:gd name="connsiteY2" fmla="*/ 5585150 h 10448096"/>
                  <a:gd name="connsiteX3" fmla="*/ 651163 w 10460182"/>
                  <a:gd name="connsiteY3" fmla="*/ 5723696 h 10448096"/>
                  <a:gd name="connsiteX4" fmla="*/ 858982 w 10460182"/>
                  <a:gd name="connsiteY4" fmla="*/ 5557441 h 10448096"/>
                  <a:gd name="connsiteX5" fmla="*/ 997527 w 10460182"/>
                  <a:gd name="connsiteY5" fmla="*/ 5405041 h 10448096"/>
                  <a:gd name="connsiteX6" fmla="*/ 1080654 w 10460182"/>
                  <a:gd name="connsiteY6" fmla="*/ 5488168 h 10448096"/>
                  <a:gd name="connsiteX7" fmla="*/ 1269312 w 10460182"/>
                  <a:gd name="connsiteY7" fmla="*/ 5732834 h 10448096"/>
                  <a:gd name="connsiteX8" fmla="*/ 1523116 w 10460182"/>
                  <a:gd name="connsiteY8" fmla="*/ 5534154 h 10448096"/>
                  <a:gd name="connsiteX9" fmla="*/ 1731818 w 10460182"/>
                  <a:gd name="connsiteY9" fmla="*/ 5349623 h 10448096"/>
                  <a:gd name="connsiteX10" fmla="*/ 2022763 w 10460182"/>
                  <a:gd name="connsiteY10" fmla="*/ 5114096 h 10448096"/>
                  <a:gd name="connsiteX11" fmla="*/ 2119745 w 10460182"/>
                  <a:gd name="connsiteY11" fmla="*/ 4684605 h 10448096"/>
                  <a:gd name="connsiteX12" fmla="*/ 2172511 w 10460182"/>
                  <a:gd name="connsiteY12" fmla="*/ 4217972 h 10448096"/>
                  <a:gd name="connsiteX13" fmla="*/ 2355272 w 10460182"/>
                  <a:gd name="connsiteY13" fmla="*/ 3908750 h 10448096"/>
                  <a:gd name="connsiteX14" fmla="*/ 2715491 w 10460182"/>
                  <a:gd name="connsiteY14" fmla="*/ 3506968 h 10448096"/>
                  <a:gd name="connsiteX15" fmla="*/ 2978727 w 10460182"/>
                  <a:gd name="connsiteY15" fmla="*/ 3313005 h 10448096"/>
                  <a:gd name="connsiteX16" fmla="*/ 3006436 w 10460182"/>
                  <a:gd name="connsiteY16" fmla="*/ 2869659 h 10448096"/>
                  <a:gd name="connsiteX17" fmla="*/ 3075709 w 10460182"/>
                  <a:gd name="connsiteY17" fmla="*/ 2578714 h 10448096"/>
                  <a:gd name="connsiteX18" fmla="*/ 3075709 w 10460182"/>
                  <a:gd name="connsiteY18" fmla="*/ 2370896 h 10448096"/>
                  <a:gd name="connsiteX19" fmla="*/ 3214254 w 10460182"/>
                  <a:gd name="connsiteY19" fmla="*/ 2038386 h 10448096"/>
                  <a:gd name="connsiteX20" fmla="*/ 3214254 w 10460182"/>
                  <a:gd name="connsiteY20" fmla="*/ 1747441 h 10448096"/>
                  <a:gd name="connsiteX21" fmla="*/ 3513454 w 10460182"/>
                  <a:gd name="connsiteY21" fmla="*/ 1179405 h 10448096"/>
                  <a:gd name="connsiteX22" fmla="*/ 3463636 w 10460182"/>
                  <a:gd name="connsiteY22" fmla="*/ 805332 h 10448096"/>
                  <a:gd name="connsiteX23" fmla="*/ 3491345 w 10460182"/>
                  <a:gd name="connsiteY23" fmla="*/ 597514 h 10448096"/>
                  <a:gd name="connsiteX24" fmla="*/ 3823854 w 10460182"/>
                  <a:gd name="connsiteY24" fmla="*/ 237296 h 10448096"/>
                  <a:gd name="connsiteX25" fmla="*/ 4017818 w 10460182"/>
                  <a:gd name="connsiteY25" fmla="*/ 112605 h 10448096"/>
                  <a:gd name="connsiteX26" fmla="*/ 4433454 w 10460182"/>
                  <a:gd name="connsiteY26" fmla="*/ 348132 h 10448096"/>
                  <a:gd name="connsiteX27" fmla="*/ 4599709 w 10460182"/>
                  <a:gd name="connsiteY27" fmla="*/ 542096 h 10448096"/>
                  <a:gd name="connsiteX28" fmla="*/ 5070763 w 10460182"/>
                  <a:gd name="connsiteY28" fmla="*/ 597514 h 10448096"/>
                  <a:gd name="connsiteX29" fmla="*/ 5391187 w 10460182"/>
                  <a:gd name="connsiteY29" fmla="*/ 656763 h 10448096"/>
                  <a:gd name="connsiteX30" fmla="*/ 5647937 w 10460182"/>
                  <a:gd name="connsiteY30" fmla="*/ 673271 h 10448096"/>
                  <a:gd name="connsiteX31" fmla="*/ 5860472 w 10460182"/>
                  <a:gd name="connsiteY31" fmla="*/ 334277 h 10448096"/>
                  <a:gd name="connsiteX32" fmla="*/ 6123709 w 10460182"/>
                  <a:gd name="connsiteY32" fmla="*/ 375841 h 10448096"/>
                  <a:gd name="connsiteX33" fmla="*/ 6594763 w 10460182"/>
                  <a:gd name="connsiteY33" fmla="*/ 237296 h 10448096"/>
                  <a:gd name="connsiteX34" fmla="*/ 6761018 w 10460182"/>
                  <a:gd name="connsiteY34" fmla="*/ 181877 h 10448096"/>
                  <a:gd name="connsiteX35" fmla="*/ 7038109 w 10460182"/>
                  <a:gd name="connsiteY35" fmla="*/ 251150 h 10448096"/>
                  <a:gd name="connsiteX36" fmla="*/ 7232072 w 10460182"/>
                  <a:gd name="connsiteY36" fmla="*/ 71041 h 10448096"/>
                  <a:gd name="connsiteX37" fmla="*/ 7363248 w 10460182"/>
                  <a:gd name="connsiteY37" fmla="*/ 0 h 10448096"/>
                  <a:gd name="connsiteX38" fmla="*/ 7606145 w 10460182"/>
                  <a:gd name="connsiteY38" fmla="*/ 57186 h 10448096"/>
                  <a:gd name="connsiteX39" fmla="*/ 7910945 w 10460182"/>
                  <a:gd name="connsiteY39" fmla="*/ 181877 h 10448096"/>
                  <a:gd name="connsiteX40" fmla="*/ 8312727 w 10460182"/>
                  <a:gd name="connsiteY40" fmla="*/ 112605 h 10448096"/>
                  <a:gd name="connsiteX41" fmla="*/ 8672945 w 10460182"/>
                  <a:gd name="connsiteY41" fmla="*/ 417405 h 10448096"/>
                  <a:gd name="connsiteX42" fmla="*/ 8908472 w 10460182"/>
                  <a:gd name="connsiteY42" fmla="*/ 597514 h 10448096"/>
                  <a:gd name="connsiteX43" fmla="*/ 9088582 w 10460182"/>
                  <a:gd name="connsiteY43" fmla="*/ 500532 h 10448096"/>
                  <a:gd name="connsiteX44" fmla="*/ 9351818 w 10460182"/>
                  <a:gd name="connsiteY44" fmla="*/ 445114 h 10448096"/>
                  <a:gd name="connsiteX45" fmla="*/ 9518072 w 10460182"/>
                  <a:gd name="connsiteY45" fmla="*/ 472823 h 10448096"/>
                  <a:gd name="connsiteX46" fmla="*/ 9698182 w 10460182"/>
                  <a:gd name="connsiteY46" fmla="*/ 500532 h 10448096"/>
                  <a:gd name="connsiteX47" fmla="*/ 10002982 w 10460182"/>
                  <a:gd name="connsiteY47" fmla="*/ 846896 h 10448096"/>
                  <a:gd name="connsiteX48" fmla="*/ 10238509 w 10460182"/>
                  <a:gd name="connsiteY48" fmla="*/ 1040859 h 10448096"/>
                  <a:gd name="connsiteX49" fmla="*/ 10224654 w 10460182"/>
                  <a:gd name="connsiteY49" fmla="*/ 1304096 h 10448096"/>
                  <a:gd name="connsiteX50" fmla="*/ 10238509 w 10460182"/>
                  <a:gd name="connsiteY50" fmla="*/ 1498059 h 10448096"/>
                  <a:gd name="connsiteX51" fmla="*/ 10280072 w 10460182"/>
                  <a:gd name="connsiteY51" fmla="*/ 1622750 h 10448096"/>
                  <a:gd name="connsiteX52" fmla="*/ 10460182 w 10460182"/>
                  <a:gd name="connsiteY52" fmla="*/ 1858277 h 10448096"/>
                  <a:gd name="connsiteX53" fmla="*/ 10099963 w 10460182"/>
                  <a:gd name="connsiteY53" fmla="*/ 2315477 h 10448096"/>
                  <a:gd name="connsiteX54" fmla="*/ 9781309 w 10460182"/>
                  <a:gd name="connsiteY54" fmla="*/ 2551005 h 10448096"/>
                  <a:gd name="connsiteX55" fmla="*/ 9601200 w 10460182"/>
                  <a:gd name="connsiteY55" fmla="*/ 3479259 h 10448096"/>
                  <a:gd name="connsiteX56" fmla="*/ 9601200 w 10460182"/>
                  <a:gd name="connsiteY56" fmla="*/ 3770205 h 10448096"/>
                  <a:gd name="connsiteX57" fmla="*/ 9365672 w 10460182"/>
                  <a:gd name="connsiteY57" fmla="*/ 3964168 h 10448096"/>
                  <a:gd name="connsiteX58" fmla="*/ 9310254 w 10460182"/>
                  <a:gd name="connsiteY58" fmla="*/ 4130423 h 10448096"/>
                  <a:gd name="connsiteX59" fmla="*/ 9199418 w 10460182"/>
                  <a:gd name="connsiteY59" fmla="*/ 4338241 h 10448096"/>
                  <a:gd name="connsiteX60" fmla="*/ 9268691 w 10460182"/>
                  <a:gd name="connsiteY60" fmla="*/ 4504496 h 10448096"/>
                  <a:gd name="connsiteX61" fmla="*/ 9337963 w 10460182"/>
                  <a:gd name="connsiteY61" fmla="*/ 4712314 h 10448096"/>
                  <a:gd name="connsiteX62" fmla="*/ 9421091 w 10460182"/>
                  <a:gd name="connsiteY62" fmla="*/ 4961696 h 10448096"/>
                  <a:gd name="connsiteX63" fmla="*/ 9434945 w 10460182"/>
                  <a:gd name="connsiteY63" fmla="*/ 5266496 h 10448096"/>
                  <a:gd name="connsiteX64" fmla="*/ 9462654 w 10460182"/>
                  <a:gd name="connsiteY64" fmla="*/ 5668277 h 10448096"/>
                  <a:gd name="connsiteX65" fmla="*/ 9587345 w 10460182"/>
                  <a:gd name="connsiteY65" fmla="*/ 6028496 h 10448096"/>
                  <a:gd name="connsiteX66" fmla="*/ 9545782 w 10460182"/>
                  <a:gd name="connsiteY66" fmla="*/ 6430277 h 10448096"/>
                  <a:gd name="connsiteX67" fmla="*/ 9933709 w 10460182"/>
                  <a:gd name="connsiteY67" fmla="*/ 6915186 h 10448096"/>
                  <a:gd name="connsiteX68" fmla="*/ 10113818 w 10460182"/>
                  <a:gd name="connsiteY68" fmla="*/ 7261550 h 10448096"/>
                  <a:gd name="connsiteX69" fmla="*/ 10252363 w 10460182"/>
                  <a:gd name="connsiteY69" fmla="*/ 7594059 h 10448096"/>
                  <a:gd name="connsiteX70" fmla="*/ 9670472 w 10460182"/>
                  <a:gd name="connsiteY70" fmla="*/ 7594059 h 10448096"/>
                  <a:gd name="connsiteX71" fmla="*/ 9337963 w 10460182"/>
                  <a:gd name="connsiteY71" fmla="*/ 7704896 h 10448096"/>
                  <a:gd name="connsiteX72" fmla="*/ 9102436 w 10460182"/>
                  <a:gd name="connsiteY72" fmla="*/ 7843441 h 10448096"/>
                  <a:gd name="connsiteX73" fmla="*/ 9019309 w 10460182"/>
                  <a:gd name="connsiteY73" fmla="*/ 8051259 h 10448096"/>
                  <a:gd name="connsiteX74" fmla="*/ 8956730 w 10460182"/>
                  <a:gd name="connsiteY74" fmla="*/ 8148241 h 10448096"/>
                  <a:gd name="connsiteX75" fmla="*/ 9027559 w 10460182"/>
                  <a:gd name="connsiteY75" fmla="*/ 8577732 h 10448096"/>
                  <a:gd name="connsiteX76" fmla="*/ 9030673 w 10460182"/>
                  <a:gd name="connsiteY76" fmla="*/ 8811236 h 10448096"/>
                  <a:gd name="connsiteX77" fmla="*/ 8991600 w 10460182"/>
                  <a:gd name="connsiteY77" fmla="*/ 9021077 h 10448096"/>
                  <a:gd name="connsiteX78" fmla="*/ 8894618 w 10460182"/>
                  <a:gd name="connsiteY78" fmla="*/ 9325877 h 10448096"/>
                  <a:gd name="connsiteX79" fmla="*/ 8922327 w 10460182"/>
                  <a:gd name="connsiteY79" fmla="*/ 9589114 h 10448096"/>
                  <a:gd name="connsiteX80" fmla="*/ 9144000 w 10460182"/>
                  <a:gd name="connsiteY80" fmla="*/ 9755368 h 10448096"/>
                  <a:gd name="connsiteX81" fmla="*/ 9353374 w 10460182"/>
                  <a:gd name="connsiteY81" fmla="*/ 9906212 h 10448096"/>
                  <a:gd name="connsiteX82" fmla="*/ 9529903 w 10460182"/>
                  <a:gd name="connsiteY82" fmla="*/ 9958205 h 10448096"/>
                  <a:gd name="connsiteX83" fmla="*/ 9625328 w 10460182"/>
                  <a:gd name="connsiteY83" fmla="*/ 9844256 h 10448096"/>
                  <a:gd name="connsiteX84" fmla="*/ 9667359 w 10460182"/>
                  <a:gd name="connsiteY84" fmla="*/ 9856554 h 10448096"/>
                  <a:gd name="connsiteX85" fmla="*/ 9668916 w 10460182"/>
                  <a:gd name="connsiteY85" fmla="*/ 10309550 h 10448096"/>
                  <a:gd name="connsiteX86" fmla="*/ 9495500 w 10460182"/>
                  <a:gd name="connsiteY86" fmla="*/ 10359209 h 10448096"/>
                  <a:gd name="connsiteX87" fmla="*/ 9310254 w 10460182"/>
                  <a:gd name="connsiteY87" fmla="*/ 10448096 h 10448096"/>
                  <a:gd name="connsiteX88" fmla="*/ 9227127 w 10460182"/>
                  <a:gd name="connsiteY88" fmla="*/ 10295696 h 10448096"/>
                  <a:gd name="connsiteX89" fmla="*/ 9033163 w 10460182"/>
                  <a:gd name="connsiteY89" fmla="*/ 10046314 h 10448096"/>
                  <a:gd name="connsiteX90" fmla="*/ 8825345 w 10460182"/>
                  <a:gd name="connsiteY90" fmla="*/ 9866205 h 10448096"/>
                  <a:gd name="connsiteX91" fmla="*/ 8534400 w 10460182"/>
                  <a:gd name="connsiteY91" fmla="*/ 9755368 h 10448096"/>
                  <a:gd name="connsiteX92" fmla="*/ 8423563 w 10460182"/>
                  <a:gd name="connsiteY92" fmla="*/ 9699950 h 10448096"/>
                  <a:gd name="connsiteX93" fmla="*/ 8285018 w 10460182"/>
                  <a:gd name="connsiteY93" fmla="*/ 9533696 h 10448096"/>
                  <a:gd name="connsiteX94" fmla="*/ 8257309 w 10460182"/>
                  <a:gd name="connsiteY94" fmla="*/ 9395150 h 10448096"/>
                  <a:gd name="connsiteX95" fmla="*/ 8146472 w 10460182"/>
                  <a:gd name="connsiteY95" fmla="*/ 9409005 h 10448096"/>
                  <a:gd name="connsiteX96" fmla="*/ 8091054 w 10460182"/>
                  <a:gd name="connsiteY96" fmla="*/ 9630677 h 10448096"/>
                  <a:gd name="connsiteX97" fmla="*/ 7806336 w 10460182"/>
                  <a:gd name="connsiteY97" fmla="*/ 9636437 h 10448096"/>
                  <a:gd name="connsiteX98" fmla="*/ 7567694 w 10460182"/>
                  <a:gd name="connsiteY98" fmla="*/ 9573236 h 10448096"/>
                  <a:gd name="connsiteX99" fmla="*/ 7466043 w 10460182"/>
                  <a:gd name="connsiteY99" fmla="*/ 9524511 h 10448096"/>
                  <a:gd name="connsiteX100" fmla="*/ 7439891 w 10460182"/>
                  <a:gd name="connsiteY100" fmla="*/ 9215041 h 10448096"/>
                  <a:gd name="connsiteX101" fmla="*/ 7397859 w 10460182"/>
                  <a:gd name="connsiteY101" fmla="*/ 9409005 h 10448096"/>
                  <a:gd name="connsiteX102" fmla="*/ 7287491 w 10460182"/>
                  <a:gd name="connsiteY102" fmla="*/ 9503028 h 10448096"/>
                  <a:gd name="connsiteX103" fmla="*/ 7221797 w 10460182"/>
                  <a:gd name="connsiteY103" fmla="*/ 9175034 h 10448096"/>
                  <a:gd name="connsiteX104" fmla="*/ 6954982 w 10460182"/>
                  <a:gd name="connsiteY104" fmla="*/ 9242750 h 10448096"/>
                  <a:gd name="connsiteX105" fmla="*/ 6710737 w 10460182"/>
                  <a:gd name="connsiteY105" fmla="*/ 9315137 h 10448096"/>
                  <a:gd name="connsiteX106" fmla="*/ 6674777 w 10460182"/>
                  <a:gd name="connsiteY106" fmla="*/ 9116036 h 10448096"/>
                  <a:gd name="connsiteX107" fmla="*/ 6511636 w 10460182"/>
                  <a:gd name="connsiteY107" fmla="*/ 9007223 h 10448096"/>
                  <a:gd name="connsiteX108" fmla="*/ 6428509 w 10460182"/>
                  <a:gd name="connsiteY108" fmla="*/ 9007223 h 10448096"/>
                  <a:gd name="connsiteX109" fmla="*/ 6325922 w 10460182"/>
                  <a:gd name="connsiteY109" fmla="*/ 9110431 h 10448096"/>
                  <a:gd name="connsiteX110" fmla="*/ 6167763 w 10460182"/>
                  <a:gd name="connsiteY110" fmla="*/ 9031351 h 10448096"/>
                  <a:gd name="connsiteX111" fmla="*/ 6002132 w 10460182"/>
                  <a:gd name="connsiteY111" fmla="*/ 9146858 h 10448096"/>
                  <a:gd name="connsiteX112" fmla="*/ 5749636 w 10460182"/>
                  <a:gd name="connsiteY112" fmla="*/ 9104205 h 10448096"/>
                  <a:gd name="connsiteX113" fmla="*/ 5674760 w 10460182"/>
                  <a:gd name="connsiteY113" fmla="*/ 9135028 h 10448096"/>
                  <a:gd name="connsiteX114" fmla="*/ 5507415 w 10460182"/>
                  <a:gd name="connsiteY114" fmla="*/ 9181261 h 10448096"/>
                  <a:gd name="connsiteX115" fmla="*/ 5505859 w 10460182"/>
                  <a:gd name="connsiteY115" fmla="*/ 8924096 h 10448096"/>
                  <a:gd name="connsiteX116" fmla="*/ 5505857 w 10460182"/>
                  <a:gd name="connsiteY116" fmla="*/ 8688101 h 10448096"/>
                  <a:gd name="connsiteX117" fmla="*/ 5336024 w 10460182"/>
                  <a:gd name="connsiteY117" fmla="*/ 8386416 h 10448096"/>
                  <a:gd name="connsiteX118" fmla="*/ 5230324 w 10460182"/>
                  <a:gd name="connsiteY118" fmla="*/ 8135944 h 10448096"/>
                  <a:gd name="connsiteX119" fmla="*/ 5317031 w 10460182"/>
                  <a:gd name="connsiteY119" fmla="*/ 7663332 h 10448096"/>
                  <a:gd name="connsiteX120" fmla="*/ 5201059 w 10460182"/>
                  <a:gd name="connsiteY120" fmla="*/ 7373476 h 10448096"/>
                  <a:gd name="connsiteX121" fmla="*/ 5250872 w 10460182"/>
                  <a:gd name="connsiteY121" fmla="*/ 7123005 h 10448096"/>
                  <a:gd name="connsiteX122" fmla="*/ 5245735 w 10460182"/>
                  <a:gd name="connsiteY122" fmla="*/ 7071789 h 10448096"/>
                  <a:gd name="connsiteX123" fmla="*/ 4577603 w 10460182"/>
                  <a:gd name="connsiteY123" fmla="*/ 7067120 h 10448096"/>
                  <a:gd name="connsiteX124" fmla="*/ 4528412 w 10460182"/>
                  <a:gd name="connsiteY124" fmla="*/ 6893704 h 10448096"/>
                  <a:gd name="connsiteX125" fmla="*/ 4038834 w 10460182"/>
                  <a:gd name="connsiteY125" fmla="*/ 6869576 h 10448096"/>
                  <a:gd name="connsiteX126" fmla="*/ 3976254 w 10460182"/>
                  <a:gd name="connsiteY126" fmla="*/ 7123005 h 10448096"/>
                  <a:gd name="connsiteX127" fmla="*/ 3932667 w 10460182"/>
                  <a:gd name="connsiteY127" fmla="*/ 7334403 h 10448096"/>
                  <a:gd name="connsiteX128" fmla="*/ 3910095 w 10460182"/>
                  <a:gd name="connsiteY128" fmla="*/ 7456604 h 10448096"/>
                  <a:gd name="connsiteX129" fmla="*/ 3559528 w 10460182"/>
                  <a:gd name="connsiteY129" fmla="*/ 7451000 h 10448096"/>
                  <a:gd name="connsiteX130" fmla="*/ 3311236 w 10460182"/>
                  <a:gd name="connsiteY130" fmla="*/ 7455514 h 10448096"/>
                  <a:gd name="connsiteX131" fmla="*/ 2895600 w 10460182"/>
                  <a:gd name="connsiteY131" fmla="*/ 7441659 h 10448096"/>
                  <a:gd name="connsiteX132" fmla="*/ 2784763 w 10460182"/>
                  <a:gd name="connsiteY132" fmla="*/ 7192277 h 10448096"/>
                  <a:gd name="connsiteX133" fmla="*/ 2604654 w 10460182"/>
                  <a:gd name="connsiteY133" fmla="*/ 6915186 h 10448096"/>
                  <a:gd name="connsiteX134" fmla="*/ 2410691 w 10460182"/>
                  <a:gd name="connsiteY134" fmla="*/ 6416423 h 10448096"/>
                  <a:gd name="connsiteX135" fmla="*/ 2327563 w 10460182"/>
                  <a:gd name="connsiteY135" fmla="*/ 6277877 h 10448096"/>
                  <a:gd name="connsiteX136" fmla="*/ 1662545 w 10460182"/>
                  <a:gd name="connsiteY136" fmla="*/ 6250168 h 10448096"/>
                  <a:gd name="connsiteX137" fmla="*/ 1233054 w 10460182"/>
                  <a:gd name="connsiteY137" fmla="*/ 6250168 h 10448096"/>
                  <a:gd name="connsiteX138" fmla="*/ 1136072 w 10460182"/>
                  <a:gd name="connsiteY138" fmla="*/ 6305586 h 10448096"/>
                  <a:gd name="connsiteX139" fmla="*/ 706582 w 10460182"/>
                  <a:gd name="connsiteY139" fmla="*/ 6264023 h 10448096"/>
                  <a:gd name="connsiteX140" fmla="*/ 318654 w 10460182"/>
                  <a:gd name="connsiteY140" fmla="*/ 6291732 h 10448096"/>
                  <a:gd name="connsiteX141" fmla="*/ 96982 w 10460182"/>
                  <a:gd name="connsiteY141" fmla="*/ 6444132 h 10448096"/>
                  <a:gd name="connsiteX142" fmla="*/ 0 w 10460182"/>
                  <a:gd name="connsiteY142" fmla="*/ 6347150 h 10448096"/>
                  <a:gd name="connsiteX143" fmla="*/ 83127 w 10460182"/>
                  <a:gd name="connsiteY143" fmla="*/ 6291732 h 10448096"/>
                  <a:gd name="connsiteX0" fmla="*/ 83127 w 10460182"/>
                  <a:gd name="connsiteY0" fmla="*/ 6291732 h 10448096"/>
                  <a:gd name="connsiteX1" fmla="*/ 96982 w 10460182"/>
                  <a:gd name="connsiteY1" fmla="*/ 5848386 h 10448096"/>
                  <a:gd name="connsiteX2" fmla="*/ 401782 w 10460182"/>
                  <a:gd name="connsiteY2" fmla="*/ 5585150 h 10448096"/>
                  <a:gd name="connsiteX3" fmla="*/ 651163 w 10460182"/>
                  <a:gd name="connsiteY3" fmla="*/ 5723696 h 10448096"/>
                  <a:gd name="connsiteX4" fmla="*/ 858982 w 10460182"/>
                  <a:gd name="connsiteY4" fmla="*/ 5557441 h 10448096"/>
                  <a:gd name="connsiteX5" fmla="*/ 997527 w 10460182"/>
                  <a:gd name="connsiteY5" fmla="*/ 5405041 h 10448096"/>
                  <a:gd name="connsiteX6" fmla="*/ 1080654 w 10460182"/>
                  <a:gd name="connsiteY6" fmla="*/ 5488168 h 10448096"/>
                  <a:gd name="connsiteX7" fmla="*/ 1269312 w 10460182"/>
                  <a:gd name="connsiteY7" fmla="*/ 5732834 h 10448096"/>
                  <a:gd name="connsiteX8" fmla="*/ 1523116 w 10460182"/>
                  <a:gd name="connsiteY8" fmla="*/ 5534154 h 10448096"/>
                  <a:gd name="connsiteX9" fmla="*/ 1731818 w 10460182"/>
                  <a:gd name="connsiteY9" fmla="*/ 5349623 h 10448096"/>
                  <a:gd name="connsiteX10" fmla="*/ 2022763 w 10460182"/>
                  <a:gd name="connsiteY10" fmla="*/ 5114096 h 10448096"/>
                  <a:gd name="connsiteX11" fmla="*/ 2119745 w 10460182"/>
                  <a:gd name="connsiteY11" fmla="*/ 4684605 h 10448096"/>
                  <a:gd name="connsiteX12" fmla="*/ 2172511 w 10460182"/>
                  <a:gd name="connsiteY12" fmla="*/ 4217972 h 10448096"/>
                  <a:gd name="connsiteX13" fmla="*/ 2355272 w 10460182"/>
                  <a:gd name="connsiteY13" fmla="*/ 3908750 h 10448096"/>
                  <a:gd name="connsiteX14" fmla="*/ 2715491 w 10460182"/>
                  <a:gd name="connsiteY14" fmla="*/ 3506968 h 10448096"/>
                  <a:gd name="connsiteX15" fmla="*/ 2978727 w 10460182"/>
                  <a:gd name="connsiteY15" fmla="*/ 3313005 h 10448096"/>
                  <a:gd name="connsiteX16" fmla="*/ 3006436 w 10460182"/>
                  <a:gd name="connsiteY16" fmla="*/ 2869659 h 10448096"/>
                  <a:gd name="connsiteX17" fmla="*/ 3075709 w 10460182"/>
                  <a:gd name="connsiteY17" fmla="*/ 2578714 h 10448096"/>
                  <a:gd name="connsiteX18" fmla="*/ 3075709 w 10460182"/>
                  <a:gd name="connsiteY18" fmla="*/ 2370896 h 10448096"/>
                  <a:gd name="connsiteX19" fmla="*/ 3214254 w 10460182"/>
                  <a:gd name="connsiteY19" fmla="*/ 2038386 h 10448096"/>
                  <a:gd name="connsiteX20" fmla="*/ 3214254 w 10460182"/>
                  <a:gd name="connsiteY20" fmla="*/ 1747441 h 10448096"/>
                  <a:gd name="connsiteX21" fmla="*/ 3513454 w 10460182"/>
                  <a:gd name="connsiteY21" fmla="*/ 1179405 h 10448096"/>
                  <a:gd name="connsiteX22" fmla="*/ 3463636 w 10460182"/>
                  <a:gd name="connsiteY22" fmla="*/ 805332 h 10448096"/>
                  <a:gd name="connsiteX23" fmla="*/ 3491345 w 10460182"/>
                  <a:gd name="connsiteY23" fmla="*/ 597514 h 10448096"/>
                  <a:gd name="connsiteX24" fmla="*/ 3823854 w 10460182"/>
                  <a:gd name="connsiteY24" fmla="*/ 237296 h 10448096"/>
                  <a:gd name="connsiteX25" fmla="*/ 4017818 w 10460182"/>
                  <a:gd name="connsiteY25" fmla="*/ 112605 h 10448096"/>
                  <a:gd name="connsiteX26" fmla="*/ 4433454 w 10460182"/>
                  <a:gd name="connsiteY26" fmla="*/ 348132 h 10448096"/>
                  <a:gd name="connsiteX27" fmla="*/ 4599709 w 10460182"/>
                  <a:gd name="connsiteY27" fmla="*/ 542096 h 10448096"/>
                  <a:gd name="connsiteX28" fmla="*/ 5070763 w 10460182"/>
                  <a:gd name="connsiteY28" fmla="*/ 597514 h 10448096"/>
                  <a:gd name="connsiteX29" fmla="*/ 5391187 w 10460182"/>
                  <a:gd name="connsiteY29" fmla="*/ 656763 h 10448096"/>
                  <a:gd name="connsiteX30" fmla="*/ 5647937 w 10460182"/>
                  <a:gd name="connsiteY30" fmla="*/ 673271 h 10448096"/>
                  <a:gd name="connsiteX31" fmla="*/ 5860472 w 10460182"/>
                  <a:gd name="connsiteY31" fmla="*/ 334277 h 10448096"/>
                  <a:gd name="connsiteX32" fmla="*/ 6123709 w 10460182"/>
                  <a:gd name="connsiteY32" fmla="*/ 375841 h 10448096"/>
                  <a:gd name="connsiteX33" fmla="*/ 6594763 w 10460182"/>
                  <a:gd name="connsiteY33" fmla="*/ 237296 h 10448096"/>
                  <a:gd name="connsiteX34" fmla="*/ 6761018 w 10460182"/>
                  <a:gd name="connsiteY34" fmla="*/ 181877 h 10448096"/>
                  <a:gd name="connsiteX35" fmla="*/ 7038109 w 10460182"/>
                  <a:gd name="connsiteY35" fmla="*/ 251150 h 10448096"/>
                  <a:gd name="connsiteX36" fmla="*/ 7232072 w 10460182"/>
                  <a:gd name="connsiteY36" fmla="*/ 71041 h 10448096"/>
                  <a:gd name="connsiteX37" fmla="*/ 7363248 w 10460182"/>
                  <a:gd name="connsiteY37" fmla="*/ 0 h 10448096"/>
                  <a:gd name="connsiteX38" fmla="*/ 7606145 w 10460182"/>
                  <a:gd name="connsiteY38" fmla="*/ 57186 h 10448096"/>
                  <a:gd name="connsiteX39" fmla="*/ 7910945 w 10460182"/>
                  <a:gd name="connsiteY39" fmla="*/ 181877 h 10448096"/>
                  <a:gd name="connsiteX40" fmla="*/ 8312727 w 10460182"/>
                  <a:gd name="connsiteY40" fmla="*/ 112605 h 10448096"/>
                  <a:gd name="connsiteX41" fmla="*/ 8672945 w 10460182"/>
                  <a:gd name="connsiteY41" fmla="*/ 417405 h 10448096"/>
                  <a:gd name="connsiteX42" fmla="*/ 8908472 w 10460182"/>
                  <a:gd name="connsiteY42" fmla="*/ 597514 h 10448096"/>
                  <a:gd name="connsiteX43" fmla="*/ 9088582 w 10460182"/>
                  <a:gd name="connsiteY43" fmla="*/ 500532 h 10448096"/>
                  <a:gd name="connsiteX44" fmla="*/ 9351818 w 10460182"/>
                  <a:gd name="connsiteY44" fmla="*/ 445114 h 10448096"/>
                  <a:gd name="connsiteX45" fmla="*/ 9518072 w 10460182"/>
                  <a:gd name="connsiteY45" fmla="*/ 472823 h 10448096"/>
                  <a:gd name="connsiteX46" fmla="*/ 9698182 w 10460182"/>
                  <a:gd name="connsiteY46" fmla="*/ 500532 h 10448096"/>
                  <a:gd name="connsiteX47" fmla="*/ 10002982 w 10460182"/>
                  <a:gd name="connsiteY47" fmla="*/ 846896 h 10448096"/>
                  <a:gd name="connsiteX48" fmla="*/ 10238509 w 10460182"/>
                  <a:gd name="connsiteY48" fmla="*/ 1040859 h 10448096"/>
                  <a:gd name="connsiteX49" fmla="*/ 10224654 w 10460182"/>
                  <a:gd name="connsiteY49" fmla="*/ 1304096 h 10448096"/>
                  <a:gd name="connsiteX50" fmla="*/ 10238509 w 10460182"/>
                  <a:gd name="connsiteY50" fmla="*/ 1498059 h 10448096"/>
                  <a:gd name="connsiteX51" fmla="*/ 10280072 w 10460182"/>
                  <a:gd name="connsiteY51" fmla="*/ 1622750 h 10448096"/>
                  <a:gd name="connsiteX52" fmla="*/ 10460182 w 10460182"/>
                  <a:gd name="connsiteY52" fmla="*/ 1858277 h 10448096"/>
                  <a:gd name="connsiteX53" fmla="*/ 10099963 w 10460182"/>
                  <a:gd name="connsiteY53" fmla="*/ 2315477 h 10448096"/>
                  <a:gd name="connsiteX54" fmla="*/ 9781309 w 10460182"/>
                  <a:gd name="connsiteY54" fmla="*/ 2551005 h 10448096"/>
                  <a:gd name="connsiteX55" fmla="*/ 9601200 w 10460182"/>
                  <a:gd name="connsiteY55" fmla="*/ 3479259 h 10448096"/>
                  <a:gd name="connsiteX56" fmla="*/ 9601200 w 10460182"/>
                  <a:gd name="connsiteY56" fmla="*/ 3770205 h 10448096"/>
                  <a:gd name="connsiteX57" fmla="*/ 9365672 w 10460182"/>
                  <a:gd name="connsiteY57" fmla="*/ 3964168 h 10448096"/>
                  <a:gd name="connsiteX58" fmla="*/ 9310254 w 10460182"/>
                  <a:gd name="connsiteY58" fmla="*/ 4130423 h 10448096"/>
                  <a:gd name="connsiteX59" fmla="*/ 9199418 w 10460182"/>
                  <a:gd name="connsiteY59" fmla="*/ 4338241 h 10448096"/>
                  <a:gd name="connsiteX60" fmla="*/ 9268691 w 10460182"/>
                  <a:gd name="connsiteY60" fmla="*/ 4504496 h 10448096"/>
                  <a:gd name="connsiteX61" fmla="*/ 9337963 w 10460182"/>
                  <a:gd name="connsiteY61" fmla="*/ 4712314 h 10448096"/>
                  <a:gd name="connsiteX62" fmla="*/ 9421091 w 10460182"/>
                  <a:gd name="connsiteY62" fmla="*/ 4961696 h 10448096"/>
                  <a:gd name="connsiteX63" fmla="*/ 9434945 w 10460182"/>
                  <a:gd name="connsiteY63" fmla="*/ 5266496 h 10448096"/>
                  <a:gd name="connsiteX64" fmla="*/ 9462654 w 10460182"/>
                  <a:gd name="connsiteY64" fmla="*/ 5668277 h 10448096"/>
                  <a:gd name="connsiteX65" fmla="*/ 9587345 w 10460182"/>
                  <a:gd name="connsiteY65" fmla="*/ 6028496 h 10448096"/>
                  <a:gd name="connsiteX66" fmla="*/ 9545782 w 10460182"/>
                  <a:gd name="connsiteY66" fmla="*/ 6430277 h 10448096"/>
                  <a:gd name="connsiteX67" fmla="*/ 9933709 w 10460182"/>
                  <a:gd name="connsiteY67" fmla="*/ 6915186 h 10448096"/>
                  <a:gd name="connsiteX68" fmla="*/ 10113818 w 10460182"/>
                  <a:gd name="connsiteY68" fmla="*/ 7261550 h 10448096"/>
                  <a:gd name="connsiteX69" fmla="*/ 10252363 w 10460182"/>
                  <a:gd name="connsiteY69" fmla="*/ 7594059 h 10448096"/>
                  <a:gd name="connsiteX70" fmla="*/ 9670472 w 10460182"/>
                  <a:gd name="connsiteY70" fmla="*/ 7594059 h 10448096"/>
                  <a:gd name="connsiteX71" fmla="*/ 9337963 w 10460182"/>
                  <a:gd name="connsiteY71" fmla="*/ 7704896 h 10448096"/>
                  <a:gd name="connsiteX72" fmla="*/ 9102436 w 10460182"/>
                  <a:gd name="connsiteY72" fmla="*/ 7843441 h 10448096"/>
                  <a:gd name="connsiteX73" fmla="*/ 9019309 w 10460182"/>
                  <a:gd name="connsiteY73" fmla="*/ 8051259 h 10448096"/>
                  <a:gd name="connsiteX74" fmla="*/ 8956730 w 10460182"/>
                  <a:gd name="connsiteY74" fmla="*/ 8148241 h 10448096"/>
                  <a:gd name="connsiteX75" fmla="*/ 9027559 w 10460182"/>
                  <a:gd name="connsiteY75" fmla="*/ 8577732 h 10448096"/>
                  <a:gd name="connsiteX76" fmla="*/ 9030673 w 10460182"/>
                  <a:gd name="connsiteY76" fmla="*/ 8811236 h 10448096"/>
                  <a:gd name="connsiteX77" fmla="*/ 8991600 w 10460182"/>
                  <a:gd name="connsiteY77" fmla="*/ 9021077 h 10448096"/>
                  <a:gd name="connsiteX78" fmla="*/ 8894618 w 10460182"/>
                  <a:gd name="connsiteY78" fmla="*/ 9325877 h 10448096"/>
                  <a:gd name="connsiteX79" fmla="*/ 8922327 w 10460182"/>
                  <a:gd name="connsiteY79" fmla="*/ 9589114 h 10448096"/>
                  <a:gd name="connsiteX80" fmla="*/ 9144000 w 10460182"/>
                  <a:gd name="connsiteY80" fmla="*/ 9755368 h 10448096"/>
                  <a:gd name="connsiteX81" fmla="*/ 9353374 w 10460182"/>
                  <a:gd name="connsiteY81" fmla="*/ 9906212 h 10448096"/>
                  <a:gd name="connsiteX82" fmla="*/ 9529903 w 10460182"/>
                  <a:gd name="connsiteY82" fmla="*/ 9958205 h 10448096"/>
                  <a:gd name="connsiteX83" fmla="*/ 9625328 w 10460182"/>
                  <a:gd name="connsiteY83" fmla="*/ 9844256 h 10448096"/>
                  <a:gd name="connsiteX84" fmla="*/ 9667359 w 10460182"/>
                  <a:gd name="connsiteY84" fmla="*/ 9856554 h 10448096"/>
                  <a:gd name="connsiteX85" fmla="*/ 9668916 w 10460182"/>
                  <a:gd name="connsiteY85" fmla="*/ 10309550 h 10448096"/>
                  <a:gd name="connsiteX86" fmla="*/ 9495500 w 10460182"/>
                  <a:gd name="connsiteY86" fmla="*/ 10359209 h 10448096"/>
                  <a:gd name="connsiteX87" fmla="*/ 9310254 w 10460182"/>
                  <a:gd name="connsiteY87" fmla="*/ 10448096 h 10448096"/>
                  <a:gd name="connsiteX88" fmla="*/ 9227127 w 10460182"/>
                  <a:gd name="connsiteY88" fmla="*/ 10295696 h 10448096"/>
                  <a:gd name="connsiteX89" fmla="*/ 9033163 w 10460182"/>
                  <a:gd name="connsiteY89" fmla="*/ 10046314 h 10448096"/>
                  <a:gd name="connsiteX90" fmla="*/ 8825345 w 10460182"/>
                  <a:gd name="connsiteY90" fmla="*/ 9866205 h 10448096"/>
                  <a:gd name="connsiteX91" fmla="*/ 8534400 w 10460182"/>
                  <a:gd name="connsiteY91" fmla="*/ 9755368 h 10448096"/>
                  <a:gd name="connsiteX92" fmla="*/ 8423563 w 10460182"/>
                  <a:gd name="connsiteY92" fmla="*/ 9699950 h 10448096"/>
                  <a:gd name="connsiteX93" fmla="*/ 8285018 w 10460182"/>
                  <a:gd name="connsiteY93" fmla="*/ 9533696 h 10448096"/>
                  <a:gd name="connsiteX94" fmla="*/ 8257309 w 10460182"/>
                  <a:gd name="connsiteY94" fmla="*/ 9395150 h 10448096"/>
                  <a:gd name="connsiteX95" fmla="*/ 8146472 w 10460182"/>
                  <a:gd name="connsiteY95" fmla="*/ 9409005 h 10448096"/>
                  <a:gd name="connsiteX96" fmla="*/ 8091054 w 10460182"/>
                  <a:gd name="connsiteY96" fmla="*/ 9630677 h 10448096"/>
                  <a:gd name="connsiteX97" fmla="*/ 7806336 w 10460182"/>
                  <a:gd name="connsiteY97" fmla="*/ 9636437 h 10448096"/>
                  <a:gd name="connsiteX98" fmla="*/ 7567694 w 10460182"/>
                  <a:gd name="connsiteY98" fmla="*/ 9573236 h 10448096"/>
                  <a:gd name="connsiteX99" fmla="*/ 7466043 w 10460182"/>
                  <a:gd name="connsiteY99" fmla="*/ 9524511 h 10448096"/>
                  <a:gd name="connsiteX100" fmla="*/ 7439891 w 10460182"/>
                  <a:gd name="connsiteY100" fmla="*/ 9215041 h 10448096"/>
                  <a:gd name="connsiteX101" fmla="*/ 7397859 w 10460182"/>
                  <a:gd name="connsiteY101" fmla="*/ 9409005 h 10448096"/>
                  <a:gd name="connsiteX102" fmla="*/ 7287491 w 10460182"/>
                  <a:gd name="connsiteY102" fmla="*/ 9503028 h 10448096"/>
                  <a:gd name="connsiteX103" fmla="*/ 7221797 w 10460182"/>
                  <a:gd name="connsiteY103" fmla="*/ 9175034 h 10448096"/>
                  <a:gd name="connsiteX104" fmla="*/ 6954982 w 10460182"/>
                  <a:gd name="connsiteY104" fmla="*/ 9242750 h 10448096"/>
                  <a:gd name="connsiteX105" fmla="*/ 6710737 w 10460182"/>
                  <a:gd name="connsiteY105" fmla="*/ 9315137 h 10448096"/>
                  <a:gd name="connsiteX106" fmla="*/ 6674777 w 10460182"/>
                  <a:gd name="connsiteY106" fmla="*/ 9116036 h 10448096"/>
                  <a:gd name="connsiteX107" fmla="*/ 6511636 w 10460182"/>
                  <a:gd name="connsiteY107" fmla="*/ 9007223 h 10448096"/>
                  <a:gd name="connsiteX108" fmla="*/ 6428509 w 10460182"/>
                  <a:gd name="connsiteY108" fmla="*/ 9007223 h 10448096"/>
                  <a:gd name="connsiteX109" fmla="*/ 6325922 w 10460182"/>
                  <a:gd name="connsiteY109" fmla="*/ 9110431 h 10448096"/>
                  <a:gd name="connsiteX110" fmla="*/ 6167763 w 10460182"/>
                  <a:gd name="connsiteY110" fmla="*/ 9031351 h 10448096"/>
                  <a:gd name="connsiteX111" fmla="*/ 6002132 w 10460182"/>
                  <a:gd name="connsiteY111" fmla="*/ 9146858 h 10448096"/>
                  <a:gd name="connsiteX112" fmla="*/ 5749636 w 10460182"/>
                  <a:gd name="connsiteY112" fmla="*/ 9104205 h 10448096"/>
                  <a:gd name="connsiteX113" fmla="*/ 5674760 w 10460182"/>
                  <a:gd name="connsiteY113" fmla="*/ 9135028 h 10448096"/>
                  <a:gd name="connsiteX114" fmla="*/ 5507415 w 10460182"/>
                  <a:gd name="connsiteY114" fmla="*/ 9181261 h 10448096"/>
                  <a:gd name="connsiteX115" fmla="*/ 5505859 w 10460182"/>
                  <a:gd name="connsiteY115" fmla="*/ 8924096 h 10448096"/>
                  <a:gd name="connsiteX116" fmla="*/ 5505857 w 10460182"/>
                  <a:gd name="connsiteY116" fmla="*/ 8688101 h 10448096"/>
                  <a:gd name="connsiteX117" fmla="*/ 5336024 w 10460182"/>
                  <a:gd name="connsiteY117" fmla="*/ 8386416 h 10448096"/>
                  <a:gd name="connsiteX118" fmla="*/ 5230324 w 10460182"/>
                  <a:gd name="connsiteY118" fmla="*/ 8135944 h 10448096"/>
                  <a:gd name="connsiteX119" fmla="*/ 5317031 w 10460182"/>
                  <a:gd name="connsiteY119" fmla="*/ 7663332 h 10448096"/>
                  <a:gd name="connsiteX120" fmla="*/ 5201059 w 10460182"/>
                  <a:gd name="connsiteY120" fmla="*/ 7373476 h 10448096"/>
                  <a:gd name="connsiteX121" fmla="*/ 5250872 w 10460182"/>
                  <a:gd name="connsiteY121" fmla="*/ 7123005 h 10448096"/>
                  <a:gd name="connsiteX122" fmla="*/ 5245735 w 10460182"/>
                  <a:gd name="connsiteY122" fmla="*/ 7071789 h 10448096"/>
                  <a:gd name="connsiteX123" fmla="*/ 4577603 w 10460182"/>
                  <a:gd name="connsiteY123" fmla="*/ 7067120 h 10448096"/>
                  <a:gd name="connsiteX124" fmla="*/ 4528412 w 10460182"/>
                  <a:gd name="connsiteY124" fmla="*/ 6893704 h 10448096"/>
                  <a:gd name="connsiteX125" fmla="*/ 4038834 w 10460182"/>
                  <a:gd name="connsiteY125" fmla="*/ 6869576 h 10448096"/>
                  <a:gd name="connsiteX126" fmla="*/ 3976254 w 10460182"/>
                  <a:gd name="connsiteY126" fmla="*/ 7123005 h 10448096"/>
                  <a:gd name="connsiteX127" fmla="*/ 3932667 w 10460182"/>
                  <a:gd name="connsiteY127" fmla="*/ 7334403 h 10448096"/>
                  <a:gd name="connsiteX128" fmla="*/ 3910095 w 10460182"/>
                  <a:gd name="connsiteY128" fmla="*/ 7456604 h 10448096"/>
                  <a:gd name="connsiteX129" fmla="*/ 3559528 w 10460182"/>
                  <a:gd name="connsiteY129" fmla="*/ 7451000 h 10448096"/>
                  <a:gd name="connsiteX130" fmla="*/ 3311236 w 10460182"/>
                  <a:gd name="connsiteY130" fmla="*/ 7455514 h 10448096"/>
                  <a:gd name="connsiteX131" fmla="*/ 2895600 w 10460182"/>
                  <a:gd name="connsiteY131" fmla="*/ 7441659 h 10448096"/>
                  <a:gd name="connsiteX132" fmla="*/ 2784763 w 10460182"/>
                  <a:gd name="connsiteY132" fmla="*/ 7192277 h 10448096"/>
                  <a:gd name="connsiteX133" fmla="*/ 2604654 w 10460182"/>
                  <a:gd name="connsiteY133" fmla="*/ 6915186 h 10448096"/>
                  <a:gd name="connsiteX134" fmla="*/ 2410691 w 10460182"/>
                  <a:gd name="connsiteY134" fmla="*/ 6416423 h 10448096"/>
                  <a:gd name="connsiteX135" fmla="*/ 2327563 w 10460182"/>
                  <a:gd name="connsiteY135" fmla="*/ 6277877 h 10448096"/>
                  <a:gd name="connsiteX136" fmla="*/ 1662545 w 10460182"/>
                  <a:gd name="connsiteY136" fmla="*/ 6250168 h 10448096"/>
                  <a:gd name="connsiteX137" fmla="*/ 1233054 w 10460182"/>
                  <a:gd name="connsiteY137" fmla="*/ 6250168 h 10448096"/>
                  <a:gd name="connsiteX138" fmla="*/ 1136072 w 10460182"/>
                  <a:gd name="connsiteY138" fmla="*/ 6305586 h 10448096"/>
                  <a:gd name="connsiteX139" fmla="*/ 706582 w 10460182"/>
                  <a:gd name="connsiteY139" fmla="*/ 6264023 h 10448096"/>
                  <a:gd name="connsiteX140" fmla="*/ 318654 w 10460182"/>
                  <a:gd name="connsiteY140" fmla="*/ 6291732 h 10448096"/>
                  <a:gd name="connsiteX141" fmla="*/ 96982 w 10460182"/>
                  <a:gd name="connsiteY141" fmla="*/ 6444132 h 10448096"/>
                  <a:gd name="connsiteX142" fmla="*/ 0 w 10460182"/>
                  <a:gd name="connsiteY142" fmla="*/ 6347150 h 10448096"/>
                  <a:gd name="connsiteX143" fmla="*/ 83127 w 10460182"/>
                  <a:gd name="connsiteY143" fmla="*/ 6291732 h 10448096"/>
                  <a:gd name="connsiteX0" fmla="*/ 83127 w 10460182"/>
                  <a:gd name="connsiteY0" fmla="*/ 6291732 h 10448096"/>
                  <a:gd name="connsiteX1" fmla="*/ 96982 w 10460182"/>
                  <a:gd name="connsiteY1" fmla="*/ 5848386 h 10448096"/>
                  <a:gd name="connsiteX2" fmla="*/ 401782 w 10460182"/>
                  <a:gd name="connsiteY2" fmla="*/ 5585150 h 10448096"/>
                  <a:gd name="connsiteX3" fmla="*/ 651163 w 10460182"/>
                  <a:gd name="connsiteY3" fmla="*/ 5723696 h 10448096"/>
                  <a:gd name="connsiteX4" fmla="*/ 858982 w 10460182"/>
                  <a:gd name="connsiteY4" fmla="*/ 5557441 h 10448096"/>
                  <a:gd name="connsiteX5" fmla="*/ 997527 w 10460182"/>
                  <a:gd name="connsiteY5" fmla="*/ 5405041 h 10448096"/>
                  <a:gd name="connsiteX6" fmla="*/ 1080654 w 10460182"/>
                  <a:gd name="connsiteY6" fmla="*/ 5488168 h 10448096"/>
                  <a:gd name="connsiteX7" fmla="*/ 1269312 w 10460182"/>
                  <a:gd name="connsiteY7" fmla="*/ 5732834 h 10448096"/>
                  <a:gd name="connsiteX8" fmla="*/ 1523116 w 10460182"/>
                  <a:gd name="connsiteY8" fmla="*/ 5534154 h 10448096"/>
                  <a:gd name="connsiteX9" fmla="*/ 1731818 w 10460182"/>
                  <a:gd name="connsiteY9" fmla="*/ 5349623 h 10448096"/>
                  <a:gd name="connsiteX10" fmla="*/ 2022763 w 10460182"/>
                  <a:gd name="connsiteY10" fmla="*/ 5114096 h 10448096"/>
                  <a:gd name="connsiteX11" fmla="*/ 2119745 w 10460182"/>
                  <a:gd name="connsiteY11" fmla="*/ 4684605 h 10448096"/>
                  <a:gd name="connsiteX12" fmla="*/ 2172511 w 10460182"/>
                  <a:gd name="connsiteY12" fmla="*/ 4217972 h 10448096"/>
                  <a:gd name="connsiteX13" fmla="*/ 2355272 w 10460182"/>
                  <a:gd name="connsiteY13" fmla="*/ 3908750 h 10448096"/>
                  <a:gd name="connsiteX14" fmla="*/ 2715491 w 10460182"/>
                  <a:gd name="connsiteY14" fmla="*/ 3506968 h 10448096"/>
                  <a:gd name="connsiteX15" fmla="*/ 2978727 w 10460182"/>
                  <a:gd name="connsiteY15" fmla="*/ 3313005 h 10448096"/>
                  <a:gd name="connsiteX16" fmla="*/ 3006436 w 10460182"/>
                  <a:gd name="connsiteY16" fmla="*/ 2869659 h 10448096"/>
                  <a:gd name="connsiteX17" fmla="*/ 3075709 w 10460182"/>
                  <a:gd name="connsiteY17" fmla="*/ 2578714 h 10448096"/>
                  <a:gd name="connsiteX18" fmla="*/ 3075709 w 10460182"/>
                  <a:gd name="connsiteY18" fmla="*/ 2370896 h 10448096"/>
                  <a:gd name="connsiteX19" fmla="*/ 3214254 w 10460182"/>
                  <a:gd name="connsiteY19" fmla="*/ 2038386 h 10448096"/>
                  <a:gd name="connsiteX20" fmla="*/ 3214254 w 10460182"/>
                  <a:gd name="connsiteY20" fmla="*/ 1747441 h 10448096"/>
                  <a:gd name="connsiteX21" fmla="*/ 3513454 w 10460182"/>
                  <a:gd name="connsiteY21" fmla="*/ 1179405 h 10448096"/>
                  <a:gd name="connsiteX22" fmla="*/ 3463636 w 10460182"/>
                  <a:gd name="connsiteY22" fmla="*/ 805332 h 10448096"/>
                  <a:gd name="connsiteX23" fmla="*/ 3491345 w 10460182"/>
                  <a:gd name="connsiteY23" fmla="*/ 597514 h 10448096"/>
                  <a:gd name="connsiteX24" fmla="*/ 3823854 w 10460182"/>
                  <a:gd name="connsiteY24" fmla="*/ 237296 h 10448096"/>
                  <a:gd name="connsiteX25" fmla="*/ 4017818 w 10460182"/>
                  <a:gd name="connsiteY25" fmla="*/ 112605 h 10448096"/>
                  <a:gd name="connsiteX26" fmla="*/ 4433454 w 10460182"/>
                  <a:gd name="connsiteY26" fmla="*/ 348132 h 10448096"/>
                  <a:gd name="connsiteX27" fmla="*/ 4599709 w 10460182"/>
                  <a:gd name="connsiteY27" fmla="*/ 542096 h 10448096"/>
                  <a:gd name="connsiteX28" fmla="*/ 5070763 w 10460182"/>
                  <a:gd name="connsiteY28" fmla="*/ 597514 h 10448096"/>
                  <a:gd name="connsiteX29" fmla="*/ 5391187 w 10460182"/>
                  <a:gd name="connsiteY29" fmla="*/ 656763 h 10448096"/>
                  <a:gd name="connsiteX30" fmla="*/ 5647937 w 10460182"/>
                  <a:gd name="connsiteY30" fmla="*/ 673271 h 10448096"/>
                  <a:gd name="connsiteX31" fmla="*/ 5860472 w 10460182"/>
                  <a:gd name="connsiteY31" fmla="*/ 334277 h 10448096"/>
                  <a:gd name="connsiteX32" fmla="*/ 6123709 w 10460182"/>
                  <a:gd name="connsiteY32" fmla="*/ 375841 h 10448096"/>
                  <a:gd name="connsiteX33" fmla="*/ 6594763 w 10460182"/>
                  <a:gd name="connsiteY33" fmla="*/ 237296 h 10448096"/>
                  <a:gd name="connsiteX34" fmla="*/ 6761018 w 10460182"/>
                  <a:gd name="connsiteY34" fmla="*/ 181877 h 10448096"/>
                  <a:gd name="connsiteX35" fmla="*/ 7038109 w 10460182"/>
                  <a:gd name="connsiteY35" fmla="*/ 251150 h 10448096"/>
                  <a:gd name="connsiteX36" fmla="*/ 7232072 w 10460182"/>
                  <a:gd name="connsiteY36" fmla="*/ 71041 h 10448096"/>
                  <a:gd name="connsiteX37" fmla="*/ 7363248 w 10460182"/>
                  <a:gd name="connsiteY37" fmla="*/ 0 h 10448096"/>
                  <a:gd name="connsiteX38" fmla="*/ 7606145 w 10460182"/>
                  <a:gd name="connsiteY38" fmla="*/ 57186 h 10448096"/>
                  <a:gd name="connsiteX39" fmla="*/ 7910945 w 10460182"/>
                  <a:gd name="connsiteY39" fmla="*/ 181877 h 10448096"/>
                  <a:gd name="connsiteX40" fmla="*/ 8312727 w 10460182"/>
                  <a:gd name="connsiteY40" fmla="*/ 112605 h 10448096"/>
                  <a:gd name="connsiteX41" fmla="*/ 8647005 w 10460182"/>
                  <a:gd name="connsiteY41" fmla="*/ 449831 h 10448096"/>
                  <a:gd name="connsiteX42" fmla="*/ 8908472 w 10460182"/>
                  <a:gd name="connsiteY42" fmla="*/ 597514 h 10448096"/>
                  <a:gd name="connsiteX43" fmla="*/ 9088582 w 10460182"/>
                  <a:gd name="connsiteY43" fmla="*/ 500532 h 10448096"/>
                  <a:gd name="connsiteX44" fmla="*/ 9351818 w 10460182"/>
                  <a:gd name="connsiteY44" fmla="*/ 445114 h 10448096"/>
                  <a:gd name="connsiteX45" fmla="*/ 9518072 w 10460182"/>
                  <a:gd name="connsiteY45" fmla="*/ 472823 h 10448096"/>
                  <a:gd name="connsiteX46" fmla="*/ 9698182 w 10460182"/>
                  <a:gd name="connsiteY46" fmla="*/ 500532 h 10448096"/>
                  <a:gd name="connsiteX47" fmla="*/ 10002982 w 10460182"/>
                  <a:gd name="connsiteY47" fmla="*/ 846896 h 10448096"/>
                  <a:gd name="connsiteX48" fmla="*/ 10238509 w 10460182"/>
                  <a:gd name="connsiteY48" fmla="*/ 1040859 h 10448096"/>
                  <a:gd name="connsiteX49" fmla="*/ 10224654 w 10460182"/>
                  <a:gd name="connsiteY49" fmla="*/ 1304096 h 10448096"/>
                  <a:gd name="connsiteX50" fmla="*/ 10238509 w 10460182"/>
                  <a:gd name="connsiteY50" fmla="*/ 1498059 h 10448096"/>
                  <a:gd name="connsiteX51" fmla="*/ 10280072 w 10460182"/>
                  <a:gd name="connsiteY51" fmla="*/ 1622750 h 10448096"/>
                  <a:gd name="connsiteX52" fmla="*/ 10460182 w 10460182"/>
                  <a:gd name="connsiteY52" fmla="*/ 1858277 h 10448096"/>
                  <a:gd name="connsiteX53" fmla="*/ 10099963 w 10460182"/>
                  <a:gd name="connsiteY53" fmla="*/ 2315477 h 10448096"/>
                  <a:gd name="connsiteX54" fmla="*/ 9781309 w 10460182"/>
                  <a:gd name="connsiteY54" fmla="*/ 2551005 h 10448096"/>
                  <a:gd name="connsiteX55" fmla="*/ 9601200 w 10460182"/>
                  <a:gd name="connsiteY55" fmla="*/ 3479259 h 10448096"/>
                  <a:gd name="connsiteX56" fmla="*/ 9601200 w 10460182"/>
                  <a:gd name="connsiteY56" fmla="*/ 3770205 h 10448096"/>
                  <a:gd name="connsiteX57" fmla="*/ 9365672 w 10460182"/>
                  <a:gd name="connsiteY57" fmla="*/ 3964168 h 10448096"/>
                  <a:gd name="connsiteX58" fmla="*/ 9310254 w 10460182"/>
                  <a:gd name="connsiteY58" fmla="*/ 4130423 h 10448096"/>
                  <a:gd name="connsiteX59" fmla="*/ 9199418 w 10460182"/>
                  <a:gd name="connsiteY59" fmla="*/ 4338241 h 10448096"/>
                  <a:gd name="connsiteX60" fmla="*/ 9268691 w 10460182"/>
                  <a:gd name="connsiteY60" fmla="*/ 4504496 h 10448096"/>
                  <a:gd name="connsiteX61" fmla="*/ 9337963 w 10460182"/>
                  <a:gd name="connsiteY61" fmla="*/ 4712314 h 10448096"/>
                  <a:gd name="connsiteX62" fmla="*/ 9421091 w 10460182"/>
                  <a:gd name="connsiteY62" fmla="*/ 4961696 h 10448096"/>
                  <a:gd name="connsiteX63" fmla="*/ 9434945 w 10460182"/>
                  <a:gd name="connsiteY63" fmla="*/ 5266496 h 10448096"/>
                  <a:gd name="connsiteX64" fmla="*/ 9462654 w 10460182"/>
                  <a:gd name="connsiteY64" fmla="*/ 5668277 h 10448096"/>
                  <a:gd name="connsiteX65" fmla="*/ 9587345 w 10460182"/>
                  <a:gd name="connsiteY65" fmla="*/ 6028496 h 10448096"/>
                  <a:gd name="connsiteX66" fmla="*/ 9545782 w 10460182"/>
                  <a:gd name="connsiteY66" fmla="*/ 6430277 h 10448096"/>
                  <a:gd name="connsiteX67" fmla="*/ 9933709 w 10460182"/>
                  <a:gd name="connsiteY67" fmla="*/ 6915186 h 10448096"/>
                  <a:gd name="connsiteX68" fmla="*/ 10113818 w 10460182"/>
                  <a:gd name="connsiteY68" fmla="*/ 7261550 h 10448096"/>
                  <a:gd name="connsiteX69" fmla="*/ 10252363 w 10460182"/>
                  <a:gd name="connsiteY69" fmla="*/ 7594059 h 10448096"/>
                  <a:gd name="connsiteX70" fmla="*/ 9670472 w 10460182"/>
                  <a:gd name="connsiteY70" fmla="*/ 7594059 h 10448096"/>
                  <a:gd name="connsiteX71" fmla="*/ 9337963 w 10460182"/>
                  <a:gd name="connsiteY71" fmla="*/ 7704896 h 10448096"/>
                  <a:gd name="connsiteX72" fmla="*/ 9102436 w 10460182"/>
                  <a:gd name="connsiteY72" fmla="*/ 7843441 h 10448096"/>
                  <a:gd name="connsiteX73" fmla="*/ 9019309 w 10460182"/>
                  <a:gd name="connsiteY73" fmla="*/ 8051259 h 10448096"/>
                  <a:gd name="connsiteX74" fmla="*/ 8956730 w 10460182"/>
                  <a:gd name="connsiteY74" fmla="*/ 8148241 h 10448096"/>
                  <a:gd name="connsiteX75" fmla="*/ 9027559 w 10460182"/>
                  <a:gd name="connsiteY75" fmla="*/ 8577732 h 10448096"/>
                  <a:gd name="connsiteX76" fmla="*/ 9030673 w 10460182"/>
                  <a:gd name="connsiteY76" fmla="*/ 8811236 h 10448096"/>
                  <a:gd name="connsiteX77" fmla="*/ 8991600 w 10460182"/>
                  <a:gd name="connsiteY77" fmla="*/ 9021077 h 10448096"/>
                  <a:gd name="connsiteX78" fmla="*/ 8894618 w 10460182"/>
                  <a:gd name="connsiteY78" fmla="*/ 9325877 h 10448096"/>
                  <a:gd name="connsiteX79" fmla="*/ 8922327 w 10460182"/>
                  <a:gd name="connsiteY79" fmla="*/ 9589114 h 10448096"/>
                  <a:gd name="connsiteX80" fmla="*/ 9144000 w 10460182"/>
                  <a:gd name="connsiteY80" fmla="*/ 9755368 h 10448096"/>
                  <a:gd name="connsiteX81" fmla="*/ 9353374 w 10460182"/>
                  <a:gd name="connsiteY81" fmla="*/ 9906212 h 10448096"/>
                  <a:gd name="connsiteX82" fmla="*/ 9529903 w 10460182"/>
                  <a:gd name="connsiteY82" fmla="*/ 9958205 h 10448096"/>
                  <a:gd name="connsiteX83" fmla="*/ 9625328 w 10460182"/>
                  <a:gd name="connsiteY83" fmla="*/ 9844256 h 10448096"/>
                  <a:gd name="connsiteX84" fmla="*/ 9667359 w 10460182"/>
                  <a:gd name="connsiteY84" fmla="*/ 9856554 h 10448096"/>
                  <a:gd name="connsiteX85" fmla="*/ 9668916 w 10460182"/>
                  <a:gd name="connsiteY85" fmla="*/ 10309550 h 10448096"/>
                  <a:gd name="connsiteX86" fmla="*/ 9495500 w 10460182"/>
                  <a:gd name="connsiteY86" fmla="*/ 10359209 h 10448096"/>
                  <a:gd name="connsiteX87" fmla="*/ 9310254 w 10460182"/>
                  <a:gd name="connsiteY87" fmla="*/ 10448096 h 10448096"/>
                  <a:gd name="connsiteX88" fmla="*/ 9227127 w 10460182"/>
                  <a:gd name="connsiteY88" fmla="*/ 10295696 h 10448096"/>
                  <a:gd name="connsiteX89" fmla="*/ 9033163 w 10460182"/>
                  <a:gd name="connsiteY89" fmla="*/ 10046314 h 10448096"/>
                  <a:gd name="connsiteX90" fmla="*/ 8825345 w 10460182"/>
                  <a:gd name="connsiteY90" fmla="*/ 9866205 h 10448096"/>
                  <a:gd name="connsiteX91" fmla="*/ 8534400 w 10460182"/>
                  <a:gd name="connsiteY91" fmla="*/ 9755368 h 10448096"/>
                  <a:gd name="connsiteX92" fmla="*/ 8423563 w 10460182"/>
                  <a:gd name="connsiteY92" fmla="*/ 9699950 h 10448096"/>
                  <a:gd name="connsiteX93" fmla="*/ 8285018 w 10460182"/>
                  <a:gd name="connsiteY93" fmla="*/ 9533696 h 10448096"/>
                  <a:gd name="connsiteX94" fmla="*/ 8257309 w 10460182"/>
                  <a:gd name="connsiteY94" fmla="*/ 9395150 h 10448096"/>
                  <a:gd name="connsiteX95" fmla="*/ 8146472 w 10460182"/>
                  <a:gd name="connsiteY95" fmla="*/ 9409005 h 10448096"/>
                  <a:gd name="connsiteX96" fmla="*/ 8091054 w 10460182"/>
                  <a:gd name="connsiteY96" fmla="*/ 9630677 h 10448096"/>
                  <a:gd name="connsiteX97" fmla="*/ 7806336 w 10460182"/>
                  <a:gd name="connsiteY97" fmla="*/ 9636437 h 10448096"/>
                  <a:gd name="connsiteX98" fmla="*/ 7567694 w 10460182"/>
                  <a:gd name="connsiteY98" fmla="*/ 9573236 h 10448096"/>
                  <a:gd name="connsiteX99" fmla="*/ 7466043 w 10460182"/>
                  <a:gd name="connsiteY99" fmla="*/ 9524511 h 10448096"/>
                  <a:gd name="connsiteX100" fmla="*/ 7439891 w 10460182"/>
                  <a:gd name="connsiteY100" fmla="*/ 9215041 h 10448096"/>
                  <a:gd name="connsiteX101" fmla="*/ 7397859 w 10460182"/>
                  <a:gd name="connsiteY101" fmla="*/ 9409005 h 10448096"/>
                  <a:gd name="connsiteX102" fmla="*/ 7287491 w 10460182"/>
                  <a:gd name="connsiteY102" fmla="*/ 9503028 h 10448096"/>
                  <a:gd name="connsiteX103" fmla="*/ 7221797 w 10460182"/>
                  <a:gd name="connsiteY103" fmla="*/ 9175034 h 10448096"/>
                  <a:gd name="connsiteX104" fmla="*/ 6954982 w 10460182"/>
                  <a:gd name="connsiteY104" fmla="*/ 9242750 h 10448096"/>
                  <a:gd name="connsiteX105" fmla="*/ 6710737 w 10460182"/>
                  <a:gd name="connsiteY105" fmla="*/ 9315137 h 10448096"/>
                  <a:gd name="connsiteX106" fmla="*/ 6674777 w 10460182"/>
                  <a:gd name="connsiteY106" fmla="*/ 9116036 h 10448096"/>
                  <a:gd name="connsiteX107" fmla="*/ 6511636 w 10460182"/>
                  <a:gd name="connsiteY107" fmla="*/ 9007223 h 10448096"/>
                  <a:gd name="connsiteX108" fmla="*/ 6428509 w 10460182"/>
                  <a:gd name="connsiteY108" fmla="*/ 9007223 h 10448096"/>
                  <a:gd name="connsiteX109" fmla="*/ 6325922 w 10460182"/>
                  <a:gd name="connsiteY109" fmla="*/ 9110431 h 10448096"/>
                  <a:gd name="connsiteX110" fmla="*/ 6167763 w 10460182"/>
                  <a:gd name="connsiteY110" fmla="*/ 9031351 h 10448096"/>
                  <a:gd name="connsiteX111" fmla="*/ 6002132 w 10460182"/>
                  <a:gd name="connsiteY111" fmla="*/ 9146858 h 10448096"/>
                  <a:gd name="connsiteX112" fmla="*/ 5749636 w 10460182"/>
                  <a:gd name="connsiteY112" fmla="*/ 9104205 h 10448096"/>
                  <a:gd name="connsiteX113" fmla="*/ 5674760 w 10460182"/>
                  <a:gd name="connsiteY113" fmla="*/ 9135028 h 10448096"/>
                  <a:gd name="connsiteX114" fmla="*/ 5507415 w 10460182"/>
                  <a:gd name="connsiteY114" fmla="*/ 9181261 h 10448096"/>
                  <a:gd name="connsiteX115" fmla="*/ 5505859 w 10460182"/>
                  <a:gd name="connsiteY115" fmla="*/ 8924096 h 10448096"/>
                  <a:gd name="connsiteX116" fmla="*/ 5505857 w 10460182"/>
                  <a:gd name="connsiteY116" fmla="*/ 8688101 h 10448096"/>
                  <a:gd name="connsiteX117" fmla="*/ 5336024 w 10460182"/>
                  <a:gd name="connsiteY117" fmla="*/ 8386416 h 10448096"/>
                  <a:gd name="connsiteX118" fmla="*/ 5230324 w 10460182"/>
                  <a:gd name="connsiteY118" fmla="*/ 8135944 h 10448096"/>
                  <a:gd name="connsiteX119" fmla="*/ 5317031 w 10460182"/>
                  <a:gd name="connsiteY119" fmla="*/ 7663332 h 10448096"/>
                  <a:gd name="connsiteX120" fmla="*/ 5201059 w 10460182"/>
                  <a:gd name="connsiteY120" fmla="*/ 7373476 h 10448096"/>
                  <a:gd name="connsiteX121" fmla="*/ 5250872 w 10460182"/>
                  <a:gd name="connsiteY121" fmla="*/ 7123005 h 10448096"/>
                  <a:gd name="connsiteX122" fmla="*/ 5245735 w 10460182"/>
                  <a:gd name="connsiteY122" fmla="*/ 7071789 h 10448096"/>
                  <a:gd name="connsiteX123" fmla="*/ 4577603 w 10460182"/>
                  <a:gd name="connsiteY123" fmla="*/ 7067120 h 10448096"/>
                  <a:gd name="connsiteX124" fmla="*/ 4528412 w 10460182"/>
                  <a:gd name="connsiteY124" fmla="*/ 6893704 h 10448096"/>
                  <a:gd name="connsiteX125" fmla="*/ 4038834 w 10460182"/>
                  <a:gd name="connsiteY125" fmla="*/ 6869576 h 10448096"/>
                  <a:gd name="connsiteX126" fmla="*/ 3976254 w 10460182"/>
                  <a:gd name="connsiteY126" fmla="*/ 7123005 h 10448096"/>
                  <a:gd name="connsiteX127" fmla="*/ 3932667 w 10460182"/>
                  <a:gd name="connsiteY127" fmla="*/ 7334403 h 10448096"/>
                  <a:gd name="connsiteX128" fmla="*/ 3910095 w 10460182"/>
                  <a:gd name="connsiteY128" fmla="*/ 7456604 h 10448096"/>
                  <a:gd name="connsiteX129" fmla="*/ 3559528 w 10460182"/>
                  <a:gd name="connsiteY129" fmla="*/ 7451000 h 10448096"/>
                  <a:gd name="connsiteX130" fmla="*/ 3311236 w 10460182"/>
                  <a:gd name="connsiteY130" fmla="*/ 7455514 h 10448096"/>
                  <a:gd name="connsiteX131" fmla="*/ 2895600 w 10460182"/>
                  <a:gd name="connsiteY131" fmla="*/ 7441659 h 10448096"/>
                  <a:gd name="connsiteX132" fmla="*/ 2784763 w 10460182"/>
                  <a:gd name="connsiteY132" fmla="*/ 7192277 h 10448096"/>
                  <a:gd name="connsiteX133" fmla="*/ 2604654 w 10460182"/>
                  <a:gd name="connsiteY133" fmla="*/ 6915186 h 10448096"/>
                  <a:gd name="connsiteX134" fmla="*/ 2410691 w 10460182"/>
                  <a:gd name="connsiteY134" fmla="*/ 6416423 h 10448096"/>
                  <a:gd name="connsiteX135" fmla="*/ 2327563 w 10460182"/>
                  <a:gd name="connsiteY135" fmla="*/ 6277877 h 10448096"/>
                  <a:gd name="connsiteX136" fmla="*/ 1662545 w 10460182"/>
                  <a:gd name="connsiteY136" fmla="*/ 6250168 h 10448096"/>
                  <a:gd name="connsiteX137" fmla="*/ 1233054 w 10460182"/>
                  <a:gd name="connsiteY137" fmla="*/ 6250168 h 10448096"/>
                  <a:gd name="connsiteX138" fmla="*/ 1136072 w 10460182"/>
                  <a:gd name="connsiteY138" fmla="*/ 6305586 h 10448096"/>
                  <a:gd name="connsiteX139" fmla="*/ 706582 w 10460182"/>
                  <a:gd name="connsiteY139" fmla="*/ 6264023 h 10448096"/>
                  <a:gd name="connsiteX140" fmla="*/ 318654 w 10460182"/>
                  <a:gd name="connsiteY140" fmla="*/ 6291732 h 10448096"/>
                  <a:gd name="connsiteX141" fmla="*/ 96982 w 10460182"/>
                  <a:gd name="connsiteY141" fmla="*/ 6444132 h 10448096"/>
                  <a:gd name="connsiteX142" fmla="*/ 0 w 10460182"/>
                  <a:gd name="connsiteY142" fmla="*/ 6347150 h 10448096"/>
                  <a:gd name="connsiteX143" fmla="*/ 83127 w 10460182"/>
                  <a:gd name="connsiteY143" fmla="*/ 6291732 h 10448096"/>
                  <a:gd name="connsiteX0" fmla="*/ 83127 w 10460182"/>
                  <a:gd name="connsiteY0" fmla="*/ 6291732 h 10448096"/>
                  <a:gd name="connsiteX1" fmla="*/ 96982 w 10460182"/>
                  <a:gd name="connsiteY1" fmla="*/ 5848386 h 10448096"/>
                  <a:gd name="connsiteX2" fmla="*/ 401782 w 10460182"/>
                  <a:gd name="connsiteY2" fmla="*/ 5585150 h 10448096"/>
                  <a:gd name="connsiteX3" fmla="*/ 651163 w 10460182"/>
                  <a:gd name="connsiteY3" fmla="*/ 5723696 h 10448096"/>
                  <a:gd name="connsiteX4" fmla="*/ 858982 w 10460182"/>
                  <a:gd name="connsiteY4" fmla="*/ 5557441 h 10448096"/>
                  <a:gd name="connsiteX5" fmla="*/ 997527 w 10460182"/>
                  <a:gd name="connsiteY5" fmla="*/ 5405041 h 10448096"/>
                  <a:gd name="connsiteX6" fmla="*/ 1080654 w 10460182"/>
                  <a:gd name="connsiteY6" fmla="*/ 5488168 h 10448096"/>
                  <a:gd name="connsiteX7" fmla="*/ 1269312 w 10460182"/>
                  <a:gd name="connsiteY7" fmla="*/ 5732834 h 10448096"/>
                  <a:gd name="connsiteX8" fmla="*/ 1523116 w 10460182"/>
                  <a:gd name="connsiteY8" fmla="*/ 5534154 h 10448096"/>
                  <a:gd name="connsiteX9" fmla="*/ 1731818 w 10460182"/>
                  <a:gd name="connsiteY9" fmla="*/ 5349623 h 10448096"/>
                  <a:gd name="connsiteX10" fmla="*/ 2022763 w 10460182"/>
                  <a:gd name="connsiteY10" fmla="*/ 5114096 h 10448096"/>
                  <a:gd name="connsiteX11" fmla="*/ 2119745 w 10460182"/>
                  <a:gd name="connsiteY11" fmla="*/ 4684605 h 10448096"/>
                  <a:gd name="connsiteX12" fmla="*/ 2172511 w 10460182"/>
                  <a:gd name="connsiteY12" fmla="*/ 4217972 h 10448096"/>
                  <a:gd name="connsiteX13" fmla="*/ 2355272 w 10460182"/>
                  <a:gd name="connsiteY13" fmla="*/ 3908750 h 10448096"/>
                  <a:gd name="connsiteX14" fmla="*/ 2715491 w 10460182"/>
                  <a:gd name="connsiteY14" fmla="*/ 3506968 h 10448096"/>
                  <a:gd name="connsiteX15" fmla="*/ 2978727 w 10460182"/>
                  <a:gd name="connsiteY15" fmla="*/ 3313005 h 10448096"/>
                  <a:gd name="connsiteX16" fmla="*/ 3006436 w 10460182"/>
                  <a:gd name="connsiteY16" fmla="*/ 2869659 h 10448096"/>
                  <a:gd name="connsiteX17" fmla="*/ 3075709 w 10460182"/>
                  <a:gd name="connsiteY17" fmla="*/ 2578714 h 10448096"/>
                  <a:gd name="connsiteX18" fmla="*/ 3075709 w 10460182"/>
                  <a:gd name="connsiteY18" fmla="*/ 2370896 h 10448096"/>
                  <a:gd name="connsiteX19" fmla="*/ 3214254 w 10460182"/>
                  <a:gd name="connsiteY19" fmla="*/ 2038386 h 10448096"/>
                  <a:gd name="connsiteX20" fmla="*/ 3214254 w 10460182"/>
                  <a:gd name="connsiteY20" fmla="*/ 1747441 h 10448096"/>
                  <a:gd name="connsiteX21" fmla="*/ 3513454 w 10460182"/>
                  <a:gd name="connsiteY21" fmla="*/ 1179405 h 10448096"/>
                  <a:gd name="connsiteX22" fmla="*/ 3463636 w 10460182"/>
                  <a:gd name="connsiteY22" fmla="*/ 805332 h 10448096"/>
                  <a:gd name="connsiteX23" fmla="*/ 3491345 w 10460182"/>
                  <a:gd name="connsiteY23" fmla="*/ 597514 h 10448096"/>
                  <a:gd name="connsiteX24" fmla="*/ 3823854 w 10460182"/>
                  <a:gd name="connsiteY24" fmla="*/ 237296 h 10448096"/>
                  <a:gd name="connsiteX25" fmla="*/ 4017818 w 10460182"/>
                  <a:gd name="connsiteY25" fmla="*/ 112605 h 10448096"/>
                  <a:gd name="connsiteX26" fmla="*/ 4433454 w 10460182"/>
                  <a:gd name="connsiteY26" fmla="*/ 348132 h 10448096"/>
                  <a:gd name="connsiteX27" fmla="*/ 4599709 w 10460182"/>
                  <a:gd name="connsiteY27" fmla="*/ 542096 h 10448096"/>
                  <a:gd name="connsiteX28" fmla="*/ 5070763 w 10460182"/>
                  <a:gd name="connsiteY28" fmla="*/ 597514 h 10448096"/>
                  <a:gd name="connsiteX29" fmla="*/ 5391187 w 10460182"/>
                  <a:gd name="connsiteY29" fmla="*/ 656763 h 10448096"/>
                  <a:gd name="connsiteX30" fmla="*/ 5647937 w 10460182"/>
                  <a:gd name="connsiteY30" fmla="*/ 673271 h 10448096"/>
                  <a:gd name="connsiteX31" fmla="*/ 5860472 w 10460182"/>
                  <a:gd name="connsiteY31" fmla="*/ 334277 h 10448096"/>
                  <a:gd name="connsiteX32" fmla="*/ 6123709 w 10460182"/>
                  <a:gd name="connsiteY32" fmla="*/ 375841 h 10448096"/>
                  <a:gd name="connsiteX33" fmla="*/ 6594763 w 10460182"/>
                  <a:gd name="connsiteY33" fmla="*/ 237296 h 10448096"/>
                  <a:gd name="connsiteX34" fmla="*/ 6761018 w 10460182"/>
                  <a:gd name="connsiteY34" fmla="*/ 181877 h 10448096"/>
                  <a:gd name="connsiteX35" fmla="*/ 7038109 w 10460182"/>
                  <a:gd name="connsiteY35" fmla="*/ 251150 h 10448096"/>
                  <a:gd name="connsiteX36" fmla="*/ 7232072 w 10460182"/>
                  <a:gd name="connsiteY36" fmla="*/ 71041 h 10448096"/>
                  <a:gd name="connsiteX37" fmla="*/ 7363248 w 10460182"/>
                  <a:gd name="connsiteY37" fmla="*/ 0 h 10448096"/>
                  <a:gd name="connsiteX38" fmla="*/ 7606145 w 10460182"/>
                  <a:gd name="connsiteY38" fmla="*/ 57186 h 10448096"/>
                  <a:gd name="connsiteX39" fmla="*/ 7910945 w 10460182"/>
                  <a:gd name="connsiteY39" fmla="*/ 181877 h 10448096"/>
                  <a:gd name="connsiteX40" fmla="*/ 8312727 w 10460182"/>
                  <a:gd name="connsiteY40" fmla="*/ 112605 h 10448096"/>
                  <a:gd name="connsiteX41" fmla="*/ 8647005 w 10460182"/>
                  <a:gd name="connsiteY41" fmla="*/ 449831 h 10448096"/>
                  <a:gd name="connsiteX42" fmla="*/ 8908472 w 10460182"/>
                  <a:gd name="connsiteY42" fmla="*/ 597514 h 10448096"/>
                  <a:gd name="connsiteX43" fmla="*/ 9088582 w 10460182"/>
                  <a:gd name="connsiteY43" fmla="*/ 500532 h 10448096"/>
                  <a:gd name="connsiteX44" fmla="*/ 9351818 w 10460182"/>
                  <a:gd name="connsiteY44" fmla="*/ 445114 h 10448096"/>
                  <a:gd name="connsiteX45" fmla="*/ 9518072 w 10460182"/>
                  <a:gd name="connsiteY45" fmla="*/ 472823 h 10448096"/>
                  <a:gd name="connsiteX46" fmla="*/ 9646301 w 10460182"/>
                  <a:gd name="connsiteY46" fmla="*/ 422711 h 10448096"/>
                  <a:gd name="connsiteX47" fmla="*/ 10002982 w 10460182"/>
                  <a:gd name="connsiteY47" fmla="*/ 846896 h 10448096"/>
                  <a:gd name="connsiteX48" fmla="*/ 10238509 w 10460182"/>
                  <a:gd name="connsiteY48" fmla="*/ 1040859 h 10448096"/>
                  <a:gd name="connsiteX49" fmla="*/ 10224654 w 10460182"/>
                  <a:gd name="connsiteY49" fmla="*/ 1304096 h 10448096"/>
                  <a:gd name="connsiteX50" fmla="*/ 10238509 w 10460182"/>
                  <a:gd name="connsiteY50" fmla="*/ 1498059 h 10448096"/>
                  <a:gd name="connsiteX51" fmla="*/ 10280072 w 10460182"/>
                  <a:gd name="connsiteY51" fmla="*/ 1622750 h 10448096"/>
                  <a:gd name="connsiteX52" fmla="*/ 10460182 w 10460182"/>
                  <a:gd name="connsiteY52" fmla="*/ 1858277 h 10448096"/>
                  <a:gd name="connsiteX53" fmla="*/ 10099963 w 10460182"/>
                  <a:gd name="connsiteY53" fmla="*/ 2315477 h 10448096"/>
                  <a:gd name="connsiteX54" fmla="*/ 9781309 w 10460182"/>
                  <a:gd name="connsiteY54" fmla="*/ 2551005 h 10448096"/>
                  <a:gd name="connsiteX55" fmla="*/ 9601200 w 10460182"/>
                  <a:gd name="connsiteY55" fmla="*/ 3479259 h 10448096"/>
                  <a:gd name="connsiteX56" fmla="*/ 9601200 w 10460182"/>
                  <a:gd name="connsiteY56" fmla="*/ 3770205 h 10448096"/>
                  <a:gd name="connsiteX57" fmla="*/ 9365672 w 10460182"/>
                  <a:gd name="connsiteY57" fmla="*/ 3964168 h 10448096"/>
                  <a:gd name="connsiteX58" fmla="*/ 9310254 w 10460182"/>
                  <a:gd name="connsiteY58" fmla="*/ 4130423 h 10448096"/>
                  <a:gd name="connsiteX59" fmla="*/ 9199418 w 10460182"/>
                  <a:gd name="connsiteY59" fmla="*/ 4338241 h 10448096"/>
                  <a:gd name="connsiteX60" fmla="*/ 9268691 w 10460182"/>
                  <a:gd name="connsiteY60" fmla="*/ 4504496 h 10448096"/>
                  <a:gd name="connsiteX61" fmla="*/ 9337963 w 10460182"/>
                  <a:gd name="connsiteY61" fmla="*/ 4712314 h 10448096"/>
                  <a:gd name="connsiteX62" fmla="*/ 9421091 w 10460182"/>
                  <a:gd name="connsiteY62" fmla="*/ 4961696 h 10448096"/>
                  <a:gd name="connsiteX63" fmla="*/ 9434945 w 10460182"/>
                  <a:gd name="connsiteY63" fmla="*/ 5266496 h 10448096"/>
                  <a:gd name="connsiteX64" fmla="*/ 9462654 w 10460182"/>
                  <a:gd name="connsiteY64" fmla="*/ 5668277 h 10448096"/>
                  <a:gd name="connsiteX65" fmla="*/ 9587345 w 10460182"/>
                  <a:gd name="connsiteY65" fmla="*/ 6028496 h 10448096"/>
                  <a:gd name="connsiteX66" fmla="*/ 9545782 w 10460182"/>
                  <a:gd name="connsiteY66" fmla="*/ 6430277 h 10448096"/>
                  <a:gd name="connsiteX67" fmla="*/ 9933709 w 10460182"/>
                  <a:gd name="connsiteY67" fmla="*/ 6915186 h 10448096"/>
                  <a:gd name="connsiteX68" fmla="*/ 10113818 w 10460182"/>
                  <a:gd name="connsiteY68" fmla="*/ 7261550 h 10448096"/>
                  <a:gd name="connsiteX69" fmla="*/ 10252363 w 10460182"/>
                  <a:gd name="connsiteY69" fmla="*/ 7594059 h 10448096"/>
                  <a:gd name="connsiteX70" fmla="*/ 9670472 w 10460182"/>
                  <a:gd name="connsiteY70" fmla="*/ 7594059 h 10448096"/>
                  <a:gd name="connsiteX71" fmla="*/ 9337963 w 10460182"/>
                  <a:gd name="connsiteY71" fmla="*/ 7704896 h 10448096"/>
                  <a:gd name="connsiteX72" fmla="*/ 9102436 w 10460182"/>
                  <a:gd name="connsiteY72" fmla="*/ 7843441 h 10448096"/>
                  <a:gd name="connsiteX73" fmla="*/ 9019309 w 10460182"/>
                  <a:gd name="connsiteY73" fmla="*/ 8051259 h 10448096"/>
                  <a:gd name="connsiteX74" fmla="*/ 8956730 w 10460182"/>
                  <a:gd name="connsiteY74" fmla="*/ 8148241 h 10448096"/>
                  <a:gd name="connsiteX75" fmla="*/ 9027559 w 10460182"/>
                  <a:gd name="connsiteY75" fmla="*/ 8577732 h 10448096"/>
                  <a:gd name="connsiteX76" fmla="*/ 9030673 w 10460182"/>
                  <a:gd name="connsiteY76" fmla="*/ 8811236 h 10448096"/>
                  <a:gd name="connsiteX77" fmla="*/ 8991600 w 10460182"/>
                  <a:gd name="connsiteY77" fmla="*/ 9021077 h 10448096"/>
                  <a:gd name="connsiteX78" fmla="*/ 8894618 w 10460182"/>
                  <a:gd name="connsiteY78" fmla="*/ 9325877 h 10448096"/>
                  <a:gd name="connsiteX79" fmla="*/ 8922327 w 10460182"/>
                  <a:gd name="connsiteY79" fmla="*/ 9589114 h 10448096"/>
                  <a:gd name="connsiteX80" fmla="*/ 9144000 w 10460182"/>
                  <a:gd name="connsiteY80" fmla="*/ 9755368 h 10448096"/>
                  <a:gd name="connsiteX81" fmla="*/ 9353374 w 10460182"/>
                  <a:gd name="connsiteY81" fmla="*/ 9906212 h 10448096"/>
                  <a:gd name="connsiteX82" fmla="*/ 9529903 w 10460182"/>
                  <a:gd name="connsiteY82" fmla="*/ 9958205 h 10448096"/>
                  <a:gd name="connsiteX83" fmla="*/ 9625328 w 10460182"/>
                  <a:gd name="connsiteY83" fmla="*/ 9844256 h 10448096"/>
                  <a:gd name="connsiteX84" fmla="*/ 9667359 w 10460182"/>
                  <a:gd name="connsiteY84" fmla="*/ 9856554 h 10448096"/>
                  <a:gd name="connsiteX85" fmla="*/ 9668916 w 10460182"/>
                  <a:gd name="connsiteY85" fmla="*/ 10309550 h 10448096"/>
                  <a:gd name="connsiteX86" fmla="*/ 9495500 w 10460182"/>
                  <a:gd name="connsiteY86" fmla="*/ 10359209 h 10448096"/>
                  <a:gd name="connsiteX87" fmla="*/ 9310254 w 10460182"/>
                  <a:gd name="connsiteY87" fmla="*/ 10448096 h 10448096"/>
                  <a:gd name="connsiteX88" fmla="*/ 9227127 w 10460182"/>
                  <a:gd name="connsiteY88" fmla="*/ 10295696 h 10448096"/>
                  <a:gd name="connsiteX89" fmla="*/ 9033163 w 10460182"/>
                  <a:gd name="connsiteY89" fmla="*/ 10046314 h 10448096"/>
                  <a:gd name="connsiteX90" fmla="*/ 8825345 w 10460182"/>
                  <a:gd name="connsiteY90" fmla="*/ 9866205 h 10448096"/>
                  <a:gd name="connsiteX91" fmla="*/ 8534400 w 10460182"/>
                  <a:gd name="connsiteY91" fmla="*/ 9755368 h 10448096"/>
                  <a:gd name="connsiteX92" fmla="*/ 8423563 w 10460182"/>
                  <a:gd name="connsiteY92" fmla="*/ 9699950 h 10448096"/>
                  <a:gd name="connsiteX93" fmla="*/ 8285018 w 10460182"/>
                  <a:gd name="connsiteY93" fmla="*/ 9533696 h 10448096"/>
                  <a:gd name="connsiteX94" fmla="*/ 8257309 w 10460182"/>
                  <a:gd name="connsiteY94" fmla="*/ 9395150 h 10448096"/>
                  <a:gd name="connsiteX95" fmla="*/ 8146472 w 10460182"/>
                  <a:gd name="connsiteY95" fmla="*/ 9409005 h 10448096"/>
                  <a:gd name="connsiteX96" fmla="*/ 8091054 w 10460182"/>
                  <a:gd name="connsiteY96" fmla="*/ 9630677 h 10448096"/>
                  <a:gd name="connsiteX97" fmla="*/ 7806336 w 10460182"/>
                  <a:gd name="connsiteY97" fmla="*/ 9636437 h 10448096"/>
                  <a:gd name="connsiteX98" fmla="*/ 7567694 w 10460182"/>
                  <a:gd name="connsiteY98" fmla="*/ 9573236 h 10448096"/>
                  <a:gd name="connsiteX99" fmla="*/ 7466043 w 10460182"/>
                  <a:gd name="connsiteY99" fmla="*/ 9524511 h 10448096"/>
                  <a:gd name="connsiteX100" fmla="*/ 7439891 w 10460182"/>
                  <a:gd name="connsiteY100" fmla="*/ 9215041 h 10448096"/>
                  <a:gd name="connsiteX101" fmla="*/ 7397859 w 10460182"/>
                  <a:gd name="connsiteY101" fmla="*/ 9409005 h 10448096"/>
                  <a:gd name="connsiteX102" fmla="*/ 7287491 w 10460182"/>
                  <a:gd name="connsiteY102" fmla="*/ 9503028 h 10448096"/>
                  <a:gd name="connsiteX103" fmla="*/ 7221797 w 10460182"/>
                  <a:gd name="connsiteY103" fmla="*/ 9175034 h 10448096"/>
                  <a:gd name="connsiteX104" fmla="*/ 6954982 w 10460182"/>
                  <a:gd name="connsiteY104" fmla="*/ 9242750 h 10448096"/>
                  <a:gd name="connsiteX105" fmla="*/ 6710737 w 10460182"/>
                  <a:gd name="connsiteY105" fmla="*/ 9315137 h 10448096"/>
                  <a:gd name="connsiteX106" fmla="*/ 6674777 w 10460182"/>
                  <a:gd name="connsiteY106" fmla="*/ 9116036 h 10448096"/>
                  <a:gd name="connsiteX107" fmla="*/ 6511636 w 10460182"/>
                  <a:gd name="connsiteY107" fmla="*/ 9007223 h 10448096"/>
                  <a:gd name="connsiteX108" fmla="*/ 6428509 w 10460182"/>
                  <a:gd name="connsiteY108" fmla="*/ 9007223 h 10448096"/>
                  <a:gd name="connsiteX109" fmla="*/ 6325922 w 10460182"/>
                  <a:gd name="connsiteY109" fmla="*/ 9110431 h 10448096"/>
                  <a:gd name="connsiteX110" fmla="*/ 6167763 w 10460182"/>
                  <a:gd name="connsiteY110" fmla="*/ 9031351 h 10448096"/>
                  <a:gd name="connsiteX111" fmla="*/ 6002132 w 10460182"/>
                  <a:gd name="connsiteY111" fmla="*/ 9146858 h 10448096"/>
                  <a:gd name="connsiteX112" fmla="*/ 5749636 w 10460182"/>
                  <a:gd name="connsiteY112" fmla="*/ 9104205 h 10448096"/>
                  <a:gd name="connsiteX113" fmla="*/ 5674760 w 10460182"/>
                  <a:gd name="connsiteY113" fmla="*/ 9135028 h 10448096"/>
                  <a:gd name="connsiteX114" fmla="*/ 5507415 w 10460182"/>
                  <a:gd name="connsiteY114" fmla="*/ 9181261 h 10448096"/>
                  <a:gd name="connsiteX115" fmla="*/ 5505859 w 10460182"/>
                  <a:gd name="connsiteY115" fmla="*/ 8924096 h 10448096"/>
                  <a:gd name="connsiteX116" fmla="*/ 5505857 w 10460182"/>
                  <a:gd name="connsiteY116" fmla="*/ 8688101 h 10448096"/>
                  <a:gd name="connsiteX117" fmla="*/ 5336024 w 10460182"/>
                  <a:gd name="connsiteY117" fmla="*/ 8386416 h 10448096"/>
                  <a:gd name="connsiteX118" fmla="*/ 5230324 w 10460182"/>
                  <a:gd name="connsiteY118" fmla="*/ 8135944 h 10448096"/>
                  <a:gd name="connsiteX119" fmla="*/ 5317031 w 10460182"/>
                  <a:gd name="connsiteY119" fmla="*/ 7663332 h 10448096"/>
                  <a:gd name="connsiteX120" fmla="*/ 5201059 w 10460182"/>
                  <a:gd name="connsiteY120" fmla="*/ 7373476 h 10448096"/>
                  <a:gd name="connsiteX121" fmla="*/ 5250872 w 10460182"/>
                  <a:gd name="connsiteY121" fmla="*/ 7123005 h 10448096"/>
                  <a:gd name="connsiteX122" fmla="*/ 5245735 w 10460182"/>
                  <a:gd name="connsiteY122" fmla="*/ 7071789 h 10448096"/>
                  <a:gd name="connsiteX123" fmla="*/ 4577603 w 10460182"/>
                  <a:gd name="connsiteY123" fmla="*/ 7067120 h 10448096"/>
                  <a:gd name="connsiteX124" fmla="*/ 4528412 w 10460182"/>
                  <a:gd name="connsiteY124" fmla="*/ 6893704 h 10448096"/>
                  <a:gd name="connsiteX125" fmla="*/ 4038834 w 10460182"/>
                  <a:gd name="connsiteY125" fmla="*/ 6869576 h 10448096"/>
                  <a:gd name="connsiteX126" fmla="*/ 3976254 w 10460182"/>
                  <a:gd name="connsiteY126" fmla="*/ 7123005 h 10448096"/>
                  <a:gd name="connsiteX127" fmla="*/ 3932667 w 10460182"/>
                  <a:gd name="connsiteY127" fmla="*/ 7334403 h 10448096"/>
                  <a:gd name="connsiteX128" fmla="*/ 3910095 w 10460182"/>
                  <a:gd name="connsiteY128" fmla="*/ 7456604 h 10448096"/>
                  <a:gd name="connsiteX129" fmla="*/ 3559528 w 10460182"/>
                  <a:gd name="connsiteY129" fmla="*/ 7451000 h 10448096"/>
                  <a:gd name="connsiteX130" fmla="*/ 3311236 w 10460182"/>
                  <a:gd name="connsiteY130" fmla="*/ 7455514 h 10448096"/>
                  <a:gd name="connsiteX131" fmla="*/ 2895600 w 10460182"/>
                  <a:gd name="connsiteY131" fmla="*/ 7441659 h 10448096"/>
                  <a:gd name="connsiteX132" fmla="*/ 2784763 w 10460182"/>
                  <a:gd name="connsiteY132" fmla="*/ 7192277 h 10448096"/>
                  <a:gd name="connsiteX133" fmla="*/ 2604654 w 10460182"/>
                  <a:gd name="connsiteY133" fmla="*/ 6915186 h 10448096"/>
                  <a:gd name="connsiteX134" fmla="*/ 2410691 w 10460182"/>
                  <a:gd name="connsiteY134" fmla="*/ 6416423 h 10448096"/>
                  <a:gd name="connsiteX135" fmla="*/ 2327563 w 10460182"/>
                  <a:gd name="connsiteY135" fmla="*/ 6277877 h 10448096"/>
                  <a:gd name="connsiteX136" fmla="*/ 1662545 w 10460182"/>
                  <a:gd name="connsiteY136" fmla="*/ 6250168 h 10448096"/>
                  <a:gd name="connsiteX137" fmla="*/ 1233054 w 10460182"/>
                  <a:gd name="connsiteY137" fmla="*/ 6250168 h 10448096"/>
                  <a:gd name="connsiteX138" fmla="*/ 1136072 w 10460182"/>
                  <a:gd name="connsiteY138" fmla="*/ 6305586 h 10448096"/>
                  <a:gd name="connsiteX139" fmla="*/ 706582 w 10460182"/>
                  <a:gd name="connsiteY139" fmla="*/ 6264023 h 10448096"/>
                  <a:gd name="connsiteX140" fmla="*/ 318654 w 10460182"/>
                  <a:gd name="connsiteY140" fmla="*/ 6291732 h 10448096"/>
                  <a:gd name="connsiteX141" fmla="*/ 96982 w 10460182"/>
                  <a:gd name="connsiteY141" fmla="*/ 6444132 h 10448096"/>
                  <a:gd name="connsiteX142" fmla="*/ 0 w 10460182"/>
                  <a:gd name="connsiteY142" fmla="*/ 6347150 h 10448096"/>
                  <a:gd name="connsiteX143" fmla="*/ 83127 w 10460182"/>
                  <a:gd name="connsiteY143" fmla="*/ 6291732 h 10448096"/>
                  <a:gd name="connsiteX0" fmla="*/ 83127 w 10460182"/>
                  <a:gd name="connsiteY0" fmla="*/ 6291732 h 10448096"/>
                  <a:gd name="connsiteX1" fmla="*/ 96982 w 10460182"/>
                  <a:gd name="connsiteY1" fmla="*/ 5848386 h 10448096"/>
                  <a:gd name="connsiteX2" fmla="*/ 401782 w 10460182"/>
                  <a:gd name="connsiteY2" fmla="*/ 5585150 h 10448096"/>
                  <a:gd name="connsiteX3" fmla="*/ 651163 w 10460182"/>
                  <a:gd name="connsiteY3" fmla="*/ 5723696 h 10448096"/>
                  <a:gd name="connsiteX4" fmla="*/ 858982 w 10460182"/>
                  <a:gd name="connsiteY4" fmla="*/ 5557441 h 10448096"/>
                  <a:gd name="connsiteX5" fmla="*/ 997527 w 10460182"/>
                  <a:gd name="connsiteY5" fmla="*/ 5405041 h 10448096"/>
                  <a:gd name="connsiteX6" fmla="*/ 1080654 w 10460182"/>
                  <a:gd name="connsiteY6" fmla="*/ 5488168 h 10448096"/>
                  <a:gd name="connsiteX7" fmla="*/ 1269312 w 10460182"/>
                  <a:gd name="connsiteY7" fmla="*/ 5732834 h 10448096"/>
                  <a:gd name="connsiteX8" fmla="*/ 1523116 w 10460182"/>
                  <a:gd name="connsiteY8" fmla="*/ 5534154 h 10448096"/>
                  <a:gd name="connsiteX9" fmla="*/ 1731818 w 10460182"/>
                  <a:gd name="connsiteY9" fmla="*/ 5349623 h 10448096"/>
                  <a:gd name="connsiteX10" fmla="*/ 2022763 w 10460182"/>
                  <a:gd name="connsiteY10" fmla="*/ 5114096 h 10448096"/>
                  <a:gd name="connsiteX11" fmla="*/ 2119745 w 10460182"/>
                  <a:gd name="connsiteY11" fmla="*/ 4684605 h 10448096"/>
                  <a:gd name="connsiteX12" fmla="*/ 2172511 w 10460182"/>
                  <a:gd name="connsiteY12" fmla="*/ 4217972 h 10448096"/>
                  <a:gd name="connsiteX13" fmla="*/ 2355272 w 10460182"/>
                  <a:gd name="connsiteY13" fmla="*/ 3908750 h 10448096"/>
                  <a:gd name="connsiteX14" fmla="*/ 2715491 w 10460182"/>
                  <a:gd name="connsiteY14" fmla="*/ 3506968 h 10448096"/>
                  <a:gd name="connsiteX15" fmla="*/ 2978727 w 10460182"/>
                  <a:gd name="connsiteY15" fmla="*/ 3313005 h 10448096"/>
                  <a:gd name="connsiteX16" fmla="*/ 3006436 w 10460182"/>
                  <a:gd name="connsiteY16" fmla="*/ 2869659 h 10448096"/>
                  <a:gd name="connsiteX17" fmla="*/ 3075709 w 10460182"/>
                  <a:gd name="connsiteY17" fmla="*/ 2578714 h 10448096"/>
                  <a:gd name="connsiteX18" fmla="*/ 3075709 w 10460182"/>
                  <a:gd name="connsiteY18" fmla="*/ 2370896 h 10448096"/>
                  <a:gd name="connsiteX19" fmla="*/ 3214254 w 10460182"/>
                  <a:gd name="connsiteY19" fmla="*/ 2038386 h 10448096"/>
                  <a:gd name="connsiteX20" fmla="*/ 3214254 w 10460182"/>
                  <a:gd name="connsiteY20" fmla="*/ 1747441 h 10448096"/>
                  <a:gd name="connsiteX21" fmla="*/ 3513454 w 10460182"/>
                  <a:gd name="connsiteY21" fmla="*/ 1179405 h 10448096"/>
                  <a:gd name="connsiteX22" fmla="*/ 3463636 w 10460182"/>
                  <a:gd name="connsiteY22" fmla="*/ 805332 h 10448096"/>
                  <a:gd name="connsiteX23" fmla="*/ 3491345 w 10460182"/>
                  <a:gd name="connsiteY23" fmla="*/ 597514 h 10448096"/>
                  <a:gd name="connsiteX24" fmla="*/ 3823854 w 10460182"/>
                  <a:gd name="connsiteY24" fmla="*/ 237296 h 10448096"/>
                  <a:gd name="connsiteX25" fmla="*/ 4017818 w 10460182"/>
                  <a:gd name="connsiteY25" fmla="*/ 112605 h 10448096"/>
                  <a:gd name="connsiteX26" fmla="*/ 4433454 w 10460182"/>
                  <a:gd name="connsiteY26" fmla="*/ 348132 h 10448096"/>
                  <a:gd name="connsiteX27" fmla="*/ 4599709 w 10460182"/>
                  <a:gd name="connsiteY27" fmla="*/ 542096 h 10448096"/>
                  <a:gd name="connsiteX28" fmla="*/ 5070763 w 10460182"/>
                  <a:gd name="connsiteY28" fmla="*/ 597514 h 10448096"/>
                  <a:gd name="connsiteX29" fmla="*/ 5391187 w 10460182"/>
                  <a:gd name="connsiteY29" fmla="*/ 656763 h 10448096"/>
                  <a:gd name="connsiteX30" fmla="*/ 5647937 w 10460182"/>
                  <a:gd name="connsiteY30" fmla="*/ 673271 h 10448096"/>
                  <a:gd name="connsiteX31" fmla="*/ 5860472 w 10460182"/>
                  <a:gd name="connsiteY31" fmla="*/ 334277 h 10448096"/>
                  <a:gd name="connsiteX32" fmla="*/ 6123709 w 10460182"/>
                  <a:gd name="connsiteY32" fmla="*/ 375841 h 10448096"/>
                  <a:gd name="connsiteX33" fmla="*/ 6594763 w 10460182"/>
                  <a:gd name="connsiteY33" fmla="*/ 237296 h 10448096"/>
                  <a:gd name="connsiteX34" fmla="*/ 6761018 w 10460182"/>
                  <a:gd name="connsiteY34" fmla="*/ 181877 h 10448096"/>
                  <a:gd name="connsiteX35" fmla="*/ 7038109 w 10460182"/>
                  <a:gd name="connsiteY35" fmla="*/ 251150 h 10448096"/>
                  <a:gd name="connsiteX36" fmla="*/ 7232072 w 10460182"/>
                  <a:gd name="connsiteY36" fmla="*/ 71041 h 10448096"/>
                  <a:gd name="connsiteX37" fmla="*/ 7363248 w 10460182"/>
                  <a:gd name="connsiteY37" fmla="*/ 0 h 10448096"/>
                  <a:gd name="connsiteX38" fmla="*/ 7606145 w 10460182"/>
                  <a:gd name="connsiteY38" fmla="*/ 57186 h 10448096"/>
                  <a:gd name="connsiteX39" fmla="*/ 7910945 w 10460182"/>
                  <a:gd name="connsiteY39" fmla="*/ 181877 h 10448096"/>
                  <a:gd name="connsiteX40" fmla="*/ 8312727 w 10460182"/>
                  <a:gd name="connsiteY40" fmla="*/ 112605 h 10448096"/>
                  <a:gd name="connsiteX41" fmla="*/ 8647005 w 10460182"/>
                  <a:gd name="connsiteY41" fmla="*/ 449831 h 10448096"/>
                  <a:gd name="connsiteX42" fmla="*/ 8908472 w 10460182"/>
                  <a:gd name="connsiteY42" fmla="*/ 597514 h 10448096"/>
                  <a:gd name="connsiteX43" fmla="*/ 9088582 w 10460182"/>
                  <a:gd name="connsiteY43" fmla="*/ 500532 h 10448096"/>
                  <a:gd name="connsiteX44" fmla="*/ 9351818 w 10460182"/>
                  <a:gd name="connsiteY44" fmla="*/ 445114 h 10448096"/>
                  <a:gd name="connsiteX45" fmla="*/ 9518072 w 10460182"/>
                  <a:gd name="connsiteY45" fmla="*/ 420943 h 10448096"/>
                  <a:gd name="connsiteX46" fmla="*/ 9646301 w 10460182"/>
                  <a:gd name="connsiteY46" fmla="*/ 422711 h 10448096"/>
                  <a:gd name="connsiteX47" fmla="*/ 10002982 w 10460182"/>
                  <a:gd name="connsiteY47" fmla="*/ 846896 h 10448096"/>
                  <a:gd name="connsiteX48" fmla="*/ 10238509 w 10460182"/>
                  <a:gd name="connsiteY48" fmla="*/ 1040859 h 10448096"/>
                  <a:gd name="connsiteX49" fmla="*/ 10224654 w 10460182"/>
                  <a:gd name="connsiteY49" fmla="*/ 1304096 h 10448096"/>
                  <a:gd name="connsiteX50" fmla="*/ 10238509 w 10460182"/>
                  <a:gd name="connsiteY50" fmla="*/ 1498059 h 10448096"/>
                  <a:gd name="connsiteX51" fmla="*/ 10280072 w 10460182"/>
                  <a:gd name="connsiteY51" fmla="*/ 1622750 h 10448096"/>
                  <a:gd name="connsiteX52" fmla="*/ 10460182 w 10460182"/>
                  <a:gd name="connsiteY52" fmla="*/ 1858277 h 10448096"/>
                  <a:gd name="connsiteX53" fmla="*/ 10099963 w 10460182"/>
                  <a:gd name="connsiteY53" fmla="*/ 2315477 h 10448096"/>
                  <a:gd name="connsiteX54" fmla="*/ 9781309 w 10460182"/>
                  <a:gd name="connsiteY54" fmla="*/ 2551005 h 10448096"/>
                  <a:gd name="connsiteX55" fmla="*/ 9601200 w 10460182"/>
                  <a:gd name="connsiteY55" fmla="*/ 3479259 h 10448096"/>
                  <a:gd name="connsiteX56" fmla="*/ 9601200 w 10460182"/>
                  <a:gd name="connsiteY56" fmla="*/ 3770205 h 10448096"/>
                  <a:gd name="connsiteX57" fmla="*/ 9365672 w 10460182"/>
                  <a:gd name="connsiteY57" fmla="*/ 3964168 h 10448096"/>
                  <a:gd name="connsiteX58" fmla="*/ 9310254 w 10460182"/>
                  <a:gd name="connsiteY58" fmla="*/ 4130423 h 10448096"/>
                  <a:gd name="connsiteX59" fmla="*/ 9199418 w 10460182"/>
                  <a:gd name="connsiteY59" fmla="*/ 4338241 h 10448096"/>
                  <a:gd name="connsiteX60" fmla="*/ 9268691 w 10460182"/>
                  <a:gd name="connsiteY60" fmla="*/ 4504496 h 10448096"/>
                  <a:gd name="connsiteX61" fmla="*/ 9337963 w 10460182"/>
                  <a:gd name="connsiteY61" fmla="*/ 4712314 h 10448096"/>
                  <a:gd name="connsiteX62" fmla="*/ 9421091 w 10460182"/>
                  <a:gd name="connsiteY62" fmla="*/ 4961696 h 10448096"/>
                  <a:gd name="connsiteX63" fmla="*/ 9434945 w 10460182"/>
                  <a:gd name="connsiteY63" fmla="*/ 5266496 h 10448096"/>
                  <a:gd name="connsiteX64" fmla="*/ 9462654 w 10460182"/>
                  <a:gd name="connsiteY64" fmla="*/ 5668277 h 10448096"/>
                  <a:gd name="connsiteX65" fmla="*/ 9587345 w 10460182"/>
                  <a:gd name="connsiteY65" fmla="*/ 6028496 h 10448096"/>
                  <a:gd name="connsiteX66" fmla="*/ 9545782 w 10460182"/>
                  <a:gd name="connsiteY66" fmla="*/ 6430277 h 10448096"/>
                  <a:gd name="connsiteX67" fmla="*/ 9933709 w 10460182"/>
                  <a:gd name="connsiteY67" fmla="*/ 6915186 h 10448096"/>
                  <a:gd name="connsiteX68" fmla="*/ 10113818 w 10460182"/>
                  <a:gd name="connsiteY68" fmla="*/ 7261550 h 10448096"/>
                  <a:gd name="connsiteX69" fmla="*/ 10252363 w 10460182"/>
                  <a:gd name="connsiteY69" fmla="*/ 7594059 h 10448096"/>
                  <a:gd name="connsiteX70" fmla="*/ 9670472 w 10460182"/>
                  <a:gd name="connsiteY70" fmla="*/ 7594059 h 10448096"/>
                  <a:gd name="connsiteX71" fmla="*/ 9337963 w 10460182"/>
                  <a:gd name="connsiteY71" fmla="*/ 7704896 h 10448096"/>
                  <a:gd name="connsiteX72" fmla="*/ 9102436 w 10460182"/>
                  <a:gd name="connsiteY72" fmla="*/ 7843441 h 10448096"/>
                  <a:gd name="connsiteX73" fmla="*/ 9019309 w 10460182"/>
                  <a:gd name="connsiteY73" fmla="*/ 8051259 h 10448096"/>
                  <a:gd name="connsiteX74" fmla="*/ 8956730 w 10460182"/>
                  <a:gd name="connsiteY74" fmla="*/ 8148241 h 10448096"/>
                  <a:gd name="connsiteX75" fmla="*/ 9027559 w 10460182"/>
                  <a:gd name="connsiteY75" fmla="*/ 8577732 h 10448096"/>
                  <a:gd name="connsiteX76" fmla="*/ 9030673 w 10460182"/>
                  <a:gd name="connsiteY76" fmla="*/ 8811236 h 10448096"/>
                  <a:gd name="connsiteX77" fmla="*/ 8991600 w 10460182"/>
                  <a:gd name="connsiteY77" fmla="*/ 9021077 h 10448096"/>
                  <a:gd name="connsiteX78" fmla="*/ 8894618 w 10460182"/>
                  <a:gd name="connsiteY78" fmla="*/ 9325877 h 10448096"/>
                  <a:gd name="connsiteX79" fmla="*/ 8922327 w 10460182"/>
                  <a:gd name="connsiteY79" fmla="*/ 9589114 h 10448096"/>
                  <a:gd name="connsiteX80" fmla="*/ 9144000 w 10460182"/>
                  <a:gd name="connsiteY80" fmla="*/ 9755368 h 10448096"/>
                  <a:gd name="connsiteX81" fmla="*/ 9353374 w 10460182"/>
                  <a:gd name="connsiteY81" fmla="*/ 9906212 h 10448096"/>
                  <a:gd name="connsiteX82" fmla="*/ 9529903 w 10460182"/>
                  <a:gd name="connsiteY82" fmla="*/ 9958205 h 10448096"/>
                  <a:gd name="connsiteX83" fmla="*/ 9625328 w 10460182"/>
                  <a:gd name="connsiteY83" fmla="*/ 9844256 h 10448096"/>
                  <a:gd name="connsiteX84" fmla="*/ 9667359 w 10460182"/>
                  <a:gd name="connsiteY84" fmla="*/ 9856554 h 10448096"/>
                  <a:gd name="connsiteX85" fmla="*/ 9668916 w 10460182"/>
                  <a:gd name="connsiteY85" fmla="*/ 10309550 h 10448096"/>
                  <a:gd name="connsiteX86" fmla="*/ 9495500 w 10460182"/>
                  <a:gd name="connsiteY86" fmla="*/ 10359209 h 10448096"/>
                  <a:gd name="connsiteX87" fmla="*/ 9310254 w 10460182"/>
                  <a:gd name="connsiteY87" fmla="*/ 10448096 h 10448096"/>
                  <a:gd name="connsiteX88" fmla="*/ 9227127 w 10460182"/>
                  <a:gd name="connsiteY88" fmla="*/ 10295696 h 10448096"/>
                  <a:gd name="connsiteX89" fmla="*/ 9033163 w 10460182"/>
                  <a:gd name="connsiteY89" fmla="*/ 10046314 h 10448096"/>
                  <a:gd name="connsiteX90" fmla="*/ 8825345 w 10460182"/>
                  <a:gd name="connsiteY90" fmla="*/ 9866205 h 10448096"/>
                  <a:gd name="connsiteX91" fmla="*/ 8534400 w 10460182"/>
                  <a:gd name="connsiteY91" fmla="*/ 9755368 h 10448096"/>
                  <a:gd name="connsiteX92" fmla="*/ 8423563 w 10460182"/>
                  <a:gd name="connsiteY92" fmla="*/ 9699950 h 10448096"/>
                  <a:gd name="connsiteX93" fmla="*/ 8285018 w 10460182"/>
                  <a:gd name="connsiteY93" fmla="*/ 9533696 h 10448096"/>
                  <a:gd name="connsiteX94" fmla="*/ 8257309 w 10460182"/>
                  <a:gd name="connsiteY94" fmla="*/ 9395150 h 10448096"/>
                  <a:gd name="connsiteX95" fmla="*/ 8146472 w 10460182"/>
                  <a:gd name="connsiteY95" fmla="*/ 9409005 h 10448096"/>
                  <a:gd name="connsiteX96" fmla="*/ 8091054 w 10460182"/>
                  <a:gd name="connsiteY96" fmla="*/ 9630677 h 10448096"/>
                  <a:gd name="connsiteX97" fmla="*/ 7806336 w 10460182"/>
                  <a:gd name="connsiteY97" fmla="*/ 9636437 h 10448096"/>
                  <a:gd name="connsiteX98" fmla="*/ 7567694 w 10460182"/>
                  <a:gd name="connsiteY98" fmla="*/ 9573236 h 10448096"/>
                  <a:gd name="connsiteX99" fmla="*/ 7466043 w 10460182"/>
                  <a:gd name="connsiteY99" fmla="*/ 9524511 h 10448096"/>
                  <a:gd name="connsiteX100" fmla="*/ 7439891 w 10460182"/>
                  <a:gd name="connsiteY100" fmla="*/ 9215041 h 10448096"/>
                  <a:gd name="connsiteX101" fmla="*/ 7397859 w 10460182"/>
                  <a:gd name="connsiteY101" fmla="*/ 9409005 h 10448096"/>
                  <a:gd name="connsiteX102" fmla="*/ 7287491 w 10460182"/>
                  <a:gd name="connsiteY102" fmla="*/ 9503028 h 10448096"/>
                  <a:gd name="connsiteX103" fmla="*/ 7221797 w 10460182"/>
                  <a:gd name="connsiteY103" fmla="*/ 9175034 h 10448096"/>
                  <a:gd name="connsiteX104" fmla="*/ 6954982 w 10460182"/>
                  <a:gd name="connsiteY104" fmla="*/ 9242750 h 10448096"/>
                  <a:gd name="connsiteX105" fmla="*/ 6710737 w 10460182"/>
                  <a:gd name="connsiteY105" fmla="*/ 9315137 h 10448096"/>
                  <a:gd name="connsiteX106" fmla="*/ 6674777 w 10460182"/>
                  <a:gd name="connsiteY106" fmla="*/ 9116036 h 10448096"/>
                  <a:gd name="connsiteX107" fmla="*/ 6511636 w 10460182"/>
                  <a:gd name="connsiteY107" fmla="*/ 9007223 h 10448096"/>
                  <a:gd name="connsiteX108" fmla="*/ 6428509 w 10460182"/>
                  <a:gd name="connsiteY108" fmla="*/ 9007223 h 10448096"/>
                  <a:gd name="connsiteX109" fmla="*/ 6325922 w 10460182"/>
                  <a:gd name="connsiteY109" fmla="*/ 9110431 h 10448096"/>
                  <a:gd name="connsiteX110" fmla="*/ 6167763 w 10460182"/>
                  <a:gd name="connsiteY110" fmla="*/ 9031351 h 10448096"/>
                  <a:gd name="connsiteX111" fmla="*/ 6002132 w 10460182"/>
                  <a:gd name="connsiteY111" fmla="*/ 9146858 h 10448096"/>
                  <a:gd name="connsiteX112" fmla="*/ 5749636 w 10460182"/>
                  <a:gd name="connsiteY112" fmla="*/ 9104205 h 10448096"/>
                  <a:gd name="connsiteX113" fmla="*/ 5674760 w 10460182"/>
                  <a:gd name="connsiteY113" fmla="*/ 9135028 h 10448096"/>
                  <a:gd name="connsiteX114" fmla="*/ 5507415 w 10460182"/>
                  <a:gd name="connsiteY114" fmla="*/ 9181261 h 10448096"/>
                  <a:gd name="connsiteX115" fmla="*/ 5505859 w 10460182"/>
                  <a:gd name="connsiteY115" fmla="*/ 8924096 h 10448096"/>
                  <a:gd name="connsiteX116" fmla="*/ 5505857 w 10460182"/>
                  <a:gd name="connsiteY116" fmla="*/ 8688101 h 10448096"/>
                  <a:gd name="connsiteX117" fmla="*/ 5336024 w 10460182"/>
                  <a:gd name="connsiteY117" fmla="*/ 8386416 h 10448096"/>
                  <a:gd name="connsiteX118" fmla="*/ 5230324 w 10460182"/>
                  <a:gd name="connsiteY118" fmla="*/ 8135944 h 10448096"/>
                  <a:gd name="connsiteX119" fmla="*/ 5317031 w 10460182"/>
                  <a:gd name="connsiteY119" fmla="*/ 7663332 h 10448096"/>
                  <a:gd name="connsiteX120" fmla="*/ 5201059 w 10460182"/>
                  <a:gd name="connsiteY120" fmla="*/ 7373476 h 10448096"/>
                  <a:gd name="connsiteX121" fmla="*/ 5250872 w 10460182"/>
                  <a:gd name="connsiteY121" fmla="*/ 7123005 h 10448096"/>
                  <a:gd name="connsiteX122" fmla="*/ 5245735 w 10460182"/>
                  <a:gd name="connsiteY122" fmla="*/ 7071789 h 10448096"/>
                  <a:gd name="connsiteX123" fmla="*/ 4577603 w 10460182"/>
                  <a:gd name="connsiteY123" fmla="*/ 7067120 h 10448096"/>
                  <a:gd name="connsiteX124" fmla="*/ 4528412 w 10460182"/>
                  <a:gd name="connsiteY124" fmla="*/ 6893704 h 10448096"/>
                  <a:gd name="connsiteX125" fmla="*/ 4038834 w 10460182"/>
                  <a:gd name="connsiteY125" fmla="*/ 6869576 h 10448096"/>
                  <a:gd name="connsiteX126" fmla="*/ 3976254 w 10460182"/>
                  <a:gd name="connsiteY126" fmla="*/ 7123005 h 10448096"/>
                  <a:gd name="connsiteX127" fmla="*/ 3932667 w 10460182"/>
                  <a:gd name="connsiteY127" fmla="*/ 7334403 h 10448096"/>
                  <a:gd name="connsiteX128" fmla="*/ 3910095 w 10460182"/>
                  <a:gd name="connsiteY128" fmla="*/ 7456604 h 10448096"/>
                  <a:gd name="connsiteX129" fmla="*/ 3559528 w 10460182"/>
                  <a:gd name="connsiteY129" fmla="*/ 7451000 h 10448096"/>
                  <a:gd name="connsiteX130" fmla="*/ 3311236 w 10460182"/>
                  <a:gd name="connsiteY130" fmla="*/ 7455514 h 10448096"/>
                  <a:gd name="connsiteX131" fmla="*/ 2895600 w 10460182"/>
                  <a:gd name="connsiteY131" fmla="*/ 7441659 h 10448096"/>
                  <a:gd name="connsiteX132" fmla="*/ 2784763 w 10460182"/>
                  <a:gd name="connsiteY132" fmla="*/ 7192277 h 10448096"/>
                  <a:gd name="connsiteX133" fmla="*/ 2604654 w 10460182"/>
                  <a:gd name="connsiteY133" fmla="*/ 6915186 h 10448096"/>
                  <a:gd name="connsiteX134" fmla="*/ 2410691 w 10460182"/>
                  <a:gd name="connsiteY134" fmla="*/ 6416423 h 10448096"/>
                  <a:gd name="connsiteX135" fmla="*/ 2327563 w 10460182"/>
                  <a:gd name="connsiteY135" fmla="*/ 6277877 h 10448096"/>
                  <a:gd name="connsiteX136" fmla="*/ 1662545 w 10460182"/>
                  <a:gd name="connsiteY136" fmla="*/ 6250168 h 10448096"/>
                  <a:gd name="connsiteX137" fmla="*/ 1233054 w 10460182"/>
                  <a:gd name="connsiteY137" fmla="*/ 6250168 h 10448096"/>
                  <a:gd name="connsiteX138" fmla="*/ 1136072 w 10460182"/>
                  <a:gd name="connsiteY138" fmla="*/ 6305586 h 10448096"/>
                  <a:gd name="connsiteX139" fmla="*/ 706582 w 10460182"/>
                  <a:gd name="connsiteY139" fmla="*/ 6264023 h 10448096"/>
                  <a:gd name="connsiteX140" fmla="*/ 318654 w 10460182"/>
                  <a:gd name="connsiteY140" fmla="*/ 6291732 h 10448096"/>
                  <a:gd name="connsiteX141" fmla="*/ 96982 w 10460182"/>
                  <a:gd name="connsiteY141" fmla="*/ 6444132 h 10448096"/>
                  <a:gd name="connsiteX142" fmla="*/ 0 w 10460182"/>
                  <a:gd name="connsiteY142" fmla="*/ 6347150 h 10448096"/>
                  <a:gd name="connsiteX143" fmla="*/ 83127 w 10460182"/>
                  <a:gd name="connsiteY143" fmla="*/ 6291732 h 10448096"/>
                  <a:gd name="connsiteX0" fmla="*/ 83127 w 10479637"/>
                  <a:gd name="connsiteY0" fmla="*/ 6291732 h 10448096"/>
                  <a:gd name="connsiteX1" fmla="*/ 96982 w 10479637"/>
                  <a:gd name="connsiteY1" fmla="*/ 5848386 h 10448096"/>
                  <a:gd name="connsiteX2" fmla="*/ 401782 w 10479637"/>
                  <a:gd name="connsiteY2" fmla="*/ 5585150 h 10448096"/>
                  <a:gd name="connsiteX3" fmla="*/ 651163 w 10479637"/>
                  <a:gd name="connsiteY3" fmla="*/ 5723696 h 10448096"/>
                  <a:gd name="connsiteX4" fmla="*/ 858982 w 10479637"/>
                  <a:gd name="connsiteY4" fmla="*/ 5557441 h 10448096"/>
                  <a:gd name="connsiteX5" fmla="*/ 997527 w 10479637"/>
                  <a:gd name="connsiteY5" fmla="*/ 5405041 h 10448096"/>
                  <a:gd name="connsiteX6" fmla="*/ 1080654 w 10479637"/>
                  <a:gd name="connsiteY6" fmla="*/ 5488168 h 10448096"/>
                  <a:gd name="connsiteX7" fmla="*/ 1269312 w 10479637"/>
                  <a:gd name="connsiteY7" fmla="*/ 5732834 h 10448096"/>
                  <a:gd name="connsiteX8" fmla="*/ 1523116 w 10479637"/>
                  <a:gd name="connsiteY8" fmla="*/ 5534154 h 10448096"/>
                  <a:gd name="connsiteX9" fmla="*/ 1731818 w 10479637"/>
                  <a:gd name="connsiteY9" fmla="*/ 5349623 h 10448096"/>
                  <a:gd name="connsiteX10" fmla="*/ 2022763 w 10479637"/>
                  <a:gd name="connsiteY10" fmla="*/ 5114096 h 10448096"/>
                  <a:gd name="connsiteX11" fmla="*/ 2119745 w 10479637"/>
                  <a:gd name="connsiteY11" fmla="*/ 4684605 h 10448096"/>
                  <a:gd name="connsiteX12" fmla="*/ 2172511 w 10479637"/>
                  <a:gd name="connsiteY12" fmla="*/ 4217972 h 10448096"/>
                  <a:gd name="connsiteX13" fmla="*/ 2355272 w 10479637"/>
                  <a:gd name="connsiteY13" fmla="*/ 3908750 h 10448096"/>
                  <a:gd name="connsiteX14" fmla="*/ 2715491 w 10479637"/>
                  <a:gd name="connsiteY14" fmla="*/ 3506968 h 10448096"/>
                  <a:gd name="connsiteX15" fmla="*/ 2978727 w 10479637"/>
                  <a:gd name="connsiteY15" fmla="*/ 3313005 h 10448096"/>
                  <a:gd name="connsiteX16" fmla="*/ 3006436 w 10479637"/>
                  <a:gd name="connsiteY16" fmla="*/ 2869659 h 10448096"/>
                  <a:gd name="connsiteX17" fmla="*/ 3075709 w 10479637"/>
                  <a:gd name="connsiteY17" fmla="*/ 2578714 h 10448096"/>
                  <a:gd name="connsiteX18" fmla="*/ 3075709 w 10479637"/>
                  <a:gd name="connsiteY18" fmla="*/ 2370896 h 10448096"/>
                  <a:gd name="connsiteX19" fmla="*/ 3214254 w 10479637"/>
                  <a:gd name="connsiteY19" fmla="*/ 2038386 h 10448096"/>
                  <a:gd name="connsiteX20" fmla="*/ 3214254 w 10479637"/>
                  <a:gd name="connsiteY20" fmla="*/ 1747441 h 10448096"/>
                  <a:gd name="connsiteX21" fmla="*/ 3513454 w 10479637"/>
                  <a:gd name="connsiteY21" fmla="*/ 1179405 h 10448096"/>
                  <a:gd name="connsiteX22" fmla="*/ 3463636 w 10479637"/>
                  <a:gd name="connsiteY22" fmla="*/ 805332 h 10448096"/>
                  <a:gd name="connsiteX23" fmla="*/ 3491345 w 10479637"/>
                  <a:gd name="connsiteY23" fmla="*/ 597514 h 10448096"/>
                  <a:gd name="connsiteX24" fmla="*/ 3823854 w 10479637"/>
                  <a:gd name="connsiteY24" fmla="*/ 237296 h 10448096"/>
                  <a:gd name="connsiteX25" fmla="*/ 4017818 w 10479637"/>
                  <a:gd name="connsiteY25" fmla="*/ 112605 h 10448096"/>
                  <a:gd name="connsiteX26" fmla="*/ 4433454 w 10479637"/>
                  <a:gd name="connsiteY26" fmla="*/ 348132 h 10448096"/>
                  <a:gd name="connsiteX27" fmla="*/ 4599709 w 10479637"/>
                  <a:gd name="connsiteY27" fmla="*/ 542096 h 10448096"/>
                  <a:gd name="connsiteX28" fmla="*/ 5070763 w 10479637"/>
                  <a:gd name="connsiteY28" fmla="*/ 597514 h 10448096"/>
                  <a:gd name="connsiteX29" fmla="*/ 5391187 w 10479637"/>
                  <a:gd name="connsiteY29" fmla="*/ 656763 h 10448096"/>
                  <a:gd name="connsiteX30" fmla="*/ 5647937 w 10479637"/>
                  <a:gd name="connsiteY30" fmla="*/ 673271 h 10448096"/>
                  <a:gd name="connsiteX31" fmla="*/ 5860472 w 10479637"/>
                  <a:gd name="connsiteY31" fmla="*/ 334277 h 10448096"/>
                  <a:gd name="connsiteX32" fmla="*/ 6123709 w 10479637"/>
                  <a:gd name="connsiteY32" fmla="*/ 375841 h 10448096"/>
                  <a:gd name="connsiteX33" fmla="*/ 6594763 w 10479637"/>
                  <a:gd name="connsiteY33" fmla="*/ 237296 h 10448096"/>
                  <a:gd name="connsiteX34" fmla="*/ 6761018 w 10479637"/>
                  <a:gd name="connsiteY34" fmla="*/ 181877 h 10448096"/>
                  <a:gd name="connsiteX35" fmla="*/ 7038109 w 10479637"/>
                  <a:gd name="connsiteY35" fmla="*/ 251150 h 10448096"/>
                  <a:gd name="connsiteX36" fmla="*/ 7232072 w 10479637"/>
                  <a:gd name="connsiteY36" fmla="*/ 71041 h 10448096"/>
                  <a:gd name="connsiteX37" fmla="*/ 7363248 w 10479637"/>
                  <a:gd name="connsiteY37" fmla="*/ 0 h 10448096"/>
                  <a:gd name="connsiteX38" fmla="*/ 7606145 w 10479637"/>
                  <a:gd name="connsiteY38" fmla="*/ 57186 h 10448096"/>
                  <a:gd name="connsiteX39" fmla="*/ 7910945 w 10479637"/>
                  <a:gd name="connsiteY39" fmla="*/ 181877 h 10448096"/>
                  <a:gd name="connsiteX40" fmla="*/ 8312727 w 10479637"/>
                  <a:gd name="connsiteY40" fmla="*/ 112605 h 10448096"/>
                  <a:gd name="connsiteX41" fmla="*/ 8647005 w 10479637"/>
                  <a:gd name="connsiteY41" fmla="*/ 449831 h 10448096"/>
                  <a:gd name="connsiteX42" fmla="*/ 8908472 w 10479637"/>
                  <a:gd name="connsiteY42" fmla="*/ 597514 h 10448096"/>
                  <a:gd name="connsiteX43" fmla="*/ 9088582 w 10479637"/>
                  <a:gd name="connsiteY43" fmla="*/ 500532 h 10448096"/>
                  <a:gd name="connsiteX44" fmla="*/ 9351818 w 10479637"/>
                  <a:gd name="connsiteY44" fmla="*/ 445114 h 10448096"/>
                  <a:gd name="connsiteX45" fmla="*/ 9518072 w 10479637"/>
                  <a:gd name="connsiteY45" fmla="*/ 420943 h 10448096"/>
                  <a:gd name="connsiteX46" fmla="*/ 9646301 w 10479637"/>
                  <a:gd name="connsiteY46" fmla="*/ 422711 h 10448096"/>
                  <a:gd name="connsiteX47" fmla="*/ 10002982 w 10479637"/>
                  <a:gd name="connsiteY47" fmla="*/ 846896 h 10448096"/>
                  <a:gd name="connsiteX48" fmla="*/ 10238509 w 10479637"/>
                  <a:gd name="connsiteY48" fmla="*/ 1040859 h 10448096"/>
                  <a:gd name="connsiteX49" fmla="*/ 10224654 w 10479637"/>
                  <a:gd name="connsiteY49" fmla="*/ 1304096 h 10448096"/>
                  <a:gd name="connsiteX50" fmla="*/ 10238509 w 10479637"/>
                  <a:gd name="connsiteY50" fmla="*/ 1498059 h 10448096"/>
                  <a:gd name="connsiteX51" fmla="*/ 10280072 w 10479637"/>
                  <a:gd name="connsiteY51" fmla="*/ 1622750 h 10448096"/>
                  <a:gd name="connsiteX52" fmla="*/ 10479637 w 10479637"/>
                  <a:gd name="connsiteY52" fmla="*/ 1773970 h 10448096"/>
                  <a:gd name="connsiteX53" fmla="*/ 10099963 w 10479637"/>
                  <a:gd name="connsiteY53" fmla="*/ 2315477 h 10448096"/>
                  <a:gd name="connsiteX54" fmla="*/ 9781309 w 10479637"/>
                  <a:gd name="connsiteY54" fmla="*/ 2551005 h 10448096"/>
                  <a:gd name="connsiteX55" fmla="*/ 9601200 w 10479637"/>
                  <a:gd name="connsiteY55" fmla="*/ 3479259 h 10448096"/>
                  <a:gd name="connsiteX56" fmla="*/ 9601200 w 10479637"/>
                  <a:gd name="connsiteY56" fmla="*/ 3770205 h 10448096"/>
                  <a:gd name="connsiteX57" fmla="*/ 9365672 w 10479637"/>
                  <a:gd name="connsiteY57" fmla="*/ 3964168 h 10448096"/>
                  <a:gd name="connsiteX58" fmla="*/ 9310254 w 10479637"/>
                  <a:gd name="connsiteY58" fmla="*/ 4130423 h 10448096"/>
                  <a:gd name="connsiteX59" fmla="*/ 9199418 w 10479637"/>
                  <a:gd name="connsiteY59" fmla="*/ 4338241 h 10448096"/>
                  <a:gd name="connsiteX60" fmla="*/ 9268691 w 10479637"/>
                  <a:gd name="connsiteY60" fmla="*/ 4504496 h 10448096"/>
                  <a:gd name="connsiteX61" fmla="*/ 9337963 w 10479637"/>
                  <a:gd name="connsiteY61" fmla="*/ 4712314 h 10448096"/>
                  <a:gd name="connsiteX62" fmla="*/ 9421091 w 10479637"/>
                  <a:gd name="connsiteY62" fmla="*/ 4961696 h 10448096"/>
                  <a:gd name="connsiteX63" fmla="*/ 9434945 w 10479637"/>
                  <a:gd name="connsiteY63" fmla="*/ 5266496 h 10448096"/>
                  <a:gd name="connsiteX64" fmla="*/ 9462654 w 10479637"/>
                  <a:gd name="connsiteY64" fmla="*/ 5668277 h 10448096"/>
                  <a:gd name="connsiteX65" fmla="*/ 9587345 w 10479637"/>
                  <a:gd name="connsiteY65" fmla="*/ 6028496 h 10448096"/>
                  <a:gd name="connsiteX66" fmla="*/ 9545782 w 10479637"/>
                  <a:gd name="connsiteY66" fmla="*/ 6430277 h 10448096"/>
                  <a:gd name="connsiteX67" fmla="*/ 9933709 w 10479637"/>
                  <a:gd name="connsiteY67" fmla="*/ 6915186 h 10448096"/>
                  <a:gd name="connsiteX68" fmla="*/ 10113818 w 10479637"/>
                  <a:gd name="connsiteY68" fmla="*/ 7261550 h 10448096"/>
                  <a:gd name="connsiteX69" fmla="*/ 10252363 w 10479637"/>
                  <a:gd name="connsiteY69" fmla="*/ 7594059 h 10448096"/>
                  <a:gd name="connsiteX70" fmla="*/ 9670472 w 10479637"/>
                  <a:gd name="connsiteY70" fmla="*/ 7594059 h 10448096"/>
                  <a:gd name="connsiteX71" fmla="*/ 9337963 w 10479637"/>
                  <a:gd name="connsiteY71" fmla="*/ 7704896 h 10448096"/>
                  <a:gd name="connsiteX72" fmla="*/ 9102436 w 10479637"/>
                  <a:gd name="connsiteY72" fmla="*/ 7843441 h 10448096"/>
                  <a:gd name="connsiteX73" fmla="*/ 9019309 w 10479637"/>
                  <a:gd name="connsiteY73" fmla="*/ 8051259 h 10448096"/>
                  <a:gd name="connsiteX74" fmla="*/ 8956730 w 10479637"/>
                  <a:gd name="connsiteY74" fmla="*/ 8148241 h 10448096"/>
                  <a:gd name="connsiteX75" fmla="*/ 9027559 w 10479637"/>
                  <a:gd name="connsiteY75" fmla="*/ 8577732 h 10448096"/>
                  <a:gd name="connsiteX76" fmla="*/ 9030673 w 10479637"/>
                  <a:gd name="connsiteY76" fmla="*/ 8811236 h 10448096"/>
                  <a:gd name="connsiteX77" fmla="*/ 8991600 w 10479637"/>
                  <a:gd name="connsiteY77" fmla="*/ 9021077 h 10448096"/>
                  <a:gd name="connsiteX78" fmla="*/ 8894618 w 10479637"/>
                  <a:gd name="connsiteY78" fmla="*/ 9325877 h 10448096"/>
                  <a:gd name="connsiteX79" fmla="*/ 8922327 w 10479637"/>
                  <a:gd name="connsiteY79" fmla="*/ 9589114 h 10448096"/>
                  <a:gd name="connsiteX80" fmla="*/ 9144000 w 10479637"/>
                  <a:gd name="connsiteY80" fmla="*/ 9755368 h 10448096"/>
                  <a:gd name="connsiteX81" fmla="*/ 9353374 w 10479637"/>
                  <a:gd name="connsiteY81" fmla="*/ 9906212 h 10448096"/>
                  <a:gd name="connsiteX82" fmla="*/ 9529903 w 10479637"/>
                  <a:gd name="connsiteY82" fmla="*/ 9958205 h 10448096"/>
                  <a:gd name="connsiteX83" fmla="*/ 9625328 w 10479637"/>
                  <a:gd name="connsiteY83" fmla="*/ 9844256 h 10448096"/>
                  <a:gd name="connsiteX84" fmla="*/ 9667359 w 10479637"/>
                  <a:gd name="connsiteY84" fmla="*/ 9856554 h 10448096"/>
                  <a:gd name="connsiteX85" fmla="*/ 9668916 w 10479637"/>
                  <a:gd name="connsiteY85" fmla="*/ 10309550 h 10448096"/>
                  <a:gd name="connsiteX86" fmla="*/ 9495500 w 10479637"/>
                  <a:gd name="connsiteY86" fmla="*/ 10359209 h 10448096"/>
                  <a:gd name="connsiteX87" fmla="*/ 9310254 w 10479637"/>
                  <a:gd name="connsiteY87" fmla="*/ 10448096 h 10448096"/>
                  <a:gd name="connsiteX88" fmla="*/ 9227127 w 10479637"/>
                  <a:gd name="connsiteY88" fmla="*/ 10295696 h 10448096"/>
                  <a:gd name="connsiteX89" fmla="*/ 9033163 w 10479637"/>
                  <a:gd name="connsiteY89" fmla="*/ 10046314 h 10448096"/>
                  <a:gd name="connsiteX90" fmla="*/ 8825345 w 10479637"/>
                  <a:gd name="connsiteY90" fmla="*/ 9866205 h 10448096"/>
                  <a:gd name="connsiteX91" fmla="*/ 8534400 w 10479637"/>
                  <a:gd name="connsiteY91" fmla="*/ 9755368 h 10448096"/>
                  <a:gd name="connsiteX92" fmla="*/ 8423563 w 10479637"/>
                  <a:gd name="connsiteY92" fmla="*/ 9699950 h 10448096"/>
                  <a:gd name="connsiteX93" fmla="*/ 8285018 w 10479637"/>
                  <a:gd name="connsiteY93" fmla="*/ 9533696 h 10448096"/>
                  <a:gd name="connsiteX94" fmla="*/ 8257309 w 10479637"/>
                  <a:gd name="connsiteY94" fmla="*/ 9395150 h 10448096"/>
                  <a:gd name="connsiteX95" fmla="*/ 8146472 w 10479637"/>
                  <a:gd name="connsiteY95" fmla="*/ 9409005 h 10448096"/>
                  <a:gd name="connsiteX96" fmla="*/ 8091054 w 10479637"/>
                  <a:gd name="connsiteY96" fmla="*/ 9630677 h 10448096"/>
                  <a:gd name="connsiteX97" fmla="*/ 7806336 w 10479637"/>
                  <a:gd name="connsiteY97" fmla="*/ 9636437 h 10448096"/>
                  <a:gd name="connsiteX98" fmla="*/ 7567694 w 10479637"/>
                  <a:gd name="connsiteY98" fmla="*/ 9573236 h 10448096"/>
                  <a:gd name="connsiteX99" fmla="*/ 7466043 w 10479637"/>
                  <a:gd name="connsiteY99" fmla="*/ 9524511 h 10448096"/>
                  <a:gd name="connsiteX100" fmla="*/ 7439891 w 10479637"/>
                  <a:gd name="connsiteY100" fmla="*/ 9215041 h 10448096"/>
                  <a:gd name="connsiteX101" fmla="*/ 7397859 w 10479637"/>
                  <a:gd name="connsiteY101" fmla="*/ 9409005 h 10448096"/>
                  <a:gd name="connsiteX102" fmla="*/ 7287491 w 10479637"/>
                  <a:gd name="connsiteY102" fmla="*/ 9503028 h 10448096"/>
                  <a:gd name="connsiteX103" fmla="*/ 7221797 w 10479637"/>
                  <a:gd name="connsiteY103" fmla="*/ 9175034 h 10448096"/>
                  <a:gd name="connsiteX104" fmla="*/ 6954982 w 10479637"/>
                  <a:gd name="connsiteY104" fmla="*/ 9242750 h 10448096"/>
                  <a:gd name="connsiteX105" fmla="*/ 6710737 w 10479637"/>
                  <a:gd name="connsiteY105" fmla="*/ 9315137 h 10448096"/>
                  <a:gd name="connsiteX106" fmla="*/ 6674777 w 10479637"/>
                  <a:gd name="connsiteY106" fmla="*/ 9116036 h 10448096"/>
                  <a:gd name="connsiteX107" fmla="*/ 6511636 w 10479637"/>
                  <a:gd name="connsiteY107" fmla="*/ 9007223 h 10448096"/>
                  <a:gd name="connsiteX108" fmla="*/ 6428509 w 10479637"/>
                  <a:gd name="connsiteY108" fmla="*/ 9007223 h 10448096"/>
                  <a:gd name="connsiteX109" fmla="*/ 6325922 w 10479637"/>
                  <a:gd name="connsiteY109" fmla="*/ 9110431 h 10448096"/>
                  <a:gd name="connsiteX110" fmla="*/ 6167763 w 10479637"/>
                  <a:gd name="connsiteY110" fmla="*/ 9031351 h 10448096"/>
                  <a:gd name="connsiteX111" fmla="*/ 6002132 w 10479637"/>
                  <a:gd name="connsiteY111" fmla="*/ 9146858 h 10448096"/>
                  <a:gd name="connsiteX112" fmla="*/ 5749636 w 10479637"/>
                  <a:gd name="connsiteY112" fmla="*/ 9104205 h 10448096"/>
                  <a:gd name="connsiteX113" fmla="*/ 5674760 w 10479637"/>
                  <a:gd name="connsiteY113" fmla="*/ 9135028 h 10448096"/>
                  <a:gd name="connsiteX114" fmla="*/ 5507415 w 10479637"/>
                  <a:gd name="connsiteY114" fmla="*/ 9181261 h 10448096"/>
                  <a:gd name="connsiteX115" fmla="*/ 5505859 w 10479637"/>
                  <a:gd name="connsiteY115" fmla="*/ 8924096 h 10448096"/>
                  <a:gd name="connsiteX116" fmla="*/ 5505857 w 10479637"/>
                  <a:gd name="connsiteY116" fmla="*/ 8688101 h 10448096"/>
                  <a:gd name="connsiteX117" fmla="*/ 5336024 w 10479637"/>
                  <a:gd name="connsiteY117" fmla="*/ 8386416 h 10448096"/>
                  <a:gd name="connsiteX118" fmla="*/ 5230324 w 10479637"/>
                  <a:gd name="connsiteY118" fmla="*/ 8135944 h 10448096"/>
                  <a:gd name="connsiteX119" fmla="*/ 5317031 w 10479637"/>
                  <a:gd name="connsiteY119" fmla="*/ 7663332 h 10448096"/>
                  <a:gd name="connsiteX120" fmla="*/ 5201059 w 10479637"/>
                  <a:gd name="connsiteY120" fmla="*/ 7373476 h 10448096"/>
                  <a:gd name="connsiteX121" fmla="*/ 5250872 w 10479637"/>
                  <a:gd name="connsiteY121" fmla="*/ 7123005 h 10448096"/>
                  <a:gd name="connsiteX122" fmla="*/ 5245735 w 10479637"/>
                  <a:gd name="connsiteY122" fmla="*/ 7071789 h 10448096"/>
                  <a:gd name="connsiteX123" fmla="*/ 4577603 w 10479637"/>
                  <a:gd name="connsiteY123" fmla="*/ 7067120 h 10448096"/>
                  <a:gd name="connsiteX124" fmla="*/ 4528412 w 10479637"/>
                  <a:gd name="connsiteY124" fmla="*/ 6893704 h 10448096"/>
                  <a:gd name="connsiteX125" fmla="*/ 4038834 w 10479637"/>
                  <a:gd name="connsiteY125" fmla="*/ 6869576 h 10448096"/>
                  <a:gd name="connsiteX126" fmla="*/ 3976254 w 10479637"/>
                  <a:gd name="connsiteY126" fmla="*/ 7123005 h 10448096"/>
                  <a:gd name="connsiteX127" fmla="*/ 3932667 w 10479637"/>
                  <a:gd name="connsiteY127" fmla="*/ 7334403 h 10448096"/>
                  <a:gd name="connsiteX128" fmla="*/ 3910095 w 10479637"/>
                  <a:gd name="connsiteY128" fmla="*/ 7456604 h 10448096"/>
                  <a:gd name="connsiteX129" fmla="*/ 3559528 w 10479637"/>
                  <a:gd name="connsiteY129" fmla="*/ 7451000 h 10448096"/>
                  <a:gd name="connsiteX130" fmla="*/ 3311236 w 10479637"/>
                  <a:gd name="connsiteY130" fmla="*/ 7455514 h 10448096"/>
                  <a:gd name="connsiteX131" fmla="*/ 2895600 w 10479637"/>
                  <a:gd name="connsiteY131" fmla="*/ 7441659 h 10448096"/>
                  <a:gd name="connsiteX132" fmla="*/ 2784763 w 10479637"/>
                  <a:gd name="connsiteY132" fmla="*/ 7192277 h 10448096"/>
                  <a:gd name="connsiteX133" fmla="*/ 2604654 w 10479637"/>
                  <a:gd name="connsiteY133" fmla="*/ 6915186 h 10448096"/>
                  <a:gd name="connsiteX134" fmla="*/ 2410691 w 10479637"/>
                  <a:gd name="connsiteY134" fmla="*/ 6416423 h 10448096"/>
                  <a:gd name="connsiteX135" fmla="*/ 2327563 w 10479637"/>
                  <a:gd name="connsiteY135" fmla="*/ 6277877 h 10448096"/>
                  <a:gd name="connsiteX136" fmla="*/ 1662545 w 10479637"/>
                  <a:gd name="connsiteY136" fmla="*/ 6250168 h 10448096"/>
                  <a:gd name="connsiteX137" fmla="*/ 1233054 w 10479637"/>
                  <a:gd name="connsiteY137" fmla="*/ 6250168 h 10448096"/>
                  <a:gd name="connsiteX138" fmla="*/ 1136072 w 10479637"/>
                  <a:gd name="connsiteY138" fmla="*/ 6305586 h 10448096"/>
                  <a:gd name="connsiteX139" fmla="*/ 706582 w 10479637"/>
                  <a:gd name="connsiteY139" fmla="*/ 6264023 h 10448096"/>
                  <a:gd name="connsiteX140" fmla="*/ 318654 w 10479637"/>
                  <a:gd name="connsiteY140" fmla="*/ 6291732 h 10448096"/>
                  <a:gd name="connsiteX141" fmla="*/ 96982 w 10479637"/>
                  <a:gd name="connsiteY141" fmla="*/ 6444132 h 10448096"/>
                  <a:gd name="connsiteX142" fmla="*/ 0 w 10479637"/>
                  <a:gd name="connsiteY142" fmla="*/ 6347150 h 10448096"/>
                  <a:gd name="connsiteX143" fmla="*/ 83127 w 10479637"/>
                  <a:gd name="connsiteY143" fmla="*/ 6291732 h 10448096"/>
                  <a:gd name="connsiteX0" fmla="*/ 83127 w 10479637"/>
                  <a:gd name="connsiteY0" fmla="*/ 6291732 h 10448096"/>
                  <a:gd name="connsiteX1" fmla="*/ 96982 w 10479637"/>
                  <a:gd name="connsiteY1" fmla="*/ 5848386 h 10448096"/>
                  <a:gd name="connsiteX2" fmla="*/ 401782 w 10479637"/>
                  <a:gd name="connsiteY2" fmla="*/ 5585150 h 10448096"/>
                  <a:gd name="connsiteX3" fmla="*/ 651163 w 10479637"/>
                  <a:gd name="connsiteY3" fmla="*/ 5723696 h 10448096"/>
                  <a:gd name="connsiteX4" fmla="*/ 858982 w 10479637"/>
                  <a:gd name="connsiteY4" fmla="*/ 5557441 h 10448096"/>
                  <a:gd name="connsiteX5" fmla="*/ 997527 w 10479637"/>
                  <a:gd name="connsiteY5" fmla="*/ 5405041 h 10448096"/>
                  <a:gd name="connsiteX6" fmla="*/ 1080654 w 10479637"/>
                  <a:gd name="connsiteY6" fmla="*/ 5488168 h 10448096"/>
                  <a:gd name="connsiteX7" fmla="*/ 1269312 w 10479637"/>
                  <a:gd name="connsiteY7" fmla="*/ 5732834 h 10448096"/>
                  <a:gd name="connsiteX8" fmla="*/ 1523116 w 10479637"/>
                  <a:gd name="connsiteY8" fmla="*/ 5534154 h 10448096"/>
                  <a:gd name="connsiteX9" fmla="*/ 1731818 w 10479637"/>
                  <a:gd name="connsiteY9" fmla="*/ 5349623 h 10448096"/>
                  <a:gd name="connsiteX10" fmla="*/ 2022763 w 10479637"/>
                  <a:gd name="connsiteY10" fmla="*/ 5114096 h 10448096"/>
                  <a:gd name="connsiteX11" fmla="*/ 2119745 w 10479637"/>
                  <a:gd name="connsiteY11" fmla="*/ 4684605 h 10448096"/>
                  <a:gd name="connsiteX12" fmla="*/ 2172511 w 10479637"/>
                  <a:gd name="connsiteY12" fmla="*/ 4217972 h 10448096"/>
                  <a:gd name="connsiteX13" fmla="*/ 2355272 w 10479637"/>
                  <a:gd name="connsiteY13" fmla="*/ 3908750 h 10448096"/>
                  <a:gd name="connsiteX14" fmla="*/ 2715491 w 10479637"/>
                  <a:gd name="connsiteY14" fmla="*/ 3506968 h 10448096"/>
                  <a:gd name="connsiteX15" fmla="*/ 2978727 w 10479637"/>
                  <a:gd name="connsiteY15" fmla="*/ 3313005 h 10448096"/>
                  <a:gd name="connsiteX16" fmla="*/ 3006436 w 10479637"/>
                  <a:gd name="connsiteY16" fmla="*/ 2869659 h 10448096"/>
                  <a:gd name="connsiteX17" fmla="*/ 3075709 w 10479637"/>
                  <a:gd name="connsiteY17" fmla="*/ 2578714 h 10448096"/>
                  <a:gd name="connsiteX18" fmla="*/ 3075709 w 10479637"/>
                  <a:gd name="connsiteY18" fmla="*/ 2370896 h 10448096"/>
                  <a:gd name="connsiteX19" fmla="*/ 3214254 w 10479637"/>
                  <a:gd name="connsiteY19" fmla="*/ 2038386 h 10448096"/>
                  <a:gd name="connsiteX20" fmla="*/ 3214254 w 10479637"/>
                  <a:gd name="connsiteY20" fmla="*/ 1747441 h 10448096"/>
                  <a:gd name="connsiteX21" fmla="*/ 3513454 w 10479637"/>
                  <a:gd name="connsiteY21" fmla="*/ 1179405 h 10448096"/>
                  <a:gd name="connsiteX22" fmla="*/ 3463636 w 10479637"/>
                  <a:gd name="connsiteY22" fmla="*/ 805332 h 10448096"/>
                  <a:gd name="connsiteX23" fmla="*/ 3491345 w 10479637"/>
                  <a:gd name="connsiteY23" fmla="*/ 597514 h 10448096"/>
                  <a:gd name="connsiteX24" fmla="*/ 3823854 w 10479637"/>
                  <a:gd name="connsiteY24" fmla="*/ 237296 h 10448096"/>
                  <a:gd name="connsiteX25" fmla="*/ 4017818 w 10479637"/>
                  <a:gd name="connsiteY25" fmla="*/ 112605 h 10448096"/>
                  <a:gd name="connsiteX26" fmla="*/ 4433454 w 10479637"/>
                  <a:gd name="connsiteY26" fmla="*/ 348132 h 10448096"/>
                  <a:gd name="connsiteX27" fmla="*/ 4599709 w 10479637"/>
                  <a:gd name="connsiteY27" fmla="*/ 542096 h 10448096"/>
                  <a:gd name="connsiteX28" fmla="*/ 5070763 w 10479637"/>
                  <a:gd name="connsiteY28" fmla="*/ 597514 h 10448096"/>
                  <a:gd name="connsiteX29" fmla="*/ 5391187 w 10479637"/>
                  <a:gd name="connsiteY29" fmla="*/ 656763 h 10448096"/>
                  <a:gd name="connsiteX30" fmla="*/ 5647937 w 10479637"/>
                  <a:gd name="connsiteY30" fmla="*/ 673271 h 10448096"/>
                  <a:gd name="connsiteX31" fmla="*/ 5860472 w 10479637"/>
                  <a:gd name="connsiteY31" fmla="*/ 334277 h 10448096"/>
                  <a:gd name="connsiteX32" fmla="*/ 6123709 w 10479637"/>
                  <a:gd name="connsiteY32" fmla="*/ 375841 h 10448096"/>
                  <a:gd name="connsiteX33" fmla="*/ 6594763 w 10479637"/>
                  <a:gd name="connsiteY33" fmla="*/ 237296 h 10448096"/>
                  <a:gd name="connsiteX34" fmla="*/ 6761018 w 10479637"/>
                  <a:gd name="connsiteY34" fmla="*/ 181877 h 10448096"/>
                  <a:gd name="connsiteX35" fmla="*/ 7038109 w 10479637"/>
                  <a:gd name="connsiteY35" fmla="*/ 251150 h 10448096"/>
                  <a:gd name="connsiteX36" fmla="*/ 7232072 w 10479637"/>
                  <a:gd name="connsiteY36" fmla="*/ 71041 h 10448096"/>
                  <a:gd name="connsiteX37" fmla="*/ 7363248 w 10479637"/>
                  <a:gd name="connsiteY37" fmla="*/ 0 h 10448096"/>
                  <a:gd name="connsiteX38" fmla="*/ 7606145 w 10479637"/>
                  <a:gd name="connsiteY38" fmla="*/ 57186 h 10448096"/>
                  <a:gd name="connsiteX39" fmla="*/ 7910945 w 10479637"/>
                  <a:gd name="connsiteY39" fmla="*/ 181877 h 10448096"/>
                  <a:gd name="connsiteX40" fmla="*/ 8312727 w 10479637"/>
                  <a:gd name="connsiteY40" fmla="*/ 112605 h 10448096"/>
                  <a:gd name="connsiteX41" fmla="*/ 8647005 w 10479637"/>
                  <a:gd name="connsiteY41" fmla="*/ 449831 h 10448096"/>
                  <a:gd name="connsiteX42" fmla="*/ 8908472 w 10479637"/>
                  <a:gd name="connsiteY42" fmla="*/ 597514 h 10448096"/>
                  <a:gd name="connsiteX43" fmla="*/ 9088582 w 10479637"/>
                  <a:gd name="connsiteY43" fmla="*/ 500532 h 10448096"/>
                  <a:gd name="connsiteX44" fmla="*/ 9351818 w 10479637"/>
                  <a:gd name="connsiteY44" fmla="*/ 445114 h 10448096"/>
                  <a:gd name="connsiteX45" fmla="*/ 9518072 w 10479637"/>
                  <a:gd name="connsiteY45" fmla="*/ 420943 h 10448096"/>
                  <a:gd name="connsiteX46" fmla="*/ 9646301 w 10479637"/>
                  <a:gd name="connsiteY46" fmla="*/ 422711 h 10448096"/>
                  <a:gd name="connsiteX47" fmla="*/ 10002982 w 10479637"/>
                  <a:gd name="connsiteY47" fmla="*/ 846896 h 10448096"/>
                  <a:gd name="connsiteX48" fmla="*/ 10238509 w 10479637"/>
                  <a:gd name="connsiteY48" fmla="*/ 1040859 h 10448096"/>
                  <a:gd name="connsiteX49" fmla="*/ 10224654 w 10479637"/>
                  <a:gd name="connsiteY49" fmla="*/ 1304096 h 10448096"/>
                  <a:gd name="connsiteX50" fmla="*/ 10238509 w 10479637"/>
                  <a:gd name="connsiteY50" fmla="*/ 1498059 h 10448096"/>
                  <a:gd name="connsiteX51" fmla="*/ 10280072 w 10479637"/>
                  <a:gd name="connsiteY51" fmla="*/ 1622750 h 10448096"/>
                  <a:gd name="connsiteX52" fmla="*/ 10479637 w 10479637"/>
                  <a:gd name="connsiteY52" fmla="*/ 1773970 h 10448096"/>
                  <a:gd name="connsiteX53" fmla="*/ 10099963 w 10479637"/>
                  <a:gd name="connsiteY53" fmla="*/ 2315477 h 10448096"/>
                  <a:gd name="connsiteX54" fmla="*/ 9781309 w 10479637"/>
                  <a:gd name="connsiteY54" fmla="*/ 2551005 h 10448096"/>
                  <a:gd name="connsiteX55" fmla="*/ 9601200 w 10479637"/>
                  <a:gd name="connsiteY55" fmla="*/ 3479259 h 10448096"/>
                  <a:gd name="connsiteX56" fmla="*/ 9601200 w 10479637"/>
                  <a:gd name="connsiteY56" fmla="*/ 3770205 h 10448096"/>
                  <a:gd name="connsiteX57" fmla="*/ 9365672 w 10479637"/>
                  <a:gd name="connsiteY57" fmla="*/ 3964168 h 10448096"/>
                  <a:gd name="connsiteX58" fmla="*/ 9310254 w 10479637"/>
                  <a:gd name="connsiteY58" fmla="*/ 4130423 h 10448096"/>
                  <a:gd name="connsiteX59" fmla="*/ 9199418 w 10479637"/>
                  <a:gd name="connsiteY59" fmla="*/ 4338241 h 10448096"/>
                  <a:gd name="connsiteX60" fmla="*/ 9268691 w 10479637"/>
                  <a:gd name="connsiteY60" fmla="*/ 4504496 h 10448096"/>
                  <a:gd name="connsiteX61" fmla="*/ 9337963 w 10479637"/>
                  <a:gd name="connsiteY61" fmla="*/ 4712314 h 10448096"/>
                  <a:gd name="connsiteX62" fmla="*/ 9382180 w 10479637"/>
                  <a:gd name="connsiteY62" fmla="*/ 4968181 h 10448096"/>
                  <a:gd name="connsiteX63" fmla="*/ 9434945 w 10479637"/>
                  <a:gd name="connsiteY63" fmla="*/ 5266496 h 10448096"/>
                  <a:gd name="connsiteX64" fmla="*/ 9462654 w 10479637"/>
                  <a:gd name="connsiteY64" fmla="*/ 5668277 h 10448096"/>
                  <a:gd name="connsiteX65" fmla="*/ 9587345 w 10479637"/>
                  <a:gd name="connsiteY65" fmla="*/ 6028496 h 10448096"/>
                  <a:gd name="connsiteX66" fmla="*/ 9545782 w 10479637"/>
                  <a:gd name="connsiteY66" fmla="*/ 6430277 h 10448096"/>
                  <a:gd name="connsiteX67" fmla="*/ 9933709 w 10479637"/>
                  <a:gd name="connsiteY67" fmla="*/ 6915186 h 10448096"/>
                  <a:gd name="connsiteX68" fmla="*/ 10113818 w 10479637"/>
                  <a:gd name="connsiteY68" fmla="*/ 7261550 h 10448096"/>
                  <a:gd name="connsiteX69" fmla="*/ 10252363 w 10479637"/>
                  <a:gd name="connsiteY69" fmla="*/ 7594059 h 10448096"/>
                  <a:gd name="connsiteX70" fmla="*/ 9670472 w 10479637"/>
                  <a:gd name="connsiteY70" fmla="*/ 7594059 h 10448096"/>
                  <a:gd name="connsiteX71" fmla="*/ 9337963 w 10479637"/>
                  <a:gd name="connsiteY71" fmla="*/ 7704896 h 10448096"/>
                  <a:gd name="connsiteX72" fmla="*/ 9102436 w 10479637"/>
                  <a:gd name="connsiteY72" fmla="*/ 7843441 h 10448096"/>
                  <a:gd name="connsiteX73" fmla="*/ 9019309 w 10479637"/>
                  <a:gd name="connsiteY73" fmla="*/ 8051259 h 10448096"/>
                  <a:gd name="connsiteX74" fmla="*/ 8956730 w 10479637"/>
                  <a:gd name="connsiteY74" fmla="*/ 8148241 h 10448096"/>
                  <a:gd name="connsiteX75" fmla="*/ 9027559 w 10479637"/>
                  <a:gd name="connsiteY75" fmla="*/ 8577732 h 10448096"/>
                  <a:gd name="connsiteX76" fmla="*/ 9030673 w 10479637"/>
                  <a:gd name="connsiteY76" fmla="*/ 8811236 h 10448096"/>
                  <a:gd name="connsiteX77" fmla="*/ 8991600 w 10479637"/>
                  <a:gd name="connsiteY77" fmla="*/ 9021077 h 10448096"/>
                  <a:gd name="connsiteX78" fmla="*/ 8894618 w 10479637"/>
                  <a:gd name="connsiteY78" fmla="*/ 9325877 h 10448096"/>
                  <a:gd name="connsiteX79" fmla="*/ 8922327 w 10479637"/>
                  <a:gd name="connsiteY79" fmla="*/ 9589114 h 10448096"/>
                  <a:gd name="connsiteX80" fmla="*/ 9144000 w 10479637"/>
                  <a:gd name="connsiteY80" fmla="*/ 9755368 h 10448096"/>
                  <a:gd name="connsiteX81" fmla="*/ 9353374 w 10479637"/>
                  <a:gd name="connsiteY81" fmla="*/ 9906212 h 10448096"/>
                  <a:gd name="connsiteX82" fmla="*/ 9529903 w 10479637"/>
                  <a:gd name="connsiteY82" fmla="*/ 9958205 h 10448096"/>
                  <a:gd name="connsiteX83" fmla="*/ 9625328 w 10479637"/>
                  <a:gd name="connsiteY83" fmla="*/ 9844256 h 10448096"/>
                  <a:gd name="connsiteX84" fmla="*/ 9667359 w 10479637"/>
                  <a:gd name="connsiteY84" fmla="*/ 9856554 h 10448096"/>
                  <a:gd name="connsiteX85" fmla="*/ 9668916 w 10479637"/>
                  <a:gd name="connsiteY85" fmla="*/ 10309550 h 10448096"/>
                  <a:gd name="connsiteX86" fmla="*/ 9495500 w 10479637"/>
                  <a:gd name="connsiteY86" fmla="*/ 10359209 h 10448096"/>
                  <a:gd name="connsiteX87" fmla="*/ 9310254 w 10479637"/>
                  <a:gd name="connsiteY87" fmla="*/ 10448096 h 10448096"/>
                  <a:gd name="connsiteX88" fmla="*/ 9227127 w 10479637"/>
                  <a:gd name="connsiteY88" fmla="*/ 10295696 h 10448096"/>
                  <a:gd name="connsiteX89" fmla="*/ 9033163 w 10479637"/>
                  <a:gd name="connsiteY89" fmla="*/ 10046314 h 10448096"/>
                  <a:gd name="connsiteX90" fmla="*/ 8825345 w 10479637"/>
                  <a:gd name="connsiteY90" fmla="*/ 9866205 h 10448096"/>
                  <a:gd name="connsiteX91" fmla="*/ 8534400 w 10479637"/>
                  <a:gd name="connsiteY91" fmla="*/ 9755368 h 10448096"/>
                  <a:gd name="connsiteX92" fmla="*/ 8423563 w 10479637"/>
                  <a:gd name="connsiteY92" fmla="*/ 9699950 h 10448096"/>
                  <a:gd name="connsiteX93" fmla="*/ 8285018 w 10479637"/>
                  <a:gd name="connsiteY93" fmla="*/ 9533696 h 10448096"/>
                  <a:gd name="connsiteX94" fmla="*/ 8257309 w 10479637"/>
                  <a:gd name="connsiteY94" fmla="*/ 9395150 h 10448096"/>
                  <a:gd name="connsiteX95" fmla="*/ 8146472 w 10479637"/>
                  <a:gd name="connsiteY95" fmla="*/ 9409005 h 10448096"/>
                  <a:gd name="connsiteX96" fmla="*/ 8091054 w 10479637"/>
                  <a:gd name="connsiteY96" fmla="*/ 9630677 h 10448096"/>
                  <a:gd name="connsiteX97" fmla="*/ 7806336 w 10479637"/>
                  <a:gd name="connsiteY97" fmla="*/ 9636437 h 10448096"/>
                  <a:gd name="connsiteX98" fmla="*/ 7567694 w 10479637"/>
                  <a:gd name="connsiteY98" fmla="*/ 9573236 h 10448096"/>
                  <a:gd name="connsiteX99" fmla="*/ 7466043 w 10479637"/>
                  <a:gd name="connsiteY99" fmla="*/ 9524511 h 10448096"/>
                  <a:gd name="connsiteX100" fmla="*/ 7439891 w 10479637"/>
                  <a:gd name="connsiteY100" fmla="*/ 9215041 h 10448096"/>
                  <a:gd name="connsiteX101" fmla="*/ 7397859 w 10479637"/>
                  <a:gd name="connsiteY101" fmla="*/ 9409005 h 10448096"/>
                  <a:gd name="connsiteX102" fmla="*/ 7287491 w 10479637"/>
                  <a:gd name="connsiteY102" fmla="*/ 9503028 h 10448096"/>
                  <a:gd name="connsiteX103" fmla="*/ 7221797 w 10479637"/>
                  <a:gd name="connsiteY103" fmla="*/ 9175034 h 10448096"/>
                  <a:gd name="connsiteX104" fmla="*/ 6954982 w 10479637"/>
                  <a:gd name="connsiteY104" fmla="*/ 9242750 h 10448096"/>
                  <a:gd name="connsiteX105" fmla="*/ 6710737 w 10479637"/>
                  <a:gd name="connsiteY105" fmla="*/ 9315137 h 10448096"/>
                  <a:gd name="connsiteX106" fmla="*/ 6674777 w 10479637"/>
                  <a:gd name="connsiteY106" fmla="*/ 9116036 h 10448096"/>
                  <a:gd name="connsiteX107" fmla="*/ 6511636 w 10479637"/>
                  <a:gd name="connsiteY107" fmla="*/ 9007223 h 10448096"/>
                  <a:gd name="connsiteX108" fmla="*/ 6428509 w 10479637"/>
                  <a:gd name="connsiteY108" fmla="*/ 9007223 h 10448096"/>
                  <a:gd name="connsiteX109" fmla="*/ 6325922 w 10479637"/>
                  <a:gd name="connsiteY109" fmla="*/ 9110431 h 10448096"/>
                  <a:gd name="connsiteX110" fmla="*/ 6167763 w 10479637"/>
                  <a:gd name="connsiteY110" fmla="*/ 9031351 h 10448096"/>
                  <a:gd name="connsiteX111" fmla="*/ 6002132 w 10479637"/>
                  <a:gd name="connsiteY111" fmla="*/ 9146858 h 10448096"/>
                  <a:gd name="connsiteX112" fmla="*/ 5749636 w 10479637"/>
                  <a:gd name="connsiteY112" fmla="*/ 9104205 h 10448096"/>
                  <a:gd name="connsiteX113" fmla="*/ 5674760 w 10479637"/>
                  <a:gd name="connsiteY113" fmla="*/ 9135028 h 10448096"/>
                  <a:gd name="connsiteX114" fmla="*/ 5507415 w 10479637"/>
                  <a:gd name="connsiteY114" fmla="*/ 9181261 h 10448096"/>
                  <a:gd name="connsiteX115" fmla="*/ 5505859 w 10479637"/>
                  <a:gd name="connsiteY115" fmla="*/ 8924096 h 10448096"/>
                  <a:gd name="connsiteX116" fmla="*/ 5505857 w 10479637"/>
                  <a:gd name="connsiteY116" fmla="*/ 8688101 h 10448096"/>
                  <a:gd name="connsiteX117" fmla="*/ 5336024 w 10479637"/>
                  <a:gd name="connsiteY117" fmla="*/ 8386416 h 10448096"/>
                  <a:gd name="connsiteX118" fmla="*/ 5230324 w 10479637"/>
                  <a:gd name="connsiteY118" fmla="*/ 8135944 h 10448096"/>
                  <a:gd name="connsiteX119" fmla="*/ 5317031 w 10479637"/>
                  <a:gd name="connsiteY119" fmla="*/ 7663332 h 10448096"/>
                  <a:gd name="connsiteX120" fmla="*/ 5201059 w 10479637"/>
                  <a:gd name="connsiteY120" fmla="*/ 7373476 h 10448096"/>
                  <a:gd name="connsiteX121" fmla="*/ 5250872 w 10479637"/>
                  <a:gd name="connsiteY121" fmla="*/ 7123005 h 10448096"/>
                  <a:gd name="connsiteX122" fmla="*/ 5245735 w 10479637"/>
                  <a:gd name="connsiteY122" fmla="*/ 7071789 h 10448096"/>
                  <a:gd name="connsiteX123" fmla="*/ 4577603 w 10479637"/>
                  <a:gd name="connsiteY123" fmla="*/ 7067120 h 10448096"/>
                  <a:gd name="connsiteX124" fmla="*/ 4528412 w 10479637"/>
                  <a:gd name="connsiteY124" fmla="*/ 6893704 h 10448096"/>
                  <a:gd name="connsiteX125" fmla="*/ 4038834 w 10479637"/>
                  <a:gd name="connsiteY125" fmla="*/ 6869576 h 10448096"/>
                  <a:gd name="connsiteX126" fmla="*/ 3976254 w 10479637"/>
                  <a:gd name="connsiteY126" fmla="*/ 7123005 h 10448096"/>
                  <a:gd name="connsiteX127" fmla="*/ 3932667 w 10479637"/>
                  <a:gd name="connsiteY127" fmla="*/ 7334403 h 10448096"/>
                  <a:gd name="connsiteX128" fmla="*/ 3910095 w 10479637"/>
                  <a:gd name="connsiteY128" fmla="*/ 7456604 h 10448096"/>
                  <a:gd name="connsiteX129" fmla="*/ 3559528 w 10479637"/>
                  <a:gd name="connsiteY129" fmla="*/ 7451000 h 10448096"/>
                  <a:gd name="connsiteX130" fmla="*/ 3311236 w 10479637"/>
                  <a:gd name="connsiteY130" fmla="*/ 7455514 h 10448096"/>
                  <a:gd name="connsiteX131" fmla="*/ 2895600 w 10479637"/>
                  <a:gd name="connsiteY131" fmla="*/ 7441659 h 10448096"/>
                  <a:gd name="connsiteX132" fmla="*/ 2784763 w 10479637"/>
                  <a:gd name="connsiteY132" fmla="*/ 7192277 h 10448096"/>
                  <a:gd name="connsiteX133" fmla="*/ 2604654 w 10479637"/>
                  <a:gd name="connsiteY133" fmla="*/ 6915186 h 10448096"/>
                  <a:gd name="connsiteX134" fmla="*/ 2410691 w 10479637"/>
                  <a:gd name="connsiteY134" fmla="*/ 6416423 h 10448096"/>
                  <a:gd name="connsiteX135" fmla="*/ 2327563 w 10479637"/>
                  <a:gd name="connsiteY135" fmla="*/ 6277877 h 10448096"/>
                  <a:gd name="connsiteX136" fmla="*/ 1662545 w 10479637"/>
                  <a:gd name="connsiteY136" fmla="*/ 6250168 h 10448096"/>
                  <a:gd name="connsiteX137" fmla="*/ 1233054 w 10479637"/>
                  <a:gd name="connsiteY137" fmla="*/ 6250168 h 10448096"/>
                  <a:gd name="connsiteX138" fmla="*/ 1136072 w 10479637"/>
                  <a:gd name="connsiteY138" fmla="*/ 6305586 h 10448096"/>
                  <a:gd name="connsiteX139" fmla="*/ 706582 w 10479637"/>
                  <a:gd name="connsiteY139" fmla="*/ 6264023 h 10448096"/>
                  <a:gd name="connsiteX140" fmla="*/ 318654 w 10479637"/>
                  <a:gd name="connsiteY140" fmla="*/ 6291732 h 10448096"/>
                  <a:gd name="connsiteX141" fmla="*/ 96982 w 10479637"/>
                  <a:gd name="connsiteY141" fmla="*/ 6444132 h 10448096"/>
                  <a:gd name="connsiteX142" fmla="*/ 0 w 10479637"/>
                  <a:gd name="connsiteY142" fmla="*/ 6347150 h 10448096"/>
                  <a:gd name="connsiteX143" fmla="*/ 83127 w 10479637"/>
                  <a:gd name="connsiteY143" fmla="*/ 6291732 h 10448096"/>
                  <a:gd name="connsiteX0" fmla="*/ 83127 w 10479637"/>
                  <a:gd name="connsiteY0" fmla="*/ 6291732 h 10448096"/>
                  <a:gd name="connsiteX1" fmla="*/ 96982 w 10479637"/>
                  <a:gd name="connsiteY1" fmla="*/ 5848386 h 10448096"/>
                  <a:gd name="connsiteX2" fmla="*/ 401782 w 10479637"/>
                  <a:gd name="connsiteY2" fmla="*/ 5585150 h 10448096"/>
                  <a:gd name="connsiteX3" fmla="*/ 651163 w 10479637"/>
                  <a:gd name="connsiteY3" fmla="*/ 5723696 h 10448096"/>
                  <a:gd name="connsiteX4" fmla="*/ 858982 w 10479637"/>
                  <a:gd name="connsiteY4" fmla="*/ 5557441 h 10448096"/>
                  <a:gd name="connsiteX5" fmla="*/ 997527 w 10479637"/>
                  <a:gd name="connsiteY5" fmla="*/ 5405041 h 10448096"/>
                  <a:gd name="connsiteX6" fmla="*/ 1080654 w 10479637"/>
                  <a:gd name="connsiteY6" fmla="*/ 5488168 h 10448096"/>
                  <a:gd name="connsiteX7" fmla="*/ 1269312 w 10479637"/>
                  <a:gd name="connsiteY7" fmla="*/ 5732834 h 10448096"/>
                  <a:gd name="connsiteX8" fmla="*/ 1523116 w 10479637"/>
                  <a:gd name="connsiteY8" fmla="*/ 5534154 h 10448096"/>
                  <a:gd name="connsiteX9" fmla="*/ 1731818 w 10479637"/>
                  <a:gd name="connsiteY9" fmla="*/ 5349623 h 10448096"/>
                  <a:gd name="connsiteX10" fmla="*/ 2022763 w 10479637"/>
                  <a:gd name="connsiteY10" fmla="*/ 5114096 h 10448096"/>
                  <a:gd name="connsiteX11" fmla="*/ 2119745 w 10479637"/>
                  <a:gd name="connsiteY11" fmla="*/ 4684605 h 10448096"/>
                  <a:gd name="connsiteX12" fmla="*/ 2172511 w 10479637"/>
                  <a:gd name="connsiteY12" fmla="*/ 4217972 h 10448096"/>
                  <a:gd name="connsiteX13" fmla="*/ 2355272 w 10479637"/>
                  <a:gd name="connsiteY13" fmla="*/ 3908750 h 10448096"/>
                  <a:gd name="connsiteX14" fmla="*/ 2715491 w 10479637"/>
                  <a:gd name="connsiteY14" fmla="*/ 3506968 h 10448096"/>
                  <a:gd name="connsiteX15" fmla="*/ 2978727 w 10479637"/>
                  <a:gd name="connsiteY15" fmla="*/ 3313005 h 10448096"/>
                  <a:gd name="connsiteX16" fmla="*/ 3006436 w 10479637"/>
                  <a:gd name="connsiteY16" fmla="*/ 2869659 h 10448096"/>
                  <a:gd name="connsiteX17" fmla="*/ 3075709 w 10479637"/>
                  <a:gd name="connsiteY17" fmla="*/ 2578714 h 10448096"/>
                  <a:gd name="connsiteX18" fmla="*/ 3075709 w 10479637"/>
                  <a:gd name="connsiteY18" fmla="*/ 2370896 h 10448096"/>
                  <a:gd name="connsiteX19" fmla="*/ 3214254 w 10479637"/>
                  <a:gd name="connsiteY19" fmla="*/ 2038386 h 10448096"/>
                  <a:gd name="connsiteX20" fmla="*/ 3214254 w 10479637"/>
                  <a:gd name="connsiteY20" fmla="*/ 1747441 h 10448096"/>
                  <a:gd name="connsiteX21" fmla="*/ 3513454 w 10479637"/>
                  <a:gd name="connsiteY21" fmla="*/ 1179405 h 10448096"/>
                  <a:gd name="connsiteX22" fmla="*/ 3463636 w 10479637"/>
                  <a:gd name="connsiteY22" fmla="*/ 805332 h 10448096"/>
                  <a:gd name="connsiteX23" fmla="*/ 3491345 w 10479637"/>
                  <a:gd name="connsiteY23" fmla="*/ 597514 h 10448096"/>
                  <a:gd name="connsiteX24" fmla="*/ 3823854 w 10479637"/>
                  <a:gd name="connsiteY24" fmla="*/ 237296 h 10448096"/>
                  <a:gd name="connsiteX25" fmla="*/ 4017818 w 10479637"/>
                  <a:gd name="connsiteY25" fmla="*/ 112605 h 10448096"/>
                  <a:gd name="connsiteX26" fmla="*/ 4433454 w 10479637"/>
                  <a:gd name="connsiteY26" fmla="*/ 348132 h 10448096"/>
                  <a:gd name="connsiteX27" fmla="*/ 4599709 w 10479637"/>
                  <a:gd name="connsiteY27" fmla="*/ 542096 h 10448096"/>
                  <a:gd name="connsiteX28" fmla="*/ 5070763 w 10479637"/>
                  <a:gd name="connsiteY28" fmla="*/ 597514 h 10448096"/>
                  <a:gd name="connsiteX29" fmla="*/ 5391187 w 10479637"/>
                  <a:gd name="connsiteY29" fmla="*/ 656763 h 10448096"/>
                  <a:gd name="connsiteX30" fmla="*/ 5647937 w 10479637"/>
                  <a:gd name="connsiteY30" fmla="*/ 673271 h 10448096"/>
                  <a:gd name="connsiteX31" fmla="*/ 5860472 w 10479637"/>
                  <a:gd name="connsiteY31" fmla="*/ 334277 h 10448096"/>
                  <a:gd name="connsiteX32" fmla="*/ 6123709 w 10479637"/>
                  <a:gd name="connsiteY32" fmla="*/ 375841 h 10448096"/>
                  <a:gd name="connsiteX33" fmla="*/ 6594763 w 10479637"/>
                  <a:gd name="connsiteY33" fmla="*/ 237296 h 10448096"/>
                  <a:gd name="connsiteX34" fmla="*/ 6761018 w 10479637"/>
                  <a:gd name="connsiteY34" fmla="*/ 181877 h 10448096"/>
                  <a:gd name="connsiteX35" fmla="*/ 7038109 w 10479637"/>
                  <a:gd name="connsiteY35" fmla="*/ 251150 h 10448096"/>
                  <a:gd name="connsiteX36" fmla="*/ 7232072 w 10479637"/>
                  <a:gd name="connsiteY36" fmla="*/ 71041 h 10448096"/>
                  <a:gd name="connsiteX37" fmla="*/ 7363248 w 10479637"/>
                  <a:gd name="connsiteY37" fmla="*/ 0 h 10448096"/>
                  <a:gd name="connsiteX38" fmla="*/ 7606145 w 10479637"/>
                  <a:gd name="connsiteY38" fmla="*/ 57186 h 10448096"/>
                  <a:gd name="connsiteX39" fmla="*/ 7910945 w 10479637"/>
                  <a:gd name="connsiteY39" fmla="*/ 181877 h 10448096"/>
                  <a:gd name="connsiteX40" fmla="*/ 8312727 w 10479637"/>
                  <a:gd name="connsiteY40" fmla="*/ 112605 h 10448096"/>
                  <a:gd name="connsiteX41" fmla="*/ 8647005 w 10479637"/>
                  <a:gd name="connsiteY41" fmla="*/ 449831 h 10448096"/>
                  <a:gd name="connsiteX42" fmla="*/ 8908472 w 10479637"/>
                  <a:gd name="connsiteY42" fmla="*/ 597514 h 10448096"/>
                  <a:gd name="connsiteX43" fmla="*/ 9088582 w 10479637"/>
                  <a:gd name="connsiteY43" fmla="*/ 500532 h 10448096"/>
                  <a:gd name="connsiteX44" fmla="*/ 9351818 w 10479637"/>
                  <a:gd name="connsiteY44" fmla="*/ 445114 h 10448096"/>
                  <a:gd name="connsiteX45" fmla="*/ 9518072 w 10479637"/>
                  <a:gd name="connsiteY45" fmla="*/ 420943 h 10448096"/>
                  <a:gd name="connsiteX46" fmla="*/ 9646301 w 10479637"/>
                  <a:gd name="connsiteY46" fmla="*/ 422711 h 10448096"/>
                  <a:gd name="connsiteX47" fmla="*/ 10002982 w 10479637"/>
                  <a:gd name="connsiteY47" fmla="*/ 846896 h 10448096"/>
                  <a:gd name="connsiteX48" fmla="*/ 10238509 w 10479637"/>
                  <a:gd name="connsiteY48" fmla="*/ 1040859 h 10448096"/>
                  <a:gd name="connsiteX49" fmla="*/ 10224654 w 10479637"/>
                  <a:gd name="connsiteY49" fmla="*/ 1304096 h 10448096"/>
                  <a:gd name="connsiteX50" fmla="*/ 10238509 w 10479637"/>
                  <a:gd name="connsiteY50" fmla="*/ 1498059 h 10448096"/>
                  <a:gd name="connsiteX51" fmla="*/ 10280072 w 10479637"/>
                  <a:gd name="connsiteY51" fmla="*/ 1622750 h 10448096"/>
                  <a:gd name="connsiteX52" fmla="*/ 10479637 w 10479637"/>
                  <a:gd name="connsiteY52" fmla="*/ 1773970 h 10448096"/>
                  <a:gd name="connsiteX53" fmla="*/ 10099963 w 10479637"/>
                  <a:gd name="connsiteY53" fmla="*/ 2315477 h 10448096"/>
                  <a:gd name="connsiteX54" fmla="*/ 9781309 w 10479637"/>
                  <a:gd name="connsiteY54" fmla="*/ 2551005 h 10448096"/>
                  <a:gd name="connsiteX55" fmla="*/ 9601200 w 10479637"/>
                  <a:gd name="connsiteY55" fmla="*/ 3479259 h 10448096"/>
                  <a:gd name="connsiteX56" fmla="*/ 9601200 w 10479637"/>
                  <a:gd name="connsiteY56" fmla="*/ 3770205 h 10448096"/>
                  <a:gd name="connsiteX57" fmla="*/ 9365672 w 10479637"/>
                  <a:gd name="connsiteY57" fmla="*/ 3964168 h 10448096"/>
                  <a:gd name="connsiteX58" fmla="*/ 9310254 w 10479637"/>
                  <a:gd name="connsiteY58" fmla="*/ 4130423 h 10448096"/>
                  <a:gd name="connsiteX59" fmla="*/ 9199418 w 10479637"/>
                  <a:gd name="connsiteY59" fmla="*/ 4338241 h 10448096"/>
                  <a:gd name="connsiteX60" fmla="*/ 9268691 w 10479637"/>
                  <a:gd name="connsiteY60" fmla="*/ 4504496 h 10448096"/>
                  <a:gd name="connsiteX61" fmla="*/ 9337963 w 10479637"/>
                  <a:gd name="connsiteY61" fmla="*/ 4712314 h 10448096"/>
                  <a:gd name="connsiteX62" fmla="*/ 9382180 w 10479637"/>
                  <a:gd name="connsiteY62" fmla="*/ 4968181 h 10448096"/>
                  <a:gd name="connsiteX63" fmla="*/ 9434945 w 10479637"/>
                  <a:gd name="connsiteY63" fmla="*/ 5266496 h 10448096"/>
                  <a:gd name="connsiteX64" fmla="*/ 9462654 w 10479637"/>
                  <a:gd name="connsiteY64" fmla="*/ 5668277 h 10448096"/>
                  <a:gd name="connsiteX65" fmla="*/ 9587345 w 10479637"/>
                  <a:gd name="connsiteY65" fmla="*/ 6028496 h 10448096"/>
                  <a:gd name="connsiteX66" fmla="*/ 9545782 w 10479637"/>
                  <a:gd name="connsiteY66" fmla="*/ 6430277 h 10448096"/>
                  <a:gd name="connsiteX67" fmla="*/ 9933709 w 10479637"/>
                  <a:gd name="connsiteY67" fmla="*/ 6915186 h 10448096"/>
                  <a:gd name="connsiteX68" fmla="*/ 10113818 w 10479637"/>
                  <a:gd name="connsiteY68" fmla="*/ 7261550 h 10448096"/>
                  <a:gd name="connsiteX69" fmla="*/ 10232908 w 10479637"/>
                  <a:gd name="connsiteY69" fmla="*/ 7568119 h 10448096"/>
                  <a:gd name="connsiteX70" fmla="*/ 9670472 w 10479637"/>
                  <a:gd name="connsiteY70" fmla="*/ 7594059 h 10448096"/>
                  <a:gd name="connsiteX71" fmla="*/ 9337963 w 10479637"/>
                  <a:gd name="connsiteY71" fmla="*/ 7704896 h 10448096"/>
                  <a:gd name="connsiteX72" fmla="*/ 9102436 w 10479637"/>
                  <a:gd name="connsiteY72" fmla="*/ 7843441 h 10448096"/>
                  <a:gd name="connsiteX73" fmla="*/ 9019309 w 10479637"/>
                  <a:gd name="connsiteY73" fmla="*/ 8051259 h 10448096"/>
                  <a:gd name="connsiteX74" fmla="*/ 8956730 w 10479637"/>
                  <a:gd name="connsiteY74" fmla="*/ 8148241 h 10448096"/>
                  <a:gd name="connsiteX75" fmla="*/ 9027559 w 10479637"/>
                  <a:gd name="connsiteY75" fmla="*/ 8577732 h 10448096"/>
                  <a:gd name="connsiteX76" fmla="*/ 9030673 w 10479637"/>
                  <a:gd name="connsiteY76" fmla="*/ 8811236 h 10448096"/>
                  <a:gd name="connsiteX77" fmla="*/ 8991600 w 10479637"/>
                  <a:gd name="connsiteY77" fmla="*/ 9021077 h 10448096"/>
                  <a:gd name="connsiteX78" fmla="*/ 8894618 w 10479637"/>
                  <a:gd name="connsiteY78" fmla="*/ 9325877 h 10448096"/>
                  <a:gd name="connsiteX79" fmla="*/ 8922327 w 10479637"/>
                  <a:gd name="connsiteY79" fmla="*/ 9589114 h 10448096"/>
                  <a:gd name="connsiteX80" fmla="*/ 9144000 w 10479637"/>
                  <a:gd name="connsiteY80" fmla="*/ 9755368 h 10448096"/>
                  <a:gd name="connsiteX81" fmla="*/ 9353374 w 10479637"/>
                  <a:gd name="connsiteY81" fmla="*/ 9906212 h 10448096"/>
                  <a:gd name="connsiteX82" fmla="*/ 9529903 w 10479637"/>
                  <a:gd name="connsiteY82" fmla="*/ 9958205 h 10448096"/>
                  <a:gd name="connsiteX83" fmla="*/ 9625328 w 10479637"/>
                  <a:gd name="connsiteY83" fmla="*/ 9844256 h 10448096"/>
                  <a:gd name="connsiteX84" fmla="*/ 9667359 w 10479637"/>
                  <a:gd name="connsiteY84" fmla="*/ 9856554 h 10448096"/>
                  <a:gd name="connsiteX85" fmla="*/ 9668916 w 10479637"/>
                  <a:gd name="connsiteY85" fmla="*/ 10309550 h 10448096"/>
                  <a:gd name="connsiteX86" fmla="*/ 9495500 w 10479637"/>
                  <a:gd name="connsiteY86" fmla="*/ 10359209 h 10448096"/>
                  <a:gd name="connsiteX87" fmla="*/ 9310254 w 10479637"/>
                  <a:gd name="connsiteY87" fmla="*/ 10448096 h 10448096"/>
                  <a:gd name="connsiteX88" fmla="*/ 9227127 w 10479637"/>
                  <a:gd name="connsiteY88" fmla="*/ 10295696 h 10448096"/>
                  <a:gd name="connsiteX89" fmla="*/ 9033163 w 10479637"/>
                  <a:gd name="connsiteY89" fmla="*/ 10046314 h 10448096"/>
                  <a:gd name="connsiteX90" fmla="*/ 8825345 w 10479637"/>
                  <a:gd name="connsiteY90" fmla="*/ 9866205 h 10448096"/>
                  <a:gd name="connsiteX91" fmla="*/ 8534400 w 10479637"/>
                  <a:gd name="connsiteY91" fmla="*/ 9755368 h 10448096"/>
                  <a:gd name="connsiteX92" fmla="*/ 8423563 w 10479637"/>
                  <a:gd name="connsiteY92" fmla="*/ 9699950 h 10448096"/>
                  <a:gd name="connsiteX93" fmla="*/ 8285018 w 10479637"/>
                  <a:gd name="connsiteY93" fmla="*/ 9533696 h 10448096"/>
                  <a:gd name="connsiteX94" fmla="*/ 8257309 w 10479637"/>
                  <a:gd name="connsiteY94" fmla="*/ 9395150 h 10448096"/>
                  <a:gd name="connsiteX95" fmla="*/ 8146472 w 10479637"/>
                  <a:gd name="connsiteY95" fmla="*/ 9409005 h 10448096"/>
                  <a:gd name="connsiteX96" fmla="*/ 8091054 w 10479637"/>
                  <a:gd name="connsiteY96" fmla="*/ 9630677 h 10448096"/>
                  <a:gd name="connsiteX97" fmla="*/ 7806336 w 10479637"/>
                  <a:gd name="connsiteY97" fmla="*/ 9636437 h 10448096"/>
                  <a:gd name="connsiteX98" fmla="*/ 7567694 w 10479637"/>
                  <a:gd name="connsiteY98" fmla="*/ 9573236 h 10448096"/>
                  <a:gd name="connsiteX99" fmla="*/ 7466043 w 10479637"/>
                  <a:gd name="connsiteY99" fmla="*/ 9524511 h 10448096"/>
                  <a:gd name="connsiteX100" fmla="*/ 7439891 w 10479637"/>
                  <a:gd name="connsiteY100" fmla="*/ 9215041 h 10448096"/>
                  <a:gd name="connsiteX101" fmla="*/ 7397859 w 10479637"/>
                  <a:gd name="connsiteY101" fmla="*/ 9409005 h 10448096"/>
                  <a:gd name="connsiteX102" fmla="*/ 7287491 w 10479637"/>
                  <a:gd name="connsiteY102" fmla="*/ 9503028 h 10448096"/>
                  <a:gd name="connsiteX103" fmla="*/ 7221797 w 10479637"/>
                  <a:gd name="connsiteY103" fmla="*/ 9175034 h 10448096"/>
                  <a:gd name="connsiteX104" fmla="*/ 6954982 w 10479637"/>
                  <a:gd name="connsiteY104" fmla="*/ 9242750 h 10448096"/>
                  <a:gd name="connsiteX105" fmla="*/ 6710737 w 10479637"/>
                  <a:gd name="connsiteY105" fmla="*/ 9315137 h 10448096"/>
                  <a:gd name="connsiteX106" fmla="*/ 6674777 w 10479637"/>
                  <a:gd name="connsiteY106" fmla="*/ 9116036 h 10448096"/>
                  <a:gd name="connsiteX107" fmla="*/ 6511636 w 10479637"/>
                  <a:gd name="connsiteY107" fmla="*/ 9007223 h 10448096"/>
                  <a:gd name="connsiteX108" fmla="*/ 6428509 w 10479637"/>
                  <a:gd name="connsiteY108" fmla="*/ 9007223 h 10448096"/>
                  <a:gd name="connsiteX109" fmla="*/ 6325922 w 10479637"/>
                  <a:gd name="connsiteY109" fmla="*/ 9110431 h 10448096"/>
                  <a:gd name="connsiteX110" fmla="*/ 6167763 w 10479637"/>
                  <a:gd name="connsiteY110" fmla="*/ 9031351 h 10448096"/>
                  <a:gd name="connsiteX111" fmla="*/ 6002132 w 10479637"/>
                  <a:gd name="connsiteY111" fmla="*/ 9146858 h 10448096"/>
                  <a:gd name="connsiteX112" fmla="*/ 5749636 w 10479637"/>
                  <a:gd name="connsiteY112" fmla="*/ 9104205 h 10448096"/>
                  <a:gd name="connsiteX113" fmla="*/ 5674760 w 10479637"/>
                  <a:gd name="connsiteY113" fmla="*/ 9135028 h 10448096"/>
                  <a:gd name="connsiteX114" fmla="*/ 5507415 w 10479637"/>
                  <a:gd name="connsiteY114" fmla="*/ 9181261 h 10448096"/>
                  <a:gd name="connsiteX115" fmla="*/ 5505859 w 10479637"/>
                  <a:gd name="connsiteY115" fmla="*/ 8924096 h 10448096"/>
                  <a:gd name="connsiteX116" fmla="*/ 5505857 w 10479637"/>
                  <a:gd name="connsiteY116" fmla="*/ 8688101 h 10448096"/>
                  <a:gd name="connsiteX117" fmla="*/ 5336024 w 10479637"/>
                  <a:gd name="connsiteY117" fmla="*/ 8386416 h 10448096"/>
                  <a:gd name="connsiteX118" fmla="*/ 5230324 w 10479637"/>
                  <a:gd name="connsiteY118" fmla="*/ 8135944 h 10448096"/>
                  <a:gd name="connsiteX119" fmla="*/ 5317031 w 10479637"/>
                  <a:gd name="connsiteY119" fmla="*/ 7663332 h 10448096"/>
                  <a:gd name="connsiteX120" fmla="*/ 5201059 w 10479637"/>
                  <a:gd name="connsiteY120" fmla="*/ 7373476 h 10448096"/>
                  <a:gd name="connsiteX121" fmla="*/ 5250872 w 10479637"/>
                  <a:gd name="connsiteY121" fmla="*/ 7123005 h 10448096"/>
                  <a:gd name="connsiteX122" fmla="*/ 5245735 w 10479637"/>
                  <a:gd name="connsiteY122" fmla="*/ 7071789 h 10448096"/>
                  <a:gd name="connsiteX123" fmla="*/ 4577603 w 10479637"/>
                  <a:gd name="connsiteY123" fmla="*/ 7067120 h 10448096"/>
                  <a:gd name="connsiteX124" fmla="*/ 4528412 w 10479637"/>
                  <a:gd name="connsiteY124" fmla="*/ 6893704 h 10448096"/>
                  <a:gd name="connsiteX125" fmla="*/ 4038834 w 10479637"/>
                  <a:gd name="connsiteY125" fmla="*/ 6869576 h 10448096"/>
                  <a:gd name="connsiteX126" fmla="*/ 3976254 w 10479637"/>
                  <a:gd name="connsiteY126" fmla="*/ 7123005 h 10448096"/>
                  <a:gd name="connsiteX127" fmla="*/ 3932667 w 10479637"/>
                  <a:gd name="connsiteY127" fmla="*/ 7334403 h 10448096"/>
                  <a:gd name="connsiteX128" fmla="*/ 3910095 w 10479637"/>
                  <a:gd name="connsiteY128" fmla="*/ 7456604 h 10448096"/>
                  <a:gd name="connsiteX129" fmla="*/ 3559528 w 10479637"/>
                  <a:gd name="connsiteY129" fmla="*/ 7451000 h 10448096"/>
                  <a:gd name="connsiteX130" fmla="*/ 3311236 w 10479637"/>
                  <a:gd name="connsiteY130" fmla="*/ 7455514 h 10448096"/>
                  <a:gd name="connsiteX131" fmla="*/ 2895600 w 10479637"/>
                  <a:gd name="connsiteY131" fmla="*/ 7441659 h 10448096"/>
                  <a:gd name="connsiteX132" fmla="*/ 2784763 w 10479637"/>
                  <a:gd name="connsiteY132" fmla="*/ 7192277 h 10448096"/>
                  <a:gd name="connsiteX133" fmla="*/ 2604654 w 10479637"/>
                  <a:gd name="connsiteY133" fmla="*/ 6915186 h 10448096"/>
                  <a:gd name="connsiteX134" fmla="*/ 2410691 w 10479637"/>
                  <a:gd name="connsiteY134" fmla="*/ 6416423 h 10448096"/>
                  <a:gd name="connsiteX135" fmla="*/ 2327563 w 10479637"/>
                  <a:gd name="connsiteY135" fmla="*/ 6277877 h 10448096"/>
                  <a:gd name="connsiteX136" fmla="*/ 1662545 w 10479637"/>
                  <a:gd name="connsiteY136" fmla="*/ 6250168 h 10448096"/>
                  <a:gd name="connsiteX137" fmla="*/ 1233054 w 10479637"/>
                  <a:gd name="connsiteY137" fmla="*/ 6250168 h 10448096"/>
                  <a:gd name="connsiteX138" fmla="*/ 1136072 w 10479637"/>
                  <a:gd name="connsiteY138" fmla="*/ 6305586 h 10448096"/>
                  <a:gd name="connsiteX139" fmla="*/ 706582 w 10479637"/>
                  <a:gd name="connsiteY139" fmla="*/ 6264023 h 10448096"/>
                  <a:gd name="connsiteX140" fmla="*/ 318654 w 10479637"/>
                  <a:gd name="connsiteY140" fmla="*/ 6291732 h 10448096"/>
                  <a:gd name="connsiteX141" fmla="*/ 96982 w 10479637"/>
                  <a:gd name="connsiteY141" fmla="*/ 6444132 h 10448096"/>
                  <a:gd name="connsiteX142" fmla="*/ 0 w 10479637"/>
                  <a:gd name="connsiteY142" fmla="*/ 6347150 h 10448096"/>
                  <a:gd name="connsiteX143" fmla="*/ 83127 w 10479637"/>
                  <a:gd name="connsiteY143" fmla="*/ 6291732 h 10448096"/>
                  <a:gd name="connsiteX0" fmla="*/ 83127 w 10479637"/>
                  <a:gd name="connsiteY0" fmla="*/ 6291732 h 10448096"/>
                  <a:gd name="connsiteX1" fmla="*/ 96982 w 10479637"/>
                  <a:gd name="connsiteY1" fmla="*/ 5848386 h 10448096"/>
                  <a:gd name="connsiteX2" fmla="*/ 401782 w 10479637"/>
                  <a:gd name="connsiteY2" fmla="*/ 5585150 h 10448096"/>
                  <a:gd name="connsiteX3" fmla="*/ 651163 w 10479637"/>
                  <a:gd name="connsiteY3" fmla="*/ 5723696 h 10448096"/>
                  <a:gd name="connsiteX4" fmla="*/ 858982 w 10479637"/>
                  <a:gd name="connsiteY4" fmla="*/ 5557441 h 10448096"/>
                  <a:gd name="connsiteX5" fmla="*/ 997527 w 10479637"/>
                  <a:gd name="connsiteY5" fmla="*/ 5405041 h 10448096"/>
                  <a:gd name="connsiteX6" fmla="*/ 1080654 w 10479637"/>
                  <a:gd name="connsiteY6" fmla="*/ 5488168 h 10448096"/>
                  <a:gd name="connsiteX7" fmla="*/ 1269312 w 10479637"/>
                  <a:gd name="connsiteY7" fmla="*/ 5732834 h 10448096"/>
                  <a:gd name="connsiteX8" fmla="*/ 1523116 w 10479637"/>
                  <a:gd name="connsiteY8" fmla="*/ 5534154 h 10448096"/>
                  <a:gd name="connsiteX9" fmla="*/ 1731818 w 10479637"/>
                  <a:gd name="connsiteY9" fmla="*/ 5349623 h 10448096"/>
                  <a:gd name="connsiteX10" fmla="*/ 2022763 w 10479637"/>
                  <a:gd name="connsiteY10" fmla="*/ 5114096 h 10448096"/>
                  <a:gd name="connsiteX11" fmla="*/ 2119745 w 10479637"/>
                  <a:gd name="connsiteY11" fmla="*/ 4684605 h 10448096"/>
                  <a:gd name="connsiteX12" fmla="*/ 2172511 w 10479637"/>
                  <a:gd name="connsiteY12" fmla="*/ 4217972 h 10448096"/>
                  <a:gd name="connsiteX13" fmla="*/ 2355272 w 10479637"/>
                  <a:gd name="connsiteY13" fmla="*/ 3908750 h 10448096"/>
                  <a:gd name="connsiteX14" fmla="*/ 2715491 w 10479637"/>
                  <a:gd name="connsiteY14" fmla="*/ 3506968 h 10448096"/>
                  <a:gd name="connsiteX15" fmla="*/ 2978727 w 10479637"/>
                  <a:gd name="connsiteY15" fmla="*/ 3313005 h 10448096"/>
                  <a:gd name="connsiteX16" fmla="*/ 3006436 w 10479637"/>
                  <a:gd name="connsiteY16" fmla="*/ 2869659 h 10448096"/>
                  <a:gd name="connsiteX17" fmla="*/ 3075709 w 10479637"/>
                  <a:gd name="connsiteY17" fmla="*/ 2578714 h 10448096"/>
                  <a:gd name="connsiteX18" fmla="*/ 3075709 w 10479637"/>
                  <a:gd name="connsiteY18" fmla="*/ 2370896 h 10448096"/>
                  <a:gd name="connsiteX19" fmla="*/ 3214254 w 10479637"/>
                  <a:gd name="connsiteY19" fmla="*/ 2038386 h 10448096"/>
                  <a:gd name="connsiteX20" fmla="*/ 3214254 w 10479637"/>
                  <a:gd name="connsiteY20" fmla="*/ 1747441 h 10448096"/>
                  <a:gd name="connsiteX21" fmla="*/ 3513454 w 10479637"/>
                  <a:gd name="connsiteY21" fmla="*/ 1179405 h 10448096"/>
                  <a:gd name="connsiteX22" fmla="*/ 3463636 w 10479637"/>
                  <a:gd name="connsiteY22" fmla="*/ 805332 h 10448096"/>
                  <a:gd name="connsiteX23" fmla="*/ 3491345 w 10479637"/>
                  <a:gd name="connsiteY23" fmla="*/ 597514 h 10448096"/>
                  <a:gd name="connsiteX24" fmla="*/ 3823854 w 10479637"/>
                  <a:gd name="connsiteY24" fmla="*/ 237296 h 10448096"/>
                  <a:gd name="connsiteX25" fmla="*/ 4017818 w 10479637"/>
                  <a:gd name="connsiteY25" fmla="*/ 112605 h 10448096"/>
                  <a:gd name="connsiteX26" fmla="*/ 4433454 w 10479637"/>
                  <a:gd name="connsiteY26" fmla="*/ 348132 h 10448096"/>
                  <a:gd name="connsiteX27" fmla="*/ 4599709 w 10479637"/>
                  <a:gd name="connsiteY27" fmla="*/ 542096 h 10448096"/>
                  <a:gd name="connsiteX28" fmla="*/ 5070763 w 10479637"/>
                  <a:gd name="connsiteY28" fmla="*/ 597514 h 10448096"/>
                  <a:gd name="connsiteX29" fmla="*/ 5391187 w 10479637"/>
                  <a:gd name="connsiteY29" fmla="*/ 656763 h 10448096"/>
                  <a:gd name="connsiteX30" fmla="*/ 5647937 w 10479637"/>
                  <a:gd name="connsiteY30" fmla="*/ 673271 h 10448096"/>
                  <a:gd name="connsiteX31" fmla="*/ 5860472 w 10479637"/>
                  <a:gd name="connsiteY31" fmla="*/ 334277 h 10448096"/>
                  <a:gd name="connsiteX32" fmla="*/ 6123709 w 10479637"/>
                  <a:gd name="connsiteY32" fmla="*/ 375841 h 10448096"/>
                  <a:gd name="connsiteX33" fmla="*/ 6594763 w 10479637"/>
                  <a:gd name="connsiteY33" fmla="*/ 237296 h 10448096"/>
                  <a:gd name="connsiteX34" fmla="*/ 6761018 w 10479637"/>
                  <a:gd name="connsiteY34" fmla="*/ 181877 h 10448096"/>
                  <a:gd name="connsiteX35" fmla="*/ 7038109 w 10479637"/>
                  <a:gd name="connsiteY35" fmla="*/ 251150 h 10448096"/>
                  <a:gd name="connsiteX36" fmla="*/ 7232072 w 10479637"/>
                  <a:gd name="connsiteY36" fmla="*/ 71041 h 10448096"/>
                  <a:gd name="connsiteX37" fmla="*/ 7363248 w 10479637"/>
                  <a:gd name="connsiteY37" fmla="*/ 0 h 10448096"/>
                  <a:gd name="connsiteX38" fmla="*/ 7606145 w 10479637"/>
                  <a:gd name="connsiteY38" fmla="*/ 57186 h 10448096"/>
                  <a:gd name="connsiteX39" fmla="*/ 7910945 w 10479637"/>
                  <a:gd name="connsiteY39" fmla="*/ 181877 h 10448096"/>
                  <a:gd name="connsiteX40" fmla="*/ 8312727 w 10479637"/>
                  <a:gd name="connsiteY40" fmla="*/ 112605 h 10448096"/>
                  <a:gd name="connsiteX41" fmla="*/ 8647005 w 10479637"/>
                  <a:gd name="connsiteY41" fmla="*/ 449831 h 10448096"/>
                  <a:gd name="connsiteX42" fmla="*/ 8908472 w 10479637"/>
                  <a:gd name="connsiteY42" fmla="*/ 597514 h 10448096"/>
                  <a:gd name="connsiteX43" fmla="*/ 9088582 w 10479637"/>
                  <a:gd name="connsiteY43" fmla="*/ 500532 h 10448096"/>
                  <a:gd name="connsiteX44" fmla="*/ 9351818 w 10479637"/>
                  <a:gd name="connsiteY44" fmla="*/ 445114 h 10448096"/>
                  <a:gd name="connsiteX45" fmla="*/ 9518072 w 10479637"/>
                  <a:gd name="connsiteY45" fmla="*/ 420943 h 10448096"/>
                  <a:gd name="connsiteX46" fmla="*/ 9646301 w 10479637"/>
                  <a:gd name="connsiteY46" fmla="*/ 422711 h 10448096"/>
                  <a:gd name="connsiteX47" fmla="*/ 10002982 w 10479637"/>
                  <a:gd name="connsiteY47" fmla="*/ 846896 h 10448096"/>
                  <a:gd name="connsiteX48" fmla="*/ 10238509 w 10479637"/>
                  <a:gd name="connsiteY48" fmla="*/ 1040859 h 10448096"/>
                  <a:gd name="connsiteX49" fmla="*/ 10224654 w 10479637"/>
                  <a:gd name="connsiteY49" fmla="*/ 1304096 h 10448096"/>
                  <a:gd name="connsiteX50" fmla="*/ 10238509 w 10479637"/>
                  <a:gd name="connsiteY50" fmla="*/ 1498059 h 10448096"/>
                  <a:gd name="connsiteX51" fmla="*/ 10280072 w 10479637"/>
                  <a:gd name="connsiteY51" fmla="*/ 1622750 h 10448096"/>
                  <a:gd name="connsiteX52" fmla="*/ 10479637 w 10479637"/>
                  <a:gd name="connsiteY52" fmla="*/ 1773970 h 10448096"/>
                  <a:gd name="connsiteX53" fmla="*/ 10099963 w 10479637"/>
                  <a:gd name="connsiteY53" fmla="*/ 2315477 h 10448096"/>
                  <a:gd name="connsiteX54" fmla="*/ 9781309 w 10479637"/>
                  <a:gd name="connsiteY54" fmla="*/ 2551005 h 10448096"/>
                  <a:gd name="connsiteX55" fmla="*/ 9601200 w 10479637"/>
                  <a:gd name="connsiteY55" fmla="*/ 3479259 h 10448096"/>
                  <a:gd name="connsiteX56" fmla="*/ 9601200 w 10479637"/>
                  <a:gd name="connsiteY56" fmla="*/ 3770205 h 10448096"/>
                  <a:gd name="connsiteX57" fmla="*/ 9365672 w 10479637"/>
                  <a:gd name="connsiteY57" fmla="*/ 3964168 h 10448096"/>
                  <a:gd name="connsiteX58" fmla="*/ 9310254 w 10479637"/>
                  <a:gd name="connsiteY58" fmla="*/ 4130423 h 10448096"/>
                  <a:gd name="connsiteX59" fmla="*/ 9199418 w 10479637"/>
                  <a:gd name="connsiteY59" fmla="*/ 4338241 h 10448096"/>
                  <a:gd name="connsiteX60" fmla="*/ 9268691 w 10479637"/>
                  <a:gd name="connsiteY60" fmla="*/ 4504496 h 10448096"/>
                  <a:gd name="connsiteX61" fmla="*/ 9337963 w 10479637"/>
                  <a:gd name="connsiteY61" fmla="*/ 4712314 h 10448096"/>
                  <a:gd name="connsiteX62" fmla="*/ 9382180 w 10479637"/>
                  <a:gd name="connsiteY62" fmla="*/ 4968181 h 10448096"/>
                  <a:gd name="connsiteX63" fmla="*/ 9434945 w 10479637"/>
                  <a:gd name="connsiteY63" fmla="*/ 5266496 h 10448096"/>
                  <a:gd name="connsiteX64" fmla="*/ 9462654 w 10479637"/>
                  <a:gd name="connsiteY64" fmla="*/ 5668277 h 10448096"/>
                  <a:gd name="connsiteX65" fmla="*/ 9587345 w 10479637"/>
                  <a:gd name="connsiteY65" fmla="*/ 6028496 h 10448096"/>
                  <a:gd name="connsiteX66" fmla="*/ 9545782 w 10479637"/>
                  <a:gd name="connsiteY66" fmla="*/ 6430277 h 10448096"/>
                  <a:gd name="connsiteX67" fmla="*/ 9933709 w 10479637"/>
                  <a:gd name="connsiteY67" fmla="*/ 6915186 h 10448096"/>
                  <a:gd name="connsiteX68" fmla="*/ 10094363 w 10479637"/>
                  <a:gd name="connsiteY68" fmla="*/ 7274520 h 10448096"/>
                  <a:gd name="connsiteX69" fmla="*/ 10232908 w 10479637"/>
                  <a:gd name="connsiteY69" fmla="*/ 7568119 h 10448096"/>
                  <a:gd name="connsiteX70" fmla="*/ 9670472 w 10479637"/>
                  <a:gd name="connsiteY70" fmla="*/ 7594059 h 10448096"/>
                  <a:gd name="connsiteX71" fmla="*/ 9337963 w 10479637"/>
                  <a:gd name="connsiteY71" fmla="*/ 7704896 h 10448096"/>
                  <a:gd name="connsiteX72" fmla="*/ 9102436 w 10479637"/>
                  <a:gd name="connsiteY72" fmla="*/ 7843441 h 10448096"/>
                  <a:gd name="connsiteX73" fmla="*/ 9019309 w 10479637"/>
                  <a:gd name="connsiteY73" fmla="*/ 8051259 h 10448096"/>
                  <a:gd name="connsiteX74" fmla="*/ 8956730 w 10479637"/>
                  <a:gd name="connsiteY74" fmla="*/ 8148241 h 10448096"/>
                  <a:gd name="connsiteX75" fmla="*/ 9027559 w 10479637"/>
                  <a:gd name="connsiteY75" fmla="*/ 8577732 h 10448096"/>
                  <a:gd name="connsiteX76" fmla="*/ 9030673 w 10479637"/>
                  <a:gd name="connsiteY76" fmla="*/ 8811236 h 10448096"/>
                  <a:gd name="connsiteX77" fmla="*/ 8991600 w 10479637"/>
                  <a:gd name="connsiteY77" fmla="*/ 9021077 h 10448096"/>
                  <a:gd name="connsiteX78" fmla="*/ 8894618 w 10479637"/>
                  <a:gd name="connsiteY78" fmla="*/ 9325877 h 10448096"/>
                  <a:gd name="connsiteX79" fmla="*/ 8922327 w 10479637"/>
                  <a:gd name="connsiteY79" fmla="*/ 9589114 h 10448096"/>
                  <a:gd name="connsiteX80" fmla="*/ 9144000 w 10479637"/>
                  <a:gd name="connsiteY80" fmla="*/ 9755368 h 10448096"/>
                  <a:gd name="connsiteX81" fmla="*/ 9353374 w 10479637"/>
                  <a:gd name="connsiteY81" fmla="*/ 9906212 h 10448096"/>
                  <a:gd name="connsiteX82" fmla="*/ 9529903 w 10479637"/>
                  <a:gd name="connsiteY82" fmla="*/ 9958205 h 10448096"/>
                  <a:gd name="connsiteX83" fmla="*/ 9625328 w 10479637"/>
                  <a:gd name="connsiteY83" fmla="*/ 9844256 h 10448096"/>
                  <a:gd name="connsiteX84" fmla="*/ 9667359 w 10479637"/>
                  <a:gd name="connsiteY84" fmla="*/ 9856554 h 10448096"/>
                  <a:gd name="connsiteX85" fmla="*/ 9668916 w 10479637"/>
                  <a:gd name="connsiteY85" fmla="*/ 10309550 h 10448096"/>
                  <a:gd name="connsiteX86" fmla="*/ 9495500 w 10479637"/>
                  <a:gd name="connsiteY86" fmla="*/ 10359209 h 10448096"/>
                  <a:gd name="connsiteX87" fmla="*/ 9310254 w 10479637"/>
                  <a:gd name="connsiteY87" fmla="*/ 10448096 h 10448096"/>
                  <a:gd name="connsiteX88" fmla="*/ 9227127 w 10479637"/>
                  <a:gd name="connsiteY88" fmla="*/ 10295696 h 10448096"/>
                  <a:gd name="connsiteX89" fmla="*/ 9033163 w 10479637"/>
                  <a:gd name="connsiteY89" fmla="*/ 10046314 h 10448096"/>
                  <a:gd name="connsiteX90" fmla="*/ 8825345 w 10479637"/>
                  <a:gd name="connsiteY90" fmla="*/ 9866205 h 10448096"/>
                  <a:gd name="connsiteX91" fmla="*/ 8534400 w 10479637"/>
                  <a:gd name="connsiteY91" fmla="*/ 9755368 h 10448096"/>
                  <a:gd name="connsiteX92" fmla="*/ 8423563 w 10479637"/>
                  <a:gd name="connsiteY92" fmla="*/ 9699950 h 10448096"/>
                  <a:gd name="connsiteX93" fmla="*/ 8285018 w 10479637"/>
                  <a:gd name="connsiteY93" fmla="*/ 9533696 h 10448096"/>
                  <a:gd name="connsiteX94" fmla="*/ 8257309 w 10479637"/>
                  <a:gd name="connsiteY94" fmla="*/ 9395150 h 10448096"/>
                  <a:gd name="connsiteX95" fmla="*/ 8146472 w 10479637"/>
                  <a:gd name="connsiteY95" fmla="*/ 9409005 h 10448096"/>
                  <a:gd name="connsiteX96" fmla="*/ 8091054 w 10479637"/>
                  <a:gd name="connsiteY96" fmla="*/ 9630677 h 10448096"/>
                  <a:gd name="connsiteX97" fmla="*/ 7806336 w 10479637"/>
                  <a:gd name="connsiteY97" fmla="*/ 9636437 h 10448096"/>
                  <a:gd name="connsiteX98" fmla="*/ 7567694 w 10479637"/>
                  <a:gd name="connsiteY98" fmla="*/ 9573236 h 10448096"/>
                  <a:gd name="connsiteX99" fmla="*/ 7466043 w 10479637"/>
                  <a:gd name="connsiteY99" fmla="*/ 9524511 h 10448096"/>
                  <a:gd name="connsiteX100" fmla="*/ 7439891 w 10479637"/>
                  <a:gd name="connsiteY100" fmla="*/ 9215041 h 10448096"/>
                  <a:gd name="connsiteX101" fmla="*/ 7397859 w 10479637"/>
                  <a:gd name="connsiteY101" fmla="*/ 9409005 h 10448096"/>
                  <a:gd name="connsiteX102" fmla="*/ 7287491 w 10479637"/>
                  <a:gd name="connsiteY102" fmla="*/ 9503028 h 10448096"/>
                  <a:gd name="connsiteX103" fmla="*/ 7221797 w 10479637"/>
                  <a:gd name="connsiteY103" fmla="*/ 9175034 h 10448096"/>
                  <a:gd name="connsiteX104" fmla="*/ 6954982 w 10479637"/>
                  <a:gd name="connsiteY104" fmla="*/ 9242750 h 10448096"/>
                  <a:gd name="connsiteX105" fmla="*/ 6710737 w 10479637"/>
                  <a:gd name="connsiteY105" fmla="*/ 9315137 h 10448096"/>
                  <a:gd name="connsiteX106" fmla="*/ 6674777 w 10479637"/>
                  <a:gd name="connsiteY106" fmla="*/ 9116036 h 10448096"/>
                  <a:gd name="connsiteX107" fmla="*/ 6511636 w 10479637"/>
                  <a:gd name="connsiteY107" fmla="*/ 9007223 h 10448096"/>
                  <a:gd name="connsiteX108" fmla="*/ 6428509 w 10479637"/>
                  <a:gd name="connsiteY108" fmla="*/ 9007223 h 10448096"/>
                  <a:gd name="connsiteX109" fmla="*/ 6325922 w 10479637"/>
                  <a:gd name="connsiteY109" fmla="*/ 9110431 h 10448096"/>
                  <a:gd name="connsiteX110" fmla="*/ 6167763 w 10479637"/>
                  <a:gd name="connsiteY110" fmla="*/ 9031351 h 10448096"/>
                  <a:gd name="connsiteX111" fmla="*/ 6002132 w 10479637"/>
                  <a:gd name="connsiteY111" fmla="*/ 9146858 h 10448096"/>
                  <a:gd name="connsiteX112" fmla="*/ 5749636 w 10479637"/>
                  <a:gd name="connsiteY112" fmla="*/ 9104205 h 10448096"/>
                  <a:gd name="connsiteX113" fmla="*/ 5674760 w 10479637"/>
                  <a:gd name="connsiteY113" fmla="*/ 9135028 h 10448096"/>
                  <a:gd name="connsiteX114" fmla="*/ 5507415 w 10479637"/>
                  <a:gd name="connsiteY114" fmla="*/ 9181261 h 10448096"/>
                  <a:gd name="connsiteX115" fmla="*/ 5505859 w 10479637"/>
                  <a:gd name="connsiteY115" fmla="*/ 8924096 h 10448096"/>
                  <a:gd name="connsiteX116" fmla="*/ 5505857 w 10479637"/>
                  <a:gd name="connsiteY116" fmla="*/ 8688101 h 10448096"/>
                  <a:gd name="connsiteX117" fmla="*/ 5336024 w 10479637"/>
                  <a:gd name="connsiteY117" fmla="*/ 8386416 h 10448096"/>
                  <a:gd name="connsiteX118" fmla="*/ 5230324 w 10479637"/>
                  <a:gd name="connsiteY118" fmla="*/ 8135944 h 10448096"/>
                  <a:gd name="connsiteX119" fmla="*/ 5317031 w 10479637"/>
                  <a:gd name="connsiteY119" fmla="*/ 7663332 h 10448096"/>
                  <a:gd name="connsiteX120" fmla="*/ 5201059 w 10479637"/>
                  <a:gd name="connsiteY120" fmla="*/ 7373476 h 10448096"/>
                  <a:gd name="connsiteX121" fmla="*/ 5250872 w 10479637"/>
                  <a:gd name="connsiteY121" fmla="*/ 7123005 h 10448096"/>
                  <a:gd name="connsiteX122" fmla="*/ 5245735 w 10479637"/>
                  <a:gd name="connsiteY122" fmla="*/ 7071789 h 10448096"/>
                  <a:gd name="connsiteX123" fmla="*/ 4577603 w 10479637"/>
                  <a:gd name="connsiteY123" fmla="*/ 7067120 h 10448096"/>
                  <a:gd name="connsiteX124" fmla="*/ 4528412 w 10479637"/>
                  <a:gd name="connsiteY124" fmla="*/ 6893704 h 10448096"/>
                  <a:gd name="connsiteX125" fmla="*/ 4038834 w 10479637"/>
                  <a:gd name="connsiteY125" fmla="*/ 6869576 h 10448096"/>
                  <a:gd name="connsiteX126" fmla="*/ 3976254 w 10479637"/>
                  <a:gd name="connsiteY126" fmla="*/ 7123005 h 10448096"/>
                  <a:gd name="connsiteX127" fmla="*/ 3932667 w 10479637"/>
                  <a:gd name="connsiteY127" fmla="*/ 7334403 h 10448096"/>
                  <a:gd name="connsiteX128" fmla="*/ 3910095 w 10479637"/>
                  <a:gd name="connsiteY128" fmla="*/ 7456604 h 10448096"/>
                  <a:gd name="connsiteX129" fmla="*/ 3559528 w 10479637"/>
                  <a:gd name="connsiteY129" fmla="*/ 7451000 h 10448096"/>
                  <a:gd name="connsiteX130" fmla="*/ 3311236 w 10479637"/>
                  <a:gd name="connsiteY130" fmla="*/ 7455514 h 10448096"/>
                  <a:gd name="connsiteX131" fmla="*/ 2895600 w 10479637"/>
                  <a:gd name="connsiteY131" fmla="*/ 7441659 h 10448096"/>
                  <a:gd name="connsiteX132" fmla="*/ 2784763 w 10479637"/>
                  <a:gd name="connsiteY132" fmla="*/ 7192277 h 10448096"/>
                  <a:gd name="connsiteX133" fmla="*/ 2604654 w 10479637"/>
                  <a:gd name="connsiteY133" fmla="*/ 6915186 h 10448096"/>
                  <a:gd name="connsiteX134" fmla="*/ 2410691 w 10479637"/>
                  <a:gd name="connsiteY134" fmla="*/ 6416423 h 10448096"/>
                  <a:gd name="connsiteX135" fmla="*/ 2327563 w 10479637"/>
                  <a:gd name="connsiteY135" fmla="*/ 6277877 h 10448096"/>
                  <a:gd name="connsiteX136" fmla="*/ 1662545 w 10479637"/>
                  <a:gd name="connsiteY136" fmla="*/ 6250168 h 10448096"/>
                  <a:gd name="connsiteX137" fmla="*/ 1233054 w 10479637"/>
                  <a:gd name="connsiteY137" fmla="*/ 6250168 h 10448096"/>
                  <a:gd name="connsiteX138" fmla="*/ 1136072 w 10479637"/>
                  <a:gd name="connsiteY138" fmla="*/ 6305586 h 10448096"/>
                  <a:gd name="connsiteX139" fmla="*/ 706582 w 10479637"/>
                  <a:gd name="connsiteY139" fmla="*/ 6264023 h 10448096"/>
                  <a:gd name="connsiteX140" fmla="*/ 318654 w 10479637"/>
                  <a:gd name="connsiteY140" fmla="*/ 6291732 h 10448096"/>
                  <a:gd name="connsiteX141" fmla="*/ 96982 w 10479637"/>
                  <a:gd name="connsiteY141" fmla="*/ 6444132 h 10448096"/>
                  <a:gd name="connsiteX142" fmla="*/ 0 w 10479637"/>
                  <a:gd name="connsiteY142" fmla="*/ 6347150 h 10448096"/>
                  <a:gd name="connsiteX143" fmla="*/ 83127 w 10479637"/>
                  <a:gd name="connsiteY143" fmla="*/ 6291732 h 10448096"/>
                  <a:gd name="connsiteX0" fmla="*/ 83127 w 10479637"/>
                  <a:gd name="connsiteY0" fmla="*/ 6291732 h 10448096"/>
                  <a:gd name="connsiteX1" fmla="*/ 96982 w 10479637"/>
                  <a:gd name="connsiteY1" fmla="*/ 5848386 h 10448096"/>
                  <a:gd name="connsiteX2" fmla="*/ 401782 w 10479637"/>
                  <a:gd name="connsiteY2" fmla="*/ 5585150 h 10448096"/>
                  <a:gd name="connsiteX3" fmla="*/ 651163 w 10479637"/>
                  <a:gd name="connsiteY3" fmla="*/ 5723696 h 10448096"/>
                  <a:gd name="connsiteX4" fmla="*/ 858982 w 10479637"/>
                  <a:gd name="connsiteY4" fmla="*/ 5557441 h 10448096"/>
                  <a:gd name="connsiteX5" fmla="*/ 997527 w 10479637"/>
                  <a:gd name="connsiteY5" fmla="*/ 5405041 h 10448096"/>
                  <a:gd name="connsiteX6" fmla="*/ 1080654 w 10479637"/>
                  <a:gd name="connsiteY6" fmla="*/ 5488168 h 10448096"/>
                  <a:gd name="connsiteX7" fmla="*/ 1269312 w 10479637"/>
                  <a:gd name="connsiteY7" fmla="*/ 5732834 h 10448096"/>
                  <a:gd name="connsiteX8" fmla="*/ 1523116 w 10479637"/>
                  <a:gd name="connsiteY8" fmla="*/ 5534154 h 10448096"/>
                  <a:gd name="connsiteX9" fmla="*/ 1731818 w 10479637"/>
                  <a:gd name="connsiteY9" fmla="*/ 5349623 h 10448096"/>
                  <a:gd name="connsiteX10" fmla="*/ 2022763 w 10479637"/>
                  <a:gd name="connsiteY10" fmla="*/ 5114096 h 10448096"/>
                  <a:gd name="connsiteX11" fmla="*/ 2119745 w 10479637"/>
                  <a:gd name="connsiteY11" fmla="*/ 4684605 h 10448096"/>
                  <a:gd name="connsiteX12" fmla="*/ 2172511 w 10479637"/>
                  <a:gd name="connsiteY12" fmla="*/ 4217972 h 10448096"/>
                  <a:gd name="connsiteX13" fmla="*/ 2355272 w 10479637"/>
                  <a:gd name="connsiteY13" fmla="*/ 3908750 h 10448096"/>
                  <a:gd name="connsiteX14" fmla="*/ 2715491 w 10479637"/>
                  <a:gd name="connsiteY14" fmla="*/ 3506968 h 10448096"/>
                  <a:gd name="connsiteX15" fmla="*/ 2978727 w 10479637"/>
                  <a:gd name="connsiteY15" fmla="*/ 3313005 h 10448096"/>
                  <a:gd name="connsiteX16" fmla="*/ 3006436 w 10479637"/>
                  <a:gd name="connsiteY16" fmla="*/ 2869659 h 10448096"/>
                  <a:gd name="connsiteX17" fmla="*/ 3075709 w 10479637"/>
                  <a:gd name="connsiteY17" fmla="*/ 2578714 h 10448096"/>
                  <a:gd name="connsiteX18" fmla="*/ 3075709 w 10479637"/>
                  <a:gd name="connsiteY18" fmla="*/ 2370896 h 10448096"/>
                  <a:gd name="connsiteX19" fmla="*/ 3214254 w 10479637"/>
                  <a:gd name="connsiteY19" fmla="*/ 2038386 h 10448096"/>
                  <a:gd name="connsiteX20" fmla="*/ 3214254 w 10479637"/>
                  <a:gd name="connsiteY20" fmla="*/ 1747441 h 10448096"/>
                  <a:gd name="connsiteX21" fmla="*/ 3513454 w 10479637"/>
                  <a:gd name="connsiteY21" fmla="*/ 1179405 h 10448096"/>
                  <a:gd name="connsiteX22" fmla="*/ 3463636 w 10479637"/>
                  <a:gd name="connsiteY22" fmla="*/ 805332 h 10448096"/>
                  <a:gd name="connsiteX23" fmla="*/ 3491345 w 10479637"/>
                  <a:gd name="connsiteY23" fmla="*/ 597514 h 10448096"/>
                  <a:gd name="connsiteX24" fmla="*/ 3823854 w 10479637"/>
                  <a:gd name="connsiteY24" fmla="*/ 237296 h 10448096"/>
                  <a:gd name="connsiteX25" fmla="*/ 4017818 w 10479637"/>
                  <a:gd name="connsiteY25" fmla="*/ 112605 h 10448096"/>
                  <a:gd name="connsiteX26" fmla="*/ 4433454 w 10479637"/>
                  <a:gd name="connsiteY26" fmla="*/ 348132 h 10448096"/>
                  <a:gd name="connsiteX27" fmla="*/ 4599709 w 10479637"/>
                  <a:gd name="connsiteY27" fmla="*/ 542096 h 10448096"/>
                  <a:gd name="connsiteX28" fmla="*/ 5070763 w 10479637"/>
                  <a:gd name="connsiteY28" fmla="*/ 597514 h 10448096"/>
                  <a:gd name="connsiteX29" fmla="*/ 5391187 w 10479637"/>
                  <a:gd name="connsiteY29" fmla="*/ 656763 h 10448096"/>
                  <a:gd name="connsiteX30" fmla="*/ 5647937 w 10479637"/>
                  <a:gd name="connsiteY30" fmla="*/ 673271 h 10448096"/>
                  <a:gd name="connsiteX31" fmla="*/ 5860472 w 10479637"/>
                  <a:gd name="connsiteY31" fmla="*/ 334277 h 10448096"/>
                  <a:gd name="connsiteX32" fmla="*/ 6123709 w 10479637"/>
                  <a:gd name="connsiteY32" fmla="*/ 375841 h 10448096"/>
                  <a:gd name="connsiteX33" fmla="*/ 6594763 w 10479637"/>
                  <a:gd name="connsiteY33" fmla="*/ 237296 h 10448096"/>
                  <a:gd name="connsiteX34" fmla="*/ 6761018 w 10479637"/>
                  <a:gd name="connsiteY34" fmla="*/ 181877 h 10448096"/>
                  <a:gd name="connsiteX35" fmla="*/ 7038109 w 10479637"/>
                  <a:gd name="connsiteY35" fmla="*/ 251150 h 10448096"/>
                  <a:gd name="connsiteX36" fmla="*/ 7232072 w 10479637"/>
                  <a:gd name="connsiteY36" fmla="*/ 71041 h 10448096"/>
                  <a:gd name="connsiteX37" fmla="*/ 7363248 w 10479637"/>
                  <a:gd name="connsiteY37" fmla="*/ 0 h 10448096"/>
                  <a:gd name="connsiteX38" fmla="*/ 7606145 w 10479637"/>
                  <a:gd name="connsiteY38" fmla="*/ 57186 h 10448096"/>
                  <a:gd name="connsiteX39" fmla="*/ 7910945 w 10479637"/>
                  <a:gd name="connsiteY39" fmla="*/ 181877 h 10448096"/>
                  <a:gd name="connsiteX40" fmla="*/ 8312727 w 10479637"/>
                  <a:gd name="connsiteY40" fmla="*/ 112605 h 10448096"/>
                  <a:gd name="connsiteX41" fmla="*/ 8647005 w 10479637"/>
                  <a:gd name="connsiteY41" fmla="*/ 449831 h 10448096"/>
                  <a:gd name="connsiteX42" fmla="*/ 8908472 w 10479637"/>
                  <a:gd name="connsiteY42" fmla="*/ 597514 h 10448096"/>
                  <a:gd name="connsiteX43" fmla="*/ 9088582 w 10479637"/>
                  <a:gd name="connsiteY43" fmla="*/ 500532 h 10448096"/>
                  <a:gd name="connsiteX44" fmla="*/ 9351818 w 10479637"/>
                  <a:gd name="connsiteY44" fmla="*/ 445114 h 10448096"/>
                  <a:gd name="connsiteX45" fmla="*/ 9518072 w 10479637"/>
                  <a:gd name="connsiteY45" fmla="*/ 420943 h 10448096"/>
                  <a:gd name="connsiteX46" fmla="*/ 9646301 w 10479637"/>
                  <a:gd name="connsiteY46" fmla="*/ 422711 h 10448096"/>
                  <a:gd name="connsiteX47" fmla="*/ 10002982 w 10479637"/>
                  <a:gd name="connsiteY47" fmla="*/ 846896 h 10448096"/>
                  <a:gd name="connsiteX48" fmla="*/ 10238509 w 10479637"/>
                  <a:gd name="connsiteY48" fmla="*/ 1040859 h 10448096"/>
                  <a:gd name="connsiteX49" fmla="*/ 10224654 w 10479637"/>
                  <a:gd name="connsiteY49" fmla="*/ 1304096 h 10448096"/>
                  <a:gd name="connsiteX50" fmla="*/ 10238509 w 10479637"/>
                  <a:gd name="connsiteY50" fmla="*/ 1498059 h 10448096"/>
                  <a:gd name="connsiteX51" fmla="*/ 10280072 w 10479637"/>
                  <a:gd name="connsiteY51" fmla="*/ 1622750 h 10448096"/>
                  <a:gd name="connsiteX52" fmla="*/ 10479637 w 10479637"/>
                  <a:gd name="connsiteY52" fmla="*/ 1773970 h 10448096"/>
                  <a:gd name="connsiteX53" fmla="*/ 10099963 w 10479637"/>
                  <a:gd name="connsiteY53" fmla="*/ 2315477 h 10448096"/>
                  <a:gd name="connsiteX54" fmla="*/ 9781309 w 10479637"/>
                  <a:gd name="connsiteY54" fmla="*/ 2551005 h 10448096"/>
                  <a:gd name="connsiteX55" fmla="*/ 9601200 w 10479637"/>
                  <a:gd name="connsiteY55" fmla="*/ 3479259 h 10448096"/>
                  <a:gd name="connsiteX56" fmla="*/ 9601200 w 10479637"/>
                  <a:gd name="connsiteY56" fmla="*/ 3770205 h 10448096"/>
                  <a:gd name="connsiteX57" fmla="*/ 9365672 w 10479637"/>
                  <a:gd name="connsiteY57" fmla="*/ 3964168 h 10448096"/>
                  <a:gd name="connsiteX58" fmla="*/ 9310254 w 10479637"/>
                  <a:gd name="connsiteY58" fmla="*/ 4130423 h 10448096"/>
                  <a:gd name="connsiteX59" fmla="*/ 9199418 w 10479637"/>
                  <a:gd name="connsiteY59" fmla="*/ 4338241 h 10448096"/>
                  <a:gd name="connsiteX60" fmla="*/ 9268691 w 10479637"/>
                  <a:gd name="connsiteY60" fmla="*/ 4504496 h 10448096"/>
                  <a:gd name="connsiteX61" fmla="*/ 9337963 w 10479637"/>
                  <a:gd name="connsiteY61" fmla="*/ 4712314 h 10448096"/>
                  <a:gd name="connsiteX62" fmla="*/ 9382180 w 10479637"/>
                  <a:gd name="connsiteY62" fmla="*/ 4968181 h 10448096"/>
                  <a:gd name="connsiteX63" fmla="*/ 9434945 w 10479637"/>
                  <a:gd name="connsiteY63" fmla="*/ 5266496 h 10448096"/>
                  <a:gd name="connsiteX64" fmla="*/ 9462654 w 10479637"/>
                  <a:gd name="connsiteY64" fmla="*/ 5668277 h 10448096"/>
                  <a:gd name="connsiteX65" fmla="*/ 9587345 w 10479637"/>
                  <a:gd name="connsiteY65" fmla="*/ 6028496 h 10448096"/>
                  <a:gd name="connsiteX66" fmla="*/ 9545782 w 10479637"/>
                  <a:gd name="connsiteY66" fmla="*/ 6430277 h 10448096"/>
                  <a:gd name="connsiteX67" fmla="*/ 9933709 w 10479637"/>
                  <a:gd name="connsiteY67" fmla="*/ 6915186 h 10448096"/>
                  <a:gd name="connsiteX68" fmla="*/ 10094363 w 10479637"/>
                  <a:gd name="connsiteY68" fmla="*/ 7274520 h 10448096"/>
                  <a:gd name="connsiteX69" fmla="*/ 10232908 w 10479637"/>
                  <a:gd name="connsiteY69" fmla="*/ 7568119 h 10448096"/>
                  <a:gd name="connsiteX70" fmla="*/ 9670472 w 10479637"/>
                  <a:gd name="connsiteY70" fmla="*/ 7594059 h 10448096"/>
                  <a:gd name="connsiteX71" fmla="*/ 9337963 w 10479637"/>
                  <a:gd name="connsiteY71" fmla="*/ 7704896 h 10448096"/>
                  <a:gd name="connsiteX72" fmla="*/ 9102436 w 10479637"/>
                  <a:gd name="connsiteY72" fmla="*/ 7843441 h 10448096"/>
                  <a:gd name="connsiteX73" fmla="*/ 9019309 w 10479637"/>
                  <a:gd name="connsiteY73" fmla="*/ 8051259 h 10448096"/>
                  <a:gd name="connsiteX74" fmla="*/ 8956730 w 10479637"/>
                  <a:gd name="connsiteY74" fmla="*/ 8148241 h 10448096"/>
                  <a:gd name="connsiteX75" fmla="*/ 9027559 w 10479637"/>
                  <a:gd name="connsiteY75" fmla="*/ 8577732 h 10448096"/>
                  <a:gd name="connsiteX76" fmla="*/ 9030673 w 10479637"/>
                  <a:gd name="connsiteY76" fmla="*/ 8811236 h 10448096"/>
                  <a:gd name="connsiteX77" fmla="*/ 8991600 w 10479637"/>
                  <a:gd name="connsiteY77" fmla="*/ 9021077 h 10448096"/>
                  <a:gd name="connsiteX78" fmla="*/ 8894618 w 10479637"/>
                  <a:gd name="connsiteY78" fmla="*/ 9325877 h 10448096"/>
                  <a:gd name="connsiteX79" fmla="*/ 8922327 w 10479637"/>
                  <a:gd name="connsiteY79" fmla="*/ 9589114 h 10448096"/>
                  <a:gd name="connsiteX80" fmla="*/ 9144000 w 10479637"/>
                  <a:gd name="connsiteY80" fmla="*/ 9755368 h 10448096"/>
                  <a:gd name="connsiteX81" fmla="*/ 9353374 w 10479637"/>
                  <a:gd name="connsiteY81" fmla="*/ 9906212 h 10448096"/>
                  <a:gd name="connsiteX82" fmla="*/ 9529903 w 10479637"/>
                  <a:gd name="connsiteY82" fmla="*/ 9958205 h 10448096"/>
                  <a:gd name="connsiteX83" fmla="*/ 9625328 w 10479637"/>
                  <a:gd name="connsiteY83" fmla="*/ 9844256 h 10448096"/>
                  <a:gd name="connsiteX84" fmla="*/ 9667359 w 10479637"/>
                  <a:gd name="connsiteY84" fmla="*/ 9856554 h 10448096"/>
                  <a:gd name="connsiteX85" fmla="*/ 9668916 w 10479637"/>
                  <a:gd name="connsiteY85" fmla="*/ 10309550 h 10448096"/>
                  <a:gd name="connsiteX86" fmla="*/ 9495500 w 10479637"/>
                  <a:gd name="connsiteY86" fmla="*/ 10359209 h 10448096"/>
                  <a:gd name="connsiteX87" fmla="*/ 9310254 w 10479637"/>
                  <a:gd name="connsiteY87" fmla="*/ 10448096 h 10448096"/>
                  <a:gd name="connsiteX88" fmla="*/ 9227127 w 10479637"/>
                  <a:gd name="connsiteY88" fmla="*/ 10295696 h 10448096"/>
                  <a:gd name="connsiteX89" fmla="*/ 9033163 w 10479637"/>
                  <a:gd name="connsiteY89" fmla="*/ 10046314 h 10448096"/>
                  <a:gd name="connsiteX90" fmla="*/ 8825345 w 10479637"/>
                  <a:gd name="connsiteY90" fmla="*/ 9866205 h 10448096"/>
                  <a:gd name="connsiteX91" fmla="*/ 8534400 w 10479637"/>
                  <a:gd name="connsiteY91" fmla="*/ 9755368 h 10448096"/>
                  <a:gd name="connsiteX92" fmla="*/ 8423563 w 10479637"/>
                  <a:gd name="connsiteY92" fmla="*/ 9699950 h 10448096"/>
                  <a:gd name="connsiteX93" fmla="*/ 8285018 w 10479637"/>
                  <a:gd name="connsiteY93" fmla="*/ 9533696 h 10448096"/>
                  <a:gd name="connsiteX94" fmla="*/ 8257309 w 10479637"/>
                  <a:gd name="connsiteY94" fmla="*/ 9395150 h 10448096"/>
                  <a:gd name="connsiteX95" fmla="*/ 8146472 w 10479637"/>
                  <a:gd name="connsiteY95" fmla="*/ 9409005 h 10448096"/>
                  <a:gd name="connsiteX96" fmla="*/ 8091054 w 10479637"/>
                  <a:gd name="connsiteY96" fmla="*/ 9630677 h 10448096"/>
                  <a:gd name="connsiteX97" fmla="*/ 7806336 w 10479637"/>
                  <a:gd name="connsiteY97" fmla="*/ 9636437 h 10448096"/>
                  <a:gd name="connsiteX98" fmla="*/ 7567694 w 10479637"/>
                  <a:gd name="connsiteY98" fmla="*/ 9573236 h 10448096"/>
                  <a:gd name="connsiteX99" fmla="*/ 7466043 w 10479637"/>
                  <a:gd name="connsiteY99" fmla="*/ 9524511 h 10448096"/>
                  <a:gd name="connsiteX100" fmla="*/ 7439891 w 10479637"/>
                  <a:gd name="connsiteY100" fmla="*/ 9215041 h 10448096"/>
                  <a:gd name="connsiteX101" fmla="*/ 7397859 w 10479637"/>
                  <a:gd name="connsiteY101" fmla="*/ 9409005 h 10448096"/>
                  <a:gd name="connsiteX102" fmla="*/ 7287491 w 10479637"/>
                  <a:gd name="connsiteY102" fmla="*/ 9503028 h 10448096"/>
                  <a:gd name="connsiteX103" fmla="*/ 7221797 w 10479637"/>
                  <a:gd name="connsiteY103" fmla="*/ 9175034 h 10448096"/>
                  <a:gd name="connsiteX104" fmla="*/ 6954982 w 10479637"/>
                  <a:gd name="connsiteY104" fmla="*/ 9242750 h 10448096"/>
                  <a:gd name="connsiteX105" fmla="*/ 6710737 w 10479637"/>
                  <a:gd name="connsiteY105" fmla="*/ 9315137 h 10448096"/>
                  <a:gd name="connsiteX106" fmla="*/ 6674777 w 10479637"/>
                  <a:gd name="connsiteY106" fmla="*/ 9116036 h 10448096"/>
                  <a:gd name="connsiteX107" fmla="*/ 6511636 w 10479637"/>
                  <a:gd name="connsiteY107" fmla="*/ 9007223 h 10448096"/>
                  <a:gd name="connsiteX108" fmla="*/ 6428509 w 10479637"/>
                  <a:gd name="connsiteY108" fmla="*/ 9007223 h 10448096"/>
                  <a:gd name="connsiteX109" fmla="*/ 6325922 w 10479637"/>
                  <a:gd name="connsiteY109" fmla="*/ 9110431 h 10448096"/>
                  <a:gd name="connsiteX110" fmla="*/ 6167763 w 10479637"/>
                  <a:gd name="connsiteY110" fmla="*/ 9031351 h 10448096"/>
                  <a:gd name="connsiteX111" fmla="*/ 6002132 w 10479637"/>
                  <a:gd name="connsiteY111" fmla="*/ 9146858 h 10448096"/>
                  <a:gd name="connsiteX112" fmla="*/ 5749636 w 10479637"/>
                  <a:gd name="connsiteY112" fmla="*/ 9104205 h 10448096"/>
                  <a:gd name="connsiteX113" fmla="*/ 5674760 w 10479637"/>
                  <a:gd name="connsiteY113" fmla="*/ 9135028 h 10448096"/>
                  <a:gd name="connsiteX114" fmla="*/ 5507415 w 10479637"/>
                  <a:gd name="connsiteY114" fmla="*/ 9181261 h 10448096"/>
                  <a:gd name="connsiteX115" fmla="*/ 5505859 w 10479637"/>
                  <a:gd name="connsiteY115" fmla="*/ 8924096 h 10448096"/>
                  <a:gd name="connsiteX116" fmla="*/ 5505857 w 10479637"/>
                  <a:gd name="connsiteY116" fmla="*/ 8688101 h 10448096"/>
                  <a:gd name="connsiteX117" fmla="*/ 5336024 w 10479637"/>
                  <a:gd name="connsiteY117" fmla="*/ 8386416 h 10448096"/>
                  <a:gd name="connsiteX118" fmla="*/ 5230324 w 10479637"/>
                  <a:gd name="connsiteY118" fmla="*/ 8135944 h 10448096"/>
                  <a:gd name="connsiteX119" fmla="*/ 5317031 w 10479637"/>
                  <a:gd name="connsiteY119" fmla="*/ 7663332 h 10448096"/>
                  <a:gd name="connsiteX120" fmla="*/ 5201059 w 10479637"/>
                  <a:gd name="connsiteY120" fmla="*/ 7373476 h 10448096"/>
                  <a:gd name="connsiteX121" fmla="*/ 5250872 w 10479637"/>
                  <a:gd name="connsiteY121" fmla="*/ 7123005 h 10448096"/>
                  <a:gd name="connsiteX122" fmla="*/ 5245735 w 10479637"/>
                  <a:gd name="connsiteY122" fmla="*/ 7071789 h 10448096"/>
                  <a:gd name="connsiteX123" fmla="*/ 4577603 w 10479637"/>
                  <a:gd name="connsiteY123" fmla="*/ 7067120 h 10448096"/>
                  <a:gd name="connsiteX124" fmla="*/ 4528412 w 10479637"/>
                  <a:gd name="connsiteY124" fmla="*/ 6893704 h 10448096"/>
                  <a:gd name="connsiteX125" fmla="*/ 4038834 w 10479637"/>
                  <a:gd name="connsiteY125" fmla="*/ 6869576 h 10448096"/>
                  <a:gd name="connsiteX126" fmla="*/ 3976254 w 10479637"/>
                  <a:gd name="connsiteY126" fmla="*/ 7123005 h 10448096"/>
                  <a:gd name="connsiteX127" fmla="*/ 3932667 w 10479637"/>
                  <a:gd name="connsiteY127" fmla="*/ 7334403 h 10448096"/>
                  <a:gd name="connsiteX128" fmla="*/ 3910095 w 10479637"/>
                  <a:gd name="connsiteY128" fmla="*/ 7456604 h 10448096"/>
                  <a:gd name="connsiteX129" fmla="*/ 3559528 w 10479637"/>
                  <a:gd name="connsiteY129" fmla="*/ 7451000 h 10448096"/>
                  <a:gd name="connsiteX130" fmla="*/ 3311236 w 10479637"/>
                  <a:gd name="connsiteY130" fmla="*/ 7455514 h 10448096"/>
                  <a:gd name="connsiteX131" fmla="*/ 2921540 w 10479637"/>
                  <a:gd name="connsiteY131" fmla="*/ 7467599 h 10448096"/>
                  <a:gd name="connsiteX132" fmla="*/ 2784763 w 10479637"/>
                  <a:gd name="connsiteY132" fmla="*/ 7192277 h 10448096"/>
                  <a:gd name="connsiteX133" fmla="*/ 2604654 w 10479637"/>
                  <a:gd name="connsiteY133" fmla="*/ 6915186 h 10448096"/>
                  <a:gd name="connsiteX134" fmla="*/ 2410691 w 10479637"/>
                  <a:gd name="connsiteY134" fmla="*/ 6416423 h 10448096"/>
                  <a:gd name="connsiteX135" fmla="*/ 2327563 w 10479637"/>
                  <a:gd name="connsiteY135" fmla="*/ 6277877 h 10448096"/>
                  <a:gd name="connsiteX136" fmla="*/ 1662545 w 10479637"/>
                  <a:gd name="connsiteY136" fmla="*/ 6250168 h 10448096"/>
                  <a:gd name="connsiteX137" fmla="*/ 1233054 w 10479637"/>
                  <a:gd name="connsiteY137" fmla="*/ 6250168 h 10448096"/>
                  <a:gd name="connsiteX138" fmla="*/ 1136072 w 10479637"/>
                  <a:gd name="connsiteY138" fmla="*/ 6305586 h 10448096"/>
                  <a:gd name="connsiteX139" fmla="*/ 706582 w 10479637"/>
                  <a:gd name="connsiteY139" fmla="*/ 6264023 h 10448096"/>
                  <a:gd name="connsiteX140" fmla="*/ 318654 w 10479637"/>
                  <a:gd name="connsiteY140" fmla="*/ 6291732 h 10448096"/>
                  <a:gd name="connsiteX141" fmla="*/ 96982 w 10479637"/>
                  <a:gd name="connsiteY141" fmla="*/ 6444132 h 10448096"/>
                  <a:gd name="connsiteX142" fmla="*/ 0 w 10479637"/>
                  <a:gd name="connsiteY142" fmla="*/ 6347150 h 10448096"/>
                  <a:gd name="connsiteX143" fmla="*/ 83127 w 10479637"/>
                  <a:gd name="connsiteY143" fmla="*/ 6291732 h 10448096"/>
                  <a:gd name="connsiteX0" fmla="*/ 83127 w 10479637"/>
                  <a:gd name="connsiteY0" fmla="*/ 6291732 h 10448096"/>
                  <a:gd name="connsiteX1" fmla="*/ 96982 w 10479637"/>
                  <a:gd name="connsiteY1" fmla="*/ 5848386 h 10448096"/>
                  <a:gd name="connsiteX2" fmla="*/ 401782 w 10479637"/>
                  <a:gd name="connsiteY2" fmla="*/ 5585150 h 10448096"/>
                  <a:gd name="connsiteX3" fmla="*/ 651163 w 10479637"/>
                  <a:gd name="connsiteY3" fmla="*/ 5723696 h 10448096"/>
                  <a:gd name="connsiteX4" fmla="*/ 858982 w 10479637"/>
                  <a:gd name="connsiteY4" fmla="*/ 5557441 h 10448096"/>
                  <a:gd name="connsiteX5" fmla="*/ 997527 w 10479637"/>
                  <a:gd name="connsiteY5" fmla="*/ 5405041 h 10448096"/>
                  <a:gd name="connsiteX6" fmla="*/ 1080654 w 10479637"/>
                  <a:gd name="connsiteY6" fmla="*/ 5488168 h 10448096"/>
                  <a:gd name="connsiteX7" fmla="*/ 1269312 w 10479637"/>
                  <a:gd name="connsiteY7" fmla="*/ 5732834 h 10448096"/>
                  <a:gd name="connsiteX8" fmla="*/ 1523116 w 10479637"/>
                  <a:gd name="connsiteY8" fmla="*/ 5534154 h 10448096"/>
                  <a:gd name="connsiteX9" fmla="*/ 1731818 w 10479637"/>
                  <a:gd name="connsiteY9" fmla="*/ 5349623 h 10448096"/>
                  <a:gd name="connsiteX10" fmla="*/ 2022763 w 10479637"/>
                  <a:gd name="connsiteY10" fmla="*/ 5114096 h 10448096"/>
                  <a:gd name="connsiteX11" fmla="*/ 2119745 w 10479637"/>
                  <a:gd name="connsiteY11" fmla="*/ 4684605 h 10448096"/>
                  <a:gd name="connsiteX12" fmla="*/ 2172511 w 10479637"/>
                  <a:gd name="connsiteY12" fmla="*/ 4217972 h 10448096"/>
                  <a:gd name="connsiteX13" fmla="*/ 2355272 w 10479637"/>
                  <a:gd name="connsiteY13" fmla="*/ 3908750 h 10448096"/>
                  <a:gd name="connsiteX14" fmla="*/ 2715491 w 10479637"/>
                  <a:gd name="connsiteY14" fmla="*/ 3506968 h 10448096"/>
                  <a:gd name="connsiteX15" fmla="*/ 2978727 w 10479637"/>
                  <a:gd name="connsiteY15" fmla="*/ 3313005 h 10448096"/>
                  <a:gd name="connsiteX16" fmla="*/ 3006436 w 10479637"/>
                  <a:gd name="connsiteY16" fmla="*/ 2869659 h 10448096"/>
                  <a:gd name="connsiteX17" fmla="*/ 3075709 w 10479637"/>
                  <a:gd name="connsiteY17" fmla="*/ 2578714 h 10448096"/>
                  <a:gd name="connsiteX18" fmla="*/ 3075709 w 10479637"/>
                  <a:gd name="connsiteY18" fmla="*/ 2370896 h 10448096"/>
                  <a:gd name="connsiteX19" fmla="*/ 3214254 w 10479637"/>
                  <a:gd name="connsiteY19" fmla="*/ 2038386 h 10448096"/>
                  <a:gd name="connsiteX20" fmla="*/ 3214254 w 10479637"/>
                  <a:gd name="connsiteY20" fmla="*/ 1747441 h 10448096"/>
                  <a:gd name="connsiteX21" fmla="*/ 3513454 w 10479637"/>
                  <a:gd name="connsiteY21" fmla="*/ 1179405 h 10448096"/>
                  <a:gd name="connsiteX22" fmla="*/ 3463636 w 10479637"/>
                  <a:gd name="connsiteY22" fmla="*/ 805332 h 10448096"/>
                  <a:gd name="connsiteX23" fmla="*/ 3491345 w 10479637"/>
                  <a:gd name="connsiteY23" fmla="*/ 597514 h 10448096"/>
                  <a:gd name="connsiteX24" fmla="*/ 3823854 w 10479637"/>
                  <a:gd name="connsiteY24" fmla="*/ 237296 h 10448096"/>
                  <a:gd name="connsiteX25" fmla="*/ 4017818 w 10479637"/>
                  <a:gd name="connsiteY25" fmla="*/ 112605 h 10448096"/>
                  <a:gd name="connsiteX26" fmla="*/ 4433454 w 10479637"/>
                  <a:gd name="connsiteY26" fmla="*/ 348132 h 10448096"/>
                  <a:gd name="connsiteX27" fmla="*/ 4599709 w 10479637"/>
                  <a:gd name="connsiteY27" fmla="*/ 542096 h 10448096"/>
                  <a:gd name="connsiteX28" fmla="*/ 5070763 w 10479637"/>
                  <a:gd name="connsiteY28" fmla="*/ 597514 h 10448096"/>
                  <a:gd name="connsiteX29" fmla="*/ 5391187 w 10479637"/>
                  <a:gd name="connsiteY29" fmla="*/ 656763 h 10448096"/>
                  <a:gd name="connsiteX30" fmla="*/ 5647937 w 10479637"/>
                  <a:gd name="connsiteY30" fmla="*/ 673271 h 10448096"/>
                  <a:gd name="connsiteX31" fmla="*/ 5860472 w 10479637"/>
                  <a:gd name="connsiteY31" fmla="*/ 334277 h 10448096"/>
                  <a:gd name="connsiteX32" fmla="*/ 6123709 w 10479637"/>
                  <a:gd name="connsiteY32" fmla="*/ 375841 h 10448096"/>
                  <a:gd name="connsiteX33" fmla="*/ 6594763 w 10479637"/>
                  <a:gd name="connsiteY33" fmla="*/ 237296 h 10448096"/>
                  <a:gd name="connsiteX34" fmla="*/ 6761018 w 10479637"/>
                  <a:gd name="connsiteY34" fmla="*/ 181877 h 10448096"/>
                  <a:gd name="connsiteX35" fmla="*/ 7038109 w 10479637"/>
                  <a:gd name="connsiteY35" fmla="*/ 251150 h 10448096"/>
                  <a:gd name="connsiteX36" fmla="*/ 7232072 w 10479637"/>
                  <a:gd name="connsiteY36" fmla="*/ 71041 h 10448096"/>
                  <a:gd name="connsiteX37" fmla="*/ 7363248 w 10479637"/>
                  <a:gd name="connsiteY37" fmla="*/ 0 h 10448096"/>
                  <a:gd name="connsiteX38" fmla="*/ 7606145 w 10479637"/>
                  <a:gd name="connsiteY38" fmla="*/ 57186 h 10448096"/>
                  <a:gd name="connsiteX39" fmla="*/ 7910945 w 10479637"/>
                  <a:gd name="connsiteY39" fmla="*/ 181877 h 10448096"/>
                  <a:gd name="connsiteX40" fmla="*/ 8312727 w 10479637"/>
                  <a:gd name="connsiteY40" fmla="*/ 112605 h 10448096"/>
                  <a:gd name="connsiteX41" fmla="*/ 8647005 w 10479637"/>
                  <a:gd name="connsiteY41" fmla="*/ 449831 h 10448096"/>
                  <a:gd name="connsiteX42" fmla="*/ 8908472 w 10479637"/>
                  <a:gd name="connsiteY42" fmla="*/ 597514 h 10448096"/>
                  <a:gd name="connsiteX43" fmla="*/ 9088582 w 10479637"/>
                  <a:gd name="connsiteY43" fmla="*/ 500532 h 10448096"/>
                  <a:gd name="connsiteX44" fmla="*/ 9351818 w 10479637"/>
                  <a:gd name="connsiteY44" fmla="*/ 445114 h 10448096"/>
                  <a:gd name="connsiteX45" fmla="*/ 9518072 w 10479637"/>
                  <a:gd name="connsiteY45" fmla="*/ 420943 h 10448096"/>
                  <a:gd name="connsiteX46" fmla="*/ 9646301 w 10479637"/>
                  <a:gd name="connsiteY46" fmla="*/ 422711 h 10448096"/>
                  <a:gd name="connsiteX47" fmla="*/ 10002982 w 10479637"/>
                  <a:gd name="connsiteY47" fmla="*/ 846896 h 10448096"/>
                  <a:gd name="connsiteX48" fmla="*/ 10238509 w 10479637"/>
                  <a:gd name="connsiteY48" fmla="*/ 1040859 h 10448096"/>
                  <a:gd name="connsiteX49" fmla="*/ 10224654 w 10479637"/>
                  <a:gd name="connsiteY49" fmla="*/ 1304096 h 10448096"/>
                  <a:gd name="connsiteX50" fmla="*/ 10238509 w 10479637"/>
                  <a:gd name="connsiteY50" fmla="*/ 1498059 h 10448096"/>
                  <a:gd name="connsiteX51" fmla="*/ 10280072 w 10479637"/>
                  <a:gd name="connsiteY51" fmla="*/ 1622750 h 10448096"/>
                  <a:gd name="connsiteX52" fmla="*/ 10479637 w 10479637"/>
                  <a:gd name="connsiteY52" fmla="*/ 1773970 h 10448096"/>
                  <a:gd name="connsiteX53" fmla="*/ 10099963 w 10479637"/>
                  <a:gd name="connsiteY53" fmla="*/ 2315477 h 10448096"/>
                  <a:gd name="connsiteX54" fmla="*/ 9781309 w 10479637"/>
                  <a:gd name="connsiteY54" fmla="*/ 2551005 h 10448096"/>
                  <a:gd name="connsiteX55" fmla="*/ 9601200 w 10479637"/>
                  <a:gd name="connsiteY55" fmla="*/ 3479259 h 10448096"/>
                  <a:gd name="connsiteX56" fmla="*/ 9601200 w 10479637"/>
                  <a:gd name="connsiteY56" fmla="*/ 3770205 h 10448096"/>
                  <a:gd name="connsiteX57" fmla="*/ 9365672 w 10479637"/>
                  <a:gd name="connsiteY57" fmla="*/ 3964168 h 10448096"/>
                  <a:gd name="connsiteX58" fmla="*/ 9310254 w 10479637"/>
                  <a:gd name="connsiteY58" fmla="*/ 4130423 h 10448096"/>
                  <a:gd name="connsiteX59" fmla="*/ 9199418 w 10479637"/>
                  <a:gd name="connsiteY59" fmla="*/ 4338241 h 10448096"/>
                  <a:gd name="connsiteX60" fmla="*/ 9268691 w 10479637"/>
                  <a:gd name="connsiteY60" fmla="*/ 4504496 h 10448096"/>
                  <a:gd name="connsiteX61" fmla="*/ 9337963 w 10479637"/>
                  <a:gd name="connsiteY61" fmla="*/ 4712314 h 10448096"/>
                  <a:gd name="connsiteX62" fmla="*/ 9382180 w 10479637"/>
                  <a:gd name="connsiteY62" fmla="*/ 4968181 h 10448096"/>
                  <a:gd name="connsiteX63" fmla="*/ 9434945 w 10479637"/>
                  <a:gd name="connsiteY63" fmla="*/ 5266496 h 10448096"/>
                  <a:gd name="connsiteX64" fmla="*/ 9462654 w 10479637"/>
                  <a:gd name="connsiteY64" fmla="*/ 5668277 h 10448096"/>
                  <a:gd name="connsiteX65" fmla="*/ 9587345 w 10479637"/>
                  <a:gd name="connsiteY65" fmla="*/ 6028496 h 10448096"/>
                  <a:gd name="connsiteX66" fmla="*/ 9545782 w 10479637"/>
                  <a:gd name="connsiteY66" fmla="*/ 6430277 h 10448096"/>
                  <a:gd name="connsiteX67" fmla="*/ 9933709 w 10479637"/>
                  <a:gd name="connsiteY67" fmla="*/ 6915186 h 10448096"/>
                  <a:gd name="connsiteX68" fmla="*/ 10094363 w 10479637"/>
                  <a:gd name="connsiteY68" fmla="*/ 7274520 h 10448096"/>
                  <a:gd name="connsiteX69" fmla="*/ 10232908 w 10479637"/>
                  <a:gd name="connsiteY69" fmla="*/ 7568119 h 10448096"/>
                  <a:gd name="connsiteX70" fmla="*/ 9670472 w 10479637"/>
                  <a:gd name="connsiteY70" fmla="*/ 7594059 h 10448096"/>
                  <a:gd name="connsiteX71" fmla="*/ 9337963 w 10479637"/>
                  <a:gd name="connsiteY71" fmla="*/ 7704896 h 10448096"/>
                  <a:gd name="connsiteX72" fmla="*/ 9102436 w 10479637"/>
                  <a:gd name="connsiteY72" fmla="*/ 7843441 h 10448096"/>
                  <a:gd name="connsiteX73" fmla="*/ 9019309 w 10479637"/>
                  <a:gd name="connsiteY73" fmla="*/ 8051259 h 10448096"/>
                  <a:gd name="connsiteX74" fmla="*/ 8956730 w 10479637"/>
                  <a:gd name="connsiteY74" fmla="*/ 8148241 h 10448096"/>
                  <a:gd name="connsiteX75" fmla="*/ 9027559 w 10479637"/>
                  <a:gd name="connsiteY75" fmla="*/ 8577732 h 10448096"/>
                  <a:gd name="connsiteX76" fmla="*/ 9030673 w 10479637"/>
                  <a:gd name="connsiteY76" fmla="*/ 8811236 h 10448096"/>
                  <a:gd name="connsiteX77" fmla="*/ 8991600 w 10479637"/>
                  <a:gd name="connsiteY77" fmla="*/ 9021077 h 10448096"/>
                  <a:gd name="connsiteX78" fmla="*/ 8894618 w 10479637"/>
                  <a:gd name="connsiteY78" fmla="*/ 9325877 h 10448096"/>
                  <a:gd name="connsiteX79" fmla="*/ 8922327 w 10479637"/>
                  <a:gd name="connsiteY79" fmla="*/ 9589114 h 10448096"/>
                  <a:gd name="connsiteX80" fmla="*/ 9144000 w 10479637"/>
                  <a:gd name="connsiteY80" fmla="*/ 9755368 h 10448096"/>
                  <a:gd name="connsiteX81" fmla="*/ 9353374 w 10479637"/>
                  <a:gd name="connsiteY81" fmla="*/ 9906212 h 10448096"/>
                  <a:gd name="connsiteX82" fmla="*/ 9529903 w 10479637"/>
                  <a:gd name="connsiteY82" fmla="*/ 9958205 h 10448096"/>
                  <a:gd name="connsiteX83" fmla="*/ 9625328 w 10479637"/>
                  <a:gd name="connsiteY83" fmla="*/ 9844256 h 10448096"/>
                  <a:gd name="connsiteX84" fmla="*/ 9667359 w 10479637"/>
                  <a:gd name="connsiteY84" fmla="*/ 9856554 h 10448096"/>
                  <a:gd name="connsiteX85" fmla="*/ 9668916 w 10479637"/>
                  <a:gd name="connsiteY85" fmla="*/ 10309550 h 10448096"/>
                  <a:gd name="connsiteX86" fmla="*/ 9495500 w 10479637"/>
                  <a:gd name="connsiteY86" fmla="*/ 10359209 h 10448096"/>
                  <a:gd name="connsiteX87" fmla="*/ 9310254 w 10479637"/>
                  <a:gd name="connsiteY87" fmla="*/ 10448096 h 10448096"/>
                  <a:gd name="connsiteX88" fmla="*/ 9227127 w 10479637"/>
                  <a:gd name="connsiteY88" fmla="*/ 10295696 h 10448096"/>
                  <a:gd name="connsiteX89" fmla="*/ 9033163 w 10479637"/>
                  <a:gd name="connsiteY89" fmla="*/ 10046314 h 10448096"/>
                  <a:gd name="connsiteX90" fmla="*/ 8825345 w 10479637"/>
                  <a:gd name="connsiteY90" fmla="*/ 9866205 h 10448096"/>
                  <a:gd name="connsiteX91" fmla="*/ 8534400 w 10479637"/>
                  <a:gd name="connsiteY91" fmla="*/ 9755368 h 10448096"/>
                  <a:gd name="connsiteX92" fmla="*/ 8423563 w 10479637"/>
                  <a:gd name="connsiteY92" fmla="*/ 9699950 h 10448096"/>
                  <a:gd name="connsiteX93" fmla="*/ 8285018 w 10479637"/>
                  <a:gd name="connsiteY93" fmla="*/ 9533696 h 10448096"/>
                  <a:gd name="connsiteX94" fmla="*/ 8257309 w 10479637"/>
                  <a:gd name="connsiteY94" fmla="*/ 9395150 h 10448096"/>
                  <a:gd name="connsiteX95" fmla="*/ 8146472 w 10479637"/>
                  <a:gd name="connsiteY95" fmla="*/ 9409005 h 10448096"/>
                  <a:gd name="connsiteX96" fmla="*/ 8091054 w 10479637"/>
                  <a:gd name="connsiteY96" fmla="*/ 9630677 h 10448096"/>
                  <a:gd name="connsiteX97" fmla="*/ 7806336 w 10479637"/>
                  <a:gd name="connsiteY97" fmla="*/ 9636437 h 10448096"/>
                  <a:gd name="connsiteX98" fmla="*/ 7567694 w 10479637"/>
                  <a:gd name="connsiteY98" fmla="*/ 9573236 h 10448096"/>
                  <a:gd name="connsiteX99" fmla="*/ 7466043 w 10479637"/>
                  <a:gd name="connsiteY99" fmla="*/ 9524511 h 10448096"/>
                  <a:gd name="connsiteX100" fmla="*/ 7439891 w 10479637"/>
                  <a:gd name="connsiteY100" fmla="*/ 9215041 h 10448096"/>
                  <a:gd name="connsiteX101" fmla="*/ 7397859 w 10479637"/>
                  <a:gd name="connsiteY101" fmla="*/ 9409005 h 10448096"/>
                  <a:gd name="connsiteX102" fmla="*/ 7287491 w 10479637"/>
                  <a:gd name="connsiteY102" fmla="*/ 9503028 h 10448096"/>
                  <a:gd name="connsiteX103" fmla="*/ 7221797 w 10479637"/>
                  <a:gd name="connsiteY103" fmla="*/ 9175034 h 10448096"/>
                  <a:gd name="connsiteX104" fmla="*/ 6954982 w 10479637"/>
                  <a:gd name="connsiteY104" fmla="*/ 9242750 h 10448096"/>
                  <a:gd name="connsiteX105" fmla="*/ 6710737 w 10479637"/>
                  <a:gd name="connsiteY105" fmla="*/ 9315137 h 10448096"/>
                  <a:gd name="connsiteX106" fmla="*/ 6674777 w 10479637"/>
                  <a:gd name="connsiteY106" fmla="*/ 9116036 h 10448096"/>
                  <a:gd name="connsiteX107" fmla="*/ 6511636 w 10479637"/>
                  <a:gd name="connsiteY107" fmla="*/ 9007223 h 10448096"/>
                  <a:gd name="connsiteX108" fmla="*/ 6428509 w 10479637"/>
                  <a:gd name="connsiteY108" fmla="*/ 9007223 h 10448096"/>
                  <a:gd name="connsiteX109" fmla="*/ 6325922 w 10479637"/>
                  <a:gd name="connsiteY109" fmla="*/ 9110431 h 10448096"/>
                  <a:gd name="connsiteX110" fmla="*/ 6167763 w 10479637"/>
                  <a:gd name="connsiteY110" fmla="*/ 9031351 h 10448096"/>
                  <a:gd name="connsiteX111" fmla="*/ 6002132 w 10479637"/>
                  <a:gd name="connsiteY111" fmla="*/ 9146858 h 10448096"/>
                  <a:gd name="connsiteX112" fmla="*/ 5749636 w 10479637"/>
                  <a:gd name="connsiteY112" fmla="*/ 9104205 h 10448096"/>
                  <a:gd name="connsiteX113" fmla="*/ 5674760 w 10479637"/>
                  <a:gd name="connsiteY113" fmla="*/ 9135028 h 10448096"/>
                  <a:gd name="connsiteX114" fmla="*/ 5507415 w 10479637"/>
                  <a:gd name="connsiteY114" fmla="*/ 9181261 h 10448096"/>
                  <a:gd name="connsiteX115" fmla="*/ 5505859 w 10479637"/>
                  <a:gd name="connsiteY115" fmla="*/ 8924096 h 10448096"/>
                  <a:gd name="connsiteX116" fmla="*/ 5505857 w 10479637"/>
                  <a:gd name="connsiteY116" fmla="*/ 8688101 h 10448096"/>
                  <a:gd name="connsiteX117" fmla="*/ 5336024 w 10479637"/>
                  <a:gd name="connsiteY117" fmla="*/ 8386416 h 10448096"/>
                  <a:gd name="connsiteX118" fmla="*/ 5230324 w 10479637"/>
                  <a:gd name="connsiteY118" fmla="*/ 8135944 h 10448096"/>
                  <a:gd name="connsiteX119" fmla="*/ 5317031 w 10479637"/>
                  <a:gd name="connsiteY119" fmla="*/ 7663332 h 10448096"/>
                  <a:gd name="connsiteX120" fmla="*/ 5201059 w 10479637"/>
                  <a:gd name="connsiteY120" fmla="*/ 7373476 h 10448096"/>
                  <a:gd name="connsiteX121" fmla="*/ 5250872 w 10479637"/>
                  <a:gd name="connsiteY121" fmla="*/ 7123005 h 10448096"/>
                  <a:gd name="connsiteX122" fmla="*/ 5245735 w 10479637"/>
                  <a:gd name="connsiteY122" fmla="*/ 7071789 h 10448096"/>
                  <a:gd name="connsiteX123" fmla="*/ 4577603 w 10479637"/>
                  <a:gd name="connsiteY123" fmla="*/ 7067120 h 10448096"/>
                  <a:gd name="connsiteX124" fmla="*/ 4528412 w 10479637"/>
                  <a:gd name="connsiteY124" fmla="*/ 6893704 h 10448096"/>
                  <a:gd name="connsiteX125" fmla="*/ 4038834 w 10479637"/>
                  <a:gd name="connsiteY125" fmla="*/ 6869576 h 10448096"/>
                  <a:gd name="connsiteX126" fmla="*/ 3976254 w 10479637"/>
                  <a:gd name="connsiteY126" fmla="*/ 7123005 h 10448096"/>
                  <a:gd name="connsiteX127" fmla="*/ 3932667 w 10479637"/>
                  <a:gd name="connsiteY127" fmla="*/ 7334403 h 10448096"/>
                  <a:gd name="connsiteX128" fmla="*/ 3910095 w 10479637"/>
                  <a:gd name="connsiteY128" fmla="*/ 7456604 h 10448096"/>
                  <a:gd name="connsiteX129" fmla="*/ 3572499 w 10479637"/>
                  <a:gd name="connsiteY129" fmla="*/ 7418574 h 10448096"/>
                  <a:gd name="connsiteX130" fmla="*/ 3311236 w 10479637"/>
                  <a:gd name="connsiteY130" fmla="*/ 7455514 h 10448096"/>
                  <a:gd name="connsiteX131" fmla="*/ 2921540 w 10479637"/>
                  <a:gd name="connsiteY131" fmla="*/ 7467599 h 10448096"/>
                  <a:gd name="connsiteX132" fmla="*/ 2784763 w 10479637"/>
                  <a:gd name="connsiteY132" fmla="*/ 7192277 h 10448096"/>
                  <a:gd name="connsiteX133" fmla="*/ 2604654 w 10479637"/>
                  <a:gd name="connsiteY133" fmla="*/ 6915186 h 10448096"/>
                  <a:gd name="connsiteX134" fmla="*/ 2410691 w 10479637"/>
                  <a:gd name="connsiteY134" fmla="*/ 6416423 h 10448096"/>
                  <a:gd name="connsiteX135" fmla="*/ 2327563 w 10479637"/>
                  <a:gd name="connsiteY135" fmla="*/ 6277877 h 10448096"/>
                  <a:gd name="connsiteX136" fmla="*/ 1662545 w 10479637"/>
                  <a:gd name="connsiteY136" fmla="*/ 6250168 h 10448096"/>
                  <a:gd name="connsiteX137" fmla="*/ 1233054 w 10479637"/>
                  <a:gd name="connsiteY137" fmla="*/ 6250168 h 10448096"/>
                  <a:gd name="connsiteX138" fmla="*/ 1136072 w 10479637"/>
                  <a:gd name="connsiteY138" fmla="*/ 6305586 h 10448096"/>
                  <a:gd name="connsiteX139" fmla="*/ 706582 w 10479637"/>
                  <a:gd name="connsiteY139" fmla="*/ 6264023 h 10448096"/>
                  <a:gd name="connsiteX140" fmla="*/ 318654 w 10479637"/>
                  <a:gd name="connsiteY140" fmla="*/ 6291732 h 10448096"/>
                  <a:gd name="connsiteX141" fmla="*/ 96982 w 10479637"/>
                  <a:gd name="connsiteY141" fmla="*/ 6444132 h 10448096"/>
                  <a:gd name="connsiteX142" fmla="*/ 0 w 10479637"/>
                  <a:gd name="connsiteY142" fmla="*/ 6347150 h 10448096"/>
                  <a:gd name="connsiteX143" fmla="*/ 83127 w 10479637"/>
                  <a:gd name="connsiteY143" fmla="*/ 6291732 h 10448096"/>
                  <a:gd name="connsiteX0" fmla="*/ 83127 w 10479637"/>
                  <a:gd name="connsiteY0" fmla="*/ 6291732 h 10448096"/>
                  <a:gd name="connsiteX1" fmla="*/ 96982 w 10479637"/>
                  <a:gd name="connsiteY1" fmla="*/ 5848386 h 10448096"/>
                  <a:gd name="connsiteX2" fmla="*/ 401782 w 10479637"/>
                  <a:gd name="connsiteY2" fmla="*/ 5585150 h 10448096"/>
                  <a:gd name="connsiteX3" fmla="*/ 651163 w 10479637"/>
                  <a:gd name="connsiteY3" fmla="*/ 5723696 h 10448096"/>
                  <a:gd name="connsiteX4" fmla="*/ 858982 w 10479637"/>
                  <a:gd name="connsiteY4" fmla="*/ 5557441 h 10448096"/>
                  <a:gd name="connsiteX5" fmla="*/ 997527 w 10479637"/>
                  <a:gd name="connsiteY5" fmla="*/ 5405041 h 10448096"/>
                  <a:gd name="connsiteX6" fmla="*/ 1080654 w 10479637"/>
                  <a:gd name="connsiteY6" fmla="*/ 5488168 h 10448096"/>
                  <a:gd name="connsiteX7" fmla="*/ 1269312 w 10479637"/>
                  <a:gd name="connsiteY7" fmla="*/ 5732834 h 10448096"/>
                  <a:gd name="connsiteX8" fmla="*/ 1523116 w 10479637"/>
                  <a:gd name="connsiteY8" fmla="*/ 5534154 h 10448096"/>
                  <a:gd name="connsiteX9" fmla="*/ 1731818 w 10479637"/>
                  <a:gd name="connsiteY9" fmla="*/ 5349623 h 10448096"/>
                  <a:gd name="connsiteX10" fmla="*/ 2022763 w 10479637"/>
                  <a:gd name="connsiteY10" fmla="*/ 5114096 h 10448096"/>
                  <a:gd name="connsiteX11" fmla="*/ 2119745 w 10479637"/>
                  <a:gd name="connsiteY11" fmla="*/ 4684605 h 10448096"/>
                  <a:gd name="connsiteX12" fmla="*/ 2172511 w 10479637"/>
                  <a:gd name="connsiteY12" fmla="*/ 4217972 h 10448096"/>
                  <a:gd name="connsiteX13" fmla="*/ 2355272 w 10479637"/>
                  <a:gd name="connsiteY13" fmla="*/ 3908750 h 10448096"/>
                  <a:gd name="connsiteX14" fmla="*/ 2715491 w 10479637"/>
                  <a:gd name="connsiteY14" fmla="*/ 3506968 h 10448096"/>
                  <a:gd name="connsiteX15" fmla="*/ 2978727 w 10479637"/>
                  <a:gd name="connsiteY15" fmla="*/ 3313005 h 10448096"/>
                  <a:gd name="connsiteX16" fmla="*/ 3006436 w 10479637"/>
                  <a:gd name="connsiteY16" fmla="*/ 2869659 h 10448096"/>
                  <a:gd name="connsiteX17" fmla="*/ 3075709 w 10479637"/>
                  <a:gd name="connsiteY17" fmla="*/ 2578714 h 10448096"/>
                  <a:gd name="connsiteX18" fmla="*/ 3075709 w 10479637"/>
                  <a:gd name="connsiteY18" fmla="*/ 2370896 h 10448096"/>
                  <a:gd name="connsiteX19" fmla="*/ 3214254 w 10479637"/>
                  <a:gd name="connsiteY19" fmla="*/ 2038386 h 10448096"/>
                  <a:gd name="connsiteX20" fmla="*/ 3214254 w 10479637"/>
                  <a:gd name="connsiteY20" fmla="*/ 1747441 h 10448096"/>
                  <a:gd name="connsiteX21" fmla="*/ 3513454 w 10479637"/>
                  <a:gd name="connsiteY21" fmla="*/ 1179405 h 10448096"/>
                  <a:gd name="connsiteX22" fmla="*/ 3463636 w 10479637"/>
                  <a:gd name="connsiteY22" fmla="*/ 805332 h 10448096"/>
                  <a:gd name="connsiteX23" fmla="*/ 3491345 w 10479637"/>
                  <a:gd name="connsiteY23" fmla="*/ 597514 h 10448096"/>
                  <a:gd name="connsiteX24" fmla="*/ 3823854 w 10479637"/>
                  <a:gd name="connsiteY24" fmla="*/ 237296 h 10448096"/>
                  <a:gd name="connsiteX25" fmla="*/ 4017818 w 10479637"/>
                  <a:gd name="connsiteY25" fmla="*/ 112605 h 10448096"/>
                  <a:gd name="connsiteX26" fmla="*/ 4433454 w 10479637"/>
                  <a:gd name="connsiteY26" fmla="*/ 348132 h 10448096"/>
                  <a:gd name="connsiteX27" fmla="*/ 4599709 w 10479637"/>
                  <a:gd name="connsiteY27" fmla="*/ 542096 h 10448096"/>
                  <a:gd name="connsiteX28" fmla="*/ 5070763 w 10479637"/>
                  <a:gd name="connsiteY28" fmla="*/ 597514 h 10448096"/>
                  <a:gd name="connsiteX29" fmla="*/ 5391187 w 10479637"/>
                  <a:gd name="connsiteY29" fmla="*/ 656763 h 10448096"/>
                  <a:gd name="connsiteX30" fmla="*/ 5647937 w 10479637"/>
                  <a:gd name="connsiteY30" fmla="*/ 673271 h 10448096"/>
                  <a:gd name="connsiteX31" fmla="*/ 5860472 w 10479637"/>
                  <a:gd name="connsiteY31" fmla="*/ 334277 h 10448096"/>
                  <a:gd name="connsiteX32" fmla="*/ 6123709 w 10479637"/>
                  <a:gd name="connsiteY32" fmla="*/ 375841 h 10448096"/>
                  <a:gd name="connsiteX33" fmla="*/ 6594763 w 10479637"/>
                  <a:gd name="connsiteY33" fmla="*/ 237296 h 10448096"/>
                  <a:gd name="connsiteX34" fmla="*/ 6761018 w 10479637"/>
                  <a:gd name="connsiteY34" fmla="*/ 181877 h 10448096"/>
                  <a:gd name="connsiteX35" fmla="*/ 7038109 w 10479637"/>
                  <a:gd name="connsiteY35" fmla="*/ 251150 h 10448096"/>
                  <a:gd name="connsiteX36" fmla="*/ 7232072 w 10479637"/>
                  <a:gd name="connsiteY36" fmla="*/ 71041 h 10448096"/>
                  <a:gd name="connsiteX37" fmla="*/ 7363248 w 10479637"/>
                  <a:gd name="connsiteY37" fmla="*/ 0 h 10448096"/>
                  <a:gd name="connsiteX38" fmla="*/ 7606145 w 10479637"/>
                  <a:gd name="connsiteY38" fmla="*/ 57186 h 10448096"/>
                  <a:gd name="connsiteX39" fmla="*/ 7910945 w 10479637"/>
                  <a:gd name="connsiteY39" fmla="*/ 181877 h 10448096"/>
                  <a:gd name="connsiteX40" fmla="*/ 8312727 w 10479637"/>
                  <a:gd name="connsiteY40" fmla="*/ 112605 h 10448096"/>
                  <a:gd name="connsiteX41" fmla="*/ 8647005 w 10479637"/>
                  <a:gd name="connsiteY41" fmla="*/ 449831 h 10448096"/>
                  <a:gd name="connsiteX42" fmla="*/ 8908472 w 10479637"/>
                  <a:gd name="connsiteY42" fmla="*/ 597514 h 10448096"/>
                  <a:gd name="connsiteX43" fmla="*/ 9088582 w 10479637"/>
                  <a:gd name="connsiteY43" fmla="*/ 500532 h 10448096"/>
                  <a:gd name="connsiteX44" fmla="*/ 9351818 w 10479637"/>
                  <a:gd name="connsiteY44" fmla="*/ 445114 h 10448096"/>
                  <a:gd name="connsiteX45" fmla="*/ 9518072 w 10479637"/>
                  <a:gd name="connsiteY45" fmla="*/ 420943 h 10448096"/>
                  <a:gd name="connsiteX46" fmla="*/ 9646301 w 10479637"/>
                  <a:gd name="connsiteY46" fmla="*/ 422711 h 10448096"/>
                  <a:gd name="connsiteX47" fmla="*/ 10002982 w 10479637"/>
                  <a:gd name="connsiteY47" fmla="*/ 846896 h 10448096"/>
                  <a:gd name="connsiteX48" fmla="*/ 10238509 w 10479637"/>
                  <a:gd name="connsiteY48" fmla="*/ 1040859 h 10448096"/>
                  <a:gd name="connsiteX49" fmla="*/ 10224654 w 10479637"/>
                  <a:gd name="connsiteY49" fmla="*/ 1304096 h 10448096"/>
                  <a:gd name="connsiteX50" fmla="*/ 10238509 w 10479637"/>
                  <a:gd name="connsiteY50" fmla="*/ 1498059 h 10448096"/>
                  <a:gd name="connsiteX51" fmla="*/ 10280072 w 10479637"/>
                  <a:gd name="connsiteY51" fmla="*/ 1622750 h 10448096"/>
                  <a:gd name="connsiteX52" fmla="*/ 10479637 w 10479637"/>
                  <a:gd name="connsiteY52" fmla="*/ 1773970 h 10448096"/>
                  <a:gd name="connsiteX53" fmla="*/ 10099963 w 10479637"/>
                  <a:gd name="connsiteY53" fmla="*/ 2315477 h 10448096"/>
                  <a:gd name="connsiteX54" fmla="*/ 9781309 w 10479637"/>
                  <a:gd name="connsiteY54" fmla="*/ 2551005 h 10448096"/>
                  <a:gd name="connsiteX55" fmla="*/ 9601200 w 10479637"/>
                  <a:gd name="connsiteY55" fmla="*/ 3479259 h 10448096"/>
                  <a:gd name="connsiteX56" fmla="*/ 9601200 w 10479637"/>
                  <a:gd name="connsiteY56" fmla="*/ 3770205 h 10448096"/>
                  <a:gd name="connsiteX57" fmla="*/ 9365672 w 10479637"/>
                  <a:gd name="connsiteY57" fmla="*/ 3964168 h 10448096"/>
                  <a:gd name="connsiteX58" fmla="*/ 9310254 w 10479637"/>
                  <a:gd name="connsiteY58" fmla="*/ 4130423 h 10448096"/>
                  <a:gd name="connsiteX59" fmla="*/ 9199418 w 10479637"/>
                  <a:gd name="connsiteY59" fmla="*/ 4338241 h 10448096"/>
                  <a:gd name="connsiteX60" fmla="*/ 9268691 w 10479637"/>
                  <a:gd name="connsiteY60" fmla="*/ 4504496 h 10448096"/>
                  <a:gd name="connsiteX61" fmla="*/ 9337963 w 10479637"/>
                  <a:gd name="connsiteY61" fmla="*/ 4712314 h 10448096"/>
                  <a:gd name="connsiteX62" fmla="*/ 9382180 w 10479637"/>
                  <a:gd name="connsiteY62" fmla="*/ 4968181 h 10448096"/>
                  <a:gd name="connsiteX63" fmla="*/ 9434945 w 10479637"/>
                  <a:gd name="connsiteY63" fmla="*/ 5266496 h 10448096"/>
                  <a:gd name="connsiteX64" fmla="*/ 9462654 w 10479637"/>
                  <a:gd name="connsiteY64" fmla="*/ 5668277 h 10448096"/>
                  <a:gd name="connsiteX65" fmla="*/ 9587345 w 10479637"/>
                  <a:gd name="connsiteY65" fmla="*/ 6028496 h 10448096"/>
                  <a:gd name="connsiteX66" fmla="*/ 9545782 w 10479637"/>
                  <a:gd name="connsiteY66" fmla="*/ 6430277 h 10448096"/>
                  <a:gd name="connsiteX67" fmla="*/ 9933709 w 10479637"/>
                  <a:gd name="connsiteY67" fmla="*/ 6915186 h 10448096"/>
                  <a:gd name="connsiteX68" fmla="*/ 10094363 w 10479637"/>
                  <a:gd name="connsiteY68" fmla="*/ 7274520 h 10448096"/>
                  <a:gd name="connsiteX69" fmla="*/ 10232908 w 10479637"/>
                  <a:gd name="connsiteY69" fmla="*/ 7568119 h 10448096"/>
                  <a:gd name="connsiteX70" fmla="*/ 9670472 w 10479637"/>
                  <a:gd name="connsiteY70" fmla="*/ 7594059 h 10448096"/>
                  <a:gd name="connsiteX71" fmla="*/ 9337963 w 10479637"/>
                  <a:gd name="connsiteY71" fmla="*/ 7704896 h 10448096"/>
                  <a:gd name="connsiteX72" fmla="*/ 9102436 w 10479637"/>
                  <a:gd name="connsiteY72" fmla="*/ 7843441 h 10448096"/>
                  <a:gd name="connsiteX73" fmla="*/ 9019309 w 10479637"/>
                  <a:gd name="connsiteY73" fmla="*/ 8051259 h 10448096"/>
                  <a:gd name="connsiteX74" fmla="*/ 8956730 w 10479637"/>
                  <a:gd name="connsiteY74" fmla="*/ 8148241 h 10448096"/>
                  <a:gd name="connsiteX75" fmla="*/ 9027559 w 10479637"/>
                  <a:gd name="connsiteY75" fmla="*/ 8577732 h 10448096"/>
                  <a:gd name="connsiteX76" fmla="*/ 9030673 w 10479637"/>
                  <a:gd name="connsiteY76" fmla="*/ 8811236 h 10448096"/>
                  <a:gd name="connsiteX77" fmla="*/ 8991600 w 10479637"/>
                  <a:gd name="connsiteY77" fmla="*/ 9021077 h 10448096"/>
                  <a:gd name="connsiteX78" fmla="*/ 8894618 w 10479637"/>
                  <a:gd name="connsiteY78" fmla="*/ 9325877 h 10448096"/>
                  <a:gd name="connsiteX79" fmla="*/ 8922327 w 10479637"/>
                  <a:gd name="connsiteY79" fmla="*/ 9589114 h 10448096"/>
                  <a:gd name="connsiteX80" fmla="*/ 9144000 w 10479637"/>
                  <a:gd name="connsiteY80" fmla="*/ 9755368 h 10448096"/>
                  <a:gd name="connsiteX81" fmla="*/ 9353374 w 10479637"/>
                  <a:gd name="connsiteY81" fmla="*/ 9906212 h 10448096"/>
                  <a:gd name="connsiteX82" fmla="*/ 9529903 w 10479637"/>
                  <a:gd name="connsiteY82" fmla="*/ 9958205 h 10448096"/>
                  <a:gd name="connsiteX83" fmla="*/ 9625328 w 10479637"/>
                  <a:gd name="connsiteY83" fmla="*/ 9844256 h 10448096"/>
                  <a:gd name="connsiteX84" fmla="*/ 9667359 w 10479637"/>
                  <a:gd name="connsiteY84" fmla="*/ 9856554 h 10448096"/>
                  <a:gd name="connsiteX85" fmla="*/ 9668916 w 10479637"/>
                  <a:gd name="connsiteY85" fmla="*/ 10309550 h 10448096"/>
                  <a:gd name="connsiteX86" fmla="*/ 9495500 w 10479637"/>
                  <a:gd name="connsiteY86" fmla="*/ 10359209 h 10448096"/>
                  <a:gd name="connsiteX87" fmla="*/ 9310254 w 10479637"/>
                  <a:gd name="connsiteY87" fmla="*/ 10448096 h 10448096"/>
                  <a:gd name="connsiteX88" fmla="*/ 9227127 w 10479637"/>
                  <a:gd name="connsiteY88" fmla="*/ 10295696 h 10448096"/>
                  <a:gd name="connsiteX89" fmla="*/ 9033163 w 10479637"/>
                  <a:gd name="connsiteY89" fmla="*/ 10046314 h 10448096"/>
                  <a:gd name="connsiteX90" fmla="*/ 8825345 w 10479637"/>
                  <a:gd name="connsiteY90" fmla="*/ 9866205 h 10448096"/>
                  <a:gd name="connsiteX91" fmla="*/ 8534400 w 10479637"/>
                  <a:gd name="connsiteY91" fmla="*/ 9755368 h 10448096"/>
                  <a:gd name="connsiteX92" fmla="*/ 8423563 w 10479637"/>
                  <a:gd name="connsiteY92" fmla="*/ 9699950 h 10448096"/>
                  <a:gd name="connsiteX93" fmla="*/ 8285018 w 10479637"/>
                  <a:gd name="connsiteY93" fmla="*/ 9533696 h 10448096"/>
                  <a:gd name="connsiteX94" fmla="*/ 8257309 w 10479637"/>
                  <a:gd name="connsiteY94" fmla="*/ 9395150 h 10448096"/>
                  <a:gd name="connsiteX95" fmla="*/ 8146472 w 10479637"/>
                  <a:gd name="connsiteY95" fmla="*/ 9409005 h 10448096"/>
                  <a:gd name="connsiteX96" fmla="*/ 8091054 w 10479637"/>
                  <a:gd name="connsiteY96" fmla="*/ 9630677 h 10448096"/>
                  <a:gd name="connsiteX97" fmla="*/ 7806336 w 10479637"/>
                  <a:gd name="connsiteY97" fmla="*/ 9636437 h 10448096"/>
                  <a:gd name="connsiteX98" fmla="*/ 7567694 w 10479637"/>
                  <a:gd name="connsiteY98" fmla="*/ 9573236 h 10448096"/>
                  <a:gd name="connsiteX99" fmla="*/ 7466043 w 10479637"/>
                  <a:gd name="connsiteY99" fmla="*/ 9524511 h 10448096"/>
                  <a:gd name="connsiteX100" fmla="*/ 7439891 w 10479637"/>
                  <a:gd name="connsiteY100" fmla="*/ 9215041 h 10448096"/>
                  <a:gd name="connsiteX101" fmla="*/ 7397859 w 10479637"/>
                  <a:gd name="connsiteY101" fmla="*/ 9409005 h 10448096"/>
                  <a:gd name="connsiteX102" fmla="*/ 7287491 w 10479637"/>
                  <a:gd name="connsiteY102" fmla="*/ 9503028 h 10448096"/>
                  <a:gd name="connsiteX103" fmla="*/ 7221797 w 10479637"/>
                  <a:gd name="connsiteY103" fmla="*/ 9175034 h 10448096"/>
                  <a:gd name="connsiteX104" fmla="*/ 6954982 w 10479637"/>
                  <a:gd name="connsiteY104" fmla="*/ 9242750 h 10448096"/>
                  <a:gd name="connsiteX105" fmla="*/ 6710737 w 10479637"/>
                  <a:gd name="connsiteY105" fmla="*/ 9315137 h 10448096"/>
                  <a:gd name="connsiteX106" fmla="*/ 6674777 w 10479637"/>
                  <a:gd name="connsiteY106" fmla="*/ 9116036 h 10448096"/>
                  <a:gd name="connsiteX107" fmla="*/ 6511636 w 10479637"/>
                  <a:gd name="connsiteY107" fmla="*/ 9007223 h 10448096"/>
                  <a:gd name="connsiteX108" fmla="*/ 6428509 w 10479637"/>
                  <a:gd name="connsiteY108" fmla="*/ 9007223 h 10448096"/>
                  <a:gd name="connsiteX109" fmla="*/ 6325922 w 10479637"/>
                  <a:gd name="connsiteY109" fmla="*/ 9110431 h 10448096"/>
                  <a:gd name="connsiteX110" fmla="*/ 6167763 w 10479637"/>
                  <a:gd name="connsiteY110" fmla="*/ 9031351 h 10448096"/>
                  <a:gd name="connsiteX111" fmla="*/ 6002132 w 10479637"/>
                  <a:gd name="connsiteY111" fmla="*/ 9146858 h 10448096"/>
                  <a:gd name="connsiteX112" fmla="*/ 5749636 w 10479637"/>
                  <a:gd name="connsiteY112" fmla="*/ 9104205 h 10448096"/>
                  <a:gd name="connsiteX113" fmla="*/ 5674760 w 10479637"/>
                  <a:gd name="connsiteY113" fmla="*/ 9135028 h 10448096"/>
                  <a:gd name="connsiteX114" fmla="*/ 5507415 w 10479637"/>
                  <a:gd name="connsiteY114" fmla="*/ 9181261 h 10448096"/>
                  <a:gd name="connsiteX115" fmla="*/ 5505859 w 10479637"/>
                  <a:gd name="connsiteY115" fmla="*/ 8924096 h 10448096"/>
                  <a:gd name="connsiteX116" fmla="*/ 5505857 w 10479637"/>
                  <a:gd name="connsiteY116" fmla="*/ 8688101 h 10448096"/>
                  <a:gd name="connsiteX117" fmla="*/ 5336024 w 10479637"/>
                  <a:gd name="connsiteY117" fmla="*/ 8386416 h 10448096"/>
                  <a:gd name="connsiteX118" fmla="*/ 5230324 w 10479637"/>
                  <a:gd name="connsiteY118" fmla="*/ 8135944 h 10448096"/>
                  <a:gd name="connsiteX119" fmla="*/ 5317031 w 10479637"/>
                  <a:gd name="connsiteY119" fmla="*/ 7663332 h 10448096"/>
                  <a:gd name="connsiteX120" fmla="*/ 5201059 w 10479637"/>
                  <a:gd name="connsiteY120" fmla="*/ 7373476 h 10448096"/>
                  <a:gd name="connsiteX121" fmla="*/ 5250872 w 10479637"/>
                  <a:gd name="connsiteY121" fmla="*/ 7123005 h 10448096"/>
                  <a:gd name="connsiteX122" fmla="*/ 5245735 w 10479637"/>
                  <a:gd name="connsiteY122" fmla="*/ 7071789 h 10448096"/>
                  <a:gd name="connsiteX123" fmla="*/ 4577603 w 10479637"/>
                  <a:gd name="connsiteY123" fmla="*/ 7067120 h 10448096"/>
                  <a:gd name="connsiteX124" fmla="*/ 4528412 w 10479637"/>
                  <a:gd name="connsiteY124" fmla="*/ 6893704 h 10448096"/>
                  <a:gd name="connsiteX125" fmla="*/ 4038834 w 10479637"/>
                  <a:gd name="connsiteY125" fmla="*/ 6869576 h 10448096"/>
                  <a:gd name="connsiteX126" fmla="*/ 3976254 w 10479637"/>
                  <a:gd name="connsiteY126" fmla="*/ 7123005 h 10448096"/>
                  <a:gd name="connsiteX127" fmla="*/ 3932667 w 10479637"/>
                  <a:gd name="connsiteY127" fmla="*/ 7334403 h 10448096"/>
                  <a:gd name="connsiteX128" fmla="*/ 3884155 w 10479637"/>
                  <a:gd name="connsiteY128" fmla="*/ 7456604 h 10448096"/>
                  <a:gd name="connsiteX129" fmla="*/ 3572499 w 10479637"/>
                  <a:gd name="connsiteY129" fmla="*/ 7418574 h 10448096"/>
                  <a:gd name="connsiteX130" fmla="*/ 3311236 w 10479637"/>
                  <a:gd name="connsiteY130" fmla="*/ 7455514 h 10448096"/>
                  <a:gd name="connsiteX131" fmla="*/ 2921540 w 10479637"/>
                  <a:gd name="connsiteY131" fmla="*/ 7467599 h 10448096"/>
                  <a:gd name="connsiteX132" fmla="*/ 2784763 w 10479637"/>
                  <a:gd name="connsiteY132" fmla="*/ 7192277 h 10448096"/>
                  <a:gd name="connsiteX133" fmla="*/ 2604654 w 10479637"/>
                  <a:gd name="connsiteY133" fmla="*/ 6915186 h 10448096"/>
                  <a:gd name="connsiteX134" fmla="*/ 2410691 w 10479637"/>
                  <a:gd name="connsiteY134" fmla="*/ 6416423 h 10448096"/>
                  <a:gd name="connsiteX135" fmla="*/ 2327563 w 10479637"/>
                  <a:gd name="connsiteY135" fmla="*/ 6277877 h 10448096"/>
                  <a:gd name="connsiteX136" fmla="*/ 1662545 w 10479637"/>
                  <a:gd name="connsiteY136" fmla="*/ 6250168 h 10448096"/>
                  <a:gd name="connsiteX137" fmla="*/ 1233054 w 10479637"/>
                  <a:gd name="connsiteY137" fmla="*/ 6250168 h 10448096"/>
                  <a:gd name="connsiteX138" fmla="*/ 1136072 w 10479637"/>
                  <a:gd name="connsiteY138" fmla="*/ 6305586 h 10448096"/>
                  <a:gd name="connsiteX139" fmla="*/ 706582 w 10479637"/>
                  <a:gd name="connsiteY139" fmla="*/ 6264023 h 10448096"/>
                  <a:gd name="connsiteX140" fmla="*/ 318654 w 10479637"/>
                  <a:gd name="connsiteY140" fmla="*/ 6291732 h 10448096"/>
                  <a:gd name="connsiteX141" fmla="*/ 96982 w 10479637"/>
                  <a:gd name="connsiteY141" fmla="*/ 6444132 h 10448096"/>
                  <a:gd name="connsiteX142" fmla="*/ 0 w 10479637"/>
                  <a:gd name="connsiteY142" fmla="*/ 6347150 h 10448096"/>
                  <a:gd name="connsiteX143" fmla="*/ 83127 w 10479637"/>
                  <a:gd name="connsiteY143" fmla="*/ 6291732 h 10448096"/>
                  <a:gd name="connsiteX0" fmla="*/ 83127 w 10479637"/>
                  <a:gd name="connsiteY0" fmla="*/ 6291732 h 10448096"/>
                  <a:gd name="connsiteX1" fmla="*/ 96982 w 10479637"/>
                  <a:gd name="connsiteY1" fmla="*/ 5848386 h 10448096"/>
                  <a:gd name="connsiteX2" fmla="*/ 401782 w 10479637"/>
                  <a:gd name="connsiteY2" fmla="*/ 5585150 h 10448096"/>
                  <a:gd name="connsiteX3" fmla="*/ 651163 w 10479637"/>
                  <a:gd name="connsiteY3" fmla="*/ 5723696 h 10448096"/>
                  <a:gd name="connsiteX4" fmla="*/ 858982 w 10479637"/>
                  <a:gd name="connsiteY4" fmla="*/ 5557441 h 10448096"/>
                  <a:gd name="connsiteX5" fmla="*/ 997527 w 10479637"/>
                  <a:gd name="connsiteY5" fmla="*/ 5405041 h 10448096"/>
                  <a:gd name="connsiteX6" fmla="*/ 1080654 w 10479637"/>
                  <a:gd name="connsiteY6" fmla="*/ 5488168 h 10448096"/>
                  <a:gd name="connsiteX7" fmla="*/ 1269312 w 10479637"/>
                  <a:gd name="connsiteY7" fmla="*/ 5732834 h 10448096"/>
                  <a:gd name="connsiteX8" fmla="*/ 1523116 w 10479637"/>
                  <a:gd name="connsiteY8" fmla="*/ 5534154 h 10448096"/>
                  <a:gd name="connsiteX9" fmla="*/ 1731818 w 10479637"/>
                  <a:gd name="connsiteY9" fmla="*/ 5349623 h 10448096"/>
                  <a:gd name="connsiteX10" fmla="*/ 2022763 w 10479637"/>
                  <a:gd name="connsiteY10" fmla="*/ 5114096 h 10448096"/>
                  <a:gd name="connsiteX11" fmla="*/ 2119745 w 10479637"/>
                  <a:gd name="connsiteY11" fmla="*/ 4684605 h 10448096"/>
                  <a:gd name="connsiteX12" fmla="*/ 2172511 w 10479637"/>
                  <a:gd name="connsiteY12" fmla="*/ 4217972 h 10448096"/>
                  <a:gd name="connsiteX13" fmla="*/ 2355272 w 10479637"/>
                  <a:gd name="connsiteY13" fmla="*/ 3908750 h 10448096"/>
                  <a:gd name="connsiteX14" fmla="*/ 2715491 w 10479637"/>
                  <a:gd name="connsiteY14" fmla="*/ 3506968 h 10448096"/>
                  <a:gd name="connsiteX15" fmla="*/ 2978727 w 10479637"/>
                  <a:gd name="connsiteY15" fmla="*/ 3313005 h 10448096"/>
                  <a:gd name="connsiteX16" fmla="*/ 3006436 w 10479637"/>
                  <a:gd name="connsiteY16" fmla="*/ 2869659 h 10448096"/>
                  <a:gd name="connsiteX17" fmla="*/ 3075709 w 10479637"/>
                  <a:gd name="connsiteY17" fmla="*/ 2578714 h 10448096"/>
                  <a:gd name="connsiteX18" fmla="*/ 3075709 w 10479637"/>
                  <a:gd name="connsiteY18" fmla="*/ 2370896 h 10448096"/>
                  <a:gd name="connsiteX19" fmla="*/ 3214254 w 10479637"/>
                  <a:gd name="connsiteY19" fmla="*/ 2038386 h 10448096"/>
                  <a:gd name="connsiteX20" fmla="*/ 3214254 w 10479637"/>
                  <a:gd name="connsiteY20" fmla="*/ 1747441 h 10448096"/>
                  <a:gd name="connsiteX21" fmla="*/ 3513454 w 10479637"/>
                  <a:gd name="connsiteY21" fmla="*/ 1179405 h 10448096"/>
                  <a:gd name="connsiteX22" fmla="*/ 3463636 w 10479637"/>
                  <a:gd name="connsiteY22" fmla="*/ 805332 h 10448096"/>
                  <a:gd name="connsiteX23" fmla="*/ 3491345 w 10479637"/>
                  <a:gd name="connsiteY23" fmla="*/ 597514 h 10448096"/>
                  <a:gd name="connsiteX24" fmla="*/ 3823854 w 10479637"/>
                  <a:gd name="connsiteY24" fmla="*/ 237296 h 10448096"/>
                  <a:gd name="connsiteX25" fmla="*/ 4017818 w 10479637"/>
                  <a:gd name="connsiteY25" fmla="*/ 112605 h 10448096"/>
                  <a:gd name="connsiteX26" fmla="*/ 4433454 w 10479637"/>
                  <a:gd name="connsiteY26" fmla="*/ 348132 h 10448096"/>
                  <a:gd name="connsiteX27" fmla="*/ 4599709 w 10479637"/>
                  <a:gd name="connsiteY27" fmla="*/ 542096 h 10448096"/>
                  <a:gd name="connsiteX28" fmla="*/ 5070763 w 10479637"/>
                  <a:gd name="connsiteY28" fmla="*/ 597514 h 10448096"/>
                  <a:gd name="connsiteX29" fmla="*/ 5391187 w 10479637"/>
                  <a:gd name="connsiteY29" fmla="*/ 656763 h 10448096"/>
                  <a:gd name="connsiteX30" fmla="*/ 5647937 w 10479637"/>
                  <a:gd name="connsiteY30" fmla="*/ 673271 h 10448096"/>
                  <a:gd name="connsiteX31" fmla="*/ 5860472 w 10479637"/>
                  <a:gd name="connsiteY31" fmla="*/ 334277 h 10448096"/>
                  <a:gd name="connsiteX32" fmla="*/ 6123709 w 10479637"/>
                  <a:gd name="connsiteY32" fmla="*/ 375841 h 10448096"/>
                  <a:gd name="connsiteX33" fmla="*/ 6594763 w 10479637"/>
                  <a:gd name="connsiteY33" fmla="*/ 237296 h 10448096"/>
                  <a:gd name="connsiteX34" fmla="*/ 6761018 w 10479637"/>
                  <a:gd name="connsiteY34" fmla="*/ 181877 h 10448096"/>
                  <a:gd name="connsiteX35" fmla="*/ 7038109 w 10479637"/>
                  <a:gd name="connsiteY35" fmla="*/ 251150 h 10448096"/>
                  <a:gd name="connsiteX36" fmla="*/ 7232072 w 10479637"/>
                  <a:gd name="connsiteY36" fmla="*/ 71041 h 10448096"/>
                  <a:gd name="connsiteX37" fmla="*/ 7363248 w 10479637"/>
                  <a:gd name="connsiteY37" fmla="*/ 0 h 10448096"/>
                  <a:gd name="connsiteX38" fmla="*/ 7606145 w 10479637"/>
                  <a:gd name="connsiteY38" fmla="*/ 57186 h 10448096"/>
                  <a:gd name="connsiteX39" fmla="*/ 7910945 w 10479637"/>
                  <a:gd name="connsiteY39" fmla="*/ 181877 h 10448096"/>
                  <a:gd name="connsiteX40" fmla="*/ 8312727 w 10479637"/>
                  <a:gd name="connsiteY40" fmla="*/ 112605 h 10448096"/>
                  <a:gd name="connsiteX41" fmla="*/ 8647005 w 10479637"/>
                  <a:gd name="connsiteY41" fmla="*/ 449831 h 10448096"/>
                  <a:gd name="connsiteX42" fmla="*/ 8908472 w 10479637"/>
                  <a:gd name="connsiteY42" fmla="*/ 597514 h 10448096"/>
                  <a:gd name="connsiteX43" fmla="*/ 9088582 w 10479637"/>
                  <a:gd name="connsiteY43" fmla="*/ 500532 h 10448096"/>
                  <a:gd name="connsiteX44" fmla="*/ 9351818 w 10479637"/>
                  <a:gd name="connsiteY44" fmla="*/ 445114 h 10448096"/>
                  <a:gd name="connsiteX45" fmla="*/ 9518072 w 10479637"/>
                  <a:gd name="connsiteY45" fmla="*/ 420943 h 10448096"/>
                  <a:gd name="connsiteX46" fmla="*/ 9646301 w 10479637"/>
                  <a:gd name="connsiteY46" fmla="*/ 422711 h 10448096"/>
                  <a:gd name="connsiteX47" fmla="*/ 10002982 w 10479637"/>
                  <a:gd name="connsiteY47" fmla="*/ 846896 h 10448096"/>
                  <a:gd name="connsiteX48" fmla="*/ 10238509 w 10479637"/>
                  <a:gd name="connsiteY48" fmla="*/ 1040859 h 10448096"/>
                  <a:gd name="connsiteX49" fmla="*/ 10224654 w 10479637"/>
                  <a:gd name="connsiteY49" fmla="*/ 1304096 h 10448096"/>
                  <a:gd name="connsiteX50" fmla="*/ 10238509 w 10479637"/>
                  <a:gd name="connsiteY50" fmla="*/ 1498059 h 10448096"/>
                  <a:gd name="connsiteX51" fmla="*/ 10280072 w 10479637"/>
                  <a:gd name="connsiteY51" fmla="*/ 1622750 h 10448096"/>
                  <a:gd name="connsiteX52" fmla="*/ 10479637 w 10479637"/>
                  <a:gd name="connsiteY52" fmla="*/ 1773970 h 10448096"/>
                  <a:gd name="connsiteX53" fmla="*/ 10099963 w 10479637"/>
                  <a:gd name="connsiteY53" fmla="*/ 2315477 h 10448096"/>
                  <a:gd name="connsiteX54" fmla="*/ 9781309 w 10479637"/>
                  <a:gd name="connsiteY54" fmla="*/ 2551005 h 10448096"/>
                  <a:gd name="connsiteX55" fmla="*/ 9601200 w 10479637"/>
                  <a:gd name="connsiteY55" fmla="*/ 3479259 h 10448096"/>
                  <a:gd name="connsiteX56" fmla="*/ 9601200 w 10479637"/>
                  <a:gd name="connsiteY56" fmla="*/ 3770205 h 10448096"/>
                  <a:gd name="connsiteX57" fmla="*/ 9365672 w 10479637"/>
                  <a:gd name="connsiteY57" fmla="*/ 3964168 h 10448096"/>
                  <a:gd name="connsiteX58" fmla="*/ 9310254 w 10479637"/>
                  <a:gd name="connsiteY58" fmla="*/ 4130423 h 10448096"/>
                  <a:gd name="connsiteX59" fmla="*/ 9199418 w 10479637"/>
                  <a:gd name="connsiteY59" fmla="*/ 4338241 h 10448096"/>
                  <a:gd name="connsiteX60" fmla="*/ 9268691 w 10479637"/>
                  <a:gd name="connsiteY60" fmla="*/ 4504496 h 10448096"/>
                  <a:gd name="connsiteX61" fmla="*/ 9337963 w 10479637"/>
                  <a:gd name="connsiteY61" fmla="*/ 4712314 h 10448096"/>
                  <a:gd name="connsiteX62" fmla="*/ 9382180 w 10479637"/>
                  <a:gd name="connsiteY62" fmla="*/ 4968181 h 10448096"/>
                  <a:gd name="connsiteX63" fmla="*/ 9434945 w 10479637"/>
                  <a:gd name="connsiteY63" fmla="*/ 5266496 h 10448096"/>
                  <a:gd name="connsiteX64" fmla="*/ 9462654 w 10479637"/>
                  <a:gd name="connsiteY64" fmla="*/ 5668277 h 10448096"/>
                  <a:gd name="connsiteX65" fmla="*/ 9587345 w 10479637"/>
                  <a:gd name="connsiteY65" fmla="*/ 6028496 h 10448096"/>
                  <a:gd name="connsiteX66" fmla="*/ 9545782 w 10479637"/>
                  <a:gd name="connsiteY66" fmla="*/ 6430277 h 10448096"/>
                  <a:gd name="connsiteX67" fmla="*/ 9933709 w 10479637"/>
                  <a:gd name="connsiteY67" fmla="*/ 6915186 h 10448096"/>
                  <a:gd name="connsiteX68" fmla="*/ 10094363 w 10479637"/>
                  <a:gd name="connsiteY68" fmla="*/ 7274520 h 10448096"/>
                  <a:gd name="connsiteX69" fmla="*/ 10232908 w 10479637"/>
                  <a:gd name="connsiteY69" fmla="*/ 7568119 h 10448096"/>
                  <a:gd name="connsiteX70" fmla="*/ 9670472 w 10479637"/>
                  <a:gd name="connsiteY70" fmla="*/ 7594059 h 10448096"/>
                  <a:gd name="connsiteX71" fmla="*/ 9337963 w 10479637"/>
                  <a:gd name="connsiteY71" fmla="*/ 7704896 h 10448096"/>
                  <a:gd name="connsiteX72" fmla="*/ 9102436 w 10479637"/>
                  <a:gd name="connsiteY72" fmla="*/ 7843441 h 10448096"/>
                  <a:gd name="connsiteX73" fmla="*/ 9019309 w 10479637"/>
                  <a:gd name="connsiteY73" fmla="*/ 8051259 h 10448096"/>
                  <a:gd name="connsiteX74" fmla="*/ 8956730 w 10479637"/>
                  <a:gd name="connsiteY74" fmla="*/ 8148241 h 10448096"/>
                  <a:gd name="connsiteX75" fmla="*/ 9027559 w 10479637"/>
                  <a:gd name="connsiteY75" fmla="*/ 8577732 h 10448096"/>
                  <a:gd name="connsiteX76" fmla="*/ 9030673 w 10479637"/>
                  <a:gd name="connsiteY76" fmla="*/ 8811236 h 10448096"/>
                  <a:gd name="connsiteX77" fmla="*/ 8991600 w 10479637"/>
                  <a:gd name="connsiteY77" fmla="*/ 9021077 h 10448096"/>
                  <a:gd name="connsiteX78" fmla="*/ 8894618 w 10479637"/>
                  <a:gd name="connsiteY78" fmla="*/ 9325877 h 10448096"/>
                  <a:gd name="connsiteX79" fmla="*/ 8922327 w 10479637"/>
                  <a:gd name="connsiteY79" fmla="*/ 9589114 h 10448096"/>
                  <a:gd name="connsiteX80" fmla="*/ 9144000 w 10479637"/>
                  <a:gd name="connsiteY80" fmla="*/ 9755368 h 10448096"/>
                  <a:gd name="connsiteX81" fmla="*/ 9353374 w 10479637"/>
                  <a:gd name="connsiteY81" fmla="*/ 9906212 h 10448096"/>
                  <a:gd name="connsiteX82" fmla="*/ 9529903 w 10479637"/>
                  <a:gd name="connsiteY82" fmla="*/ 9958205 h 10448096"/>
                  <a:gd name="connsiteX83" fmla="*/ 9625328 w 10479637"/>
                  <a:gd name="connsiteY83" fmla="*/ 9844256 h 10448096"/>
                  <a:gd name="connsiteX84" fmla="*/ 9667359 w 10479637"/>
                  <a:gd name="connsiteY84" fmla="*/ 9856554 h 10448096"/>
                  <a:gd name="connsiteX85" fmla="*/ 9668916 w 10479637"/>
                  <a:gd name="connsiteY85" fmla="*/ 10309550 h 10448096"/>
                  <a:gd name="connsiteX86" fmla="*/ 9495500 w 10479637"/>
                  <a:gd name="connsiteY86" fmla="*/ 10359209 h 10448096"/>
                  <a:gd name="connsiteX87" fmla="*/ 9310254 w 10479637"/>
                  <a:gd name="connsiteY87" fmla="*/ 10448096 h 10448096"/>
                  <a:gd name="connsiteX88" fmla="*/ 9227127 w 10479637"/>
                  <a:gd name="connsiteY88" fmla="*/ 10295696 h 10448096"/>
                  <a:gd name="connsiteX89" fmla="*/ 9033163 w 10479637"/>
                  <a:gd name="connsiteY89" fmla="*/ 10046314 h 10448096"/>
                  <a:gd name="connsiteX90" fmla="*/ 8825345 w 10479637"/>
                  <a:gd name="connsiteY90" fmla="*/ 9866205 h 10448096"/>
                  <a:gd name="connsiteX91" fmla="*/ 8534400 w 10479637"/>
                  <a:gd name="connsiteY91" fmla="*/ 9755368 h 10448096"/>
                  <a:gd name="connsiteX92" fmla="*/ 8423563 w 10479637"/>
                  <a:gd name="connsiteY92" fmla="*/ 9699950 h 10448096"/>
                  <a:gd name="connsiteX93" fmla="*/ 8285018 w 10479637"/>
                  <a:gd name="connsiteY93" fmla="*/ 9533696 h 10448096"/>
                  <a:gd name="connsiteX94" fmla="*/ 8257309 w 10479637"/>
                  <a:gd name="connsiteY94" fmla="*/ 9395150 h 10448096"/>
                  <a:gd name="connsiteX95" fmla="*/ 8146472 w 10479637"/>
                  <a:gd name="connsiteY95" fmla="*/ 9409005 h 10448096"/>
                  <a:gd name="connsiteX96" fmla="*/ 8091054 w 10479637"/>
                  <a:gd name="connsiteY96" fmla="*/ 9630677 h 10448096"/>
                  <a:gd name="connsiteX97" fmla="*/ 7806336 w 10479637"/>
                  <a:gd name="connsiteY97" fmla="*/ 9636437 h 10448096"/>
                  <a:gd name="connsiteX98" fmla="*/ 7567694 w 10479637"/>
                  <a:gd name="connsiteY98" fmla="*/ 9573236 h 10448096"/>
                  <a:gd name="connsiteX99" fmla="*/ 7466043 w 10479637"/>
                  <a:gd name="connsiteY99" fmla="*/ 9524511 h 10448096"/>
                  <a:gd name="connsiteX100" fmla="*/ 7439891 w 10479637"/>
                  <a:gd name="connsiteY100" fmla="*/ 9215041 h 10448096"/>
                  <a:gd name="connsiteX101" fmla="*/ 7397859 w 10479637"/>
                  <a:gd name="connsiteY101" fmla="*/ 9409005 h 10448096"/>
                  <a:gd name="connsiteX102" fmla="*/ 7287491 w 10479637"/>
                  <a:gd name="connsiteY102" fmla="*/ 9503028 h 10448096"/>
                  <a:gd name="connsiteX103" fmla="*/ 7221797 w 10479637"/>
                  <a:gd name="connsiteY103" fmla="*/ 9175034 h 10448096"/>
                  <a:gd name="connsiteX104" fmla="*/ 6954982 w 10479637"/>
                  <a:gd name="connsiteY104" fmla="*/ 9242750 h 10448096"/>
                  <a:gd name="connsiteX105" fmla="*/ 6710737 w 10479637"/>
                  <a:gd name="connsiteY105" fmla="*/ 9315137 h 10448096"/>
                  <a:gd name="connsiteX106" fmla="*/ 6674777 w 10479637"/>
                  <a:gd name="connsiteY106" fmla="*/ 9116036 h 10448096"/>
                  <a:gd name="connsiteX107" fmla="*/ 6511636 w 10479637"/>
                  <a:gd name="connsiteY107" fmla="*/ 9007223 h 10448096"/>
                  <a:gd name="connsiteX108" fmla="*/ 6428509 w 10479637"/>
                  <a:gd name="connsiteY108" fmla="*/ 9007223 h 10448096"/>
                  <a:gd name="connsiteX109" fmla="*/ 6325922 w 10479637"/>
                  <a:gd name="connsiteY109" fmla="*/ 9110431 h 10448096"/>
                  <a:gd name="connsiteX110" fmla="*/ 6167763 w 10479637"/>
                  <a:gd name="connsiteY110" fmla="*/ 9031351 h 10448096"/>
                  <a:gd name="connsiteX111" fmla="*/ 6002132 w 10479637"/>
                  <a:gd name="connsiteY111" fmla="*/ 9146858 h 10448096"/>
                  <a:gd name="connsiteX112" fmla="*/ 5749636 w 10479637"/>
                  <a:gd name="connsiteY112" fmla="*/ 9104205 h 10448096"/>
                  <a:gd name="connsiteX113" fmla="*/ 5674760 w 10479637"/>
                  <a:gd name="connsiteY113" fmla="*/ 9135028 h 10448096"/>
                  <a:gd name="connsiteX114" fmla="*/ 5507415 w 10479637"/>
                  <a:gd name="connsiteY114" fmla="*/ 9181261 h 10448096"/>
                  <a:gd name="connsiteX115" fmla="*/ 5505859 w 10479637"/>
                  <a:gd name="connsiteY115" fmla="*/ 8924096 h 10448096"/>
                  <a:gd name="connsiteX116" fmla="*/ 5505857 w 10479637"/>
                  <a:gd name="connsiteY116" fmla="*/ 8688101 h 10448096"/>
                  <a:gd name="connsiteX117" fmla="*/ 5336024 w 10479637"/>
                  <a:gd name="connsiteY117" fmla="*/ 8386416 h 10448096"/>
                  <a:gd name="connsiteX118" fmla="*/ 5230324 w 10479637"/>
                  <a:gd name="connsiteY118" fmla="*/ 8135944 h 10448096"/>
                  <a:gd name="connsiteX119" fmla="*/ 5317031 w 10479637"/>
                  <a:gd name="connsiteY119" fmla="*/ 7663332 h 10448096"/>
                  <a:gd name="connsiteX120" fmla="*/ 5201059 w 10479637"/>
                  <a:gd name="connsiteY120" fmla="*/ 7373476 h 10448096"/>
                  <a:gd name="connsiteX121" fmla="*/ 5250872 w 10479637"/>
                  <a:gd name="connsiteY121" fmla="*/ 7123005 h 10448096"/>
                  <a:gd name="connsiteX122" fmla="*/ 5245735 w 10479637"/>
                  <a:gd name="connsiteY122" fmla="*/ 7071789 h 10448096"/>
                  <a:gd name="connsiteX123" fmla="*/ 4577603 w 10479637"/>
                  <a:gd name="connsiteY123" fmla="*/ 7067120 h 10448096"/>
                  <a:gd name="connsiteX124" fmla="*/ 4528412 w 10479637"/>
                  <a:gd name="connsiteY124" fmla="*/ 6893704 h 10448096"/>
                  <a:gd name="connsiteX125" fmla="*/ 4038834 w 10479637"/>
                  <a:gd name="connsiteY125" fmla="*/ 6869576 h 10448096"/>
                  <a:gd name="connsiteX126" fmla="*/ 3976254 w 10479637"/>
                  <a:gd name="connsiteY126" fmla="*/ 7123005 h 10448096"/>
                  <a:gd name="connsiteX127" fmla="*/ 3932667 w 10479637"/>
                  <a:gd name="connsiteY127" fmla="*/ 7334403 h 10448096"/>
                  <a:gd name="connsiteX128" fmla="*/ 3884155 w 10479637"/>
                  <a:gd name="connsiteY128" fmla="*/ 7456604 h 10448096"/>
                  <a:gd name="connsiteX129" fmla="*/ 3572499 w 10479637"/>
                  <a:gd name="connsiteY129" fmla="*/ 7418574 h 10448096"/>
                  <a:gd name="connsiteX130" fmla="*/ 3311236 w 10479637"/>
                  <a:gd name="connsiteY130" fmla="*/ 7455514 h 10448096"/>
                  <a:gd name="connsiteX131" fmla="*/ 2921540 w 10479637"/>
                  <a:gd name="connsiteY131" fmla="*/ 7467599 h 10448096"/>
                  <a:gd name="connsiteX132" fmla="*/ 2784763 w 10479637"/>
                  <a:gd name="connsiteY132" fmla="*/ 7192277 h 10448096"/>
                  <a:gd name="connsiteX133" fmla="*/ 2604654 w 10479637"/>
                  <a:gd name="connsiteY133" fmla="*/ 6915186 h 10448096"/>
                  <a:gd name="connsiteX134" fmla="*/ 2410691 w 10479637"/>
                  <a:gd name="connsiteY134" fmla="*/ 6416423 h 10448096"/>
                  <a:gd name="connsiteX135" fmla="*/ 2327563 w 10479637"/>
                  <a:gd name="connsiteY135" fmla="*/ 6277877 h 10448096"/>
                  <a:gd name="connsiteX136" fmla="*/ 1662545 w 10479637"/>
                  <a:gd name="connsiteY136" fmla="*/ 6250168 h 10448096"/>
                  <a:gd name="connsiteX137" fmla="*/ 1233054 w 10479637"/>
                  <a:gd name="connsiteY137" fmla="*/ 6250168 h 10448096"/>
                  <a:gd name="connsiteX138" fmla="*/ 1136072 w 10479637"/>
                  <a:gd name="connsiteY138" fmla="*/ 6305586 h 10448096"/>
                  <a:gd name="connsiteX139" fmla="*/ 706582 w 10479637"/>
                  <a:gd name="connsiteY139" fmla="*/ 6264023 h 10448096"/>
                  <a:gd name="connsiteX140" fmla="*/ 318654 w 10479637"/>
                  <a:gd name="connsiteY140" fmla="*/ 6291732 h 10448096"/>
                  <a:gd name="connsiteX141" fmla="*/ 96982 w 10479637"/>
                  <a:gd name="connsiteY141" fmla="*/ 6444132 h 10448096"/>
                  <a:gd name="connsiteX142" fmla="*/ 0 w 10479637"/>
                  <a:gd name="connsiteY142" fmla="*/ 6347150 h 10448096"/>
                  <a:gd name="connsiteX143" fmla="*/ 83127 w 10479637"/>
                  <a:gd name="connsiteY143" fmla="*/ 6291732 h 10448096"/>
                  <a:gd name="connsiteX0" fmla="*/ 83127 w 10479637"/>
                  <a:gd name="connsiteY0" fmla="*/ 6291732 h 10448096"/>
                  <a:gd name="connsiteX1" fmla="*/ 96982 w 10479637"/>
                  <a:gd name="connsiteY1" fmla="*/ 5848386 h 10448096"/>
                  <a:gd name="connsiteX2" fmla="*/ 401782 w 10479637"/>
                  <a:gd name="connsiteY2" fmla="*/ 5585150 h 10448096"/>
                  <a:gd name="connsiteX3" fmla="*/ 651163 w 10479637"/>
                  <a:gd name="connsiteY3" fmla="*/ 5723696 h 10448096"/>
                  <a:gd name="connsiteX4" fmla="*/ 858982 w 10479637"/>
                  <a:gd name="connsiteY4" fmla="*/ 5557441 h 10448096"/>
                  <a:gd name="connsiteX5" fmla="*/ 997527 w 10479637"/>
                  <a:gd name="connsiteY5" fmla="*/ 5405041 h 10448096"/>
                  <a:gd name="connsiteX6" fmla="*/ 1080654 w 10479637"/>
                  <a:gd name="connsiteY6" fmla="*/ 5488168 h 10448096"/>
                  <a:gd name="connsiteX7" fmla="*/ 1269312 w 10479637"/>
                  <a:gd name="connsiteY7" fmla="*/ 5732834 h 10448096"/>
                  <a:gd name="connsiteX8" fmla="*/ 1523116 w 10479637"/>
                  <a:gd name="connsiteY8" fmla="*/ 5534154 h 10448096"/>
                  <a:gd name="connsiteX9" fmla="*/ 1731818 w 10479637"/>
                  <a:gd name="connsiteY9" fmla="*/ 5349623 h 10448096"/>
                  <a:gd name="connsiteX10" fmla="*/ 2022763 w 10479637"/>
                  <a:gd name="connsiteY10" fmla="*/ 5114096 h 10448096"/>
                  <a:gd name="connsiteX11" fmla="*/ 2119745 w 10479637"/>
                  <a:gd name="connsiteY11" fmla="*/ 4684605 h 10448096"/>
                  <a:gd name="connsiteX12" fmla="*/ 2172511 w 10479637"/>
                  <a:gd name="connsiteY12" fmla="*/ 4217972 h 10448096"/>
                  <a:gd name="connsiteX13" fmla="*/ 2355272 w 10479637"/>
                  <a:gd name="connsiteY13" fmla="*/ 3908750 h 10448096"/>
                  <a:gd name="connsiteX14" fmla="*/ 2715491 w 10479637"/>
                  <a:gd name="connsiteY14" fmla="*/ 3506968 h 10448096"/>
                  <a:gd name="connsiteX15" fmla="*/ 2978727 w 10479637"/>
                  <a:gd name="connsiteY15" fmla="*/ 3313005 h 10448096"/>
                  <a:gd name="connsiteX16" fmla="*/ 3006436 w 10479637"/>
                  <a:gd name="connsiteY16" fmla="*/ 2869659 h 10448096"/>
                  <a:gd name="connsiteX17" fmla="*/ 3075709 w 10479637"/>
                  <a:gd name="connsiteY17" fmla="*/ 2578714 h 10448096"/>
                  <a:gd name="connsiteX18" fmla="*/ 3075709 w 10479637"/>
                  <a:gd name="connsiteY18" fmla="*/ 2370896 h 10448096"/>
                  <a:gd name="connsiteX19" fmla="*/ 3214254 w 10479637"/>
                  <a:gd name="connsiteY19" fmla="*/ 2038386 h 10448096"/>
                  <a:gd name="connsiteX20" fmla="*/ 3214254 w 10479637"/>
                  <a:gd name="connsiteY20" fmla="*/ 1747441 h 10448096"/>
                  <a:gd name="connsiteX21" fmla="*/ 3513454 w 10479637"/>
                  <a:gd name="connsiteY21" fmla="*/ 1179405 h 10448096"/>
                  <a:gd name="connsiteX22" fmla="*/ 3463636 w 10479637"/>
                  <a:gd name="connsiteY22" fmla="*/ 805332 h 10448096"/>
                  <a:gd name="connsiteX23" fmla="*/ 3491345 w 10479637"/>
                  <a:gd name="connsiteY23" fmla="*/ 597514 h 10448096"/>
                  <a:gd name="connsiteX24" fmla="*/ 3823854 w 10479637"/>
                  <a:gd name="connsiteY24" fmla="*/ 237296 h 10448096"/>
                  <a:gd name="connsiteX25" fmla="*/ 4017818 w 10479637"/>
                  <a:gd name="connsiteY25" fmla="*/ 112605 h 10448096"/>
                  <a:gd name="connsiteX26" fmla="*/ 4433454 w 10479637"/>
                  <a:gd name="connsiteY26" fmla="*/ 348132 h 10448096"/>
                  <a:gd name="connsiteX27" fmla="*/ 4599709 w 10479637"/>
                  <a:gd name="connsiteY27" fmla="*/ 542096 h 10448096"/>
                  <a:gd name="connsiteX28" fmla="*/ 5070763 w 10479637"/>
                  <a:gd name="connsiteY28" fmla="*/ 597514 h 10448096"/>
                  <a:gd name="connsiteX29" fmla="*/ 5391187 w 10479637"/>
                  <a:gd name="connsiteY29" fmla="*/ 656763 h 10448096"/>
                  <a:gd name="connsiteX30" fmla="*/ 5647937 w 10479637"/>
                  <a:gd name="connsiteY30" fmla="*/ 673271 h 10448096"/>
                  <a:gd name="connsiteX31" fmla="*/ 5860472 w 10479637"/>
                  <a:gd name="connsiteY31" fmla="*/ 334277 h 10448096"/>
                  <a:gd name="connsiteX32" fmla="*/ 6123709 w 10479637"/>
                  <a:gd name="connsiteY32" fmla="*/ 375841 h 10448096"/>
                  <a:gd name="connsiteX33" fmla="*/ 6594763 w 10479637"/>
                  <a:gd name="connsiteY33" fmla="*/ 237296 h 10448096"/>
                  <a:gd name="connsiteX34" fmla="*/ 6761018 w 10479637"/>
                  <a:gd name="connsiteY34" fmla="*/ 181877 h 10448096"/>
                  <a:gd name="connsiteX35" fmla="*/ 7038109 w 10479637"/>
                  <a:gd name="connsiteY35" fmla="*/ 251150 h 10448096"/>
                  <a:gd name="connsiteX36" fmla="*/ 7232072 w 10479637"/>
                  <a:gd name="connsiteY36" fmla="*/ 71041 h 10448096"/>
                  <a:gd name="connsiteX37" fmla="*/ 7363248 w 10479637"/>
                  <a:gd name="connsiteY37" fmla="*/ 0 h 10448096"/>
                  <a:gd name="connsiteX38" fmla="*/ 7606145 w 10479637"/>
                  <a:gd name="connsiteY38" fmla="*/ 57186 h 10448096"/>
                  <a:gd name="connsiteX39" fmla="*/ 7910945 w 10479637"/>
                  <a:gd name="connsiteY39" fmla="*/ 181877 h 10448096"/>
                  <a:gd name="connsiteX40" fmla="*/ 8312727 w 10479637"/>
                  <a:gd name="connsiteY40" fmla="*/ 112605 h 10448096"/>
                  <a:gd name="connsiteX41" fmla="*/ 8647005 w 10479637"/>
                  <a:gd name="connsiteY41" fmla="*/ 449831 h 10448096"/>
                  <a:gd name="connsiteX42" fmla="*/ 8908472 w 10479637"/>
                  <a:gd name="connsiteY42" fmla="*/ 597514 h 10448096"/>
                  <a:gd name="connsiteX43" fmla="*/ 9088582 w 10479637"/>
                  <a:gd name="connsiteY43" fmla="*/ 500532 h 10448096"/>
                  <a:gd name="connsiteX44" fmla="*/ 9351818 w 10479637"/>
                  <a:gd name="connsiteY44" fmla="*/ 445114 h 10448096"/>
                  <a:gd name="connsiteX45" fmla="*/ 9518072 w 10479637"/>
                  <a:gd name="connsiteY45" fmla="*/ 420943 h 10448096"/>
                  <a:gd name="connsiteX46" fmla="*/ 9646301 w 10479637"/>
                  <a:gd name="connsiteY46" fmla="*/ 422711 h 10448096"/>
                  <a:gd name="connsiteX47" fmla="*/ 10002982 w 10479637"/>
                  <a:gd name="connsiteY47" fmla="*/ 846896 h 10448096"/>
                  <a:gd name="connsiteX48" fmla="*/ 10238509 w 10479637"/>
                  <a:gd name="connsiteY48" fmla="*/ 1040859 h 10448096"/>
                  <a:gd name="connsiteX49" fmla="*/ 10224654 w 10479637"/>
                  <a:gd name="connsiteY49" fmla="*/ 1304096 h 10448096"/>
                  <a:gd name="connsiteX50" fmla="*/ 10238509 w 10479637"/>
                  <a:gd name="connsiteY50" fmla="*/ 1498059 h 10448096"/>
                  <a:gd name="connsiteX51" fmla="*/ 10280072 w 10479637"/>
                  <a:gd name="connsiteY51" fmla="*/ 1622750 h 10448096"/>
                  <a:gd name="connsiteX52" fmla="*/ 10479637 w 10479637"/>
                  <a:gd name="connsiteY52" fmla="*/ 1773970 h 10448096"/>
                  <a:gd name="connsiteX53" fmla="*/ 10099963 w 10479637"/>
                  <a:gd name="connsiteY53" fmla="*/ 2315477 h 10448096"/>
                  <a:gd name="connsiteX54" fmla="*/ 9781309 w 10479637"/>
                  <a:gd name="connsiteY54" fmla="*/ 2551005 h 10448096"/>
                  <a:gd name="connsiteX55" fmla="*/ 9601200 w 10479637"/>
                  <a:gd name="connsiteY55" fmla="*/ 3479259 h 10448096"/>
                  <a:gd name="connsiteX56" fmla="*/ 9601200 w 10479637"/>
                  <a:gd name="connsiteY56" fmla="*/ 3770205 h 10448096"/>
                  <a:gd name="connsiteX57" fmla="*/ 9365672 w 10479637"/>
                  <a:gd name="connsiteY57" fmla="*/ 3964168 h 10448096"/>
                  <a:gd name="connsiteX58" fmla="*/ 9310254 w 10479637"/>
                  <a:gd name="connsiteY58" fmla="*/ 4130423 h 10448096"/>
                  <a:gd name="connsiteX59" fmla="*/ 9199418 w 10479637"/>
                  <a:gd name="connsiteY59" fmla="*/ 4338241 h 10448096"/>
                  <a:gd name="connsiteX60" fmla="*/ 9268691 w 10479637"/>
                  <a:gd name="connsiteY60" fmla="*/ 4504496 h 10448096"/>
                  <a:gd name="connsiteX61" fmla="*/ 9337963 w 10479637"/>
                  <a:gd name="connsiteY61" fmla="*/ 4712314 h 10448096"/>
                  <a:gd name="connsiteX62" fmla="*/ 9382180 w 10479637"/>
                  <a:gd name="connsiteY62" fmla="*/ 4968181 h 10448096"/>
                  <a:gd name="connsiteX63" fmla="*/ 9434945 w 10479637"/>
                  <a:gd name="connsiteY63" fmla="*/ 5266496 h 10448096"/>
                  <a:gd name="connsiteX64" fmla="*/ 9462654 w 10479637"/>
                  <a:gd name="connsiteY64" fmla="*/ 5668277 h 10448096"/>
                  <a:gd name="connsiteX65" fmla="*/ 9587345 w 10479637"/>
                  <a:gd name="connsiteY65" fmla="*/ 6028496 h 10448096"/>
                  <a:gd name="connsiteX66" fmla="*/ 9545782 w 10479637"/>
                  <a:gd name="connsiteY66" fmla="*/ 6430277 h 10448096"/>
                  <a:gd name="connsiteX67" fmla="*/ 9933709 w 10479637"/>
                  <a:gd name="connsiteY67" fmla="*/ 6915186 h 10448096"/>
                  <a:gd name="connsiteX68" fmla="*/ 10094363 w 10479637"/>
                  <a:gd name="connsiteY68" fmla="*/ 7274520 h 10448096"/>
                  <a:gd name="connsiteX69" fmla="*/ 10232908 w 10479637"/>
                  <a:gd name="connsiteY69" fmla="*/ 7568119 h 10448096"/>
                  <a:gd name="connsiteX70" fmla="*/ 9670472 w 10479637"/>
                  <a:gd name="connsiteY70" fmla="*/ 7594059 h 10448096"/>
                  <a:gd name="connsiteX71" fmla="*/ 9337963 w 10479637"/>
                  <a:gd name="connsiteY71" fmla="*/ 7704896 h 10448096"/>
                  <a:gd name="connsiteX72" fmla="*/ 9102436 w 10479637"/>
                  <a:gd name="connsiteY72" fmla="*/ 7843441 h 10448096"/>
                  <a:gd name="connsiteX73" fmla="*/ 9019309 w 10479637"/>
                  <a:gd name="connsiteY73" fmla="*/ 8051259 h 10448096"/>
                  <a:gd name="connsiteX74" fmla="*/ 8956730 w 10479637"/>
                  <a:gd name="connsiteY74" fmla="*/ 8148241 h 10448096"/>
                  <a:gd name="connsiteX75" fmla="*/ 9027559 w 10479637"/>
                  <a:gd name="connsiteY75" fmla="*/ 8577732 h 10448096"/>
                  <a:gd name="connsiteX76" fmla="*/ 9030673 w 10479637"/>
                  <a:gd name="connsiteY76" fmla="*/ 8811236 h 10448096"/>
                  <a:gd name="connsiteX77" fmla="*/ 8991600 w 10479637"/>
                  <a:gd name="connsiteY77" fmla="*/ 9021077 h 10448096"/>
                  <a:gd name="connsiteX78" fmla="*/ 8894618 w 10479637"/>
                  <a:gd name="connsiteY78" fmla="*/ 9325877 h 10448096"/>
                  <a:gd name="connsiteX79" fmla="*/ 8922327 w 10479637"/>
                  <a:gd name="connsiteY79" fmla="*/ 9589114 h 10448096"/>
                  <a:gd name="connsiteX80" fmla="*/ 9144000 w 10479637"/>
                  <a:gd name="connsiteY80" fmla="*/ 9755368 h 10448096"/>
                  <a:gd name="connsiteX81" fmla="*/ 9353374 w 10479637"/>
                  <a:gd name="connsiteY81" fmla="*/ 9906212 h 10448096"/>
                  <a:gd name="connsiteX82" fmla="*/ 9529903 w 10479637"/>
                  <a:gd name="connsiteY82" fmla="*/ 9958205 h 10448096"/>
                  <a:gd name="connsiteX83" fmla="*/ 9625328 w 10479637"/>
                  <a:gd name="connsiteY83" fmla="*/ 9844256 h 10448096"/>
                  <a:gd name="connsiteX84" fmla="*/ 9667359 w 10479637"/>
                  <a:gd name="connsiteY84" fmla="*/ 9856554 h 10448096"/>
                  <a:gd name="connsiteX85" fmla="*/ 9668916 w 10479637"/>
                  <a:gd name="connsiteY85" fmla="*/ 10309550 h 10448096"/>
                  <a:gd name="connsiteX86" fmla="*/ 9495500 w 10479637"/>
                  <a:gd name="connsiteY86" fmla="*/ 10359209 h 10448096"/>
                  <a:gd name="connsiteX87" fmla="*/ 9310254 w 10479637"/>
                  <a:gd name="connsiteY87" fmla="*/ 10448096 h 10448096"/>
                  <a:gd name="connsiteX88" fmla="*/ 9227127 w 10479637"/>
                  <a:gd name="connsiteY88" fmla="*/ 10295696 h 10448096"/>
                  <a:gd name="connsiteX89" fmla="*/ 9033163 w 10479637"/>
                  <a:gd name="connsiteY89" fmla="*/ 10046314 h 10448096"/>
                  <a:gd name="connsiteX90" fmla="*/ 8825345 w 10479637"/>
                  <a:gd name="connsiteY90" fmla="*/ 9866205 h 10448096"/>
                  <a:gd name="connsiteX91" fmla="*/ 8534400 w 10479637"/>
                  <a:gd name="connsiteY91" fmla="*/ 9755368 h 10448096"/>
                  <a:gd name="connsiteX92" fmla="*/ 8423563 w 10479637"/>
                  <a:gd name="connsiteY92" fmla="*/ 9699950 h 10448096"/>
                  <a:gd name="connsiteX93" fmla="*/ 8285018 w 10479637"/>
                  <a:gd name="connsiteY93" fmla="*/ 9533696 h 10448096"/>
                  <a:gd name="connsiteX94" fmla="*/ 8257309 w 10479637"/>
                  <a:gd name="connsiteY94" fmla="*/ 9395150 h 10448096"/>
                  <a:gd name="connsiteX95" fmla="*/ 8146472 w 10479637"/>
                  <a:gd name="connsiteY95" fmla="*/ 9409005 h 10448096"/>
                  <a:gd name="connsiteX96" fmla="*/ 8091054 w 10479637"/>
                  <a:gd name="connsiteY96" fmla="*/ 9630677 h 10448096"/>
                  <a:gd name="connsiteX97" fmla="*/ 7806336 w 10479637"/>
                  <a:gd name="connsiteY97" fmla="*/ 9636437 h 10448096"/>
                  <a:gd name="connsiteX98" fmla="*/ 7567694 w 10479637"/>
                  <a:gd name="connsiteY98" fmla="*/ 9573236 h 10448096"/>
                  <a:gd name="connsiteX99" fmla="*/ 7466043 w 10479637"/>
                  <a:gd name="connsiteY99" fmla="*/ 9524511 h 10448096"/>
                  <a:gd name="connsiteX100" fmla="*/ 7439891 w 10479637"/>
                  <a:gd name="connsiteY100" fmla="*/ 9215041 h 10448096"/>
                  <a:gd name="connsiteX101" fmla="*/ 7397859 w 10479637"/>
                  <a:gd name="connsiteY101" fmla="*/ 9409005 h 10448096"/>
                  <a:gd name="connsiteX102" fmla="*/ 7287491 w 10479637"/>
                  <a:gd name="connsiteY102" fmla="*/ 9503028 h 10448096"/>
                  <a:gd name="connsiteX103" fmla="*/ 7221797 w 10479637"/>
                  <a:gd name="connsiteY103" fmla="*/ 9175034 h 10448096"/>
                  <a:gd name="connsiteX104" fmla="*/ 6954982 w 10479637"/>
                  <a:gd name="connsiteY104" fmla="*/ 9242750 h 10448096"/>
                  <a:gd name="connsiteX105" fmla="*/ 6710737 w 10479637"/>
                  <a:gd name="connsiteY105" fmla="*/ 9315137 h 10448096"/>
                  <a:gd name="connsiteX106" fmla="*/ 6674777 w 10479637"/>
                  <a:gd name="connsiteY106" fmla="*/ 9116036 h 10448096"/>
                  <a:gd name="connsiteX107" fmla="*/ 6511636 w 10479637"/>
                  <a:gd name="connsiteY107" fmla="*/ 9007223 h 10448096"/>
                  <a:gd name="connsiteX108" fmla="*/ 6428509 w 10479637"/>
                  <a:gd name="connsiteY108" fmla="*/ 9007223 h 10448096"/>
                  <a:gd name="connsiteX109" fmla="*/ 6325922 w 10479637"/>
                  <a:gd name="connsiteY109" fmla="*/ 9110431 h 10448096"/>
                  <a:gd name="connsiteX110" fmla="*/ 6167763 w 10479637"/>
                  <a:gd name="connsiteY110" fmla="*/ 9031351 h 10448096"/>
                  <a:gd name="connsiteX111" fmla="*/ 6002132 w 10479637"/>
                  <a:gd name="connsiteY111" fmla="*/ 9146858 h 10448096"/>
                  <a:gd name="connsiteX112" fmla="*/ 5749636 w 10479637"/>
                  <a:gd name="connsiteY112" fmla="*/ 9104205 h 10448096"/>
                  <a:gd name="connsiteX113" fmla="*/ 5674760 w 10479637"/>
                  <a:gd name="connsiteY113" fmla="*/ 9135028 h 10448096"/>
                  <a:gd name="connsiteX114" fmla="*/ 5507415 w 10479637"/>
                  <a:gd name="connsiteY114" fmla="*/ 9181261 h 10448096"/>
                  <a:gd name="connsiteX115" fmla="*/ 5505859 w 10479637"/>
                  <a:gd name="connsiteY115" fmla="*/ 8924096 h 10448096"/>
                  <a:gd name="connsiteX116" fmla="*/ 5505857 w 10479637"/>
                  <a:gd name="connsiteY116" fmla="*/ 8688101 h 10448096"/>
                  <a:gd name="connsiteX117" fmla="*/ 5336024 w 10479637"/>
                  <a:gd name="connsiteY117" fmla="*/ 8386416 h 10448096"/>
                  <a:gd name="connsiteX118" fmla="*/ 5230324 w 10479637"/>
                  <a:gd name="connsiteY118" fmla="*/ 8135944 h 10448096"/>
                  <a:gd name="connsiteX119" fmla="*/ 5317031 w 10479637"/>
                  <a:gd name="connsiteY119" fmla="*/ 7663332 h 10448096"/>
                  <a:gd name="connsiteX120" fmla="*/ 5201059 w 10479637"/>
                  <a:gd name="connsiteY120" fmla="*/ 7373476 h 10448096"/>
                  <a:gd name="connsiteX121" fmla="*/ 5250872 w 10479637"/>
                  <a:gd name="connsiteY121" fmla="*/ 7123005 h 10448096"/>
                  <a:gd name="connsiteX122" fmla="*/ 5245735 w 10479637"/>
                  <a:gd name="connsiteY122" fmla="*/ 7071789 h 10448096"/>
                  <a:gd name="connsiteX123" fmla="*/ 4577603 w 10479637"/>
                  <a:gd name="connsiteY123" fmla="*/ 7067120 h 10448096"/>
                  <a:gd name="connsiteX124" fmla="*/ 4528412 w 10479637"/>
                  <a:gd name="connsiteY124" fmla="*/ 6893704 h 10448096"/>
                  <a:gd name="connsiteX125" fmla="*/ 4038834 w 10479637"/>
                  <a:gd name="connsiteY125" fmla="*/ 6869576 h 10448096"/>
                  <a:gd name="connsiteX126" fmla="*/ 3976254 w 10479637"/>
                  <a:gd name="connsiteY126" fmla="*/ 7123005 h 10448096"/>
                  <a:gd name="connsiteX127" fmla="*/ 3932667 w 10479637"/>
                  <a:gd name="connsiteY127" fmla="*/ 7334403 h 10448096"/>
                  <a:gd name="connsiteX128" fmla="*/ 3884155 w 10479637"/>
                  <a:gd name="connsiteY128" fmla="*/ 7456604 h 10448096"/>
                  <a:gd name="connsiteX129" fmla="*/ 3572499 w 10479637"/>
                  <a:gd name="connsiteY129" fmla="*/ 7418574 h 10448096"/>
                  <a:gd name="connsiteX130" fmla="*/ 3311236 w 10479637"/>
                  <a:gd name="connsiteY130" fmla="*/ 7455514 h 10448096"/>
                  <a:gd name="connsiteX131" fmla="*/ 2921540 w 10479637"/>
                  <a:gd name="connsiteY131" fmla="*/ 7467599 h 10448096"/>
                  <a:gd name="connsiteX132" fmla="*/ 2784763 w 10479637"/>
                  <a:gd name="connsiteY132" fmla="*/ 7192277 h 10448096"/>
                  <a:gd name="connsiteX133" fmla="*/ 2604654 w 10479637"/>
                  <a:gd name="connsiteY133" fmla="*/ 6915186 h 10448096"/>
                  <a:gd name="connsiteX134" fmla="*/ 2410691 w 10479637"/>
                  <a:gd name="connsiteY134" fmla="*/ 6416423 h 10448096"/>
                  <a:gd name="connsiteX135" fmla="*/ 2327563 w 10479637"/>
                  <a:gd name="connsiteY135" fmla="*/ 6277877 h 10448096"/>
                  <a:gd name="connsiteX136" fmla="*/ 1662545 w 10479637"/>
                  <a:gd name="connsiteY136" fmla="*/ 6250168 h 10448096"/>
                  <a:gd name="connsiteX137" fmla="*/ 1233054 w 10479637"/>
                  <a:gd name="connsiteY137" fmla="*/ 6250168 h 10448096"/>
                  <a:gd name="connsiteX138" fmla="*/ 1136072 w 10479637"/>
                  <a:gd name="connsiteY138" fmla="*/ 6305586 h 10448096"/>
                  <a:gd name="connsiteX139" fmla="*/ 706582 w 10479637"/>
                  <a:gd name="connsiteY139" fmla="*/ 6264023 h 10448096"/>
                  <a:gd name="connsiteX140" fmla="*/ 318654 w 10479637"/>
                  <a:gd name="connsiteY140" fmla="*/ 6291732 h 10448096"/>
                  <a:gd name="connsiteX141" fmla="*/ 96982 w 10479637"/>
                  <a:gd name="connsiteY141" fmla="*/ 6444132 h 10448096"/>
                  <a:gd name="connsiteX142" fmla="*/ 0 w 10479637"/>
                  <a:gd name="connsiteY142" fmla="*/ 6347150 h 10448096"/>
                  <a:gd name="connsiteX143" fmla="*/ 83127 w 10479637"/>
                  <a:gd name="connsiteY143" fmla="*/ 6291732 h 10448096"/>
                  <a:gd name="connsiteX0" fmla="*/ 83127 w 10490654"/>
                  <a:gd name="connsiteY0" fmla="*/ 6291732 h 10448096"/>
                  <a:gd name="connsiteX1" fmla="*/ 96982 w 10490654"/>
                  <a:gd name="connsiteY1" fmla="*/ 5848386 h 10448096"/>
                  <a:gd name="connsiteX2" fmla="*/ 401782 w 10490654"/>
                  <a:gd name="connsiteY2" fmla="*/ 5585150 h 10448096"/>
                  <a:gd name="connsiteX3" fmla="*/ 651163 w 10490654"/>
                  <a:gd name="connsiteY3" fmla="*/ 5723696 h 10448096"/>
                  <a:gd name="connsiteX4" fmla="*/ 858982 w 10490654"/>
                  <a:gd name="connsiteY4" fmla="*/ 5557441 h 10448096"/>
                  <a:gd name="connsiteX5" fmla="*/ 997527 w 10490654"/>
                  <a:gd name="connsiteY5" fmla="*/ 5405041 h 10448096"/>
                  <a:gd name="connsiteX6" fmla="*/ 1080654 w 10490654"/>
                  <a:gd name="connsiteY6" fmla="*/ 5488168 h 10448096"/>
                  <a:gd name="connsiteX7" fmla="*/ 1269312 w 10490654"/>
                  <a:gd name="connsiteY7" fmla="*/ 5732834 h 10448096"/>
                  <a:gd name="connsiteX8" fmla="*/ 1523116 w 10490654"/>
                  <a:gd name="connsiteY8" fmla="*/ 5534154 h 10448096"/>
                  <a:gd name="connsiteX9" fmla="*/ 1731818 w 10490654"/>
                  <a:gd name="connsiteY9" fmla="*/ 5349623 h 10448096"/>
                  <a:gd name="connsiteX10" fmla="*/ 2022763 w 10490654"/>
                  <a:gd name="connsiteY10" fmla="*/ 5114096 h 10448096"/>
                  <a:gd name="connsiteX11" fmla="*/ 2119745 w 10490654"/>
                  <a:gd name="connsiteY11" fmla="*/ 4684605 h 10448096"/>
                  <a:gd name="connsiteX12" fmla="*/ 2172511 w 10490654"/>
                  <a:gd name="connsiteY12" fmla="*/ 4217972 h 10448096"/>
                  <a:gd name="connsiteX13" fmla="*/ 2355272 w 10490654"/>
                  <a:gd name="connsiteY13" fmla="*/ 3908750 h 10448096"/>
                  <a:gd name="connsiteX14" fmla="*/ 2715491 w 10490654"/>
                  <a:gd name="connsiteY14" fmla="*/ 3506968 h 10448096"/>
                  <a:gd name="connsiteX15" fmla="*/ 2978727 w 10490654"/>
                  <a:gd name="connsiteY15" fmla="*/ 3313005 h 10448096"/>
                  <a:gd name="connsiteX16" fmla="*/ 3006436 w 10490654"/>
                  <a:gd name="connsiteY16" fmla="*/ 2869659 h 10448096"/>
                  <a:gd name="connsiteX17" fmla="*/ 3075709 w 10490654"/>
                  <a:gd name="connsiteY17" fmla="*/ 2578714 h 10448096"/>
                  <a:gd name="connsiteX18" fmla="*/ 3075709 w 10490654"/>
                  <a:gd name="connsiteY18" fmla="*/ 2370896 h 10448096"/>
                  <a:gd name="connsiteX19" fmla="*/ 3214254 w 10490654"/>
                  <a:gd name="connsiteY19" fmla="*/ 2038386 h 10448096"/>
                  <a:gd name="connsiteX20" fmla="*/ 3214254 w 10490654"/>
                  <a:gd name="connsiteY20" fmla="*/ 1747441 h 10448096"/>
                  <a:gd name="connsiteX21" fmla="*/ 3513454 w 10490654"/>
                  <a:gd name="connsiteY21" fmla="*/ 1179405 h 10448096"/>
                  <a:gd name="connsiteX22" fmla="*/ 3463636 w 10490654"/>
                  <a:gd name="connsiteY22" fmla="*/ 805332 h 10448096"/>
                  <a:gd name="connsiteX23" fmla="*/ 3491345 w 10490654"/>
                  <a:gd name="connsiteY23" fmla="*/ 597514 h 10448096"/>
                  <a:gd name="connsiteX24" fmla="*/ 3823854 w 10490654"/>
                  <a:gd name="connsiteY24" fmla="*/ 237296 h 10448096"/>
                  <a:gd name="connsiteX25" fmla="*/ 4017818 w 10490654"/>
                  <a:gd name="connsiteY25" fmla="*/ 112605 h 10448096"/>
                  <a:gd name="connsiteX26" fmla="*/ 4433454 w 10490654"/>
                  <a:gd name="connsiteY26" fmla="*/ 348132 h 10448096"/>
                  <a:gd name="connsiteX27" fmla="*/ 4599709 w 10490654"/>
                  <a:gd name="connsiteY27" fmla="*/ 542096 h 10448096"/>
                  <a:gd name="connsiteX28" fmla="*/ 5070763 w 10490654"/>
                  <a:gd name="connsiteY28" fmla="*/ 597514 h 10448096"/>
                  <a:gd name="connsiteX29" fmla="*/ 5391187 w 10490654"/>
                  <a:gd name="connsiteY29" fmla="*/ 656763 h 10448096"/>
                  <a:gd name="connsiteX30" fmla="*/ 5647937 w 10490654"/>
                  <a:gd name="connsiteY30" fmla="*/ 673271 h 10448096"/>
                  <a:gd name="connsiteX31" fmla="*/ 5860472 w 10490654"/>
                  <a:gd name="connsiteY31" fmla="*/ 334277 h 10448096"/>
                  <a:gd name="connsiteX32" fmla="*/ 6123709 w 10490654"/>
                  <a:gd name="connsiteY32" fmla="*/ 375841 h 10448096"/>
                  <a:gd name="connsiteX33" fmla="*/ 6594763 w 10490654"/>
                  <a:gd name="connsiteY33" fmla="*/ 237296 h 10448096"/>
                  <a:gd name="connsiteX34" fmla="*/ 6761018 w 10490654"/>
                  <a:gd name="connsiteY34" fmla="*/ 181877 h 10448096"/>
                  <a:gd name="connsiteX35" fmla="*/ 7038109 w 10490654"/>
                  <a:gd name="connsiteY35" fmla="*/ 251150 h 10448096"/>
                  <a:gd name="connsiteX36" fmla="*/ 7232072 w 10490654"/>
                  <a:gd name="connsiteY36" fmla="*/ 71041 h 10448096"/>
                  <a:gd name="connsiteX37" fmla="*/ 7363248 w 10490654"/>
                  <a:gd name="connsiteY37" fmla="*/ 0 h 10448096"/>
                  <a:gd name="connsiteX38" fmla="*/ 7606145 w 10490654"/>
                  <a:gd name="connsiteY38" fmla="*/ 57186 h 10448096"/>
                  <a:gd name="connsiteX39" fmla="*/ 7910945 w 10490654"/>
                  <a:gd name="connsiteY39" fmla="*/ 181877 h 10448096"/>
                  <a:gd name="connsiteX40" fmla="*/ 8312727 w 10490654"/>
                  <a:gd name="connsiteY40" fmla="*/ 112605 h 10448096"/>
                  <a:gd name="connsiteX41" fmla="*/ 8647005 w 10490654"/>
                  <a:gd name="connsiteY41" fmla="*/ 449831 h 10448096"/>
                  <a:gd name="connsiteX42" fmla="*/ 8908472 w 10490654"/>
                  <a:gd name="connsiteY42" fmla="*/ 597514 h 10448096"/>
                  <a:gd name="connsiteX43" fmla="*/ 9088582 w 10490654"/>
                  <a:gd name="connsiteY43" fmla="*/ 500532 h 10448096"/>
                  <a:gd name="connsiteX44" fmla="*/ 9351818 w 10490654"/>
                  <a:gd name="connsiteY44" fmla="*/ 445114 h 10448096"/>
                  <a:gd name="connsiteX45" fmla="*/ 9518072 w 10490654"/>
                  <a:gd name="connsiteY45" fmla="*/ 420943 h 10448096"/>
                  <a:gd name="connsiteX46" fmla="*/ 9646301 w 10490654"/>
                  <a:gd name="connsiteY46" fmla="*/ 422711 h 10448096"/>
                  <a:gd name="connsiteX47" fmla="*/ 10002982 w 10490654"/>
                  <a:gd name="connsiteY47" fmla="*/ 846896 h 10448096"/>
                  <a:gd name="connsiteX48" fmla="*/ 10238509 w 10490654"/>
                  <a:gd name="connsiteY48" fmla="*/ 1040859 h 10448096"/>
                  <a:gd name="connsiteX49" fmla="*/ 10224654 w 10490654"/>
                  <a:gd name="connsiteY49" fmla="*/ 1304096 h 10448096"/>
                  <a:gd name="connsiteX50" fmla="*/ 10238509 w 10490654"/>
                  <a:gd name="connsiteY50" fmla="*/ 1498059 h 10448096"/>
                  <a:gd name="connsiteX51" fmla="*/ 10280072 w 10490654"/>
                  <a:gd name="connsiteY51" fmla="*/ 1622750 h 10448096"/>
                  <a:gd name="connsiteX52" fmla="*/ 10490654 w 10490654"/>
                  <a:gd name="connsiteY52" fmla="*/ 1807021 h 10448096"/>
                  <a:gd name="connsiteX53" fmla="*/ 10099963 w 10490654"/>
                  <a:gd name="connsiteY53" fmla="*/ 2315477 h 10448096"/>
                  <a:gd name="connsiteX54" fmla="*/ 9781309 w 10490654"/>
                  <a:gd name="connsiteY54" fmla="*/ 2551005 h 10448096"/>
                  <a:gd name="connsiteX55" fmla="*/ 9601200 w 10490654"/>
                  <a:gd name="connsiteY55" fmla="*/ 3479259 h 10448096"/>
                  <a:gd name="connsiteX56" fmla="*/ 9601200 w 10490654"/>
                  <a:gd name="connsiteY56" fmla="*/ 3770205 h 10448096"/>
                  <a:gd name="connsiteX57" fmla="*/ 9365672 w 10490654"/>
                  <a:gd name="connsiteY57" fmla="*/ 3964168 h 10448096"/>
                  <a:gd name="connsiteX58" fmla="*/ 9310254 w 10490654"/>
                  <a:gd name="connsiteY58" fmla="*/ 4130423 h 10448096"/>
                  <a:gd name="connsiteX59" fmla="*/ 9199418 w 10490654"/>
                  <a:gd name="connsiteY59" fmla="*/ 4338241 h 10448096"/>
                  <a:gd name="connsiteX60" fmla="*/ 9268691 w 10490654"/>
                  <a:gd name="connsiteY60" fmla="*/ 4504496 h 10448096"/>
                  <a:gd name="connsiteX61" fmla="*/ 9337963 w 10490654"/>
                  <a:gd name="connsiteY61" fmla="*/ 4712314 h 10448096"/>
                  <a:gd name="connsiteX62" fmla="*/ 9382180 w 10490654"/>
                  <a:gd name="connsiteY62" fmla="*/ 4968181 h 10448096"/>
                  <a:gd name="connsiteX63" fmla="*/ 9434945 w 10490654"/>
                  <a:gd name="connsiteY63" fmla="*/ 5266496 h 10448096"/>
                  <a:gd name="connsiteX64" fmla="*/ 9462654 w 10490654"/>
                  <a:gd name="connsiteY64" fmla="*/ 5668277 h 10448096"/>
                  <a:gd name="connsiteX65" fmla="*/ 9587345 w 10490654"/>
                  <a:gd name="connsiteY65" fmla="*/ 6028496 h 10448096"/>
                  <a:gd name="connsiteX66" fmla="*/ 9545782 w 10490654"/>
                  <a:gd name="connsiteY66" fmla="*/ 6430277 h 10448096"/>
                  <a:gd name="connsiteX67" fmla="*/ 9933709 w 10490654"/>
                  <a:gd name="connsiteY67" fmla="*/ 6915186 h 10448096"/>
                  <a:gd name="connsiteX68" fmla="*/ 10094363 w 10490654"/>
                  <a:gd name="connsiteY68" fmla="*/ 7274520 h 10448096"/>
                  <a:gd name="connsiteX69" fmla="*/ 10232908 w 10490654"/>
                  <a:gd name="connsiteY69" fmla="*/ 7568119 h 10448096"/>
                  <a:gd name="connsiteX70" fmla="*/ 9670472 w 10490654"/>
                  <a:gd name="connsiteY70" fmla="*/ 7594059 h 10448096"/>
                  <a:gd name="connsiteX71" fmla="*/ 9337963 w 10490654"/>
                  <a:gd name="connsiteY71" fmla="*/ 7704896 h 10448096"/>
                  <a:gd name="connsiteX72" fmla="*/ 9102436 w 10490654"/>
                  <a:gd name="connsiteY72" fmla="*/ 7843441 h 10448096"/>
                  <a:gd name="connsiteX73" fmla="*/ 9019309 w 10490654"/>
                  <a:gd name="connsiteY73" fmla="*/ 8051259 h 10448096"/>
                  <a:gd name="connsiteX74" fmla="*/ 8956730 w 10490654"/>
                  <a:gd name="connsiteY74" fmla="*/ 8148241 h 10448096"/>
                  <a:gd name="connsiteX75" fmla="*/ 9027559 w 10490654"/>
                  <a:gd name="connsiteY75" fmla="*/ 8577732 h 10448096"/>
                  <a:gd name="connsiteX76" fmla="*/ 9030673 w 10490654"/>
                  <a:gd name="connsiteY76" fmla="*/ 8811236 h 10448096"/>
                  <a:gd name="connsiteX77" fmla="*/ 8991600 w 10490654"/>
                  <a:gd name="connsiteY77" fmla="*/ 9021077 h 10448096"/>
                  <a:gd name="connsiteX78" fmla="*/ 8894618 w 10490654"/>
                  <a:gd name="connsiteY78" fmla="*/ 9325877 h 10448096"/>
                  <a:gd name="connsiteX79" fmla="*/ 8922327 w 10490654"/>
                  <a:gd name="connsiteY79" fmla="*/ 9589114 h 10448096"/>
                  <a:gd name="connsiteX80" fmla="*/ 9144000 w 10490654"/>
                  <a:gd name="connsiteY80" fmla="*/ 9755368 h 10448096"/>
                  <a:gd name="connsiteX81" fmla="*/ 9353374 w 10490654"/>
                  <a:gd name="connsiteY81" fmla="*/ 9906212 h 10448096"/>
                  <a:gd name="connsiteX82" fmla="*/ 9529903 w 10490654"/>
                  <a:gd name="connsiteY82" fmla="*/ 9958205 h 10448096"/>
                  <a:gd name="connsiteX83" fmla="*/ 9625328 w 10490654"/>
                  <a:gd name="connsiteY83" fmla="*/ 9844256 h 10448096"/>
                  <a:gd name="connsiteX84" fmla="*/ 9667359 w 10490654"/>
                  <a:gd name="connsiteY84" fmla="*/ 9856554 h 10448096"/>
                  <a:gd name="connsiteX85" fmla="*/ 9668916 w 10490654"/>
                  <a:gd name="connsiteY85" fmla="*/ 10309550 h 10448096"/>
                  <a:gd name="connsiteX86" fmla="*/ 9495500 w 10490654"/>
                  <a:gd name="connsiteY86" fmla="*/ 10359209 h 10448096"/>
                  <a:gd name="connsiteX87" fmla="*/ 9310254 w 10490654"/>
                  <a:gd name="connsiteY87" fmla="*/ 10448096 h 10448096"/>
                  <a:gd name="connsiteX88" fmla="*/ 9227127 w 10490654"/>
                  <a:gd name="connsiteY88" fmla="*/ 10295696 h 10448096"/>
                  <a:gd name="connsiteX89" fmla="*/ 9033163 w 10490654"/>
                  <a:gd name="connsiteY89" fmla="*/ 10046314 h 10448096"/>
                  <a:gd name="connsiteX90" fmla="*/ 8825345 w 10490654"/>
                  <a:gd name="connsiteY90" fmla="*/ 9866205 h 10448096"/>
                  <a:gd name="connsiteX91" fmla="*/ 8534400 w 10490654"/>
                  <a:gd name="connsiteY91" fmla="*/ 9755368 h 10448096"/>
                  <a:gd name="connsiteX92" fmla="*/ 8423563 w 10490654"/>
                  <a:gd name="connsiteY92" fmla="*/ 9699950 h 10448096"/>
                  <a:gd name="connsiteX93" fmla="*/ 8285018 w 10490654"/>
                  <a:gd name="connsiteY93" fmla="*/ 9533696 h 10448096"/>
                  <a:gd name="connsiteX94" fmla="*/ 8257309 w 10490654"/>
                  <a:gd name="connsiteY94" fmla="*/ 9395150 h 10448096"/>
                  <a:gd name="connsiteX95" fmla="*/ 8146472 w 10490654"/>
                  <a:gd name="connsiteY95" fmla="*/ 9409005 h 10448096"/>
                  <a:gd name="connsiteX96" fmla="*/ 8091054 w 10490654"/>
                  <a:gd name="connsiteY96" fmla="*/ 9630677 h 10448096"/>
                  <a:gd name="connsiteX97" fmla="*/ 7806336 w 10490654"/>
                  <a:gd name="connsiteY97" fmla="*/ 9636437 h 10448096"/>
                  <a:gd name="connsiteX98" fmla="*/ 7567694 w 10490654"/>
                  <a:gd name="connsiteY98" fmla="*/ 9573236 h 10448096"/>
                  <a:gd name="connsiteX99" fmla="*/ 7466043 w 10490654"/>
                  <a:gd name="connsiteY99" fmla="*/ 9524511 h 10448096"/>
                  <a:gd name="connsiteX100" fmla="*/ 7439891 w 10490654"/>
                  <a:gd name="connsiteY100" fmla="*/ 9215041 h 10448096"/>
                  <a:gd name="connsiteX101" fmla="*/ 7397859 w 10490654"/>
                  <a:gd name="connsiteY101" fmla="*/ 9409005 h 10448096"/>
                  <a:gd name="connsiteX102" fmla="*/ 7287491 w 10490654"/>
                  <a:gd name="connsiteY102" fmla="*/ 9503028 h 10448096"/>
                  <a:gd name="connsiteX103" fmla="*/ 7221797 w 10490654"/>
                  <a:gd name="connsiteY103" fmla="*/ 9175034 h 10448096"/>
                  <a:gd name="connsiteX104" fmla="*/ 6954982 w 10490654"/>
                  <a:gd name="connsiteY104" fmla="*/ 9242750 h 10448096"/>
                  <a:gd name="connsiteX105" fmla="*/ 6710737 w 10490654"/>
                  <a:gd name="connsiteY105" fmla="*/ 9315137 h 10448096"/>
                  <a:gd name="connsiteX106" fmla="*/ 6674777 w 10490654"/>
                  <a:gd name="connsiteY106" fmla="*/ 9116036 h 10448096"/>
                  <a:gd name="connsiteX107" fmla="*/ 6511636 w 10490654"/>
                  <a:gd name="connsiteY107" fmla="*/ 9007223 h 10448096"/>
                  <a:gd name="connsiteX108" fmla="*/ 6428509 w 10490654"/>
                  <a:gd name="connsiteY108" fmla="*/ 9007223 h 10448096"/>
                  <a:gd name="connsiteX109" fmla="*/ 6325922 w 10490654"/>
                  <a:gd name="connsiteY109" fmla="*/ 9110431 h 10448096"/>
                  <a:gd name="connsiteX110" fmla="*/ 6167763 w 10490654"/>
                  <a:gd name="connsiteY110" fmla="*/ 9031351 h 10448096"/>
                  <a:gd name="connsiteX111" fmla="*/ 6002132 w 10490654"/>
                  <a:gd name="connsiteY111" fmla="*/ 9146858 h 10448096"/>
                  <a:gd name="connsiteX112" fmla="*/ 5749636 w 10490654"/>
                  <a:gd name="connsiteY112" fmla="*/ 9104205 h 10448096"/>
                  <a:gd name="connsiteX113" fmla="*/ 5674760 w 10490654"/>
                  <a:gd name="connsiteY113" fmla="*/ 9135028 h 10448096"/>
                  <a:gd name="connsiteX114" fmla="*/ 5507415 w 10490654"/>
                  <a:gd name="connsiteY114" fmla="*/ 9181261 h 10448096"/>
                  <a:gd name="connsiteX115" fmla="*/ 5505859 w 10490654"/>
                  <a:gd name="connsiteY115" fmla="*/ 8924096 h 10448096"/>
                  <a:gd name="connsiteX116" fmla="*/ 5505857 w 10490654"/>
                  <a:gd name="connsiteY116" fmla="*/ 8688101 h 10448096"/>
                  <a:gd name="connsiteX117" fmla="*/ 5336024 w 10490654"/>
                  <a:gd name="connsiteY117" fmla="*/ 8386416 h 10448096"/>
                  <a:gd name="connsiteX118" fmla="*/ 5230324 w 10490654"/>
                  <a:gd name="connsiteY118" fmla="*/ 8135944 h 10448096"/>
                  <a:gd name="connsiteX119" fmla="*/ 5317031 w 10490654"/>
                  <a:gd name="connsiteY119" fmla="*/ 7663332 h 10448096"/>
                  <a:gd name="connsiteX120" fmla="*/ 5201059 w 10490654"/>
                  <a:gd name="connsiteY120" fmla="*/ 7373476 h 10448096"/>
                  <a:gd name="connsiteX121" fmla="*/ 5250872 w 10490654"/>
                  <a:gd name="connsiteY121" fmla="*/ 7123005 h 10448096"/>
                  <a:gd name="connsiteX122" fmla="*/ 5245735 w 10490654"/>
                  <a:gd name="connsiteY122" fmla="*/ 7071789 h 10448096"/>
                  <a:gd name="connsiteX123" fmla="*/ 4577603 w 10490654"/>
                  <a:gd name="connsiteY123" fmla="*/ 7067120 h 10448096"/>
                  <a:gd name="connsiteX124" fmla="*/ 4528412 w 10490654"/>
                  <a:gd name="connsiteY124" fmla="*/ 6893704 h 10448096"/>
                  <a:gd name="connsiteX125" fmla="*/ 4038834 w 10490654"/>
                  <a:gd name="connsiteY125" fmla="*/ 6869576 h 10448096"/>
                  <a:gd name="connsiteX126" fmla="*/ 3976254 w 10490654"/>
                  <a:gd name="connsiteY126" fmla="*/ 7123005 h 10448096"/>
                  <a:gd name="connsiteX127" fmla="*/ 3932667 w 10490654"/>
                  <a:gd name="connsiteY127" fmla="*/ 7334403 h 10448096"/>
                  <a:gd name="connsiteX128" fmla="*/ 3884155 w 10490654"/>
                  <a:gd name="connsiteY128" fmla="*/ 7456604 h 10448096"/>
                  <a:gd name="connsiteX129" fmla="*/ 3572499 w 10490654"/>
                  <a:gd name="connsiteY129" fmla="*/ 7418574 h 10448096"/>
                  <a:gd name="connsiteX130" fmla="*/ 3311236 w 10490654"/>
                  <a:gd name="connsiteY130" fmla="*/ 7455514 h 10448096"/>
                  <a:gd name="connsiteX131" fmla="*/ 2921540 w 10490654"/>
                  <a:gd name="connsiteY131" fmla="*/ 7467599 h 10448096"/>
                  <a:gd name="connsiteX132" fmla="*/ 2784763 w 10490654"/>
                  <a:gd name="connsiteY132" fmla="*/ 7192277 h 10448096"/>
                  <a:gd name="connsiteX133" fmla="*/ 2604654 w 10490654"/>
                  <a:gd name="connsiteY133" fmla="*/ 6915186 h 10448096"/>
                  <a:gd name="connsiteX134" fmla="*/ 2410691 w 10490654"/>
                  <a:gd name="connsiteY134" fmla="*/ 6416423 h 10448096"/>
                  <a:gd name="connsiteX135" fmla="*/ 2327563 w 10490654"/>
                  <a:gd name="connsiteY135" fmla="*/ 6277877 h 10448096"/>
                  <a:gd name="connsiteX136" fmla="*/ 1662545 w 10490654"/>
                  <a:gd name="connsiteY136" fmla="*/ 6250168 h 10448096"/>
                  <a:gd name="connsiteX137" fmla="*/ 1233054 w 10490654"/>
                  <a:gd name="connsiteY137" fmla="*/ 6250168 h 10448096"/>
                  <a:gd name="connsiteX138" fmla="*/ 1136072 w 10490654"/>
                  <a:gd name="connsiteY138" fmla="*/ 6305586 h 10448096"/>
                  <a:gd name="connsiteX139" fmla="*/ 706582 w 10490654"/>
                  <a:gd name="connsiteY139" fmla="*/ 6264023 h 10448096"/>
                  <a:gd name="connsiteX140" fmla="*/ 318654 w 10490654"/>
                  <a:gd name="connsiteY140" fmla="*/ 6291732 h 10448096"/>
                  <a:gd name="connsiteX141" fmla="*/ 96982 w 10490654"/>
                  <a:gd name="connsiteY141" fmla="*/ 6444132 h 10448096"/>
                  <a:gd name="connsiteX142" fmla="*/ 0 w 10490654"/>
                  <a:gd name="connsiteY142" fmla="*/ 6347150 h 10448096"/>
                  <a:gd name="connsiteX143" fmla="*/ 83127 w 10490654"/>
                  <a:gd name="connsiteY143" fmla="*/ 6291732 h 10448096"/>
                  <a:gd name="connsiteX0" fmla="*/ 83127 w 10490654"/>
                  <a:gd name="connsiteY0" fmla="*/ 6291732 h 10448096"/>
                  <a:gd name="connsiteX1" fmla="*/ 96982 w 10490654"/>
                  <a:gd name="connsiteY1" fmla="*/ 5848386 h 10448096"/>
                  <a:gd name="connsiteX2" fmla="*/ 401782 w 10490654"/>
                  <a:gd name="connsiteY2" fmla="*/ 5585150 h 10448096"/>
                  <a:gd name="connsiteX3" fmla="*/ 651163 w 10490654"/>
                  <a:gd name="connsiteY3" fmla="*/ 5723696 h 10448096"/>
                  <a:gd name="connsiteX4" fmla="*/ 858982 w 10490654"/>
                  <a:gd name="connsiteY4" fmla="*/ 5557441 h 10448096"/>
                  <a:gd name="connsiteX5" fmla="*/ 997527 w 10490654"/>
                  <a:gd name="connsiteY5" fmla="*/ 5405041 h 10448096"/>
                  <a:gd name="connsiteX6" fmla="*/ 1080654 w 10490654"/>
                  <a:gd name="connsiteY6" fmla="*/ 5488168 h 10448096"/>
                  <a:gd name="connsiteX7" fmla="*/ 1269312 w 10490654"/>
                  <a:gd name="connsiteY7" fmla="*/ 5732834 h 10448096"/>
                  <a:gd name="connsiteX8" fmla="*/ 1523116 w 10490654"/>
                  <a:gd name="connsiteY8" fmla="*/ 5534154 h 10448096"/>
                  <a:gd name="connsiteX9" fmla="*/ 1731818 w 10490654"/>
                  <a:gd name="connsiteY9" fmla="*/ 5349623 h 10448096"/>
                  <a:gd name="connsiteX10" fmla="*/ 2022763 w 10490654"/>
                  <a:gd name="connsiteY10" fmla="*/ 5114096 h 10448096"/>
                  <a:gd name="connsiteX11" fmla="*/ 2119745 w 10490654"/>
                  <a:gd name="connsiteY11" fmla="*/ 4684605 h 10448096"/>
                  <a:gd name="connsiteX12" fmla="*/ 2172511 w 10490654"/>
                  <a:gd name="connsiteY12" fmla="*/ 4217972 h 10448096"/>
                  <a:gd name="connsiteX13" fmla="*/ 2355272 w 10490654"/>
                  <a:gd name="connsiteY13" fmla="*/ 3908750 h 10448096"/>
                  <a:gd name="connsiteX14" fmla="*/ 2715491 w 10490654"/>
                  <a:gd name="connsiteY14" fmla="*/ 3506968 h 10448096"/>
                  <a:gd name="connsiteX15" fmla="*/ 2978727 w 10490654"/>
                  <a:gd name="connsiteY15" fmla="*/ 3313005 h 10448096"/>
                  <a:gd name="connsiteX16" fmla="*/ 3006436 w 10490654"/>
                  <a:gd name="connsiteY16" fmla="*/ 2869659 h 10448096"/>
                  <a:gd name="connsiteX17" fmla="*/ 3075709 w 10490654"/>
                  <a:gd name="connsiteY17" fmla="*/ 2578714 h 10448096"/>
                  <a:gd name="connsiteX18" fmla="*/ 3075709 w 10490654"/>
                  <a:gd name="connsiteY18" fmla="*/ 2370896 h 10448096"/>
                  <a:gd name="connsiteX19" fmla="*/ 3214254 w 10490654"/>
                  <a:gd name="connsiteY19" fmla="*/ 2038386 h 10448096"/>
                  <a:gd name="connsiteX20" fmla="*/ 3214254 w 10490654"/>
                  <a:gd name="connsiteY20" fmla="*/ 1747441 h 10448096"/>
                  <a:gd name="connsiteX21" fmla="*/ 3513454 w 10490654"/>
                  <a:gd name="connsiteY21" fmla="*/ 1179405 h 10448096"/>
                  <a:gd name="connsiteX22" fmla="*/ 3463636 w 10490654"/>
                  <a:gd name="connsiteY22" fmla="*/ 805332 h 10448096"/>
                  <a:gd name="connsiteX23" fmla="*/ 3491345 w 10490654"/>
                  <a:gd name="connsiteY23" fmla="*/ 597514 h 10448096"/>
                  <a:gd name="connsiteX24" fmla="*/ 3823854 w 10490654"/>
                  <a:gd name="connsiteY24" fmla="*/ 237296 h 10448096"/>
                  <a:gd name="connsiteX25" fmla="*/ 4017818 w 10490654"/>
                  <a:gd name="connsiteY25" fmla="*/ 112605 h 10448096"/>
                  <a:gd name="connsiteX26" fmla="*/ 4433454 w 10490654"/>
                  <a:gd name="connsiteY26" fmla="*/ 348132 h 10448096"/>
                  <a:gd name="connsiteX27" fmla="*/ 4599709 w 10490654"/>
                  <a:gd name="connsiteY27" fmla="*/ 542096 h 10448096"/>
                  <a:gd name="connsiteX28" fmla="*/ 5070763 w 10490654"/>
                  <a:gd name="connsiteY28" fmla="*/ 597514 h 10448096"/>
                  <a:gd name="connsiteX29" fmla="*/ 5391187 w 10490654"/>
                  <a:gd name="connsiteY29" fmla="*/ 656763 h 10448096"/>
                  <a:gd name="connsiteX30" fmla="*/ 5647937 w 10490654"/>
                  <a:gd name="connsiteY30" fmla="*/ 673271 h 10448096"/>
                  <a:gd name="connsiteX31" fmla="*/ 5860472 w 10490654"/>
                  <a:gd name="connsiteY31" fmla="*/ 334277 h 10448096"/>
                  <a:gd name="connsiteX32" fmla="*/ 6123709 w 10490654"/>
                  <a:gd name="connsiteY32" fmla="*/ 375841 h 10448096"/>
                  <a:gd name="connsiteX33" fmla="*/ 6594763 w 10490654"/>
                  <a:gd name="connsiteY33" fmla="*/ 237296 h 10448096"/>
                  <a:gd name="connsiteX34" fmla="*/ 6761018 w 10490654"/>
                  <a:gd name="connsiteY34" fmla="*/ 181877 h 10448096"/>
                  <a:gd name="connsiteX35" fmla="*/ 7038109 w 10490654"/>
                  <a:gd name="connsiteY35" fmla="*/ 251150 h 10448096"/>
                  <a:gd name="connsiteX36" fmla="*/ 7232072 w 10490654"/>
                  <a:gd name="connsiteY36" fmla="*/ 71041 h 10448096"/>
                  <a:gd name="connsiteX37" fmla="*/ 7363248 w 10490654"/>
                  <a:gd name="connsiteY37" fmla="*/ 0 h 10448096"/>
                  <a:gd name="connsiteX38" fmla="*/ 7606145 w 10490654"/>
                  <a:gd name="connsiteY38" fmla="*/ 57186 h 10448096"/>
                  <a:gd name="connsiteX39" fmla="*/ 7910945 w 10490654"/>
                  <a:gd name="connsiteY39" fmla="*/ 181877 h 10448096"/>
                  <a:gd name="connsiteX40" fmla="*/ 8312727 w 10490654"/>
                  <a:gd name="connsiteY40" fmla="*/ 112605 h 10448096"/>
                  <a:gd name="connsiteX41" fmla="*/ 8647005 w 10490654"/>
                  <a:gd name="connsiteY41" fmla="*/ 449831 h 10448096"/>
                  <a:gd name="connsiteX42" fmla="*/ 8908472 w 10490654"/>
                  <a:gd name="connsiteY42" fmla="*/ 597514 h 10448096"/>
                  <a:gd name="connsiteX43" fmla="*/ 9088582 w 10490654"/>
                  <a:gd name="connsiteY43" fmla="*/ 500532 h 10448096"/>
                  <a:gd name="connsiteX44" fmla="*/ 9351818 w 10490654"/>
                  <a:gd name="connsiteY44" fmla="*/ 445114 h 10448096"/>
                  <a:gd name="connsiteX45" fmla="*/ 9518072 w 10490654"/>
                  <a:gd name="connsiteY45" fmla="*/ 420943 h 10448096"/>
                  <a:gd name="connsiteX46" fmla="*/ 9646301 w 10490654"/>
                  <a:gd name="connsiteY46" fmla="*/ 422711 h 10448096"/>
                  <a:gd name="connsiteX47" fmla="*/ 10002982 w 10490654"/>
                  <a:gd name="connsiteY47" fmla="*/ 846896 h 10448096"/>
                  <a:gd name="connsiteX48" fmla="*/ 10238509 w 10490654"/>
                  <a:gd name="connsiteY48" fmla="*/ 1040859 h 10448096"/>
                  <a:gd name="connsiteX49" fmla="*/ 10224654 w 10490654"/>
                  <a:gd name="connsiteY49" fmla="*/ 1304096 h 10448096"/>
                  <a:gd name="connsiteX50" fmla="*/ 10238509 w 10490654"/>
                  <a:gd name="connsiteY50" fmla="*/ 1498059 h 10448096"/>
                  <a:gd name="connsiteX51" fmla="*/ 10280072 w 10490654"/>
                  <a:gd name="connsiteY51" fmla="*/ 1622750 h 10448096"/>
                  <a:gd name="connsiteX52" fmla="*/ 10490654 w 10490654"/>
                  <a:gd name="connsiteY52" fmla="*/ 1807021 h 10448096"/>
                  <a:gd name="connsiteX53" fmla="*/ 10077929 w 10490654"/>
                  <a:gd name="connsiteY53" fmla="*/ 2260393 h 10448096"/>
                  <a:gd name="connsiteX54" fmla="*/ 9781309 w 10490654"/>
                  <a:gd name="connsiteY54" fmla="*/ 2551005 h 10448096"/>
                  <a:gd name="connsiteX55" fmla="*/ 9601200 w 10490654"/>
                  <a:gd name="connsiteY55" fmla="*/ 3479259 h 10448096"/>
                  <a:gd name="connsiteX56" fmla="*/ 9601200 w 10490654"/>
                  <a:gd name="connsiteY56" fmla="*/ 3770205 h 10448096"/>
                  <a:gd name="connsiteX57" fmla="*/ 9365672 w 10490654"/>
                  <a:gd name="connsiteY57" fmla="*/ 3964168 h 10448096"/>
                  <a:gd name="connsiteX58" fmla="*/ 9310254 w 10490654"/>
                  <a:gd name="connsiteY58" fmla="*/ 4130423 h 10448096"/>
                  <a:gd name="connsiteX59" fmla="*/ 9199418 w 10490654"/>
                  <a:gd name="connsiteY59" fmla="*/ 4338241 h 10448096"/>
                  <a:gd name="connsiteX60" fmla="*/ 9268691 w 10490654"/>
                  <a:gd name="connsiteY60" fmla="*/ 4504496 h 10448096"/>
                  <a:gd name="connsiteX61" fmla="*/ 9337963 w 10490654"/>
                  <a:gd name="connsiteY61" fmla="*/ 4712314 h 10448096"/>
                  <a:gd name="connsiteX62" fmla="*/ 9382180 w 10490654"/>
                  <a:gd name="connsiteY62" fmla="*/ 4968181 h 10448096"/>
                  <a:gd name="connsiteX63" fmla="*/ 9434945 w 10490654"/>
                  <a:gd name="connsiteY63" fmla="*/ 5266496 h 10448096"/>
                  <a:gd name="connsiteX64" fmla="*/ 9462654 w 10490654"/>
                  <a:gd name="connsiteY64" fmla="*/ 5668277 h 10448096"/>
                  <a:gd name="connsiteX65" fmla="*/ 9587345 w 10490654"/>
                  <a:gd name="connsiteY65" fmla="*/ 6028496 h 10448096"/>
                  <a:gd name="connsiteX66" fmla="*/ 9545782 w 10490654"/>
                  <a:gd name="connsiteY66" fmla="*/ 6430277 h 10448096"/>
                  <a:gd name="connsiteX67" fmla="*/ 9933709 w 10490654"/>
                  <a:gd name="connsiteY67" fmla="*/ 6915186 h 10448096"/>
                  <a:gd name="connsiteX68" fmla="*/ 10094363 w 10490654"/>
                  <a:gd name="connsiteY68" fmla="*/ 7274520 h 10448096"/>
                  <a:gd name="connsiteX69" fmla="*/ 10232908 w 10490654"/>
                  <a:gd name="connsiteY69" fmla="*/ 7568119 h 10448096"/>
                  <a:gd name="connsiteX70" fmla="*/ 9670472 w 10490654"/>
                  <a:gd name="connsiteY70" fmla="*/ 7594059 h 10448096"/>
                  <a:gd name="connsiteX71" fmla="*/ 9337963 w 10490654"/>
                  <a:gd name="connsiteY71" fmla="*/ 7704896 h 10448096"/>
                  <a:gd name="connsiteX72" fmla="*/ 9102436 w 10490654"/>
                  <a:gd name="connsiteY72" fmla="*/ 7843441 h 10448096"/>
                  <a:gd name="connsiteX73" fmla="*/ 9019309 w 10490654"/>
                  <a:gd name="connsiteY73" fmla="*/ 8051259 h 10448096"/>
                  <a:gd name="connsiteX74" fmla="*/ 8956730 w 10490654"/>
                  <a:gd name="connsiteY74" fmla="*/ 8148241 h 10448096"/>
                  <a:gd name="connsiteX75" fmla="*/ 9027559 w 10490654"/>
                  <a:gd name="connsiteY75" fmla="*/ 8577732 h 10448096"/>
                  <a:gd name="connsiteX76" fmla="*/ 9030673 w 10490654"/>
                  <a:gd name="connsiteY76" fmla="*/ 8811236 h 10448096"/>
                  <a:gd name="connsiteX77" fmla="*/ 8991600 w 10490654"/>
                  <a:gd name="connsiteY77" fmla="*/ 9021077 h 10448096"/>
                  <a:gd name="connsiteX78" fmla="*/ 8894618 w 10490654"/>
                  <a:gd name="connsiteY78" fmla="*/ 9325877 h 10448096"/>
                  <a:gd name="connsiteX79" fmla="*/ 8922327 w 10490654"/>
                  <a:gd name="connsiteY79" fmla="*/ 9589114 h 10448096"/>
                  <a:gd name="connsiteX80" fmla="*/ 9144000 w 10490654"/>
                  <a:gd name="connsiteY80" fmla="*/ 9755368 h 10448096"/>
                  <a:gd name="connsiteX81" fmla="*/ 9353374 w 10490654"/>
                  <a:gd name="connsiteY81" fmla="*/ 9906212 h 10448096"/>
                  <a:gd name="connsiteX82" fmla="*/ 9529903 w 10490654"/>
                  <a:gd name="connsiteY82" fmla="*/ 9958205 h 10448096"/>
                  <a:gd name="connsiteX83" fmla="*/ 9625328 w 10490654"/>
                  <a:gd name="connsiteY83" fmla="*/ 9844256 h 10448096"/>
                  <a:gd name="connsiteX84" fmla="*/ 9667359 w 10490654"/>
                  <a:gd name="connsiteY84" fmla="*/ 9856554 h 10448096"/>
                  <a:gd name="connsiteX85" fmla="*/ 9668916 w 10490654"/>
                  <a:gd name="connsiteY85" fmla="*/ 10309550 h 10448096"/>
                  <a:gd name="connsiteX86" fmla="*/ 9495500 w 10490654"/>
                  <a:gd name="connsiteY86" fmla="*/ 10359209 h 10448096"/>
                  <a:gd name="connsiteX87" fmla="*/ 9310254 w 10490654"/>
                  <a:gd name="connsiteY87" fmla="*/ 10448096 h 10448096"/>
                  <a:gd name="connsiteX88" fmla="*/ 9227127 w 10490654"/>
                  <a:gd name="connsiteY88" fmla="*/ 10295696 h 10448096"/>
                  <a:gd name="connsiteX89" fmla="*/ 9033163 w 10490654"/>
                  <a:gd name="connsiteY89" fmla="*/ 10046314 h 10448096"/>
                  <a:gd name="connsiteX90" fmla="*/ 8825345 w 10490654"/>
                  <a:gd name="connsiteY90" fmla="*/ 9866205 h 10448096"/>
                  <a:gd name="connsiteX91" fmla="*/ 8534400 w 10490654"/>
                  <a:gd name="connsiteY91" fmla="*/ 9755368 h 10448096"/>
                  <a:gd name="connsiteX92" fmla="*/ 8423563 w 10490654"/>
                  <a:gd name="connsiteY92" fmla="*/ 9699950 h 10448096"/>
                  <a:gd name="connsiteX93" fmla="*/ 8285018 w 10490654"/>
                  <a:gd name="connsiteY93" fmla="*/ 9533696 h 10448096"/>
                  <a:gd name="connsiteX94" fmla="*/ 8257309 w 10490654"/>
                  <a:gd name="connsiteY94" fmla="*/ 9395150 h 10448096"/>
                  <a:gd name="connsiteX95" fmla="*/ 8146472 w 10490654"/>
                  <a:gd name="connsiteY95" fmla="*/ 9409005 h 10448096"/>
                  <a:gd name="connsiteX96" fmla="*/ 8091054 w 10490654"/>
                  <a:gd name="connsiteY96" fmla="*/ 9630677 h 10448096"/>
                  <a:gd name="connsiteX97" fmla="*/ 7806336 w 10490654"/>
                  <a:gd name="connsiteY97" fmla="*/ 9636437 h 10448096"/>
                  <a:gd name="connsiteX98" fmla="*/ 7567694 w 10490654"/>
                  <a:gd name="connsiteY98" fmla="*/ 9573236 h 10448096"/>
                  <a:gd name="connsiteX99" fmla="*/ 7466043 w 10490654"/>
                  <a:gd name="connsiteY99" fmla="*/ 9524511 h 10448096"/>
                  <a:gd name="connsiteX100" fmla="*/ 7439891 w 10490654"/>
                  <a:gd name="connsiteY100" fmla="*/ 9215041 h 10448096"/>
                  <a:gd name="connsiteX101" fmla="*/ 7397859 w 10490654"/>
                  <a:gd name="connsiteY101" fmla="*/ 9409005 h 10448096"/>
                  <a:gd name="connsiteX102" fmla="*/ 7287491 w 10490654"/>
                  <a:gd name="connsiteY102" fmla="*/ 9503028 h 10448096"/>
                  <a:gd name="connsiteX103" fmla="*/ 7221797 w 10490654"/>
                  <a:gd name="connsiteY103" fmla="*/ 9175034 h 10448096"/>
                  <a:gd name="connsiteX104" fmla="*/ 6954982 w 10490654"/>
                  <a:gd name="connsiteY104" fmla="*/ 9242750 h 10448096"/>
                  <a:gd name="connsiteX105" fmla="*/ 6710737 w 10490654"/>
                  <a:gd name="connsiteY105" fmla="*/ 9315137 h 10448096"/>
                  <a:gd name="connsiteX106" fmla="*/ 6674777 w 10490654"/>
                  <a:gd name="connsiteY106" fmla="*/ 9116036 h 10448096"/>
                  <a:gd name="connsiteX107" fmla="*/ 6511636 w 10490654"/>
                  <a:gd name="connsiteY107" fmla="*/ 9007223 h 10448096"/>
                  <a:gd name="connsiteX108" fmla="*/ 6428509 w 10490654"/>
                  <a:gd name="connsiteY108" fmla="*/ 9007223 h 10448096"/>
                  <a:gd name="connsiteX109" fmla="*/ 6325922 w 10490654"/>
                  <a:gd name="connsiteY109" fmla="*/ 9110431 h 10448096"/>
                  <a:gd name="connsiteX110" fmla="*/ 6167763 w 10490654"/>
                  <a:gd name="connsiteY110" fmla="*/ 9031351 h 10448096"/>
                  <a:gd name="connsiteX111" fmla="*/ 6002132 w 10490654"/>
                  <a:gd name="connsiteY111" fmla="*/ 9146858 h 10448096"/>
                  <a:gd name="connsiteX112" fmla="*/ 5749636 w 10490654"/>
                  <a:gd name="connsiteY112" fmla="*/ 9104205 h 10448096"/>
                  <a:gd name="connsiteX113" fmla="*/ 5674760 w 10490654"/>
                  <a:gd name="connsiteY113" fmla="*/ 9135028 h 10448096"/>
                  <a:gd name="connsiteX114" fmla="*/ 5507415 w 10490654"/>
                  <a:gd name="connsiteY114" fmla="*/ 9181261 h 10448096"/>
                  <a:gd name="connsiteX115" fmla="*/ 5505859 w 10490654"/>
                  <a:gd name="connsiteY115" fmla="*/ 8924096 h 10448096"/>
                  <a:gd name="connsiteX116" fmla="*/ 5505857 w 10490654"/>
                  <a:gd name="connsiteY116" fmla="*/ 8688101 h 10448096"/>
                  <a:gd name="connsiteX117" fmla="*/ 5336024 w 10490654"/>
                  <a:gd name="connsiteY117" fmla="*/ 8386416 h 10448096"/>
                  <a:gd name="connsiteX118" fmla="*/ 5230324 w 10490654"/>
                  <a:gd name="connsiteY118" fmla="*/ 8135944 h 10448096"/>
                  <a:gd name="connsiteX119" fmla="*/ 5317031 w 10490654"/>
                  <a:gd name="connsiteY119" fmla="*/ 7663332 h 10448096"/>
                  <a:gd name="connsiteX120" fmla="*/ 5201059 w 10490654"/>
                  <a:gd name="connsiteY120" fmla="*/ 7373476 h 10448096"/>
                  <a:gd name="connsiteX121" fmla="*/ 5250872 w 10490654"/>
                  <a:gd name="connsiteY121" fmla="*/ 7123005 h 10448096"/>
                  <a:gd name="connsiteX122" fmla="*/ 5245735 w 10490654"/>
                  <a:gd name="connsiteY122" fmla="*/ 7071789 h 10448096"/>
                  <a:gd name="connsiteX123" fmla="*/ 4577603 w 10490654"/>
                  <a:gd name="connsiteY123" fmla="*/ 7067120 h 10448096"/>
                  <a:gd name="connsiteX124" fmla="*/ 4528412 w 10490654"/>
                  <a:gd name="connsiteY124" fmla="*/ 6893704 h 10448096"/>
                  <a:gd name="connsiteX125" fmla="*/ 4038834 w 10490654"/>
                  <a:gd name="connsiteY125" fmla="*/ 6869576 h 10448096"/>
                  <a:gd name="connsiteX126" fmla="*/ 3976254 w 10490654"/>
                  <a:gd name="connsiteY126" fmla="*/ 7123005 h 10448096"/>
                  <a:gd name="connsiteX127" fmla="*/ 3932667 w 10490654"/>
                  <a:gd name="connsiteY127" fmla="*/ 7334403 h 10448096"/>
                  <a:gd name="connsiteX128" fmla="*/ 3884155 w 10490654"/>
                  <a:gd name="connsiteY128" fmla="*/ 7456604 h 10448096"/>
                  <a:gd name="connsiteX129" fmla="*/ 3572499 w 10490654"/>
                  <a:gd name="connsiteY129" fmla="*/ 7418574 h 10448096"/>
                  <a:gd name="connsiteX130" fmla="*/ 3311236 w 10490654"/>
                  <a:gd name="connsiteY130" fmla="*/ 7455514 h 10448096"/>
                  <a:gd name="connsiteX131" fmla="*/ 2921540 w 10490654"/>
                  <a:gd name="connsiteY131" fmla="*/ 7467599 h 10448096"/>
                  <a:gd name="connsiteX132" fmla="*/ 2784763 w 10490654"/>
                  <a:gd name="connsiteY132" fmla="*/ 7192277 h 10448096"/>
                  <a:gd name="connsiteX133" fmla="*/ 2604654 w 10490654"/>
                  <a:gd name="connsiteY133" fmla="*/ 6915186 h 10448096"/>
                  <a:gd name="connsiteX134" fmla="*/ 2410691 w 10490654"/>
                  <a:gd name="connsiteY134" fmla="*/ 6416423 h 10448096"/>
                  <a:gd name="connsiteX135" fmla="*/ 2327563 w 10490654"/>
                  <a:gd name="connsiteY135" fmla="*/ 6277877 h 10448096"/>
                  <a:gd name="connsiteX136" fmla="*/ 1662545 w 10490654"/>
                  <a:gd name="connsiteY136" fmla="*/ 6250168 h 10448096"/>
                  <a:gd name="connsiteX137" fmla="*/ 1233054 w 10490654"/>
                  <a:gd name="connsiteY137" fmla="*/ 6250168 h 10448096"/>
                  <a:gd name="connsiteX138" fmla="*/ 1136072 w 10490654"/>
                  <a:gd name="connsiteY138" fmla="*/ 6305586 h 10448096"/>
                  <a:gd name="connsiteX139" fmla="*/ 706582 w 10490654"/>
                  <a:gd name="connsiteY139" fmla="*/ 6264023 h 10448096"/>
                  <a:gd name="connsiteX140" fmla="*/ 318654 w 10490654"/>
                  <a:gd name="connsiteY140" fmla="*/ 6291732 h 10448096"/>
                  <a:gd name="connsiteX141" fmla="*/ 96982 w 10490654"/>
                  <a:gd name="connsiteY141" fmla="*/ 6444132 h 10448096"/>
                  <a:gd name="connsiteX142" fmla="*/ 0 w 10490654"/>
                  <a:gd name="connsiteY142" fmla="*/ 6347150 h 10448096"/>
                  <a:gd name="connsiteX143" fmla="*/ 83127 w 10490654"/>
                  <a:gd name="connsiteY143" fmla="*/ 6291732 h 10448096"/>
                  <a:gd name="connsiteX0" fmla="*/ 83127 w 10490654"/>
                  <a:gd name="connsiteY0" fmla="*/ 6291732 h 10448096"/>
                  <a:gd name="connsiteX1" fmla="*/ 96982 w 10490654"/>
                  <a:gd name="connsiteY1" fmla="*/ 5848386 h 10448096"/>
                  <a:gd name="connsiteX2" fmla="*/ 401782 w 10490654"/>
                  <a:gd name="connsiteY2" fmla="*/ 5585150 h 10448096"/>
                  <a:gd name="connsiteX3" fmla="*/ 651163 w 10490654"/>
                  <a:gd name="connsiteY3" fmla="*/ 5723696 h 10448096"/>
                  <a:gd name="connsiteX4" fmla="*/ 858982 w 10490654"/>
                  <a:gd name="connsiteY4" fmla="*/ 5557441 h 10448096"/>
                  <a:gd name="connsiteX5" fmla="*/ 997527 w 10490654"/>
                  <a:gd name="connsiteY5" fmla="*/ 5405041 h 10448096"/>
                  <a:gd name="connsiteX6" fmla="*/ 1080654 w 10490654"/>
                  <a:gd name="connsiteY6" fmla="*/ 5488168 h 10448096"/>
                  <a:gd name="connsiteX7" fmla="*/ 1269312 w 10490654"/>
                  <a:gd name="connsiteY7" fmla="*/ 5732834 h 10448096"/>
                  <a:gd name="connsiteX8" fmla="*/ 1523116 w 10490654"/>
                  <a:gd name="connsiteY8" fmla="*/ 5534154 h 10448096"/>
                  <a:gd name="connsiteX9" fmla="*/ 1731818 w 10490654"/>
                  <a:gd name="connsiteY9" fmla="*/ 5349623 h 10448096"/>
                  <a:gd name="connsiteX10" fmla="*/ 2022763 w 10490654"/>
                  <a:gd name="connsiteY10" fmla="*/ 5114096 h 10448096"/>
                  <a:gd name="connsiteX11" fmla="*/ 2119745 w 10490654"/>
                  <a:gd name="connsiteY11" fmla="*/ 4684605 h 10448096"/>
                  <a:gd name="connsiteX12" fmla="*/ 2172511 w 10490654"/>
                  <a:gd name="connsiteY12" fmla="*/ 4217972 h 10448096"/>
                  <a:gd name="connsiteX13" fmla="*/ 2355272 w 10490654"/>
                  <a:gd name="connsiteY13" fmla="*/ 3908750 h 10448096"/>
                  <a:gd name="connsiteX14" fmla="*/ 2715491 w 10490654"/>
                  <a:gd name="connsiteY14" fmla="*/ 3506968 h 10448096"/>
                  <a:gd name="connsiteX15" fmla="*/ 2978727 w 10490654"/>
                  <a:gd name="connsiteY15" fmla="*/ 3313005 h 10448096"/>
                  <a:gd name="connsiteX16" fmla="*/ 3006436 w 10490654"/>
                  <a:gd name="connsiteY16" fmla="*/ 2869659 h 10448096"/>
                  <a:gd name="connsiteX17" fmla="*/ 3075709 w 10490654"/>
                  <a:gd name="connsiteY17" fmla="*/ 2578714 h 10448096"/>
                  <a:gd name="connsiteX18" fmla="*/ 3075709 w 10490654"/>
                  <a:gd name="connsiteY18" fmla="*/ 2370896 h 10448096"/>
                  <a:gd name="connsiteX19" fmla="*/ 3214254 w 10490654"/>
                  <a:gd name="connsiteY19" fmla="*/ 2038386 h 10448096"/>
                  <a:gd name="connsiteX20" fmla="*/ 3214254 w 10490654"/>
                  <a:gd name="connsiteY20" fmla="*/ 1747441 h 10448096"/>
                  <a:gd name="connsiteX21" fmla="*/ 3513454 w 10490654"/>
                  <a:gd name="connsiteY21" fmla="*/ 1179405 h 10448096"/>
                  <a:gd name="connsiteX22" fmla="*/ 3463636 w 10490654"/>
                  <a:gd name="connsiteY22" fmla="*/ 805332 h 10448096"/>
                  <a:gd name="connsiteX23" fmla="*/ 3491345 w 10490654"/>
                  <a:gd name="connsiteY23" fmla="*/ 597514 h 10448096"/>
                  <a:gd name="connsiteX24" fmla="*/ 3823854 w 10490654"/>
                  <a:gd name="connsiteY24" fmla="*/ 237296 h 10448096"/>
                  <a:gd name="connsiteX25" fmla="*/ 4017818 w 10490654"/>
                  <a:gd name="connsiteY25" fmla="*/ 112605 h 10448096"/>
                  <a:gd name="connsiteX26" fmla="*/ 4433454 w 10490654"/>
                  <a:gd name="connsiteY26" fmla="*/ 348132 h 10448096"/>
                  <a:gd name="connsiteX27" fmla="*/ 4599709 w 10490654"/>
                  <a:gd name="connsiteY27" fmla="*/ 542096 h 10448096"/>
                  <a:gd name="connsiteX28" fmla="*/ 5070763 w 10490654"/>
                  <a:gd name="connsiteY28" fmla="*/ 597514 h 10448096"/>
                  <a:gd name="connsiteX29" fmla="*/ 5391187 w 10490654"/>
                  <a:gd name="connsiteY29" fmla="*/ 656763 h 10448096"/>
                  <a:gd name="connsiteX30" fmla="*/ 5647937 w 10490654"/>
                  <a:gd name="connsiteY30" fmla="*/ 673271 h 10448096"/>
                  <a:gd name="connsiteX31" fmla="*/ 5860472 w 10490654"/>
                  <a:gd name="connsiteY31" fmla="*/ 334277 h 10448096"/>
                  <a:gd name="connsiteX32" fmla="*/ 6123709 w 10490654"/>
                  <a:gd name="connsiteY32" fmla="*/ 375841 h 10448096"/>
                  <a:gd name="connsiteX33" fmla="*/ 6594763 w 10490654"/>
                  <a:gd name="connsiteY33" fmla="*/ 237296 h 10448096"/>
                  <a:gd name="connsiteX34" fmla="*/ 6761018 w 10490654"/>
                  <a:gd name="connsiteY34" fmla="*/ 181877 h 10448096"/>
                  <a:gd name="connsiteX35" fmla="*/ 7038109 w 10490654"/>
                  <a:gd name="connsiteY35" fmla="*/ 251150 h 10448096"/>
                  <a:gd name="connsiteX36" fmla="*/ 7232072 w 10490654"/>
                  <a:gd name="connsiteY36" fmla="*/ 71041 h 10448096"/>
                  <a:gd name="connsiteX37" fmla="*/ 7363248 w 10490654"/>
                  <a:gd name="connsiteY37" fmla="*/ 0 h 10448096"/>
                  <a:gd name="connsiteX38" fmla="*/ 7606145 w 10490654"/>
                  <a:gd name="connsiteY38" fmla="*/ 57186 h 10448096"/>
                  <a:gd name="connsiteX39" fmla="*/ 7910945 w 10490654"/>
                  <a:gd name="connsiteY39" fmla="*/ 181877 h 10448096"/>
                  <a:gd name="connsiteX40" fmla="*/ 8312727 w 10490654"/>
                  <a:gd name="connsiteY40" fmla="*/ 112605 h 10448096"/>
                  <a:gd name="connsiteX41" fmla="*/ 8647005 w 10490654"/>
                  <a:gd name="connsiteY41" fmla="*/ 449831 h 10448096"/>
                  <a:gd name="connsiteX42" fmla="*/ 8908472 w 10490654"/>
                  <a:gd name="connsiteY42" fmla="*/ 597514 h 10448096"/>
                  <a:gd name="connsiteX43" fmla="*/ 9088582 w 10490654"/>
                  <a:gd name="connsiteY43" fmla="*/ 500532 h 10448096"/>
                  <a:gd name="connsiteX44" fmla="*/ 9351818 w 10490654"/>
                  <a:gd name="connsiteY44" fmla="*/ 445114 h 10448096"/>
                  <a:gd name="connsiteX45" fmla="*/ 9518072 w 10490654"/>
                  <a:gd name="connsiteY45" fmla="*/ 420943 h 10448096"/>
                  <a:gd name="connsiteX46" fmla="*/ 9646301 w 10490654"/>
                  <a:gd name="connsiteY46" fmla="*/ 422711 h 10448096"/>
                  <a:gd name="connsiteX47" fmla="*/ 10002982 w 10490654"/>
                  <a:gd name="connsiteY47" fmla="*/ 846896 h 10448096"/>
                  <a:gd name="connsiteX48" fmla="*/ 10238509 w 10490654"/>
                  <a:gd name="connsiteY48" fmla="*/ 1040859 h 10448096"/>
                  <a:gd name="connsiteX49" fmla="*/ 10224654 w 10490654"/>
                  <a:gd name="connsiteY49" fmla="*/ 1304096 h 10448096"/>
                  <a:gd name="connsiteX50" fmla="*/ 10238509 w 10490654"/>
                  <a:gd name="connsiteY50" fmla="*/ 1498059 h 10448096"/>
                  <a:gd name="connsiteX51" fmla="*/ 10280072 w 10490654"/>
                  <a:gd name="connsiteY51" fmla="*/ 1622750 h 10448096"/>
                  <a:gd name="connsiteX52" fmla="*/ 10490654 w 10490654"/>
                  <a:gd name="connsiteY52" fmla="*/ 1807021 h 10448096"/>
                  <a:gd name="connsiteX53" fmla="*/ 10077929 w 10490654"/>
                  <a:gd name="connsiteY53" fmla="*/ 2260393 h 10448096"/>
                  <a:gd name="connsiteX54" fmla="*/ 9781309 w 10490654"/>
                  <a:gd name="connsiteY54" fmla="*/ 2551005 h 10448096"/>
                  <a:gd name="connsiteX55" fmla="*/ 9601200 w 10490654"/>
                  <a:gd name="connsiteY55" fmla="*/ 3479259 h 10448096"/>
                  <a:gd name="connsiteX56" fmla="*/ 9601200 w 10490654"/>
                  <a:gd name="connsiteY56" fmla="*/ 3770205 h 10448096"/>
                  <a:gd name="connsiteX57" fmla="*/ 9365672 w 10490654"/>
                  <a:gd name="connsiteY57" fmla="*/ 3964168 h 10448096"/>
                  <a:gd name="connsiteX58" fmla="*/ 9310254 w 10490654"/>
                  <a:gd name="connsiteY58" fmla="*/ 4130423 h 10448096"/>
                  <a:gd name="connsiteX59" fmla="*/ 9199418 w 10490654"/>
                  <a:gd name="connsiteY59" fmla="*/ 4338241 h 10448096"/>
                  <a:gd name="connsiteX60" fmla="*/ 9268691 w 10490654"/>
                  <a:gd name="connsiteY60" fmla="*/ 4504496 h 10448096"/>
                  <a:gd name="connsiteX61" fmla="*/ 9337963 w 10490654"/>
                  <a:gd name="connsiteY61" fmla="*/ 4712314 h 10448096"/>
                  <a:gd name="connsiteX62" fmla="*/ 9382180 w 10490654"/>
                  <a:gd name="connsiteY62" fmla="*/ 4968181 h 10448096"/>
                  <a:gd name="connsiteX63" fmla="*/ 9434945 w 10490654"/>
                  <a:gd name="connsiteY63" fmla="*/ 5266496 h 10448096"/>
                  <a:gd name="connsiteX64" fmla="*/ 9462654 w 10490654"/>
                  <a:gd name="connsiteY64" fmla="*/ 5668277 h 10448096"/>
                  <a:gd name="connsiteX65" fmla="*/ 9587345 w 10490654"/>
                  <a:gd name="connsiteY65" fmla="*/ 6028496 h 10448096"/>
                  <a:gd name="connsiteX66" fmla="*/ 9545782 w 10490654"/>
                  <a:gd name="connsiteY66" fmla="*/ 6430277 h 10448096"/>
                  <a:gd name="connsiteX67" fmla="*/ 9933709 w 10490654"/>
                  <a:gd name="connsiteY67" fmla="*/ 6915186 h 10448096"/>
                  <a:gd name="connsiteX68" fmla="*/ 10094363 w 10490654"/>
                  <a:gd name="connsiteY68" fmla="*/ 7274520 h 10448096"/>
                  <a:gd name="connsiteX69" fmla="*/ 10232908 w 10490654"/>
                  <a:gd name="connsiteY69" fmla="*/ 7568119 h 10448096"/>
                  <a:gd name="connsiteX70" fmla="*/ 9670472 w 10490654"/>
                  <a:gd name="connsiteY70" fmla="*/ 7594059 h 10448096"/>
                  <a:gd name="connsiteX71" fmla="*/ 9337963 w 10490654"/>
                  <a:gd name="connsiteY71" fmla="*/ 7704896 h 10448096"/>
                  <a:gd name="connsiteX72" fmla="*/ 9102436 w 10490654"/>
                  <a:gd name="connsiteY72" fmla="*/ 7843441 h 10448096"/>
                  <a:gd name="connsiteX73" fmla="*/ 9019309 w 10490654"/>
                  <a:gd name="connsiteY73" fmla="*/ 8051259 h 10448096"/>
                  <a:gd name="connsiteX74" fmla="*/ 8956730 w 10490654"/>
                  <a:gd name="connsiteY74" fmla="*/ 8148241 h 10448096"/>
                  <a:gd name="connsiteX75" fmla="*/ 9027559 w 10490654"/>
                  <a:gd name="connsiteY75" fmla="*/ 8577732 h 10448096"/>
                  <a:gd name="connsiteX76" fmla="*/ 9030673 w 10490654"/>
                  <a:gd name="connsiteY76" fmla="*/ 8811236 h 10448096"/>
                  <a:gd name="connsiteX77" fmla="*/ 8991600 w 10490654"/>
                  <a:gd name="connsiteY77" fmla="*/ 9021077 h 10448096"/>
                  <a:gd name="connsiteX78" fmla="*/ 8894618 w 10490654"/>
                  <a:gd name="connsiteY78" fmla="*/ 9325877 h 10448096"/>
                  <a:gd name="connsiteX79" fmla="*/ 8922327 w 10490654"/>
                  <a:gd name="connsiteY79" fmla="*/ 9589114 h 10448096"/>
                  <a:gd name="connsiteX80" fmla="*/ 9144000 w 10490654"/>
                  <a:gd name="connsiteY80" fmla="*/ 9755368 h 10448096"/>
                  <a:gd name="connsiteX81" fmla="*/ 9353374 w 10490654"/>
                  <a:gd name="connsiteY81" fmla="*/ 9906212 h 10448096"/>
                  <a:gd name="connsiteX82" fmla="*/ 9529903 w 10490654"/>
                  <a:gd name="connsiteY82" fmla="*/ 9958205 h 10448096"/>
                  <a:gd name="connsiteX83" fmla="*/ 9625328 w 10490654"/>
                  <a:gd name="connsiteY83" fmla="*/ 9844256 h 10448096"/>
                  <a:gd name="connsiteX84" fmla="*/ 9667359 w 10490654"/>
                  <a:gd name="connsiteY84" fmla="*/ 9856554 h 10448096"/>
                  <a:gd name="connsiteX85" fmla="*/ 9668916 w 10490654"/>
                  <a:gd name="connsiteY85" fmla="*/ 10309550 h 10448096"/>
                  <a:gd name="connsiteX86" fmla="*/ 9495500 w 10490654"/>
                  <a:gd name="connsiteY86" fmla="*/ 10359209 h 10448096"/>
                  <a:gd name="connsiteX87" fmla="*/ 9310254 w 10490654"/>
                  <a:gd name="connsiteY87" fmla="*/ 10448096 h 10448096"/>
                  <a:gd name="connsiteX88" fmla="*/ 9227127 w 10490654"/>
                  <a:gd name="connsiteY88" fmla="*/ 10295696 h 10448096"/>
                  <a:gd name="connsiteX89" fmla="*/ 9033163 w 10490654"/>
                  <a:gd name="connsiteY89" fmla="*/ 10046314 h 10448096"/>
                  <a:gd name="connsiteX90" fmla="*/ 8825345 w 10490654"/>
                  <a:gd name="connsiteY90" fmla="*/ 9866205 h 10448096"/>
                  <a:gd name="connsiteX91" fmla="*/ 8534400 w 10490654"/>
                  <a:gd name="connsiteY91" fmla="*/ 9755368 h 10448096"/>
                  <a:gd name="connsiteX92" fmla="*/ 8423563 w 10490654"/>
                  <a:gd name="connsiteY92" fmla="*/ 9699950 h 10448096"/>
                  <a:gd name="connsiteX93" fmla="*/ 8285018 w 10490654"/>
                  <a:gd name="connsiteY93" fmla="*/ 9533696 h 10448096"/>
                  <a:gd name="connsiteX94" fmla="*/ 8257309 w 10490654"/>
                  <a:gd name="connsiteY94" fmla="*/ 9395150 h 10448096"/>
                  <a:gd name="connsiteX95" fmla="*/ 8146472 w 10490654"/>
                  <a:gd name="connsiteY95" fmla="*/ 9409005 h 10448096"/>
                  <a:gd name="connsiteX96" fmla="*/ 8091054 w 10490654"/>
                  <a:gd name="connsiteY96" fmla="*/ 9630677 h 10448096"/>
                  <a:gd name="connsiteX97" fmla="*/ 7806336 w 10490654"/>
                  <a:gd name="connsiteY97" fmla="*/ 9636437 h 10448096"/>
                  <a:gd name="connsiteX98" fmla="*/ 7567694 w 10490654"/>
                  <a:gd name="connsiteY98" fmla="*/ 9573236 h 10448096"/>
                  <a:gd name="connsiteX99" fmla="*/ 7466043 w 10490654"/>
                  <a:gd name="connsiteY99" fmla="*/ 9524511 h 10448096"/>
                  <a:gd name="connsiteX100" fmla="*/ 7439891 w 10490654"/>
                  <a:gd name="connsiteY100" fmla="*/ 9215041 h 10448096"/>
                  <a:gd name="connsiteX101" fmla="*/ 7397859 w 10490654"/>
                  <a:gd name="connsiteY101" fmla="*/ 9409005 h 10448096"/>
                  <a:gd name="connsiteX102" fmla="*/ 7287491 w 10490654"/>
                  <a:gd name="connsiteY102" fmla="*/ 9503028 h 10448096"/>
                  <a:gd name="connsiteX103" fmla="*/ 7221797 w 10490654"/>
                  <a:gd name="connsiteY103" fmla="*/ 9175034 h 10448096"/>
                  <a:gd name="connsiteX104" fmla="*/ 6954982 w 10490654"/>
                  <a:gd name="connsiteY104" fmla="*/ 9242750 h 10448096"/>
                  <a:gd name="connsiteX105" fmla="*/ 6710737 w 10490654"/>
                  <a:gd name="connsiteY105" fmla="*/ 9315137 h 10448096"/>
                  <a:gd name="connsiteX106" fmla="*/ 6674777 w 10490654"/>
                  <a:gd name="connsiteY106" fmla="*/ 9116036 h 10448096"/>
                  <a:gd name="connsiteX107" fmla="*/ 6511636 w 10490654"/>
                  <a:gd name="connsiteY107" fmla="*/ 9007223 h 10448096"/>
                  <a:gd name="connsiteX108" fmla="*/ 6428509 w 10490654"/>
                  <a:gd name="connsiteY108" fmla="*/ 9007223 h 10448096"/>
                  <a:gd name="connsiteX109" fmla="*/ 6325922 w 10490654"/>
                  <a:gd name="connsiteY109" fmla="*/ 9110431 h 10448096"/>
                  <a:gd name="connsiteX110" fmla="*/ 6167763 w 10490654"/>
                  <a:gd name="connsiteY110" fmla="*/ 9031351 h 10448096"/>
                  <a:gd name="connsiteX111" fmla="*/ 6002132 w 10490654"/>
                  <a:gd name="connsiteY111" fmla="*/ 9146858 h 10448096"/>
                  <a:gd name="connsiteX112" fmla="*/ 5749636 w 10490654"/>
                  <a:gd name="connsiteY112" fmla="*/ 9104205 h 10448096"/>
                  <a:gd name="connsiteX113" fmla="*/ 5674760 w 10490654"/>
                  <a:gd name="connsiteY113" fmla="*/ 9135028 h 10448096"/>
                  <a:gd name="connsiteX114" fmla="*/ 5507415 w 10490654"/>
                  <a:gd name="connsiteY114" fmla="*/ 9181261 h 10448096"/>
                  <a:gd name="connsiteX115" fmla="*/ 5505859 w 10490654"/>
                  <a:gd name="connsiteY115" fmla="*/ 8924096 h 10448096"/>
                  <a:gd name="connsiteX116" fmla="*/ 5505857 w 10490654"/>
                  <a:gd name="connsiteY116" fmla="*/ 8688101 h 10448096"/>
                  <a:gd name="connsiteX117" fmla="*/ 5336024 w 10490654"/>
                  <a:gd name="connsiteY117" fmla="*/ 8386416 h 10448096"/>
                  <a:gd name="connsiteX118" fmla="*/ 5230324 w 10490654"/>
                  <a:gd name="connsiteY118" fmla="*/ 8135944 h 10448096"/>
                  <a:gd name="connsiteX119" fmla="*/ 5317031 w 10490654"/>
                  <a:gd name="connsiteY119" fmla="*/ 7663332 h 10448096"/>
                  <a:gd name="connsiteX120" fmla="*/ 5201059 w 10490654"/>
                  <a:gd name="connsiteY120" fmla="*/ 7373476 h 10448096"/>
                  <a:gd name="connsiteX121" fmla="*/ 5250872 w 10490654"/>
                  <a:gd name="connsiteY121" fmla="*/ 7123005 h 10448096"/>
                  <a:gd name="connsiteX122" fmla="*/ 5245735 w 10490654"/>
                  <a:gd name="connsiteY122" fmla="*/ 7071789 h 10448096"/>
                  <a:gd name="connsiteX123" fmla="*/ 4577603 w 10490654"/>
                  <a:gd name="connsiteY123" fmla="*/ 7067120 h 10448096"/>
                  <a:gd name="connsiteX124" fmla="*/ 4528412 w 10490654"/>
                  <a:gd name="connsiteY124" fmla="*/ 6893704 h 10448096"/>
                  <a:gd name="connsiteX125" fmla="*/ 4038834 w 10490654"/>
                  <a:gd name="connsiteY125" fmla="*/ 6869576 h 10448096"/>
                  <a:gd name="connsiteX126" fmla="*/ 3976254 w 10490654"/>
                  <a:gd name="connsiteY126" fmla="*/ 7123005 h 10448096"/>
                  <a:gd name="connsiteX127" fmla="*/ 3932667 w 10490654"/>
                  <a:gd name="connsiteY127" fmla="*/ 7334403 h 10448096"/>
                  <a:gd name="connsiteX128" fmla="*/ 3884155 w 10490654"/>
                  <a:gd name="connsiteY128" fmla="*/ 7456604 h 10448096"/>
                  <a:gd name="connsiteX129" fmla="*/ 3572499 w 10490654"/>
                  <a:gd name="connsiteY129" fmla="*/ 7418574 h 10448096"/>
                  <a:gd name="connsiteX130" fmla="*/ 3311236 w 10490654"/>
                  <a:gd name="connsiteY130" fmla="*/ 7455514 h 10448096"/>
                  <a:gd name="connsiteX131" fmla="*/ 2921540 w 10490654"/>
                  <a:gd name="connsiteY131" fmla="*/ 7467599 h 10448096"/>
                  <a:gd name="connsiteX132" fmla="*/ 2784763 w 10490654"/>
                  <a:gd name="connsiteY132" fmla="*/ 7192277 h 10448096"/>
                  <a:gd name="connsiteX133" fmla="*/ 2604654 w 10490654"/>
                  <a:gd name="connsiteY133" fmla="*/ 6915186 h 10448096"/>
                  <a:gd name="connsiteX134" fmla="*/ 2410691 w 10490654"/>
                  <a:gd name="connsiteY134" fmla="*/ 6416423 h 10448096"/>
                  <a:gd name="connsiteX135" fmla="*/ 2327563 w 10490654"/>
                  <a:gd name="connsiteY135" fmla="*/ 6277877 h 10448096"/>
                  <a:gd name="connsiteX136" fmla="*/ 1662545 w 10490654"/>
                  <a:gd name="connsiteY136" fmla="*/ 6250168 h 10448096"/>
                  <a:gd name="connsiteX137" fmla="*/ 1233054 w 10490654"/>
                  <a:gd name="connsiteY137" fmla="*/ 6250168 h 10448096"/>
                  <a:gd name="connsiteX138" fmla="*/ 1136072 w 10490654"/>
                  <a:gd name="connsiteY138" fmla="*/ 6305586 h 10448096"/>
                  <a:gd name="connsiteX139" fmla="*/ 706582 w 10490654"/>
                  <a:gd name="connsiteY139" fmla="*/ 6264023 h 10448096"/>
                  <a:gd name="connsiteX140" fmla="*/ 318654 w 10490654"/>
                  <a:gd name="connsiteY140" fmla="*/ 6291732 h 10448096"/>
                  <a:gd name="connsiteX141" fmla="*/ 96982 w 10490654"/>
                  <a:gd name="connsiteY141" fmla="*/ 6444132 h 10448096"/>
                  <a:gd name="connsiteX142" fmla="*/ 0 w 10490654"/>
                  <a:gd name="connsiteY142" fmla="*/ 6347150 h 10448096"/>
                  <a:gd name="connsiteX143" fmla="*/ 83127 w 10490654"/>
                  <a:gd name="connsiteY143" fmla="*/ 6291732 h 10448096"/>
                  <a:gd name="connsiteX0" fmla="*/ 83127 w 10490654"/>
                  <a:gd name="connsiteY0" fmla="*/ 6291732 h 10448096"/>
                  <a:gd name="connsiteX1" fmla="*/ 96982 w 10490654"/>
                  <a:gd name="connsiteY1" fmla="*/ 5848386 h 10448096"/>
                  <a:gd name="connsiteX2" fmla="*/ 401782 w 10490654"/>
                  <a:gd name="connsiteY2" fmla="*/ 5585150 h 10448096"/>
                  <a:gd name="connsiteX3" fmla="*/ 651163 w 10490654"/>
                  <a:gd name="connsiteY3" fmla="*/ 5723696 h 10448096"/>
                  <a:gd name="connsiteX4" fmla="*/ 858982 w 10490654"/>
                  <a:gd name="connsiteY4" fmla="*/ 5557441 h 10448096"/>
                  <a:gd name="connsiteX5" fmla="*/ 997527 w 10490654"/>
                  <a:gd name="connsiteY5" fmla="*/ 5405041 h 10448096"/>
                  <a:gd name="connsiteX6" fmla="*/ 1080654 w 10490654"/>
                  <a:gd name="connsiteY6" fmla="*/ 5488168 h 10448096"/>
                  <a:gd name="connsiteX7" fmla="*/ 1269312 w 10490654"/>
                  <a:gd name="connsiteY7" fmla="*/ 5732834 h 10448096"/>
                  <a:gd name="connsiteX8" fmla="*/ 1523116 w 10490654"/>
                  <a:gd name="connsiteY8" fmla="*/ 5534154 h 10448096"/>
                  <a:gd name="connsiteX9" fmla="*/ 1731818 w 10490654"/>
                  <a:gd name="connsiteY9" fmla="*/ 5349623 h 10448096"/>
                  <a:gd name="connsiteX10" fmla="*/ 2022763 w 10490654"/>
                  <a:gd name="connsiteY10" fmla="*/ 5114096 h 10448096"/>
                  <a:gd name="connsiteX11" fmla="*/ 2119745 w 10490654"/>
                  <a:gd name="connsiteY11" fmla="*/ 4684605 h 10448096"/>
                  <a:gd name="connsiteX12" fmla="*/ 2172511 w 10490654"/>
                  <a:gd name="connsiteY12" fmla="*/ 4217972 h 10448096"/>
                  <a:gd name="connsiteX13" fmla="*/ 2355272 w 10490654"/>
                  <a:gd name="connsiteY13" fmla="*/ 3908750 h 10448096"/>
                  <a:gd name="connsiteX14" fmla="*/ 2715491 w 10490654"/>
                  <a:gd name="connsiteY14" fmla="*/ 3506968 h 10448096"/>
                  <a:gd name="connsiteX15" fmla="*/ 2978727 w 10490654"/>
                  <a:gd name="connsiteY15" fmla="*/ 3313005 h 10448096"/>
                  <a:gd name="connsiteX16" fmla="*/ 3006436 w 10490654"/>
                  <a:gd name="connsiteY16" fmla="*/ 2869659 h 10448096"/>
                  <a:gd name="connsiteX17" fmla="*/ 3075709 w 10490654"/>
                  <a:gd name="connsiteY17" fmla="*/ 2578714 h 10448096"/>
                  <a:gd name="connsiteX18" fmla="*/ 3075709 w 10490654"/>
                  <a:gd name="connsiteY18" fmla="*/ 2370896 h 10448096"/>
                  <a:gd name="connsiteX19" fmla="*/ 3214254 w 10490654"/>
                  <a:gd name="connsiteY19" fmla="*/ 2038386 h 10448096"/>
                  <a:gd name="connsiteX20" fmla="*/ 3214254 w 10490654"/>
                  <a:gd name="connsiteY20" fmla="*/ 1747441 h 10448096"/>
                  <a:gd name="connsiteX21" fmla="*/ 3513454 w 10490654"/>
                  <a:gd name="connsiteY21" fmla="*/ 1179405 h 10448096"/>
                  <a:gd name="connsiteX22" fmla="*/ 3463636 w 10490654"/>
                  <a:gd name="connsiteY22" fmla="*/ 805332 h 10448096"/>
                  <a:gd name="connsiteX23" fmla="*/ 3491345 w 10490654"/>
                  <a:gd name="connsiteY23" fmla="*/ 597514 h 10448096"/>
                  <a:gd name="connsiteX24" fmla="*/ 3823854 w 10490654"/>
                  <a:gd name="connsiteY24" fmla="*/ 237296 h 10448096"/>
                  <a:gd name="connsiteX25" fmla="*/ 4017818 w 10490654"/>
                  <a:gd name="connsiteY25" fmla="*/ 112605 h 10448096"/>
                  <a:gd name="connsiteX26" fmla="*/ 4433454 w 10490654"/>
                  <a:gd name="connsiteY26" fmla="*/ 348132 h 10448096"/>
                  <a:gd name="connsiteX27" fmla="*/ 4599709 w 10490654"/>
                  <a:gd name="connsiteY27" fmla="*/ 542096 h 10448096"/>
                  <a:gd name="connsiteX28" fmla="*/ 5070763 w 10490654"/>
                  <a:gd name="connsiteY28" fmla="*/ 597514 h 10448096"/>
                  <a:gd name="connsiteX29" fmla="*/ 5391187 w 10490654"/>
                  <a:gd name="connsiteY29" fmla="*/ 656763 h 10448096"/>
                  <a:gd name="connsiteX30" fmla="*/ 5647937 w 10490654"/>
                  <a:gd name="connsiteY30" fmla="*/ 673271 h 10448096"/>
                  <a:gd name="connsiteX31" fmla="*/ 5860472 w 10490654"/>
                  <a:gd name="connsiteY31" fmla="*/ 334277 h 10448096"/>
                  <a:gd name="connsiteX32" fmla="*/ 6123709 w 10490654"/>
                  <a:gd name="connsiteY32" fmla="*/ 375841 h 10448096"/>
                  <a:gd name="connsiteX33" fmla="*/ 6594763 w 10490654"/>
                  <a:gd name="connsiteY33" fmla="*/ 237296 h 10448096"/>
                  <a:gd name="connsiteX34" fmla="*/ 6761018 w 10490654"/>
                  <a:gd name="connsiteY34" fmla="*/ 181877 h 10448096"/>
                  <a:gd name="connsiteX35" fmla="*/ 7038109 w 10490654"/>
                  <a:gd name="connsiteY35" fmla="*/ 251150 h 10448096"/>
                  <a:gd name="connsiteX36" fmla="*/ 7232072 w 10490654"/>
                  <a:gd name="connsiteY36" fmla="*/ 71041 h 10448096"/>
                  <a:gd name="connsiteX37" fmla="*/ 7363248 w 10490654"/>
                  <a:gd name="connsiteY37" fmla="*/ 0 h 10448096"/>
                  <a:gd name="connsiteX38" fmla="*/ 7606145 w 10490654"/>
                  <a:gd name="connsiteY38" fmla="*/ 57186 h 10448096"/>
                  <a:gd name="connsiteX39" fmla="*/ 7910945 w 10490654"/>
                  <a:gd name="connsiteY39" fmla="*/ 181877 h 10448096"/>
                  <a:gd name="connsiteX40" fmla="*/ 8312727 w 10490654"/>
                  <a:gd name="connsiteY40" fmla="*/ 112605 h 10448096"/>
                  <a:gd name="connsiteX41" fmla="*/ 8647005 w 10490654"/>
                  <a:gd name="connsiteY41" fmla="*/ 449831 h 10448096"/>
                  <a:gd name="connsiteX42" fmla="*/ 8908472 w 10490654"/>
                  <a:gd name="connsiteY42" fmla="*/ 597514 h 10448096"/>
                  <a:gd name="connsiteX43" fmla="*/ 9088582 w 10490654"/>
                  <a:gd name="connsiteY43" fmla="*/ 500532 h 10448096"/>
                  <a:gd name="connsiteX44" fmla="*/ 9351818 w 10490654"/>
                  <a:gd name="connsiteY44" fmla="*/ 445114 h 10448096"/>
                  <a:gd name="connsiteX45" fmla="*/ 9518072 w 10490654"/>
                  <a:gd name="connsiteY45" fmla="*/ 420943 h 10448096"/>
                  <a:gd name="connsiteX46" fmla="*/ 9646301 w 10490654"/>
                  <a:gd name="connsiteY46" fmla="*/ 422711 h 10448096"/>
                  <a:gd name="connsiteX47" fmla="*/ 10002982 w 10490654"/>
                  <a:gd name="connsiteY47" fmla="*/ 846896 h 10448096"/>
                  <a:gd name="connsiteX48" fmla="*/ 10238509 w 10490654"/>
                  <a:gd name="connsiteY48" fmla="*/ 1040859 h 10448096"/>
                  <a:gd name="connsiteX49" fmla="*/ 10224654 w 10490654"/>
                  <a:gd name="connsiteY49" fmla="*/ 1304096 h 10448096"/>
                  <a:gd name="connsiteX50" fmla="*/ 10238509 w 10490654"/>
                  <a:gd name="connsiteY50" fmla="*/ 1498059 h 10448096"/>
                  <a:gd name="connsiteX51" fmla="*/ 10280072 w 10490654"/>
                  <a:gd name="connsiteY51" fmla="*/ 1622750 h 10448096"/>
                  <a:gd name="connsiteX52" fmla="*/ 10490654 w 10490654"/>
                  <a:gd name="connsiteY52" fmla="*/ 1807021 h 10448096"/>
                  <a:gd name="connsiteX53" fmla="*/ 10077929 w 10490654"/>
                  <a:gd name="connsiteY53" fmla="*/ 2260393 h 10448096"/>
                  <a:gd name="connsiteX54" fmla="*/ 9781309 w 10490654"/>
                  <a:gd name="connsiteY54" fmla="*/ 2551005 h 10448096"/>
                  <a:gd name="connsiteX55" fmla="*/ 9601200 w 10490654"/>
                  <a:gd name="connsiteY55" fmla="*/ 3479259 h 10448096"/>
                  <a:gd name="connsiteX56" fmla="*/ 9601200 w 10490654"/>
                  <a:gd name="connsiteY56" fmla="*/ 3770205 h 10448096"/>
                  <a:gd name="connsiteX57" fmla="*/ 9365672 w 10490654"/>
                  <a:gd name="connsiteY57" fmla="*/ 3964168 h 10448096"/>
                  <a:gd name="connsiteX58" fmla="*/ 9310254 w 10490654"/>
                  <a:gd name="connsiteY58" fmla="*/ 4130423 h 10448096"/>
                  <a:gd name="connsiteX59" fmla="*/ 9199418 w 10490654"/>
                  <a:gd name="connsiteY59" fmla="*/ 4338241 h 10448096"/>
                  <a:gd name="connsiteX60" fmla="*/ 9268691 w 10490654"/>
                  <a:gd name="connsiteY60" fmla="*/ 4504496 h 10448096"/>
                  <a:gd name="connsiteX61" fmla="*/ 9337963 w 10490654"/>
                  <a:gd name="connsiteY61" fmla="*/ 4712314 h 10448096"/>
                  <a:gd name="connsiteX62" fmla="*/ 9382180 w 10490654"/>
                  <a:gd name="connsiteY62" fmla="*/ 4968181 h 10448096"/>
                  <a:gd name="connsiteX63" fmla="*/ 9434945 w 10490654"/>
                  <a:gd name="connsiteY63" fmla="*/ 5266496 h 10448096"/>
                  <a:gd name="connsiteX64" fmla="*/ 9462654 w 10490654"/>
                  <a:gd name="connsiteY64" fmla="*/ 5668277 h 10448096"/>
                  <a:gd name="connsiteX65" fmla="*/ 9587345 w 10490654"/>
                  <a:gd name="connsiteY65" fmla="*/ 6028496 h 10448096"/>
                  <a:gd name="connsiteX66" fmla="*/ 9545782 w 10490654"/>
                  <a:gd name="connsiteY66" fmla="*/ 6430277 h 10448096"/>
                  <a:gd name="connsiteX67" fmla="*/ 9933709 w 10490654"/>
                  <a:gd name="connsiteY67" fmla="*/ 6915186 h 10448096"/>
                  <a:gd name="connsiteX68" fmla="*/ 10094363 w 10490654"/>
                  <a:gd name="connsiteY68" fmla="*/ 7274520 h 10448096"/>
                  <a:gd name="connsiteX69" fmla="*/ 10232908 w 10490654"/>
                  <a:gd name="connsiteY69" fmla="*/ 7568119 h 10448096"/>
                  <a:gd name="connsiteX70" fmla="*/ 9670472 w 10490654"/>
                  <a:gd name="connsiteY70" fmla="*/ 7594059 h 10448096"/>
                  <a:gd name="connsiteX71" fmla="*/ 9337963 w 10490654"/>
                  <a:gd name="connsiteY71" fmla="*/ 7704896 h 10448096"/>
                  <a:gd name="connsiteX72" fmla="*/ 9102436 w 10490654"/>
                  <a:gd name="connsiteY72" fmla="*/ 7843441 h 10448096"/>
                  <a:gd name="connsiteX73" fmla="*/ 9019309 w 10490654"/>
                  <a:gd name="connsiteY73" fmla="*/ 8051259 h 10448096"/>
                  <a:gd name="connsiteX74" fmla="*/ 8956730 w 10490654"/>
                  <a:gd name="connsiteY74" fmla="*/ 8148241 h 10448096"/>
                  <a:gd name="connsiteX75" fmla="*/ 9027559 w 10490654"/>
                  <a:gd name="connsiteY75" fmla="*/ 8577732 h 10448096"/>
                  <a:gd name="connsiteX76" fmla="*/ 9030673 w 10490654"/>
                  <a:gd name="connsiteY76" fmla="*/ 8811236 h 10448096"/>
                  <a:gd name="connsiteX77" fmla="*/ 8991600 w 10490654"/>
                  <a:gd name="connsiteY77" fmla="*/ 9021077 h 10448096"/>
                  <a:gd name="connsiteX78" fmla="*/ 8894618 w 10490654"/>
                  <a:gd name="connsiteY78" fmla="*/ 9325877 h 10448096"/>
                  <a:gd name="connsiteX79" fmla="*/ 8922327 w 10490654"/>
                  <a:gd name="connsiteY79" fmla="*/ 9589114 h 10448096"/>
                  <a:gd name="connsiteX80" fmla="*/ 9144000 w 10490654"/>
                  <a:gd name="connsiteY80" fmla="*/ 9755368 h 10448096"/>
                  <a:gd name="connsiteX81" fmla="*/ 9353374 w 10490654"/>
                  <a:gd name="connsiteY81" fmla="*/ 9906212 h 10448096"/>
                  <a:gd name="connsiteX82" fmla="*/ 9529903 w 10490654"/>
                  <a:gd name="connsiteY82" fmla="*/ 9958205 h 10448096"/>
                  <a:gd name="connsiteX83" fmla="*/ 9625328 w 10490654"/>
                  <a:gd name="connsiteY83" fmla="*/ 9844256 h 10448096"/>
                  <a:gd name="connsiteX84" fmla="*/ 9667359 w 10490654"/>
                  <a:gd name="connsiteY84" fmla="*/ 9856554 h 10448096"/>
                  <a:gd name="connsiteX85" fmla="*/ 9668916 w 10490654"/>
                  <a:gd name="connsiteY85" fmla="*/ 10309550 h 10448096"/>
                  <a:gd name="connsiteX86" fmla="*/ 9495500 w 10490654"/>
                  <a:gd name="connsiteY86" fmla="*/ 10359209 h 10448096"/>
                  <a:gd name="connsiteX87" fmla="*/ 9310254 w 10490654"/>
                  <a:gd name="connsiteY87" fmla="*/ 10448096 h 10448096"/>
                  <a:gd name="connsiteX88" fmla="*/ 9227127 w 10490654"/>
                  <a:gd name="connsiteY88" fmla="*/ 10295696 h 10448096"/>
                  <a:gd name="connsiteX89" fmla="*/ 9033163 w 10490654"/>
                  <a:gd name="connsiteY89" fmla="*/ 10046314 h 10448096"/>
                  <a:gd name="connsiteX90" fmla="*/ 8825345 w 10490654"/>
                  <a:gd name="connsiteY90" fmla="*/ 9866205 h 10448096"/>
                  <a:gd name="connsiteX91" fmla="*/ 8534400 w 10490654"/>
                  <a:gd name="connsiteY91" fmla="*/ 9755368 h 10448096"/>
                  <a:gd name="connsiteX92" fmla="*/ 8423563 w 10490654"/>
                  <a:gd name="connsiteY92" fmla="*/ 9699950 h 10448096"/>
                  <a:gd name="connsiteX93" fmla="*/ 8285018 w 10490654"/>
                  <a:gd name="connsiteY93" fmla="*/ 9533696 h 10448096"/>
                  <a:gd name="connsiteX94" fmla="*/ 8257309 w 10490654"/>
                  <a:gd name="connsiteY94" fmla="*/ 9395150 h 10448096"/>
                  <a:gd name="connsiteX95" fmla="*/ 8146472 w 10490654"/>
                  <a:gd name="connsiteY95" fmla="*/ 9409005 h 10448096"/>
                  <a:gd name="connsiteX96" fmla="*/ 8091054 w 10490654"/>
                  <a:gd name="connsiteY96" fmla="*/ 9630677 h 10448096"/>
                  <a:gd name="connsiteX97" fmla="*/ 7806336 w 10490654"/>
                  <a:gd name="connsiteY97" fmla="*/ 9636437 h 10448096"/>
                  <a:gd name="connsiteX98" fmla="*/ 7567694 w 10490654"/>
                  <a:gd name="connsiteY98" fmla="*/ 9573236 h 10448096"/>
                  <a:gd name="connsiteX99" fmla="*/ 7466043 w 10490654"/>
                  <a:gd name="connsiteY99" fmla="*/ 9524511 h 10448096"/>
                  <a:gd name="connsiteX100" fmla="*/ 7397859 w 10490654"/>
                  <a:gd name="connsiteY100" fmla="*/ 9409005 h 10448096"/>
                  <a:gd name="connsiteX101" fmla="*/ 7287491 w 10490654"/>
                  <a:gd name="connsiteY101" fmla="*/ 9503028 h 10448096"/>
                  <a:gd name="connsiteX102" fmla="*/ 7221797 w 10490654"/>
                  <a:gd name="connsiteY102" fmla="*/ 9175034 h 10448096"/>
                  <a:gd name="connsiteX103" fmla="*/ 6954982 w 10490654"/>
                  <a:gd name="connsiteY103" fmla="*/ 9242750 h 10448096"/>
                  <a:gd name="connsiteX104" fmla="*/ 6710737 w 10490654"/>
                  <a:gd name="connsiteY104" fmla="*/ 9315137 h 10448096"/>
                  <a:gd name="connsiteX105" fmla="*/ 6674777 w 10490654"/>
                  <a:gd name="connsiteY105" fmla="*/ 9116036 h 10448096"/>
                  <a:gd name="connsiteX106" fmla="*/ 6511636 w 10490654"/>
                  <a:gd name="connsiteY106" fmla="*/ 9007223 h 10448096"/>
                  <a:gd name="connsiteX107" fmla="*/ 6428509 w 10490654"/>
                  <a:gd name="connsiteY107" fmla="*/ 9007223 h 10448096"/>
                  <a:gd name="connsiteX108" fmla="*/ 6325922 w 10490654"/>
                  <a:gd name="connsiteY108" fmla="*/ 9110431 h 10448096"/>
                  <a:gd name="connsiteX109" fmla="*/ 6167763 w 10490654"/>
                  <a:gd name="connsiteY109" fmla="*/ 9031351 h 10448096"/>
                  <a:gd name="connsiteX110" fmla="*/ 6002132 w 10490654"/>
                  <a:gd name="connsiteY110" fmla="*/ 9146858 h 10448096"/>
                  <a:gd name="connsiteX111" fmla="*/ 5749636 w 10490654"/>
                  <a:gd name="connsiteY111" fmla="*/ 9104205 h 10448096"/>
                  <a:gd name="connsiteX112" fmla="*/ 5674760 w 10490654"/>
                  <a:gd name="connsiteY112" fmla="*/ 9135028 h 10448096"/>
                  <a:gd name="connsiteX113" fmla="*/ 5507415 w 10490654"/>
                  <a:gd name="connsiteY113" fmla="*/ 9181261 h 10448096"/>
                  <a:gd name="connsiteX114" fmla="*/ 5505859 w 10490654"/>
                  <a:gd name="connsiteY114" fmla="*/ 8924096 h 10448096"/>
                  <a:gd name="connsiteX115" fmla="*/ 5505857 w 10490654"/>
                  <a:gd name="connsiteY115" fmla="*/ 8688101 h 10448096"/>
                  <a:gd name="connsiteX116" fmla="*/ 5336024 w 10490654"/>
                  <a:gd name="connsiteY116" fmla="*/ 8386416 h 10448096"/>
                  <a:gd name="connsiteX117" fmla="*/ 5230324 w 10490654"/>
                  <a:gd name="connsiteY117" fmla="*/ 8135944 h 10448096"/>
                  <a:gd name="connsiteX118" fmla="*/ 5317031 w 10490654"/>
                  <a:gd name="connsiteY118" fmla="*/ 7663332 h 10448096"/>
                  <a:gd name="connsiteX119" fmla="*/ 5201059 w 10490654"/>
                  <a:gd name="connsiteY119" fmla="*/ 7373476 h 10448096"/>
                  <a:gd name="connsiteX120" fmla="*/ 5250872 w 10490654"/>
                  <a:gd name="connsiteY120" fmla="*/ 7123005 h 10448096"/>
                  <a:gd name="connsiteX121" fmla="*/ 5245735 w 10490654"/>
                  <a:gd name="connsiteY121" fmla="*/ 7071789 h 10448096"/>
                  <a:gd name="connsiteX122" fmla="*/ 4577603 w 10490654"/>
                  <a:gd name="connsiteY122" fmla="*/ 7067120 h 10448096"/>
                  <a:gd name="connsiteX123" fmla="*/ 4528412 w 10490654"/>
                  <a:gd name="connsiteY123" fmla="*/ 6893704 h 10448096"/>
                  <a:gd name="connsiteX124" fmla="*/ 4038834 w 10490654"/>
                  <a:gd name="connsiteY124" fmla="*/ 6869576 h 10448096"/>
                  <a:gd name="connsiteX125" fmla="*/ 3976254 w 10490654"/>
                  <a:gd name="connsiteY125" fmla="*/ 7123005 h 10448096"/>
                  <a:gd name="connsiteX126" fmla="*/ 3932667 w 10490654"/>
                  <a:gd name="connsiteY126" fmla="*/ 7334403 h 10448096"/>
                  <a:gd name="connsiteX127" fmla="*/ 3884155 w 10490654"/>
                  <a:gd name="connsiteY127" fmla="*/ 7456604 h 10448096"/>
                  <a:gd name="connsiteX128" fmla="*/ 3572499 w 10490654"/>
                  <a:gd name="connsiteY128" fmla="*/ 7418574 h 10448096"/>
                  <a:gd name="connsiteX129" fmla="*/ 3311236 w 10490654"/>
                  <a:gd name="connsiteY129" fmla="*/ 7455514 h 10448096"/>
                  <a:gd name="connsiteX130" fmla="*/ 2921540 w 10490654"/>
                  <a:gd name="connsiteY130" fmla="*/ 7467599 h 10448096"/>
                  <a:gd name="connsiteX131" fmla="*/ 2784763 w 10490654"/>
                  <a:gd name="connsiteY131" fmla="*/ 7192277 h 10448096"/>
                  <a:gd name="connsiteX132" fmla="*/ 2604654 w 10490654"/>
                  <a:gd name="connsiteY132" fmla="*/ 6915186 h 10448096"/>
                  <a:gd name="connsiteX133" fmla="*/ 2410691 w 10490654"/>
                  <a:gd name="connsiteY133" fmla="*/ 6416423 h 10448096"/>
                  <a:gd name="connsiteX134" fmla="*/ 2327563 w 10490654"/>
                  <a:gd name="connsiteY134" fmla="*/ 6277877 h 10448096"/>
                  <a:gd name="connsiteX135" fmla="*/ 1662545 w 10490654"/>
                  <a:gd name="connsiteY135" fmla="*/ 6250168 h 10448096"/>
                  <a:gd name="connsiteX136" fmla="*/ 1233054 w 10490654"/>
                  <a:gd name="connsiteY136" fmla="*/ 6250168 h 10448096"/>
                  <a:gd name="connsiteX137" fmla="*/ 1136072 w 10490654"/>
                  <a:gd name="connsiteY137" fmla="*/ 6305586 h 10448096"/>
                  <a:gd name="connsiteX138" fmla="*/ 706582 w 10490654"/>
                  <a:gd name="connsiteY138" fmla="*/ 6264023 h 10448096"/>
                  <a:gd name="connsiteX139" fmla="*/ 318654 w 10490654"/>
                  <a:gd name="connsiteY139" fmla="*/ 6291732 h 10448096"/>
                  <a:gd name="connsiteX140" fmla="*/ 96982 w 10490654"/>
                  <a:gd name="connsiteY140" fmla="*/ 6444132 h 10448096"/>
                  <a:gd name="connsiteX141" fmla="*/ 0 w 10490654"/>
                  <a:gd name="connsiteY141" fmla="*/ 6347150 h 10448096"/>
                  <a:gd name="connsiteX142" fmla="*/ 83127 w 10490654"/>
                  <a:gd name="connsiteY142" fmla="*/ 6291732 h 10448096"/>
                  <a:gd name="connsiteX0" fmla="*/ 83127 w 10490654"/>
                  <a:gd name="connsiteY0" fmla="*/ 6291732 h 10448096"/>
                  <a:gd name="connsiteX1" fmla="*/ 96982 w 10490654"/>
                  <a:gd name="connsiteY1" fmla="*/ 5848386 h 10448096"/>
                  <a:gd name="connsiteX2" fmla="*/ 401782 w 10490654"/>
                  <a:gd name="connsiteY2" fmla="*/ 5585150 h 10448096"/>
                  <a:gd name="connsiteX3" fmla="*/ 651163 w 10490654"/>
                  <a:gd name="connsiteY3" fmla="*/ 5723696 h 10448096"/>
                  <a:gd name="connsiteX4" fmla="*/ 858982 w 10490654"/>
                  <a:gd name="connsiteY4" fmla="*/ 5557441 h 10448096"/>
                  <a:gd name="connsiteX5" fmla="*/ 997527 w 10490654"/>
                  <a:gd name="connsiteY5" fmla="*/ 5405041 h 10448096"/>
                  <a:gd name="connsiteX6" fmla="*/ 1080654 w 10490654"/>
                  <a:gd name="connsiteY6" fmla="*/ 5488168 h 10448096"/>
                  <a:gd name="connsiteX7" fmla="*/ 1269312 w 10490654"/>
                  <a:gd name="connsiteY7" fmla="*/ 5732834 h 10448096"/>
                  <a:gd name="connsiteX8" fmla="*/ 1523116 w 10490654"/>
                  <a:gd name="connsiteY8" fmla="*/ 5534154 h 10448096"/>
                  <a:gd name="connsiteX9" fmla="*/ 1731818 w 10490654"/>
                  <a:gd name="connsiteY9" fmla="*/ 5349623 h 10448096"/>
                  <a:gd name="connsiteX10" fmla="*/ 2022763 w 10490654"/>
                  <a:gd name="connsiteY10" fmla="*/ 5114096 h 10448096"/>
                  <a:gd name="connsiteX11" fmla="*/ 2119745 w 10490654"/>
                  <a:gd name="connsiteY11" fmla="*/ 4684605 h 10448096"/>
                  <a:gd name="connsiteX12" fmla="*/ 2172511 w 10490654"/>
                  <a:gd name="connsiteY12" fmla="*/ 4217972 h 10448096"/>
                  <a:gd name="connsiteX13" fmla="*/ 2355272 w 10490654"/>
                  <a:gd name="connsiteY13" fmla="*/ 3908750 h 10448096"/>
                  <a:gd name="connsiteX14" fmla="*/ 2715491 w 10490654"/>
                  <a:gd name="connsiteY14" fmla="*/ 3506968 h 10448096"/>
                  <a:gd name="connsiteX15" fmla="*/ 2978727 w 10490654"/>
                  <a:gd name="connsiteY15" fmla="*/ 3313005 h 10448096"/>
                  <a:gd name="connsiteX16" fmla="*/ 3006436 w 10490654"/>
                  <a:gd name="connsiteY16" fmla="*/ 2869659 h 10448096"/>
                  <a:gd name="connsiteX17" fmla="*/ 3075709 w 10490654"/>
                  <a:gd name="connsiteY17" fmla="*/ 2578714 h 10448096"/>
                  <a:gd name="connsiteX18" fmla="*/ 3075709 w 10490654"/>
                  <a:gd name="connsiteY18" fmla="*/ 2370896 h 10448096"/>
                  <a:gd name="connsiteX19" fmla="*/ 3214254 w 10490654"/>
                  <a:gd name="connsiteY19" fmla="*/ 2038386 h 10448096"/>
                  <a:gd name="connsiteX20" fmla="*/ 3214254 w 10490654"/>
                  <a:gd name="connsiteY20" fmla="*/ 1747441 h 10448096"/>
                  <a:gd name="connsiteX21" fmla="*/ 3513454 w 10490654"/>
                  <a:gd name="connsiteY21" fmla="*/ 1179405 h 10448096"/>
                  <a:gd name="connsiteX22" fmla="*/ 3463636 w 10490654"/>
                  <a:gd name="connsiteY22" fmla="*/ 805332 h 10448096"/>
                  <a:gd name="connsiteX23" fmla="*/ 3491345 w 10490654"/>
                  <a:gd name="connsiteY23" fmla="*/ 597514 h 10448096"/>
                  <a:gd name="connsiteX24" fmla="*/ 3823854 w 10490654"/>
                  <a:gd name="connsiteY24" fmla="*/ 237296 h 10448096"/>
                  <a:gd name="connsiteX25" fmla="*/ 4017818 w 10490654"/>
                  <a:gd name="connsiteY25" fmla="*/ 112605 h 10448096"/>
                  <a:gd name="connsiteX26" fmla="*/ 4433454 w 10490654"/>
                  <a:gd name="connsiteY26" fmla="*/ 348132 h 10448096"/>
                  <a:gd name="connsiteX27" fmla="*/ 4599709 w 10490654"/>
                  <a:gd name="connsiteY27" fmla="*/ 542096 h 10448096"/>
                  <a:gd name="connsiteX28" fmla="*/ 5070763 w 10490654"/>
                  <a:gd name="connsiteY28" fmla="*/ 597514 h 10448096"/>
                  <a:gd name="connsiteX29" fmla="*/ 5391187 w 10490654"/>
                  <a:gd name="connsiteY29" fmla="*/ 656763 h 10448096"/>
                  <a:gd name="connsiteX30" fmla="*/ 5647937 w 10490654"/>
                  <a:gd name="connsiteY30" fmla="*/ 673271 h 10448096"/>
                  <a:gd name="connsiteX31" fmla="*/ 5860472 w 10490654"/>
                  <a:gd name="connsiteY31" fmla="*/ 334277 h 10448096"/>
                  <a:gd name="connsiteX32" fmla="*/ 6123709 w 10490654"/>
                  <a:gd name="connsiteY32" fmla="*/ 375841 h 10448096"/>
                  <a:gd name="connsiteX33" fmla="*/ 6594763 w 10490654"/>
                  <a:gd name="connsiteY33" fmla="*/ 237296 h 10448096"/>
                  <a:gd name="connsiteX34" fmla="*/ 6761018 w 10490654"/>
                  <a:gd name="connsiteY34" fmla="*/ 181877 h 10448096"/>
                  <a:gd name="connsiteX35" fmla="*/ 7038109 w 10490654"/>
                  <a:gd name="connsiteY35" fmla="*/ 251150 h 10448096"/>
                  <a:gd name="connsiteX36" fmla="*/ 7232072 w 10490654"/>
                  <a:gd name="connsiteY36" fmla="*/ 71041 h 10448096"/>
                  <a:gd name="connsiteX37" fmla="*/ 7363248 w 10490654"/>
                  <a:gd name="connsiteY37" fmla="*/ 0 h 10448096"/>
                  <a:gd name="connsiteX38" fmla="*/ 7606145 w 10490654"/>
                  <a:gd name="connsiteY38" fmla="*/ 57186 h 10448096"/>
                  <a:gd name="connsiteX39" fmla="*/ 7910945 w 10490654"/>
                  <a:gd name="connsiteY39" fmla="*/ 181877 h 10448096"/>
                  <a:gd name="connsiteX40" fmla="*/ 8312727 w 10490654"/>
                  <a:gd name="connsiteY40" fmla="*/ 112605 h 10448096"/>
                  <a:gd name="connsiteX41" fmla="*/ 8647005 w 10490654"/>
                  <a:gd name="connsiteY41" fmla="*/ 449831 h 10448096"/>
                  <a:gd name="connsiteX42" fmla="*/ 8908472 w 10490654"/>
                  <a:gd name="connsiteY42" fmla="*/ 597514 h 10448096"/>
                  <a:gd name="connsiteX43" fmla="*/ 9088582 w 10490654"/>
                  <a:gd name="connsiteY43" fmla="*/ 500532 h 10448096"/>
                  <a:gd name="connsiteX44" fmla="*/ 9351818 w 10490654"/>
                  <a:gd name="connsiteY44" fmla="*/ 445114 h 10448096"/>
                  <a:gd name="connsiteX45" fmla="*/ 9518072 w 10490654"/>
                  <a:gd name="connsiteY45" fmla="*/ 420943 h 10448096"/>
                  <a:gd name="connsiteX46" fmla="*/ 9646301 w 10490654"/>
                  <a:gd name="connsiteY46" fmla="*/ 422711 h 10448096"/>
                  <a:gd name="connsiteX47" fmla="*/ 10002982 w 10490654"/>
                  <a:gd name="connsiteY47" fmla="*/ 846896 h 10448096"/>
                  <a:gd name="connsiteX48" fmla="*/ 10238509 w 10490654"/>
                  <a:gd name="connsiteY48" fmla="*/ 1040859 h 10448096"/>
                  <a:gd name="connsiteX49" fmla="*/ 10224654 w 10490654"/>
                  <a:gd name="connsiteY49" fmla="*/ 1304096 h 10448096"/>
                  <a:gd name="connsiteX50" fmla="*/ 10238509 w 10490654"/>
                  <a:gd name="connsiteY50" fmla="*/ 1498059 h 10448096"/>
                  <a:gd name="connsiteX51" fmla="*/ 10280072 w 10490654"/>
                  <a:gd name="connsiteY51" fmla="*/ 1622750 h 10448096"/>
                  <a:gd name="connsiteX52" fmla="*/ 10490654 w 10490654"/>
                  <a:gd name="connsiteY52" fmla="*/ 1807021 h 10448096"/>
                  <a:gd name="connsiteX53" fmla="*/ 10077929 w 10490654"/>
                  <a:gd name="connsiteY53" fmla="*/ 2260393 h 10448096"/>
                  <a:gd name="connsiteX54" fmla="*/ 9781309 w 10490654"/>
                  <a:gd name="connsiteY54" fmla="*/ 2551005 h 10448096"/>
                  <a:gd name="connsiteX55" fmla="*/ 9601200 w 10490654"/>
                  <a:gd name="connsiteY55" fmla="*/ 3479259 h 10448096"/>
                  <a:gd name="connsiteX56" fmla="*/ 9601200 w 10490654"/>
                  <a:gd name="connsiteY56" fmla="*/ 3770205 h 10448096"/>
                  <a:gd name="connsiteX57" fmla="*/ 9365672 w 10490654"/>
                  <a:gd name="connsiteY57" fmla="*/ 3964168 h 10448096"/>
                  <a:gd name="connsiteX58" fmla="*/ 9310254 w 10490654"/>
                  <a:gd name="connsiteY58" fmla="*/ 4130423 h 10448096"/>
                  <a:gd name="connsiteX59" fmla="*/ 9199418 w 10490654"/>
                  <a:gd name="connsiteY59" fmla="*/ 4338241 h 10448096"/>
                  <a:gd name="connsiteX60" fmla="*/ 9268691 w 10490654"/>
                  <a:gd name="connsiteY60" fmla="*/ 4504496 h 10448096"/>
                  <a:gd name="connsiteX61" fmla="*/ 9337963 w 10490654"/>
                  <a:gd name="connsiteY61" fmla="*/ 4712314 h 10448096"/>
                  <a:gd name="connsiteX62" fmla="*/ 9382180 w 10490654"/>
                  <a:gd name="connsiteY62" fmla="*/ 4968181 h 10448096"/>
                  <a:gd name="connsiteX63" fmla="*/ 9434945 w 10490654"/>
                  <a:gd name="connsiteY63" fmla="*/ 5266496 h 10448096"/>
                  <a:gd name="connsiteX64" fmla="*/ 9462654 w 10490654"/>
                  <a:gd name="connsiteY64" fmla="*/ 5668277 h 10448096"/>
                  <a:gd name="connsiteX65" fmla="*/ 9587345 w 10490654"/>
                  <a:gd name="connsiteY65" fmla="*/ 6028496 h 10448096"/>
                  <a:gd name="connsiteX66" fmla="*/ 9545782 w 10490654"/>
                  <a:gd name="connsiteY66" fmla="*/ 6430277 h 10448096"/>
                  <a:gd name="connsiteX67" fmla="*/ 9933709 w 10490654"/>
                  <a:gd name="connsiteY67" fmla="*/ 6915186 h 10448096"/>
                  <a:gd name="connsiteX68" fmla="*/ 10094363 w 10490654"/>
                  <a:gd name="connsiteY68" fmla="*/ 7274520 h 10448096"/>
                  <a:gd name="connsiteX69" fmla="*/ 10232908 w 10490654"/>
                  <a:gd name="connsiteY69" fmla="*/ 7568119 h 10448096"/>
                  <a:gd name="connsiteX70" fmla="*/ 9670472 w 10490654"/>
                  <a:gd name="connsiteY70" fmla="*/ 7594059 h 10448096"/>
                  <a:gd name="connsiteX71" fmla="*/ 9337963 w 10490654"/>
                  <a:gd name="connsiteY71" fmla="*/ 7704896 h 10448096"/>
                  <a:gd name="connsiteX72" fmla="*/ 9102436 w 10490654"/>
                  <a:gd name="connsiteY72" fmla="*/ 7843441 h 10448096"/>
                  <a:gd name="connsiteX73" fmla="*/ 9019309 w 10490654"/>
                  <a:gd name="connsiteY73" fmla="*/ 8051259 h 10448096"/>
                  <a:gd name="connsiteX74" fmla="*/ 8956730 w 10490654"/>
                  <a:gd name="connsiteY74" fmla="*/ 8148241 h 10448096"/>
                  <a:gd name="connsiteX75" fmla="*/ 9027559 w 10490654"/>
                  <a:gd name="connsiteY75" fmla="*/ 8577732 h 10448096"/>
                  <a:gd name="connsiteX76" fmla="*/ 9030673 w 10490654"/>
                  <a:gd name="connsiteY76" fmla="*/ 8811236 h 10448096"/>
                  <a:gd name="connsiteX77" fmla="*/ 8991600 w 10490654"/>
                  <a:gd name="connsiteY77" fmla="*/ 9021077 h 10448096"/>
                  <a:gd name="connsiteX78" fmla="*/ 8894618 w 10490654"/>
                  <a:gd name="connsiteY78" fmla="*/ 9325877 h 10448096"/>
                  <a:gd name="connsiteX79" fmla="*/ 8922327 w 10490654"/>
                  <a:gd name="connsiteY79" fmla="*/ 9589114 h 10448096"/>
                  <a:gd name="connsiteX80" fmla="*/ 9144000 w 10490654"/>
                  <a:gd name="connsiteY80" fmla="*/ 9755368 h 10448096"/>
                  <a:gd name="connsiteX81" fmla="*/ 9353374 w 10490654"/>
                  <a:gd name="connsiteY81" fmla="*/ 9906212 h 10448096"/>
                  <a:gd name="connsiteX82" fmla="*/ 9529903 w 10490654"/>
                  <a:gd name="connsiteY82" fmla="*/ 9958205 h 10448096"/>
                  <a:gd name="connsiteX83" fmla="*/ 9625328 w 10490654"/>
                  <a:gd name="connsiteY83" fmla="*/ 9844256 h 10448096"/>
                  <a:gd name="connsiteX84" fmla="*/ 9667359 w 10490654"/>
                  <a:gd name="connsiteY84" fmla="*/ 9856554 h 10448096"/>
                  <a:gd name="connsiteX85" fmla="*/ 9668916 w 10490654"/>
                  <a:gd name="connsiteY85" fmla="*/ 10309550 h 10448096"/>
                  <a:gd name="connsiteX86" fmla="*/ 9495500 w 10490654"/>
                  <a:gd name="connsiteY86" fmla="*/ 10359209 h 10448096"/>
                  <a:gd name="connsiteX87" fmla="*/ 9310254 w 10490654"/>
                  <a:gd name="connsiteY87" fmla="*/ 10448096 h 10448096"/>
                  <a:gd name="connsiteX88" fmla="*/ 9227127 w 10490654"/>
                  <a:gd name="connsiteY88" fmla="*/ 10295696 h 10448096"/>
                  <a:gd name="connsiteX89" fmla="*/ 9033163 w 10490654"/>
                  <a:gd name="connsiteY89" fmla="*/ 10046314 h 10448096"/>
                  <a:gd name="connsiteX90" fmla="*/ 8825345 w 10490654"/>
                  <a:gd name="connsiteY90" fmla="*/ 9866205 h 10448096"/>
                  <a:gd name="connsiteX91" fmla="*/ 8534400 w 10490654"/>
                  <a:gd name="connsiteY91" fmla="*/ 9755368 h 10448096"/>
                  <a:gd name="connsiteX92" fmla="*/ 8423563 w 10490654"/>
                  <a:gd name="connsiteY92" fmla="*/ 9699950 h 10448096"/>
                  <a:gd name="connsiteX93" fmla="*/ 8285018 w 10490654"/>
                  <a:gd name="connsiteY93" fmla="*/ 9533696 h 10448096"/>
                  <a:gd name="connsiteX94" fmla="*/ 8257309 w 10490654"/>
                  <a:gd name="connsiteY94" fmla="*/ 9395150 h 10448096"/>
                  <a:gd name="connsiteX95" fmla="*/ 8146472 w 10490654"/>
                  <a:gd name="connsiteY95" fmla="*/ 9409005 h 10448096"/>
                  <a:gd name="connsiteX96" fmla="*/ 8091054 w 10490654"/>
                  <a:gd name="connsiteY96" fmla="*/ 9630677 h 10448096"/>
                  <a:gd name="connsiteX97" fmla="*/ 7806336 w 10490654"/>
                  <a:gd name="connsiteY97" fmla="*/ 9636437 h 10448096"/>
                  <a:gd name="connsiteX98" fmla="*/ 7567694 w 10490654"/>
                  <a:gd name="connsiteY98" fmla="*/ 9573236 h 10448096"/>
                  <a:gd name="connsiteX99" fmla="*/ 7466043 w 10490654"/>
                  <a:gd name="connsiteY99" fmla="*/ 9524511 h 10448096"/>
                  <a:gd name="connsiteX100" fmla="*/ 7287491 w 10490654"/>
                  <a:gd name="connsiteY100" fmla="*/ 9503028 h 10448096"/>
                  <a:gd name="connsiteX101" fmla="*/ 7221797 w 10490654"/>
                  <a:gd name="connsiteY101" fmla="*/ 9175034 h 10448096"/>
                  <a:gd name="connsiteX102" fmla="*/ 6954982 w 10490654"/>
                  <a:gd name="connsiteY102" fmla="*/ 9242750 h 10448096"/>
                  <a:gd name="connsiteX103" fmla="*/ 6710737 w 10490654"/>
                  <a:gd name="connsiteY103" fmla="*/ 9315137 h 10448096"/>
                  <a:gd name="connsiteX104" fmla="*/ 6674777 w 10490654"/>
                  <a:gd name="connsiteY104" fmla="*/ 9116036 h 10448096"/>
                  <a:gd name="connsiteX105" fmla="*/ 6511636 w 10490654"/>
                  <a:gd name="connsiteY105" fmla="*/ 9007223 h 10448096"/>
                  <a:gd name="connsiteX106" fmla="*/ 6428509 w 10490654"/>
                  <a:gd name="connsiteY106" fmla="*/ 9007223 h 10448096"/>
                  <a:gd name="connsiteX107" fmla="*/ 6325922 w 10490654"/>
                  <a:gd name="connsiteY107" fmla="*/ 9110431 h 10448096"/>
                  <a:gd name="connsiteX108" fmla="*/ 6167763 w 10490654"/>
                  <a:gd name="connsiteY108" fmla="*/ 9031351 h 10448096"/>
                  <a:gd name="connsiteX109" fmla="*/ 6002132 w 10490654"/>
                  <a:gd name="connsiteY109" fmla="*/ 9146858 h 10448096"/>
                  <a:gd name="connsiteX110" fmla="*/ 5749636 w 10490654"/>
                  <a:gd name="connsiteY110" fmla="*/ 9104205 h 10448096"/>
                  <a:gd name="connsiteX111" fmla="*/ 5674760 w 10490654"/>
                  <a:gd name="connsiteY111" fmla="*/ 9135028 h 10448096"/>
                  <a:gd name="connsiteX112" fmla="*/ 5507415 w 10490654"/>
                  <a:gd name="connsiteY112" fmla="*/ 9181261 h 10448096"/>
                  <a:gd name="connsiteX113" fmla="*/ 5505859 w 10490654"/>
                  <a:gd name="connsiteY113" fmla="*/ 8924096 h 10448096"/>
                  <a:gd name="connsiteX114" fmla="*/ 5505857 w 10490654"/>
                  <a:gd name="connsiteY114" fmla="*/ 8688101 h 10448096"/>
                  <a:gd name="connsiteX115" fmla="*/ 5336024 w 10490654"/>
                  <a:gd name="connsiteY115" fmla="*/ 8386416 h 10448096"/>
                  <a:gd name="connsiteX116" fmla="*/ 5230324 w 10490654"/>
                  <a:gd name="connsiteY116" fmla="*/ 8135944 h 10448096"/>
                  <a:gd name="connsiteX117" fmla="*/ 5317031 w 10490654"/>
                  <a:gd name="connsiteY117" fmla="*/ 7663332 h 10448096"/>
                  <a:gd name="connsiteX118" fmla="*/ 5201059 w 10490654"/>
                  <a:gd name="connsiteY118" fmla="*/ 7373476 h 10448096"/>
                  <a:gd name="connsiteX119" fmla="*/ 5250872 w 10490654"/>
                  <a:gd name="connsiteY119" fmla="*/ 7123005 h 10448096"/>
                  <a:gd name="connsiteX120" fmla="*/ 5245735 w 10490654"/>
                  <a:gd name="connsiteY120" fmla="*/ 7071789 h 10448096"/>
                  <a:gd name="connsiteX121" fmla="*/ 4577603 w 10490654"/>
                  <a:gd name="connsiteY121" fmla="*/ 7067120 h 10448096"/>
                  <a:gd name="connsiteX122" fmla="*/ 4528412 w 10490654"/>
                  <a:gd name="connsiteY122" fmla="*/ 6893704 h 10448096"/>
                  <a:gd name="connsiteX123" fmla="*/ 4038834 w 10490654"/>
                  <a:gd name="connsiteY123" fmla="*/ 6869576 h 10448096"/>
                  <a:gd name="connsiteX124" fmla="*/ 3976254 w 10490654"/>
                  <a:gd name="connsiteY124" fmla="*/ 7123005 h 10448096"/>
                  <a:gd name="connsiteX125" fmla="*/ 3932667 w 10490654"/>
                  <a:gd name="connsiteY125" fmla="*/ 7334403 h 10448096"/>
                  <a:gd name="connsiteX126" fmla="*/ 3884155 w 10490654"/>
                  <a:gd name="connsiteY126" fmla="*/ 7456604 h 10448096"/>
                  <a:gd name="connsiteX127" fmla="*/ 3572499 w 10490654"/>
                  <a:gd name="connsiteY127" fmla="*/ 7418574 h 10448096"/>
                  <a:gd name="connsiteX128" fmla="*/ 3311236 w 10490654"/>
                  <a:gd name="connsiteY128" fmla="*/ 7455514 h 10448096"/>
                  <a:gd name="connsiteX129" fmla="*/ 2921540 w 10490654"/>
                  <a:gd name="connsiteY129" fmla="*/ 7467599 h 10448096"/>
                  <a:gd name="connsiteX130" fmla="*/ 2784763 w 10490654"/>
                  <a:gd name="connsiteY130" fmla="*/ 7192277 h 10448096"/>
                  <a:gd name="connsiteX131" fmla="*/ 2604654 w 10490654"/>
                  <a:gd name="connsiteY131" fmla="*/ 6915186 h 10448096"/>
                  <a:gd name="connsiteX132" fmla="*/ 2410691 w 10490654"/>
                  <a:gd name="connsiteY132" fmla="*/ 6416423 h 10448096"/>
                  <a:gd name="connsiteX133" fmla="*/ 2327563 w 10490654"/>
                  <a:gd name="connsiteY133" fmla="*/ 6277877 h 10448096"/>
                  <a:gd name="connsiteX134" fmla="*/ 1662545 w 10490654"/>
                  <a:gd name="connsiteY134" fmla="*/ 6250168 h 10448096"/>
                  <a:gd name="connsiteX135" fmla="*/ 1233054 w 10490654"/>
                  <a:gd name="connsiteY135" fmla="*/ 6250168 h 10448096"/>
                  <a:gd name="connsiteX136" fmla="*/ 1136072 w 10490654"/>
                  <a:gd name="connsiteY136" fmla="*/ 6305586 h 10448096"/>
                  <a:gd name="connsiteX137" fmla="*/ 706582 w 10490654"/>
                  <a:gd name="connsiteY137" fmla="*/ 6264023 h 10448096"/>
                  <a:gd name="connsiteX138" fmla="*/ 318654 w 10490654"/>
                  <a:gd name="connsiteY138" fmla="*/ 6291732 h 10448096"/>
                  <a:gd name="connsiteX139" fmla="*/ 96982 w 10490654"/>
                  <a:gd name="connsiteY139" fmla="*/ 6444132 h 10448096"/>
                  <a:gd name="connsiteX140" fmla="*/ 0 w 10490654"/>
                  <a:gd name="connsiteY140" fmla="*/ 6347150 h 10448096"/>
                  <a:gd name="connsiteX141" fmla="*/ 83127 w 10490654"/>
                  <a:gd name="connsiteY141" fmla="*/ 6291732 h 10448096"/>
                  <a:gd name="connsiteX0" fmla="*/ 83127 w 10490654"/>
                  <a:gd name="connsiteY0" fmla="*/ 6291732 h 10448096"/>
                  <a:gd name="connsiteX1" fmla="*/ 96982 w 10490654"/>
                  <a:gd name="connsiteY1" fmla="*/ 5848386 h 10448096"/>
                  <a:gd name="connsiteX2" fmla="*/ 401782 w 10490654"/>
                  <a:gd name="connsiteY2" fmla="*/ 5585150 h 10448096"/>
                  <a:gd name="connsiteX3" fmla="*/ 651163 w 10490654"/>
                  <a:gd name="connsiteY3" fmla="*/ 5723696 h 10448096"/>
                  <a:gd name="connsiteX4" fmla="*/ 858982 w 10490654"/>
                  <a:gd name="connsiteY4" fmla="*/ 5557441 h 10448096"/>
                  <a:gd name="connsiteX5" fmla="*/ 997527 w 10490654"/>
                  <a:gd name="connsiteY5" fmla="*/ 5405041 h 10448096"/>
                  <a:gd name="connsiteX6" fmla="*/ 1080654 w 10490654"/>
                  <a:gd name="connsiteY6" fmla="*/ 5488168 h 10448096"/>
                  <a:gd name="connsiteX7" fmla="*/ 1269312 w 10490654"/>
                  <a:gd name="connsiteY7" fmla="*/ 5732834 h 10448096"/>
                  <a:gd name="connsiteX8" fmla="*/ 1523116 w 10490654"/>
                  <a:gd name="connsiteY8" fmla="*/ 5534154 h 10448096"/>
                  <a:gd name="connsiteX9" fmla="*/ 1731818 w 10490654"/>
                  <a:gd name="connsiteY9" fmla="*/ 5349623 h 10448096"/>
                  <a:gd name="connsiteX10" fmla="*/ 2022763 w 10490654"/>
                  <a:gd name="connsiteY10" fmla="*/ 5114096 h 10448096"/>
                  <a:gd name="connsiteX11" fmla="*/ 2119745 w 10490654"/>
                  <a:gd name="connsiteY11" fmla="*/ 4684605 h 10448096"/>
                  <a:gd name="connsiteX12" fmla="*/ 2172511 w 10490654"/>
                  <a:gd name="connsiteY12" fmla="*/ 4217972 h 10448096"/>
                  <a:gd name="connsiteX13" fmla="*/ 2355272 w 10490654"/>
                  <a:gd name="connsiteY13" fmla="*/ 3908750 h 10448096"/>
                  <a:gd name="connsiteX14" fmla="*/ 2699633 w 10490654"/>
                  <a:gd name="connsiteY14" fmla="*/ 3506968 h 10448096"/>
                  <a:gd name="connsiteX15" fmla="*/ 2978727 w 10490654"/>
                  <a:gd name="connsiteY15" fmla="*/ 3313005 h 10448096"/>
                  <a:gd name="connsiteX16" fmla="*/ 3006436 w 10490654"/>
                  <a:gd name="connsiteY16" fmla="*/ 2869659 h 10448096"/>
                  <a:gd name="connsiteX17" fmla="*/ 3075709 w 10490654"/>
                  <a:gd name="connsiteY17" fmla="*/ 2578714 h 10448096"/>
                  <a:gd name="connsiteX18" fmla="*/ 3075709 w 10490654"/>
                  <a:gd name="connsiteY18" fmla="*/ 2370896 h 10448096"/>
                  <a:gd name="connsiteX19" fmla="*/ 3214254 w 10490654"/>
                  <a:gd name="connsiteY19" fmla="*/ 2038386 h 10448096"/>
                  <a:gd name="connsiteX20" fmla="*/ 3214254 w 10490654"/>
                  <a:gd name="connsiteY20" fmla="*/ 1747441 h 10448096"/>
                  <a:gd name="connsiteX21" fmla="*/ 3513454 w 10490654"/>
                  <a:gd name="connsiteY21" fmla="*/ 1179405 h 10448096"/>
                  <a:gd name="connsiteX22" fmla="*/ 3463636 w 10490654"/>
                  <a:gd name="connsiteY22" fmla="*/ 805332 h 10448096"/>
                  <a:gd name="connsiteX23" fmla="*/ 3491345 w 10490654"/>
                  <a:gd name="connsiteY23" fmla="*/ 597514 h 10448096"/>
                  <a:gd name="connsiteX24" fmla="*/ 3823854 w 10490654"/>
                  <a:gd name="connsiteY24" fmla="*/ 237296 h 10448096"/>
                  <a:gd name="connsiteX25" fmla="*/ 4017818 w 10490654"/>
                  <a:gd name="connsiteY25" fmla="*/ 112605 h 10448096"/>
                  <a:gd name="connsiteX26" fmla="*/ 4433454 w 10490654"/>
                  <a:gd name="connsiteY26" fmla="*/ 348132 h 10448096"/>
                  <a:gd name="connsiteX27" fmla="*/ 4599709 w 10490654"/>
                  <a:gd name="connsiteY27" fmla="*/ 542096 h 10448096"/>
                  <a:gd name="connsiteX28" fmla="*/ 5070763 w 10490654"/>
                  <a:gd name="connsiteY28" fmla="*/ 597514 h 10448096"/>
                  <a:gd name="connsiteX29" fmla="*/ 5391187 w 10490654"/>
                  <a:gd name="connsiteY29" fmla="*/ 656763 h 10448096"/>
                  <a:gd name="connsiteX30" fmla="*/ 5647937 w 10490654"/>
                  <a:gd name="connsiteY30" fmla="*/ 673271 h 10448096"/>
                  <a:gd name="connsiteX31" fmla="*/ 5860472 w 10490654"/>
                  <a:gd name="connsiteY31" fmla="*/ 334277 h 10448096"/>
                  <a:gd name="connsiteX32" fmla="*/ 6123709 w 10490654"/>
                  <a:gd name="connsiteY32" fmla="*/ 375841 h 10448096"/>
                  <a:gd name="connsiteX33" fmla="*/ 6594763 w 10490654"/>
                  <a:gd name="connsiteY33" fmla="*/ 237296 h 10448096"/>
                  <a:gd name="connsiteX34" fmla="*/ 6761018 w 10490654"/>
                  <a:gd name="connsiteY34" fmla="*/ 181877 h 10448096"/>
                  <a:gd name="connsiteX35" fmla="*/ 7038109 w 10490654"/>
                  <a:gd name="connsiteY35" fmla="*/ 251150 h 10448096"/>
                  <a:gd name="connsiteX36" fmla="*/ 7232072 w 10490654"/>
                  <a:gd name="connsiteY36" fmla="*/ 71041 h 10448096"/>
                  <a:gd name="connsiteX37" fmla="*/ 7363248 w 10490654"/>
                  <a:gd name="connsiteY37" fmla="*/ 0 h 10448096"/>
                  <a:gd name="connsiteX38" fmla="*/ 7606145 w 10490654"/>
                  <a:gd name="connsiteY38" fmla="*/ 57186 h 10448096"/>
                  <a:gd name="connsiteX39" fmla="*/ 7910945 w 10490654"/>
                  <a:gd name="connsiteY39" fmla="*/ 181877 h 10448096"/>
                  <a:gd name="connsiteX40" fmla="*/ 8312727 w 10490654"/>
                  <a:gd name="connsiteY40" fmla="*/ 112605 h 10448096"/>
                  <a:gd name="connsiteX41" fmla="*/ 8647005 w 10490654"/>
                  <a:gd name="connsiteY41" fmla="*/ 449831 h 10448096"/>
                  <a:gd name="connsiteX42" fmla="*/ 8908472 w 10490654"/>
                  <a:gd name="connsiteY42" fmla="*/ 597514 h 10448096"/>
                  <a:gd name="connsiteX43" fmla="*/ 9088582 w 10490654"/>
                  <a:gd name="connsiteY43" fmla="*/ 500532 h 10448096"/>
                  <a:gd name="connsiteX44" fmla="*/ 9351818 w 10490654"/>
                  <a:gd name="connsiteY44" fmla="*/ 445114 h 10448096"/>
                  <a:gd name="connsiteX45" fmla="*/ 9518072 w 10490654"/>
                  <a:gd name="connsiteY45" fmla="*/ 420943 h 10448096"/>
                  <a:gd name="connsiteX46" fmla="*/ 9646301 w 10490654"/>
                  <a:gd name="connsiteY46" fmla="*/ 422711 h 10448096"/>
                  <a:gd name="connsiteX47" fmla="*/ 10002982 w 10490654"/>
                  <a:gd name="connsiteY47" fmla="*/ 846896 h 10448096"/>
                  <a:gd name="connsiteX48" fmla="*/ 10238509 w 10490654"/>
                  <a:gd name="connsiteY48" fmla="*/ 1040859 h 10448096"/>
                  <a:gd name="connsiteX49" fmla="*/ 10224654 w 10490654"/>
                  <a:gd name="connsiteY49" fmla="*/ 1304096 h 10448096"/>
                  <a:gd name="connsiteX50" fmla="*/ 10238509 w 10490654"/>
                  <a:gd name="connsiteY50" fmla="*/ 1498059 h 10448096"/>
                  <a:gd name="connsiteX51" fmla="*/ 10280072 w 10490654"/>
                  <a:gd name="connsiteY51" fmla="*/ 1622750 h 10448096"/>
                  <a:gd name="connsiteX52" fmla="*/ 10490654 w 10490654"/>
                  <a:gd name="connsiteY52" fmla="*/ 1807021 h 10448096"/>
                  <a:gd name="connsiteX53" fmla="*/ 10077929 w 10490654"/>
                  <a:gd name="connsiteY53" fmla="*/ 2260393 h 10448096"/>
                  <a:gd name="connsiteX54" fmla="*/ 9781309 w 10490654"/>
                  <a:gd name="connsiteY54" fmla="*/ 2551005 h 10448096"/>
                  <a:gd name="connsiteX55" fmla="*/ 9601200 w 10490654"/>
                  <a:gd name="connsiteY55" fmla="*/ 3479259 h 10448096"/>
                  <a:gd name="connsiteX56" fmla="*/ 9601200 w 10490654"/>
                  <a:gd name="connsiteY56" fmla="*/ 3770205 h 10448096"/>
                  <a:gd name="connsiteX57" fmla="*/ 9365672 w 10490654"/>
                  <a:gd name="connsiteY57" fmla="*/ 3964168 h 10448096"/>
                  <a:gd name="connsiteX58" fmla="*/ 9310254 w 10490654"/>
                  <a:gd name="connsiteY58" fmla="*/ 4130423 h 10448096"/>
                  <a:gd name="connsiteX59" fmla="*/ 9199418 w 10490654"/>
                  <a:gd name="connsiteY59" fmla="*/ 4338241 h 10448096"/>
                  <a:gd name="connsiteX60" fmla="*/ 9268691 w 10490654"/>
                  <a:gd name="connsiteY60" fmla="*/ 4504496 h 10448096"/>
                  <a:gd name="connsiteX61" fmla="*/ 9337963 w 10490654"/>
                  <a:gd name="connsiteY61" fmla="*/ 4712314 h 10448096"/>
                  <a:gd name="connsiteX62" fmla="*/ 9382180 w 10490654"/>
                  <a:gd name="connsiteY62" fmla="*/ 4968181 h 10448096"/>
                  <a:gd name="connsiteX63" fmla="*/ 9434945 w 10490654"/>
                  <a:gd name="connsiteY63" fmla="*/ 5266496 h 10448096"/>
                  <a:gd name="connsiteX64" fmla="*/ 9462654 w 10490654"/>
                  <a:gd name="connsiteY64" fmla="*/ 5668277 h 10448096"/>
                  <a:gd name="connsiteX65" fmla="*/ 9587345 w 10490654"/>
                  <a:gd name="connsiteY65" fmla="*/ 6028496 h 10448096"/>
                  <a:gd name="connsiteX66" fmla="*/ 9545782 w 10490654"/>
                  <a:gd name="connsiteY66" fmla="*/ 6430277 h 10448096"/>
                  <a:gd name="connsiteX67" fmla="*/ 9933709 w 10490654"/>
                  <a:gd name="connsiteY67" fmla="*/ 6915186 h 10448096"/>
                  <a:gd name="connsiteX68" fmla="*/ 10094363 w 10490654"/>
                  <a:gd name="connsiteY68" fmla="*/ 7274520 h 10448096"/>
                  <a:gd name="connsiteX69" fmla="*/ 10232908 w 10490654"/>
                  <a:gd name="connsiteY69" fmla="*/ 7568119 h 10448096"/>
                  <a:gd name="connsiteX70" fmla="*/ 9670472 w 10490654"/>
                  <a:gd name="connsiteY70" fmla="*/ 7594059 h 10448096"/>
                  <a:gd name="connsiteX71" fmla="*/ 9337963 w 10490654"/>
                  <a:gd name="connsiteY71" fmla="*/ 7704896 h 10448096"/>
                  <a:gd name="connsiteX72" fmla="*/ 9102436 w 10490654"/>
                  <a:gd name="connsiteY72" fmla="*/ 7843441 h 10448096"/>
                  <a:gd name="connsiteX73" fmla="*/ 9019309 w 10490654"/>
                  <a:gd name="connsiteY73" fmla="*/ 8051259 h 10448096"/>
                  <a:gd name="connsiteX74" fmla="*/ 8956730 w 10490654"/>
                  <a:gd name="connsiteY74" fmla="*/ 8148241 h 10448096"/>
                  <a:gd name="connsiteX75" fmla="*/ 9027559 w 10490654"/>
                  <a:gd name="connsiteY75" fmla="*/ 8577732 h 10448096"/>
                  <a:gd name="connsiteX76" fmla="*/ 9030673 w 10490654"/>
                  <a:gd name="connsiteY76" fmla="*/ 8811236 h 10448096"/>
                  <a:gd name="connsiteX77" fmla="*/ 8991600 w 10490654"/>
                  <a:gd name="connsiteY77" fmla="*/ 9021077 h 10448096"/>
                  <a:gd name="connsiteX78" fmla="*/ 8894618 w 10490654"/>
                  <a:gd name="connsiteY78" fmla="*/ 9325877 h 10448096"/>
                  <a:gd name="connsiteX79" fmla="*/ 8922327 w 10490654"/>
                  <a:gd name="connsiteY79" fmla="*/ 9589114 h 10448096"/>
                  <a:gd name="connsiteX80" fmla="*/ 9144000 w 10490654"/>
                  <a:gd name="connsiteY80" fmla="*/ 9755368 h 10448096"/>
                  <a:gd name="connsiteX81" fmla="*/ 9353374 w 10490654"/>
                  <a:gd name="connsiteY81" fmla="*/ 9906212 h 10448096"/>
                  <a:gd name="connsiteX82" fmla="*/ 9529903 w 10490654"/>
                  <a:gd name="connsiteY82" fmla="*/ 9958205 h 10448096"/>
                  <a:gd name="connsiteX83" fmla="*/ 9625328 w 10490654"/>
                  <a:gd name="connsiteY83" fmla="*/ 9844256 h 10448096"/>
                  <a:gd name="connsiteX84" fmla="*/ 9667359 w 10490654"/>
                  <a:gd name="connsiteY84" fmla="*/ 9856554 h 10448096"/>
                  <a:gd name="connsiteX85" fmla="*/ 9668916 w 10490654"/>
                  <a:gd name="connsiteY85" fmla="*/ 10309550 h 10448096"/>
                  <a:gd name="connsiteX86" fmla="*/ 9495500 w 10490654"/>
                  <a:gd name="connsiteY86" fmla="*/ 10359209 h 10448096"/>
                  <a:gd name="connsiteX87" fmla="*/ 9310254 w 10490654"/>
                  <a:gd name="connsiteY87" fmla="*/ 10448096 h 10448096"/>
                  <a:gd name="connsiteX88" fmla="*/ 9227127 w 10490654"/>
                  <a:gd name="connsiteY88" fmla="*/ 10295696 h 10448096"/>
                  <a:gd name="connsiteX89" fmla="*/ 9033163 w 10490654"/>
                  <a:gd name="connsiteY89" fmla="*/ 10046314 h 10448096"/>
                  <a:gd name="connsiteX90" fmla="*/ 8825345 w 10490654"/>
                  <a:gd name="connsiteY90" fmla="*/ 9866205 h 10448096"/>
                  <a:gd name="connsiteX91" fmla="*/ 8534400 w 10490654"/>
                  <a:gd name="connsiteY91" fmla="*/ 9755368 h 10448096"/>
                  <a:gd name="connsiteX92" fmla="*/ 8423563 w 10490654"/>
                  <a:gd name="connsiteY92" fmla="*/ 9699950 h 10448096"/>
                  <a:gd name="connsiteX93" fmla="*/ 8285018 w 10490654"/>
                  <a:gd name="connsiteY93" fmla="*/ 9533696 h 10448096"/>
                  <a:gd name="connsiteX94" fmla="*/ 8257309 w 10490654"/>
                  <a:gd name="connsiteY94" fmla="*/ 9395150 h 10448096"/>
                  <a:gd name="connsiteX95" fmla="*/ 8146472 w 10490654"/>
                  <a:gd name="connsiteY95" fmla="*/ 9409005 h 10448096"/>
                  <a:gd name="connsiteX96" fmla="*/ 8091054 w 10490654"/>
                  <a:gd name="connsiteY96" fmla="*/ 9630677 h 10448096"/>
                  <a:gd name="connsiteX97" fmla="*/ 7806336 w 10490654"/>
                  <a:gd name="connsiteY97" fmla="*/ 9636437 h 10448096"/>
                  <a:gd name="connsiteX98" fmla="*/ 7567694 w 10490654"/>
                  <a:gd name="connsiteY98" fmla="*/ 9573236 h 10448096"/>
                  <a:gd name="connsiteX99" fmla="*/ 7466043 w 10490654"/>
                  <a:gd name="connsiteY99" fmla="*/ 9524511 h 10448096"/>
                  <a:gd name="connsiteX100" fmla="*/ 7287491 w 10490654"/>
                  <a:gd name="connsiteY100" fmla="*/ 9503028 h 10448096"/>
                  <a:gd name="connsiteX101" fmla="*/ 7221797 w 10490654"/>
                  <a:gd name="connsiteY101" fmla="*/ 9175034 h 10448096"/>
                  <a:gd name="connsiteX102" fmla="*/ 6954982 w 10490654"/>
                  <a:gd name="connsiteY102" fmla="*/ 9242750 h 10448096"/>
                  <a:gd name="connsiteX103" fmla="*/ 6710737 w 10490654"/>
                  <a:gd name="connsiteY103" fmla="*/ 9315137 h 10448096"/>
                  <a:gd name="connsiteX104" fmla="*/ 6674777 w 10490654"/>
                  <a:gd name="connsiteY104" fmla="*/ 9116036 h 10448096"/>
                  <a:gd name="connsiteX105" fmla="*/ 6511636 w 10490654"/>
                  <a:gd name="connsiteY105" fmla="*/ 9007223 h 10448096"/>
                  <a:gd name="connsiteX106" fmla="*/ 6428509 w 10490654"/>
                  <a:gd name="connsiteY106" fmla="*/ 9007223 h 10448096"/>
                  <a:gd name="connsiteX107" fmla="*/ 6325922 w 10490654"/>
                  <a:gd name="connsiteY107" fmla="*/ 9110431 h 10448096"/>
                  <a:gd name="connsiteX108" fmla="*/ 6167763 w 10490654"/>
                  <a:gd name="connsiteY108" fmla="*/ 9031351 h 10448096"/>
                  <a:gd name="connsiteX109" fmla="*/ 6002132 w 10490654"/>
                  <a:gd name="connsiteY109" fmla="*/ 9146858 h 10448096"/>
                  <a:gd name="connsiteX110" fmla="*/ 5749636 w 10490654"/>
                  <a:gd name="connsiteY110" fmla="*/ 9104205 h 10448096"/>
                  <a:gd name="connsiteX111" fmla="*/ 5674760 w 10490654"/>
                  <a:gd name="connsiteY111" fmla="*/ 9135028 h 10448096"/>
                  <a:gd name="connsiteX112" fmla="*/ 5507415 w 10490654"/>
                  <a:gd name="connsiteY112" fmla="*/ 9181261 h 10448096"/>
                  <a:gd name="connsiteX113" fmla="*/ 5505859 w 10490654"/>
                  <a:gd name="connsiteY113" fmla="*/ 8924096 h 10448096"/>
                  <a:gd name="connsiteX114" fmla="*/ 5505857 w 10490654"/>
                  <a:gd name="connsiteY114" fmla="*/ 8688101 h 10448096"/>
                  <a:gd name="connsiteX115" fmla="*/ 5336024 w 10490654"/>
                  <a:gd name="connsiteY115" fmla="*/ 8386416 h 10448096"/>
                  <a:gd name="connsiteX116" fmla="*/ 5230324 w 10490654"/>
                  <a:gd name="connsiteY116" fmla="*/ 8135944 h 10448096"/>
                  <a:gd name="connsiteX117" fmla="*/ 5317031 w 10490654"/>
                  <a:gd name="connsiteY117" fmla="*/ 7663332 h 10448096"/>
                  <a:gd name="connsiteX118" fmla="*/ 5201059 w 10490654"/>
                  <a:gd name="connsiteY118" fmla="*/ 7373476 h 10448096"/>
                  <a:gd name="connsiteX119" fmla="*/ 5250872 w 10490654"/>
                  <a:gd name="connsiteY119" fmla="*/ 7123005 h 10448096"/>
                  <a:gd name="connsiteX120" fmla="*/ 5245735 w 10490654"/>
                  <a:gd name="connsiteY120" fmla="*/ 7071789 h 10448096"/>
                  <a:gd name="connsiteX121" fmla="*/ 4577603 w 10490654"/>
                  <a:gd name="connsiteY121" fmla="*/ 7067120 h 10448096"/>
                  <a:gd name="connsiteX122" fmla="*/ 4528412 w 10490654"/>
                  <a:gd name="connsiteY122" fmla="*/ 6893704 h 10448096"/>
                  <a:gd name="connsiteX123" fmla="*/ 4038834 w 10490654"/>
                  <a:gd name="connsiteY123" fmla="*/ 6869576 h 10448096"/>
                  <a:gd name="connsiteX124" fmla="*/ 3976254 w 10490654"/>
                  <a:gd name="connsiteY124" fmla="*/ 7123005 h 10448096"/>
                  <a:gd name="connsiteX125" fmla="*/ 3932667 w 10490654"/>
                  <a:gd name="connsiteY125" fmla="*/ 7334403 h 10448096"/>
                  <a:gd name="connsiteX126" fmla="*/ 3884155 w 10490654"/>
                  <a:gd name="connsiteY126" fmla="*/ 7456604 h 10448096"/>
                  <a:gd name="connsiteX127" fmla="*/ 3572499 w 10490654"/>
                  <a:gd name="connsiteY127" fmla="*/ 7418574 h 10448096"/>
                  <a:gd name="connsiteX128" fmla="*/ 3311236 w 10490654"/>
                  <a:gd name="connsiteY128" fmla="*/ 7455514 h 10448096"/>
                  <a:gd name="connsiteX129" fmla="*/ 2921540 w 10490654"/>
                  <a:gd name="connsiteY129" fmla="*/ 7467599 h 10448096"/>
                  <a:gd name="connsiteX130" fmla="*/ 2784763 w 10490654"/>
                  <a:gd name="connsiteY130" fmla="*/ 7192277 h 10448096"/>
                  <a:gd name="connsiteX131" fmla="*/ 2604654 w 10490654"/>
                  <a:gd name="connsiteY131" fmla="*/ 6915186 h 10448096"/>
                  <a:gd name="connsiteX132" fmla="*/ 2410691 w 10490654"/>
                  <a:gd name="connsiteY132" fmla="*/ 6416423 h 10448096"/>
                  <a:gd name="connsiteX133" fmla="*/ 2327563 w 10490654"/>
                  <a:gd name="connsiteY133" fmla="*/ 6277877 h 10448096"/>
                  <a:gd name="connsiteX134" fmla="*/ 1662545 w 10490654"/>
                  <a:gd name="connsiteY134" fmla="*/ 6250168 h 10448096"/>
                  <a:gd name="connsiteX135" fmla="*/ 1233054 w 10490654"/>
                  <a:gd name="connsiteY135" fmla="*/ 6250168 h 10448096"/>
                  <a:gd name="connsiteX136" fmla="*/ 1136072 w 10490654"/>
                  <a:gd name="connsiteY136" fmla="*/ 6305586 h 10448096"/>
                  <a:gd name="connsiteX137" fmla="*/ 706582 w 10490654"/>
                  <a:gd name="connsiteY137" fmla="*/ 6264023 h 10448096"/>
                  <a:gd name="connsiteX138" fmla="*/ 318654 w 10490654"/>
                  <a:gd name="connsiteY138" fmla="*/ 6291732 h 10448096"/>
                  <a:gd name="connsiteX139" fmla="*/ 96982 w 10490654"/>
                  <a:gd name="connsiteY139" fmla="*/ 6444132 h 10448096"/>
                  <a:gd name="connsiteX140" fmla="*/ 0 w 10490654"/>
                  <a:gd name="connsiteY140" fmla="*/ 6347150 h 10448096"/>
                  <a:gd name="connsiteX141" fmla="*/ 83127 w 10490654"/>
                  <a:gd name="connsiteY141" fmla="*/ 6291732 h 10448096"/>
                  <a:gd name="connsiteX0" fmla="*/ 83127 w 10490654"/>
                  <a:gd name="connsiteY0" fmla="*/ 6291732 h 10448096"/>
                  <a:gd name="connsiteX1" fmla="*/ 96982 w 10490654"/>
                  <a:gd name="connsiteY1" fmla="*/ 5848386 h 10448096"/>
                  <a:gd name="connsiteX2" fmla="*/ 401782 w 10490654"/>
                  <a:gd name="connsiteY2" fmla="*/ 5585150 h 10448096"/>
                  <a:gd name="connsiteX3" fmla="*/ 651163 w 10490654"/>
                  <a:gd name="connsiteY3" fmla="*/ 5723696 h 10448096"/>
                  <a:gd name="connsiteX4" fmla="*/ 858982 w 10490654"/>
                  <a:gd name="connsiteY4" fmla="*/ 5557441 h 10448096"/>
                  <a:gd name="connsiteX5" fmla="*/ 997527 w 10490654"/>
                  <a:gd name="connsiteY5" fmla="*/ 5405041 h 10448096"/>
                  <a:gd name="connsiteX6" fmla="*/ 1080654 w 10490654"/>
                  <a:gd name="connsiteY6" fmla="*/ 5488168 h 10448096"/>
                  <a:gd name="connsiteX7" fmla="*/ 1269312 w 10490654"/>
                  <a:gd name="connsiteY7" fmla="*/ 5732834 h 10448096"/>
                  <a:gd name="connsiteX8" fmla="*/ 1523116 w 10490654"/>
                  <a:gd name="connsiteY8" fmla="*/ 5534154 h 10448096"/>
                  <a:gd name="connsiteX9" fmla="*/ 1731818 w 10490654"/>
                  <a:gd name="connsiteY9" fmla="*/ 5349623 h 10448096"/>
                  <a:gd name="connsiteX10" fmla="*/ 2022763 w 10490654"/>
                  <a:gd name="connsiteY10" fmla="*/ 5114096 h 10448096"/>
                  <a:gd name="connsiteX11" fmla="*/ 2119745 w 10490654"/>
                  <a:gd name="connsiteY11" fmla="*/ 4684605 h 10448096"/>
                  <a:gd name="connsiteX12" fmla="*/ 2172511 w 10490654"/>
                  <a:gd name="connsiteY12" fmla="*/ 4217972 h 10448096"/>
                  <a:gd name="connsiteX13" fmla="*/ 2355272 w 10490654"/>
                  <a:gd name="connsiteY13" fmla="*/ 3908750 h 10448096"/>
                  <a:gd name="connsiteX14" fmla="*/ 2752497 w 10490654"/>
                  <a:gd name="connsiteY14" fmla="*/ 3528216 h 10448096"/>
                  <a:gd name="connsiteX15" fmla="*/ 2978727 w 10490654"/>
                  <a:gd name="connsiteY15" fmla="*/ 3313005 h 10448096"/>
                  <a:gd name="connsiteX16" fmla="*/ 3006436 w 10490654"/>
                  <a:gd name="connsiteY16" fmla="*/ 2869659 h 10448096"/>
                  <a:gd name="connsiteX17" fmla="*/ 3075709 w 10490654"/>
                  <a:gd name="connsiteY17" fmla="*/ 2578714 h 10448096"/>
                  <a:gd name="connsiteX18" fmla="*/ 3075709 w 10490654"/>
                  <a:gd name="connsiteY18" fmla="*/ 2370896 h 10448096"/>
                  <a:gd name="connsiteX19" fmla="*/ 3214254 w 10490654"/>
                  <a:gd name="connsiteY19" fmla="*/ 2038386 h 10448096"/>
                  <a:gd name="connsiteX20" fmla="*/ 3214254 w 10490654"/>
                  <a:gd name="connsiteY20" fmla="*/ 1747441 h 10448096"/>
                  <a:gd name="connsiteX21" fmla="*/ 3513454 w 10490654"/>
                  <a:gd name="connsiteY21" fmla="*/ 1179405 h 10448096"/>
                  <a:gd name="connsiteX22" fmla="*/ 3463636 w 10490654"/>
                  <a:gd name="connsiteY22" fmla="*/ 805332 h 10448096"/>
                  <a:gd name="connsiteX23" fmla="*/ 3491345 w 10490654"/>
                  <a:gd name="connsiteY23" fmla="*/ 597514 h 10448096"/>
                  <a:gd name="connsiteX24" fmla="*/ 3823854 w 10490654"/>
                  <a:gd name="connsiteY24" fmla="*/ 237296 h 10448096"/>
                  <a:gd name="connsiteX25" fmla="*/ 4017818 w 10490654"/>
                  <a:gd name="connsiteY25" fmla="*/ 112605 h 10448096"/>
                  <a:gd name="connsiteX26" fmla="*/ 4433454 w 10490654"/>
                  <a:gd name="connsiteY26" fmla="*/ 348132 h 10448096"/>
                  <a:gd name="connsiteX27" fmla="*/ 4599709 w 10490654"/>
                  <a:gd name="connsiteY27" fmla="*/ 542096 h 10448096"/>
                  <a:gd name="connsiteX28" fmla="*/ 5070763 w 10490654"/>
                  <a:gd name="connsiteY28" fmla="*/ 597514 h 10448096"/>
                  <a:gd name="connsiteX29" fmla="*/ 5391187 w 10490654"/>
                  <a:gd name="connsiteY29" fmla="*/ 656763 h 10448096"/>
                  <a:gd name="connsiteX30" fmla="*/ 5647937 w 10490654"/>
                  <a:gd name="connsiteY30" fmla="*/ 673271 h 10448096"/>
                  <a:gd name="connsiteX31" fmla="*/ 5860472 w 10490654"/>
                  <a:gd name="connsiteY31" fmla="*/ 334277 h 10448096"/>
                  <a:gd name="connsiteX32" fmla="*/ 6123709 w 10490654"/>
                  <a:gd name="connsiteY32" fmla="*/ 375841 h 10448096"/>
                  <a:gd name="connsiteX33" fmla="*/ 6594763 w 10490654"/>
                  <a:gd name="connsiteY33" fmla="*/ 237296 h 10448096"/>
                  <a:gd name="connsiteX34" fmla="*/ 6761018 w 10490654"/>
                  <a:gd name="connsiteY34" fmla="*/ 181877 h 10448096"/>
                  <a:gd name="connsiteX35" fmla="*/ 7038109 w 10490654"/>
                  <a:gd name="connsiteY35" fmla="*/ 251150 h 10448096"/>
                  <a:gd name="connsiteX36" fmla="*/ 7232072 w 10490654"/>
                  <a:gd name="connsiteY36" fmla="*/ 71041 h 10448096"/>
                  <a:gd name="connsiteX37" fmla="*/ 7363248 w 10490654"/>
                  <a:gd name="connsiteY37" fmla="*/ 0 h 10448096"/>
                  <a:gd name="connsiteX38" fmla="*/ 7606145 w 10490654"/>
                  <a:gd name="connsiteY38" fmla="*/ 57186 h 10448096"/>
                  <a:gd name="connsiteX39" fmla="*/ 7910945 w 10490654"/>
                  <a:gd name="connsiteY39" fmla="*/ 181877 h 10448096"/>
                  <a:gd name="connsiteX40" fmla="*/ 8312727 w 10490654"/>
                  <a:gd name="connsiteY40" fmla="*/ 112605 h 10448096"/>
                  <a:gd name="connsiteX41" fmla="*/ 8647005 w 10490654"/>
                  <a:gd name="connsiteY41" fmla="*/ 449831 h 10448096"/>
                  <a:gd name="connsiteX42" fmla="*/ 8908472 w 10490654"/>
                  <a:gd name="connsiteY42" fmla="*/ 597514 h 10448096"/>
                  <a:gd name="connsiteX43" fmla="*/ 9088582 w 10490654"/>
                  <a:gd name="connsiteY43" fmla="*/ 500532 h 10448096"/>
                  <a:gd name="connsiteX44" fmla="*/ 9351818 w 10490654"/>
                  <a:gd name="connsiteY44" fmla="*/ 445114 h 10448096"/>
                  <a:gd name="connsiteX45" fmla="*/ 9518072 w 10490654"/>
                  <a:gd name="connsiteY45" fmla="*/ 420943 h 10448096"/>
                  <a:gd name="connsiteX46" fmla="*/ 9646301 w 10490654"/>
                  <a:gd name="connsiteY46" fmla="*/ 422711 h 10448096"/>
                  <a:gd name="connsiteX47" fmla="*/ 10002982 w 10490654"/>
                  <a:gd name="connsiteY47" fmla="*/ 846896 h 10448096"/>
                  <a:gd name="connsiteX48" fmla="*/ 10238509 w 10490654"/>
                  <a:gd name="connsiteY48" fmla="*/ 1040859 h 10448096"/>
                  <a:gd name="connsiteX49" fmla="*/ 10224654 w 10490654"/>
                  <a:gd name="connsiteY49" fmla="*/ 1304096 h 10448096"/>
                  <a:gd name="connsiteX50" fmla="*/ 10238509 w 10490654"/>
                  <a:gd name="connsiteY50" fmla="*/ 1498059 h 10448096"/>
                  <a:gd name="connsiteX51" fmla="*/ 10280072 w 10490654"/>
                  <a:gd name="connsiteY51" fmla="*/ 1622750 h 10448096"/>
                  <a:gd name="connsiteX52" fmla="*/ 10490654 w 10490654"/>
                  <a:gd name="connsiteY52" fmla="*/ 1807021 h 10448096"/>
                  <a:gd name="connsiteX53" fmla="*/ 10077929 w 10490654"/>
                  <a:gd name="connsiteY53" fmla="*/ 2260393 h 10448096"/>
                  <a:gd name="connsiteX54" fmla="*/ 9781309 w 10490654"/>
                  <a:gd name="connsiteY54" fmla="*/ 2551005 h 10448096"/>
                  <a:gd name="connsiteX55" fmla="*/ 9601200 w 10490654"/>
                  <a:gd name="connsiteY55" fmla="*/ 3479259 h 10448096"/>
                  <a:gd name="connsiteX56" fmla="*/ 9601200 w 10490654"/>
                  <a:gd name="connsiteY56" fmla="*/ 3770205 h 10448096"/>
                  <a:gd name="connsiteX57" fmla="*/ 9365672 w 10490654"/>
                  <a:gd name="connsiteY57" fmla="*/ 3964168 h 10448096"/>
                  <a:gd name="connsiteX58" fmla="*/ 9310254 w 10490654"/>
                  <a:gd name="connsiteY58" fmla="*/ 4130423 h 10448096"/>
                  <a:gd name="connsiteX59" fmla="*/ 9199418 w 10490654"/>
                  <a:gd name="connsiteY59" fmla="*/ 4338241 h 10448096"/>
                  <a:gd name="connsiteX60" fmla="*/ 9268691 w 10490654"/>
                  <a:gd name="connsiteY60" fmla="*/ 4504496 h 10448096"/>
                  <a:gd name="connsiteX61" fmla="*/ 9337963 w 10490654"/>
                  <a:gd name="connsiteY61" fmla="*/ 4712314 h 10448096"/>
                  <a:gd name="connsiteX62" fmla="*/ 9382180 w 10490654"/>
                  <a:gd name="connsiteY62" fmla="*/ 4968181 h 10448096"/>
                  <a:gd name="connsiteX63" fmla="*/ 9434945 w 10490654"/>
                  <a:gd name="connsiteY63" fmla="*/ 5266496 h 10448096"/>
                  <a:gd name="connsiteX64" fmla="*/ 9462654 w 10490654"/>
                  <a:gd name="connsiteY64" fmla="*/ 5668277 h 10448096"/>
                  <a:gd name="connsiteX65" fmla="*/ 9587345 w 10490654"/>
                  <a:gd name="connsiteY65" fmla="*/ 6028496 h 10448096"/>
                  <a:gd name="connsiteX66" fmla="*/ 9545782 w 10490654"/>
                  <a:gd name="connsiteY66" fmla="*/ 6430277 h 10448096"/>
                  <a:gd name="connsiteX67" fmla="*/ 9933709 w 10490654"/>
                  <a:gd name="connsiteY67" fmla="*/ 6915186 h 10448096"/>
                  <a:gd name="connsiteX68" fmla="*/ 10094363 w 10490654"/>
                  <a:gd name="connsiteY68" fmla="*/ 7274520 h 10448096"/>
                  <a:gd name="connsiteX69" fmla="*/ 10232908 w 10490654"/>
                  <a:gd name="connsiteY69" fmla="*/ 7568119 h 10448096"/>
                  <a:gd name="connsiteX70" fmla="*/ 9670472 w 10490654"/>
                  <a:gd name="connsiteY70" fmla="*/ 7594059 h 10448096"/>
                  <a:gd name="connsiteX71" fmla="*/ 9337963 w 10490654"/>
                  <a:gd name="connsiteY71" fmla="*/ 7704896 h 10448096"/>
                  <a:gd name="connsiteX72" fmla="*/ 9102436 w 10490654"/>
                  <a:gd name="connsiteY72" fmla="*/ 7843441 h 10448096"/>
                  <a:gd name="connsiteX73" fmla="*/ 9019309 w 10490654"/>
                  <a:gd name="connsiteY73" fmla="*/ 8051259 h 10448096"/>
                  <a:gd name="connsiteX74" fmla="*/ 8956730 w 10490654"/>
                  <a:gd name="connsiteY74" fmla="*/ 8148241 h 10448096"/>
                  <a:gd name="connsiteX75" fmla="*/ 9027559 w 10490654"/>
                  <a:gd name="connsiteY75" fmla="*/ 8577732 h 10448096"/>
                  <a:gd name="connsiteX76" fmla="*/ 9030673 w 10490654"/>
                  <a:gd name="connsiteY76" fmla="*/ 8811236 h 10448096"/>
                  <a:gd name="connsiteX77" fmla="*/ 8991600 w 10490654"/>
                  <a:gd name="connsiteY77" fmla="*/ 9021077 h 10448096"/>
                  <a:gd name="connsiteX78" fmla="*/ 8894618 w 10490654"/>
                  <a:gd name="connsiteY78" fmla="*/ 9325877 h 10448096"/>
                  <a:gd name="connsiteX79" fmla="*/ 8922327 w 10490654"/>
                  <a:gd name="connsiteY79" fmla="*/ 9589114 h 10448096"/>
                  <a:gd name="connsiteX80" fmla="*/ 9144000 w 10490654"/>
                  <a:gd name="connsiteY80" fmla="*/ 9755368 h 10448096"/>
                  <a:gd name="connsiteX81" fmla="*/ 9353374 w 10490654"/>
                  <a:gd name="connsiteY81" fmla="*/ 9906212 h 10448096"/>
                  <a:gd name="connsiteX82" fmla="*/ 9529903 w 10490654"/>
                  <a:gd name="connsiteY82" fmla="*/ 9958205 h 10448096"/>
                  <a:gd name="connsiteX83" fmla="*/ 9625328 w 10490654"/>
                  <a:gd name="connsiteY83" fmla="*/ 9844256 h 10448096"/>
                  <a:gd name="connsiteX84" fmla="*/ 9667359 w 10490654"/>
                  <a:gd name="connsiteY84" fmla="*/ 9856554 h 10448096"/>
                  <a:gd name="connsiteX85" fmla="*/ 9668916 w 10490654"/>
                  <a:gd name="connsiteY85" fmla="*/ 10309550 h 10448096"/>
                  <a:gd name="connsiteX86" fmla="*/ 9495500 w 10490654"/>
                  <a:gd name="connsiteY86" fmla="*/ 10359209 h 10448096"/>
                  <a:gd name="connsiteX87" fmla="*/ 9310254 w 10490654"/>
                  <a:gd name="connsiteY87" fmla="*/ 10448096 h 10448096"/>
                  <a:gd name="connsiteX88" fmla="*/ 9227127 w 10490654"/>
                  <a:gd name="connsiteY88" fmla="*/ 10295696 h 10448096"/>
                  <a:gd name="connsiteX89" fmla="*/ 9033163 w 10490654"/>
                  <a:gd name="connsiteY89" fmla="*/ 10046314 h 10448096"/>
                  <a:gd name="connsiteX90" fmla="*/ 8825345 w 10490654"/>
                  <a:gd name="connsiteY90" fmla="*/ 9866205 h 10448096"/>
                  <a:gd name="connsiteX91" fmla="*/ 8534400 w 10490654"/>
                  <a:gd name="connsiteY91" fmla="*/ 9755368 h 10448096"/>
                  <a:gd name="connsiteX92" fmla="*/ 8423563 w 10490654"/>
                  <a:gd name="connsiteY92" fmla="*/ 9699950 h 10448096"/>
                  <a:gd name="connsiteX93" fmla="*/ 8285018 w 10490654"/>
                  <a:gd name="connsiteY93" fmla="*/ 9533696 h 10448096"/>
                  <a:gd name="connsiteX94" fmla="*/ 8257309 w 10490654"/>
                  <a:gd name="connsiteY94" fmla="*/ 9395150 h 10448096"/>
                  <a:gd name="connsiteX95" fmla="*/ 8146472 w 10490654"/>
                  <a:gd name="connsiteY95" fmla="*/ 9409005 h 10448096"/>
                  <a:gd name="connsiteX96" fmla="*/ 8091054 w 10490654"/>
                  <a:gd name="connsiteY96" fmla="*/ 9630677 h 10448096"/>
                  <a:gd name="connsiteX97" fmla="*/ 7806336 w 10490654"/>
                  <a:gd name="connsiteY97" fmla="*/ 9636437 h 10448096"/>
                  <a:gd name="connsiteX98" fmla="*/ 7567694 w 10490654"/>
                  <a:gd name="connsiteY98" fmla="*/ 9573236 h 10448096"/>
                  <a:gd name="connsiteX99" fmla="*/ 7466043 w 10490654"/>
                  <a:gd name="connsiteY99" fmla="*/ 9524511 h 10448096"/>
                  <a:gd name="connsiteX100" fmla="*/ 7287491 w 10490654"/>
                  <a:gd name="connsiteY100" fmla="*/ 9503028 h 10448096"/>
                  <a:gd name="connsiteX101" fmla="*/ 7221797 w 10490654"/>
                  <a:gd name="connsiteY101" fmla="*/ 9175034 h 10448096"/>
                  <a:gd name="connsiteX102" fmla="*/ 6954982 w 10490654"/>
                  <a:gd name="connsiteY102" fmla="*/ 9242750 h 10448096"/>
                  <a:gd name="connsiteX103" fmla="*/ 6710737 w 10490654"/>
                  <a:gd name="connsiteY103" fmla="*/ 9315137 h 10448096"/>
                  <a:gd name="connsiteX104" fmla="*/ 6674777 w 10490654"/>
                  <a:gd name="connsiteY104" fmla="*/ 9116036 h 10448096"/>
                  <a:gd name="connsiteX105" fmla="*/ 6511636 w 10490654"/>
                  <a:gd name="connsiteY105" fmla="*/ 9007223 h 10448096"/>
                  <a:gd name="connsiteX106" fmla="*/ 6428509 w 10490654"/>
                  <a:gd name="connsiteY106" fmla="*/ 9007223 h 10448096"/>
                  <a:gd name="connsiteX107" fmla="*/ 6325922 w 10490654"/>
                  <a:gd name="connsiteY107" fmla="*/ 9110431 h 10448096"/>
                  <a:gd name="connsiteX108" fmla="*/ 6167763 w 10490654"/>
                  <a:gd name="connsiteY108" fmla="*/ 9031351 h 10448096"/>
                  <a:gd name="connsiteX109" fmla="*/ 6002132 w 10490654"/>
                  <a:gd name="connsiteY109" fmla="*/ 9146858 h 10448096"/>
                  <a:gd name="connsiteX110" fmla="*/ 5749636 w 10490654"/>
                  <a:gd name="connsiteY110" fmla="*/ 9104205 h 10448096"/>
                  <a:gd name="connsiteX111" fmla="*/ 5674760 w 10490654"/>
                  <a:gd name="connsiteY111" fmla="*/ 9135028 h 10448096"/>
                  <a:gd name="connsiteX112" fmla="*/ 5507415 w 10490654"/>
                  <a:gd name="connsiteY112" fmla="*/ 9181261 h 10448096"/>
                  <a:gd name="connsiteX113" fmla="*/ 5505859 w 10490654"/>
                  <a:gd name="connsiteY113" fmla="*/ 8924096 h 10448096"/>
                  <a:gd name="connsiteX114" fmla="*/ 5505857 w 10490654"/>
                  <a:gd name="connsiteY114" fmla="*/ 8688101 h 10448096"/>
                  <a:gd name="connsiteX115" fmla="*/ 5336024 w 10490654"/>
                  <a:gd name="connsiteY115" fmla="*/ 8386416 h 10448096"/>
                  <a:gd name="connsiteX116" fmla="*/ 5230324 w 10490654"/>
                  <a:gd name="connsiteY116" fmla="*/ 8135944 h 10448096"/>
                  <a:gd name="connsiteX117" fmla="*/ 5317031 w 10490654"/>
                  <a:gd name="connsiteY117" fmla="*/ 7663332 h 10448096"/>
                  <a:gd name="connsiteX118" fmla="*/ 5201059 w 10490654"/>
                  <a:gd name="connsiteY118" fmla="*/ 7373476 h 10448096"/>
                  <a:gd name="connsiteX119" fmla="*/ 5250872 w 10490654"/>
                  <a:gd name="connsiteY119" fmla="*/ 7123005 h 10448096"/>
                  <a:gd name="connsiteX120" fmla="*/ 5245735 w 10490654"/>
                  <a:gd name="connsiteY120" fmla="*/ 7071789 h 10448096"/>
                  <a:gd name="connsiteX121" fmla="*/ 4577603 w 10490654"/>
                  <a:gd name="connsiteY121" fmla="*/ 7067120 h 10448096"/>
                  <a:gd name="connsiteX122" fmla="*/ 4528412 w 10490654"/>
                  <a:gd name="connsiteY122" fmla="*/ 6893704 h 10448096"/>
                  <a:gd name="connsiteX123" fmla="*/ 4038834 w 10490654"/>
                  <a:gd name="connsiteY123" fmla="*/ 6869576 h 10448096"/>
                  <a:gd name="connsiteX124" fmla="*/ 3976254 w 10490654"/>
                  <a:gd name="connsiteY124" fmla="*/ 7123005 h 10448096"/>
                  <a:gd name="connsiteX125" fmla="*/ 3932667 w 10490654"/>
                  <a:gd name="connsiteY125" fmla="*/ 7334403 h 10448096"/>
                  <a:gd name="connsiteX126" fmla="*/ 3884155 w 10490654"/>
                  <a:gd name="connsiteY126" fmla="*/ 7456604 h 10448096"/>
                  <a:gd name="connsiteX127" fmla="*/ 3572499 w 10490654"/>
                  <a:gd name="connsiteY127" fmla="*/ 7418574 h 10448096"/>
                  <a:gd name="connsiteX128" fmla="*/ 3311236 w 10490654"/>
                  <a:gd name="connsiteY128" fmla="*/ 7455514 h 10448096"/>
                  <a:gd name="connsiteX129" fmla="*/ 2921540 w 10490654"/>
                  <a:gd name="connsiteY129" fmla="*/ 7467599 h 10448096"/>
                  <a:gd name="connsiteX130" fmla="*/ 2784763 w 10490654"/>
                  <a:gd name="connsiteY130" fmla="*/ 7192277 h 10448096"/>
                  <a:gd name="connsiteX131" fmla="*/ 2604654 w 10490654"/>
                  <a:gd name="connsiteY131" fmla="*/ 6915186 h 10448096"/>
                  <a:gd name="connsiteX132" fmla="*/ 2410691 w 10490654"/>
                  <a:gd name="connsiteY132" fmla="*/ 6416423 h 10448096"/>
                  <a:gd name="connsiteX133" fmla="*/ 2327563 w 10490654"/>
                  <a:gd name="connsiteY133" fmla="*/ 6277877 h 10448096"/>
                  <a:gd name="connsiteX134" fmla="*/ 1662545 w 10490654"/>
                  <a:gd name="connsiteY134" fmla="*/ 6250168 h 10448096"/>
                  <a:gd name="connsiteX135" fmla="*/ 1233054 w 10490654"/>
                  <a:gd name="connsiteY135" fmla="*/ 6250168 h 10448096"/>
                  <a:gd name="connsiteX136" fmla="*/ 1136072 w 10490654"/>
                  <a:gd name="connsiteY136" fmla="*/ 6305586 h 10448096"/>
                  <a:gd name="connsiteX137" fmla="*/ 706582 w 10490654"/>
                  <a:gd name="connsiteY137" fmla="*/ 6264023 h 10448096"/>
                  <a:gd name="connsiteX138" fmla="*/ 318654 w 10490654"/>
                  <a:gd name="connsiteY138" fmla="*/ 6291732 h 10448096"/>
                  <a:gd name="connsiteX139" fmla="*/ 96982 w 10490654"/>
                  <a:gd name="connsiteY139" fmla="*/ 6444132 h 10448096"/>
                  <a:gd name="connsiteX140" fmla="*/ 0 w 10490654"/>
                  <a:gd name="connsiteY140" fmla="*/ 6347150 h 10448096"/>
                  <a:gd name="connsiteX141" fmla="*/ 83127 w 10490654"/>
                  <a:gd name="connsiteY141" fmla="*/ 6291732 h 10448096"/>
                  <a:gd name="connsiteX0" fmla="*/ 83127 w 10490654"/>
                  <a:gd name="connsiteY0" fmla="*/ 6291732 h 10448096"/>
                  <a:gd name="connsiteX1" fmla="*/ 96982 w 10490654"/>
                  <a:gd name="connsiteY1" fmla="*/ 5848386 h 10448096"/>
                  <a:gd name="connsiteX2" fmla="*/ 401782 w 10490654"/>
                  <a:gd name="connsiteY2" fmla="*/ 5585150 h 10448096"/>
                  <a:gd name="connsiteX3" fmla="*/ 651163 w 10490654"/>
                  <a:gd name="connsiteY3" fmla="*/ 5723696 h 10448096"/>
                  <a:gd name="connsiteX4" fmla="*/ 858982 w 10490654"/>
                  <a:gd name="connsiteY4" fmla="*/ 5557441 h 10448096"/>
                  <a:gd name="connsiteX5" fmla="*/ 997527 w 10490654"/>
                  <a:gd name="connsiteY5" fmla="*/ 5405041 h 10448096"/>
                  <a:gd name="connsiteX6" fmla="*/ 1080654 w 10490654"/>
                  <a:gd name="connsiteY6" fmla="*/ 5488168 h 10448096"/>
                  <a:gd name="connsiteX7" fmla="*/ 1269312 w 10490654"/>
                  <a:gd name="connsiteY7" fmla="*/ 5732834 h 10448096"/>
                  <a:gd name="connsiteX8" fmla="*/ 1523116 w 10490654"/>
                  <a:gd name="connsiteY8" fmla="*/ 5534154 h 10448096"/>
                  <a:gd name="connsiteX9" fmla="*/ 1731818 w 10490654"/>
                  <a:gd name="connsiteY9" fmla="*/ 5349623 h 10448096"/>
                  <a:gd name="connsiteX10" fmla="*/ 2022763 w 10490654"/>
                  <a:gd name="connsiteY10" fmla="*/ 5114096 h 10448096"/>
                  <a:gd name="connsiteX11" fmla="*/ 2119745 w 10490654"/>
                  <a:gd name="connsiteY11" fmla="*/ 4684605 h 10448096"/>
                  <a:gd name="connsiteX12" fmla="*/ 2172511 w 10490654"/>
                  <a:gd name="connsiteY12" fmla="*/ 4217972 h 10448096"/>
                  <a:gd name="connsiteX13" fmla="*/ 2355272 w 10490654"/>
                  <a:gd name="connsiteY13" fmla="*/ 3908750 h 10448096"/>
                  <a:gd name="connsiteX14" fmla="*/ 2752497 w 10490654"/>
                  <a:gd name="connsiteY14" fmla="*/ 3528216 h 10448096"/>
                  <a:gd name="connsiteX15" fmla="*/ 2978727 w 10490654"/>
                  <a:gd name="connsiteY15" fmla="*/ 3313005 h 10448096"/>
                  <a:gd name="connsiteX16" fmla="*/ 3006436 w 10490654"/>
                  <a:gd name="connsiteY16" fmla="*/ 2869659 h 10448096"/>
                  <a:gd name="connsiteX17" fmla="*/ 3075709 w 10490654"/>
                  <a:gd name="connsiteY17" fmla="*/ 2578714 h 10448096"/>
                  <a:gd name="connsiteX18" fmla="*/ 3075709 w 10490654"/>
                  <a:gd name="connsiteY18" fmla="*/ 2370896 h 10448096"/>
                  <a:gd name="connsiteX19" fmla="*/ 3214254 w 10490654"/>
                  <a:gd name="connsiteY19" fmla="*/ 2038386 h 10448096"/>
                  <a:gd name="connsiteX20" fmla="*/ 3214254 w 10490654"/>
                  <a:gd name="connsiteY20" fmla="*/ 1747441 h 10448096"/>
                  <a:gd name="connsiteX21" fmla="*/ 3513454 w 10490654"/>
                  <a:gd name="connsiteY21" fmla="*/ 1179405 h 10448096"/>
                  <a:gd name="connsiteX22" fmla="*/ 3463636 w 10490654"/>
                  <a:gd name="connsiteY22" fmla="*/ 805332 h 10448096"/>
                  <a:gd name="connsiteX23" fmla="*/ 3491345 w 10490654"/>
                  <a:gd name="connsiteY23" fmla="*/ 597514 h 10448096"/>
                  <a:gd name="connsiteX24" fmla="*/ 3823854 w 10490654"/>
                  <a:gd name="connsiteY24" fmla="*/ 237296 h 10448096"/>
                  <a:gd name="connsiteX25" fmla="*/ 4017818 w 10490654"/>
                  <a:gd name="connsiteY25" fmla="*/ 112605 h 10448096"/>
                  <a:gd name="connsiteX26" fmla="*/ 4433454 w 10490654"/>
                  <a:gd name="connsiteY26" fmla="*/ 348132 h 10448096"/>
                  <a:gd name="connsiteX27" fmla="*/ 4599709 w 10490654"/>
                  <a:gd name="connsiteY27" fmla="*/ 542096 h 10448096"/>
                  <a:gd name="connsiteX28" fmla="*/ 5070763 w 10490654"/>
                  <a:gd name="connsiteY28" fmla="*/ 597514 h 10448096"/>
                  <a:gd name="connsiteX29" fmla="*/ 5391187 w 10490654"/>
                  <a:gd name="connsiteY29" fmla="*/ 656763 h 10448096"/>
                  <a:gd name="connsiteX30" fmla="*/ 5595074 w 10490654"/>
                  <a:gd name="connsiteY30" fmla="*/ 604209 h 10448096"/>
                  <a:gd name="connsiteX31" fmla="*/ 5860472 w 10490654"/>
                  <a:gd name="connsiteY31" fmla="*/ 334277 h 10448096"/>
                  <a:gd name="connsiteX32" fmla="*/ 6123709 w 10490654"/>
                  <a:gd name="connsiteY32" fmla="*/ 375841 h 10448096"/>
                  <a:gd name="connsiteX33" fmla="*/ 6594763 w 10490654"/>
                  <a:gd name="connsiteY33" fmla="*/ 237296 h 10448096"/>
                  <a:gd name="connsiteX34" fmla="*/ 6761018 w 10490654"/>
                  <a:gd name="connsiteY34" fmla="*/ 181877 h 10448096"/>
                  <a:gd name="connsiteX35" fmla="*/ 7038109 w 10490654"/>
                  <a:gd name="connsiteY35" fmla="*/ 251150 h 10448096"/>
                  <a:gd name="connsiteX36" fmla="*/ 7232072 w 10490654"/>
                  <a:gd name="connsiteY36" fmla="*/ 71041 h 10448096"/>
                  <a:gd name="connsiteX37" fmla="*/ 7363248 w 10490654"/>
                  <a:gd name="connsiteY37" fmla="*/ 0 h 10448096"/>
                  <a:gd name="connsiteX38" fmla="*/ 7606145 w 10490654"/>
                  <a:gd name="connsiteY38" fmla="*/ 57186 h 10448096"/>
                  <a:gd name="connsiteX39" fmla="*/ 7910945 w 10490654"/>
                  <a:gd name="connsiteY39" fmla="*/ 181877 h 10448096"/>
                  <a:gd name="connsiteX40" fmla="*/ 8312727 w 10490654"/>
                  <a:gd name="connsiteY40" fmla="*/ 112605 h 10448096"/>
                  <a:gd name="connsiteX41" fmla="*/ 8647005 w 10490654"/>
                  <a:gd name="connsiteY41" fmla="*/ 449831 h 10448096"/>
                  <a:gd name="connsiteX42" fmla="*/ 8908472 w 10490654"/>
                  <a:gd name="connsiteY42" fmla="*/ 597514 h 10448096"/>
                  <a:gd name="connsiteX43" fmla="*/ 9088582 w 10490654"/>
                  <a:gd name="connsiteY43" fmla="*/ 500532 h 10448096"/>
                  <a:gd name="connsiteX44" fmla="*/ 9351818 w 10490654"/>
                  <a:gd name="connsiteY44" fmla="*/ 445114 h 10448096"/>
                  <a:gd name="connsiteX45" fmla="*/ 9518072 w 10490654"/>
                  <a:gd name="connsiteY45" fmla="*/ 420943 h 10448096"/>
                  <a:gd name="connsiteX46" fmla="*/ 9646301 w 10490654"/>
                  <a:gd name="connsiteY46" fmla="*/ 422711 h 10448096"/>
                  <a:gd name="connsiteX47" fmla="*/ 10002982 w 10490654"/>
                  <a:gd name="connsiteY47" fmla="*/ 846896 h 10448096"/>
                  <a:gd name="connsiteX48" fmla="*/ 10238509 w 10490654"/>
                  <a:gd name="connsiteY48" fmla="*/ 1040859 h 10448096"/>
                  <a:gd name="connsiteX49" fmla="*/ 10224654 w 10490654"/>
                  <a:gd name="connsiteY49" fmla="*/ 1304096 h 10448096"/>
                  <a:gd name="connsiteX50" fmla="*/ 10238509 w 10490654"/>
                  <a:gd name="connsiteY50" fmla="*/ 1498059 h 10448096"/>
                  <a:gd name="connsiteX51" fmla="*/ 10280072 w 10490654"/>
                  <a:gd name="connsiteY51" fmla="*/ 1622750 h 10448096"/>
                  <a:gd name="connsiteX52" fmla="*/ 10490654 w 10490654"/>
                  <a:gd name="connsiteY52" fmla="*/ 1807021 h 10448096"/>
                  <a:gd name="connsiteX53" fmla="*/ 10077929 w 10490654"/>
                  <a:gd name="connsiteY53" fmla="*/ 2260393 h 10448096"/>
                  <a:gd name="connsiteX54" fmla="*/ 9781309 w 10490654"/>
                  <a:gd name="connsiteY54" fmla="*/ 2551005 h 10448096"/>
                  <a:gd name="connsiteX55" fmla="*/ 9601200 w 10490654"/>
                  <a:gd name="connsiteY55" fmla="*/ 3479259 h 10448096"/>
                  <a:gd name="connsiteX56" fmla="*/ 9601200 w 10490654"/>
                  <a:gd name="connsiteY56" fmla="*/ 3770205 h 10448096"/>
                  <a:gd name="connsiteX57" fmla="*/ 9365672 w 10490654"/>
                  <a:gd name="connsiteY57" fmla="*/ 3964168 h 10448096"/>
                  <a:gd name="connsiteX58" fmla="*/ 9310254 w 10490654"/>
                  <a:gd name="connsiteY58" fmla="*/ 4130423 h 10448096"/>
                  <a:gd name="connsiteX59" fmla="*/ 9199418 w 10490654"/>
                  <a:gd name="connsiteY59" fmla="*/ 4338241 h 10448096"/>
                  <a:gd name="connsiteX60" fmla="*/ 9268691 w 10490654"/>
                  <a:gd name="connsiteY60" fmla="*/ 4504496 h 10448096"/>
                  <a:gd name="connsiteX61" fmla="*/ 9337963 w 10490654"/>
                  <a:gd name="connsiteY61" fmla="*/ 4712314 h 10448096"/>
                  <a:gd name="connsiteX62" fmla="*/ 9382180 w 10490654"/>
                  <a:gd name="connsiteY62" fmla="*/ 4968181 h 10448096"/>
                  <a:gd name="connsiteX63" fmla="*/ 9434945 w 10490654"/>
                  <a:gd name="connsiteY63" fmla="*/ 5266496 h 10448096"/>
                  <a:gd name="connsiteX64" fmla="*/ 9462654 w 10490654"/>
                  <a:gd name="connsiteY64" fmla="*/ 5668277 h 10448096"/>
                  <a:gd name="connsiteX65" fmla="*/ 9587345 w 10490654"/>
                  <a:gd name="connsiteY65" fmla="*/ 6028496 h 10448096"/>
                  <a:gd name="connsiteX66" fmla="*/ 9545782 w 10490654"/>
                  <a:gd name="connsiteY66" fmla="*/ 6430277 h 10448096"/>
                  <a:gd name="connsiteX67" fmla="*/ 9933709 w 10490654"/>
                  <a:gd name="connsiteY67" fmla="*/ 6915186 h 10448096"/>
                  <a:gd name="connsiteX68" fmla="*/ 10094363 w 10490654"/>
                  <a:gd name="connsiteY68" fmla="*/ 7274520 h 10448096"/>
                  <a:gd name="connsiteX69" fmla="*/ 10232908 w 10490654"/>
                  <a:gd name="connsiteY69" fmla="*/ 7568119 h 10448096"/>
                  <a:gd name="connsiteX70" fmla="*/ 9670472 w 10490654"/>
                  <a:gd name="connsiteY70" fmla="*/ 7594059 h 10448096"/>
                  <a:gd name="connsiteX71" fmla="*/ 9337963 w 10490654"/>
                  <a:gd name="connsiteY71" fmla="*/ 7704896 h 10448096"/>
                  <a:gd name="connsiteX72" fmla="*/ 9102436 w 10490654"/>
                  <a:gd name="connsiteY72" fmla="*/ 7843441 h 10448096"/>
                  <a:gd name="connsiteX73" fmla="*/ 9019309 w 10490654"/>
                  <a:gd name="connsiteY73" fmla="*/ 8051259 h 10448096"/>
                  <a:gd name="connsiteX74" fmla="*/ 8956730 w 10490654"/>
                  <a:gd name="connsiteY74" fmla="*/ 8148241 h 10448096"/>
                  <a:gd name="connsiteX75" fmla="*/ 9027559 w 10490654"/>
                  <a:gd name="connsiteY75" fmla="*/ 8577732 h 10448096"/>
                  <a:gd name="connsiteX76" fmla="*/ 9030673 w 10490654"/>
                  <a:gd name="connsiteY76" fmla="*/ 8811236 h 10448096"/>
                  <a:gd name="connsiteX77" fmla="*/ 8991600 w 10490654"/>
                  <a:gd name="connsiteY77" fmla="*/ 9021077 h 10448096"/>
                  <a:gd name="connsiteX78" fmla="*/ 8894618 w 10490654"/>
                  <a:gd name="connsiteY78" fmla="*/ 9325877 h 10448096"/>
                  <a:gd name="connsiteX79" fmla="*/ 8922327 w 10490654"/>
                  <a:gd name="connsiteY79" fmla="*/ 9589114 h 10448096"/>
                  <a:gd name="connsiteX80" fmla="*/ 9144000 w 10490654"/>
                  <a:gd name="connsiteY80" fmla="*/ 9755368 h 10448096"/>
                  <a:gd name="connsiteX81" fmla="*/ 9353374 w 10490654"/>
                  <a:gd name="connsiteY81" fmla="*/ 9906212 h 10448096"/>
                  <a:gd name="connsiteX82" fmla="*/ 9529903 w 10490654"/>
                  <a:gd name="connsiteY82" fmla="*/ 9958205 h 10448096"/>
                  <a:gd name="connsiteX83" fmla="*/ 9625328 w 10490654"/>
                  <a:gd name="connsiteY83" fmla="*/ 9844256 h 10448096"/>
                  <a:gd name="connsiteX84" fmla="*/ 9667359 w 10490654"/>
                  <a:gd name="connsiteY84" fmla="*/ 9856554 h 10448096"/>
                  <a:gd name="connsiteX85" fmla="*/ 9668916 w 10490654"/>
                  <a:gd name="connsiteY85" fmla="*/ 10309550 h 10448096"/>
                  <a:gd name="connsiteX86" fmla="*/ 9495500 w 10490654"/>
                  <a:gd name="connsiteY86" fmla="*/ 10359209 h 10448096"/>
                  <a:gd name="connsiteX87" fmla="*/ 9310254 w 10490654"/>
                  <a:gd name="connsiteY87" fmla="*/ 10448096 h 10448096"/>
                  <a:gd name="connsiteX88" fmla="*/ 9227127 w 10490654"/>
                  <a:gd name="connsiteY88" fmla="*/ 10295696 h 10448096"/>
                  <a:gd name="connsiteX89" fmla="*/ 9033163 w 10490654"/>
                  <a:gd name="connsiteY89" fmla="*/ 10046314 h 10448096"/>
                  <a:gd name="connsiteX90" fmla="*/ 8825345 w 10490654"/>
                  <a:gd name="connsiteY90" fmla="*/ 9866205 h 10448096"/>
                  <a:gd name="connsiteX91" fmla="*/ 8534400 w 10490654"/>
                  <a:gd name="connsiteY91" fmla="*/ 9755368 h 10448096"/>
                  <a:gd name="connsiteX92" fmla="*/ 8423563 w 10490654"/>
                  <a:gd name="connsiteY92" fmla="*/ 9699950 h 10448096"/>
                  <a:gd name="connsiteX93" fmla="*/ 8285018 w 10490654"/>
                  <a:gd name="connsiteY93" fmla="*/ 9533696 h 10448096"/>
                  <a:gd name="connsiteX94" fmla="*/ 8257309 w 10490654"/>
                  <a:gd name="connsiteY94" fmla="*/ 9395150 h 10448096"/>
                  <a:gd name="connsiteX95" fmla="*/ 8146472 w 10490654"/>
                  <a:gd name="connsiteY95" fmla="*/ 9409005 h 10448096"/>
                  <a:gd name="connsiteX96" fmla="*/ 8091054 w 10490654"/>
                  <a:gd name="connsiteY96" fmla="*/ 9630677 h 10448096"/>
                  <a:gd name="connsiteX97" fmla="*/ 7806336 w 10490654"/>
                  <a:gd name="connsiteY97" fmla="*/ 9636437 h 10448096"/>
                  <a:gd name="connsiteX98" fmla="*/ 7567694 w 10490654"/>
                  <a:gd name="connsiteY98" fmla="*/ 9573236 h 10448096"/>
                  <a:gd name="connsiteX99" fmla="*/ 7466043 w 10490654"/>
                  <a:gd name="connsiteY99" fmla="*/ 9524511 h 10448096"/>
                  <a:gd name="connsiteX100" fmla="*/ 7287491 w 10490654"/>
                  <a:gd name="connsiteY100" fmla="*/ 9503028 h 10448096"/>
                  <a:gd name="connsiteX101" fmla="*/ 7221797 w 10490654"/>
                  <a:gd name="connsiteY101" fmla="*/ 9175034 h 10448096"/>
                  <a:gd name="connsiteX102" fmla="*/ 6954982 w 10490654"/>
                  <a:gd name="connsiteY102" fmla="*/ 9242750 h 10448096"/>
                  <a:gd name="connsiteX103" fmla="*/ 6710737 w 10490654"/>
                  <a:gd name="connsiteY103" fmla="*/ 9315137 h 10448096"/>
                  <a:gd name="connsiteX104" fmla="*/ 6674777 w 10490654"/>
                  <a:gd name="connsiteY104" fmla="*/ 9116036 h 10448096"/>
                  <a:gd name="connsiteX105" fmla="*/ 6511636 w 10490654"/>
                  <a:gd name="connsiteY105" fmla="*/ 9007223 h 10448096"/>
                  <a:gd name="connsiteX106" fmla="*/ 6428509 w 10490654"/>
                  <a:gd name="connsiteY106" fmla="*/ 9007223 h 10448096"/>
                  <a:gd name="connsiteX107" fmla="*/ 6325922 w 10490654"/>
                  <a:gd name="connsiteY107" fmla="*/ 9110431 h 10448096"/>
                  <a:gd name="connsiteX108" fmla="*/ 6167763 w 10490654"/>
                  <a:gd name="connsiteY108" fmla="*/ 9031351 h 10448096"/>
                  <a:gd name="connsiteX109" fmla="*/ 6002132 w 10490654"/>
                  <a:gd name="connsiteY109" fmla="*/ 9146858 h 10448096"/>
                  <a:gd name="connsiteX110" fmla="*/ 5749636 w 10490654"/>
                  <a:gd name="connsiteY110" fmla="*/ 9104205 h 10448096"/>
                  <a:gd name="connsiteX111" fmla="*/ 5674760 w 10490654"/>
                  <a:gd name="connsiteY111" fmla="*/ 9135028 h 10448096"/>
                  <a:gd name="connsiteX112" fmla="*/ 5507415 w 10490654"/>
                  <a:gd name="connsiteY112" fmla="*/ 9181261 h 10448096"/>
                  <a:gd name="connsiteX113" fmla="*/ 5505859 w 10490654"/>
                  <a:gd name="connsiteY113" fmla="*/ 8924096 h 10448096"/>
                  <a:gd name="connsiteX114" fmla="*/ 5505857 w 10490654"/>
                  <a:gd name="connsiteY114" fmla="*/ 8688101 h 10448096"/>
                  <a:gd name="connsiteX115" fmla="*/ 5336024 w 10490654"/>
                  <a:gd name="connsiteY115" fmla="*/ 8386416 h 10448096"/>
                  <a:gd name="connsiteX116" fmla="*/ 5230324 w 10490654"/>
                  <a:gd name="connsiteY116" fmla="*/ 8135944 h 10448096"/>
                  <a:gd name="connsiteX117" fmla="*/ 5317031 w 10490654"/>
                  <a:gd name="connsiteY117" fmla="*/ 7663332 h 10448096"/>
                  <a:gd name="connsiteX118" fmla="*/ 5201059 w 10490654"/>
                  <a:gd name="connsiteY118" fmla="*/ 7373476 h 10448096"/>
                  <a:gd name="connsiteX119" fmla="*/ 5250872 w 10490654"/>
                  <a:gd name="connsiteY119" fmla="*/ 7123005 h 10448096"/>
                  <a:gd name="connsiteX120" fmla="*/ 5245735 w 10490654"/>
                  <a:gd name="connsiteY120" fmla="*/ 7071789 h 10448096"/>
                  <a:gd name="connsiteX121" fmla="*/ 4577603 w 10490654"/>
                  <a:gd name="connsiteY121" fmla="*/ 7067120 h 10448096"/>
                  <a:gd name="connsiteX122" fmla="*/ 4528412 w 10490654"/>
                  <a:gd name="connsiteY122" fmla="*/ 6893704 h 10448096"/>
                  <a:gd name="connsiteX123" fmla="*/ 4038834 w 10490654"/>
                  <a:gd name="connsiteY123" fmla="*/ 6869576 h 10448096"/>
                  <a:gd name="connsiteX124" fmla="*/ 3976254 w 10490654"/>
                  <a:gd name="connsiteY124" fmla="*/ 7123005 h 10448096"/>
                  <a:gd name="connsiteX125" fmla="*/ 3932667 w 10490654"/>
                  <a:gd name="connsiteY125" fmla="*/ 7334403 h 10448096"/>
                  <a:gd name="connsiteX126" fmla="*/ 3884155 w 10490654"/>
                  <a:gd name="connsiteY126" fmla="*/ 7456604 h 10448096"/>
                  <a:gd name="connsiteX127" fmla="*/ 3572499 w 10490654"/>
                  <a:gd name="connsiteY127" fmla="*/ 7418574 h 10448096"/>
                  <a:gd name="connsiteX128" fmla="*/ 3311236 w 10490654"/>
                  <a:gd name="connsiteY128" fmla="*/ 7455514 h 10448096"/>
                  <a:gd name="connsiteX129" fmla="*/ 2921540 w 10490654"/>
                  <a:gd name="connsiteY129" fmla="*/ 7467599 h 10448096"/>
                  <a:gd name="connsiteX130" fmla="*/ 2784763 w 10490654"/>
                  <a:gd name="connsiteY130" fmla="*/ 7192277 h 10448096"/>
                  <a:gd name="connsiteX131" fmla="*/ 2604654 w 10490654"/>
                  <a:gd name="connsiteY131" fmla="*/ 6915186 h 10448096"/>
                  <a:gd name="connsiteX132" fmla="*/ 2410691 w 10490654"/>
                  <a:gd name="connsiteY132" fmla="*/ 6416423 h 10448096"/>
                  <a:gd name="connsiteX133" fmla="*/ 2327563 w 10490654"/>
                  <a:gd name="connsiteY133" fmla="*/ 6277877 h 10448096"/>
                  <a:gd name="connsiteX134" fmla="*/ 1662545 w 10490654"/>
                  <a:gd name="connsiteY134" fmla="*/ 6250168 h 10448096"/>
                  <a:gd name="connsiteX135" fmla="*/ 1233054 w 10490654"/>
                  <a:gd name="connsiteY135" fmla="*/ 6250168 h 10448096"/>
                  <a:gd name="connsiteX136" fmla="*/ 1136072 w 10490654"/>
                  <a:gd name="connsiteY136" fmla="*/ 6305586 h 10448096"/>
                  <a:gd name="connsiteX137" fmla="*/ 706582 w 10490654"/>
                  <a:gd name="connsiteY137" fmla="*/ 6264023 h 10448096"/>
                  <a:gd name="connsiteX138" fmla="*/ 318654 w 10490654"/>
                  <a:gd name="connsiteY138" fmla="*/ 6291732 h 10448096"/>
                  <a:gd name="connsiteX139" fmla="*/ 96982 w 10490654"/>
                  <a:gd name="connsiteY139" fmla="*/ 6444132 h 10448096"/>
                  <a:gd name="connsiteX140" fmla="*/ 0 w 10490654"/>
                  <a:gd name="connsiteY140" fmla="*/ 6347150 h 10448096"/>
                  <a:gd name="connsiteX141" fmla="*/ 83127 w 10490654"/>
                  <a:gd name="connsiteY141" fmla="*/ 6291732 h 10448096"/>
                  <a:gd name="connsiteX0" fmla="*/ 83127 w 10490654"/>
                  <a:gd name="connsiteY0" fmla="*/ 6291732 h 10448096"/>
                  <a:gd name="connsiteX1" fmla="*/ 96982 w 10490654"/>
                  <a:gd name="connsiteY1" fmla="*/ 5848386 h 10448096"/>
                  <a:gd name="connsiteX2" fmla="*/ 401782 w 10490654"/>
                  <a:gd name="connsiteY2" fmla="*/ 5585150 h 10448096"/>
                  <a:gd name="connsiteX3" fmla="*/ 651163 w 10490654"/>
                  <a:gd name="connsiteY3" fmla="*/ 5723696 h 10448096"/>
                  <a:gd name="connsiteX4" fmla="*/ 858982 w 10490654"/>
                  <a:gd name="connsiteY4" fmla="*/ 5557441 h 10448096"/>
                  <a:gd name="connsiteX5" fmla="*/ 997527 w 10490654"/>
                  <a:gd name="connsiteY5" fmla="*/ 5405041 h 10448096"/>
                  <a:gd name="connsiteX6" fmla="*/ 1080654 w 10490654"/>
                  <a:gd name="connsiteY6" fmla="*/ 5488168 h 10448096"/>
                  <a:gd name="connsiteX7" fmla="*/ 1269312 w 10490654"/>
                  <a:gd name="connsiteY7" fmla="*/ 5732834 h 10448096"/>
                  <a:gd name="connsiteX8" fmla="*/ 1523116 w 10490654"/>
                  <a:gd name="connsiteY8" fmla="*/ 5534154 h 10448096"/>
                  <a:gd name="connsiteX9" fmla="*/ 1731818 w 10490654"/>
                  <a:gd name="connsiteY9" fmla="*/ 5349623 h 10448096"/>
                  <a:gd name="connsiteX10" fmla="*/ 2022763 w 10490654"/>
                  <a:gd name="connsiteY10" fmla="*/ 5114096 h 10448096"/>
                  <a:gd name="connsiteX11" fmla="*/ 2119745 w 10490654"/>
                  <a:gd name="connsiteY11" fmla="*/ 4684605 h 10448096"/>
                  <a:gd name="connsiteX12" fmla="*/ 2172511 w 10490654"/>
                  <a:gd name="connsiteY12" fmla="*/ 4217972 h 10448096"/>
                  <a:gd name="connsiteX13" fmla="*/ 2355272 w 10490654"/>
                  <a:gd name="connsiteY13" fmla="*/ 3908750 h 10448096"/>
                  <a:gd name="connsiteX14" fmla="*/ 2752497 w 10490654"/>
                  <a:gd name="connsiteY14" fmla="*/ 3528216 h 10448096"/>
                  <a:gd name="connsiteX15" fmla="*/ 2978727 w 10490654"/>
                  <a:gd name="connsiteY15" fmla="*/ 3313005 h 10448096"/>
                  <a:gd name="connsiteX16" fmla="*/ 3006436 w 10490654"/>
                  <a:gd name="connsiteY16" fmla="*/ 2869659 h 10448096"/>
                  <a:gd name="connsiteX17" fmla="*/ 3075709 w 10490654"/>
                  <a:gd name="connsiteY17" fmla="*/ 2578714 h 10448096"/>
                  <a:gd name="connsiteX18" fmla="*/ 3075709 w 10490654"/>
                  <a:gd name="connsiteY18" fmla="*/ 2370896 h 10448096"/>
                  <a:gd name="connsiteX19" fmla="*/ 3214254 w 10490654"/>
                  <a:gd name="connsiteY19" fmla="*/ 2038386 h 10448096"/>
                  <a:gd name="connsiteX20" fmla="*/ 3214254 w 10490654"/>
                  <a:gd name="connsiteY20" fmla="*/ 1747441 h 10448096"/>
                  <a:gd name="connsiteX21" fmla="*/ 3513454 w 10490654"/>
                  <a:gd name="connsiteY21" fmla="*/ 1179405 h 10448096"/>
                  <a:gd name="connsiteX22" fmla="*/ 3463636 w 10490654"/>
                  <a:gd name="connsiteY22" fmla="*/ 805332 h 10448096"/>
                  <a:gd name="connsiteX23" fmla="*/ 3491345 w 10490654"/>
                  <a:gd name="connsiteY23" fmla="*/ 597514 h 10448096"/>
                  <a:gd name="connsiteX24" fmla="*/ 3823854 w 10490654"/>
                  <a:gd name="connsiteY24" fmla="*/ 237296 h 10448096"/>
                  <a:gd name="connsiteX25" fmla="*/ 4017818 w 10490654"/>
                  <a:gd name="connsiteY25" fmla="*/ 112605 h 10448096"/>
                  <a:gd name="connsiteX26" fmla="*/ 4433454 w 10490654"/>
                  <a:gd name="connsiteY26" fmla="*/ 348132 h 10448096"/>
                  <a:gd name="connsiteX27" fmla="*/ 4599709 w 10490654"/>
                  <a:gd name="connsiteY27" fmla="*/ 542096 h 10448096"/>
                  <a:gd name="connsiteX28" fmla="*/ 5070763 w 10490654"/>
                  <a:gd name="connsiteY28" fmla="*/ 597514 h 10448096"/>
                  <a:gd name="connsiteX29" fmla="*/ 5391187 w 10490654"/>
                  <a:gd name="connsiteY29" fmla="*/ 656763 h 10448096"/>
                  <a:gd name="connsiteX30" fmla="*/ 5568642 w 10490654"/>
                  <a:gd name="connsiteY30" fmla="*/ 641395 h 10448096"/>
                  <a:gd name="connsiteX31" fmla="*/ 5860472 w 10490654"/>
                  <a:gd name="connsiteY31" fmla="*/ 334277 h 10448096"/>
                  <a:gd name="connsiteX32" fmla="*/ 6123709 w 10490654"/>
                  <a:gd name="connsiteY32" fmla="*/ 375841 h 10448096"/>
                  <a:gd name="connsiteX33" fmla="*/ 6594763 w 10490654"/>
                  <a:gd name="connsiteY33" fmla="*/ 237296 h 10448096"/>
                  <a:gd name="connsiteX34" fmla="*/ 6761018 w 10490654"/>
                  <a:gd name="connsiteY34" fmla="*/ 181877 h 10448096"/>
                  <a:gd name="connsiteX35" fmla="*/ 7038109 w 10490654"/>
                  <a:gd name="connsiteY35" fmla="*/ 251150 h 10448096"/>
                  <a:gd name="connsiteX36" fmla="*/ 7232072 w 10490654"/>
                  <a:gd name="connsiteY36" fmla="*/ 71041 h 10448096"/>
                  <a:gd name="connsiteX37" fmla="*/ 7363248 w 10490654"/>
                  <a:gd name="connsiteY37" fmla="*/ 0 h 10448096"/>
                  <a:gd name="connsiteX38" fmla="*/ 7606145 w 10490654"/>
                  <a:gd name="connsiteY38" fmla="*/ 57186 h 10448096"/>
                  <a:gd name="connsiteX39" fmla="*/ 7910945 w 10490654"/>
                  <a:gd name="connsiteY39" fmla="*/ 181877 h 10448096"/>
                  <a:gd name="connsiteX40" fmla="*/ 8312727 w 10490654"/>
                  <a:gd name="connsiteY40" fmla="*/ 112605 h 10448096"/>
                  <a:gd name="connsiteX41" fmla="*/ 8647005 w 10490654"/>
                  <a:gd name="connsiteY41" fmla="*/ 449831 h 10448096"/>
                  <a:gd name="connsiteX42" fmla="*/ 8908472 w 10490654"/>
                  <a:gd name="connsiteY42" fmla="*/ 597514 h 10448096"/>
                  <a:gd name="connsiteX43" fmla="*/ 9088582 w 10490654"/>
                  <a:gd name="connsiteY43" fmla="*/ 500532 h 10448096"/>
                  <a:gd name="connsiteX44" fmla="*/ 9351818 w 10490654"/>
                  <a:gd name="connsiteY44" fmla="*/ 445114 h 10448096"/>
                  <a:gd name="connsiteX45" fmla="*/ 9518072 w 10490654"/>
                  <a:gd name="connsiteY45" fmla="*/ 420943 h 10448096"/>
                  <a:gd name="connsiteX46" fmla="*/ 9646301 w 10490654"/>
                  <a:gd name="connsiteY46" fmla="*/ 422711 h 10448096"/>
                  <a:gd name="connsiteX47" fmla="*/ 10002982 w 10490654"/>
                  <a:gd name="connsiteY47" fmla="*/ 846896 h 10448096"/>
                  <a:gd name="connsiteX48" fmla="*/ 10238509 w 10490654"/>
                  <a:gd name="connsiteY48" fmla="*/ 1040859 h 10448096"/>
                  <a:gd name="connsiteX49" fmla="*/ 10224654 w 10490654"/>
                  <a:gd name="connsiteY49" fmla="*/ 1304096 h 10448096"/>
                  <a:gd name="connsiteX50" fmla="*/ 10238509 w 10490654"/>
                  <a:gd name="connsiteY50" fmla="*/ 1498059 h 10448096"/>
                  <a:gd name="connsiteX51" fmla="*/ 10280072 w 10490654"/>
                  <a:gd name="connsiteY51" fmla="*/ 1622750 h 10448096"/>
                  <a:gd name="connsiteX52" fmla="*/ 10490654 w 10490654"/>
                  <a:gd name="connsiteY52" fmla="*/ 1807021 h 10448096"/>
                  <a:gd name="connsiteX53" fmla="*/ 10077929 w 10490654"/>
                  <a:gd name="connsiteY53" fmla="*/ 2260393 h 10448096"/>
                  <a:gd name="connsiteX54" fmla="*/ 9781309 w 10490654"/>
                  <a:gd name="connsiteY54" fmla="*/ 2551005 h 10448096"/>
                  <a:gd name="connsiteX55" fmla="*/ 9601200 w 10490654"/>
                  <a:gd name="connsiteY55" fmla="*/ 3479259 h 10448096"/>
                  <a:gd name="connsiteX56" fmla="*/ 9601200 w 10490654"/>
                  <a:gd name="connsiteY56" fmla="*/ 3770205 h 10448096"/>
                  <a:gd name="connsiteX57" fmla="*/ 9365672 w 10490654"/>
                  <a:gd name="connsiteY57" fmla="*/ 3964168 h 10448096"/>
                  <a:gd name="connsiteX58" fmla="*/ 9310254 w 10490654"/>
                  <a:gd name="connsiteY58" fmla="*/ 4130423 h 10448096"/>
                  <a:gd name="connsiteX59" fmla="*/ 9199418 w 10490654"/>
                  <a:gd name="connsiteY59" fmla="*/ 4338241 h 10448096"/>
                  <a:gd name="connsiteX60" fmla="*/ 9268691 w 10490654"/>
                  <a:gd name="connsiteY60" fmla="*/ 4504496 h 10448096"/>
                  <a:gd name="connsiteX61" fmla="*/ 9337963 w 10490654"/>
                  <a:gd name="connsiteY61" fmla="*/ 4712314 h 10448096"/>
                  <a:gd name="connsiteX62" fmla="*/ 9382180 w 10490654"/>
                  <a:gd name="connsiteY62" fmla="*/ 4968181 h 10448096"/>
                  <a:gd name="connsiteX63" fmla="*/ 9434945 w 10490654"/>
                  <a:gd name="connsiteY63" fmla="*/ 5266496 h 10448096"/>
                  <a:gd name="connsiteX64" fmla="*/ 9462654 w 10490654"/>
                  <a:gd name="connsiteY64" fmla="*/ 5668277 h 10448096"/>
                  <a:gd name="connsiteX65" fmla="*/ 9587345 w 10490654"/>
                  <a:gd name="connsiteY65" fmla="*/ 6028496 h 10448096"/>
                  <a:gd name="connsiteX66" fmla="*/ 9545782 w 10490654"/>
                  <a:gd name="connsiteY66" fmla="*/ 6430277 h 10448096"/>
                  <a:gd name="connsiteX67" fmla="*/ 9933709 w 10490654"/>
                  <a:gd name="connsiteY67" fmla="*/ 6915186 h 10448096"/>
                  <a:gd name="connsiteX68" fmla="*/ 10094363 w 10490654"/>
                  <a:gd name="connsiteY68" fmla="*/ 7274520 h 10448096"/>
                  <a:gd name="connsiteX69" fmla="*/ 10232908 w 10490654"/>
                  <a:gd name="connsiteY69" fmla="*/ 7568119 h 10448096"/>
                  <a:gd name="connsiteX70" fmla="*/ 9670472 w 10490654"/>
                  <a:gd name="connsiteY70" fmla="*/ 7594059 h 10448096"/>
                  <a:gd name="connsiteX71" fmla="*/ 9337963 w 10490654"/>
                  <a:gd name="connsiteY71" fmla="*/ 7704896 h 10448096"/>
                  <a:gd name="connsiteX72" fmla="*/ 9102436 w 10490654"/>
                  <a:gd name="connsiteY72" fmla="*/ 7843441 h 10448096"/>
                  <a:gd name="connsiteX73" fmla="*/ 9019309 w 10490654"/>
                  <a:gd name="connsiteY73" fmla="*/ 8051259 h 10448096"/>
                  <a:gd name="connsiteX74" fmla="*/ 8956730 w 10490654"/>
                  <a:gd name="connsiteY74" fmla="*/ 8148241 h 10448096"/>
                  <a:gd name="connsiteX75" fmla="*/ 9027559 w 10490654"/>
                  <a:gd name="connsiteY75" fmla="*/ 8577732 h 10448096"/>
                  <a:gd name="connsiteX76" fmla="*/ 9030673 w 10490654"/>
                  <a:gd name="connsiteY76" fmla="*/ 8811236 h 10448096"/>
                  <a:gd name="connsiteX77" fmla="*/ 8991600 w 10490654"/>
                  <a:gd name="connsiteY77" fmla="*/ 9021077 h 10448096"/>
                  <a:gd name="connsiteX78" fmla="*/ 8894618 w 10490654"/>
                  <a:gd name="connsiteY78" fmla="*/ 9325877 h 10448096"/>
                  <a:gd name="connsiteX79" fmla="*/ 8922327 w 10490654"/>
                  <a:gd name="connsiteY79" fmla="*/ 9589114 h 10448096"/>
                  <a:gd name="connsiteX80" fmla="*/ 9144000 w 10490654"/>
                  <a:gd name="connsiteY80" fmla="*/ 9755368 h 10448096"/>
                  <a:gd name="connsiteX81" fmla="*/ 9353374 w 10490654"/>
                  <a:gd name="connsiteY81" fmla="*/ 9906212 h 10448096"/>
                  <a:gd name="connsiteX82" fmla="*/ 9529903 w 10490654"/>
                  <a:gd name="connsiteY82" fmla="*/ 9958205 h 10448096"/>
                  <a:gd name="connsiteX83" fmla="*/ 9625328 w 10490654"/>
                  <a:gd name="connsiteY83" fmla="*/ 9844256 h 10448096"/>
                  <a:gd name="connsiteX84" fmla="*/ 9667359 w 10490654"/>
                  <a:gd name="connsiteY84" fmla="*/ 9856554 h 10448096"/>
                  <a:gd name="connsiteX85" fmla="*/ 9668916 w 10490654"/>
                  <a:gd name="connsiteY85" fmla="*/ 10309550 h 10448096"/>
                  <a:gd name="connsiteX86" fmla="*/ 9495500 w 10490654"/>
                  <a:gd name="connsiteY86" fmla="*/ 10359209 h 10448096"/>
                  <a:gd name="connsiteX87" fmla="*/ 9310254 w 10490654"/>
                  <a:gd name="connsiteY87" fmla="*/ 10448096 h 10448096"/>
                  <a:gd name="connsiteX88" fmla="*/ 9227127 w 10490654"/>
                  <a:gd name="connsiteY88" fmla="*/ 10295696 h 10448096"/>
                  <a:gd name="connsiteX89" fmla="*/ 9033163 w 10490654"/>
                  <a:gd name="connsiteY89" fmla="*/ 10046314 h 10448096"/>
                  <a:gd name="connsiteX90" fmla="*/ 8825345 w 10490654"/>
                  <a:gd name="connsiteY90" fmla="*/ 9866205 h 10448096"/>
                  <a:gd name="connsiteX91" fmla="*/ 8534400 w 10490654"/>
                  <a:gd name="connsiteY91" fmla="*/ 9755368 h 10448096"/>
                  <a:gd name="connsiteX92" fmla="*/ 8423563 w 10490654"/>
                  <a:gd name="connsiteY92" fmla="*/ 9699950 h 10448096"/>
                  <a:gd name="connsiteX93" fmla="*/ 8285018 w 10490654"/>
                  <a:gd name="connsiteY93" fmla="*/ 9533696 h 10448096"/>
                  <a:gd name="connsiteX94" fmla="*/ 8257309 w 10490654"/>
                  <a:gd name="connsiteY94" fmla="*/ 9395150 h 10448096"/>
                  <a:gd name="connsiteX95" fmla="*/ 8146472 w 10490654"/>
                  <a:gd name="connsiteY95" fmla="*/ 9409005 h 10448096"/>
                  <a:gd name="connsiteX96" fmla="*/ 8091054 w 10490654"/>
                  <a:gd name="connsiteY96" fmla="*/ 9630677 h 10448096"/>
                  <a:gd name="connsiteX97" fmla="*/ 7806336 w 10490654"/>
                  <a:gd name="connsiteY97" fmla="*/ 9636437 h 10448096"/>
                  <a:gd name="connsiteX98" fmla="*/ 7567694 w 10490654"/>
                  <a:gd name="connsiteY98" fmla="*/ 9573236 h 10448096"/>
                  <a:gd name="connsiteX99" fmla="*/ 7466043 w 10490654"/>
                  <a:gd name="connsiteY99" fmla="*/ 9524511 h 10448096"/>
                  <a:gd name="connsiteX100" fmla="*/ 7287491 w 10490654"/>
                  <a:gd name="connsiteY100" fmla="*/ 9503028 h 10448096"/>
                  <a:gd name="connsiteX101" fmla="*/ 7221797 w 10490654"/>
                  <a:gd name="connsiteY101" fmla="*/ 9175034 h 10448096"/>
                  <a:gd name="connsiteX102" fmla="*/ 6954982 w 10490654"/>
                  <a:gd name="connsiteY102" fmla="*/ 9242750 h 10448096"/>
                  <a:gd name="connsiteX103" fmla="*/ 6710737 w 10490654"/>
                  <a:gd name="connsiteY103" fmla="*/ 9315137 h 10448096"/>
                  <a:gd name="connsiteX104" fmla="*/ 6674777 w 10490654"/>
                  <a:gd name="connsiteY104" fmla="*/ 9116036 h 10448096"/>
                  <a:gd name="connsiteX105" fmla="*/ 6511636 w 10490654"/>
                  <a:gd name="connsiteY105" fmla="*/ 9007223 h 10448096"/>
                  <a:gd name="connsiteX106" fmla="*/ 6428509 w 10490654"/>
                  <a:gd name="connsiteY106" fmla="*/ 9007223 h 10448096"/>
                  <a:gd name="connsiteX107" fmla="*/ 6325922 w 10490654"/>
                  <a:gd name="connsiteY107" fmla="*/ 9110431 h 10448096"/>
                  <a:gd name="connsiteX108" fmla="*/ 6167763 w 10490654"/>
                  <a:gd name="connsiteY108" fmla="*/ 9031351 h 10448096"/>
                  <a:gd name="connsiteX109" fmla="*/ 6002132 w 10490654"/>
                  <a:gd name="connsiteY109" fmla="*/ 9146858 h 10448096"/>
                  <a:gd name="connsiteX110" fmla="*/ 5749636 w 10490654"/>
                  <a:gd name="connsiteY110" fmla="*/ 9104205 h 10448096"/>
                  <a:gd name="connsiteX111" fmla="*/ 5674760 w 10490654"/>
                  <a:gd name="connsiteY111" fmla="*/ 9135028 h 10448096"/>
                  <a:gd name="connsiteX112" fmla="*/ 5507415 w 10490654"/>
                  <a:gd name="connsiteY112" fmla="*/ 9181261 h 10448096"/>
                  <a:gd name="connsiteX113" fmla="*/ 5505859 w 10490654"/>
                  <a:gd name="connsiteY113" fmla="*/ 8924096 h 10448096"/>
                  <a:gd name="connsiteX114" fmla="*/ 5505857 w 10490654"/>
                  <a:gd name="connsiteY114" fmla="*/ 8688101 h 10448096"/>
                  <a:gd name="connsiteX115" fmla="*/ 5336024 w 10490654"/>
                  <a:gd name="connsiteY115" fmla="*/ 8386416 h 10448096"/>
                  <a:gd name="connsiteX116" fmla="*/ 5230324 w 10490654"/>
                  <a:gd name="connsiteY116" fmla="*/ 8135944 h 10448096"/>
                  <a:gd name="connsiteX117" fmla="*/ 5317031 w 10490654"/>
                  <a:gd name="connsiteY117" fmla="*/ 7663332 h 10448096"/>
                  <a:gd name="connsiteX118" fmla="*/ 5201059 w 10490654"/>
                  <a:gd name="connsiteY118" fmla="*/ 7373476 h 10448096"/>
                  <a:gd name="connsiteX119" fmla="*/ 5250872 w 10490654"/>
                  <a:gd name="connsiteY119" fmla="*/ 7123005 h 10448096"/>
                  <a:gd name="connsiteX120" fmla="*/ 5245735 w 10490654"/>
                  <a:gd name="connsiteY120" fmla="*/ 7071789 h 10448096"/>
                  <a:gd name="connsiteX121" fmla="*/ 4577603 w 10490654"/>
                  <a:gd name="connsiteY121" fmla="*/ 7067120 h 10448096"/>
                  <a:gd name="connsiteX122" fmla="*/ 4528412 w 10490654"/>
                  <a:gd name="connsiteY122" fmla="*/ 6893704 h 10448096"/>
                  <a:gd name="connsiteX123" fmla="*/ 4038834 w 10490654"/>
                  <a:gd name="connsiteY123" fmla="*/ 6869576 h 10448096"/>
                  <a:gd name="connsiteX124" fmla="*/ 3976254 w 10490654"/>
                  <a:gd name="connsiteY124" fmla="*/ 7123005 h 10448096"/>
                  <a:gd name="connsiteX125" fmla="*/ 3932667 w 10490654"/>
                  <a:gd name="connsiteY125" fmla="*/ 7334403 h 10448096"/>
                  <a:gd name="connsiteX126" fmla="*/ 3884155 w 10490654"/>
                  <a:gd name="connsiteY126" fmla="*/ 7456604 h 10448096"/>
                  <a:gd name="connsiteX127" fmla="*/ 3572499 w 10490654"/>
                  <a:gd name="connsiteY127" fmla="*/ 7418574 h 10448096"/>
                  <a:gd name="connsiteX128" fmla="*/ 3311236 w 10490654"/>
                  <a:gd name="connsiteY128" fmla="*/ 7455514 h 10448096"/>
                  <a:gd name="connsiteX129" fmla="*/ 2921540 w 10490654"/>
                  <a:gd name="connsiteY129" fmla="*/ 7467599 h 10448096"/>
                  <a:gd name="connsiteX130" fmla="*/ 2784763 w 10490654"/>
                  <a:gd name="connsiteY130" fmla="*/ 7192277 h 10448096"/>
                  <a:gd name="connsiteX131" fmla="*/ 2604654 w 10490654"/>
                  <a:gd name="connsiteY131" fmla="*/ 6915186 h 10448096"/>
                  <a:gd name="connsiteX132" fmla="*/ 2410691 w 10490654"/>
                  <a:gd name="connsiteY132" fmla="*/ 6416423 h 10448096"/>
                  <a:gd name="connsiteX133" fmla="*/ 2327563 w 10490654"/>
                  <a:gd name="connsiteY133" fmla="*/ 6277877 h 10448096"/>
                  <a:gd name="connsiteX134" fmla="*/ 1662545 w 10490654"/>
                  <a:gd name="connsiteY134" fmla="*/ 6250168 h 10448096"/>
                  <a:gd name="connsiteX135" fmla="*/ 1233054 w 10490654"/>
                  <a:gd name="connsiteY135" fmla="*/ 6250168 h 10448096"/>
                  <a:gd name="connsiteX136" fmla="*/ 1136072 w 10490654"/>
                  <a:gd name="connsiteY136" fmla="*/ 6305586 h 10448096"/>
                  <a:gd name="connsiteX137" fmla="*/ 706582 w 10490654"/>
                  <a:gd name="connsiteY137" fmla="*/ 6264023 h 10448096"/>
                  <a:gd name="connsiteX138" fmla="*/ 318654 w 10490654"/>
                  <a:gd name="connsiteY138" fmla="*/ 6291732 h 10448096"/>
                  <a:gd name="connsiteX139" fmla="*/ 96982 w 10490654"/>
                  <a:gd name="connsiteY139" fmla="*/ 6444132 h 10448096"/>
                  <a:gd name="connsiteX140" fmla="*/ 0 w 10490654"/>
                  <a:gd name="connsiteY140" fmla="*/ 6347150 h 10448096"/>
                  <a:gd name="connsiteX141" fmla="*/ 83127 w 10490654"/>
                  <a:gd name="connsiteY141" fmla="*/ 6291732 h 10448096"/>
                  <a:gd name="connsiteX0" fmla="*/ 83127 w 10490654"/>
                  <a:gd name="connsiteY0" fmla="*/ 6291732 h 10448096"/>
                  <a:gd name="connsiteX1" fmla="*/ 96982 w 10490654"/>
                  <a:gd name="connsiteY1" fmla="*/ 5848386 h 10448096"/>
                  <a:gd name="connsiteX2" fmla="*/ 401782 w 10490654"/>
                  <a:gd name="connsiteY2" fmla="*/ 5585150 h 10448096"/>
                  <a:gd name="connsiteX3" fmla="*/ 651163 w 10490654"/>
                  <a:gd name="connsiteY3" fmla="*/ 5723696 h 10448096"/>
                  <a:gd name="connsiteX4" fmla="*/ 858982 w 10490654"/>
                  <a:gd name="connsiteY4" fmla="*/ 5557441 h 10448096"/>
                  <a:gd name="connsiteX5" fmla="*/ 997527 w 10490654"/>
                  <a:gd name="connsiteY5" fmla="*/ 5405041 h 10448096"/>
                  <a:gd name="connsiteX6" fmla="*/ 1080654 w 10490654"/>
                  <a:gd name="connsiteY6" fmla="*/ 5488168 h 10448096"/>
                  <a:gd name="connsiteX7" fmla="*/ 1269312 w 10490654"/>
                  <a:gd name="connsiteY7" fmla="*/ 5732834 h 10448096"/>
                  <a:gd name="connsiteX8" fmla="*/ 1523116 w 10490654"/>
                  <a:gd name="connsiteY8" fmla="*/ 5534154 h 10448096"/>
                  <a:gd name="connsiteX9" fmla="*/ 1731818 w 10490654"/>
                  <a:gd name="connsiteY9" fmla="*/ 5349623 h 10448096"/>
                  <a:gd name="connsiteX10" fmla="*/ 2022763 w 10490654"/>
                  <a:gd name="connsiteY10" fmla="*/ 5114096 h 10448096"/>
                  <a:gd name="connsiteX11" fmla="*/ 2119745 w 10490654"/>
                  <a:gd name="connsiteY11" fmla="*/ 4684605 h 10448096"/>
                  <a:gd name="connsiteX12" fmla="*/ 2172511 w 10490654"/>
                  <a:gd name="connsiteY12" fmla="*/ 4217972 h 10448096"/>
                  <a:gd name="connsiteX13" fmla="*/ 2355272 w 10490654"/>
                  <a:gd name="connsiteY13" fmla="*/ 3908750 h 10448096"/>
                  <a:gd name="connsiteX14" fmla="*/ 2752497 w 10490654"/>
                  <a:gd name="connsiteY14" fmla="*/ 3528216 h 10448096"/>
                  <a:gd name="connsiteX15" fmla="*/ 2978727 w 10490654"/>
                  <a:gd name="connsiteY15" fmla="*/ 3313005 h 10448096"/>
                  <a:gd name="connsiteX16" fmla="*/ 3006436 w 10490654"/>
                  <a:gd name="connsiteY16" fmla="*/ 2869659 h 10448096"/>
                  <a:gd name="connsiteX17" fmla="*/ 3075709 w 10490654"/>
                  <a:gd name="connsiteY17" fmla="*/ 2578714 h 10448096"/>
                  <a:gd name="connsiteX18" fmla="*/ 3075709 w 10490654"/>
                  <a:gd name="connsiteY18" fmla="*/ 2370896 h 10448096"/>
                  <a:gd name="connsiteX19" fmla="*/ 3214254 w 10490654"/>
                  <a:gd name="connsiteY19" fmla="*/ 2038386 h 10448096"/>
                  <a:gd name="connsiteX20" fmla="*/ 3214254 w 10490654"/>
                  <a:gd name="connsiteY20" fmla="*/ 1747441 h 10448096"/>
                  <a:gd name="connsiteX21" fmla="*/ 3513454 w 10490654"/>
                  <a:gd name="connsiteY21" fmla="*/ 1179405 h 10448096"/>
                  <a:gd name="connsiteX22" fmla="*/ 3463636 w 10490654"/>
                  <a:gd name="connsiteY22" fmla="*/ 805332 h 10448096"/>
                  <a:gd name="connsiteX23" fmla="*/ 3491345 w 10490654"/>
                  <a:gd name="connsiteY23" fmla="*/ 597514 h 10448096"/>
                  <a:gd name="connsiteX24" fmla="*/ 3823854 w 10490654"/>
                  <a:gd name="connsiteY24" fmla="*/ 237296 h 10448096"/>
                  <a:gd name="connsiteX25" fmla="*/ 4017818 w 10490654"/>
                  <a:gd name="connsiteY25" fmla="*/ 112605 h 10448096"/>
                  <a:gd name="connsiteX26" fmla="*/ 4433454 w 10490654"/>
                  <a:gd name="connsiteY26" fmla="*/ 348132 h 10448096"/>
                  <a:gd name="connsiteX27" fmla="*/ 4599709 w 10490654"/>
                  <a:gd name="connsiteY27" fmla="*/ 542096 h 10448096"/>
                  <a:gd name="connsiteX28" fmla="*/ 5070763 w 10490654"/>
                  <a:gd name="connsiteY28" fmla="*/ 597514 h 10448096"/>
                  <a:gd name="connsiteX29" fmla="*/ 5391187 w 10490654"/>
                  <a:gd name="connsiteY29" fmla="*/ 656763 h 10448096"/>
                  <a:gd name="connsiteX30" fmla="*/ 5568642 w 10490654"/>
                  <a:gd name="connsiteY30" fmla="*/ 641395 h 10448096"/>
                  <a:gd name="connsiteX31" fmla="*/ 5860472 w 10490654"/>
                  <a:gd name="connsiteY31" fmla="*/ 334277 h 10448096"/>
                  <a:gd name="connsiteX32" fmla="*/ 6123709 w 10490654"/>
                  <a:gd name="connsiteY32" fmla="*/ 375841 h 10448096"/>
                  <a:gd name="connsiteX33" fmla="*/ 6594763 w 10490654"/>
                  <a:gd name="connsiteY33" fmla="*/ 237296 h 10448096"/>
                  <a:gd name="connsiteX34" fmla="*/ 6761018 w 10490654"/>
                  <a:gd name="connsiteY34" fmla="*/ 181877 h 10448096"/>
                  <a:gd name="connsiteX35" fmla="*/ 7038109 w 10490654"/>
                  <a:gd name="connsiteY35" fmla="*/ 251150 h 10448096"/>
                  <a:gd name="connsiteX36" fmla="*/ 7232072 w 10490654"/>
                  <a:gd name="connsiteY36" fmla="*/ 71041 h 10448096"/>
                  <a:gd name="connsiteX37" fmla="*/ 7363248 w 10490654"/>
                  <a:gd name="connsiteY37" fmla="*/ 0 h 10448096"/>
                  <a:gd name="connsiteX38" fmla="*/ 7600859 w 10490654"/>
                  <a:gd name="connsiteY38" fmla="*/ 94372 h 10448096"/>
                  <a:gd name="connsiteX39" fmla="*/ 7910945 w 10490654"/>
                  <a:gd name="connsiteY39" fmla="*/ 181877 h 10448096"/>
                  <a:gd name="connsiteX40" fmla="*/ 8312727 w 10490654"/>
                  <a:gd name="connsiteY40" fmla="*/ 112605 h 10448096"/>
                  <a:gd name="connsiteX41" fmla="*/ 8647005 w 10490654"/>
                  <a:gd name="connsiteY41" fmla="*/ 449831 h 10448096"/>
                  <a:gd name="connsiteX42" fmla="*/ 8908472 w 10490654"/>
                  <a:gd name="connsiteY42" fmla="*/ 597514 h 10448096"/>
                  <a:gd name="connsiteX43" fmla="*/ 9088582 w 10490654"/>
                  <a:gd name="connsiteY43" fmla="*/ 500532 h 10448096"/>
                  <a:gd name="connsiteX44" fmla="*/ 9351818 w 10490654"/>
                  <a:gd name="connsiteY44" fmla="*/ 445114 h 10448096"/>
                  <a:gd name="connsiteX45" fmla="*/ 9518072 w 10490654"/>
                  <a:gd name="connsiteY45" fmla="*/ 420943 h 10448096"/>
                  <a:gd name="connsiteX46" fmla="*/ 9646301 w 10490654"/>
                  <a:gd name="connsiteY46" fmla="*/ 422711 h 10448096"/>
                  <a:gd name="connsiteX47" fmla="*/ 10002982 w 10490654"/>
                  <a:gd name="connsiteY47" fmla="*/ 846896 h 10448096"/>
                  <a:gd name="connsiteX48" fmla="*/ 10238509 w 10490654"/>
                  <a:gd name="connsiteY48" fmla="*/ 1040859 h 10448096"/>
                  <a:gd name="connsiteX49" fmla="*/ 10224654 w 10490654"/>
                  <a:gd name="connsiteY49" fmla="*/ 1304096 h 10448096"/>
                  <a:gd name="connsiteX50" fmla="*/ 10238509 w 10490654"/>
                  <a:gd name="connsiteY50" fmla="*/ 1498059 h 10448096"/>
                  <a:gd name="connsiteX51" fmla="*/ 10280072 w 10490654"/>
                  <a:gd name="connsiteY51" fmla="*/ 1622750 h 10448096"/>
                  <a:gd name="connsiteX52" fmla="*/ 10490654 w 10490654"/>
                  <a:gd name="connsiteY52" fmla="*/ 1807021 h 10448096"/>
                  <a:gd name="connsiteX53" fmla="*/ 10077929 w 10490654"/>
                  <a:gd name="connsiteY53" fmla="*/ 2260393 h 10448096"/>
                  <a:gd name="connsiteX54" fmla="*/ 9781309 w 10490654"/>
                  <a:gd name="connsiteY54" fmla="*/ 2551005 h 10448096"/>
                  <a:gd name="connsiteX55" fmla="*/ 9601200 w 10490654"/>
                  <a:gd name="connsiteY55" fmla="*/ 3479259 h 10448096"/>
                  <a:gd name="connsiteX56" fmla="*/ 9601200 w 10490654"/>
                  <a:gd name="connsiteY56" fmla="*/ 3770205 h 10448096"/>
                  <a:gd name="connsiteX57" fmla="*/ 9365672 w 10490654"/>
                  <a:gd name="connsiteY57" fmla="*/ 3964168 h 10448096"/>
                  <a:gd name="connsiteX58" fmla="*/ 9310254 w 10490654"/>
                  <a:gd name="connsiteY58" fmla="*/ 4130423 h 10448096"/>
                  <a:gd name="connsiteX59" fmla="*/ 9199418 w 10490654"/>
                  <a:gd name="connsiteY59" fmla="*/ 4338241 h 10448096"/>
                  <a:gd name="connsiteX60" fmla="*/ 9268691 w 10490654"/>
                  <a:gd name="connsiteY60" fmla="*/ 4504496 h 10448096"/>
                  <a:gd name="connsiteX61" fmla="*/ 9337963 w 10490654"/>
                  <a:gd name="connsiteY61" fmla="*/ 4712314 h 10448096"/>
                  <a:gd name="connsiteX62" fmla="*/ 9382180 w 10490654"/>
                  <a:gd name="connsiteY62" fmla="*/ 4968181 h 10448096"/>
                  <a:gd name="connsiteX63" fmla="*/ 9434945 w 10490654"/>
                  <a:gd name="connsiteY63" fmla="*/ 5266496 h 10448096"/>
                  <a:gd name="connsiteX64" fmla="*/ 9462654 w 10490654"/>
                  <a:gd name="connsiteY64" fmla="*/ 5668277 h 10448096"/>
                  <a:gd name="connsiteX65" fmla="*/ 9587345 w 10490654"/>
                  <a:gd name="connsiteY65" fmla="*/ 6028496 h 10448096"/>
                  <a:gd name="connsiteX66" fmla="*/ 9545782 w 10490654"/>
                  <a:gd name="connsiteY66" fmla="*/ 6430277 h 10448096"/>
                  <a:gd name="connsiteX67" fmla="*/ 9933709 w 10490654"/>
                  <a:gd name="connsiteY67" fmla="*/ 6915186 h 10448096"/>
                  <a:gd name="connsiteX68" fmla="*/ 10094363 w 10490654"/>
                  <a:gd name="connsiteY68" fmla="*/ 7274520 h 10448096"/>
                  <a:gd name="connsiteX69" fmla="*/ 10232908 w 10490654"/>
                  <a:gd name="connsiteY69" fmla="*/ 7568119 h 10448096"/>
                  <a:gd name="connsiteX70" fmla="*/ 9670472 w 10490654"/>
                  <a:gd name="connsiteY70" fmla="*/ 7594059 h 10448096"/>
                  <a:gd name="connsiteX71" fmla="*/ 9337963 w 10490654"/>
                  <a:gd name="connsiteY71" fmla="*/ 7704896 h 10448096"/>
                  <a:gd name="connsiteX72" fmla="*/ 9102436 w 10490654"/>
                  <a:gd name="connsiteY72" fmla="*/ 7843441 h 10448096"/>
                  <a:gd name="connsiteX73" fmla="*/ 9019309 w 10490654"/>
                  <a:gd name="connsiteY73" fmla="*/ 8051259 h 10448096"/>
                  <a:gd name="connsiteX74" fmla="*/ 8956730 w 10490654"/>
                  <a:gd name="connsiteY74" fmla="*/ 8148241 h 10448096"/>
                  <a:gd name="connsiteX75" fmla="*/ 9027559 w 10490654"/>
                  <a:gd name="connsiteY75" fmla="*/ 8577732 h 10448096"/>
                  <a:gd name="connsiteX76" fmla="*/ 9030673 w 10490654"/>
                  <a:gd name="connsiteY76" fmla="*/ 8811236 h 10448096"/>
                  <a:gd name="connsiteX77" fmla="*/ 8991600 w 10490654"/>
                  <a:gd name="connsiteY77" fmla="*/ 9021077 h 10448096"/>
                  <a:gd name="connsiteX78" fmla="*/ 8894618 w 10490654"/>
                  <a:gd name="connsiteY78" fmla="*/ 9325877 h 10448096"/>
                  <a:gd name="connsiteX79" fmla="*/ 8922327 w 10490654"/>
                  <a:gd name="connsiteY79" fmla="*/ 9589114 h 10448096"/>
                  <a:gd name="connsiteX80" fmla="*/ 9144000 w 10490654"/>
                  <a:gd name="connsiteY80" fmla="*/ 9755368 h 10448096"/>
                  <a:gd name="connsiteX81" fmla="*/ 9353374 w 10490654"/>
                  <a:gd name="connsiteY81" fmla="*/ 9906212 h 10448096"/>
                  <a:gd name="connsiteX82" fmla="*/ 9529903 w 10490654"/>
                  <a:gd name="connsiteY82" fmla="*/ 9958205 h 10448096"/>
                  <a:gd name="connsiteX83" fmla="*/ 9625328 w 10490654"/>
                  <a:gd name="connsiteY83" fmla="*/ 9844256 h 10448096"/>
                  <a:gd name="connsiteX84" fmla="*/ 9667359 w 10490654"/>
                  <a:gd name="connsiteY84" fmla="*/ 9856554 h 10448096"/>
                  <a:gd name="connsiteX85" fmla="*/ 9668916 w 10490654"/>
                  <a:gd name="connsiteY85" fmla="*/ 10309550 h 10448096"/>
                  <a:gd name="connsiteX86" fmla="*/ 9495500 w 10490654"/>
                  <a:gd name="connsiteY86" fmla="*/ 10359209 h 10448096"/>
                  <a:gd name="connsiteX87" fmla="*/ 9310254 w 10490654"/>
                  <a:gd name="connsiteY87" fmla="*/ 10448096 h 10448096"/>
                  <a:gd name="connsiteX88" fmla="*/ 9227127 w 10490654"/>
                  <a:gd name="connsiteY88" fmla="*/ 10295696 h 10448096"/>
                  <a:gd name="connsiteX89" fmla="*/ 9033163 w 10490654"/>
                  <a:gd name="connsiteY89" fmla="*/ 10046314 h 10448096"/>
                  <a:gd name="connsiteX90" fmla="*/ 8825345 w 10490654"/>
                  <a:gd name="connsiteY90" fmla="*/ 9866205 h 10448096"/>
                  <a:gd name="connsiteX91" fmla="*/ 8534400 w 10490654"/>
                  <a:gd name="connsiteY91" fmla="*/ 9755368 h 10448096"/>
                  <a:gd name="connsiteX92" fmla="*/ 8423563 w 10490654"/>
                  <a:gd name="connsiteY92" fmla="*/ 9699950 h 10448096"/>
                  <a:gd name="connsiteX93" fmla="*/ 8285018 w 10490654"/>
                  <a:gd name="connsiteY93" fmla="*/ 9533696 h 10448096"/>
                  <a:gd name="connsiteX94" fmla="*/ 8257309 w 10490654"/>
                  <a:gd name="connsiteY94" fmla="*/ 9395150 h 10448096"/>
                  <a:gd name="connsiteX95" fmla="*/ 8146472 w 10490654"/>
                  <a:gd name="connsiteY95" fmla="*/ 9409005 h 10448096"/>
                  <a:gd name="connsiteX96" fmla="*/ 8091054 w 10490654"/>
                  <a:gd name="connsiteY96" fmla="*/ 9630677 h 10448096"/>
                  <a:gd name="connsiteX97" fmla="*/ 7806336 w 10490654"/>
                  <a:gd name="connsiteY97" fmla="*/ 9636437 h 10448096"/>
                  <a:gd name="connsiteX98" fmla="*/ 7567694 w 10490654"/>
                  <a:gd name="connsiteY98" fmla="*/ 9573236 h 10448096"/>
                  <a:gd name="connsiteX99" fmla="*/ 7466043 w 10490654"/>
                  <a:gd name="connsiteY99" fmla="*/ 9524511 h 10448096"/>
                  <a:gd name="connsiteX100" fmla="*/ 7287491 w 10490654"/>
                  <a:gd name="connsiteY100" fmla="*/ 9503028 h 10448096"/>
                  <a:gd name="connsiteX101" fmla="*/ 7221797 w 10490654"/>
                  <a:gd name="connsiteY101" fmla="*/ 9175034 h 10448096"/>
                  <a:gd name="connsiteX102" fmla="*/ 6954982 w 10490654"/>
                  <a:gd name="connsiteY102" fmla="*/ 9242750 h 10448096"/>
                  <a:gd name="connsiteX103" fmla="*/ 6710737 w 10490654"/>
                  <a:gd name="connsiteY103" fmla="*/ 9315137 h 10448096"/>
                  <a:gd name="connsiteX104" fmla="*/ 6674777 w 10490654"/>
                  <a:gd name="connsiteY104" fmla="*/ 9116036 h 10448096"/>
                  <a:gd name="connsiteX105" fmla="*/ 6511636 w 10490654"/>
                  <a:gd name="connsiteY105" fmla="*/ 9007223 h 10448096"/>
                  <a:gd name="connsiteX106" fmla="*/ 6428509 w 10490654"/>
                  <a:gd name="connsiteY106" fmla="*/ 9007223 h 10448096"/>
                  <a:gd name="connsiteX107" fmla="*/ 6325922 w 10490654"/>
                  <a:gd name="connsiteY107" fmla="*/ 9110431 h 10448096"/>
                  <a:gd name="connsiteX108" fmla="*/ 6167763 w 10490654"/>
                  <a:gd name="connsiteY108" fmla="*/ 9031351 h 10448096"/>
                  <a:gd name="connsiteX109" fmla="*/ 6002132 w 10490654"/>
                  <a:gd name="connsiteY109" fmla="*/ 9146858 h 10448096"/>
                  <a:gd name="connsiteX110" fmla="*/ 5749636 w 10490654"/>
                  <a:gd name="connsiteY110" fmla="*/ 9104205 h 10448096"/>
                  <a:gd name="connsiteX111" fmla="*/ 5674760 w 10490654"/>
                  <a:gd name="connsiteY111" fmla="*/ 9135028 h 10448096"/>
                  <a:gd name="connsiteX112" fmla="*/ 5507415 w 10490654"/>
                  <a:gd name="connsiteY112" fmla="*/ 9181261 h 10448096"/>
                  <a:gd name="connsiteX113" fmla="*/ 5505859 w 10490654"/>
                  <a:gd name="connsiteY113" fmla="*/ 8924096 h 10448096"/>
                  <a:gd name="connsiteX114" fmla="*/ 5505857 w 10490654"/>
                  <a:gd name="connsiteY114" fmla="*/ 8688101 h 10448096"/>
                  <a:gd name="connsiteX115" fmla="*/ 5336024 w 10490654"/>
                  <a:gd name="connsiteY115" fmla="*/ 8386416 h 10448096"/>
                  <a:gd name="connsiteX116" fmla="*/ 5230324 w 10490654"/>
                  <a:gd name="connsiteY116" fmla="*/ 8135944 h 10448096"/>
                  <a:gd name="connsiteX117" fmla="*/ 5317031 w 10490654"/>
                  <a:gd name="connsiteY117" fmla="*/ 7663332 h 10448096"/>
                  <a:gd name="connsiteX118" fmla="*/ 5201059 w 10490654"/>
                  <a:gd name="connsiteY118" fmla="*/ 7373476 h 10448096"/>
                  <a:gd name="connsiteX119" fmla="*/ 5250872 w 10490654"/>
                  <a:gd name="connsiteY119" fmla="*/ 7123005 h 10448096"/>
                  <a:gd name="connsiteX120" fmla="*/ 5245735 w 10490654"/>
                  <a:gd name="connsiteY120" fmla="*/ 7071789 h 10448096"/>
                  <a:gd name="connsiteX121" fmla="*/ 4577603 w 10490654"/>
                  <a:gd name="connsiteY121" fmla="*/ 7067120 h 10448096"/>
                  <a:gd name="connsiteX122" fmla="*/ 4528412 w 10490654"/>
                  <a:gd name="connsiteY122" fmla="*/ 6893704 h 10448096"/>
                  <a:gd name="connsiteX123" fmla="*/ 4038834 w 10490654"/>
                  <a:gd name="connsiteY123" fmla="*/ 6869576 h 10448096"/>
                  <a:gd name="connsiteX124" fmla="*/ 3976254 w 10490654"/>
                  <a:gd name="connsiteY124" fmla="*/ 7123005 h 10448096"/>
                  <a:gd name="connsiteX125" fmla="*/ 3932667 w 10490654"/>
                  <a:gd name="connsiteY125" fmla="*/ 7334403 h 10448096"/>
                  <a:gd name="connsiteX126" fmla="*/ 3884155 w 10490654"/>
                  <a:gd name="connsiteY126" fmla="*/ 7456604 h 10448096"/>
                  <a:gd name="connsiteX127" fmla="*/ 3572499 w 10490654"/>
                  <a:gd name="connsiteY127" fmla="*/ 7418574 h 10448096"/>
                  <a:gd name="connsiteX128" fmla="*/ 3311236 w 10490654"/>
                  <a:gd name="connsiteY128" fmla="*/ 7455514 h 10448096"/>
                  <a:gd name="connsiteX129" fmla="*/ 2921540 w 10490654"/>
                  <a:gd name="connsiteY129" fmla="*/ 7467599 h 10448096"/>
                  <a:gd name="connsiteX130" fmla="*/ 2784763 w 10490654"/>
                  <a:gd name="connsiteY130" fmla="*/ 7192277 h 10448096"/>
                  <a:gd name="connsiteX131" fmla="*/ 2604654 w 10490654"/>
                  <a:gd name="connsiteY131" fmla="*/ 6915186 h 10448096"/>
                  <a:gd name="connsiteX132" fmla="*/ 2410691 w 10490654"/>
                  <a:gd name="connsiteY132" fmla="*/ 6416423 h 10448096"/>
                  <a:gd name="connsiteX133" fmla="*/ 2327563 w 10490654"/>
                  <a:gd name="connsiteY133" fmla="*/ 6277877 h 10448096"/>
                  <a:gd name="connsiteX134" fmla="*/ 1662545 w 10490654"/>
                  <a:gd name="connsiteY134" fmla="*/ 6250168 h 10448096"/>
                  <a:gd name="connsiteX135" fmla="*/ 1233054 w 10490654"/>
                  <a:gd name="connsiteY135" fmla="*/ 6250168 h 10448096"/>
                  <a:gd name="connsiteX136" fmla="*/ 1136072 w 10490654"/>
                  <a:gd name="connsiteY136" fmla="*/ 6305586 h 10448096"/>
                  <a:gd name="connsiteX137" fmla="*/ 706582 w 10490654"/>
                  <a:gd name="connsiteY137" fmla="*/ 6264023 h 10448096"/>
                  <a:gd name="connsiteX138" fmla="*/ 318654 w 10490654"/>
                  <a:gd name="connsiteY138" fmla="*/ 6291732 h 10448096"/>
                  <a:gd name="connsiteX139" fmla="*/ 96982 w 10490654"/>
                  <a:gd name="connsiteY139" fmla="*/ 6444132 h 10448096"/>
                  <a:gd name="connsiteX140" fmla="*/ 0 w 10490654"/>
                  <a:gd name="connsiteY140" fmla="*/ 6347150 h 10448096"/>
                  <a:gd name="connsiteX141" fmla="*/ 83127 w 10490654"/>
                  <a:gd name="connsiteY141" fmla="*/ 6291732 h 10448096"/>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94763 w 10490654"/>
                  <a:gd name="connsiteY33" fmla="*/ 184172 h 10394972"/>
                  <a:gd name="connsiteX34" fmla="*/ 6761018 w 10490654"/>
                  <a:gd name="connsiteY34" fmla="*/ 128753 h 10394972"/>
                  <a:gd name="connsiteX35" fmla="*/ 7038109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088582 w 10490654"/>
                  <a:gd name="connsiteY43" fmla="*/ 447408 h 10394972"/>
                  <a:gd name="connsiteX44" fmla="*/ 9351818 w 10490654"/>
                  <a:gd name="connsiteY44" fmla="*/ 391990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80072 w 10490654"/>
                  <a:gd name="connsiteY51" fmla="*/ 1569626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601200 w 10490654"/>
                  <a:gd name="connsiteY55" fmla="*/ 3426135 h 10394972"/>
                  <a:gd name="connsiteX56" fmla="*/ 9601200 w 10490654"/>
                  <a:gd name="connsiteY56" fmla="*/ 3717081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268691 w 10490654"/>
                  <a:gd name="connsiteY60" fmla="*/ 4451372 h 10394972"/>
                  <a:gd name="connsiteX61" fmla="*/ 9337963 w 10490654"/>
                  <a:gd name="connsiteY61" fmla="*/ 4659190 h 10394972"/>
                  <a:gd name="connsiteX62" fmla="*/ 9382180 w 10490654"/>
                  <a:gd name="connsiteY62" fmla="*/ 4915057 h 10394972"/>
                  <a:gd name="connsiteX63" fmla="*/ 9434945 w 10490654"/>
                  <a:gd name="connsiteY63" fmla="*/ 5213372 h 10394972"/>
                  <a:gd name="connsiteX64" fmla="*/ 9462654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761018 w 10490654"/>
                  <a:gd name="connsiteY34" fmla="*/ 128753 h 10394972"/>
                  <a:gd name="connsiteX35" fmla="*/ 7038109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088582 w 10490654"/>
                  <a:gd name="connsiteY43" fmla="*/ 447408 h 10394972"/>
                  <a:gd name="connsiteX44" fmla="*/ 9351818 w 10490654"/>
                  <a:gd name="connsiteY44" fmla="*/ 391990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80072 w 10490654"/>
                  <a:gd name="connsiteY51" fmla="*/ 1569626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601200 w 10490654"/>
                  <a:gd name="connsiteY55" fmla="*/ 3426135 h 10394972"/>
                  <a:gd name="connsiteX56" fmla="*/ 9601200 w 10490654"/>
                  <a:gd name="connsiteY56" fmla="*/ 3717081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268691 w 10490654"/>
                  <a:gd name="connsiteY60" fmla="*/ 4451372 h 10394972"/>
                  <a:gd name="connsiteX61" fmla="*/ 9337963 w 10490654"/>
                  <a:gd name="connsiteY61" fmla="*/ 4659190 h 10394972"/>
                  <a:gd name="connsiteX62" fmla="*/ 9382180 w 10490654"/>
                  <a:gd name="connsiteY62" fmla="*/ 4915057 h 10394972"/>
                  <a:gd name="connsiteX63" fmla="*/ 9434945 w 10490654"/>
                  <a:gd name="connsiteY63" fmla="*/ 5213372 h 10394972"/>
                  <a:gd name="connsiteX64" fmla="*/ 9462654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38109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088582 w 10490654"/>
                  <a:gd name="connsiteY43" fmla="*/ 447408 h 10394972"/>
                  <a:gd name="connsiteX44" fmla="*/ 9351818 w 10490654"/>
                  <a:gd name="connsiteY44" fmla="*/ 391990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80072 w 10490654"/>
                  <a:gd name="connsiteY51" fmla="*/ 1569626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601200 w 10490654"/>
                  <a:gd name="connsiteY55" fmla="*/ 3426135 h 10394972"/>
                  <a:gd name="connsiteX56" fmla="*/ 9601200 w 10490654"/>
                  <a:gd name="connsiteY56" fmla="*/ 3717081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268691 w 10490654"/>
                  <a:gd name="connsiteY60" fmla="*/ 4451372 h 10394972"/>
                  <a:gd name="connsiteX61" fmla="*/ 9337963 w 10490654"/>
                  <a:gd name="connsiteY61" fmla="*/ 4659190 h 10394972"/>
                  <a:gd name="connsiteX62" fmla="*/ 9382180 w 10490654"/>
                  <a:gd name="connsiteY62" fmla="*/ 4915057 h 10394972"/>
                  <a:gd name="connsiteX63" fmla="*/ 9434945 w 10490654"/>
                  <a:gd name="connsiteY63" fmla="*/ 5213372 h 10394972"/>
                  <a:gd name="connsiteX64" fmla="*/ 9462654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088582 w 10490654"/>
                  <a:gd name="connsiteY43" fmla="*/ 447408 h 10394972"/>
                  <a:gd name="connsiteX44" fmla="*/ 9351818 w 10490654"/>
                  <a:gd name="connsiteY44" fmla="*/ 391990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80072 w 10490654"/>
                  <a:gd name="connsiteY51" fmla="*/ 1569626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601200 w 10490654"/>
                  <a:gd name="connsiteY55" fmla="*/ 3426135 h 10394972"/>
                  <a:gd name="connsiteX56" fmla="*/ 9601200 w 10490654"/>
                  <a:gd name="connsiteY56" fmla="*/ 3717081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268691 w 10490654"/>
                  <a:gd name="connsiteY60" fmla="*/ 4451372 h 10394972"/>
                  <a:gd name="connsiteX61" fmla="*/ 9337963 w 10490654"/>
                  <a:gd name="connsiteY61" fmla="*/ 4659190 h 10394972"/>
                  <a:gd name="connsiteX62" fmla="*/ 9382180 w 10490654"/>
                  <a:gd name="connsiteY62" fmla="*/ 4915057 h 10394972"/>
                  <a:gd name="connsiteX63" fmla="*/ 9434945 w 10490654"/>
                  <a:gd name="connsiteY63" fmla="*/ 5213372 h 10394972"/>
                  <a:gd name="connsiteX64" fmla="*/ 9462654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088582 w 10490654"/>
                  <a:gd name="connsiteY43" fmla="*/ 447408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80072 w 10490654"/>
                  <a:gd name="connsiteY51" fmla="*/ 1569626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601200 w 10490654"/>
                  <a:gd name="connsiteY55" fmla="*/ 3426135 h 10394972"/>
                  <a:gd name="connsiteX56" fmla="*/ 9601200 w 10490654"/>
                  <a:gd name="connsiteY56" fmla="*/ 3717081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268691 w 10490654"/>
                  <a:gd name="connsiteY60" fmla="*/ 4451372 h 10394972"/>
                  <a:gd name="connsiteX61" fmla="*/ 9337963 w 10490654"/>
                  <a:gd name="connsiteY61" fmla="*/ 4659190 h 10394972"/>
                  <a:gd name="connsiteX62" fmla="*/ 9382180 w 10490654"/>
                  <a:gd name="connsiteY62" fmla="*/ 4915057 h 10394972"/>
                  <a:gd name="connsiteX63" fmla="*/ 9434945 w 10490654"/>
                  <a:gd name="connsiteY63" fmla="*/ 5213372 h 10394972"/>
                  <a:gd name="connsiteX64" fmla="*/ 9462654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80072 w 10490654"/>
                  <a:gd name="connsiteY51" fmla="*/ 1569626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601200 w 10490654"/>
                  <a:gd name="connsiteY55" fmla="*/ 3426135 h 10394972"/>
                  <a:gd name="connsiteX56" fmla="*/ 9601200 w 10490654"/>
                  <a:gd name="connsiteY56" fmla="*/ 3717081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268691 w 10490654"/>
                  <a:gd name="connsiteY60" fmla="*/ 4451372 h 10394972"/>
                  <a:gd name="connsiteX61" fmla="*/ 9337963 w 10490654"/>
                  <a:gd name="connsiteY61" fmla="*/ 4659190 h 10394972"/>
                  <a:gd name="connsiteX62" fmla="*/ 9382180 w 10490654"/>
                  <a:gd name="connsiteY62" fmla="*/ 4915057 h 10394972"/>
                  <a:gd name="connsiteX63" fmla="*/ 9434945 w 10490654"/>
                  <a:gd name="connsiteY63" fmla="*/ 5213372 h 10394972"/>
                  <a:gd name="connsiteX64" fmla="*/ 9462654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601200 w 10490654"/>
                  <a:gd name="connsiteY55" fmla="*/ 3426135 h 10394972"/>
                  <a:gd name="connsiteX56" fmla="*/ 9601200 w 10490654"/>
                  <a:gd name="connsiteY56" fmla="*/ 3717081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268691 w 10490654"/>
                  <a:gd name="connsiteY60" fmla="*/ 4451372 h 10394972"/>
                  <a:gd name="connsiteX61" fmla="*/ 9337963 w 10490654"/>
                  <a:gd name="connsiteY61" fmla="*/ 4659190 h 10394972"/>
                  <a:gd name="connsiteX62" fmla="*/ 9382180 w 10490654"/>
                  <a:gd name="connsiteY62" fmla="*/ 4915057 h 10394972"/>
                  <a:gd name="connsiteX63" fmla="*/ 9434945 w 10490654"/>
                  <a:gd name="connsiteY63" fmla="*/ 5213372 h 10394972"/>
                  <a:gd name="connsiteX64" fmla="*/ 9462654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601200 w 10490654"/>
                  <a:gd name="connsiteY56" fmla="*/ 3717081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268691 w 10490654"/>
                  <a:gd name="connsiteY60" fmla="*/ 4451372 h 10394972"/>
                  <a:gd name="connsiteX61" fmla="*/ 9337963 w 10490654"/>
                  <a:gd name="connsiteY61" fmla="*/ 4659190 h 10394972"/>
                  <a:gd name="connsiteX62" fmla="*/ 9382180 w 10490654"/>
                  <a:gd name="connsiteY62" fmla="*/ 4915057 h 10394972"/>
                  <a:gd name="connsiteX63" fmla="*/ 9434945 w 10490654"/>
                  <a:gd name="connsiteY63" fmla="*/ 5213372 h 10394972"/>
                  <a:gd name="connsiteX64" fmla="*/ 9462654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601200 w 10490654"/>
                  <a:gd name="connsiteY56" fmla="*/ 3717081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268691 w 10490654"/>
                  <a:gd name="connsiteY60" fmla="*/ 4451372 h 10394972"/>
                  <a:gd name="connsiteX61" fmla="*/ 9337963 w 10490654"/>
                  <a:gd name="connsiteY61" fmla="*/ 4659190 h 10394972"/>
                  <a:gd name="connsiteX62" fmla="*/ 9382180 w 10490654"/>
                  <a:gd name="connsiteY62" fmla="*/ 4915057 h 10394972"/>
                  <a:gd name="connsiteX63" fmla="*/ 9434945 w 10490654"/>
                  <a:gd name="connsiteY63" fmla="*/ 5213372 h 10394972"/>
                  <a:gd name="connsiteX64" fmla="*/ 9462654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268691 w 10490654"/>
                  <a:gd name="connsiteY60" fmla="*/ 4451372 h 10394972"/>
                  <a:gd name="connsiteX61" fmla="*/ 9337963 w 10490654"/>
                  <a:gd name="connsiteY61" fmla="*/ 4659190 h 10394972"/>
                  <a:gd name="connsiteX62" fmla="*/ 9382180 w 10490654"/>
                  <a:gd name="connsiteY62" fmla="*/ 4915057 h 10394972"/>
                  <a:gd name="connsiteX63" fmla="*/ 9434945 w 10490654"/>
                  <a:gd name="connsiteY63" fmla="*/ 5213372 h 10394972"/>
                  <a:gd name="connsiteX64" fmla="*/ 9462654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173537 w 10490654"/>
                  <a:gd name="connsiteY60" fmla="*/ 4430122 h 10394972"/>
                  <a:gd name="connsiteX61" fmla="*/ 9337963 w 10490654"/>
                  <a:gd name="connsiteY61" fmla="*/ 4659190 h 10394972"/>
                  <a:gd name="connsiteX62" fmla="*/ 9382180 w 10490654"/>
                  <a:gd name="connsiteY62" fmla="*/ 4915057 h 10394972"/>
                  <a:gd name="connsiteX63" fmla="*/ 9434945 w 10490654"/>
                  <a:gd name="connsiteY63" fmla="*/ 5213372 h 10394972"/>
                  <a:gd name="connsiteX64" fmla="*/ 9462654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173537 w 10490654"/>
                  <a:gd name="connsiteY60" fmla="*/ 4430122 h 10394972"/>
                  <a:gd name="connsiteX61" fmla="*/ 9337963 w 10490654"/>
                  <a:gd name="connsiteY61" fmla="*/ 4659190 h 10394972"/>
                  <a:gd name="connsiteX62" fmla="*/ 9382180 w 10490654"/>
                  <a:gd name="connsiteY62" fmla="*/ 4915057 h 10394972"/>
                  <a:gd name="connsiteX63" fmla="*/ 9434945 w 10490654"/>
                  <a:gd name="connsiteY63" fmla="*/ 5213372 h 10394972"/>
                  <a:gd name="connsiteX64" fmla="*/ 9383359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173537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87345 w 10490654"/>
                  <a:gd name="connsiteY65" fmla="*/ 5975372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199418 w 10490654"/>
                  <a:gd name="connsiteY59" fmla="*/ 4285117 h 10394972"/>
                  <a:gd name="connsiteX60" fmla="*/ 9173537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15278 w 10490654"/>
                  <a:gd name="connsiteY59" fmla="*/ 4285117 h 10394972"/>
                  <a:gd name="connsiteX60" fmla="*/ 9173537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15278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5782 w 10490654"/>
                  <a:gd name="connsiteY66" fmla="*/ 6377153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94363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337963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205805 w 10490654"/>
                  <a:gd name="connsiteY71" fmla="*/ 7651772 h 10394972"/>
                  <a:gd name="connsiteX72" fmla="*/ 9102436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205805 w 10490654"/>
                  <a:gd name="connsiteY71" fmla="*/ 7651772 h 10394972"/>
                  <a:gd name="connsiteX72" fmla="*/ 9150015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205805 w 10490654"/>
                  <a:gd name="connsiteY71" fmla="*/ 7651772 h 10394972"/>
                  <a:gd name="connsiteX72" fmla="*/ 9128871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30673 w 10490654"/>
                  <a:gd name="connsiteY76" fmla="*/ 8758112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9014813 w 10490654"/>
                  <a:gd name="connsiteY76" fmla="*/ 8758113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8993669 w 10490654"/>
                  <a:gd name="connsiteY76" fmla="*/ 8758113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8993669 w 10490654"/>
                  <a:gd name="connsiteY76" fmla="*/ 8758113 h 10394972"/>
                  <a:gd name="connsiteX77" fmla="*/ 8991600 w 10490654"/>
                  <a:gd name="connsiteY77" fmla="*/ 8967953 h 10394972"/>
                  <a:gd name="connsiteX78" fmla="*/ 8894618 w 10490654"/>
                  <a:gd name="connsiteY78" fmla="*/ 9272753 h 10394972"/>
                  <a:gd name="connsiteX79" fmla="*/ 8922327 w 10490654"/>
                  <a:gd name="connsiteY79" fmla="*/ 95359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8993669 w 10490654"/>
                  <a:gd name="connsiteY76" fmla="*/ 8758113 h 10394972"/>
                  <a:gd name="connsiteX77" fmla="*/ 8991600 w 10490654"/>
                  <a:gd name="connsiteY77" fmla="*/ 8967953 h 10394972"/>
                  <a:gd name="connsiteX78" fmla="*/ 8894618 w 10490654"/>
                  <a:gd name="connsiteY78" fmla="*/ 9272753 h 10394972"/>
                  <a:gd name="connsiteX79" fmla="*/ 8922328 w 10490654"/>
                  <a:gd name="connsiteY79" fmla="*/ 9578490 h 10394972"/>
                  <a:gd name="connsiteX80" fmla="*/ 9144000 w 10490654"/>
                  <a:gd name="connsiteY80" fmla="*/ 9702244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8993669 w 10490654"/>
                  <a:gd name="connsiteY76" fmla="*/ 8758113 h 10394972"/>
                  <a:gd name="connsiteX77" fmla="*/ 8991600 w 10490654"/>
                  <a:gd name="connsiteY77" fmla="*/ 8967953 h 10394972"/>
                  <a:gd name="connsiteX78" fmla="*/ 8894618 w 10490654"/>
                  <a:gd name="connsiteY78" fmla="*/ 9272753 h 10394972"/>
                  <a:gd name="connsiteX79" fmla="*/ 8922328 w 10490654"/>
                  <a:gd name="connsiteY79" fmla="*/ 9578490 h 10394972"/>
                  <a:gd name="connsiteX80" fmla="*/ 9138715 w 10490654"/>
                  <a:gd name="connsiteY80" fmla="*/ 9750056 h 10394972"/>
                  <a:gd name="connsiteX81" fmla="*/ 9353374 w 10490654"/>
                  <a:gd name="connsiteY81" fmla="*/ 9853088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8993669 w 10490654"/>
                  <a:gd name="connsiteY76" fmla="*/ 8758113 h 10394972"/>
                  <a:gd name="connsiteX77" fmla="*/ 8991600 w 10490654"/>
                  <a:gd name="connsiteY77" fmla="*/ 8967953 h 10394972"/>
                  <a:gd name="connsiteX78" fmla="*/ 8894618 w 10490654"/>
                  <a:gd name="connsiteY78" fmla="*/ 9272753 h 10394972"/>
                  <a:gd name="connsiteX79" fmla="*/ 8922328 w 10490654"/>
                  <a:gd name="connsiteY79" fmla="*/ 9578490 h 10394972"/>
                  <a:gd name="connsiteX80" fmla="*/ 9138715 w 10490654"/>
                  <a:gd name="connsiteY80" fmla="*/ 9750056 h 10394972"/>
                  <a:gd name="connsiteX81" fmla="*/ 9231789 w 10490654"/>
                  <a:gd name="connsiteY81" fmla="*/ 9890275 h 10394972"/>
                  <a:gd name="connsiteX82" fmla="*/ 9529903 w 10490654"/>
                  <a:gd name="connsiteY82" fmla="*/ 9905081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56730 w 10490654"/>
                  <a:gd name="connsiteY74" fmla="*/ 8095117 h 10394972"/>
                  <a:gd name="connsiteX75" fmla="*/ 9027559 w 10490654"/>
                  <a:gd name="connsiteY75" fmla="*/ 8524608 h 10394972"/>
                  <a:gd name="connsiteX76" fmla="*/ 8993669 w 10490654"/>
                  <a:gd name="connsiteY76" fmla="*/ 8758113 h 10394972"/>
                  <a:gd name="connsiteX77" fmla="*/ 8991600 w 10490654"/>
                  <a:gd name="connsiteY77" fmla="*/ 8967953 h 10394972"/>
                  <a:gd name="connsiteX78" fmla="*/ 8894618 w 10490654"/>
                  <a:gd name="connsiteY78" fmla="*/ 9272753 h 10394972"/>
                  <a:gd name="connsiteX79" fmla="*/ 8922328 w 10490654"/>
                  <a:gd name="connsiteY79" fmla="*/ 9578490 h 10394972"/>
                  <a:gd name="connsiteX80" fmla="*/ 9138715 w 10490654"/>
                  <a:gd name="connsiteY80" fmla="*/ 9750056 h 10394972"/>
                  <a:gd name="connsiteX81" fmla="*/ 9231789 w 10490654"/>
                  <a:gd name="connsiteY81" fmla="*/ 9890275 h 10394972"/>
                  <a:gd name="connsiteX82" fmla="*/ 9440036 w 10490654"/>
                  <a:gd name="connsiteY82" fmla="*/ 9851958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27559 w 10490654"/>
                  <a:gd name="connsiteY75" fmla="*/ 8524608 h 10394972"/>
                  <a:gd name="connsiteX76" fmla="*/ 8993669 w 10490654"/>
                  <a:gd name="connsiteY76" fmla="*/ 8758113 h 10394972"/>
                  <a:gd name="connsiteX77" fmla="*/ 8991600 w 10490654"/>
                  <a:gd name="connsiteY77" fmla="*/ 8967953 h 10394972"/>
                  <a:gd name="connsiteX78" fmla="*/ 8894618 w 10490654"/>
                  <a:gd name="connsiteY78" fmla="*/ 9272753 h 10394972"/>
                  <a:gd name="connsiteX79" fmla="*/ 8922328 w 10490654"/>
                  <a:gd name="connsiteY79" fmla="*/ 9578490 h 10394972"/>
                  <a:gd name="connsiteX80" fmla="*/ 9138715 w 10490654"/>
                  <a:gd name="connsiteY80" fmla="*/ 9750056 h 10394972"/>
                  <a:gd name="connsiteX81" fmla="*/ 9231789 w 10490654"/>
                  <a:gd name="connsiteY81" fmla="*/ 9890275 h 10394972"/>
                  <a:gd name="connsiteX82" fmla="*/ 9440036 w 10490654"/>
                  <a:gd name="connsiteY82" fmla="*/ 9851958 h 10394972"/>
                  <a:gd name="connsiteX83" fmla="*/ 9625328 w 10490654"/>
                  <a:gd name="connsiteY83" fmla="*/ 9791132 h 10394972"/>
                  <a:gd name="connsiteX84" fmla="*/ 9667359 w 10490654"/>
                  <a:gd name="connsiteY84" fmla="*/ 9803430 h 10394972"/>
                  <a:gd name="connsiteX85" fmla="*/ 9668916 w 10490654"/>
                  <a:gd name="connsiteY85" fmla="*/ 10256426 h 10394972"/>
                  <a:gd name="connsiteX86" fmla="*/ 9495500 w 10490654"/>
                  <a:gd name="connsiteY86" fmla="*/ 10306085 h 10394972"/>
                  <a:gd name="connsiteX87" fmla="*/ 9310254 w 10490654"/>
                  <a:gd name="connsiteY87" fmla="*/ 10394972 h 10394972"/>
                  <a:gd name="connsiteX88" fmla="*/ 9227127 w 10490654"/>
                  <a:gd name="connsiteY88" fmla="*/ 10242572 h 10394972"/>
                  <a:gd name="connsiteX89" fmla="*/ 9033163 w 10490654"/>
                  <a:gd name="connsiteY89" fmla="*/ 9993190 h 10394972"/>
                  <a:gd name="connsiteX90" fmla="*/ 8825345 w 10490654"/>
                  <a:gd name="connsiteY90" fmla="*/ 9813081 h 10394972"/>
                  <a:gd name="connsiteX91" fmla="*/ 8534400 w 10490654"/>
                  <a:gd name="connsiteY91" fmla="*/ 9702244 h 10394972"/>
                  <a:gd name="connsiteX92" fmla="*/ 8423563 w 10490654"/>
                  <a:gd name="connsiteY92" fmla="*/ 9646826 h 10394972"/>
                  <a:gd name="connsiteX93" fmla="*/ 8285018 w 10490654"/>
                  <a:gd name="connsiteY93" fmla="*/ 9480572 h 10394972"/>
                  <a:gd name="connsiteX94" fmla="*/ 8257309 w 10490654"/>
                  <a:gd name="connsiteY94" fmla="*/ 9342026 h 10394972"/>
                  <a:gd name="connsiteX95" fmla="*/ 8146472 w 10490654"/>
                  <a:gd name="connsiteY95" fmla="*/ 9355881 h 10394972"/>
                  <a:gd name="connsiteX96" fmla="*/ 8091054 w 10490654"/>
                  <a:gd name="connsiteY96" fmla="*/ 9577553 h 10394972"/>
                  <a:gd name="connsiteX97" fmla="*/ 7806336 w 10490654"/>
                  <a:gd name="connsiteY97" fmla="*/ 9583313 h 10394972"/>
                  <a:gd name="connsiteX98" fmla="*/ 7567694 w 10490654"/>
                  <a:gd name="connsiteY98" fmla="*/ 9520112 h 10394972"/>
                  <a:gd name="connsiteX99" fmla="*/ 7466043 w 10490654"/>
                  <a:gd name="connsiteY99" fmla="*/ 9471387 h 10394972"/>
                  <a:gd name="connsiteX100" fmla="*/ 7287491 w 10490654"/>
                  <a:gd name="connsiteY100" fmla="*/ 9449904 h 10394972"/>
                  <a:gd name="connsiteX101" fmla="*/ 7221797 w 10490654"/>
                  <a:gd name="connsiteY101" fmla="*/ 9121910 h 10394972"/>
                  <a:gd name="connsiteX102" fmla="*/ 6954982 w 10490654"/>
                  <a:gd name="connsiteY102" fmla="*/ 9189626 h 10394972"/>
                  <a:gd name="connsiteX103" fmla="*/ 6710737 w 10490654"/>
                  <a:gd name="connsiteY103" fmla="*/ 9262013 h 10394972"/>
                  <a:gd name="connsiteX104" fmla="*/ 6674777 w 10490654"/>
                  <a:gd name="connsiteY104" fmla="*/ 9062912 h 10394972"/>
                  <a:gd name="connsiteX105" fmla="*/ 6511636 w 10490654"/>
                  <a:gd name="connsiteY105" fmla="*/ 8954099 h 10394972"/>
                  <a:gd name="connsiteX106" fmla="*/ 6428509 w 10490654"/>
                  <a:gd name="connsiteY106" fmla="*/ 8954099 h 10394972"/>
                  <a:gd name="connsiteX107" fmla="*/ 6325922 w 10490654"/>
                  <a:gd name="connsiteY107" fmla="*/ 9057307 h 10394972"/>
                  <a:gd name="connsiteX108" fmla="*/ 6167763 w 10490654"/>
                  <a:gd name="connsiteY108" fmla="*/ 8978227 h 10394972"/>
                  <a:gd name="connsiteX109" fmla="*/ 6002132 w 10490654"/>
                  <a:gd name="connsiteY109" fmla="*/ 9093734 h 10394972"/>
                  <a:gd name="connsiteX110" fmla="*/ 5749636 w 10490654"/>
                  <a:gd name="connsiteY110" fmla="*/ 9051081 h 10394972"/>
                  <a:gd name="connsiteX111" fmla="*/ 5674760 w 10490654"/>
                  <a:gd name="connsiteY111" fmla="*/ 9081904 h 10394972"/>
                  <a:gd name="connsiteX112" fmla="*/ 5507415 w 10490654"/>
                  <a:gd name="connsiteY112" fmla="*/ 9128137 h 10394972"/>
                  <a:gd name="connsiteX113" fmla="*/ 5505859 w 10490654"/>
                  <a:gd name="connsiteY113" fmla="*/ 8870972 h 10394972"/>
                  <a:gd name="connsiteX114" fmla="*/ 5505857 w 10490654"/>
                  <a:gd name="connsiteY114" fmla="*/ 8634977 h 10394972"/>
                  <a:gd name="connsiteX115" fmla="*/ 5336024 w 10490654"/>
                  <a:gd name="connsiteY115" fmla="*/ 8333292 h 10394972"/>
                  <a:gd name="connsiteX116" fmla="*/ 5230324 w 10490654"/>
                  <a:gd name="connsiteY116" fmla="*/ 8082820 h 10394972"/>
                  <a:gd name="connsiteX117" fmla="*/ 5317031 w 10490654"/>
                  <a:gd name="connsiteY117" fmla="*/ 7610208 h 10394972"/>
                  <a:gd name="connsiteX118" fmla="*/ 5201059 w 10490654"/>
                  <a:gd name="connsiteY118" fmla="*/ 7320352 h 10394972"/>
                  <a:gd name="connsiteX119" fmla="*/ 5250872 w 10490654"/>
                  <a:gd name="connsiteY119" fmla="*/ 7069881 h 10394972"/>
                  <a:gd name="connsiteX120" fmla="*/ 5245735 w 10490654"/>
                  <a:gd name="connsiteY120" fmla="*/ 7018665 h 10394972"/>
                  <a:gd name="connsiteX121" fmla="*/ 4577603 w 10490654"/>
                  <a:gd name="connsiteY121" fmla="*/ 7013996 h 10394972"/>
                  <a:gd name="connsiteX122" fmla="*/ 4528412 w 10490654"/>
                  <a:gd name="connsiteY122" fmla="*/ 6840580 h 10394972"/>
                  <a:gd name="connsiteX123" fmla="*/ 4038834 w 10490654"/>
                  <a:gd name="connsiteY123" fmla="*/ 6816452 h 10394972"/>
                  <a:gd name="connsiteX124" fmla="*/ 3976254 w 10490654"/>
                  <a:gd name="connsiteY124" fmla="*/ 7069881 h 10394972"/>
                  <a:gd name="connsiteX125" fmla="*/ 3932667 w 10490654"/>
                  <a:gd name="connsiteY125" fmla="*/ 7281279 h 10394972"/>
                  <a:gd name="connsiteX126" fmla="*/ 3884155 w 10490654"/>
                  <a:gd name="connsiteY126" fmla="*/ 7403480 h 10394972"/>
                  <a:gd name="connsiteX127" fmla="*/ 3572499 w 10490654"/>
                  <a:gd name="connsiteY127" fmla="*/ 7365450 h 10394972"/>
                  <a:gd name="connsiteX128" fmla="*/ 3311236 w 10490654"/>
                  <a:gd name="connsiteY128" fmla="*/ 7402390 h 10394972"/>
                  <a:gd name="connsiteX129" fmla="*/ 2921540 w 10490654"/>
                  <a:gd name="connsiteY129" fmla="*/ 7414475 h 10394972"/>
                  <a:gd name="connsiteX130" fmla="*/ 2784763 w 10490654"/>
                  <a:gd name="connsiteY130" fmla="*/ 7139153 h 10394972"/>
                  <a:gd name="connsiteX131" fmla="*/ 2604654 w 10490654"/>
                  <a:gd name="connsiteY131" fmla="*/ 6862062 h 10394972"/>
                  <a:gd name="connsiteX132" fmla="*/ 2410691 w 10490654"/>
                  <a:gd name="connsiteY132" fmla="*/ 6363299 h 10394972"/>
                  <a:gd name="connsiteX133" fmla="*/ 2327563 w 10490654"/>
                  <a:gd name="connsiteY133" fmla="*/ 6224753 h 10394972"/>
                  <a:gd name="connsiteX134" fmla="*/ 1662545 w 10490654"/>
                  <a:gd name="connsiteY134" fmla="*/ 6197044 h 10394972"/>
                  <a:gd name="connsiteX135" fmla="*/ 1233054 w 10490654"/>
                  <a:gd name="connsiteY135" fmla="*/ 6197044 h 10394972"/>
                  <a:gd name="connsiteX136" fmla="*/ 1136072 w 10490654"/>
                  <a:gd name="connsiteY136" fmla="*/ 6252462 h 10394972"/>
                  <a:gd name="connsiteX137" fmla="*/ 706582 w 10490654"/>
                  <a:gd name="connsiteY137" fmla="*/ 6210899 h 10394972"/>
                  <a:gd name="connsiteX138" fmla="*/ 318654 w 10490654"/>
                  <a:gd name="connsiteY138" fmla="*/ 6238608 h 10394972"/>
                  <a:gd name="connsiteX139" fmla="*/ 96982 w 10490654"/>
                  <a:gd name="connsiteY139" fmla="*/ 6391008 h 10394972"/>
                  <a:gd name="connsiteX140" fmla="*/ 0 w 10490654"/>
                  <a:gd name="connsiteY140" fmla="*/ 6294026 h 10394972"/>
                  <a:gd name="connsiteX141" fmla="*/ 83127 w 10490654"/>
                  <a:gd name="connsiteY141"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8981809 w 10490654"/>
                  <a:gd name="connsiteY75" fmla="*/ 8313436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440036 w 10490654"/>
                  <a:gd name="connsiteY83" fmla="*/ 9851958 h 10394972"/>
                  <a:gd name="connsiteX84" fmla="*/ 9625328 w 10490654"/>
                  <a:gd name="connsiteY84" fmla="*/ 9791132 h 10394972"/>
                  <a:gd name="connsiteX85" fmla="*/ 9667359 w 10490654"/>
                  <a:gd name="connsiteY85" fmla="*/ 9803430 h 10394972"/>
                  <a:gd name="connsiteX86" fmla="*/ 9668916 w 10490654"/>
                  <a:gd name="connsiteY86" fmla="*/ 10256426 h 10394972"/>
                  <a:gd name="connsiteX87" fmla="*/ 9495500 w 10490654"/>
                  <a:gd name="connsiteY87" fmla="*/ 10306085 h 10394972"/>
                  <a:gd name="connsiteX88" fmla="*/ 9310254 w 10490654"/>
                  <a:gd name="connsiteY88" fmla="*/ 10394972 h 10394972"/>
                  <a:gd name="connsiteX89" fmla="*/ 9227127 w 10490654"/>
                  <a:gd name="connsiteY89" fmla="*/ 10242572 h 10394972"/>
                  <a:gd name="connsiteX90" fmla="*/ 9033163 w 10490654"/>
                  <a:gd name="connsiteY90" fmla="*/ 9993190 h 10394972"/>
                  <a:gd name="connsiteX91" fmla="*/ 8825345 w 10490654"/>
                  <a:gd name="connsiteY91" fmla="*/ 9813081 h 10394972"/>
                  <a:gd name="connsiteX92" fmla="*/ 8534400 w 10490654"/>
                  <a:gd name="connsiteY92" fmla="*/ 9702244 h 10394972"/>
                  <a:gd name="connsiteX93" fmla="*/ 8423563 w 10490654"/>
                  <a:gd name="connsiteY93" fmla="*/ 9646826 h 10394972"/>
                  <a:gd name="connsiteX94" fmla="*/ 8285018 w 10490654"/>
                  <a:gd name="connsiteY94" fmla="*/ 9480572 h 10394972"/>
                  <a:gd name="connsiteX95" fmla="*/ 8257309 w 10490654"/>
                  <a:gd name="connsiteY95" fmla="*/ 9342026 h 10394972"/>
                  <a:gd name="connsiteX96" fmla="*/ 8146472 w 10490654"/>
                  <a:gd name="connsiteY96" fmla="*/ 9355881 h 10394972"/>
                  <a:gd name="connsiteX97" fmla="*/ 8091054 w 10490654"/>
                  <a:gd name="connsiteY97" fmla="*/ 9577553 h 10394972"/>
                  <a:gd name="connsiteX98" fmla="*/ 7806336 w 10490654"/>
                  <a:gd name="connsiteY98" fmla="*/ 9583313 h 10394972"/>
                  <a:gd name="connsiteX99" fmla="*/ 7567694 w 10490654"/>
                  <a:gd name="connsiteY99" fmla="*/ 9520112 h 10394972"/>
                  <a:gd name="connsiteX100" fmla="*/ 7466043 w 10490654"/>
                  <a:gd name="connsiteY100" fmla="*/ 9471387 h 10394972"/>
                  <a:gd name="connsiteX101" fmla="*/ 7287491 w 10490654"/>
                  <a:gd name="connsiteY101" fmla="*/ 9449904 h 10394972"/>
                  <a:gd name="connsiteX102" fmla="*/ 7221797 w 10490654"/>
                  <a:gd name="connsiteY102" fmla="*/ 9121910 h 10394972"/>
                  <a:gd name="connsiteX103" fmla="*/ 6954982 w 10490654"/>
                  <a:gd name="connsiteY103" fmla="*/ 9189626 h 10394972"/>
                  <a:gd name="connsiteX104" fmla="*/ 6710737 w 10490654"/>
                  <a:gd name="connsiteY104" fmla="*/ 9262013 h 10394972"/>
                  <a:gd name="connsiteX105" fmla="*/ 6674777 w 10490654"/>
                  <a:gd name="connsiteY105" fmla="*/ 9062912 h 10394972"/>
                  <a:gd name="connsiteX106" fmla="*/ 6511636 w 10490654"/>
                  <a:gd name="connsiteY106" fmla="*/ 8954099 h 10394972"/>
                  <a:gd name="connsiteX107" fmla="*/ 6428509 w 10490654"/>
                  <a:gd name="connsiteY107" fmla="*/ 8954099 h 10394972"/>
                  <a:gd name="connsiteX108" fmla="*/ 6325922 w 10490654"/>
                  <a:gd name="connsiteY108" fmla="*/ 9057307 h 10394972"/>
                  <a:gd name="connsiteX109" fmla="*/ 6167763 w 10490654"/>
                  <a:gd name="connsiteY109" fmla="*/ 8978227 h 10394972"/>
                  <a:gd name="connsiteX110" fmla="*/ 6002132 w 10490654"/>
                  <a:gd name="connsiteY110" fmla="*/ 9093734 h 10394972"/>
                  <a:gd name="connsiteX111" fmla="*/ 5749636 w 10490654"/>
                  <a:gd name="connsiteY111" fmla="*/ 9051081 h 10394972"/>
                  <a:gd name="connsiteX112" fmla="*/ 5674760 w 10490654"/>
                  <a:gd name="connsiteY112" fmla="*/ 9081904 h 10394972"/>
                  <a:gd name="connsiteX113" fmla="*/ 5507415 w 10490654"/>
                  <a:gd name="connsiteY113" fmla="*/ 9128137 h 10394972"/>
                  <a:gd name="connsiteX114" fmla="*/ 5505859 w 10490654"/>
                  <a:gd name="connsiteY114" fmla="*/ 8870972 h 10394972"/>
                  <a:gd name="connsiteX115" fmla="*/ 5505857 w 10490654"/>
                  <a:gd name="connsiteY115" fmla="*/ 8634977 h 10394972"/>
                  <a:gd name="connsiteX116" fmla="*/ 5336024 w 10490654"/>
                  <a:gd name="connsiteY116" fmla="*/ 8333292 h 10394972"/>
                  <a:gd name="connsiteX117" fmla="*/ 5230324 w 10490654"/>
                  <a:gd name="connsiteY117" fmla="*/ 8082820 h 10394972"/>
                  <a:gd name="connsiteX118" fmla="*/ 5317031 w 10490654"/>
                  <a:gd name="connsiteY118" fmla="*/ 7610208 h 10394972"/>
                  <a:gd name="connsiteX119" fmla="*/ 5201059 w 10490654"/>
                  <a:gd name="connsiteY119" fmla="*/ 7320352 h 10394972"/>
                  <a:gd name="connsiteX120" fmla="*/ 5250872 w 10490654"/>
                  <a:gd name="connsiteY120" fmla="*/ 7069881 h 10394972"/>
                  <a:gd name="connsiteX121" fmla="*/ 5245735 w 10490654"/>
                  <a:gd name="connsiteY121" fmla="*/ 7018665 h 10394972"/>
                  <a:gd name="connsiteX122" fmla="*/ 4577603 w 10490654"/>
                  <a:gd name="connsiteY122" fmla="*/ 7013996 h 10394972"/>
                  <a:gd name="connsiteX123" fmla="*/ 4528412 w 10490654"/>
                  <a:gd name="connsiteY123" fmla="*/ 6840580 h 10394972"/>
                  <a:gd name="connsiteX124" fmla="*/ 4038834 w 10490654"/>
                  <a:gd name="connsiteY124" fmla="*/ 6816452 h 10394972"/>
                  <a:gd name="connsiteX125" fmla="*/ 3976254 w 10490654"/>
                  <a:gd name="connsiteY125" fmla="*/ 7069881 h 10394972"/>
                  <a:gd name="connsiteX126" fmla="*/ 3932667 w 10490654"/>
                  <a:gd name="connsiteY126" fmla="*/ 7281279 h 10394972"/>
                  <a:gd name="connsiteX127" fmla="*/ 3884155 w 10490654"/>
                  <a:gd name="connsiteY127" fmla="*/ 7403480 h 10394972"/>
                  <a:gd name="connsiteX128" fmla="*/ 3572499 w 10490654"/>
                  <a:gd name="connsiteY128" fmla="*/ 7365450 h 10394972"/>
                  <a:gd name="connsiteX129" fmla="*/ 3311236 w 10490654"/>
                  <a:gd name="connsiteY129" fmla="*/ 7402390 h 10394972"/>
                  <a:gd name="connsiteX130" fmla="*/ 2921540 w 10490654"/>
                  <a:gd name="connsiteY130" fmla="*/ 7414475 h 10394972"/>
                  <a:gd name="connsiteX131" fmla="*/ 2784763 w 10490654"/>
                  <a:gd name="connsiteY131" fmla="*/ 7139153 h 10394972"/>
                  <a:gd name="connsiteX132" fmla="*/ 2604654 w 10490654"/>
                  <a:gd name="connsiteY132" fmla="*/ 6862062 h 10394972"/>
                  <a:gd name="connsiteX133" fmla="*/ 2410691 w 10490654"/>
                  <a:gd name="connsiteY133" fmla="*/ 6363299 h 10394972"/>
                  <a:gd name="connsiteX134" fmla="*/ 2327563 w 10490654"/>
                  <a:gd name="connsiteY134" fmla="*/ 6224753 h 10394972"/>
                  <a:gd name="connsiteX135" fmla="*/ 1662545 w 10490654"/>
                  <a:gd name="connsiteY135" fmla="*/ 6197044 h 10394972"/>
                  <a:gd name="connsiteX136" fmla="*/ 1233054 w 10490654"/>
                  <a:gd name="connsiteY136" fmla="*/ 6197044 h 10394972"/>
                  <a:gd name="connsiteX137" fmla="*/ 1136072 w 10490654"/>
                  <a:gd name="connsiteY137" fmla="*/ 6252462 h 10394972"/>
                  <a:gd name="connsiteX138" fmla="*/ 706582 w 10490654"/>
                  <a:gd name="connsiteY138" fmla="*/ 6210899 h 10394972"/>
                  <a:gd name="connsiteX139" fmla="*/ 318654 w 10490654"/>
                  <a:gd name="connsiteY139" fmla="*/ 6238608 h 10394972"/>
                  <a:gd name="connsiteX140" fmla="*/ 96982 w 10490654"/>
                  <a:gd name="connsiteY140" fmla="*/ 6391008 h 10394972"/>
                  <a:gd name="connsiteX141" fmla="*/ 0 w 10490654"/>
                  <a:gd name="connsiteY141" fmla="*/ 6294026 h 10394972"/>
                  <a:gd name="connsiteX142" fmla="*/ 83127 w 10490654"/>
                  <a:gd name="connsiteY142"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36787 w 10490654"/>
                  <a:gd name="connsiteY75" fmla="*/ 8313437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440036 w 10490654"/>
                  <a:gd name="connsiteY83" fmla="*/ 9851958 h 10394972"/>
                  <a:gd name="connsiteX84" fmla="*/ 9625328 w 10490654"/>
                  <a:gd name="connsiteY84" fmla="*/ 9791132 h 10394972"/>
                  <a:gd name="connsiteX85" fmla="*/ 9667359 w 10490654"/>
                  <a:gd name="connsiteY85" fmla="*/ 9803430 h 10394972"/>
                  <a:gd name="connsiteX86" fmla="*/ 9668916 w 10490654"/>
                  <a:gd name="connsiteY86" fmla="*/ 10256426 h 10394972"/>
                  <a:gd name="connsiteX87" fmla="*/ 9495500 w 10490654"/>
                  <a:gd name="connsiteY87" fmla="*/ 10306085 h 10394972"/>
                  <a:gd name="connsiteX88" fmla="*/ 9310254 w 10490654"/>
                  <a:gd name="connsiteY88" fmla="*/ 10394972 h 10394972"/>
                  <a:gd name="connsiteX89" fmla="*/ 9227127 w 10490654"/>
                  <a:gd name="connsiteY89" fmla="*/ 10242572 h 10394972"/>
                  <a:gd name="connsiteX90" fmla="*/ 9033163 w 10490654"/>
                  <a:gd name="connsiteY90" fmla="*/ 9993190 h 10394972"/>
                  <a:gd name="connsiteX91" fmla="*/ 8825345 w 10490654"/>
                  <a:gd name="connsiteY91" fmla="*/ 9813081 h 10394972"/>
                  <a:gd name="connsiteX92" fmla="*/ 8534400 w 10490654"/>
                  <a:gd name="connsiteY92" fmla="*/ 9702244 h 10394972"/>
                  <a:gd name="connsiteX93" fmla="*/ 8423563 w 10490654"/>
                  <a:gd name="connsiteY93" fmla="*/ 9646826 h 10394972"/>
                  <a:gd name="connsiteX94" fmla="*/ 8285018 w 10490654"/>
                  <a:gd name="connsiteY94" fmla="*/ 9480572 h 10394972"/>
                  <a:gd name="connsiteX95" fmla="*/ 8257309 w 10490654"/>
                  <a:gd name="connsiteY95" fmla="*/ 9342026 h 10394972"/>
                  <a:gd name="connsiteX96" fmla="*/ 8146472 w 10490654"/>
                  <a:gd name="connsiteY96" fmla="*/ 9355881 h 10394972"/>
                  <a:gd name="connsiteX97" fmla="*/ 8091054 w 10490654"/>
                  <a:gd name="connsiteY97" fmla="*/ 9577553 h 10394972"/>
                  <a:gd name="connsiteX98" fmla="*/ 7806336 w 10490654"/>
                  <a:gd name="connsiteY98" fmla="*/ 9583313 h 10394972"/>
                  <a:gd name="connsiteX99" fmla="*/ 7567694 w 10490654"/>
                  <a:gd name="connsiteY99" fmla="*/ 9520112 h 10394972"/>
                  <a:gd name="connsiteX100" fmla="*/ 7466043 w 10490654"/>
                  <a:gd name="connsiteY100" fmla="*/ 9471387 h 10394972"/>
                  <a:gd name="connsiteX101" fmla="*/ 7287491 w 10490654"/>
                  <a:gd name="connsiteY101" fmla="*/ 9449904 h 10394972"/>
                  <a:gd name="connsiteX102" fmla="*/ 7221797 w 10490654"/>
                  <a:gd name="connsiteY102" fmla="*/ 9121910 h 10394972"/>
                  <a:gd name="connsiteX103" fmla="*/ 6954982 w 10490654"/>
                  <a:gd name="connsiteY103" fmla="*/ 9189626 h 10394972"/>
                  <a:gd name="connsiteX104" fmla="*/ 6710737 w 10490654"/>
                  <a:gd name="connsiteY104" fmla="*/ 9262013 h 10394972"/>
                  <a:gd name="connsiteX105" fmla="*/ 6674777 w 10490654"/>
                  <a:gd name="connsiteY105" fmla="*/ 9062912 h 10394972"/>
                  <a:gd name="connsiteX106" fmla="*/ 6511636 w 10490654"/>
                  <a:gd name="connsiteY106" fmla="*/ 8954099 h 10394972"/>
                  <a:gd name="connsiteX107" fmla="*/ 6428509 w 10490654"/>
                  <a:gd name="connsiteY107" fmla="*/ 8954099 h 10394972"/>
                  <a:gd name="connsiteX108" fmla="*/ 6325922 w 10490654"/>
                  <a:gd name="connsiteY108" fmla="*/ 9057307 h 10394972"/>
                  <a:gd name="connsiteX109" fmla="*/ 6167763 w 10490654"/>
                  <a:gd name="connsiteY109" fmla="*/ 8978227 h 10394972"/>
                  <a:gd name="connsiteX110" fmla="*/ 6002132 w 10490654"/>
                  <a:gd name="connsiteY110" fmla="*/ 9093734 h 10394972"/>
                  <a:gd name="connsiteX111" fmla="*/ 5749636 w 10490654"/>
                  <a:gd name="connsiteY111" fmla="*/ 9051081 h 10394972"/>
                  <a:gd name="connsiteX112" fmla="*/ 5674760 w 10490654"/>
                  <a:gd name="connsiteY112" fmla="*/ 9081904 h 10394972"/>
                  <a:gd name="connsiteX113" fmla="*/ 5507415 w 10490654"/>
                  <a:gd name="connsiteY113" fmla="*/ 9128137 h 10394972"/>
                  <a:gd name="connsiteX114" fmla="*/ 5505859 w 10490654"/>
                  <a:gd name="connsiteY114" fmla="*/ 8870972 h 10394972"/>
                  <a:gd name="connsiteX115" fmla="*/ 5505857 w 10490654"/>
                  <a:gd name="connsiteY115" fmla="*/ 8634977 h 10394972"/>
                  <a:gd name="connsiteX116" fmla="*/ 5336024 w 10490654"/>
                  <a:gd name="connsiteY116" fmla="*/ 8333292 h 10394972"/>
                  <a:gd name="connsiteX117" fmla="*/ 5230324 w 10490654"/>
                  <a:gd name="connsiteY117" fmla="*/ 8082820 h 10394972"/>
                  <a:gd name="connsiteX118" fmla="*/ 5317031 w 10490654"/>
                  <a:gd name="connsiteY118" fmla="*/ 7610208 h 10394972"/>
                  <a:gd name="connsiteX119" fmla="*/ 5201059 w 10490654"/>
                  <a:gd name="connsiteY119" fmla="*/ 7320352 h 10394972"/>
                  <a:gd name="connsiteX120" fmla="*/ 5250872 w 10490654"/>
                  <a:gd name="connsiteY120" fmla="*/ 7069881 h 10394972"/>
                  <a:gd name="connsiteX121" fmla="*/ 5245735 w 10490654"/>
                  <a:gd name="connsiteY121" fmla="*/ 7018665 h 10394972"/>
                  <a:gd name="connsiteX122" fmla="*/ 4577603 w 10490654"/>
                  <a:gd name="connsiteY122" fmla="*/ 7013996 h 10394972"/>
                  <a:gd name="connsiteX123" fmla="*/ 4528412 w 10490654"/>
                  <a:gd name="connsiteY123" fmla="*/ 6840580 h 10394972"/>
                  <a:gd name="connsiteX124" fmla="*/ 4038834 w 10490654"/>
                  <a:gd name="connsiteY124" fmla="*/ 6816452 h 10394972"/>
                  <a:gd name="connsiteX125" fmla="*/ 3976254 w 10490654"/>
                  <a:gd name="connsiteY125" fmla="*/ 7069881 h 10394972"/>
                  <a:gd name="connsiteX126" fmla="*/ 3932667 w 10490654"/>
                  <a:gd name="connsiteY126" fmla="*/ 7281279 h 10394972"/>
                  <a:gd name="connsiteX127" fmla="*/ 3884155 w 10490654"/>
                  <a:gd name="connsiteY127" fmla="*/ 7403480 h 10394972"/>
                  <a:gd name="connsiteX128" fmla="*/ 3572499 w 10490654"/>
                  <a:gd name="connsiteY128" fmla="*/ 7365450 h 10394972"/>
                  <a:gd name="connsiteX129" fmla="*/ 3311236 w 10490654"/>
                  <a:gd name="connsiteY129" fmla="*/ 7402390 h 10394972"/>
                  <a:gd name="connsiteX130" fmla="*/ 2921540 w 10490654"/>
                  <a:gd name="connsiteY130" fmla="*/ 7414475 h 10394972"/>
                  <a:gd name="connsiteX131" fmla="*/ 2784763 w 10490654"/>
                  <a:gd name="connsiteY131" fmla="*/ 7139153 h 10394972"/>
                  <a:gd name="connsiteX132" fmla="*/ 2604654 w 10490654"/>
                  <a:gd name="connsiteY132" fmla="*/ 6862062 h 10394972"/>
                  <a:gd name="connsiteX133" fmla="*/ 2410691 w 10490654"/>
                  <a:gd name="connsiteY133" fmla="*/ 6363299 h 10394972"/>
                  <a:gd name="connsiteX134" fmla="*/ 2327563 w 10490654"/>
                  <a:gd name="connsiteY134" fmla="*/ 6224753 h 10394972"/>
                  <a:gd name="connsiteX135" fmla="*/ 1662545 w 10490654"/>
                  <a:gd name="connsiteY135" fmla="*/ 6197044 h 10394972"/>
                  <a:gd name="connsiteX136" fmla="*/ 1233054 w 10490654"/>
                  <a:gd name="connsiteY136" fmla="*/ 6197044 h 10394972"/>
                  <a:gd name="connsiteX137" fmla="*/ 1136072 w 10490654"/>
                  <a:gd name="connsiteY137" fmla="*/ 6252462 h 10394972"/>
                  <a:gd name="connsiteX138" fmla="*/ 706582 w 10490654"/>
                  <a:gd name="connsiteY138" fmla="*/ 6210899 h 10394972"/>
                  <a:gd name="connsiteX139" fmla="*/ 318654 w 10490654"/>
                  <a:gd name="connsiteY139" fmla="*/ 6238608 h 10394972"/>
                  <a:gd name="connsiteX140" fmla="*/ 96982 w 10490654"/>
                  <a:gd name="connsiteY140" fmla="*/ 6391008 h 10394972"/>
                  <a:gd name="connsiteX141" fmla="*/ 0 w 10490654"/>
                  <a:gd name="connsiteY141" fmla="*/ 6294026 h 10394972"/>
                  <a:gd name="connsiteX142" fmla="*/ 83127 w 10490654"/>
                  <a:gd name="connsiteY142"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36787 w 10490654"/>
                  <a:gd name="connsiteY75" fmla="*/ 8313437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490431 w 10490654"/>
                  <a:gd name="connsiteY83" fmla="*/ 9921020 h 10394972"/>
                  <a:gd name="connsiteX84" fmla="*/ 9625328 w 10490654"/>
                  <a:gd name="connsiteY84" fmla="*/ 9791132 h 10394972"/>
                  <a:gd name="connsiteX85" fmla="*/ 9667359 w 10490654"/>
                  <a:gd name="connsiteY85" fmla="*/ 9803430 h 10394972"/>
                  <a:gd name="connsiteX86" fmla="*/ 9668916 w 10490654"/>
                  <a:gd name="connsiteY86" fmla="*/ 10256426 h 10394972"/>
                  <a:gd name="connsiteX87" fmla="*/ 9495500 w 10490654"/>
                  <a:gd name="connsiteY87" fmla="*/ 10306085 h 10394972"/>
                  <a:gd name="connsiteX88" fmla="*/ 9310254 w 10490654"/>
                  <a:gd name="connsiteY88" fmla="*/ 10394972 h 10394972"/>
                  <a:gd name="connsiteX89" fmla="*/ 9227127 w 10490654"/>
                  <a:gd name="connsiteY89" fmla="*/ 10242572 h 10394972"/>
                  <a:gd name="connsiteX90" fmla="*/ 9033163 w 10490654"/>
                  <a:gd name="connsiteY90" fmla="*/ 9993190 h 10394972"/>
                  <a:gd name="connsiteX91" fmla="*/ 8825345 w 10490654"/>
                  <a:gd name="connsiteY91" fmla="*/ 9813081 h 10394972"/>
                  <a:gd name="connsiteX92" fmla="*/ 8534400 w 10490654"/>
                  <a:gd name="connsiteY92" fmla="*/ 9702244 h 10394972"/>
                  <a:gd name="connsiteX93" fmla="*/ 8423563 w 10490654"/>
                  <a:gd name="connsiteY93" fmla="*/ 9646826 h 10394972"/>
                  <a:gd name="connsiteX94" fmla="*/ 8285018 w 10490654"/>
                  <a:gd name="connsiteY94" fmla="*/ 9480572 h 10394972"/>
                  <a:gd name="connsiteX95" fmla="*/ 8257309 w 10490654"/>
                  <a:gd name="connsiteY95" fmla="*/ 9342026 h 10394972"/>
                  <a:gd name="connsiteX96" fmla="*/ 8146472 w 10490654"/>
                  <a:gd name="connsiteY96" fmla="*/ 9355881 h 10394972"/>
                  <a:gd name="connsiteX97" fmla="*/ 8091054 w 10490654"/>
                  <a:gd name="connsiteY97" fmla="*/ 9577553 h 10394972"/>
                  <a:gd name="connsiteX98" fmla="*/ 7806336 w 10490654"/>
                  <a:gd name="connsiteY98" fmla="*/ 9583313 h 10394972"/>
                  <a:gd name="connsiteX99" fmla="*/ 7567694 w 10490654"/>
                  <a:gd name="connsiteY99" fmla="*/ 9520112 h 10394972"/>
                  <a:gd name="connsiteX100" fmla="*/ 7466043 w 10490654"/>
                  <a:gd name="connsiteY100" fmla="*/ 9471387 h 10394972"/>
                  <a:gd name="connsiteX101" fmla="*/ 7287491 w 10490654"/>
                  <a:gd name="connsiteY101" fmla="*/ 9449904 h 10394972"/>
                  <a:gd name="connsiteX102" fmla="*/ 7221797 w 10490654"/>
                  <a:gd name="connsiteY102" fmla="*/ 9121910 h 10394972"/>
                  <a:gd name="connsiteX103" fmla="*/ 6954982 w 10490654"/>
                  <a:gd name="connsiteY103" fmla="*/ 9189626 h 10394972"/>
                  <a:gd name="connsiteX104" fmla="*/ 6710737 w 10490654"/>
                  <a:gd name="connsiteY104" fmla="*/ 9262013 h 10394972"/>
                  <a:gd name="connsiteX105" fmla="*/ 6674777 w 10490654"/>
                  <a:gd name="connsiteY105" fmla="*/ 9062912 h 10394972"/>
                  <a:gd name="connsiteX106" fmla="*/ 6511636 w 10490654"/>
                  <a:gd name="connsiteY106" fmla="*/ 8954099 h 10394972"/>
                  <a:gd name="connsiteX107" fmla="*/ 6428509 w 10490654"/>
                  <a:gd name="connsiteY107" fmla="*/ 8954099 h 10394972"/>
                  <a:gd name="connsiteX108" fmla="*/ 6325922 w 10490654"/>
                  <a:gd name="connsiteY108" fmla="*/ 9057307 h 10394972"/>
                  <a:gd name="connsiteX109" fmla="*/ 6167763 w 10490654"/>
                  <a:gd name="connsiteY109" fmla="*/ 8978227 h 10394972"/>
                  <a:gd name="connsiteX110" fmla="*/ 6002132 w 10490654"/>
                  <a:gd name="connsiteY110" fmla="*/ 9093734 h 10394972"/>
                  <a:gd name="connsiteX111" fmla="*/ 5749636 w 10490654"/>
                  <a:gd name="connsiteY111" fmla="*/ 9051081 h 10394972"/>
                  <a:gd name="connsiteX112" fmla="*/ 5674760 w 10490654"/>
                  <a:gd name="connsiteY112" fmla="*/ 9081904 h 10394972"/>
                  <a:gd name="connsiteX113" fmla="*/ 5507415 w 10490654"/>
                  <a:gd name="connsiteY113" fmla="*/ 9128137 h 10394972"/>
                  <a:gd name="connsiteX114" fmla="*/ 5505859 w 10490654"/>
                  <a:gd name="connsiteY114" fmla="*/ 8870972 h 10394972"/>
                  <a:gd name="connsiteX115" fmla="*/ 5505857 w 10490654"/>
                  <a:gd name="connsiteY115" fmla="*/ 8634977 h 10394972"/>
                  <a:gd name="connsiteX116" fmla="*/ 5336024 w 10490654"/>
                  <a:gd name="connsiteY116" fmla="*/ 8333292 h 10394972"/>
                  <a:gd name="connsiteX117" fmla="*/ 5230324 w 10490654"/>
                  <a:gd name="connsiteY117" fmla="*/ 8082820 h 10394972"/>
                  <a:gd name="connsiteX118" fmla="*/ 5317031 w 10490654"/>
                  <a:gd name="connsiteY118" fmla="*/ 7610208 h 10394972"/>
                  <a:gd name="connsiteX119" fmla="*/ 5201059 w 10490654"/>
                  <a:gd name="connsiteY119" fmla="*/ 7320352 h 10394972"/>
                  <a:gd name="connsiteX120" fmla="*/ 5250872 w 10490654"/>
                  <a:gd name="connsiteY120" fmla="*/ 7069881 h 10394972"/>
                  <a:gd name="connsiteX121" fmla="*/ 5245735 w 10490654"/>
                  <a:gd name="connsiteY121" fmla="*/ 7018665 h 10394972"/>
                  <a:gd name="connsiteX122" fmla="*/ 4577603 w 10490654"/>
                  <a:gd name="connsiteY122" fmla="*/ 7013996 h 10394972"/>
                  <a:gd name="connsiteX123" fmla="*/ 4528412 w 10490654"/>
                  <a:gd name="connsiteY123" fmla="*/ 6840580 h 10394972"/>
                  <a:gd name="connsiteX124" fmla="*/ 4038834 w 10490654"/>
                  <a:gd name="connsiteY124" fmla="*/ 6816452 h 10394972"/>
                  <a:gd name="connsiteX125" fmla="*/ 3976254 w 10490654"/>
                  <a:gd name="connsiteY125" fmla="*/ 7069881 h 10394972"/>
                  <a:gd name="connsiteX126" fmla="*/ 3932667 w 10490654"/>
                  <a:gd name="connsiteY126" fmla="*/ 7281279 h 10394972"/>
                  <a:gd name="connsiteX127" fmla="*/ 3884155 w 10490654"/>
                  <a:gd name="connsiteY127" fmla="*/ 7403480 h 10394972"/>
                  <a:gd name="connsiteX128" fmla="*/ 3572499 w 10490654"/>
                  <a:gd name="connsiteY128" fmla="*/ 7365450 h 10394972"/>
                  <a:gd name="connsiteX129" fmla="*/ 3311236 w 10490654"/>
                  <a:gd name="connsiteY129" fmla="*/ 7402390 h 10394972"/>
                  <a:gd name="connsiteX130" fmla="*/ 2921540 w 10490654"/>
                  <a:gd name="connsiteY130" fmla="*/ 7414475 h 10394972"/>
                  <a:gd name="connsiteX131" fmla="*/ 2784763 w 10490654"/>
                  <a:gd name="connsiteY131" fmla="*/ 7139153 h 10394972"/>
                  <a:gd name="connsiteX132" fmla="*/ 2604654 w 10490654"/>
                  <a:gd name="connsiteY132" fmla="*/ 6862062 h 10394972"/>
                  <a:gd name="connsiteX133" fmla="*/ 2410691 w 10490654"/>
                  <a:gd name="connsiteY133" fmla="*/ 6363299 h 10394972"/>
                  <a:gd name="connsiteX134" fmla="*/ 2327563 w 10490654"/>
                  <a:gd name="connsiteY134" fmla="*/ 6224753 h 10394972"/>
                  <a:gd name="connsiteX135" fmla="*/ 1662545 w 10490654"/>
                  <a:gd name="connsiteY135" fmla="*/ 6197044 h 10394972"/>
                  <a:gd name="connsiteX136" fmla="*/ 1233054 w 10490654"/>
                  <a:gd name="connsiteY136" fmla="*/ 6197044 h 10394972"/>
                  <a:gd name="connsiteX137" fmla="*/ 1136072 w 10490654"/>
                  <a:gd name="connsiteY137" fmla="*/ 6252462 h 10394972"/>
                  <a:gd name="connsiteX138" fmla="*/ 706582 w 10490654"/>
                  <a:gd name="connsiteY138" fmla="*/ 6210899 h 10394972"/>
                  <a:gd name="connsiteX139" fmla="*/ 318654 w 10490654"/>
                  <a:gd name="connsiteY139" fmla="*/ 6238608 h 10394972"/>
                  <a:gd name="connsiteX140" fmla="*/ 96982 w 10490654"/>
                  <a:gd name="connsiteY140" fmla="*/ 6391008 h 10394972"/>
                  <a:gd name="connsiteX141" fmla="*/ 0 w 10490654"/>
                  <a:gd name="connsiteY141" fmla="*/ 6294026 h 10394972"/>
                  <a:gd name="connsiteX142" fmla="*/ 83127 w 10490654"/>
                  <a:gd name="connsiteY142"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36787 w 10490654"/>
                  <a:gd name="connsiteY75" fmla="*/ 8313437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352913 w 10490654"/>
                  <a:gd name="connsiteY83" fmla="*/ 9906432 h 10394972"/>
                  <a:gd name="connsiteX84" fmla="*/ 9490431 w 10490654"/>
                  <a:gd name="connsiteY84" fmla="*/ 9921020 h 10394972"/>
                  <a:gd name="connsiteX85" fmla="*/ 9625328 w 10490654"/>
                  <a:gd name="connsiteY85" fmla="*/ 9791132 h 10394972"/>
                  <a:gd name="connsiteX86" fmla="*/ 9667359 w 10490654"/>
                  <a:gd name="connsiteY86" fmla="*/ 9803430 h 10394972"/>
                  <a:gd name="connsiteX87" fmla="*/ 9668916 w 10490654"/>
                  <a:gd name="connsiteY87" fmla="*/ 10256426 h 10394972"/>
                  <a:gd name="connsiteX88" fmla="*/ 9495500 w 10490654"/>
                  <a:gd name="connsiteY88" fmla="*/ 10306085 h 10394972"/>
                  <a:gd name="connsiteX89" fmla="*/ 9310254 w 10490654"/>
                  <a:gd name="connsiteY89" fmla="*/ 10394972 h 10394972"/>
                  <a:gd name="connsiteX90" fmla="*/ 9227127 w 10490654"/>
                  <a:gd name="connsiteY90" fmla="*/ 10242572 h 10394972"/>
                  <a:gd name="connsiteX91" fmla="*/ 9033163 w 10490654"/>
                  <a:gd name="connsiteY91" fmla="*/ 9993190 h 10394972"/>
                  <a:gd name="connsiteX92" fmla="*/ 8825345 w 10490654"/>
                  <a:gd name="connsiteY92" fmla="*/ 9813081 h 10394972"/>
                  <a:gd name="connsiteX93" fmla="*/ 8534400 w 10490654"/>
                  <a:gd name="connsiteY93" fmla="*/ 9702244 h 10394972"/>
                  <a:gd name="connsiteX94" fmla="*/ 8423563 w 10490654"/>
                  <a:gd name="connsiteY94" fmla="*/ 9646826 h 10394972"/>
                  <a:gd name="connsiteX95" fmla="*/ 8285018 w 10490654"/>
                  <a:gd name="connsiteY95" fmla="*/ 9480572 h 10394972"/>
                  <a:gd name="connsiteX96" fmla="*/ 8257309 w 10490654"/>
                  <a:gd name="connsiteY96" fmla="*/ 9342026 h 10394972"/>
                  <a:gd name="connsiteX97" fmla="*/ 8146472 w 10490654"/>
                  <a:gd name="connsiteY97" fmla="*/ 9355881 h 10394972"/>
                  <a:gd name="connsiteX98" fmla="*/ 8091054 w 10490654"/>
                  <a:gd name="connsiteY98" fmla="*/ 9577553 h 10394972"/>
                  <a:gd name="connsiteX99" fmla="*/ 7806336 w 10490654"/>
                  <a:gd name="connsiteY99" fmla="*/ 9583313 h 10394972"/>
                  <a:gd name="connsiteX100" fmla="*/ 7567694 w 10490654"/>
                  <a:gd name="connsiteY100" fmla="*/ 9520112 h 10394972"/>
                  <a:gd name="connsiteX101" fmla="*/ 7466043 w 10490654"/>
                  <a:gd name="connsiteY101" fmla="*/ 9471387 h 10394972"/>
                  <a:gd name="connsiteX102" fmla="*/ 7287491 w 10490654"/>
                  <a:gd name="connsiteY102" fmla="*/ 9449904 h 10394972"/>
                  <a:gd name="connsiteX103" fmla="*/ 7221797 w 10490654"/>
                  <a:gd name="connsiteY103" fmla="*/ 9121910 h 10394972"/>
                  <a:gd name="connsiteX104" fmla="*/ 6954982 w 10490654"/>
                  <a:gd name="connsiteY104" fmla="*/ 9189626 h 10394972"/>
                  <a:gd name="connsiteX105" fmla="*/ 6710737 w 10490654"/>
                  <a:gd name="connsiteY105" fmla="*/ 9262013 h 10394972"/>
                  <a:gd name="connsiteX106" fmla="*/ 6674777 w 10490654"/>
                  <a:gd name="connsiteY106" fmla="*/ 9062912 h 10394972"/>
                  <a:gd name="connsiteX107" fmla="*/ 6511636 w 10490654"/>
                  <a:gd name="connsiteY107" fmla="*/ 8954099 h 10394972"/>
                  <a:gd name="connsiteX108" fmla="*/ 6428509 w 10490654"/>
                  <a:gd name="connsiteY108" fmla="*/ 8954099 h 10394972"/>
                  <a:gd name="connsiteX109" fmla="*/ 6325922 w 10490654"/>
                  <a:gd name="connsiteY109" fmla="*/ 9057307 h 10394972"/>
                  <a:gd name="connsiteX110" fmla="*/ 6167763 w 10490654"/>
                  <a:gd name="connsiteY110" fmla="*/ 8978227 h 10394972"/>
                  <a:gd name="connsiteX111" fmla="*/ 6002132 w 10490654"/>
                  <a:gd name="connsiteY111" fmla="*/ 9093734 h 10394972"/>
                  <a:gd name="connsiteX112" fmla="*/ 5749636 w 10490654"/>
                  <a:gd name="connsiteY112" fmla="*/ 9051081 h 10394972"/>
                  <a:gd name="connsiteX113" fmla="*/ 5674760 w 10490654"/>
                  <a:gd name="connsiteY113" fmla="*/ 9081904 h 10394972"/>
                  <a:gd name="connsiteX114" fmla="*/ 5507415 w 10490654"/>
                  <a:gd name="connsiteY114" fmla="*/ 9128137 h 10394972"/>
                  <a:gd name="connsiteX115" fmla="*/ 5505859 w 10490654"/>
                  <a:gd name="connsiteY115" fmla="*/ 8870972 h 10394972"/>
                  <a:gd name="connsiteX116" fmla="*/ 5505857 w 10490654"/>
                  <a:gd name="connsiteY116" fmla="*/ 8634977 h 10394972"/>
                  <a:gd name="connsiteX117" fmla="*/ 5336024 w 10490654"/>
                  <a:gd name="connsiteY117" fmla="*/ 8333292 h 10394972"/>
                  <a:gd name="connsiteX118" fmla="*/ 5230324 w 10490654"/>
                  <a:gd name="connsiteY118" fmla="*/ 8082820 h 10394972"/>
                  <a:gd name="connsiteX119" fmla="*/ 5317031 w 10490654"/>
                  <a:gd name="connsiteY119" fmla="*/ 7610208 h 10394972"/>
                  <a:gd name="connsiteX120" fmla="*/ 5201059 w 10490654"/>
                  <a:gd name="connsiteY120" fmla="*/ 7320352 h 10394972"/>
                  <a:gd name="connsiteX121" fmla="*/ 5250872 w 10490654"/>
                  <a:gd name="connsiteY121" fmla="*/ 7069881 h 10394972"/>
                  <a:gd name="connsiteX122" fmla="*/ 5245735 w 10490654"/>
                  <a:gd name="connsiteY122" fmla="*/ 7018665 h 10394972"/>
                  <a:gd name="connsiteX123" fmla="*/ 4577603 w 10490654"/>
                  <a:gd name="connsiteY123" fmla="*/ 7013996 h 10394972"/>
                  <a:gd name="connsiteX124" fmla="*/ 4528412 w 10490654"/>
                  <a:gd name="connsiteY124" fmla="*/ 6840580 h 10394972"/>
                  <a:gd name="connsiteX125" fmla="*/ 4038834 w 10490654"/>
                  <a:gd name="connsiteY125" fmla="*/ 6816452 h 10394972"/>
                  <a:gd name="connsiteX126" fmla="*/ 3976254 w 10490654"/>
                  <a:gd name="connsiteY126" fmla="*/ 7069881 h 10394972"/>
                  <a:gd name="connsiteX127" fmla="*/ 3932667 w 10490654"/>
                  <a:gd name="connsiteY127" fmla="*/ 7281279 h 10394972"/>
                  <a:gd name="connsiteX128" fmla="*/ 3884155 w 10490654"/>
                  <a:gd name="connsiteY128" fmla="*/ 7403480 h 10394972"/>
                  <a:gd name="connsiteX129" fmla="*/ 3572499 w 10490654"/>
                  <a:gd name="connsiteY129" fmla="*/ 7365450 h 10394972"/>
                  <a:gd name="connsiteX130" fmla="*/ 3311236 w 10490654"/>
                  <a:gd name="connsiteY130" fmla="*/ 7402390 h 10394972"/>
                  <a:gd name="connsiteX131" fmla="*/ 2921540 w 10490654"/>
                  <a:gd name="connsiteY131" fmla="*/ 7414475 h 10394972"/>
                  <a:gd name="connsiteX132" fmla="*/ 2784763 w 10490654"/>
                  <a:gd name="connsiteY132" fmla="*/ 7139153 h 10394972"/>
                  <a:gd name="connsiteX133" fmla="*/ 2604654 w 10490654"/>
                  <a:gd name="connsiteY133" fmla="*/ 6862062 h 10394972"/>
                  <a:gd name="connsiteX134" fmla="*/ 2410691 w 10490654"/>
                  <a:gd name="connsiteY134" fmla="*/ 6363299 h 10394972"/>
                  <a:gd name="connsiteX135" fmla="*/ 2327563 w 10490654"/>
                  <a:gd name="connsiteY135" fmla="*/ 6224753 h 10394972"/>
                  <a:gd name="connsiteX136" fmla="*/ 1662545 w 10490654"/>
                  <a:gd name="connsiteY136" fmla="*/ 6197044 h 10394972"/>
                  <a:gd name="connsiteX137" fmla="*/ 1233054 w 10490654"/>
                  <a:gd name="connsiteY137" fmla="*/ 6197044 h 10394972"/>
                  <a:gd name="connsiteX138" fmla="*/ 1136072 w 10490654"/>
                  <a:gd name="connsiteY138" fmla="*/ 6252462 h 10394972"/>
                  <a:gd name="connsiteX139" fmla="*/ 706582 w 10490654"/>
                  <a:gd name="connsiteY139" fmla="*/ 6210899 h 10394972"/>
                  <a:gd name="connsiteX140" fmla="*/ 318654 w 10490654"/>
                  <a:gd name="connsiteY140" fmla="*/ 6238608 h 10394972"/>
                  <a:gd name="connsiteX141" fmla="*/ 96982 w 10490654"/>
                  <a:gd name="connsiteY141" fmla="*/ 6391008 h 10394972"/>
                  <a:gd name="connsiteX142" fmla="*/ 0 w 10490654"/>
                  <a:gd name="connsiteY142" fmla="*/ 6294026 h 10394972"/>
                  <a:gd name="connsiteX143" fmla="*/ 83127 w 10490654"/>
                  <a:gd name="connsiteY143"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36787 w 10490654"/>
                  <a:gd name="connsiteY75" fmla="*/ 8313437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352913 w 10490654"/>
                  <a:gd name="connsiteY83" fmla="*/ 9906432 h 10394972"/>
                  <a:gd name="connsiteX84" fmla="*/ 9453778 w 10490654"/>
                  <a:gd name="connsiteY84" fmla="*/ 9838147 h 10394972"/>
                  <a:gd name="connsiteX85" fmla="*/ 9625328 w 10490654"/>
                  <a:gd name="connsiteY85" fmla="*/ 9791132 h 10394972"/>
                  <a:gd name="connsiteX86" fmla="*/ 9667359 w 10490654"/>
                  <a:gd name="connsiteY86" fmla="*/ 9803430 h 10394972"/>
                  <a:gd name="connsiteX87" fmla="*/ 9668916 w 10490654"/>
                  <a:gd name="connsiteY87" fmla="*/ 10256426 h 10394972"/>
                  <a:gd name="connsiteX88" fmla="*/ 9495500 w 10490654"/>
                  <a:gd name="connsiteY88" fmla="*/ 10306085 h 10394972"/>
                  <a:gd name="connsiteX89" fmla="*/ 9310254 w 10490654"/>
                  <a:gd name="connsiteY89" fmla="*/ 10394972 h 10394972"/>
                  <a:gd name="connsiteX90" fmla="*/ 9227127 w 10490654"/>
                  <a:gd name="connsiteY90" fmla="*/ 10242572 h 10394972"/>
                  <a:gd name="connsiteX91" fmla="*/ 9033163 w 10490654"/>
                  <a:gd name="connsiteY91" fmla="*/ 9993190 h 10394972"/>
                  <a:gd name="connsiteX92" fmla="*/ 8825345 w 10490654"/>
                  <a:gd name="connsiteY92" fmla="*/ 9813081 h 10394972"/>
                  <a:gd name="connsiteX93" fmla="*/ 8534400 w 10490654"/>
                  <a:gd name="connsiteY93" fmla="*/ 9702244 h 10394972"/>
                  <a:gd name="connsiteX94" fmla="*/ 8423563 w 10490654"/>
                  <a:gd name="connsiteY94" fmla="*/ 9646826 h 10394972"/>
                  <a:gd name="connsiteX95" fmla="*/ 8285018 w 10490654"/>
                  <a:gd name="connsiteY95" fmla="*/ 9480572 h 10394972"/>
                  <a:gd name="connsiteX96" fmla="*/ 8257309 w 10490654"/>
                  <a:gd name="connsiteY96" fmla="*/ 9342026 h 10394972"/>
                  <a:gd name="connsiteX97" fmla="*/ 8146472 w 10490654"/>
                  <a:gd name="connsiteY97" fmla="*/ 9355881 h 10394972"/>
                  <a:gd name="connsiteX98" fmla="*/ 8091054 w 10490654"/>
                  <a:gd name="connsiteY98" fmla="*/ 9577553 h 10394972"/>
                  <a:gd name="connsiteX99" fmla="*/ 7806336 w 10490654"/>
                  <a:gd name="connsiteY99" fmla="*/ 9583313 h 10394972"/>
                  <a:gd name="connsiteX100" fmla="*/ 7567694 w 10490654"/>
                  <a:gd name="connsiteY100" fmla="*/ 9520112 h 10394972"/>
                  <a:gd name="connsiteX101" fmla="*/ 7466043 w 10490654"/>
                  <a:gd name="connsiteY101" fmla="*/ 9471387 h 10394972"/>
                  <a:gd name="connsiteX102" fmla="*/ 7287491 w 10490654"/>
                  <a:gd name="connsiteY102" fmla="*/ 9449904 h 10394972"/>
                  <a:gd name="connsiteX103" fmla="*/ 7221797 w 10490654"/>
                  <a:gd name="connsiteY103" fmla="*/ 9121910 h 10394972"/>
                  <a:gd name="connsiteX104" fmla="*/ 6954982 w 10490654"/>
                  <a:gd name="connsiteY104" fmla="*/ 9189626 h 10394972"/>
                  <a:gd name="connsiteX105" fmla="*/ 6710737 w 10490654"/>
                  <a:gd name="connsiteY105" fmla="*/ 9262013 h 10394972"/>
                  <a:gd name="connsiteX106" fmla="*/ 6674777 w 10490654"/>
                  <a:gd name="connsiteY106" fmla="*/ 9062912 h 10394972"/>
                  <a:gd name="connsiteX107" fmla="*/ 6511636 w 10490654"/>
                  <a:gd name="connsiteY107" fmla="*/ 8954099 h 10394972"/>
                  <a:gd name="connsiteX108" fmla="*/ 6428509 w 10490654"/>
                  <a:gd name="connsiteY108" fmla="*/ 8954099 h 10394972"/>
                  <a:gd name="connsiteX109" fmla="*/ 6325922 w 10490654"/>
                  <a:gd name="connsiteY109" fmla="*/ 9057307 h 10394972"/>
                  <a:gd name="connsiteX110" fmla="*/ 6167763 w 10490654"/>
                  <a:gd name="connsiteY110" fmla="*/ 8978227 h 10394972"/>
                  <a:gd name="connsiteX111" fmla="*/ 6002132 w 10490654"/>
                  <a:gd name="connsiteY111" fmla="*/ 9093734 h 10394972"/>
                  <a:gd name="connsiteX112" fmla="*/ 5749636 w 10490654"/>
                  <a:gd name="connsiteY112" fmla="*/ 9051081 h 10394972"/>
                  <a:gd name="connsiteX113" fmla="*/ 5674760 w 10490654"/>
                  <a:gd name="connsiteY113" fmla="*/ 9081904 h 10394972"/>
                  <a:gd name="connsiteX114" fmla="*/ 5507415 w 10490654"/>
                  <a:gd name="connsiteY114" fmla="*/ 9128137 h 10394972"/>
                  <a:gd name="connsiteX115" fmla="*/ 5505859 w 10490654"/>
                  <a:gd name="connsiteY115" fmla="*/ 8870972 h 10394972"/>
                  <a:gd name="connsiteX116" fmla="*/ 5505857 w 10490654"/>
                  <a:gd name="connsiteY116" fmla="*/ 8634977 h 10394972"/>
                  <a:gd name="connsiteX117" fmla="*/ 5336024 w 10490654"/>
                  <a:gd name="connsiteY117" fmla="*/ 8333292 h 10394972"/>
                  <a:gd name="connsiteX118" fmla="*/ 5230324 w 10490654"/>
                  <a:gd name="connsiteY118" fmla="*/ 8082820 h 10394972"/>
                  <a:gd name="connsiteX119" fmla="*/ 5317031 w 10490654"/>
                  <a:gd name="connsiteY119" fmla="*/ 7610208 h 10394972"/>
                  <a:gd name="connsiteX120" fmla="*/ 5201059 w 10490654"/>
                  <a:gd name="connsiteY120" fmla="*/ 7320352 h 10394972"/>
                  <a:gd name="connsiteX121" fmla="*/ 5250872 w 10490654"/>
                  <a:gd name="connsiteY121" fmla="*/ 7069881 h 10394972"/>
                  <a:gd name="connsiteX122" fmla="*/ 5245735 w 10490654"/>
                  <a:gd name="connsiteY122" fmla="*/ 7018665 h 10394972"/>
                  <a:gd name="connsiteX123" fmla="*/ 4577603 w 10490654"/>
                  <a:gd name="connsiteY123" fmla="*/ 7013996 h 10394972"/>
                  <a:gd name="connsiteX124" fmla="*/ 4528412 w 10490654"/>
                  <a:gd name="connsiteY124" fmla="*/ 6840580 h 10394972"/>
                  <a:gd name="connsiteX125" fmla="*/ 4038834 w 10490654"/>
                  <a:gd name="connsiteY125" fmla="*/ 6816452 h 10394972"/>
                  <a:gd name="connsiteX126" fmla="*/ 3976254 w 10490654"/>
                  <a:gd name="connsiteY126" fmla="*/ 7069881 h 10394972"/>
                  <a:gd name="connsiteX127" fmla="*/ 3932667 w 10490654"/>
                  <a:gd name="connsiteY127" fmla="*/ 7281279 h 10394972"/>
                  <a:gd name="connsiteX128" fmla="*/ 3884155 w 10490654"/>
                  <a:gd name="connsiteY128" fmla="*/ 7403480 h 10394972"/>
                  <a:gd name="connsiteX129" fmla="*/ 3572499 w 10490654"/>
                  <a:gd name="connsiteY129" fmla="*/ 7365450 h 10394972"/>
                  <a:gd name="connsiteX130" fmla="*/ 3311236 w 10490654"/>
                  <a:gd name="connsiteY130" fmla="*/ 7402390 h 10394972"/>
                  <a:gd name="connsiteX131" fmla="*/ 2921540 w 10490654"/>
                  <a:gd name="connsiteY131" fmla="*/ 7414475 h 10394972"/>
                  <a:gd name="connsiteX132" fmla="*/ 2784763 w 10490654"/>
                  <a:gd name="connsiteY132" fmla="*/ 7139153 h 10394972"/>
                  <a:gd name="connsiteX133" fmla="*/ 2604654 w 10490654"/>
                  <a:gd name="connsiteY133" fmla="*/ 6862062 h 10394972"/>
                  <a:gd name="connsiteX134" fmla="*/ 2410691 w 10490654"/>
                  <a:gd name="connsiteY134" fmla="*/ 6363299 h 10394972"/>
                  <a:gd name="connsiteX135" fmla="*/ 2327563 w 10490654"/>
                  <a:gd name="connsiteY135" fmla="*/ 6224753 h 10394972"/>
                  <a:gd name="connsiteX136" fmla="*/ 1662545 w 10490654"/>
                  <a:gd name="connsiteY136" fmla="*/ 6197044 h 10394972"/>
                  <a:gd name="connsiteX137" fmla="*/ 1233054 w 10490654"/>
                  <a:gd name="connsiteY137" fmla="*/ 6197044 h 10394972"/>
                  <a:gd name="connsiteX138" fmla="*/ 1136072 w 10490654"/>
                  <a:gd name="connsiteY138" fmla="*/ 6252462 h 10394972"/>
                  <a:gd name="connsiteX139" fmla="*/ 706582 w 10490654"/>
                  <a:gd name="connsiteY139" fmla="*/ 6210899 h 10394972"/>
                  <a:gd name="connsiteX140" fmla="*/ 318654 w 10490654"/>
                  <a:gd name="connsiteY140" fmla="*/ 6238608 h 10394972"/>
                  <a:gd name="connsiteX141" fmla="*/ 96982 w 10490654"/>
                  <a:gd name="connsiteY141" fmla="*/ 6391008 h 10394972"/>
                  <a:gd name="connsiteX142" fmla="*/ 0 w 10490654"/>
                  <a:gd name="connsiteY142" fmla="*/ 6294026 h 10394972"/>
                  <a:gd name="connsiteX143" fmla="*/ 83127 w 10490654"/>
                  <a:gd name="connsiteY143"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36787 w 10490654"/>
                  <a:gd name="connsiteY75" fmla="*/ 8313437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352913 w 10490654"/>
                  <a:gd name="connsiteY83" fmla="*/ 9906432 h 10394972"/>
                  <a:gd name="connsiteX84" fmla="*/ 9625328 w 10490654"/>
                  <a:gd name="connsiteY84" fmla="*/ 9791132 h 10394972"/>
                  <a:gd name="connsiteX85" fmla="*/ 9667359 w 10490654"/>
                  <a:gd name="connsiteY85" fmla="*/ 9803430 h 10394972"/>
                  <a:gd name="connsiteX86" fmla="*/ 9668916 w 10490654"/>
                  <a:gd name="connsiteY86" fmla="*/ 10256426 h 10394972"/>
                  <a:gd name="connsiteX87" fmla="*/ 9495500 w 10490654"/>
                  <a:gd name="connsiteY87" fmla="*/ 10306085 h 10394972"/>
                  <a:gd name="connsiteX88" fmla="*/ 9310254 w 10490654"/>
                  <a:gd name="connsiteY88" fmla="*/ 10394972 h 10394972"/>
                  <a:gd name="connsiteX89" fmla="*/ 9227127 w 10490654"/>
                  <a:gd name="connsiteY89" fmla="*/ 10242572 h 10394972"/>
                  <a:gd name="connsiteX90" fmla="*/ 9033163 w 10490654"/>
                  <a:gd name="connsiteY90" fmla="*/ 9993190 h 10394972"/>
                  <a:gd name="connsiteX91" fmla="*/ 8825345 w 10490654"/>
                  <a:gd name="connsiteY91" fmla="*/ 9813081 h 10394972"/>
                  <a:gd name="connsiteX92" fmla="*/ 8534400 w 10490654"/>
                  <a:gd name="connsiteY92" fmla="*/ 9702244 h 10394972"/>
                  <a:gd name="connsiteX93" fmla="*/ 8423563 w 10490654"/>
                  <a:gd name="connsiteY93" fmla="*/ 9646826 h 10394972"/>
                  <a:gd name="connsiteX94" fmla="*/ 8285018 w 10490654"/>
                  <a:gd name="connsiteY94" fmla="*/ 9480572 h 10394972"/>
                  <a:gd name="connsiteX95" fmla="*/ 8257309 w 10490654"/>
                  <a:gd name="connsiteY95" fmla="*/ 9342026 h 10394972"/>
                  <a:gd name="connsiteX96" fmla="*/ 8146472 w 10490654"/>
                  <a:gd name="connsiteY96" fmla="*/ 9355881 h 10394972"/>
                  <a:gd name="connsiteX97" fmla="*/ 8091054 w 10490654"/>
                  <a:gd name="connsiteY97" fmla="*/ 9577553 h 10394972"/>
                  <a:gd name="connsiteX98" fmla="*/ 7806336 w 10490654"/>
                  <a:gd name="connsiteY98" fmla="*/ 9583313 h 10394972"/>
                  <a:gd name="connsiteX99" fmla="*/ 7567694 w 10490654"/>
                  <a:gd name="connsiteY99" fmla="*/ 9520112 h 10394972"/>
                  <a:gd name="connsiteX100" fmla="*/ 7466043 w 10490654"/>
                  <a:gd name="connsiteY100" fmla="*/ 9471387 h 10394972"/>
                  <a:gd name="connsiteX101" fmla="*/ 7287491 w 10490654"/>
                  <a:gd name="connsiteY101" fmla="*/ 9449904 h 10394972"/>
                  <a:gd name="connsiteX102" fmla="*/ 7221797 w 10490654"/>
                  <a:gd name="connsiteY102" fmla="*/ 9121910 h 10394972"/>
                  <a:gd name="connsiteX103" fmla="*/ 6954982 w 10490654"/>
                  <a:gd name="connsiteY103" fmla="*/ 9189626 h 10394972"/>
                  <a:gd name="connsiteX104" fmla="*/ 6710737 w 10490654"/>
                  <a:gd name="connsiteY104" fmla="*/ 9262013 h 10394972"/>
                  <a:gd name="connsiteX105" fmla="*/ 6674777 w 10490654"/>
                  <a:gd name="connsiteY105" fmla="*/ 9062912 h 10394972"/>
                  <a:gd name="connsiteX106" fmla="*/ 6511636 w 10490654"/>
                  <a:gd name="connsiteY106" fmla="*/ 8954099 h 10394972"/>
                  <a:gd name="connsiteX107" fmla="*/ 6428509 w 10490654"/>
                  <a:gd name="connsiteY107" fmla="*/ 8954099 h 10394972"/>
                  <a:gd name="connsiteX108" fmla="*/ 6325922 w 10490654"/>
                  <a:gd name="connsiteY108" fmla="*/ 9057307 h 10394972"/>
                  <a:gd name="connsiteX109" fmla="*/ 6167763 w 10490654"/>
                  <a:gd name="connsiteY109" fmla="*/ 8978227 h 10394972"/>
                  <a:gd name="connsiteX110" fmla="*/ 6002132 w 10490654"/>
                  <a:gd name="connsiteY110" fmla="*/ 9093734 h 10394972"/>
                  <a:gd name="connsiteX111" fmla="*/ 5749636 w 10490654"/>
                  <a:gd name="connsiteY111" fmla="*/ 9051081 h 10394972"/>
                  <a:gd name="connsiteX112" fmla="*/ 5674760 w 10490654"/>
                  <a:gd name="connsiteY112" fmla="*/ 9081904 h 10394972"/>
                  <a:gd name="connsiteX113" fmla="*/ 5507415 w 10490654"/>
                  <a:gd name="connsiteY113" fmla="*/ 9128137 h 10394972"/>
                  <a:gd name="connsiteX114" fmla="*/ 5505859 w 10490654"/>
                  <a:gd name="connsiteY114" fmla="*/ 8870972 h 10394972"/>
                  <a:gd name="connsiteX115" fmla="*/ 5505857 w 10490654"/>
                  <a:gd name="connsiteY115" fmla="*/ 8634977 h 10394972"/>
                  <a:gd name="connsiteX116" fmla="*/ 5336024 w 10490654"/>
                  <a:gd name="connsiteY116" fmla="*/ 8333292 h 10394972"/>
                  <a:gd name="connsiteX117" fmla="*/ 5230324 w 10490654"/>
                  <a:gd name="connsiteY117" fmla="*/ 8082820 h 10394972"/>
                  <a:gd name="connsiteX118" fmla="*/ 5317031 w 10490654"/>
                  <a:gd name="connsiteY118" fmla="*/ 7610208 h 10394972"/>
                  <a:gd name="connsiteX119" fmla="*/ 5201059 w 10490654"/>
                  <a:gd name="connsiteY119" fmla="*/ 7320352 h 10394972"/>
                  <a:gd name="connsiteX120" fmla="*/ 5250872 w 10490654"/>
                  <a:gd name="connsiteY120" fmla="*/ 7069881 h 10394972"/>
                  <a:gd name="connsiteX121" fmla="*/ 5245735 w 10490654"/>
                  <a:gd name="connsiteY121" fmla="*/ 7018665 h 10394972"/>
                  <a:gd name="connsiteX122" fmla="*/ 4577603 w 10490654"/>
                  <a:gd name="connsiteY122" fmla="*/ 7013996 h 10394972"/>
                  <a:gd name="connsiteX123" fmla="*/ 4528412 w 10490654"/>
                  <a:gd name="connsiteY123" fmla="*/ 6840580 h 10394972"/>
                  <a:gd name="connsiteX124" fmla="*/ 4038834 w 10490654"/>
                  <a:gd name="connsiteY124" fmla="*/ 6816452 h 10394972"/>
                  <a:gd name="connsiteX125" fmla="*/ 3976254 w 10490654"/>
                  <a:gd name="connsiteY125" fmla="*/ 7069881 h 10394972"/>
                  <a:gd name="connsiteX126" fmla="*/ 3932667 w 10490654"/>
                  <a:gd name="connsiteY126" fmla="*/ 7281279 h 10394972"/>
                  <a:gd name="connsiteX127" fmla="*/ 3884155 w 10490654"/>
                  <a:gd name="connsiteY127" fmla="*/ 7403480 h 10394972"/>
                  <a:gd name="connsiteX128" fmla="*/ 3572499 w 10490654"/>
                  <a:gd name="connsiteY128" fmla="*/ 7365450 h 10394972"/>
                  <a:gd name="connsiteX129" fmla="*/ 3311236 w 10490654"/>
                  <a:gd name="connsiteY129" fmla="*/ 7402390 h 10394972"/>
                  <a:gd name="connsiteX130" fmla="*/ 2921540 w 10490654"/>
                  <a:gd name="connsiteY130" fmla="*/ 7414475 h 10394972"/>
                  <a:gd name="connsiteX131" fmla="*/ 2784763 w 10490654"/>
                  <a:gd name="connsiteY131" fmla="*/ 7139153 h 10394972"/>
                  <a:gd name="connsiteX132" fmla="*/ 2604654 w 10490654"/>
                  <a:gd name="connsiteY132" fmla="*/ 6862062 h 10394972"/>
                  <a:gd name="connsiteX133" fmla="*/ 2410691 w 10490654"/>
                  <a:gd name="connsiteY133" fmla="*/ 6363299 h 10394972"/>
                  <a:gd name="connsiteX134" fmla="*/ 2327563 w 10490654"/>
                  <a:gd name="connsiteY134" fmla="*/ 6224753 h 10394972"/>
                  <a:gd name="connsiteX135" fmla="*/ 1662545 w 10490654"/>
                  <a:gd name="connsiteY135" fmla="*/ 6197044 h 10394972"/>
                  <a:gd name="connsiteX136" fmla="*/ 1233054 w 10490654"/>
                  <a:gd name="connsiteY136" fmla="*/ 6197044 h 10394972"/>
                  <a:gd name="connsiteX137" fmla="*/ 1136072 w 10490654"/>
                  <a:gd name="connsiteY137" fmla="*/ 6252462 h 10394972"/>
                  <a:gd name="connsiteX138" fmla="*/ 706582 w 10490654"/>
                  <a:gd name="connsiteY138" fmla="*/ 6210899 h 10394972"/>
                  <a:gd name="connsiteX139" fmla="*/ 318654 w 10490654"/>
                  <a:gd name="connsiteY139" fmla="*/ 6238608 h 10394972"/>
                  <a:gd name="connsiteX140" fmla="*/ 96982 w 10490654"/>
                  <a:gd name="connsiteY140" fmla="*/ 6391008 h 10394972"/>
                  <a:gd name="connsiteX141" fmla="*/ 0 w 10490654"/>
                  <a:gd name="connsiteY141" fmla="*/ 6294026 h 10394972"/>
                  <a:gd name="connsiteX142" fmla="*/ 83127 w 10490654"/>
                  <a:gd name="connsiteY142"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36787 w 10490654"/>
                  <a:gd name="connsiteY75" fmla="*/ 8313437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343752 w 10490654"/>
                  <a:gd name="connsiteY83" fmla="*/ 10076781 h 10394972"/>
                  <a:gd name="connsiteX84" fmla="*/ 9625328 w 10490654"/>
                  <a:gd name="connsiteY84" fmla="*/ 9791132 h 10394972"/>
                  <a:gd name="connsiteX85" fmla="*/ 9667359 w 10490654"/>
                  <a:gd name="connsiteY85" fmla="*/ 9803430 h 10394972"/>
                  <a:gd name="connsiteX86" fmla="*/ 9668916 w 10490654"/>
                  <a:gd name="connsiteY86" fmla="*/ 10256426 h 10394972"/>
                  <a:gd name="connsiteX87" fmla="*/ 9495500 w 10490654"/>
                  <a:gd name="connsiteY87" fmla="*/ 10306085 h 10394972"/>
                  <a:gd name="connsiteX88" fmla="*/ 9310254 w 10490654"/>
                  <a:gd name="connsiteY88" fmla="*/ 10394972 h 10394972"/>
                  <a:gd name="connsiteX89" fmla="*/ 9227127 w 10490654"/>
                  <a:gd name="connsiteY89" fmla="*/ 10242572 h 10394972"/>
                  <a:gd name="connsiteX90" fmla="*/ 9033163 w 10490654"/>
                  <a:gd name="connsiteY90" fmla="*/ 9993190 h 10394972"/>
                  <a:gd name="connsiteX91" fmla="*/ 8825345 w 10490654"/>
                  <a:gd name="connsiteY91" fmla="*/ 9813081 h 10394972"/>
                  <a:gd name="connsiteX92" fmla="*/ 8534400 w 10490654"/>
                  <a:gd name="connsiteY92" fmla="*/ 9702244 h 10394972"/>
                  <a:gd name="connsiteX93" fmla="*/ 8423563 w 10490654"/>
                  <a:gd name="connsiteY93" fmla="*/ 9646826 h 10394972"/>
                  <a:gd name="connsiteX94" fmla="*/ 8285018 w 10490654"/>
                  <a:gd name="connsiteY94" fmla="*/ 9480572 h 10394972"/>
                  <a:gd name="connsiteX95" fmla="*/ 8257309 w 10490654"/>
                  <a:gd name="connsiteY95" fmla="*/ 9342026 h 10394972"/>
                  <a:gd name="connsiteX96" fmla="*/ 8146472 w 10490654"/>
                  <a:gd name="connsiteY96" fmla="*/ 9355881 h 10394972"/>
                  <a:gd name="connsiteX97" fmla="*/ 8091054 w 10490654"/>
                  <a:gd name="connsiteY97" fmla="*/ 9577553 h 10394972"/>
                  <a:gd name="connsiteX98" fmla="*/ 7806336 w 10490654"/>
                  <a:gd name="connsiteY98" fmla="*/ 9583313 h 10394972"/>
                  <a:gd name="connsiteX99" fmla="*/ 7567694 w 10490654"/>
                  <a:gd name="connsiteY99" fmla="*/ 9520112 h 10394972"/>
                  <a:gd name="connsiteX100" fmla="*/ 7466043 w 10490654"/>
                  <a:gd name="connsiteY100" fmla="*/ 9471387 h 10394972"/>
                  <a:gd name="connsiteX101" fmla="*/ 7287491 w 10490654"/>
                  <a:gd name="connsiteY101" fmla="*/ 9449904 h 10394972"/>
                  <a:gd name="connsiteX102" fmla="*/ 7221797 w 10490654"/>
                  <a:gd name="connsiteY102" fmla="*/ 9121910 h 10394972"/>
                  <a:gd name="connsiteX103" fmla="*/ 6954982 w 10490654"/>
                  <a:gd name="connsiteY103" fmla="*/ 9189626 h 10394972"/>
                  <a:gd name="connsiteX104" fmla="*/ 6710737 w 10490654"/>
                  <a:gd name="connsiteY104" fmla="*/ 9262013 h 10394972"/>
                  <a:gd name="connsiteX105" fmla="*/ 6674777 w 10490654"/>
                  <a:gd name="connsiteY105" fmla="*/ 9062912 h 10394972"/>
                  <a:gd name="connsiteX106" fmla="*/ 6511636 w 10490654"/>
                  <a:gd name="connsiteY106" fmla="*/ 8954099 h 10394972"/>
                  <a:gd name="connsiteX107" fmla="*/ 6428509 w 10490654"/>
                  <a:gd name="connsiteY107" fmla="*/ 8954099 h 10394972"/>
                  <a:gd name="connsiteX108" fmla="*/ 6325922 w 10490654"/>
                  <a:gd name="connsiteY108" fmla="*/ 9057307 h 10394972"/>
                  <a:gd name="connsiteX109" fmla="*/ 6167763 w 10490654"/>
                  <a:gd name="connsiteY109" fmla="*/ 8978227 h 10394972"/>
                  <a:gd name="connsiteX110" fmla="*/ 6002132 w 10490654"/>
                  <a:gd name="connsiteY110" fmla="*/ 9093734 h 10394972"/>
                  <a:gd name="connsiteX111" fmla="*/ 5749636 w 10490654"/>
                  <a:gd name="connsiteY111" fmla="*/ 9051081 h 10394972"/>
                  <a:gd name="connsiteX112" fmla="*/ 5674760 w 10490654"/>
                  <a:gd name="connsiteY112" fmla="*/ 9081904 h 10394972"/>
                  <a:gd name="connsiteX113" fmla="*/ 5507415 w 10490654"/>
                  <a:gd name="connsiteY113" fmla="*/ 9128137 h 10394972"/>
                  <a:gd name="connsiteX114" fmla="*/ 5505859 w 10490654"/>
                  <a:gd name="connsiteY114" fmla="*/ 8870972 h 10394972"/>
                  <a:gd name="connsiteX115" fmla="*/ 5505857 w 10490654"/>
                  <a:gd name="connsiteY115" fmla="*/ 8634977 h 10394972"/>
                  <a:gd name="connsiteX116" fmla="*/ 5336024 w 10490654"/>
                  <a:gd name="connsiteY116" fmla="*/ 8333292 h 10394972"/>
                  <a:gd name="connsiteX117" fmla="*/ 5230324 w 10490654"/>
                  <a:gd name="connsiteY117" fmla="*/ 8082820 h 10394972"/>
                  <a:gd name="connsiteX118" fmla="*/ 5317031 w 10490654"/>
                  <a:gd name="connsiteY118" fmla="*/ 7610208 h 10394972"/>
                  <a:gd name="connsiteX119" fmla="*/ 5201059 w 10490654"/>
                  <a:gd name="connsiteY119" fmla="*/ 7320352 h 10394972"/>
                  <a:gd name="connsiteX120" fmla="*/ 5250872 w 10490654"/>
                  <a:gd name="connsiteY120" fmla="*/ 7069881 h 10394972"/>
                  <a:gd name="connsiteX121" fmla="*/ 5245735 w 10490654"/>
                  <a:gd name="connsiteY121" fmla="*/ 7018665 h 10394972"/>
                  <a:gd name="connsiteX122" fmla="*/ 4577603 w 10490654"/>
                  <a:gd name="connsiteY122" fmla="*/ 7013996 h 10394972"/>
                  <a:gd name="connsiteX123" fmla="*/ 4528412 w 10490654"/>
                  <a:gd name="connsiteY123" fmla="*/ 6840580 h 10394972"/>
                  <a:gd name="connsiteX124" fmla="*/ 4038834 w 10490654"/>
                  <a:gd name="connsiteY124" fmla="*/ 6816452 h 10394972"/>
                  <a:gd name="connsiteX125" fmla="*/ 3976254 w 10490654"/>
                  <a:gd name="connsiteY125" fmla="*/ 7069881 h 10394972"/>
                  <a:gd name="connsiteX126" fmla="*/ 3932667 w 10490654"/>
                  <a:gd name="connsiteY126" fmla="*/ 7281279 h 10394972"/>
                  <a:gd name="connsiteX127" fmla="*/ 3884155 w 10490654"/>
                  <a:gd name="connsiteY127" fmla="*/ 7403480 h 10394972"/>
                  <a:gd name="connsiteX128" fmla="*/ 3572499 w 10490654"/>
                  <a:gd name="connsiteY128" fmla="*/ 7365450 h 10394972"/>
                  <a:gd name="connsiteX129" fmla="*/ 3311236 w 10490654"/>
                  <a:gd name="connsiteY129" fmla="*/ 7402390 h 10394972"/>
                  <a:gd name="connsiteX130" fmla="*/ 2921540 w 10490654"/>
                  <a:gd name="connsiteY130" fmla="*/ 7414475 h 10394972"/>
                  <a:gd name="connsiteX131" fmla="*/ 2784763 w 10490654"/>
                  <a:gd name="connsiteY131" fmla="*/ 7139153 h 10394972"/>
                  <a:gd name="connsiteX132" fmla="*/ 2604654 w 10490654"/>
                  <a:gd name="connsiteY132" fmla="*/ 6862062 h 10394972"/>
                  <a:gd name="connsiteX133" fmla="*/ 2410691 w 10490654"/>
                  <a:gd name="connsiteY133" fmla="*/ 6363299 h 10394972"/>
                  <a:gd name="connsiteX134" fmla="*/ 2327563 w 10490654"/>
                  <a:gd name="connsiteY134" fmla="*/ 6224753 h 10394972"/>
                  <a:gd name="connsiteX135" fmla="*/ 1662545 w 10490654"/>
                  <a:gd name="connsiteY135" fmla="*/ 6197044 h 10394972"/>
                  <a:gd name="connsiteX136" fmla="*/ 1233054 w 10490654"/>
                  <a:gd name="connsiteY136" fmla="*/ 6197044 h 10394972"/>
                  <a:gd name="connsiteX137" fmla="*/ 1136072 w 10490654"/>
                  <a:gd name="connsiteY137" fmla="*/ 6252462 h 10394972"/>
                  <a:gd name="connsiteX138" fmla="*/ 706582 w 10490654"/>
                  <a:gd name="connsiteY138" fmla="*/ 6210899 h 10394972"/>
                  <a:gd name="connsiteX139" fmla="*/ 318654 w 10490654"/>
                  <a:gd name="connsiteY139" fmla="*/ 6238608 h 10394972"/>
                  <a:gd name="connsiteX140" fmla="*/ 96982 w 10490654"/>
                  <a:gd name="connsiteY140" fmla="*/ 6391008 h 10394972"/>
                  <a:gd name="connsiteX141" fmla="*/ 0 w 10490654"/>
                  <a:gd name="connsiteY141" fmla="*/ 6294026 h 10394972"/>
                  <a:gd name="connsiteX142" fmla="*/ 83127 w 10490654"/>
                  <a:gd name="connsiteY142"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36787 w 10490654"/>
                  <a:gd name="connsiteY75" fmla="*/ 8313437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462870 w 10490654"/>
                  <a:gd name="connsiteY83" fmla="*/ 9929452 h 10394972"/>
                  <a:gd name="connsiteX84" fmla="*/ 9625328 w 10490654"/>
                  <a:gd name="connsiteY84" fmla="*/ 9791132 h 10394972"/>
                  <a:gd name="connsiteX85" fmla="*/ 9667359 w 10490654"/>
                  <a:gd name="connsiteY85" fmla="*/ 9803430 h 10394972"/>
                  <a:gd name="connsiteX86" fmla="*/ 9668916 w 10490654"/>
                  <a:gd name="connsiteY86" fmla="*/ 10256426 h 10394972"/>
                  <a:gd name="connsiteX87" fmla="*/ 9495500 w 10490654"/>
                  <a:gd name="connsiteY87" fmla="*/ 10306085 h 10394972"/>
                  <a:gd name="connsiteX88" fmla="*/ 9310254 w 10490654"/>
                  <a:gd name="connsiteY88" fmla="*/ 10394972 h 10394972"/>
                  <a:gd name="connsiteX89" fmla="*/ 9227127 w 10490654"/>
                  <a:gd name="connsiteY89" fmla="*/ 10242572 h 10394972"/>
                  <a:gd name="connsiteX90" fmla="*/ 9033163 w 10490654"/>
                  <a:gd name="connsiteY90" fmla="*/ 9993190 h 10394972"/>
                  <a:gd name="connsiteX91" fmla="*/ 8825345 w 10490654"/>
                  <a:gd name="connsiteY91" fmla="*/ 9813081 h 10394972"/>
                  <a:gd name="connsiteX92" fmla="*/ 8534400 w 10490654"/>
                  <a:gd name="connsiteY92" fmla="*/ 9702244 h 10394972"/>
                  <a:gd name="connsiteX93" fmla="*/ 8423563 w 10490654"/>
                  <a:gd name="connsiteY93" fmla="*/ 9646826 h 10394972"/>
                  <a:gd name="connsiteX94" fmla="*/ 8285018 w 10490654"/>
                  <a:gd name="connsiteY94" fmla="*/ 9480572 h 10394972"/>
                  <a:gd name="connsiteX95" fmla="*/ 8257309 w 10490654"/>
                  <a:gd name="connsiteY95" fmla="*/ 9342026 h 10394972"/>
                  <a:gd name="connsiteX96" fmla="*/ 8146472 w 10490654"/>
                  <a:gd name="connsiteY96" fmla="*/ 9355881 h 10394972"/>
                  <a:gd name="connsiteX97" fmla="*/ 8091054 w 10490654"/>
                  <a:gd name="connsiteY97" fmla="*/ 9577553 h 10394972"/>
                  <a:gd name="connsiteX98" fmla="*/ 7806336 w 10490654"/>
                  <a:gd name="connsiteY98" fmla="*/ 9583313 h 10394972"/>
                  <a:gd name="connsiteX99" fmla="*/ 7567694 w 10490654"/>
                  <a:gd name="connsiteY99" fmla="*/ 9520112 h 10394972"/>
                  <a:gd name="connsiteX100" fmla="*/ 7466043 w 10490654"/>
                  <a:gd name="connsiteY100" fmla="*/ 9471387 h 10394972"/>
                  <a:gd name="connsiteX101" fmla="*/ 7287491 w 10490654"/>
                  <a:gd name="connsiteY101" fmla="*/ 9449904 h 10394972"/>
                  <a:gd name="connsiteX102" fmla="*/ 7221797 w 10490654"/>
                  <a:gd name="connsiteY102" fmla="*/ 9121910 h 10394972"/>
                  <a:gd name="connsiteX103" fmla="*/ 6954982 w 10490654"/>
                  <a:gd name="connsiteY103" fmla="*/ 9189626 h 10394972"/>
                  <a:gd name="connsiteX104" fmla="*/ 6710737 w 10490654"/>
                  <a:gd name="connsiteY104" fmla="*/ 9262013 h 10394972"/>
                  <a:gd name="connsiteX105" fmla="*/ 6674777 w 10490654"/>
                  <a:gd name="connsiteY105" fmla="*/ 9062912 h 10394972"/>
                  <a:gd name="connsiteX106" fmla="*/ 6511636 w 10490654"/>
                  <a:gd name="connsiteY106" fmla="*/ 8954099 h 10394972"/>
                  <a:gd name="connsiteX107" fmla="*/ 6428509 w 10490654"/>
                  <a:gd name="connsiteY107" fmla="*/ 8954099 h 10394972"/>
                  <a:gd name="connsiteX108" fmla="*/ 6325922 w 10490654"/>
                  <a:gd name="connsiteY108" fmla="*/ 9057307 h 10394972"/>
                  <a:gd name="connsiteX109" fmla="*/ 6167763 w 10490654"/>
                  <a:gd name="connsiteY109" fmla="*/ 8978227 h 10394972"/>
                  <a:gd name="connsiteX110" fmla="*/ 6002132 w 10490654"/>
                  <a:gd name="connsiteY110" fmla="*/ 9093734 h 10394972"/>
                  <a:gd name="connsiteX111" fmla="*/ 5749636 w 10490654"/>
                  <a:gd name="connsiteY111" fmla="*/ 9051081 h 10394972"/>
                  <a:gd name="connsiteX112" fmla="*/ 5674760 w 10490654"/>
                  <a:gd name="connsiteY112" fmla="*/ 9081904 h 10394972"/>
                  <a:gd name="connsiteX113" fmla="*/ 5507415 w 10490654"/>
                  <a:gd name="connsiteY113" fmla="*/ 9128137 h 10394972"/>
                  <a:gd name="connsiteX114" fmla="*/ 5505859 w 10490654"/>
                  <a:gd name="connsiteY114" fmla="*/ 8870972 h 10394972"/>
                  <a:gd name="connsiteX115" fmla="*/ 5505857 w 10490654"/>
                  <a:gd name="connsiteY115" fmla="*/ 8634977 h 10394972"/>
                  <a:gd name="connsiteX116" fmla="*/ 5336024 w 10490654"/>
                  <a:gd name="connsiteY116" fmla="*/ 8333292 h 10394972"/>
                  <a:gd name="connsiteX117" fmla="*/ 5230324 w 10490654"/>
                  <a:gd name="connsiteY117" fmla="*/ 8082820 h 10394972"/>
                  <a:gd name="connsiteX118" fmla="*/ 5317031 w 10490654"/>
                  <a:gd name="connsiteY118" fmla="*/ 7610208 h 10394972"/>
                  <a:gd name="connsiteX119" fmla="*/ 5201059 w 10490654"/>
                  <a:gd name="connsiteY119" fmla="*/ 7320352 h 10394972"/>
                  <a:gd name="connsiteX120" fmla="*/ 5250872 w 10490654"/>
                  <a:gd name="connsiteY120" fmla="*/ 7069881 h 10394972"/>
                  <a:gd name="connsiteX121" fmla="*/ 5245735 w 10490654"/>
                  <a:gd name="connsiteY121" fmla="*/ 7018665 h 10394972"/>
                  <a:gd name="connsiteX122" fmla="*/ 4577603 w 10490654"/>
                  <a:gd name="connsiteY122" fmla="*/ 7013996 h 10394972"/>
                  <a:gd name="connsiteX123" fmla="*/ 4528412 w 10490654"/>
                  <a:gd name="connsiteY123" fmla="*/ 6840580 h 10394972"/>
                  <a:gd name="connsiteX124" fmla="*/ 4038834 w 10490654"/>
                  <a:gd name="connsiteY124" fmla="*/ 6816452 h 10394972"/>
                  <a:gd name="connsiteX125" fmla="*/ 3976254 w 10490654"/>
                  <a:gd name="connsiteY125" fmla="*/ 7069881 h 10394972"/>
                  <a:gd name="connsiteX126" fmla="*/ 3932667 w 10490654"/>
                  <a:gd name="connsiteY126" fmla="*/ 7281279 h 10394972"/>
                  <a:gd name="connsiteX127" fmla="*/ 3884155 w 10490654"/>
                  <a:gd name="connsiteY127" fmla="*/ 7403480 h 10394972"/>
                  <a:gd name="connsiteX128" fmla="*/ 3572499 w 10490654"/>
                  <a:gd name="connsiteY128" fmla="*/ 7365450 h 10394972"/>
                  <a:gd name="connsiteX129" fmla="*/ 3311236 w 10490654"/>
                  <a:gd name="connsiteY129" fmla="*/ 7402390 h 10394972"/>
                  <a:gd name="connsiteX130" fmla="*/ 2921540 w 10490654"/>
                  <a:gd name="connsiteY130" fmla="*/ 7414475 h 10394972"/>
                  <a:gd name="connsiteX131" fmla="*/ 2784763 w 10490654"/>
                  <a:gd name="connsiteY131" fmla="*/ 7139153 h 10394972"/>
                  <a:gd name="connsiteX132" fmla="*/ 2604654 w 10490654"/>
                  <a:gd name="connsiteY132" fmla="*/ 6862062 h 10394972"/>
                  <a:gd name="connsiteX133" fmla="*/ 2410691 w 10490654"/>
                  <a:gd name="connsiteY133" fmla="*/ 6363299 h 10394972"/>
                  <a:gd name="connsiteX134" fmla="*/ 2327563 w 10490654"/>
                  <a:gd name="connsiteY134" fmla="*/ 6224753 h 10394972"/>
                  <a:gd name="connsiteX135" fmla="*/ 1662545 w 10490654"/>
                  <a:gd name="connsiteY135" fmla="*/ 6197044 h 10394972"/>
                  <a:gd name="connsiteX136" fmla="*/ 1233054 w 10490654"/>
                  <a:gd name="connsiteY136" fmla="*/ 6197044 h 10394972"/>
                  <a:gd name="connsiteX137" fmla="*/ 1136072 w 10490654"/>
                  <a:gd name="connsiteY137" fmla="*/ 6252462 h 10394972"/>
                  <a:gd name="connsiteX138" fmla="*/ 706582 w 10490654"/>
                  <a:gd name="connsiteY138" fmla="*/ 6210899 h 10394972"/>
                  <a:gd name="connsiteX139" fmla="*/ 318654 w 10490654"/>
                  <a:gd name="connsiteY139" fmla="*/ 6238608 h 10394972"/>
                  <a:gd name="connsiteX140" fmla="*/ 96982 w 10490654"/>
                  <a:gd name="connsiteY140" fmla="*/ 6391008 h 10394972"/>
                  <a:gd name="connsiteX141" fmla="*/ 0 w 10490654"/>
                  <a:gd name="connsiteY141" fmla="*/ 6294026 h 10394972"/>
                  <a:gd name="connsiteX142" fmla="*/ 83127 w 10490654"/>
                  <a:gd name="connsiteY142"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36787 w 10490654"/>
                  <a:gd name="connsiteY75" fmla="*/ 8313437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462870 w 10490654"/>
                  <a:gd name="connsiteY83" fmla="*/ 9929452 h 10394972"/>
                  <a:gd name="connsiteX84" fmla="*/ 9563663 w 10490654"/>
                  <a:gd name="connsiteY84" fmla="*/ 9841975 h 10394972"/>
                  <a:gd name="connsiteX85" fmla="*/ 9625328 w 10490654"/>
                  <a:gd name="connsiteY85" fmla="*/ 9791132 h 10394972"/>
                  <a:gd name="connsiteX86" fmla="*/ 9667359 w 10490654"/>
                  <a:gd name="connsiteY86" fmla="*/ 9803430 h 10394972"/>
                  <a:gd name="connsiteX87" fmla="*/ 9668916 w 10490654"/>
                  <a:gd name="connsiteY87" fmla="*/ 10256426 h 10394972"/>
                  <a:gd name="connsiteX88" fmla="*/ 9495500 w 10490654"/>
                  <a:gd name="connsiteY88" fmla="*/ 10306085 h 10394972"/>
                  <a:gd name="connsiteX89" fmla="*/ 9310254 w 10490654"/>
                  <a:gd name="connsiteY89" fmla="*/ 10394972 h 10394972"/>
                  <a:gd name="connsiteX90" fmla="*/ 9227127 w 10490654"/>
                  <a:gd name="connsiteY90" fmla="*/ 10242572 h 10394972"/>
                  <a:gd name="connsiteX91" fmla="*/ 9033163 w 10490654"/>
                  <a:gd name="connsiteY91" fmla="*/ 9993190 h 10394972"/>
                  <a:gd name="connsiteX92" fmla="*/ 8825345 w 10490654"/>
                  <a:gd name="connsiteY92" fmla="*/ 9813081 h 10394972"/>
                  <a:gd name="connsiteX93" fmla="*/ 8534400 w 10490654"/>
                  <a:gd name="connsiteY93" fmla="*/ 9702244 h 10394972"/>
                  <a:gd name="connsiteX94" fmla="*/ 8423563 w 10490654"/>
                  <a:gd name="connsiteY94" fmla="*/ 9646826 h 10394972"/>
                  <a:gd name="connsiteX95" fmla="*/ 8285018 w 10490654"/>
                  <a:gd name="connsiteY95" fmla="*/ 9480572 h 10394972"/>
                  <a:gd name="connsiteX96" fmla="*/ 8257309 w 10490654"/>
                  <a:gd name="connsiteY96" fmla="*/ 9342026 h 10394972"/>
                  <a:gd name="connsiteX97" fmla="*/ 8146472 w 10490654"/>
                  <a:gd name="connsiteY97" fmla="*/ 9355881 h 10394972"/>
                  <a:gd name="connsiteX98" fmla="*/ 8091054 w 10490654"/>
                  <a:gd name="connsiteY98" fmla="*/ 9577553 h 10394972"/>
                  <a:gd name="connsiteX99" fmla="*/ 7806336 w 10490654"/>
                  <a:gd name="connsiteY99" fmla="*/ 9583313 h 10394972"/>
                  <a:gd name="connsiteX100" fmla="*/ 7567694 w 10490654"/>
                  <a:gd name="connsiteY100" fmla="*/ 9520112 h 10394972"/>
                  <a:gd name="connsiteX101" fmla="*/ 7466043 w 10490654"/>
                  <a:gd name="connsiteY101" fmla="*/ 9471387 h 10394972"/>
                  <a:gd name="connsiteX102" fmla="*/ 7287491 w 10490654"/>
                  <a:gd name="connsiteY102" fmla="*/ 9449904 h 10394972"/>
                  <a:gd name="connsiteX103" fmla="*/ 7221797 w 10490654"/>
                  <a:gd name="connsiteY103" fmla="*/ 9121910 h 10394972"/>
                  <a:gd name="connsiteX104" fmla="*/ 6954982 w 10490654"/>
                  <a:gd name="connsiteY104" fmla="*/ 9189626 h 10394972"/>
                  <a:gd name="connsiteX105" fmla="*/ 6710737 w 10490654"/>
                  <a:gd name="connsiteY105" fmla="*/ 9262013 h 10394972"/>
                  <a:gd name="connsiteX106" fmla="*/ 6674777 w 10490654"/>
                  <a:gd name="connsiteY106" fmla="*/ 9062912 h 10394972"/>
                  <a:gd name="connsiteX107" fmla="*/ 6511636 w 10490654"/>
                  <a:gd name="connsiteY107" fmla="*/ 8954099 h 10394972"/>
                  <a:gd name="connsiteX108" fmla="*/ 6428509 w 10490654"/>
                  <a:gd name="connsiteY108" fmla="*/ 8954099 h 10394972"/>
                  <a:gd name="connsiteX109" fmla="*/ 6325922 w 10490654"/>
                  <a:gd name="connsiteY109" fmla="*/ 9057307 h 10394972"/>
                  <a:gd name="connsiteX110" fmla="*/ 6167763 w 10490654"/>
                  <a:gd name="connsiteY110" fmla="*/ 8978227 h 10394972"/>
                  <a:gd name="connsiteX111" fmla="*/ 6002132 w 10490654"/>
                  <a:gd name="connsiteY111" fmla="*/ 9093734 h 10394972"/>
                  <a:gd name="connsiteX112" fmla="*/ 5749636 w 10490654"/>
                  <a:gd name="connsiteY112" fmla="*/ 9051081 h 10394972"/>
                  <a:gd name="connsiteX113" fmla="*/ 5674760 w 10490654"/>
                  <a:gd name="connsiteY113" fmla="*/ 9081904 h 10394972"/>
                  <a:gd name="connsiteX114" fmla="*/ 5507415 w 10490654"/>
                  <a:gd name="connsiteY114" fmla="*/ 9128137 h 10394972"/>
                  <a:gd name="connsiteX115" fmla="*/ 5505859 w 10490654"/>
                  <a:gd name="connsiteY115" fmla="*/ 8870972 h 10394972"/>
                  <a:gd name="connsiteX116" fmla="*/ 5505857 w 10490654"/>
                  <a:gd name="connsiteY116" fmla="*/ 8634977 h 10394972"/>
                  <a:gd name="connsiteX117" fmla="*/ 5336024 w 10490654"/>
                  <a:gd name="connsiteY117" fmla="*/ 8333292 h 10394972"/>
                  <a:gd name="connsiteX118" fmla="*/ 5230324 w 10490654"/>
                  <a:gd name="connsiteY118" fmla="*/ 8082820 h 10394972"/>
                  <a:gd name="connsiteX119" fmla="*/ 5317031 w 10490654"/>
                  <a:gd name="connsiteY119" fmla="*/ 7610208 h 10394972"/>
                  <a:gd name="connsiteX120" fmla="*/ 5201059 w 10490654"/>
                  <a:gd name="connsiteY120" fmla="*/ 7320352 h 10394972"/>
                  <a:gd name="connsiteX121" fmla="*/ 5250872 w 10490654"/>
                  <a:gd name="connsiteY121" fmla="*/ 7069881 h 10394972"/>
                  <a:gd name="connsiteX122" fmla="*/ 5245735 w 10490654"/>
                  <a:gd name="connsiteY122" fmla="*/ 7018665 h 10394972"/>
                  <a:gd name="connsiteX123" fmla="*/ 4577603 w 10490654"/>
                  <a:gd name="connsiteY123" fmla="*/ 7013996 h 10394972"/>
                  <a:gd name="connsiteX124" fmla="*/ 4528412 w 10490654"/>
                  <a:gd name="connsiteY124" fmla="*/ 6840580 h 10394972"/>
                  <a:gd name="connsiteX125" fmla="*/ 4038834 w 10490654"/>
                  <a:gd name="connsiteY125" fmla="*/ 6816452 h 10394972"/>
                  <a:gd name="connsiteX126" fmla="*/ 3976254 w 10490654"/>
                  <a:gd name="connsiteY126" fmla="*/ 7069881 h 10394972"/>
                  <a:gd name="connsiteX127" fmla="*/ 3932667 w 10490654"/>
                  <a:gd name="connsiteY127" fmla="*/ 7281279 h 10394972"/>
                  <a:gd name="connsiteX128" fmla="*/ 3884155 w 10490654"/>
                  <a:gd name="connsiteY128" fmla="*/ 7403480 h 10394972"/>
                  <a:gd name="connsiteX129" fmla="*/ 3572499 w 10490654"/>
                  <a:gd name="connsiteY129" fmla="*/ 7365450 h 10394972"/>
                  <a:gd name="connsiteX130" fmla="*/ 3311236 w 10490654"/>
                  <a:gd name="connsiteY130" fmla="*/ 7402390 h 10394972"/>
                  <a:gd name="connsiteX131" fmla="*/ 2921540 w 10490654"/>
                  <a:gd name="connsiteY131" fmla="*/ 7414475 h 10394972"/>
                  <a:gd name="connsiteX132" fmla="*/ 2784763 w 10490654"/>
                  <a:gd name="connsiteY132" fmla="*/ 7139153 h 10394972"/>
                  <a:gd name="connsiteX133" fmla="*/ 2604654 w 10490654"/>
                  <a:gd name="connsiteY133" fmla="*/ 6862062 h 10394972"/>
                  <a:gd name="connsiteX134" fmla="*/ 2410691 w 10490654"/>
                  <a:gd name="connsiteY134" fmla="*/ 6363299 h 10394972"/>
                  <a:gd name="connsiteX135" fmla="*/ 2327563 w 10490654"/>
                  <a:gd name="connsiteY135" fmla="*/ 6224753 h 10394972"/>
                  <a:gd name="connsiteX136" fmla="*/ 1662545 w 10490654"/>
                  <a:gd name="connsiteY136" fmla="*/ 6197044 h 10394972"/>
                  <a:gd name="connsiteX137" fmla="*/ 1233054 w 10490654"/>
                  <a:gd name="connsiteY137" fmla="*/ 6197044 h 10394972"/>
                  <a:gd name="connsiteX138" fmla="*/ 1136072 w 10490654"/>
                  <a:gd name="connsiteY138" fmla="*/ 6252462 h 10394972"/>
                  <a:gd name="connsiteX139" fmla="*/ 706582 w 10490654"/>
                  <a:gd name="connsiteY139" fmla="*/ 6210899 h 10394972"/>
                  <a:gd name="connsiteX140" fmla="*/ 318654 w 10490654"/>
                  <a:gd name="connsiteY140" fmla="*/ 6238608 h 10394972"/>
                  <a:gd name="connsiteX141" fmla="*/ 96982 w 10490654"/>
                  <a:gd name="connsiteY141" fmla="*/ 6391008 h 10394972"/>
                  <a:gd name="connsiteX142" fmla="*/ 0 w 10490654"/>
                  <a:gd name="connsiteY142" fmla="*/ 6294026 h 10394972"/>
                  <a:gd name="connsiteX143" fmla="*/ 83127 w 10490654"/>
                  <a:gd name="connsiteY143"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36787 w 10490654"/>
                  <a:gd name="connsiteY75" fmla="*/ 8313437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462870 w 10490654"/>
                  <a:gd name="connsiteY83" fmla="*/ 9929452 h 10394972"/>
                  <a:gd name="connsiteX84" fmla="*/ 9472032 w 10490654"/>
                  <a:gd name="connsiteY84" fmla="*/ 9818955 h 10394972"/>
                  <a:gd name="connsiteX85" fmla="*/ 9625328 w 10490654"/>
                  <a:gd name="connsiteY85" fmla="*/ 9791132 h 10394972"/>
                  <a:gd name="connsiteX86" fmla="*/ 9667359 w 10490654"/>
                  <a:gd name="connsiteY86" fmla="*/ 9803430 h 10394972"/>
                  <a:gd name="connsiteX87" fmla="*/ 9668916 w 10490654"/>
                  <a:gd name="connsiteY87" fmla="*/ 10256426 h 10394972"/>
                  <a:gd name="connsiteX88" fmla="*/ 9495500 w 10490654"/>
                  <a:gd name="connsiteY88" fmla="*/ 10306085 h 10394972"/>
                  <a:gd name="connsiteX89" fmla="*/ 9310254 w 10490654"/>
                  <a:gd name="connsiteY89" fmla="*/ 10394972 h 10394972"/>
                  <a:gd name="connsiteX90" fmla="*/ 9227127 w 10490654"/>
                  <a:gd name="connsiteY90" fmla="*/ 10242572 h 10394972"/>
                  <a:gd name="connsiteX91" fmla="*/ 9033163 w 10490654"/>
                  <a:gd name="connsiteY91" fmla="*/ 9993190 h 10394972"/>
                  <a:gd name="connsiteX92" fmla="*/ 8825345 w 10490654"/>
                  <a:gd name="connsiteY92" fmla="*/ 9813081 h 10394972"/>
                  <a:gd name="connsiteX93" fmla="*/ 8534400 w 10490654"/>
                  <a:gd name="connsiteY93" fmla="*/ 9702244 h 10394972"/>
                  <a:gd name="connsiteX94" fmla="*/ 8423563 w 10490654"/>
                  <a:gd name="connsiteY94" fmla="*/ 9646826 h 10394972"/>
                  <a:gd name="connsiteX95" fmla="*/ 8285018 w 10490654"/>
                  <a:gd name="connsiteY95" fmla="*/ 9480572 h 10394972"/>
                  <a:gd name="connsiteX96" fmla="*/ 8257309 w 10490654"/>
                  <a:gd name="connsiteY96" fmla="*/ 9342026 h 10394972"/>
                  <a:gd name="connsiteX97" fmla="*/ 8146472 w 10490654"/>
                  <a:gd name="connsiteY97" fmla="*/ 9355881 h 10394972"/>
                  <a:gd name="connsiteX98" fmla="*/ 8091054 w 10490654"/>
                  <a:gd name="connsiteY98" fmla="*/ 9577553 h 10394972"/>
                  <a:gd name="connsiteX99" fmla="*/ 7806336 w 10490654"/>
                  <a:gd name="connsiteY99" fmla="*/ 9583313 h 10394972"/>
                  <a:gd name="connsiteX100" fmla="*/ 7567694 w 10490654"/>
                  <a:gd name="connsiteY100" fmla="*/ 9520112 h 10394972"/>
                  <a:gd name="connsiteX101" fmla="*/ 7466043 w 10490654"/>
                  <a:gd name="connsiteY101" fmla="*/ 9471387 h 10394972"/>
                  <a:gd name="connsiteX102" fmla="*/ 7287491 w 10490654"/>
                  <a:gd name="connsiteY102" fmla="*/ 9449904 h 10394972"/>
                  <a:gd name="connsiteX103" fmla="*/ 7221797 w 10490654"/>
                  <a:gd name="connsiteY103" fmla="*/ 9121910 h 10394972"/>
                  <a:gd name="connsiteX104" fmla="*/ 6954982 w 10490654"/>
                  <a:gd name="connsiteY104" fmla="*/ 9189626 h 10394972"/>
                  <a:gd name="connsiteX105" fmla="*/ 6710737 w 10490654"/>
                  <a:gd name="connsiteY105" fmla="*/ 9262013 h 10394972"/>
                  <a:gd name="connsiteX106" fmla="*/ 6674777 w 10490654"/>
                  <a:gd name="connsiteY106" fmla="*/ 9062912 h 10394972"/>
                  <a:gd name="connsiteX107" fmla="*/ 6511636 w 10490654"/>
                  <a:gd name="connsiteY107" fmla="*/ 8954099 h 10394972"/>
                  <a:gd name="connsiteX108" fmla="*/ 6428509 w 10490654"/>
                  <a:gd name="connsiteY108" fmla="*/ 8954099 h 10394972"/>
                  <a:gd name="connsiteX109" fmla="*/ 6325922 w 10490654"/>
                  <a:gd name="connsiteY109" fmla="*/ 9057307 h 10394972"/>
                  <a:gd name="connsiteX110" fmla="*/ 6167763 w 10490654"/>
                  <a:gd name="connsiteY110" fmla="*/ 8978227 h 10394972"/>
                  <a:gd name="connsiteX111" fmla="*/ 6002132 w 10490654"/>
                  <a:gd name="connsiteY111" fmla="*/ 9093734 h 10394972"/>
                  <a:gd name="connsiteX112" fmla="*/ 5749636 w 10490654"/>
                  <a:gd name="connsiteY112" fmla="*/ 9051081 h 10394972"/>
                  <a:gd name="connsiteX113" fmla="*/ 5674760 w 10490654"/>
                  <a:gd name="connsiteY113" fmla="*/ 9081904 h 10394972"/>
                  <a:gd name="connsiteX114" fmla="*/ 5507415 w 10490654"/>
                  <a:gd name="connsiteY114" fmla="*/ 9128137 h 10394972"/>
                  <a:gd name="connsiteX115" fmla="*/ 5505859 w 10490654"/>
                  <a:gd name="connsiteY115" fmla="*/ 8870972 h 10394972"/>
                  <a:gd name="connsiteX116" fmla="*/ 5505857 w 10490654"/>
                  <a:gd name="connsiteY116" fmla="*/ 8634977 h 10394972"/>
                  <a:gd name="connsiteX117" fmla="*/ 5336024 w 10490654"/>
                  <a:gd name="connsiteY117" fmla="*/ 8333292 h 10394972"/>
                  <a:gd name="connsiteX118" fmla="*/ 5230324 w 10490654"/>
                  <a:gd name="connsiteY118" fmla="*/ 8082820 h 10394972"/>
                  <a:gd name="connsiteX119" fmla="*/ 5317031 w 10490654"/>
                  <a:gd name="connsiteY119" fmla="*/ 7610208 h 10394972"/>
                  <a:gd name="connsiteX120" fmla="*/ 5201059 w 10490654"/>
                  <a:gd name="connsiteY120" fmla="*/ 7320352 h 10394972"/>
                  <a:gd name="connsiteX121" fmla="*/ 5250872 w 10490654"/>
                  <a:gd name="connsiteY121" fmla="*/ 7069881 h 10394972"/>
                  <a:gd name="connsiteX122" fmla="*/ 5245735 w 10490654"/>
                  <a:gd name="connsiteY122" fmla="*/ 7018665 h 10394972"/>
                  <a:gd name="connsiteX123" fmla="*/ 4577603 w 10490654"/>
                  <a:gd name="connsiteY123" fmla="*/ 7013996 h 10394972"/>
                  <a:gd name="connsiteX124" fmla="*/ 4528412 w 10490654"/>
                  <a:gd name="connsiteY124" fmla="*/ 6840580 h 10394972"/>
                  <a:gd name="connsiteX125" fmla="*/ 4038834 w 10490654"/>
                  <a:gd name="connsiteY125" fmla="*/ 6816452 h 10394972"/>
                  <a:gd name="connsiteX126" fmla="*/ 3976254 w 10490654"/>
                  <a:gd name="connsiteY126" fmla="*/ 7069881 h 10394972"/>
                  <a:gd name="connsiteX127" fmla="*/ 3932667 w 10490654"/>
                  <a:gd name="connsiteY127" fmla="*/ 7281279 h 10394972"/>
                  <a:gd name="connsiteX128" fmla="*/ 3884155 w 10490654"/>
                  <a:gd name="connsiteY128" fmla="*/ 7403480 h 10394972"/>
                  <a:gd name="connsiteX129" fmla="*/ 3572499 w 10490654"/>
                  <a:gd name="connsiteY129" fmla="*/ 7365450 h 10394972"/>
                  <a:gd name="connsiteX130" fmla="*/ 3311236 w 10490654"/>
                  <a:gd name="connsiteY130" fmla="*/ 7402390 h 10394972"/>
                  <a:gd name="connsiteX131" fmla="*/ 2921540 w 10490654"/>
                  <a:gd name="connsiteY131" fmla="*/ 7414475 h 10394972"/>
                  <a:gd name="connsiteX132" fmla="*/ 2784763 w 10490654"/>
                  <a:gd name="connsiteY132" fmla="*/ 7139153 h 10394972"/>
                  <a:gd name="connsiteX133" fmla="*/ 2604654 w 10490654"/>
                  <a:gd name="connsiteY133" fmla="*/ 6862062 h 10394972"/>
                  <a:gd name="connsiteX134" fmla="*/ 2410691 w 10490654"/>
                  <a:gd name="connsiteY134" fmla="*/ 6363299 h 10394972"/>
                  <a:gd name="connsiteX135" fmla="*/ 2327563 w 10490654"/>
                  <a:gd name="connsiteY135" fmla="*/ 6224753 h 10394972"/>
                  <a:gd name="connsiteX136" fmla="*/ 1662545 w 10490654"/>
                  <a:gd name="connsiteY136" fmla="*/ 6197044 h 10394972"/>
                  <a:gd name="connsiteX137" fmla="*/ 1233054 w 10490654"/>
                  <a:gd name="connsiteY137" fmla="*/ 6197044 h 10394972"/>
                  <a:gd name="connsiteX138" fmla="*/ 1136072 w 10490654"/>
                  <a:gd name="connsiteY138" fmla="*/ 6252462 h 10394972"/>
                  <a:gd name="connsiteX139" fmla="*/ 706582 w 10490654"/>
                  <a:gd name="connsiteY139" fmla="*/ 6210899 h 10394972"/>
                  <a:gd name="connsiteX140" fmla="*/ 318654 w 10490654"/>
                  <a:gd name="connsiteY140" fmla="*/ 6238608 h 10394972"/>
                  <a:gd name="connsiteX141" fmla="*/ 96982 w 10490654"/>
                  <a:gd name="connsiteY141" fmla="*/ 6391008 h 10394972"/>
                  <a:gd name="connsiteX142" fmla="*/ 0 w 10490654"/>
                  <a:gd name="connsiteY142" fmla="*/ 6294026 h 10394972"/>
                  <a:gd name="connsiteX143" fmla="*/ 83127 w 10490654"/>
                  <a:gd name="connsiteY143"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36787 w 10490654"/>
                  <a:gd name="connsiteY75" fmla="*/ 8313437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462870 w 10490654"/>
                  <a:gd name="connsiteY83" fmla="*/ 9929452 h 10394972"/>
                  <a:gd name="connsiteX84" fmla="*/ 9472032 w 10490654"/>
                  <a:gd name="connsiteY84" fmla="*/ 9818955 h 10394972"/>
                  <a:gd name="connsiteX85" fmla="*/ 9625328 w 10490654"/>
                  <a:gd name="connsiteY85" fmla="*/ 9791132 h 10394972"/>
                  <a:gd name="connsiteX86" fmla="*/ 9667359 w 10490654"/>
                  <a:gd name="connsiteY86" fmla="*/ 9766598 h 10394972"/>
                  <a:gd name="connsiteX87" fmla="*/ 9668916 w 10490654"/>
                  <a:gd name="connsiteY87" fmla="*/ 10256426 h 10394972"/>
                  <a:gd name="connsiteX88" fmla="*/ 9495500 w 10490654"/>
                  <a:gd name="connsiteY88" fmla="*/ 10306085 h 10394972"/>
                  <a:gd name="connsiteX89" fmla="*/ 9310254 w 10490654"/>
                  <a:gd name="connsiteY89" fmla="*/ 10394972 h 10394972"/>
                  <a:gd name="connsiteX90" fmla="*/ 9227127 w 10490654"/>
                  <a:gd name="connsiteY90" fmla="*/ 10242572 h 10394972"/>
                  <a:gd name="connsiteX91" fmla="*/ 9033163 w 10490654"/>
                  <a:gd name="connsiteY91" fmla="*/ 9993190 h 10394972"/>
                  <a:gd name="connsiteX92" fmla="*/ 8825345 w 10490654"/>
                  <a:gd name="connsiteY92" fmla="*/ 9813081 h 10394972"/>
                  <a:gd name="connsiteX93" fmla="*/ 8534400 w 10490654"/>
                  <a:gd name="connsiteY93" fmla="*/ 9702244 h 10394972"/>
                  <a:gd name="connsiteX94" fmla="*/ 8423563 w 10490654"/>
                  <a:gd name="connsiteY94" fmla="*/ 9646826 h 10394972"/>
                  <a:gd name="connsiteX95" fmla="*/ 8285018 w 10490654"/>
                  <a:gd name="connsiteY95" fmla="*/ 9480572 h 10394972"/>
                  <a:gd name="connsiteX96" fmla="*/ 8257309 w 10490654"/>
                  <a:gd name="connsiteY96" fmla="*/ 9342026 h 10394972"/>
                  <a:gd name="connsiteX97" fmla="*/ 8146472 w 10490654"/>
                  <a:gd name="connsiteY97" fmla="*/ 9355881 h 10394972"/>
                  <a:gd name="connsiteX98" fmla="*/ 8091054 w 10490654"/>
                  <a:gd name="connsiteY98" fmla="*/ 9577553 h 10394972"/>
                  <a:gd name="connsiteX99" fmla="*/ 7806336 w 10490654"/>
                  <a:gd name="connsiteY99" fmla="*/ 9583313 h 10394972"/>
                  <a:gd name="connsiteX100" fmla="*/ 7567694 w 10490654"/>
                  <a:gd name="connsiteY100" fmla="*/ 9520112 h 10394972"/>
                  <a:gd name="connsiteX101" fmla="*/ 7466043 w 10490654"/>
                  <a:gd name="connsiteY101" fmla="*/ 9471387 h 10394972"/>
                  <a:gd name="connsiteX102" fmla="*/ 7287491 w 10490654"/>
                  <a:gd name="connsiteY102" fmla="*/ 9449904 h 10394972"/>
                  <a:gd name="connsiteX103" fmla="*/ 7221797 w 10490654"/>
                  <a:gd name="connsiteY103" fmla="*/ 9121910 h 10394972"/>
                  <a:gd name="connsiteX104" fmla="*/ 6954982 w 10490654"/>
                  <a:gd name="connsiteY104" fmla="*/ 9189626 h 10394972"/>
                  <a:gd name="connsiteX105" fmla="*/ 6710737 w 10490654"/>
                  <a:gd name="connsiteY105" fmla="*/ 9262013 h 10394972"/>
                  <a:gd name="connsiteX106" fmla="*/ 6674777 w 10490654"/>
                  <a:gd name="connsiteY106" fmla="*/ 9062912 h 10394972"/>
                  <a:gd name="connsiteX107" fmla="*/ 6511636 w 10490654"/>
                  <a:gd name="connsiteY107" fmla="*/ 8954099 h 10394972"/>
                  <a:gd name="connsiteX108" fmla="*/ 6428509 w 10490654"/>
                  <a:gd name="connsiteY108" fmla="*/ 8954099 h 10394972"/>
                  <a:gd name="connsiteX109" fmla="*/ 6325922 w 10490654"/>
                  <a:gd name="connsiteY109" fmla="*/ 9057307 h 10394972"/>
                  <a:gd name="connsiteX110" fmla="*/ 6167763 w 10490654"/>
                  <a:gd name="connsiteY110" fmla="*/ 8978227 h 10394972"/>
                  <a:gd name="connsiteX111" fmla="*/ 6002132 w 10490654"/>
                  <a:gd name="connsiteY111" fmla="*/ 9093734 h 10394972"/>
                  <a:gd name="connsiteX112" fmla="*/ 5749636 w 10490654"/>
                  <a:gd name="connsiteY112" fmla="*/ 9051081 h 10394972"/>
                  <a:gd name="connsiteX113" fmla="*/ 5674760 w 10490654"/>
                  <a:gd name="connsiteY113" fmla="*/ 9081904 h 10394972"/>
                  <a:gd name="connsiteX114" fmla="*/ 5507415 w 10490654"/>
                  <a:gd name="connsiteY114" fmla="*/ 9128137 h 10394972"/>
                  <a:gd name="connsiteX115" fmla="*/ 5505859 w 10490654"/>
                  <a:gd name="connsiteY115" fmla="*/ 8870972 h 10394972"/>
                  <a:gd name="connsiteX116" fmla="*/ 5505857 w 10490654"/>
                  <a:gd name="connsiteY116" fmla="*/ 8634977 h 10394972"/>
                  <a:gd name="connsiteX117" fmla="*/ 5336024 w 10490654"/>
                  <a:gd name="connsiteY117" fmla="*/ 8333292 h 10394972"/>
                  <a:gd name="connsiteX118" fmla="*/ 5230324 w 10490654"/>
                  <a:gd name="connsiteY118" fmla="*/ 8082820 h 10394972"/>
                  <a:gd name="connsiteX119" fmla="*/ 5317031 w 10490654"/>
                  <a:gd name="connsiteY119" fmla="*/ 7610208 h 10394972"/>
                  <a:gd name="connsiteX120" fmla="*/ 5201059 w 10490654"/>
                  <a:gd name="connsiteY120" fmla="*/ 7320352 h 10394972"/>
                  <a:gd name="connsiteX121" fmla="*/ 5250872 w 10490654"/>
                  <a:gd name="connsiteY121" fmla="*/ 7069881 h 10394972"/>
                  <a:gd name="connsiteX122" fmla="*/ 5245735 w 10490654"/>
                  <a:gd name="connsiteY122" fmla="*/ 7018665 h 10394972"/>
                  <a:gd name="connsiteX123" fmla="*/ 4577603 w 10490654"/>
                  <a:gd name="connsiteY123" fmla="*/ 7013996 h 10394972"/>
                  <a:gd name="connsiteX124" fmla="*/ 4528412 w 10490654"/>
                  <a:gd name="connsiteY124" fmla="*/ 6840580 h 10394972"/>
                  <a:gd name="connsiteX125" fmla="*/ 4038834 w 10490654"/>
                  <a:gd name="connsiteY125" fmla="*/ 6816452 h 10394972"/>
                  <a:gd name="connsiteX126" fmla="*/ 3976254 w 10490654"/>
                  <a:gd name="connsiteY126" fmla="*/ 7069881 h 10394972"/>
                  <a:gd name="connsiteX127" fmla="*/ 3932667 w 10490654"/>
                  <a:gd name="connsiteY127" fmla="*/ 7281279 h 10394972"/>
                  <a:gd name="connsiteX128" fmla="*/ 3884155 w 10490654"/>
                  <a:gd name="connsiteY128" fmla="*/ 7403480 h 10394972"/>
                  <a:gd name="connsiteX129" fmla="*/ 3572499 w 10490654"/>
                  <a:gd name="connsiteY129" fmla="*/ 7365450 h 10394972"/>
                  <a:gd name="connsiteX130" fmla="*/ 3311236 w 10490654"/>
                  <a:gd name="connsiteY130" fmla="*/ 7402390 h 10394972"/>
                  <a:gd name="connsiteX131" fmla="*/ 2921540 w 10490654"/>
                  <a:gd name="connsiteY131" fmla="*/ 7414475 h 10394972"/>
                  <a:gd name="connsiteX132" fmla="*/ 2784763 w 10490654"/>
                  <a:gd name="connsiteY132" fmla="*/ 7139153 h 10394972"/>
                  <a:gd name="connsiteX133" fmla="*/ 2604654 w 10490654"/>
                  <a:gd name="connsiteY133" fmla="*/ 6862062 h 10394972"/>
                  <a:gd name="connsiteX134" fmla="*/ 2410691 w 10490654"/>
                  <a:gd name="connsiteY134" fmla="*/ 6363299 h 10394972"/>
                  <a:gd name="connsiteX135" fmla="*/ 2327563 w 10490654"/>
                  <a:gd name="connsiteY135" fmla="*/ 6224753 h 10394972"/>
                  <a:gd name="connsiteX136" fmla="*/ 1662545 w 10490654"/>
                  <a:gd name="connsiteY136" fmla="*/ 6197044 h 10394972"/>
                  <a:gd name="connsiteX137" fmla="*/ 1233054 w 10490654"/>
                  <a:gd name="connsiteY137" fmla="*/ 6197044 h 10394972"/>
                  <a:gd name="connsiteX138" fmla="*/ 1136072 w 10490654"/>
                  <a:gd name="connsiteY138" fmla="*/ 6252462 h 10394972"/>
                  <a:gd name="connsiteX139" fmla="*/ 706582 w 10490654"/>
                  <a:gd name="connsiteY139" fmla="*/ 6210899 h 10394972"/>
                  <a:gd name="connsiteX140" fmla="*/ 318654 w 10490654"/>
                  <a:gd name="connsiteY140" fmla="*/ 6238608 h 10394972"/>
                  <a:gd name="connsiteX141" fmla="*/ 96982 w 10490654"/>
                  <a:gd name="connsiteY141" fmla="*/ 6391008 h 10394972"/>
                  <a:gd name="connsiteX142" fmla="*/ 0 w 10490654"/>
                  <a:gd name="connsiteY142" fmla="*/ 6294026 h 10394972"/>
                  <a:gd name="connsiteX143" fmla="*/ 83127 w 10490654"/>
                  <a:gd name="connsiteY143"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36787 w 10490654"/>
                  <a:gd name="connsiteY75" fmla="*/ 8313437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462870 w 10490654"/>
                  <a:gd name="connsiteY83" fmla="*/ 9929452 h 10394972"/>
                  <a:gd name="connsiteX84" fmla="*/ 9472032 w 10490654"/>
                  <a:gd name="connsiteY84" fmla="*/ 9818955 h 10394972"/>
                  <a:gd name="connsiteX85" fmla="*/ 9625328 w 10490654"/>
                  <a:gd name="connsiteY85" fmla="*/ 9791132 h 10394972"/>
                  <a:gd name="connsiteX86" fmla="*/ 9668916 w 10490654"/>
                  <a:gd name="connsiteY86" fmla="*/ 10256426 h 10394972"/>
                  <a:gd name="connsiteX87" fmla="*/ 9495500 w 10490654"/>
                  <a:gd name="connsiteY87" fmla="*/ 10306085 h 10394972"/>
                  <a:gd name="connsiteX88" fmla="*/ 9310254 w 10490654"/>
                  <a:gd name="connsiteY88" fmla="*/ 10394972 h 10394972"/>
                  <a:gd name="connsiteX89" fmla="*/ 9227127 w 10490654"/>
                  <a:gd name="connsiteY89" fmla="*/ 10242572 h 10394972"/>
                  <a:gd name="connsiteX90" fmla="*/ 9033163 w 10490654"/>
                  <a:gd name="connsiteY90" fmla="*/ 9993190 h 10394972"/>
                  <a:gd name="connsiteX91" fmla="*/ 8825345 w 10490654"/>
                  <a:gd name="connsiteY91" fmla="*/ 9813081 h 10394972"/>
                  <a:gd name="connsiteX92" fmla="*/ 8534400 w 10490654"/>
                  <a:gd name="connsiteY92" fmla="*/ 9702244 h 10394972"/>
                  <a:gd name="connsiteX93" fmla="*/ 8423563 w 10490654"/>
                  <a:gd name="connsiteY93" fmla="*/ 9646826 h 10394972"/>
                  <a:gd name="connsiteX94" fmla="*/ 8285018 w 10490654"/>
                  <a:gd name="connsiteY94" fmla="*/ 9480572 h 10394972"/>
                  <a:gd name="connsiteX95" fmla="*/ 8257309 w 10490654"/>
                  <a:gd name="connsiteY95" fmla="*/ 9342026 h 10394972"/>
                  <a:gd name="connsiteX96" fmla="*/ 8146472 w 10490654"/>
                  <a:gd name="connsiteY96" fmla="*/ 9355881 h 10394972"/>
                  <a:gd name="connsiteX97" fmla="*/ 8091054 w 10490654"/>
                  <a:gd name="connsiteY97" fmla="*/ 9577553 h 10394972"/>
                  <a:gd name="connsiteX98" fmla="*/ 7806336 w 10490654"/>
                  <a:gd name="connsiteY98" fmla="*/ 9583313 h 10394972"/>
                  <a:gd name="connsiteX99" fmla="*/ 7567694 w 10490654"/>
                  <a:gd name="connsiteY99" fmla="*/ 9520112 h 10394972"/>
                  <a:gd name="connsiteX100" fmla="*/ 7466043 w 10490654"/>
                  <a:gd name="connsiteY100" fmla="*/ 9471387 h 10394972"/>
                  <a:gd name="connsiteX101" fmla="*/ 7287491 w 10490654"/>
                  <a:gd name="connsiteY101" fmla="*/ 9449904 h 10394972"/>
                  <a:gd name="connsiteX102" fmla="*/ 7221797 w 10490654"/>
                  <a:gd name="connsiteY102" fmla="*/ 9121910 h 10394972"/>
                  <a:gd name="connsiteX103" fmla="*/ 6954982 w 10490654"/>
                  <a:gd name="connsiteY103" fmla="*/ 9189626 h 10394972"/>
                  <a:gd name="connsiteX104" fmla="*/ 6710737 w 10490654"/>
                  <a:gd name="connsiteY104" fmla="*/ 9262013 h 10394972"/>
                  <a:gd name="connsiteX105" fmla="*/ 6674777 w 10490654"/>
                  <a:gd name="connsiteY105" fmla="*/ 9062912 h 10394972"/>
                  <a:gd name="connsiteX106" fmla="*/ 6511636 w 10490654"/>
                  <a:gd name="connsiteY106" fmla="*/ 8954099 h 10394972"/>
                  <a:gd name="connsiteX107" fmla="*/ 6428509 w 10490654"/>
                  <a:gd name="connsiteY107" fmla="*/ 8954099 h 10394972"/>
                  <a:gd name="connsiteX108" fmla="*/ 6325922 w 10490654"/>
                  <a:gd name="connsiteY108" fmla="*/ 9057307 h 10394972"/>
                  <a:gd name="connsiteX109" fmla="*/ 6167763 w 10490654"/>
                  <a:gd name="connsiteY109" fmla="*/ 8978227 h 10394972"/>
                  <a:gd name="connsiteX110" fmla="*/ 6002132 w 10490654"/>
                  <a:gd name="connsiteY110" fmla="*/ 9093734 h 10394972"/>
                  <a:gd name="connsiteX111" fmla="*/ 5749636 w 10490654"/>
                  <a:gd name="connsiteY111" fmla="*/ 9051081 h 10394972"/>
                  <a:gd name="connsiteX112" fmla="*/ 5674760 w 10490654"/>
                  <a:gd name="connsiteY112" fmla="*/ 9081904 h 10394972"/>
                  <a:gd name="connsiteX113" fmla="*/ 5507415 w 10490654"/>
                  <a:gd name="connsiteY113" fmla="*/ 9128137 h 10394972"/>
                  <a:gd name="connsiteX114" fmla="*/ 5505859 w 10490654"/>
                  <a:gd name="connsiteY114" fmla="*/ 8870972 h 10394972"/>
                  <a:gd name="connsiteX115" fmla="*/ 5505857 w 10490654"/>
                  <a:gd name="connsiteY115" fmla="*/ 8634977 h 10394972"/>
                  <a:gd name="connsiteX116" fmla="*/ 5336024 w 10490654"/>
                  <a:gd name="connsiteY116" fmla="*/ 8333292 h 10394972"/>
                  <a:gd name="connsiteX117" fmla="*/ 5230324 w 10490654"/>
                  <a:gd name="connsiteY117" fmla="*/ 8082820 h 10394972"/>
                  <a:gd name="connsiteX118" fmla="*/ 5317031 w 10490654"/>
                  <a:gd name="connsiteY118" fmla="*/ 7610208 h 10394972"/>
                  <a:gd name="connsiteX119" fmla="*/ 5201059 w 10490654"/>
                  <a:gd name="connsiteY119" fmla="*/ 7320352 h 10394972"/>
                  <a:gd name="connsiteX120" fmla="*/ 5250872 w 10490654"/>
                  <a:gd name="connsiteY120" fmla="*/ 7069881 h 10394972"/>
                  <a:gd name="connsiteX121" fmla="*/ 5245735 w 10490654"/>
                  <a:gd name="connsiteY121" fmla="*/ 7018665 h 10394972"/>
                  <a:gd name="connsiteX122" fmla="*/ 4577603 w 10490654"/>
                  <a:gd name="connsiteY122" fmla="*/ 7013996 h 10394972"/>
                  <a:gd name="connsiteX123" fmla="*/ 4528412 w 10490654"/>
                  <a:gd name="connsiteY123" fmla="*/ 6840580 h 10394972"/>
                  <a:gd name="connsiteX124" fmla="*/ 4038834 w 10490654"/>
                  <a:gd name="connsiteY124" fmla="*/ 6816452 h 10394972"/>
                  <a:gd name="connsiteX125" fmla="*/ 3976254 w 10490654"/>
                  <a:gd name="connsiteY125" fmla="*/ 7069881 h 10394972"/>
                  <a:gd name="connsiteX126" fmla="*/ 3932667 w 10490654"/>
                  <a:gd name="connsiteY126" fmla="*/ 7281279 h 10394972"/>
                  <a:gd name="connsiteX127" fmla="*/ 3884155 w 10490654"/>
                  <a:gd name="connsiteY127" fmla="*/ 7403480 h 10394972"/>
                  <a:gd name="connsiteX128" fmla="*/ 3572499 w 10490654"/>
                  <a:gd name="connsiteY128" fmla="*/ 7365450 h 10394972"/>
                  <a:gd name="connsiteX129" fmla="*/ 3311236 w 10490654"/>
                  <a:gd name="connsiteY129" fmla="*/ 7402390 h 10394972"/>
                  <a:gd name="connsiteX130" fmla="*/ 2921540 w 10490654"/>
                  <a:gd name="connsiteY130" fmla="*/ 7414475 h 10394972"/>
                  <a:gd name="connsiteX131" fmla="*/ 2784763 w 10490654"/>
                  <a:gd name="connsiteY131" fmla="*/ 7139153 h 10394972"/>
                  <a:gd name="connsiteX132" fmla="*/ 2604654 w 10490654"/>
                  <a:gd name="connsiteY132" fmla="*/ 6862062 h 10394972"/>
                  <a:gd name="connsiteX133" fmla="*/ 2410691 w 10490654"/>
                  <a:gd name="connsiteY133" fmla="*/ 6363299 h 10394972"/>
                  <a:gd name="connsiteX134" fmla="*/ 2327563 w 10490654"/>
                  <a:gd name="connsiteY134" fmla="*/ 6224753 h 10394972"/>
                  <a:gd name="connsiteX135" fmla="*/ 1662545 w 10490654"/>
                  <a:gd name="connsiteY135" fmla="*/ 6197044 h 10394972"/>
                  <a:gd name="connsiteX136" fmla="*/ 1233054 w 10490654"/>
                  <a:gd name="connsiteY136" fmla="*/ 6197044 h 10394972"/>
                  <a:gd name="connsiteX137" fmla="*/ 1136072 w 10490654"/>
                  <a:gd name="connsiteY137" fmla="*/ 6252462 h 10394972"/>
                  <a:gd name="connsiteX138" fmla="*/ 706582 w 10490654"/>
                  <a:gd name="connsiteY138" fmla="*/ 6210899 h 10394972"/>
                  <a:gd name="connsiteX139" fmla="*/ 318654 w 10490654"/>
                  <a:gd name="connsiteY139" fmla="*/ 6238608 h 10394972"/>
                  <a:gd name="connsiteX140" fmla="*/ 96982 w 10490654"/>
                  <a:gd name="connsiteY140" fmla="*/ 6391008 h 10394972"/>
                  <a:gd name="connsiteX141" fmla="*/ 0 w 10490654"/>
                  <a:gd name="connsiteY141" fmla="*/ 6294026 h 10394972"/>
                  <a:gd name="connsiteX142" fmla="*/ 83127 w 10490654"/>
                  <a:gd name="connsiteY142" fmla="*/ 6238608 h 10394972"/>
                  <a:gd name="connsiteX0" fmla="*/ 83127 w 10490654"/>
                  <a:gd name="connsiteY0" fmla="*/ 6238608 h 10394972"/>
                  <a:gd name="connsiteX1" fmla="*/ 96982 w 10490654"/>
                  <a:gd name="connsiteY1" fmla="*/ 5795262 h 10394972"/>
                  <a:gd name="connsiteX2" fmla="*/ 401782 w 10490654"/>
                  <a:gd name="connsiteY2" fmla="*/ 5532026 h 10394972"/>
                  <a:gd name="connsiteX3" fmla="*/ 651163 w 10490654"/>
                  <a:gd name="connsiteY3" fmla="*/ 5670572 h 10394972"/>
                  <a:gd name="connsiteX4" fmla="*/ 858982 w 10490654"/>
                  <a:gd name="connsiteY4" fmla="*/ 5504317 h 10394972"/>
                  <a:gd name="connsiteX5" fmla="*/ 997527 w 10490654"/>
                  <a:gd name="connsiteY5" fmla="*/ 5351917 h 10394972"/>
                  <a:gd name="connsiteX6" fmla="*/ 1080654 w 10490654"/>
                  <a:gd name="connsiteY6" fmla="*/ 5435044 h 10394972"/>
                  <a:gd name="connsiteX7" fmla="*/ 1269312 w 10490654"/>
                  <a:gd name="connsiteY7" fmla="*/ 5679710 h 10394972"/>
                  <a:gd name="connsiteX8" fmla="*/ 1523116 w 10490654"/>
                  <a:gd name="connsiteY8" fmla="*/ 5481030 h 10394972"/>
                  <a:gd name="connsiteX9" fmla="*/ 1731818 w 10490654"/>
                  <a:gd name="connsiteY9" fmla="*/ 5296499 h 10394972"/>
                  <a:gd name="connsiteX10" fmla="*/ 2022763 w 10490654"/>
                  <a:gd name="connsiteY10" fmla="*/ 5060972 h 10394972"/>
                  <a:gd name="connsiteX11" fmla="*/ 2119745 w 10490654"/>
                  <a:gd name="connsiteY11" fmla="*/ 4631481 h 10394972"/>
                  <a:gd name="connsiteX12" fmla="*/ 2172511 w 10490654"/>
                  <a:gd name="connsiteY12" fmla="*/ 4164848 h 10394972"/>
                  <a:gd name="connsiteX13" fmla="*/ 2355272 w 10490654"/>
                  <a:gd name="connsiteY13" fmla="*/ 3855626 h 10394972"/>
                  <a:gd name="connsiteX14" fmla="*/ 2752497 w 10490654"/>
                  <a:gd name="connsiteY14" fmla="*/ 3475092 h 10394972"/>
                  <a:gd name="connsiteX15" fmla="*/ 2978727 w 10490654"/>
                  <a:gd name="connsiteY15" fmla="*/ 3259881 h 10394972"/>
                  <a:gd name="connsiteX16" fmla="*/ 3006436 w 10490654"/>
                  <a:gd name="connsiteY16" fmla="*/ 2816535 h 10394972"/>
                  <a:gd name="connsiteX17" fmla="*/ 3075709 w 10490654"/>
                  <a:gd name="connsiteY17" fmla="*/ 2525590 h 10394972"/>
                  <a:gd name="connsiteX18" fmla="*/ 3075709 w 10490654"/>
                  <a:gd name="connsiteY18" fmla="*/ 2317772 h 10394972"/>
                  <a:gd name="connsiteX19" fmla="*/ 3214254 w 10490654"/>
                  <a:gd name="connsiteY19" fmla="*/ 1985262 h 10394972"/>
                  <a:gd name="connsiteX20" fmla="*/ 3214254 w 10490654"/>
                  <a:gd name="connsiteY20" fmla="*/ 1694317 h 10394972"/>
                  <a:gd name="connsiteX21" fmla="*/ 3513454 w 10490654"/>
                  <a:gd name="connsiteY21" fmla="*/ 1126281 h 10394972"/>
                  <a:gd name="connsiteX22" fmla="*/ 3463636 w 10490654"/>
                  <a:gd name="connsiteY22" fmla="*/ 752208 h 10394972"/>
                  <a:gd name="connsiteX23" fmla="*/ 3491345 w 10490654"/>
                  <a:gd name="connsiteY23" fmla="*/ 544390 h 10394972"/>
                  <a:gd name="connsiteX24" fmla="*/ 3823854 w 10490654"/>
                  <a:gd name="connsiteY24" fmla="*/ 184172 h 10394972"/>
                  <a:gd name="connsiteX25" fmla="*/ 4017818 w 10490654"/>
                  <a:gd name="connsiteY25" fmla="*/ 59481 h 10394972"/>
                  <a:gd name="connsiteX26" fmla="*/ 4433454 w 10490654"/>
                  <a:gd name="connsiteY26" fmla="*/ 295008 h 10394972"/>
                  <a:gd name="connsiteX27" fmla="*/ 4599709 w 10490654"/>
                  <a:gd name="connsiteY27" fmla="*/ 488972 h 10394972"/>
                  <a:gd name="connsiteX28" fmla="*/ 5070763 w 10490654"/>
                  <a:gd name="connsiteY28" fmla="*/ 544390 h 10394972"/>
                  <a:gd name="connsiteX29" fmla="*/ 5391187 w 10490654"/>
                  <a:gd name="connsiteY29" fmla="*/ 603639 h 10394972"/>
                  <a:gd name="connsiteX30" fmla="*/ 5568642 w 10490654"/>
                  <a:gd name="connsiteY30" fmla="*/ 588271 h 10394972"/>
                  <a:gd name="connsiteX31" fmla="*/ 5860472 w 10490654"/>
                  <a:gd name="connsiteY31" fmla="*/ 281153 h 10394972"/>
                  <a:gd name="connsiteX32" fmla="*/ 6123709 w 10490654"/>
                  <a:gd name="connsiteY32" fmla="*/ 322717 h 10394972"/>
                  <a:gd name="connsiteX33" fmla="*/ 6541900 w 10490654"/>
                  <a:gd name="connsiteY33" fmla="*/ 168233 h 10394972"/>
                  <a:gd name="connsiteX34" fmla="*/ 6681722 w 10490654"/>
                  <a:gd name="connsiteY34" fmla="*/ 107503 h 10394972"/>
                  <a:gd name="connsiteX35" fmla="*/ 7011678 w 10490654"/>
                  <a:gd name="connsiteY35" fmla="*/ 198026 h 10394972"/>
                  <a:gd name="connsiteX36" fmla="*/ 7232072 w 10490654"/>
                  <a:gd name="connsiteY36" fmla="*/ 17917 h 10394972"/>
                  <a:gd name="connsiteX37" fmla="*/ 7379107 w 10490654"/>
                  <a:gd name="connsiteY37" fmla="*/ 0 h 10394972"/>
                  <a:gd name="connsiteX38" fmla="*/ 7600859 w 10490654"/>
                  <a:gd name="connsiteY38" fmla="*/ 41248 h 10394972"/>
                  <a:gd name="connsiteX39" fmla="*/ 7910945 w 10490654"/>
                  <a:gd name="connsiteY39" fmla="*/ 128753 h 10394972"/>
                  <a:gd name="connsiteX40" fmla="*/ 8312727 w 10490654"/>
                  <a:gd name="connsiteY40" fmla="*/ 59481 h 10394972"/>
                  <a:gd name="connsiteX41" fmla="*/ 8647005 w 10490654"/>
                  <a:gd name="connsiteY41" fmla="*/ 396707 h 10394972"/>
                  <a:gd name="connsiteX42" fmla="*/ 8908472 w 10490654"/>
                  <a:gd name="connsiteY42" fmla="*/ 544390 h 10394972"/>
                  <a:gd name="connsiteX43" fmla="*/ 9146732 w 10490654"/>
                  <a:gd name="connsiteY43" fmla="*/ 420846 h 10394972"/>
                  <a:gd name="connsiteX44" fmla="*/ 9372965 w 10490654"/>
                  <a:gd name="connsiteY44" fmla="*/ 466363 h 10394972"/>
                  <a:gd name="connsiteX45" fmla="*/ 9518072 w 10490654"/>
                  <a:gd name="connsiteY45" fmla="*/ 367819 h 10394972"/>
                  <a:gd name="connsiteX46" fmla="*/ 9646301 w 10490654"/>
                  <a:gd name="connsiteY46" fmla="*/ 369587 h 10394972"/>
                  <a:gd name="connsiteX47" fmla="*/ 10002982 w 10490654"/>
                  <a:gd name="connsiteY47" fmla="*/ 793772 h 10394972"/>
                  <a:gd name="connsiteX48" fmla="*/ 10238509 w 10490654"/>
                  <a:gd name="connsiteY48" fmla="*/ 987735 h 10394972"/>
                  <a:gd name="connsiteX49" fmla="*/ 10224654 w 10490654"/>
                  <a:gd name="connsiteY49" fmla="*/ 1250972 h 10394972"/>
                  <a:gd name="connsiteX50" fmla="*/ 10238509 w 10490654"/>
                  <a:gd name="connsiteY50" fmla="*/ 1444935 h 10394972"/>
                  <a:gd name="connsiteX51" fmla="*/ 10243066 w 10490654"/>
                  <a:gd name="connsiteY51" fmla="*/ 1580249 h 10394972"/>
                  <a:gd name="connsiteX52" fmla="*/ 10490654 w 10490654"/>
                  <a:gd name="connsiteY52" fmla="*/ 1753897 h 10394972"/>
                  <a:gd name="connsiteX53" fmla="*/ 10077929 w 10490654"/>
                  <a:gd name="connsiteY53" fmla="*/ 2207269 h 10394972"/>
                  <a:gd name="connsiteX54" fmla="*/ 9781309 w 10490654"/>
                  <a:gd name="connsiteY54" fmla="*/ 2497881 h 10394972"/>
                  <a:gd name="connsiteX55" fmla="*/ 9580055 w 10490654"/>
                  <a:gd name="connsiteY55" fmla="*/ 3426134 h 10394972"/>
                  <a:gd name="connsiteX56" fmla="*/ 9532477 w 10490654"/>
                  <a:gd name="connsiteY56" fmla="*/ 3685207 h 10394972"/>
                  <a:gd name="connsiteX57" fmla="*/ 9365672 w 10490654"/>
                  <a:gd name="connsiteY57" fmla="*/ 3911044 h 10394972"/>
                  <a:gd name="connsiteX58" fmla="*/ 9310254 w 10490654"/>
                  <a:gd name="connsiteY58" fmla="*/ 4077299 h 10394972"/>
                  <a:gd name="connsiteX59" fmla="*/ 9236422 w 10490654"/>
                  <a:gd name="connsiteY59" fmla="*/ 4285117 h 10394972"/>
                  <a:gd name="connsiteX60" fmla="*/ 9205255 w 10490654"/>
                  <a:gd name="connsiteY60" fmla="*/ 4430122 h 10394972"/>
                  <a:gd name="connsiteX61" fmla="*/ 9337963 w 10490654"/>
                  <a:gd name="connsiteY61" fmla="*/ 4659190 h 10394972"/>
                  <a:gd name="connsiteX62" fmla="*/ 9382180 w 10490654"/>
                  <a:gd name="connsiteY62" fmla="*/ 4915057 h 10394972"/>
                  <a:gd name="connsiteX63" fmla="*/ 9397939 w 10490654"/>
                  <a:gd name="connsiteY63" fmla="*/ 5208060 h 10394972"/>
                  <a:gd name="connsiteX64" fmla="*/ 9383359 w 10490654"/>
                  <a:gd name="connsiteY64" fmla="*/ 5615153 h 10394972"/>
                  <a:gd name="connsiteX65" fmla="*/ 9518623 w 10490654"/>
                  <a:gd name="connsiteY65" fmla="*/ 5975373 h 10394972"/>
                  <a:gd name="connsiteX66" fmla="*/ 9540496 w 10490654"/>
                  <a:gd name="connsiteY66" fmla="*/ 6403714 h 10394972"/>
                  <a:gd name="connsiteX67" fmla="*/ 9933709 w 10490654"/>
                  <a:gd name="connsiteY67" fmla="*/ 6862062 h 10394972"/>
                  <a:gd name="connsiteX68" fmla="*/ 10052074 w 10490654"/>
                  <a:gd name="connsiteY68" fmla="*/ 7221396 h 10394972"/>
                  <a:gd name="connsiteX69" fmla="*/ 10232908 w 10490654"/>
                  <a:gd name="connsiteY69" fmla="*/ 7514995 h 10394972"/>
                  <a:gd name="connsiteX70" fmla="*/ 9670472 w 10490654"/>
                  <a:gd name="connsiteY70" fmla="*/ 7540935 h 10394972"/>
                  <a:gd name="connsiteX71" fmla="*/ 9174087 w 10490654"/>
                  <a:gd name="connsiteY71" fmla="*/ 7651772 h 10394972"/>
                  <a:gd name="connsiteX72" fmla="*/ 9128871 w 10490654"/>
                  <a:gd name="connsiteY72" fmla="*/ 7790317 h 10394972"/>
                  <a:gd name="connsiteX73" fmla="*/ 9019309 w 10490654"/>
                  <a:gd name="connsiteY73" fmla="*/ 7998135 h 10394972"/>
                  <a:gd name="connsiteX74" fmla="*/ 8933823 w 10490654"/>
                  <a:gd name="connsiteY74" fmla="*/ 8085908 h 10394972"/>
                  <a:gd name="connsiteX75" fmla="*/ 9036787 w 10490654"/>
                  <a:gd name="connsiteY75" fmla="*/ 8313437 h 10394972"/>
                  <a:gd name="connsiteX76" fmla="*/ 9027559 w 10490654"/>
                  <a:gd name="connsiteY76" fmla="*/ 8524608 h 10394972"/>
                  <a:gd name="connsiteX77" fmla="*/ 8993669 w 10490654"/>
                  <a:gd name="connsiteY77" fmla="*/ 8758113 h 10394972"/>
                  <a:gd name="connsiteX78" fmla="*/ 8991600 w 10490654"/>
                  <a:gd name="connsiteY78" fmla="*/ 8967953 h 10394972"/>
                  <a:gd name="connsiteX79" fmla="*/ 8894618 w 10490654"/>
                  <a:gd name="connsiteY79" fmla="*/ 9272753 h 10394972"/>
                  <a:gd name="connsiteX80" fmla="*/ 8922328 w 10490654"/>
                  <a:gd name="connsiteY80" fmla="*/ 9578490 h 10394972"/>
                  <a:gd name="connsiteX81" fmla="*/ 9138715 w 10490654"/>
                  <a:gd name="connsiteY81" fmla="*/ 9750056 h 10394972"/>
                  <a:gd name="connsiteX82" fmla="*/ 9231789 w 10490654"/>
                  <a:gd name="connsiteY82" fmla="*/ 9890275 h 10394972"/>
                  <a:gd name="connsiteX83" fmla="*/ 9462870 w 10490654"/>
                  <a:gd name="connsiteY83" fmla="*/ 9929452 h 10394972"/>
                  <a:gd name="connsiteX84" fmla="*/ 9472032 w 10490654"/>
                  <a:gd name="connsiteY84" fmla="*/ 9818955 h 10394972"/>
                  <a:gd name="connsiteX85" fmla="*/ 9620746 w 10490654"/>
                  <a:gd name="connsiteY85" fmla="*/ 9758904 h 10394972"/>
                  <a:gd name="connsiteX86" fmla="*/ 9668916 w 10490654"/>
                  <a:gd name="connsiteY86" fmla="*/ 10256426 h 10394972"/>
                  <a:gd name="connsiteX87" fmla="*/ 9495500 w 10490654"/>
                  <a:gd name="connsiteY87" fmla="*/ 10306085 h 10394972"/>
                  <a:gd name="connsiteX88" fmla="*/ 9310254 w 10490654"/>
                  <a:gd name="connsiteY88" fmla="*/ 10394972 h 10394972"/>
                  <a:gd name="connsiteX89" fmla="*/ 9227127 w 10490654"/>
                  <a:gd name="connsiteY89" fmla="*/ 10242572 h 10394972"/>
                  <a:gd name="connsiteX90" fmla="*/ 9033163 w 10490654"/>
                  <a:gd name="connsiteY90" fmla="*/ 9993190 h 10394972"/>
                  <a:gd name="connsiteX91" fmla="*/ 8825345 w 10490654"/>
                  <a:gd name="connsiteY91" fmla="*/ 9813081 h 10394972"/>
                  <a:gd name="connsiteX92" fmla="*/ 8534400 w 10490654"/>
                  <a:gd name="connsiteY92" fmla="*/ 9702244 h 10394972"/>
                  <a:gd name="connsiteX93" fmla="*/ 8423563 w 10490654"/>
                  <a:gd name="connsiteY93" fmla="*/ 9646826 h 10394972"/>
                  <a:gd name="connsiteX94" fmla="*/ 8285018 w 10490654"/>
                  <a:gd name="connsiteY94" fmla="*/ 9480572 h 10394972"/>
                  <a:gd name="connsiteX95" fmla="*/ 8257309 w 10490654"/>
                  <a:gd name="connsiteY95" fmla="*/ 9342026 h 10394972"/>
                  <a:gd name="connsiteX96" fmla="*/ 8146472 w 10490654"/>
                  <a:gd name="connsiteY96" fmla="*/ 9355881 h 10394972"/>
                  <a:gd name="connsiteX97" fmla="*/ 8091054 w 10490654"/>
                  <a:gd name="connsiteY97" fmla="*/ 9577553 h 10394972"/>
                  <a:gd name="connsiteX98" fmla="*/ 7806336 w 10490654"/>
                  <a:gd name="connsiteY98" fmla="*/ 9583313 h 10394972"/>
                  <a:gd name="connsiteX99" fmla="*/ 7567694 w 10490654"/>
                  <a:gd name="connsiteY99" fmla="*/ 9520112 h 10394972"/>
                  <a:gd name="connsiteX100" fmla="*/ 7466043 w 10490654"/>
                  <a:gd name="connsiteY100" fmla="*/ 9471387 h 10394972"/>
                  <a:gd name="connsiteX101" fmla="*/ 7287491 w 10490654"/>
                  <a:gd name="connsiteY101" fmla="*/ 9449904 h 10394972"/>
                  <a:gd name="connsiteX102" fmla="*/ 7221797 w 10490654"/>
                  <a:gd name="connsiteY102" fmla="*/ 9121910 h 10394972"/>
                  <a:gd name="connsiteX103" fmla="*/ 6954982 w 10490654"/>
                  <a:gd name="connsiteY103" fmla="*/ 9189626 h 10394972"/>
                  <a:gd name="connsiteX104" fmla="*/ 6710737 w 10490654"/>
                  <a:gd name="connsiteY104" fmla="*/ 9262013 h 10394972"/>
                  <a:gd name="connsiteX105" fmla="*/ 6674777 w 10490654"/>
                  <a:gd name="connsiteY105" fmla="*/ 9062912 h 10394972"/>
                  <a:gd name="connsiteX106" fmla="*/ 6511636 w 10490654"/>
                  <a:gd name="connsiteY106" fmla="*/ 8954099 h 10394972"/>
                  <a:gd name="connsiteX107" fmla="*/ 6428509 w 10490654"/>
                  <a:gd name="connsiteY107" fmla="*/ 8954099 h 10394972"/>
                  <a:gd name="connsiteX108" fmla="*/ 6325922 w 10490654"/>
                  <a:gd name="connsiteY108" fmla="*/ 9057307 h 10394972"/>
                  <a:gd name="connsiteX109" fmla="*/ 6167763 w 10490654"/>
                  <a:gd name="connsiteY109" fmla="*/ 8978227 h 10394972"/>
                  <a:gd name="connsiteX110" fmla="*/ 6002132 w 10490654"/>
                  <a:gd name="connsiteY110" fmla="*/ 9093734 h 10394972"/>
                  <a:gd name="connsiteX111" fmla="*/ 5749636 w 10490654"/>
                  <a:gd name="connsiteY111" fmla="*/ 9051081 h 10394972"/>
                  <a:gd name="connsiteX112" fmla="*/ 5674760 w 10490654"/>
                  <a:gd name="connsiteY112" fmla="*/ 9081904 h 10394972"/>
                  <a:gd name="connsiteX113" fmla="*/ 5507415 w 10490654"/>
                  <a:gd name="connsiteY113" fmla="*/ 9128137 h 10394972"/>
                  <a:gd name="connsiteX114" fmla="*/ 5505859 w 10490654"/>
                  <a:gd name="connsiteY114" fmla="*/ 8870972 h 10394972"/>
                  <a:gd name="connsiteX115" fmla="*/ 5505857 w 10490654"/>
                  <a:gd name="connsiteY115" fmla="*/ 8634977 h 10394972"/>
                  <a:gd name="connsiteX116" fmla="*/ 5336024 w 10490654"/>
                  <a:gd name="connsiteY116" fmla="*/ 8333292 h 10394972"/>
                  <a:gd name="connsiteX117" fmla="*/ 5230324 w 10490654"/>
                  <a:gd name="connsiteY117" fmla="*/ 8082820 h 10394972"/>
                  <a:gd name="connsiteX118" fmla="*/ 5317031 w 10490654"/>
                  <a:gd name="connsiteY118" fmla="*/ 7610208 h 10394972"/>
                  <a:gd name="connsiteX119" fmla="*/ 5201059 w 10490654"/>
                  <a:gd name="connsiteY119" fmla="*/ 7320352 h 10394972"/>
                  <a:gd name="connsiteX120" fmla="*/ 5250872 w 10490654"/>
                  <a:gd name="connsiteY120" fmla="*/ 7069881 h 10394972"/>
                  <a:gd name="connsiteX121" fmla="*/ 5245735 w 10490654"/>
                  <a:gd name="connsiteY121" fmla="*/ 7018665 h 10394972"/>
                  <a:gd name="connsiteX122" fmla="*/ 4577603 w 10490654"/>
                  <a:gd name="connsiteY122" fmla="*/ 7013996 h 10394972"/>
                  <a:gd name="connsiteX123" fmla="*/ 4528412 w 10490654"/>
                  <a:gd name="connsiteY123" fmla="*/ 6840580 h 10394972"/>
                  <a:gd name="connsiteX124" fmla="*/ 4038834 w 10490654"/>
                  <a:gd name="connsiteY124" fmla="*/ 6816452 h 10394972"/>
                  <a:gd name="connsiteX125" fmla="*/ 3976254 w 10490654"/>
                  <a:gd name="connsiteY125" fmla="*/ 7069881 h 10394972"/>
                  <a:gd name="connsiteX126" fmla="*/ 3932667 w 10490654"/>
                  <a:gd name="connsiteY126" fmla="*/ 7281279 h 10394972"/>
                  <a:gd name="connsiteX127" fmla="*/ 3884155 w 10490654"/>
                  <a:gd name="connsiteY127" fmla="*/ 7403480 h 10394972"/>
                  <a:gd name="connsiteX128" fmla="*/ 3572499 w 10490654"/>
                  <a:gd name="connsiteY128" fmla="*/ 7365450 h 10394972"/>
                  <a:gd name="connsiteX129" fmla="*/ 3311236 w 10490654"/>
                  <a:gd name="connsiteY129" fmla="*/ 7402390 h 10394972"/>
                  <a:gd name="connsiteX130" fmla="*/ 2921540 w 10490654"/>
                  <a:gd name="connsiteY130" fmla="*/ 7414475 h 10394972"/>
                  <a:gd name="connsiteX131" fmla="*/ 2784763 w 10490654"/>
                  <a:gd name="connsiteY131" fmla="*/ 7139153 h 10394972"/>
                  <a:gd name="connsiteX132" fmla="*/ 2604654 w 10490654"/>
                  <a:gd name="connsiteY132" fmla="*/ 6862062 h 10394972"/>
                  <a:gd name="connsiteX133" fmla="*/ 2410691 w 10490654"/>
                  <a:gd name="connsiteY133" fmla="*/ 6363299 h 10394972"/>
                  <a:gd name="connsiteX134" fmla="*/ 2327563 w 10490654"/>
                  <a:gd name="connsiteY134" fmla="*/ 6224753 h 10394972"/>
                  <a:gd name="connsiteX135" fmla="*/ 1662545 w 10490654"/>
                  <a:gd name="connsiteY135" fmla="*/ 6197044 h 10394972"/>
                  <a:gd name="connsiteX136" fmla="*/ 1233054 w 10490654"/>
                  <a:gd name="connsiteY136" fmla="*/ 6197044 h 10394972"/>
                  <a:gd name="connsiteX137" fmla="*/ 1136072 w 10490654"/>
                  <a:gd name="connsiteY137" fmla="*/ 6252462 h 10394972"/>
                  <a:gd name="connsiteX138" fmla="*/ 706582 w 10490654"/>
                  <a:gd name="connsiteY138" fmla="*/ 6210899 h 10394972"/>
                  <a:gd name="connsiteX139" fmla="*/ 318654 w 10490654"/>
                  <a:gd name="connsiteY139" fmla="*/ 6238608 h 10394972"/>
                  <a:gd name="connsiteX140" fmla="*/ 96982 w 10490654"/>
                  <a:gd name="connsiteY140" fmla="*/ 6391008 h 10394972"/>
                  <a:gd name="connsiteX141" fmla="*/ 0 w 10490654"/>
                  <a:gd name="connsiteY141" fmla="*/ 6294026 h 10394972"/>
                  <a:gd name="connsiteX142" fmla="*/ 83127 w 10490654"/>
                  <a:gd name="connsiteY142" fmla="*/ 6238608 h 10394972"/>
                  <a:gd name="connsiteX0" fmla="*/ 83127 w 10490654"/>
                  <a:gd name="connsiteY0" fmla="*/ 6238608 h 10306085"/>
                  <a:gd name="connsiteX1" fmla="*/ 96982 w 10490654"/>
                  <a:gd name="connsiteY1" fmla="*/ 5795262 h 10306085"/>
                  <a:gd name="connsiteX2" fmla="*/ 401782 w 10490654"/>
                  <a:gd name="connsiteY2" fmla="*/ 5532026 h 10306085"/>
                  <a:gd name="connsiteX3" fmla="*/ 651163 w 10490654"/>
                  <a:gd name="connsiteY3" fmla="*/ 5670572 h 10306085"/>
                  <a:gd name="connsiteX4" fmla="*/ 858982 w 10490654"/>
                  <a:gd name="connsiteY4" fmla="*/ 5504317 h 10306085"/>
                  <a:gd name="connsiteX5" fmla="*/ 997527 w 10490654"/>
                  <a:gd name="connsiteY5" fmla="*/ 5351917 h 10306085"/>
                  <a:gd name="connsiteX6" fmla="*/ 1080654 w 10490654"/>
                  <a:gd name="connsiteY6" fmla="*/ 5435044 h 10306085"/>
                  <a:gd name="connsiteX7" fmla="*/ 1269312 w 10490654"/>
                  <a:gd name="connsiteY7" fmla="*/ 5679710 h 10306085"/>
                  <a:gd name="connsiteX8" fmla="*/ 1523116 w 10490654"/>
                  <a:gd name="connsiteY8" fmla="*/ 5481030 h 10306085"/>
                  <a:gd name="connsiteX9" fmla="*/ 1731818 w 10490654"/>
                  <a:gd name="connsiteY9" fmla="*/ 5296499 h 10306085"/>
                  <a:gd name="connsiteX10" fmla="*/ 2022763 w 10490654"/>
                  <a:gd name="connsiteY10" fmla="*/ 5060972 h 10306085"/>
                  <a:gd name="connsiteX11" fmla="*/ 2119745 w 10490654"/>
                  <a:gd name="connsiteY11" fmla="*/ 4631481 h 10306085"/>
                  <a:gd name="connsiteX12" fmla="*/ 2172511 w 10490654"/>
                  <a:gd name="connsiteY12" fmla="*/ 4164848 h 10306085"/>
                  <a:gd name="connsiteX13" fmla="*/ 2355272 w 10490654"/>
                  <a:gd name="connsiteY13" fmla="*/ 3855626 h 10306085"/>
                  <a:gd name="connsiteX14" fmla="*/ 2752497 w 10490654"/>
                  <a:gd name="connsiteY14" fmla="*/ 3475092 h 10306085"/>
                  <a:gd name="connsiteX15" fmla="*/ 2978727 w 10490654"/>
                  <a:gd name="connsiteY15" fmla="*/ 3259881 h 10306085"/>
                  <a:gd name="connsiteX16" fmla="*/ 3006436 w 10490654"/>
                  <a:gd name="connsiteY16" fmla="*/ 2816535 h 10306085"/>
                  <a:gd name="connsiteX17" fmla="*/ 3075709 w 10490654"/>
                  <a:gd name="connsiteY17" fmla="*/ 2525590 h 10306085"/>
                  <a:gd name="connsiteX18" fmla="*/ 3075709 w 10490654"/>
                  <a:gd name="connsiteY18" fmla="*/ 2317772 h 10306085"/>
                  <a:gd name="connsiteX19" fmla="*/ 3214254 w 10490654"/>
                  <a:gd name="connsiteY19" fmla="*/ 1985262 h 10306085"/>
                  <a:gd name="connsiteX20" fmla="*/ 3214254 w 10490654"/>
                  <a:gd name="connsiteY20" fmla="*/ 1694317 h 10306085"/>
                  <a:gd name="connsiteX21" fmla="*/ 3513454 w 10490654"/>
                  <a:gd name="connsiteY21" fmla="*/ 1126281 h 10306085"/>
                  <a:gd name="connsiteX22" fmla="*/ 3463636 w 10490654"/>
                  <a:gd name="connsiteY22" fmla="*/ 752208 h 10306085"/>
                  <a:gd name="connsiteX23" fmla="*/ 3491345 w 10490654"/>
                  <a:gd name="connsiteY23" fmla="*/ 544390 h 10306085"/>
                  <a:gd name="connsiteX24" fmla="*/ 3823854 w 10490654"/>
                  <a:gd name="connsiteY24" fmla="*/ 184172 h 10306085"/>
                  <a:gd name="connsiteX25" fmla="*/ 4017818 w 10490654"/>
                  <a:gd name="connsiteY25" fmla="*/ 59481 h 10306085"/>
                  <a:gd name="connsiteX26" fmla="*/ 4433454 w 10490654"/>
                  <a:gd name="connsiteY26" fmla="*/ 295008 h 10306085"/>
                  <a:gd name="connsiteX27" fmla="*/ 4599709 w 10490654"/>
                  <a:gd name="connsiteY27" fmla="*/ 488972 h 10306085"/>
                  <a:gd name="connsiteX28" fmla="*/ 5070763 w 10490654"/>
                  <a:gd name="connsiteY28" fmla="*/ 544390 h 10306085"/>
                  <a:gd name="connsiteX29" fmla="*/ 5391187 w 10490654"/>
                  <a:gd name="connsiteY29" fmla="*/ 603639 h 10306085"/>
                  <a:gd name="connsiteX30" fmla="*/ 5568642 w 10490654"/>
                  <a:gd name="connsiteY30" fmla="*/ 588271 h 10306085"/>
                  <a:gd name="connsiteX31" fmla="*/ 5860472 w 10490654"/>
                  <a:gd name="connsiteY31" fmla="*/ 281153 h 10306085"/>
                  <a:gd name="connsiteX32" fmla="*/ 6123709 w 10490654"/>
                  <a:gd name="connsiteY32" fmla="*/ 322717 h 10306085"/>
                  <a:gd name="connsiteX33" fmla="*/ 6541900 w 10490654"/>
                  <a:gd name="connsiteY33" fmla="*/ 168233 h 10306085"/>
                  <a:gd name="connsiteX34" fmla="*/ 6681722 w 10490654"/>
                  <a:gd name="connsiteY34" fmla="*/ 107503 h 10306085"/>
                  <a:gd name="connsiteX35" fmla="*/ 7011678 w 10490654"/>
                  <a:gd name="connsiteY35" fmla="*/ 198026 h 10306085"/>
                  <a:gd name="connsiteX36" fmla="*/ 7232072 w 10490654"/>
                  <a:gd name="connsiteY36" fmla="*/ 17917 h 10306085"/>
                  <a:gd name="connsiteX37" fmla="*/ 7379107 w 10490654"/>
                  <a:gd name="connsiteY37" fmla="*/ 0 h 10306085"/>
                  <a:gd name="connsiteX38" fmla="*/ 7600859 w 10490654"/>
                  <a:gd name="connsiteY38" fmla="*/ 41248 h 10306085"/>
                  <a:gd name="connsiteX39" fmla="*/ 7910945 w 10490654"/>
                  <a:gd name="connsiteY39" fmla="*/ 128753 h 10306085"/>
                  <a:gd name="connsiteX40" fmla="*/ 8312727 w 10490654"/>
                  <a:gd name="connsiteY40" fmla="*/ 59481 h 10306085"/>
                  <a:gd name="connsiteX41" fmla="*/ 8647005 w 10490654"/>
                  <a:gd name="connsiteY41" fmla="*/ 396707 h 10306085"/>
                  <a:gd name="connsiteX42" fmla="*/ 8908472 w 10490654"/>
                  <a:gd name="connsiteY42" fmla="*/ 544390 h 10306085"/>
                  <a:gd name="connsiteX43" fmla="*/ 9146732 w 10490654"/>
                  <a:gd name="connsiteY43" fmla="*/ 420846 h 10306085"/>
                  <a:gd name="connsiteX44" fmla="*/ 9372965 w 10490654"/>
                  <a:gd name="connsiteY44" fmla="*/ 466363 h 10306085"/>
                  <a:gd name="connsiteX45" fmla="*/ 9518072 w 10490654"/>
                  <a:gd name="connsiteY45" fmla="*/ 367819 h 10306085"/>
                  <a:gd name="connsiteX46" fmla="*/ 9646301 w 10490654"/>
                  <a:gd name="connsiteY46" fmla="*/ 369587 h 10306085"/>
                  <a:gd name="connsiteX47" fmla="*/ 10002982 w 10490654"/>
                  <a:gd name="connsiteY47" fmla="*/ 793772 h 10306085"/>
                  <a:gd name="connsiteX48" fmla="*/ 10238509 w 10490654"/>
                  <a:gd name="connsiteY48" fmla="*/ 987735 h 10306085"/>
                  <a:gd name="connsiteX49" fmla="*/ 10224654 w 10490654"/>
                  <a:gd name="connsiteY49" fmla="*/ 1250972 h 10306085"/>
                  <a:gd name="connsiteX50" fmla="*/ 10238509 w 10490654"/>
                  <a:gd name="connsiteY50" fmla="*/ 1444935 h 10306085"/>
                  <a:gd name="connsiteX51" fmla="*/ 10243066 w 10490654"/>
                  <a:gd name="connsiteY51" fmla="*/ 1580249 h 10306085"/>
                  <a:gd name="connsiteX52" fmla="*/ 10490654 w 10490654"/>
                  <a:gd name="connsiteY52" fmla="*/ 1753897 h 10306085"/>
                  <a:gd name="connsiteX53" fmla="*/ 10077929 w 10490654"/>
                  <a:gd name="connsiteY53" fmla="*/ 2207269 h 10306085"/>
                  <a:gd name="connsiteX54" fmla="*/ 9781309 w 10490654"/>
                  <a:gd name="connsiteY54" fmla="*/ 2497881 h 10306085"/>
                  <a:gd name="connsiteX55" fmla="*/ 9580055 w 10490654"/>
                  <a:gd name="connsiteY55" fmla="*/ 3426134 h 10306085"/>
                  <a:gd name="connsiteX56" fmla="*/ 9532477 w 10490654"/>
                  <a:gd name="connsiteY56" fmla="*/ 3685207 h 10306085"/>
                  <a:gd name="connsiteX57" fmla="*/ 9365672 w 10490654"/>
                  <a:gd name="connsiteY57" fmla="*/ 3911044 h 10306085"/>
                  <a:gd name="connsiteX58" fmla="*/ 9310254 w 10490654"/>
                  <a:gd name="connsiteY58" fmla="*/ 4077299 h 10306085"/>
                  <a:gd name="connsiteX59" fmla="*/ 9236422 w 10490654"/>
                  <a:gd name="connsiteY59" fmla="*/ 4285117 h 10306085"/>
                  <a:gd name="connsiteX60" fmla="*/ 9205255 w 10490654"/>
                  <a:gd name="connsiteY60" fmla="*/ 4430122 h 10306085"/>
                  <a:gd name="connsiteX61" fmla="*/ 9337963 w 10490654"/>
                  <a:gd name="connsiteY61" fmla="*/ 4659190 h 10306085"/>
                  <a:gd name="connsiteX62" fmla="*/ 9382180 w 10490654"/>
                  <a:gd name="connsiteY62" fmla="*/ 4915057 h 10306085"/>
                  <a:gd name="connsiteX63" fmla="*/ 9397939 w 10490654"/>
                  <a:gd name="connsiteY63" fmla="*/ 5208060 h 10306085"/>
                  <a:gd name="connsiteX64" fmla="*/ 9383359 w 10490654"/>
                  <a:gd name="connsiteY64" fmla="*/ 5615153 h 10306085"/>
                  <a:gd name="connsiteX65" fmla="*/ 9518623 w 10490654"/>
                  <a:gd name="connsiteY65" fmla="*/ 5975373 h 10306085"/>
                  <a:gd name="connsiteX66" fmla="*/ 9540496 w 10490654"/>
                  <a:gd name="connsiteY66" fmla="*/ 6403714 h 10306085"/>
                  <a:gd name="connsiteX67" fmla="*/ 9933709 w 10490654"/>
                  <a:gd name="connsiteY67" fmla="*/ 6862062 h 10306085"/>
                  <a:gd name="connsiteX68" fmla="*/ 10052074 w 10490654"/>
                  <a:gd name="connsiteY68" fmla="*/ 7221396 h 10306085"/>
                  <a:gd name="connsiteX69" fmla="*/ 10232908 w 10490654"/>
                  <a:gd name="connsiteY69" fmla="*/ 7514995 h 10306085"/>
                  <a:gd name="connsiteX70" fmla="*/ 9670472 w 10490654"/>
                  <a:gd name="connsiteY70" fmla="*/ 7540935 h 10306085"/>
                  <a:gd name="connsiteX71" fmla="*/ 9174087 w 10490654"/>
                  <a:gd name="connsiteY71" fmla="*/ 7651772 h 10306085"/>
                  <a:gd name="connsiteX72" fmla="*/ 9128871 w 10490654"/>
                  <a:gd name="connsiteY72" fmla="*/ 7790317 h 10306085"/>
                  <a:gd name="connsiteX73" fmla="*/ 9019309 w 10490654"/>
                  <a:gd name="connsiteY73" fmla="*/ 7998135 h 10306085"/>
                  <a:gd name="connsiteX74" fmla="*/ 8933823 w 10490654"/>
                  <a:gd name="connsiteY74" fmla="*/ 8085908 h 10306085"/>
                  <a:gd name="connsiteX75" fmla="*/ 9036787 w 10490654"/>
                  <a:gd name="connsiteY75" fmla="*/ 8313437 h 10306085"/>
                  <a:gd name="connsiteX76" fmla="*/ 9027559 w 10490654"/>
                  <a:gd name="connsiteY76" fmla="*/ 8524608 h 10306085"/>
                  <a:gd name="connsiteX77" fmla="*/ 8993669 w 10490654"/>
                  <a:gd name="connsiteY77" fmla="*/ 8758113 h 10306085"/>
                  <a:gd name="connsiteX78" fmla="*/ 8991600 w 10490654"/>
                  <a:gd name="connsiteY78" fmla="*/ 8967953 h 10306085"/>
                  <a:gd name="connsiteX79" fmla="*/ 8894618 w 10490654"/>
                  <a:gd name="connsiteY79" fmla="*/ 9272753 h 10306085"/>
                  <a:gd name="connsiteX80" fmla="*/ 8922328 w 10490654"/>
                  <a:gd name="connsiteY80" fmla="*/ 9578490 h 10306085"/>
                  <a:gd name="connsiteX81" fmla="*/ 9138715 w 10490654"/>
                  <a:gd name="connsiteY81" fmla="*/ 9750056 h 10306085"/>
                  <a:gd name="connsiteX82" fmla="*/ 9231789 w 10490654"/>
                  <a:gd name="connsiteY82" fmla="*/ 9890275 h 10306085"/>
                  <a:gd name="connsiteX83" fmla="*/ 9462870 w 10490654"/>
                  <a:gd name="connsiteY83" fmla="*/ 9929452 h 10306085"/>
                  <a:gd name="connsiteX84" fmla="*/ 9472032 w 10490654"/>
                  <a:gd name="connsiteY84" fmla="*/ 9818955 h 10306085"/>
                  <a:gd name="connsiteX85" fmla="*/ 9620746 w 10490654"/>
                  <a:gd name="connsiteY85" fmla="*/ 9758904 h 10306085"/>
                  <a:gd name="connsiteX86" fmla="*/ 9668916 w 10490654"/>
                  <a:gd name="connsiteY86" fmla="*/ 10256426 h 10306085"/>
                  <a:gd name="connsiteX87" fmla="*/ 9495500 w 10490654"/>
                  <a:gd name="connsiteY87" fmla="*/ 10306085 h 10306085"/>
                  <a:gd name="connsiteX88" fmla="*/ 9346906 w 10490654"/>
                  <a:gd name="connsiteY88" fmla="*/ 10256851 h 10306085"/>
                  <a:gd name="connsiteX89" fmla="*/ 9227127 w 10490654"/>
                  <a:gd name="connsiteY89" fmla="*/ 10242572 h 10306085"/>
                  <a:gd name="connsiteX90" fmla="*/ 9033163 w 10490654"/>
                  <a:gd name="connsiteY90" fmla="*/ 9993190 h 10306085"/>
                  <a:gd name="connsiteX91" fmla="*/ 8825345 w 10490654"/>
                  <a:gd name="connsiteY91" fmla="*/ 9813081 h 10306085"/>
                  <a:gd name="connsiteX92" fmla="*/ 8534400 w 10490654"/>
                  <a:gd name="connsiteY92" fmla="*/ 9702244 h 10306085"/>
                  <a:gd name="connsiteX93" fmla="*/ 8423563 w 10490654"/>
                  <a:gd name="connsiteY93" fmla="*/ 9646826 h 10306085"/>
                  <a:gd name="connsiteX94" fmla="*/ 8285018 w 10490654"/>
                  <a:gd name="connsiteY94" fmla="*/ 9480572 h 10306085"/>
                  <a:gd name="connsiteX95" fmla="*/ 8257309 w 10490654"/>
                  <a:gd name="connsiteY95" fmla="*/ 9342026 h 10306085"/>
                  <a:gd name="connsiteX96" fmla="*/ 8146472 w 10490654"/>
                  <a:gd name="connsiteY96" fmla="*/ 9355881 h 10306085"/>
                  <a:gd name="connsiteX97" fmla="*/ 8091054 w 10490654"/>
                  <a:gd name="connsiteY97" fmla="*/ 9577553 h 10306085"/>
                  <a:gd name="connsiteX98" fmla="*/ 7806336 w 10490654"/>
                  <a:gd name="connsiteY98" fmla="*/ 9583313 h 10306085"/>
                  <a:gd name="connsiteX99" fmla="*/ 7567694 w 10490654"/>
                  <a:gd name="connsiteY99" fmla="*/ 9520112 h 10306085"/>
                  <a:gd name="connsiteX100" fmla="*/ 7466043 w 10490654"/>
                  <a:gd name="connsiteY100" fmla="*/ 9471387 h 10306085"/>
                  <a:gd name="connsiteX101" fmla="*/ 7287491 w 10490654"/>
                  <a:gd name="connsiteY101" fmla="*/ 9449904 h 10306085"/>
                  <a:gd name="connsiteX102" fmla="*/ 7221797 w 10490654"/>
                  <a:gd name="connsiteY102" fmla="*/ 9121910 h 10306085"/>
                  <a:gd name="connsiteX103" fmla="*/ 6954982 w 10490654"/>
                  <a:gd name="connsiteY103" fmla="*/ 9189626 h 10306085"/>
                  <a:gd name="connsiteX104" fmla="*/ 6710737 w 10490654"/>
                  <a:gd name="connsiteY104" fmla="*/ 9262013 h 10306085"/>
                  <a:gd name="connsiteX105" fmla="*/ 6674777 w 10490654"/>
                  <a:gd name="connsiteY105" fmla="*/ 9062912 h 10306085"/>
                  <a:gd name="connsiteX106" fmla="*/ 6511636 w 10490654"/>
                  <a:gd name="connsiteY106" fmla="*/ 8954099 h 10306085"/>
                  <a:gd name="connsiteX107" fmla="*/ 6428509 w 10490654"/>
                  <a:gd name="connsiteY107" fmla="*/ 8954099 h 10306085"/>
                  <a:gd name="connsiteX108" fmla="*/ 6325922 w 10490654"/>
                  <a:gd name="connsiteY108" fmla="*/ 9057307 h 10306085"/>
                  <a:gd name="connsiteX109" fmla="*/ 6167763 w 10490654"/>
                  <a:gd name="connsiteY109" fmla="*/ 8978227 h 10306085"/>
                  <a:gd name="connsiteX110" fmla="*/ 6002132 w 10490654"/>
                  <a:gd name="connsiteY110" fmla="*/ 9093734 h 10306085"/>
                  <a:gd name="connsiteX111" fmla="*/ 5749636 w 10490654"/>
                  <a:gd name="connsiteY111" fmla="*/ 9051081 h 10306085"/>
                  <a:gd name="connsiteX112" fmla="*/ 5674760 w 10490654"/>
                  <a:gd name="connsiteY112" fmla="*/ 9081904 h 10306085"/>
                  <a:gd name="connsiteX113" fmla="*/ 5507415 w 10490654"/>
                  <a:gd name="connsiteY113" fmla="*/ 9128137 h 10306085"/>
                  <a:gd name="connsiteX114" fmla="*/ 5505859 w 10490654"/>
                  <a:gd name="connsiteY114" fmla="*/ 8870972 h 10306085"/>
                  <a:gd name="connsiteX115" fmla="*/ 5505857 w 10490654"/>
                  <a:gd name="connsiteY115" fmla="*/ 8634977 h 10306085"/>
                  <a:gd name="connsiteX116" fmla="*/ 5336024 w 10490654"/>
                  <a:gd name="connsiteY116" fmla="*/ 8333292 h 10306085"/>
                  <a:gd name="connsiteX117" fmla="*/ 5230324 w 10490654"/>
                  <a:gd name="connsiteY117" fmla="*/ 8082820 h 10306085"/>
                  <a:gd name="connsiteX118" fmla="*/ 5317031 w 10490654"/>
                  <a:gd name="connsiteY118" fmla="*/ 7610208 h 10306085"/>
                  <a:gd name="connsiteX119" fmla="*/ 5201059 w 10490654"/>
                  <a:gd name="connsiteY119" fmla="*/ 7320352 h 10306085"/>
                  <a:gd name="connsiteX120" fmla="*/ 5250872 w 10490654"/>
                  <a:gd name="connsiteY120" fmla="*/ 7069881 h 10306085"/>
                  <a:gd name="connsiteX121" fmla="*/ 5245735 w 10490654"/>
                  <a:gd name="connsiteY121" fmla="*/ 7018665 h 10306085"/>
                  <a:gd name="connsiteX122" fmla="*/ 4577603 w 10490654"/>
                  <a:gd name="connsiteY122" fmla="*/ 7013996 h 10306085"/>
                  <a:gd name="connsiteX123" fmla="*/ 4528412 w 10490654"/>
                  <a:gd name="connsiteY123" fmla="*/ 6840580 h 10306085"/>
                  <a:gd name="connsiteX124" fmla="*/ 4038834 w 10490654"/>
                  <a:gd name="connsiteY124" fmla="*/ 6816452 h 10306085"/>
                  <a:gd name="connsiteX125" fmla="*/ 3976254 w 10490654"/>
                  <a:gd name="connsiteY125" fmla="*/ 7069881 h 10306085"/>
                  <a:gd name="connsiteX126" fmla="*/ 3932667 w 10490654"/>
                  <a:gd name="connsiteY126" fmla="*/ 7281279 h 10306085"/>
                  <a:gd name="connsiteX127" fmla="*/ 3884155 w 10490654"/>
                  <a:gd name="connsiteY127" fmla="*/ 7403480 h 10306085"/>
                  <a:gd name="connsiteX128" fmla="*/ 3572499 w 10490654"/>
                  <a:gd name="connsiteY128" fmla="*/ 7365450 h 10306085"/>
                  <a:gd name="connsiteX129" fmla="*/ 3311236 w 10490654"/>
                  <a:gd name="connsiteY129" fmla="*/ 7402390 h 10306085"/>
                  <a:gd name="connsiteX130" fmla="*/ 2921540 w 10490654"/>
                  <a:gd name="connsiteY130" fmla="*/ 7414475 h 10306085"/>
                  <a:gd name="connsiteX131" fmla="*/ 2784763 w 10490654"/>
                  <a:gd name="connsiteY131" fmla="*/ 7139153 h 10306085"/>
                  <a:gd name="connsiteX132" fmla="*/ 2604654 w 10490654"/>
                  <a:gd name="connsiteY132" fmla="*/ 6862062 h 10306085"/>
                  <a:gd name="connsiteX133" fmla="*/ 2410691 w 10490654"/>
                  <a:gd name="connsiteY133" fmla="*/ 6363299 h 10306085"/>
                  <a:gd name="connsiteX134" fmla="*/ 2327563 w 10490654"/>
                  <a:gd name="connsiteY134" fmla="*/ 6224753 h 10306085"/>
                  <a:gd name="connsiteX135" fmla="*/ 1662545 w 10490654"/>
                  <a:gd name="connsiteY135" fmla="*/ 6197044 h 10306085"/>
                  <a:gd name="connsiteX136" fmla="*/ 1233054 w 10490654"/>
                  <a:gd name="connsiteY136" fmla="*/ 6197044 h 10306085"/>
                  <a:gd name="connsiteX137" fmla="*/ 1136072 w 10490654"/>
                  <a:gd name="connsiteY137" fmla="*/ 6252462 h 10306085"/>
                  <a:gd name="connsiteX138" fmla="*/ 706582 w 10490654"/>
                  <a:gd name="connsiteY138" fmla="*/ 6210899 h 10306085"/>
                  <a:gd name="connsiteX139" fmla="*/ 318654 w 10490654"/>
                  <a:gd name="connsiteY139" fmla="*/ 6238608 h 10306085"/>
                  <a:gd name="connsiteX140" fmla="*/ 96982 w 10490654"/>
                  <a:gd name="connsiteY140" fmla="*/ 6391008 h 10306085"/>
                  <a:gd name="connsiteX141" fmla="*/ 0 w 10490654"/>
                  <a:gd name="connsiteY141" fmla="*/ 6294026 h 10306085"/>
                  <a:gd name="connsiteX142" fmla="*/ 83127 w 10490654"/>
                  <a:gd name="connsiteY142" fmla="*/ 6238608 h 10306085"/>
                  <a:gd name="connsiteX0" fmla="*/ 83127 w 10490654"/>
                  <a:gd name="connsiteY0" fmla="*/ 6238608 h 10334695"/>
                  <a:gd name="connsiteX1" fmla="*/ 96982 w 10490654"/>
                  <a:gd name="connsiteY1" fmla="*/ 5795262 h 10334695"/>
                  <a:gd name="connsiteX2" fmla="*/ 401782 w 10490654"/>
                  <a:gd name="connsiteY2" fmla="*/ 5532026 h 10334695"/>
                  <a:gd name="connsiteX3" fmla="*/ 651163 w 10490654"/>
                  <a:gd name="connsiteY3" fmla="*/ 5670572 h 10334695"/>
                  <a:gd name="connsiteX4" fmla="*/ 858982 w 10490654"/>
                  <a:gd name="connsiteY4" fmla="*/ 5504317 h 10334695"/>
                  <a:gd name="connsiteX5" fmla="*/ 997527 w 10490654"/>
                  <a:gd name="connsiteY5" fmla="*/ 5351917 h 10334695"/>
                  <a:gd name="connsiteX6" fmla="*/ 1080654 w 10490654"/>
                  <a:gd name="connsiteY6" fmla="*/ 5435044 h 10334695"/>
                  <a:gd name="connsiteX7" fmla="*/ 1269312 w 10490654"/>
                  <a:gd name="connsiteY7" fmla="*/ 5679710 h 10334695"/>
                  <a:gd name="connsiteX8" fmla="*/ 1523116 w 10490654"/>
                  <a:gd name="connsiteY8" fmla="*/ 5481030 h 10334695"/>
                  <a:gd name="connsiteX9" fmla="*/ 1731818 w 10490654"/>
                  <a:gd name="connsiteY9" fmla="*/ 5296499 h 10334695"/>
                  <a:gd name="connsiteX10" fmla="*/ 2022763 w 10490654"/>
                  <a:gd name="connsiteY10" fmla="*/ 5060972 h 10334695"/>
                  <a:gd name="connsiteX11" fmla="*/ 2119745 w 10490654"/>
                  <a:gd name="connsiteY11" fmla="*/ 4631481 h 10334695"/>
                  <a:gd name="connsiteX12" fmla="*/ 2172511 w 10490654"/>
                  <a:gd name="connsiteY12" fmla="*/ 4164848 h 10334695"/>
                  <a:gd name="connsiteX13" fmla="*/ 2355272 w 10490654"/>
                  <a:gd name="connsiteY13" fmla="*/ 3855626 h 10334695"/>
                  <a:gd name="connsiteX14" fmla="*/ 2752497 w 10490654"/>
                  <a:gd name="connsiteY14" fmla="*/ 3475092 h 10334695"/>
                  <a:gd name="connsiteX15" fmla="*/ 2978727 w 10490654"/>
                  <a:gd name="connsiteY15" fmla="*/ 3259881 h 10334695"/>
                  <a:gd name="connsiteX16" fmla="*/ 3006436 w 10490654"/>
                  <a:gd name="connsiteY16" fmla="*/ 2816535 h 10334695"/>
                  <a:gd name="connsiteX17" fmla="*/ 3075709 w 10490654"/>
                  <a:gd name="connsiteY17" fmla="*/ 2525590 h 10334695"/>
                  <a:gd name="connsiteX18" fmla="*/ 3075709 w 10490654"/>
                  <a:gd name="connsiteY18" fmla="*/ 2317772 h 10334695"/>
                  <a:gd name="connsiteX19" fmla="*/ 3214254 w 10490654"/>
                  <a:gd name="connsiteY19" fmla="*/ 1985262 h 10334695"/>
                  <a:gd name="connsiteX20" fmla="*/ 3214254 w 10490654"/>
                  <a:gd name="connsiteY20" fmla="*/ 1694317 h 10334695"/>
                  <a:gd name="connsiteX21" fmla="*/ 3513454 w 10490654"/>
                  <a:gd name="connsiteY21" fmla="*/ 1126281 h 10334695"/>
                  <a:gd name="connsiteX22" fmla="*/ 3463636 w 10490654"/>
                  <a:gd name="connsiteY22" fmla="*/ 752208 h 10334695"/>
                  <a:gd name="connsiteX23" fmla="*/ 3491345 w 10490654"/>
                  <a:gd name="connsiteY23" fmla="*/ 544390 h 10334695"/>
                  <a:gd name="connsiteX24" fmla="*/ 3823854 w 10490654"/>
                  <a:gd name="connsiteY24" fmla="*/ 184172 h 10334695"/>
                  <a:gd name="connsiteX25" fmla="*/ 4017818 w 10490654"/>
                  <a:gd name="connsiteY25" fmla="*/ 59481 h 10334695"/>
                  <a:gd name="connsiteX26" fmla="*/ 4433454 w 10490654"/>
                  <a:gd name="connsiteY26" fmla="*/ 295008 h 10334695"/>
                  <a:gd name="connsiteX27" fmla="*/ 4599709 w 10490654"/>
                  <a:gd name="connsiteY27" fmla="*/ 488972 h 10334695"/>
                  <a:gd name="connsiteX28" fmla="*/ 5070763 w 10490654"/>
                  <a:gd name="connsiteY28" fmla="*/ 544390 h 10334695"/>
                  <a:gd name="connsiteX29" fmla="*/ 5391187 w 10490654"/>
                  <a:gd name="connsiteY29" fmla="*/ 603639 h 10334695"/>
                  <a:gd name="connsiteX30" fmla="*/ 5568642 w 10490654"/>
                  <a:gd name="connsiteY30" fmla="*/ 588271 h 10334695"/>
                  <a:gd name="connsiteX31" fmla="*/ 5860472 w 10490654"/>
                  <a:gd name="connsiteY31" fmla="*/ 281153 h 10334695"/>
                  <a:gd name="connsiteX32" fmla="*/ 6123709 w 10490654"/>
                  <a:gd name="connsiteY32" fmla="*/ 322717 h 10334695"/>
                  <a:gd name="connsiteX33" fmla="*/ 6541900 w 10490654"/>
                  <a:gd name="connsiteY33" fmla="*/ 168233 h 10334695"/>
                  <a:gd name="connsiteX34" fmla="*/ 6681722 w 10490654"/>
                  <a:gd name="connsiteY34" fmla="*/ 107503 h 10334695"/>
                  <a:gd name="connsiteX35" fmla="*/ 7011678 w 10490654"/>
                  <a:gd name="connsiteY35" fmla="*/ 198026 h 10334695"/>
                  <a:gd name="connsiteX36" fmla="*/ 7232072 w 10490654"/>
                  <a:gd name="connsiteY36" fmla="*/ 17917 h 10334695"/>
                  <a:gd name="connsiteX37" fmla="*/ 7379107 w 10490654"/>
                  <a:gd name="connsiteY37" fmla="*/ 0 h 10334695"/>
                  <a:gd name="connsiteX38" fmla="*/ 7600859 w 10490654"/>
                  <a:gd name="connsiteY38" fmla="*/ 41248 h 10334695"/>
                  <a:gd name="connsiteX39" fmla="*/ 7910945 w 10490654"/>
                  <a:gd name="connsiteY39" fmla="*/ 128753 h 10334695"/>
                  <a:gd name="connsiteX40" fmla="*/ 8312727 w 10490654"/>
                  <a:gd name="connsiteY40" fmla="*/ 59481 h 10334695"/>
                  <a:gd name="connsiteX41" fmla="*/ 8647005 w 10490654"/>
                  <a:gd name="connsiteY41" fmla="*/ 396707 h 10334695"/>
                  <a:gd name="connsiteX42" fmla="*/ 8908472 w 10490654"/>
                  <a:gd name="connsiteY42" fmla="*/ 544390 h 10334695"/>
                  <a:gd name="connsiteX43" fmla="*/ 9146732 w 10490654"/>
                  <a:gd name="connsiteY43" fmla="*/ 420846 h 10334695"/>
                  <a:gd name="connsiteX44" fmla="*/ 9372965 w 10490654"/>
                  <a:gd name="connsiteY44" fmla="*/ 466363 h 10334695"/>
                  <a:gd name="connsiteX45" fmla="*/ 9518072 w 10490654"/>
                  <a:gd name="connsiteY45" fmla="*/ 367819 h 10334695"/>
                  <a:gd name="connsiteX46" fmla="*/ 9646301 w 10490654"/>
                  <a:gd name="connsiteY46" fmla="*/ 369587 h 10334695"/>
                  <a:gd name="connsiteX47" fmla="*/ 10002982 w 10490654"/>
                  <a:gd name="connsiteY47" fmla="*/ 793772 h 10334695"/>
                  <a:gd name="connsiteX48" fmla="*/ 10238509 w 10490654"/>
                  <a:gd name="connsiteY48" fmla="*/ 987735 h 10334695"/>
                  <a:gd name="connsiteX49" fmla="*/ 10224654 w 10490654"/>
                  <a:gd name="connsiteY49" fmla="*/ 1250972 h 10334695"/>
                  <a:gd name="connsiteX50" fmla="*/ 10238509 w 10490654"/>
                  <a:gd name="connsiteY50" fmla="*/ 1444935 h 10334695"/>
                  <a:gd name="connsiteX51" fmla="*/ 10243066 w 10490654"/>
                  <a:gd name="connsiteY51" fmla="*/ 1580249 h 10334695"/>
                  <a:gd name="connsiteX52" fmla="*/ 10490654 w 10490654"/>
                  <a:gd name="connsiteY52" fmla="*/ 1753897 h 10334695"/>
                  <a:gd name="connsiteX53" fmla="*/ 10077929 w 10490654"/>
                  <a:gd name="connsiteY53" fmla="*/ 2207269 h 10334695"/>
                  <a:gd name="connsiteX54" fmla="*/ 9781309 w 10490654"/>
                  <a:gd name="connsiteY54" fmla="*/ 2497881 h 10334695"/>
                  <a:gd name="connsiteX55" fmla="*/ 9580055 w 10490654"/>
                  <a:gd name="connsiteY55" fmla="*/ 3426134 h 10334695"/>
                  <a:gd name="connsiteX56" fmla="*/ 9532477 w 10490654"/>
                  <a:gd name="connsiteY56" fmla="*/ 3685207 h 10334695"/>
                  <a:gd name="connsiteX57" fmla="*/ 9365672 w 10490654"/>
                  <a:gd name="connsiteY57" fmla="*/ 3911044 h 10334695"/>
                  <a:gd name="connsiteX58" fmla="*/ 9310254 w 10490654"/>
                  <a:gd name="connsiteY58" fmla="*/ 4077299 h 10334695"/>
                  <a:gd name="connsiteX59" fmla="*/ 9236422 w 10490654"/>
                  <a:gd name="connsiteY59" fmla="*/ 4285117 h 10334695"/>
                  <a:gd name="connsiteX60" fmla="*/ 9205255 w 10490654"/>
                  <a:gd name="connsiteY60" fmla="*/ 4430122 h 10334695"/>
                  <a:gd name="connsiteX61" fmla="*/ 9337963 w 10490654"/>
                  <a:gd name="connsiteY61" fmla="*/ 4659190 h 10334695"/>
                  <a:gd name="connsiteX62" fmla="*/ 9382180 w 10490654"/>
                  <a:gd name="connsiteY62" fmla="*/ 4915057 h 10334695"/>
                  <a:gd name="connsiteX63" fmla="*/ 9397939 w 10490654"/>
                  <a:gd name="connsiteY63" fmla="*/ 5208060 h 10334695"/>
                  <a:gd name="connsiteX64" fmla="*/ 9383359 w 10490654"/>
                  <a:gd name="connsiteY64" fmla="*/ 5615153 h 10334695"/>
                  <a:gd name="connsiteX65" fmla="*/ 9518623 w 10490654"/>
                  <a:gd name="connsiteY65" fmla="*/ 5975373 h 10334695"/>
                  <a:gd name="connsiteX66" fmla="*/ 9540496 w 10490654"/>
                  <a:gd name="connsiteY66" fmla="*/ 6403714 h 10334695"/>
                  <a:gd name="connsiteX67" fmla="*/ 9933709 w 10490654"/>
                  <a:gd name="connsiteY67" fmla="*/ 6862062 h 10334695"/>
                  <a:gd name="connsiteX68" fmla="*/ 10052074 w 10490654"/>
                  <a:gd name="connsiteY68" fmla="*/ 7221396 h 10334695"/>
                  <a:gd name="connsiteX69" fmla="*/ 10232908 w 10490654"/>
                  <a:gd name="connsiteY69" fmla="*/ 7514995 h 10334695"/>
                  <a:gd name="connsiteX70" fmla="*/ 9670472 w 10490654"/>
                  <a:gd name="connsiteY70" fmla="*/ 7540935 h 10334695"/>
                  <a:gd name="connsiteX71" fmla="*/ 9174087 w 10490654"/>
                  <a:gd name="connsiteY71" fmla="*/ 7651772 h 10334695"/>
                  <a:gd name="connsiteX72" fmla="*/ 9128871 w 10490654"/>
                  <a:gd name="connsiteY72" fmla="*/ 7790317 h 10334695"/>
                  <a:gd name="connsiteX73" fmla="*/ 9019309 w 10490654"/>
                  <a:gd name="connsiteY73" fmla="*/ 7998135 h 10334695"/>
                  <a:gd name="connsiteX74" fmla="*/ 8933823 w 10490654"/>
                  <a:gd name="connsiteY74" fmla="*/ 8085908 h 10334695"/>
                  <a:gd name="connsiteX75" fmla="*/ 9036787 w 10490654"/>
                  <a:gd name="connsiteY75" fmla="*/ 8313437 h 10334695"/>
                  <a:gd name="connsiteX76" fmla="*/ 9027559 w 10490654"/>
                  <a:gd name="connsiteY76" fmla="*/ 8524608 h 10334695"/>
                  <a:gd name="connsiteX77" fmla="*/ 8993669 w 10490654"/>
                  <a:gd name="connsiteY77" fmla="*/ 8758113 h 10334695"/>
                  <a:gd name="connsiteX78" fmla="*/ 8991600 w 10490654"/>
                  <a:gd name="connsiteY78" fmla="*/ 8967953 h 10334695"/>
                  <a:gd name="connsiteX79" fmla="*/ 8894618 w 10490654"/>
                  <a:gd name="connsiteY79" fmla="*/ 9272753 h 10334695"/>
                  <a:gd name="connsiteX80" fmla="*/ 8922328 w 10490654"/>
                  <a:gd name="connsiteY80" fmla="*/ 9578490 h 10334695"/>
                  <a:gd name="connsiteX81" fmla="*/ 9138715 w 10490654"/>
                  <a:gd name="connsiteY81" fmla="*/ 9750056 h 10334695"/>
                  <a:gd name="connsiteX82" fmla="*/ 9231789 w 10490654"/>
                  <a:gd name="connsiteY82" fmla="*/ 9890275 h 10334695"/>
                  <a:gd name="connsiteX83" fmla="*/ 9462870 w 10490654"/>
                  <a:gd name="connsiteY83" fmla="*/ 9929452 h 10334695"/>
                  <a:gd name="connsiteX84" fmla="*/ 9472032 w 10490654"/>
                  <a:gd name="connsiteY84" fmla="*/ 9818955 h 10334695"/>
                  <a:gd name="connsiteX85" fmla="*/ 9620746 w 10490654"/>
                  <a:gd name="connsiteY85" fmla="*/ 9758904 h 10334695"/>
                  <a:gd name="connsiteX86" fmla="*/ 9632264 w 10490654"/>
                  <a:gd name="connsiteY86" fmla="*/ 10334695 h 10334695"/>
                  <a:gd name="connsiteX87" fmla="*/ 9495500 w 10490654"/>
                  <a:gd name="connsiteY87" fmla="*/ 10306085 h 10334695"/>
                  <a:gd name="connsiteX88" fmla="*/ 9346906 w 10490654"/>
                  <a:gd name="connsiteY88" fmla="*/ 10256851 h 10334695"/>
                  <a:gd name="connsiteX89" fmla="*/ 9227127 w 10490654"/>
                  <a:gd name="connsiteY89" fmla="*/ 10242572 h 10334695"/>
                  <a:gd name="connsiteX90" fmla="*/ 9033163 w 10490654"/>
                  <a:gd name="connsiteY90" fmla="*/ 9993190 h 10334695"/>
                  <a:gd name="connsiteX91" fmla="*/ 8825345 w 10490654"/>
                  <a:gd name="connsiteY91" fmla="*/ 9813081 h 10334695"/>
                  <a:gd name="connsiteX92" fmla="*/ 8534400 w 10490654"/>
                  <a:gd name="connsiteY92" fmla="*/ 9702244 h 10334695"/>
                  <a:gd name="connsiteX93" fmla="*/ 8423563 w 10490654"/>
                  <a:gd name="connsiteY93" fmla="*/ 9646826 h 10334695"/>
                  <a:gd name="connsiteX94" fmla="*/ 8285018 w 10490654"/>
                  <a:gd name="connsiteY94" fmla="*/ 9480572 h 10334695"/>
                  <a:gd name="connsiteX95" fmla="*/ 8257309 w 10490654"/>
                  <a:gd name="connsiteY95" fmla="*/ 9342026 h 10334695"/>
                  <a:gd name="connsiteX96" fmla="*/ 8146472 w 10490654"/>
                  <a:gd name="connsiteY96" fmla="*/ 9355881 h 10334695"/>
                  <a:gd name="connsiteX97" fmla="*/ 8091054 w 10490654"/>
                  <a:gd name="connsiteY97" fmla="*/ 9577553 h 10334695"/>
                  <a:gd name="connsiteX98" fmla="*/ 7806336 w 10490654"/>
                  <a:gd name="connsiteY98" fmla="*/ 9583313 h 10334695"/>
                  <a:gd name="connsiteX99" fmla="*/ 7567694 w 10490654"/>
                  <a:gd name="connsiteY99" fmla="*/ 9520112 h 10334695"/>
                  <a:gd name="connsiteX100" fmla="*/ 7466043 w 10490654"/>
                  <a:gd name="connsiteY100" fmla="*/ 9471387 h 10334695"/>
                  <a:gd name="connsiteX101" fmla="*/ 7287491 w 10490654"/>
                  <a:gd name="connsiteY101" fmla="*/ 9449904 h 10334695"/>
                  <a:gd name="connsiteX102" fmla="*/ 7221797 w 10490654"/>
                  <a:gd name="connsiteY102" fmla="*/ 9121910 h 10334695"/>
                  <a:gd name="connsiteX103" fmla="*/ 6954982 w 10490654"/>
                  <a:gd name="connsiteY103" fmla="*/ 9189626 h 10334695"/>
                  <a:gd name="connsiteX104" fmla="*/ 6710737 w 10490654"/>
                  <a:gd name="connsiteY104" fmla="*/ 9262013 h 10334695"/>
                  <a:gd name="connsiteX105" fmla="*/ 6674777 w 10490654"/>
                  <a:gd name="connsiteY105" fmla="*/ 9062912 h 10334695"/>
                  <a:gd name="connsiteX106" fmla="*/ 6511636 w 10490654"/>
                  <a:gd name="connsiteY106" fmla="*/ 8954099 h 10334695"/>
                  <a:gd name="connsiteX107" fmla="*/ 6428509 w 10490654"/>
                  <a:gd name="connsiteY107" fmla="*/ 8954099 h 10334695"/>
                  <a:gd name="connsiteX108" fmla="*/ 6325922 w 10490654"/>
                  <a:gd name="connsiteY108" fmla="*/ 9057307 h 10334695"/>
                  <a:gd name="connsiteX109" fmla="*/ 6167763 w 10490654"/>
                  <a:gd name="connsiteY109" fmla="*/ 8978227 h 10334695"/>
                  <a:gd name="connsiteX110" fmla="*/ 6002132 w 10490654"/>
                  <a:gd name="connsiteY110" fmla="*/ 9093734 h 10334695"/>
                  <a:gd name="connsiteX111" fmla="*/ 5749636 w 10490654"/>
                  <a:gd name="connsiteY111" fmla="*/ 9051081 h 10334695"/>
                  <a:gd name="connsiteX112" fmla="*/ 5674760 w 10490654"/>
                  <a:gd name="connsiteY112" fmla="*/ 9081904 h 10334695"/>
                  <a:gd name="connsiteX113" fmla="*/ 5507415 w 10490654"/>
                  <a:gd name="connsiteY113" fmla="*/ 9128137 h 10334695"/>
                  <a:gd name="connsiteX114" fmla="*/ 5505859 w 10490654"/>
                  <a:gd name="connsiteY114" fmla="*/ 8870972 h 10334695"/>
                  <a:gd name="connsiteX115" fmla="*/ 5505857 w 10490654"/>
                  <a:gd name="connsiteY115" fmla="*/ 8634977 h 10334695"/>
                  <a:gd name="connsiteX116" fmla="*/ 5336024 w 10490654"/>
                  <a:gd name="connsiteY116" fmla="*/ 8333292 h 10334695"/>
                  <a:gd name="connsiteX117" fmla="*/ 5230324 w 10490654"/>
                  <a:gd name="connsiteY117" fmla="*/ 8082820 h 10334695"/>
                  <a:gd name="connsiteX118" fmla="*/ 5317031 w 10490654"/>
                  <a:gd name="connsiteY118" fmla="*/ 7610208 h 10334695"/>
                  <a:gd name="connsiteX119" fmla="*/ 5201059 w 10490654"/>
                  <a:gd name="connsiteY119" fmla="*/ 7320352 h 10334695"/>
                  <a:gd name="connsiteX120" fmla="*/ 5250872 w 10490654"/>
                  <a:gd name="connsiteY120" fmla="*/ 7069881 h 10334695"/>
                  <a:gd name="connsiteX121" fmla="*/ 5245735 w 10490654"/>
                  <a:gd name="connsiteY121" fmla="*/ 7018665 h 10334695"/>
                  <a:gd name="connsiteX122" fmla="*/ 4577603 w 10490654"/>
                  <a:gd name="connsiteY122" fmla="*/ 7013996 h 10334695"/>
                  <a:gd name="connsiteX123" fmla="*/ 4528412 w 10490654"/>
                  <a:gd name="connsiteY123" fmla="*/ 6840580 h 10334695"/>
                  <a:gd name="connsiteX124" fmla="*/ 4038834 w 10490654"/>
                  <a:gd name="connsiteY124" fmla="*/ 6816452 h 10334695"/>
                  <a:gd name="connsiteX125" fmla="*/ 3976254 w 10490654"/>
                  <a:gd name="connsiteY125" fmla="*/ 7069881 h 10334695"/>
                  <a:gd name="connsiteX126" fmla="*/ 3932667 w 10490654"/>
                  <a:gd name="connsiteY126" fmla="*/ 7281279 h 10334695"/>
                  <a:gd name="connsiteX127" fmla="*/ 3884155 w 10490654"/>
                  <a:gd name="connsiteY127" fmla="*/ 7403480 h 10334695"/>
                  <a:gd name="connsiteX128" fmla="*/ 3572499 w 10490654"/>
                  <a:gd name="connsiteY128" fmla="*/ 7365450 h 10334695"/>
                  <a:gd name="connsiteX129" fmla="*/ 3311236 w 10490654"/>
                  <a:gd name="connsiteY129" fmla="*/ 7402390 h 10334695"/>
                  <a:gd name="connsiteX130" fmla="*/ 2921540 w 10490654"/>
                  <a:gd name="connsiteY130" fmla="*/ 7414475 h 10334695"/>
                  <a:gd name="connsiteX131" fmla="*/ 2784763 w 10490654"/>
                  <a:gd name="connsiteY131" fmla="*/ 7139153 h 10334695"/>
                  <a:gd name="connsiteX132" fmla="*/ 2604654 w 10490654"/>
                  <a:gd name="connsiteY132" fmla="*/ 6862062 h 10334695"/>
                  <a:gd name="connsiteX133" fmla="*/ 2410691 w 10490654"/>
                  <a:gd name="connsiteY133" fmla="*/ 6363299 h 10334695"/>
                  <a:gd name="connsiteX134" fmla="*/ 2327563 w 10490654"/>
                  <a:gd name="connsiteY134" fmla="*/ 6224753 h 10334695"/>
                  <a:gd name="connsiteX135" fmla="*/ 1662545 w 10490654"/>
                  <a:gd name="connsiteY135" fmla="*/ 6197044 h 10334695"/>
                  <a:gd name="connsiteX136" fmla="*/ 1233054 w 10490654"/>
                  <a:gd name="connsiteY136" fmla="*/ 6197044 h 10334695"/>
                  <a:gd name="connsiteX137" fmla="*/ 1136072 w 10490654"/>
                  <a:gd name="connsiteY137" fmla="*/ 6252462 h 10334695"/>
                  <a:gd name="connsiteX138" fmla="*/ 706582 w 10490654"/>
                  <a:gd name="connsiteY138" fmla="*/ 6210899 h 10334695"/>
                  <a:gd name="connsiteX139" fmla="*/ 318654 w 10490654"/>
                  <a:gd name="connsiteY139" fmla="*/ 6238608 h 10334695"/>
                  <a:gd name="connsiteX140" fmla="*/ 96982 w 10490654"/>
                  <a:gd name="connsiteY140" fmla="*/ 6391008 h 10334695"/>
                  <a:gd name="connsiteX141" fmla="*/ 0 w 10490654"/>
                  <a:gd name="connsiteY141" fmla="*/ 6294026 h 10334695"/>
                  <a:gd name="connsiteX142" fmla="*/ 83127 w 10490654"/>
                  <a:gd name="connsiteY142" fmla="*/ 6238608 h 10334695"/>
                  <a:gd name="connsiteX0" fmla="*/ 83127 w 10490654"/>
                  <a:gd name="connsiteY0" fmla="*/ 6238608 h 10338313"/>
                  <a:gd name="connsiteX1" fmla="*/ 96982 w 10490654"/>
                  <a:gd name="connsiteY1" fmla="*/ 5795262 h 10338313"/>
                  <a:gd name="connsiteX2" fmla="*/ 401782 w 10490654"/>
                  <a:gd name="connsiteY2" fmla="*/ 5532026 h 10338313"/>
                  <a:gd name="connsiteX3" fmla="*/ 651163 w 10490654"/>
                  <a:gd name="connsiteY3" fmla="*/ 5670572 h 10338313"/>
                  <a:gd name="connsiteX4" fmla="*/ 858982 w 10490654"/>
                  <a:gd name="connsiteY4" fmla="*/ 5504317 h 10338313"/>
                  <a:gd name="connsiteX5" fmla="*/ 997527 w 10490654"/>
                  <a:gd name="connsiteY5" fmla="*/ 5351917 h 10338313"/>
                  <a:gd name="connsiteX6" fmla="*/ 1080654 w 10490654"/>
                  <a:gd name="connsiteY6" fmla="*/ 5435044 h 10338313"/>
                  <a:gd name="connsiteX7" fmla="*/ 1269312 w 10490654"/>
                  <a:gd name="connsiteY7" fmla="*/ 5679710 h 10338313"/>
                  <a:gd name="connsiteX8" fmla="*/ 1523116 w 10490654"/>
                  <a:gd name="connsiteY8" fmla="*/ 5481030 h 10338313"/>
                  <a:gd name="connsiteX9" fmla="*/ 1731818 w 10490654"/>
                  <a:gd name="connsiteY9" fmla="*/ 5296499 h 10338313"/>
                  <a:gd name="connsiteX10" fmla="*/ 2022763 w 10490654"/>
                  <a:gd name="connsiteY10" fmla="*/ 5060972 h 10338313"/>
                  <a:gd name="connsiteX11" fmla="*/ 2119745 w 10490654"/>
                  <a:gd name="connsiteY11" fmla="*/ 4631481 h 10338313"/>
                  <a:gd name="connsiteX12" fmla="*/ 2172511 w 10490654"/>
                  <a:gd name="connsiteY12" fmla="*/ 4164848 h 10338313"/>
                  <a:gd name="connsiteX13" fmla="*/ 2355272 w 10490654"/>
                  <a:gd name="connsiteY13" fmla="*/ 3855626 h 10338313"/>
                  <a:gd name="connsiteX14" fmla="*/ 2752497 w 10490654"/>
                  <a:gd name="connsiteY14" fmla="*/ 3475092 h 10338313"/>
                  <a:gd name="connsiteX15" fmla="*/ 2978727 w 10490654"/>
                  <a:gd name="connsiteY15" fmla="*/ 3259881 h 10338313"/>
                  <a:gd name="connsiteX16" fmla="*/ 3006436 w 10490654"/>
                  <a:gd name="connsiteY16" fmla="*/ 2816535 h 10338313"/>
                  <a:gd name="connsiteX17" fmla="*/ 3075709 w 10490654"/>
                  <a:gd name="connsiteY17" fmla="*/ 2525590 h 10338313"/>
                  <a:gd name="connsiteX18" fmla="*/ 3075709 w 10490654"/>
                  <a:gd name="connsiteY18" fmla="*/ 2317772 h 10338313"/>
                  <a:gd name="connsiteX19" fmla="*/ 3214254 w 10490654"/>
                  <a:gd name="connsiteY19" fmla="*/ 1985262 h 10338313"/>
                  <a:gd name="connsiteX20" fmla="*/ 3214254 w 10490654"/>
                  <a:gd name="connsiteY20" fmla="*/ 1694317 h 10338313"/>
                  <a:gd name="connsiteX21" fmla="*/ 3513454 w 10490654"/>
                  <a:gd name="connsiteY21" fmla="*/ 1126281 h 10338313"/>
                  <a:gd name="connsiteX22" fmla="*/ 3463636 w 10490654"/>
                  <a:gd name="connsiteY22" fmla="*/ 752208 h 10338313"/>
                  <a:gd name="connsiteX23" fmla="*/ 3491345 w 10490654"/>
                  <a:gd name="connsiteY23" fmla="*/ 544390 h 10338313"/>
                  <a:gd name="connsiteX24" fmla="*/ 3823854 w 10490654"/>
                  <a:gd name="connsiteY24" fmla="*/ 184172 h 10338313"/>
                  <a:gd name="connsiteX25" fmla="*/ 4017818 w 10490654"/>
                  <a:gd name="connsiteY25" fmla="*/ 59481 h 10338313"/>
                  <a:gd name="connsiteX26" fmla="*/ 4433454 w 10490654"/>
                  <a:gd name="connsiteY26" fmla="*/ 295008 h 10338313"/>
                  <a:gd name="connsiteX27" fmla="*/ 4599709 w 10490654"/>
                  <a:gd name="connsiteY27" fmla="*/ 488972 h 10338313"/>
                  <a:gd name="connsiteX28" fmla="*/ 5070763 w 10490654"/>
                  <a:gd name="connsiteY28" fmla="*/ 544390 h 10338313"/>
                  <a:gd name="connsiteX29" fmla="*/ 5391187 w 10490654"/>
                  <a:gd name="connsiteY29" fmla="*/ 603639 h 10338313"/>
                  <a:gd name="connsiteX30" fmla="*/ 5568642 w 10490654"/>
                  <a:gd name="connsiteY30" fmla="*/ 588271 h 10338313"/>
                  <a:gd name="connsiteX31" fmla="*/ 5860472 w 10490654"/>
                  <a:gd name="connsiteY31" fmla="*/ 281153 h 10338313"/>
                  <a:gd name="connsiteX32" fmla="*/ 6123709 w 10490654"/>
                  <a:gd name="connsiteY32" fmla="*/ 322717 h 10338313"/>
                  <a:gd name="connsiteX33" fmla="*/ 6541900 w 10490654"/>
                  <a:gd name="connsiteY33" fmla="*/ 168233 h 10338313"/>
                  <a:gd name="connsiteX34" fmla="*/ 6681722 w 10490654"/>
                  <a:gd name="connsiteY34" fmla="*/ 107503 h 10338313"/>
                  <a:gd name="connsiteX35" fmla="*/ 7011678 w 10490654"/>
                  <a:gd name="connsiteY35" fmla="*/ 198026 h 10338313"/>
                  <a:gd name="connsiteX36" fmla="*/ 7232072 w 10490654"/>
                  <a:gd name="connsiteY36" fmla="*/ 17917 h 10338313"/>
                  <a:gd name="connsiteX37" fmla="*/ 7379107 w 10490654"/>
                  <a:gd name="connsiteY37" fmla="*/ 0 h 10338313"/>
                  <a:gd name="connsiteX38" fmla="*/ 7600859 w 10490654"/>
                  <a:gd name="connsiteY38" fmla="*/ 41248 h 10338313"/>
                  <a:gd name="connsiteX39" fmla="*/ 7910945 w 10490654"/>
                  <a:gd name="connsiteY39" fmla="*/ 128753 h 10338313"/>
                  <a:gd name="connsiteX40" fmla="*/ 8312727 w 10490654"/>
                  <a:gd name="connsiteY40" fmla="*/ 59481 h 10338313"/>
                  <a:gd name="connsiteX41" fmla="*/ 8647005 w 10490654"/>
                  <a:gd name="connsiteY41" fmla="*/ 396707 h 10338313"/>
                  <a:gd name="connsiteX42" fmla="*/ 8908472 w 10490654"/>
                  <a:gd name="connsiteY42" fmla="*/ 544390 h 10338313"/>
                  <a:gd name="connsiteX43" fmla="*/ 9146732 w 10490654"/>
                  <a:gd name="connsiteY43" fmla="*/ 420846 h 10338313"/>
                  <a:gd name="connsiteX44" fmla="*/ 9372965 w 10490654"/>
                  <a:gd name="connsiteY44" fmla="*/ 466363 h 10338313"/>
                  <a:gd name="connsiteX45" fmla="*/ 9518072 w 10490654"/>
                  <a:gd name="connsiteY45" fmla="*/ 367819 h 10338313"/>
                  <a:gd name="connsiteX46" fmla="*/ 9646301 w 10490654"/>
                  <a:gd name="connsiteY46" fmla="*/ 369587 h 10338313"/>
                  <a:gd name="connsiteX47" fmla="*/ 10002982 w 10490654"/>
                  <a:gd name="connsiteY47" fmla="*/ 793772 h 10338313"/>
                  <a:gd name="connsiteX48" fmla="*/ 10238509 w 10490654"/>
                  <a:gd name="connsiteY48" fmla="*/ 987735 h 10338313"/>
                  <a:gd name="connsiteX49" fmla="*/ 10224654 w 10490654"/>
                  <a:gd name="connsiteY49" fmla="*/ 1250972 h 10338313"/>
                  <a:gd name="connsiteX50" fmla="*/ 10238509 w 10490654"/>
                  <a:gd name="connsiteY50" fmla="*/ 1444935 h 10338313"/>
                  <a:gd name="connsiteX51" fmla="*/ 10243066 w 10490654"/>
                  <a:gd name="connsiteY51" fmla="*/ 1580249 h 10338313"/>
                  <a:gd name="connsiteX52" fmla="*/ 10490654 w 10490654"/>
                  <a:gd name="connsiteY52" fmla="*/ 1753897 h 10338313"/>
                  <a:gd name="connsiteX53" fmla="*/ 10077929 w 10490654"/>
                  <a:gd name="connsiteY53" fmla="*/ 2207269 h 10338313"/>
                  <a:gd name="connsiteX54" fmla="*/ 9781309 w 10490654"/>
                  <a:gd name="connsiteY54" fmla="*/ 2497881 h 10338313"/>
                  <a:gd name="connsiteX55" fmla="*/ 9580055 w 10490654"/>
                  <a:gd name="connsiteY55" fmla="*/ 3426134 h 10338313"/>
                  <a:gd name="connsiteX56" fmla="*/ 9532477 w 10490654"/>
                  <a:gd name="connsiteY56" fmla="*/ 3685207 h 10338313"/>
                  <a:gd name="connsiteX57" fmla="*/ 9365672 w 10490654"/>
                  <a:gd name="connsiteY57" fmla="*/ 3911044 h 10338313"/>
                  <a:gd name="connsiteX58" fmla="*/ 9310254 w 10490654"/>
                  <a:gd name="connsiteY58" fmla="*/ 4077299 h 10338313"/>
                  <a:gd name="connsiteX59" fmla="*/ 9236422 w 10490654"/>
                  <a:gd name="connsiteY59" fmla="*/ 4285117 h 10338313"/>
                  <a:gd name="connsiteX60" fmla="*/ 9205255 w 10490654"/>
                  <a:gd name="connsiteY60" fmla="*/ 4430122 h 10338313"/>
                  <a:gd name="connsiteX61" fmla="*/ 9337963 w 10490654"/>
                  <a:gd name="connsiteY61" fmla="*/ 4659190 h 10338313"/>
                  <a:gd name="connsiteX62" fmla="*/ 9382180 w 10490654"/>
                  <a:gd name="connsiteY62" fmla="*/ 4915057 h 10338313"/>
                  <a:gd name="connsiteX63" fmla="*/ 9397939 w 10490654"/>
                  <a:gd name="connsiteY63" fmla="*/ 5208060 h 10338313"/>
                  <a:gd name="connsiteX64" fmla="*/ 9383359 w 10490654"/>
                  <a:gd name="connsiteY64" fmla="*/ 5615153 h 10338313"/>
                  <a:gd name="connsiteX65" fmla="*/ 9518623 w 10490654"/>
                  <a:gd name="connsiteY65" fmla="*/ 5975373 h 10338313"/>
                  <a:gd name="connsiteX66" fmla="*/ 9540496 w 10490654"/>
                  <a:gd name="connsiteY66" fmla="*/ 6403714 h 10338313"/>
                  <a:gd name="connsiteX67" fmla="*/ 9933709 w 10490654"/>
                  <a:gd name="connsiteY67" fmla="*/ 6862062 h 10338313"/>
                  <a:gd name="connsiteX68" fmla="*/ 10052074 w 10490654"/>
                  <a:gd name="connsiteY68" fmla="*/ 7221396 h 10338313"/>
                  <a:gd name="connsiteX69" fmla="*/ 10232908 w 10490654"/>
                  <a:gd name="connsiteY69" fmla="*/ 7514995 h 10338313"/>
                  <a:gd name="connsiteX70" fmla="*/ 9670472 w 10490654"/>
                  <a:gd name="connsiteY70" fmla="*/ 7540935 h 10338313"/>
                  <a:gd name="connsiteX71" fmla="*/ 9174087 w 10490654"/>
                  <a:gd name="connsiteY71" fmla="*/ 7651772 h 10338313"/>
                  <a:gd name="connsiteX72" fmla="*/ 9128871 w 10490654"/>
                  <a:gd name="connsiteY72" fmla="*/ 7790317 h 10338313"/>
                  <a:gd name="connsiteX73" fmla="*/ 9019309 w 10490654"/>
                  <a:gd name="connsiteY73" fmla="*/ 7998135 h 10338313"/>
                  <a:gd name="connsiteX74" fmla="*/ 8933823 w 10490654"/>
                  <a:gd name="connsiteY74" fmla="*/ 8085908 h 10338313"/>
                  <a:gd name="connsiteX75" fmla="*/ 9036787 w 10490654"/>
                  <a:gd name="connsiteY75" fmla="*/ 8313437 h 10338313"/>
                  <a:gd name="connsiteX76" fmla="*/ 9027559 w 10490654"/>
                  <a:gd name="connsiteY76" fmla="*/ 8524608 h 10338313"/>
                  <a:gd name="connsiteX77" fmla="*/ 8993669 w 10490654"/>
                  <a:gd name="connsiteY77" fmla="*/ 8758113 h 10338313"/>
                  <a:gd name="connsiteX78" fmla="*/ 8991600 w 10490654"/>
                  <a:gd name="connsiteY78" fmla="*/ 8967953 h 10338313"/>
                  <a:gd name="connsiteX79" fmla="*/ 8894618 w 10490654"/>
                  <a:gd name="connsiteY79" fmla="*/ 9272753 h 10338313"/>
                  <a:gd name="connsiteX80" fmla="*/ 8922328 w 10490654"/>
                  <a:gd name="connsiteY80" fmla="*/ 9578490 h 10338313"/>
                  <a:gd name="connsiteX81" fmla="*/ 9138715 w 10490654"/>
                  <a:gd name="connsiteY81" fmla="*/ 9750056 h 10338313"/>
                  <a:gd name="connsiteX82" fmla="*/ 9231789 w 10490654"/>
                  <a:gd name="connsiteY82" fmla="*/ 9890275 h 10338313"/>
                  <a:gd name="connsiteX83" fmla="*/ 9462870 w 10490654"/>
                  <a:gd name="connsiteY83" fmla="*/ 9929452 h 10338313"/>
                  <a:gd name="connsiteX84" fmla="*/ 9472032 w 10490654"/>
                  <a:gd name="connsiteY84" fmla="*/ 9818955 h 10338313"/>
                  <a:gd name="connsiteX85" fmla="*/ 9620746 w 10490654"/>
                  <a:gd name="connsiteY85" fmla="*/ 9758904 h 10338313"/>
                  <a:gd name="connsiteX86" fmla="*/ 9632264 w 10490654"/>
                  <a:gd name="connsiteY86" fmla="*/ 10334695 h 10338313"/>
                  <a:gd name="connsiteX87" fmla="*/ 9504664 w 10490654"/>
                  <a:gd name="connsiteY87" fmla="*/ 10338313 h 10338313"/>
                  <a:gd name="connsiteX88" fmla="*/ 9346906 w 10490654"/>
                  <a:gd name="connsiteY88" fmla="*/ 10256851 h 10338313"/>
                  <a:gd name="connsiteX89" fmla="*/ 9227127 w 10490654"/>
                  <a:gd name="connsiteY89" fmla="*/ 10242572 h 10338313"/>
                  <a:gd name="connsiteX90" fmla="*/ 9033163 w 10490654"/>
                  <a:gd name="connsiteY90" fmla="*/ 9993190 h 10338313"/>
                  <a:gd name="connsiteX91" fmla="*/ 8825345 w 10490654"/>
                  <a:gd name="connsiteY91" fmla="*/ 9813081 h 10338313"/>
                  <a:gd name="connsiteX92" fmla="*/ 8534400 w 10490654"/>
                  <a:gd name="connsiteY92" fmla="*/ 9702244 h 10338313"/>
                  <a:gd name="connsiteX93" fmla="*/ 8423563 w 10490654"/>
                  <a:gd name="connsiteY93" fmla="*/ 9646826 h 10338313"/>
                  <a:gd name="connsiteX94" fmla="*/ 8285018 w 10490654"/>
                  <a:gd name="connsiteY94" fmla="*/ 9480572 h 10338313"/>
                  <a:gd name="connsiteX95" fmla="*/ 8257309 w 10490654"/>
                  <a:gd name="connsiteY95" fmla="*/ 9342026 h 10338313"/>
                  <a:gd name="connsiteX96" fmla="*/ 8146472 w 10490654"/>
                  <a:gd name="connsiteY96" fmla="*/ 9355881 h 10338313"/>
                  <a:gd name="connsiteX97" fmla="*/ 8091054 w 10490654"/>
                  <a:gd name="connsiteY97" fmla="*/ 9577553 h 10338313"/>
                  <a:gd name="connsiteX98" fmla="*/ 7806336 w 10490654"/>
                  <a:gd name="connsiteY98" fmla="*/ 9583313 h 10338313"/>
                  <a:gd name="connsiteX99" fmla="*/ 7567694 w 10490654"/>
                  <a:gd name="connsiteY99" fmla="*/ 9520112 h 10338313"/>
                  <a:gd name="connsiteX100" fmla="*/ 7466043 w 10490654"/>
                  <a:gd name="connsiteY100" fmla="*/ 9471387 h 10338313"/>
                  <a:gd name="connsiteX101" fmla="*/ 7287491 w 10490654"/>
                  <a:gd name="connsiteY101" fmla="*/ 9449904 h 10338313"/>
                  <a:gd name="connsiteX102" fmla="*/ 7221797 w 10490654"/>
                  <a:gd name="connsiteY102" fmla="*/ 9121910 h 10338313"/>
                  <a:gd name="connsiteX103" fmla="*/ 6954982 w 10490654"/>
                  <a:gd name="connsiteY103" fmla="*/ 9189626 h 10338313"/>
                  <a:gd name="connsiteX104" fmla="*/ 6710737 w 10490654"/>
                  <a:gd name="connsiteY104" fmla="*/ 9262013 h 10338313"/>
                  <a:gd name="connsiteX105" fmla="*/ 6674777 w 10490654"/>
                  <a:gd name="connsiteY105" fmla="*/ 9062912 h 10338313"/>
                  <a:gd name="connsiteX106" fmla="*/ 6511636 w 10490654"/>
                  <a:gd name="connsiteY106" fmla="*/ 8954099 h 10338313"/>
                  <a:gd name="connsiteX107" fmla="*/ 6428509 w 10490654"/>
                  <a:gd name="connsiteY107" fmla="*/ 8954099 h 10338313"/>
                  <a:gd name="connsiteX108" fmla="*/ 6325922 w 10490654"/>
                  <a:gd name="connsiteY108" fmla="*/ 9057307 h 10338313"/>
                  <a:gd name="connsiteX109" fmla="*/ 6167763 w 10490654"/>
                  <a:gd name="connsiteY109" fmla="*/ 8978227 h 10338313"/>
                  <a:gd name="connsiteX110" fmla="*/ 6002132 w 10490654"/>
                  <a:gd name="connsiteY110" fmla="*/ 9093734 h 10338313"/>
                  <a:gd name="connsiteX111" fmla="*/ 5749636 w 10490654"/>
                  <a:gd name="connsiteY111" fmla="*/ 9051081 h 10338313"/>
                  <a:gd name="connsiteX112" fmla="*/ 5674760 w 10490654"/>
                  <a:gd name="connsiteY112" fmla="*/ 9081904 h 10338313"/>
                  <a:gd name="connsiteX113" fmla="*/ 5507415 w 10490654"/>
                  <a:gd name="connsiteY113" fmla="*/ 9128137 h 10338313"/>
                  <a:gd name="connsiteX114" fmla="*/ 5505859 w 10490654"/>
                  <a:gd name="connsiteY114" fmla="*/ 8870972 h 10338313"/>
                  <a:gd name="connsiteX115" fmla="*/ 5505857 w 10490654"/>
                  <a:gd name="connsiteY115" fmla="*/ 8634977 h 10338313"/>
                  <a:gd name="connsiteX116" fmla="*/ 5336024 w 10490654"/>
                  <a:gd name="connsiteY116" fmla="*/ 8333292 h 10338313"/>
                  <a:gd name="connsiteX117" fmla="*/ 5230324 w 10490654"/>
                  <a:gd name="connsiteY117" fmla="*/ 8082820 h 10338313"/>
                  <a:gd name="connsiteX118" fmla="*/ 5317031 w 10490654"/>
                  <a:gd name="connsiteY118" fmla="*/ 7610208 h 10338313"/>
                  <a:gd name="connsiteX119" fmla="*/ 5201059 w 10490654"/>
                  <a:gd name="connsiteY119" fmla="*/ 7320352 h 10338313"/>
                  <a:gd name="connsiteX120" fmla="*/ 5250872 w 10490654"/>
                  <a:gd name="connsiteY120" fmla="*/ 7069881 h 10338313"/>
                  <a:gd name="connsiteX121" fmla="*/ 5245735 w 10490654"/>
                  <a:gd name="connsiteY121" fmla="*/ 7018665 h 10338313"/>
                  <a:gd name="connsiteX122" fmla="*/ 4577603 w 10490654"/>
                  <a:gd name="connsiteY122" fmla="*/ 7013996 h 10338313"/>
                  <a:gd name="connsiteX123" fmla="*/ 4528412 w 10490654"/>
                  <a:gd name="connsiteY123" fmla="*/ 6840580 h 10338313"/>
                  <a:gd name="connsiteX124" fmla="*/ 4038834 w 10490654"/>
                  <a:gd name="connsiteY124" fmla="*/ 6816452 h 10338313"/>
                  <a:gd name="connsiteX125" fmla="*/ 3976254 w 10490654"/>
                  <a:gd name="connsiteY125" fmla="*/ 7069881 h 10338313"/>
                  <a:gd name="connsiteX126" fmla="*/ 3932667 w 10490654"/>
                  <a:gd name="connsiteY126" fmla="*/ 7281279 h 10338313"/>
                  <a:gd name="connsiteX127" fmla="*/ 3884155 w 10490654"/>
                  <a:gd name="connsiteY127" fmla="*/ 7403480 h 10338313"/>
                  <a:gd name="connsiteX128" fmla="*/ 3572499 w 10490654"/>
                  <a:gd name="connsiteY128" fmla="*/ 7365450 h 10338313"/>
                  <a:gd name="connsiteX129" fmla="*/ 3311236 w 10490654"/>
                  <a:gd name="connsiteY129" fmla="*/ 7402390 h 10338313"/>
                  <a:gd name="connsiteX130" fmla="*/ 2921540 w 10490654"/>
                  <a:gd name="connsiteY130" fmla="*/ 7414475 h 10338313"/>
                  <a:gd name="connsiteX131" fmla="*/ 2784763 w 10490654"/>
                  <a:gd name="connsiteY131" fmla="*/ 7139153 h 10338313"/>
                  <a:gd name="connsiteX132" fmla="*/ 2604654 w 10490654"/>
                  <a:gd name="connsiteY132" fmla="*/ 6862062 h 10338313"/>
                  <a:gd name="connsiteX133" fmla="*/ 2410691 w 10490654"/>
                  <a:gd name="connsiteY133" fmla="*/ 6363299 h 10338313"/>
                  <a:gd name="connsiteX134" fmla="*/ 2327563 w 10490654"/>
                  <a:gd name="connsiteY134" fmla="*/ 6224753 h 10338313"/>
                  <a:gd name="connsiteX135" fmla="*/ 1662545 w 10490654"/>
                  <a:gd name="connsiteY135" fmla="*/ 6197044 h 10338313"/>
                  <a:gd name="connsiteX136" fmla="*/ 1233054 w 10490654"/>
                  <a:gd name="connsiteY136" fmla="*/ 6197044 h 10338313"/>
                  <a:gd name="connsiteX137" fmla="*/ 1136072 w 10490654"/>
                  <a:gd name="connsiteY137" fmla="*/ 6252462 h 10338313"/>
                  <a:gd name="connsiteX138" fmla="*/ 706582 w 10490654"/>
                  <a:gd name="connsiteY138" fmla="*/ 6210899 h 10338313"/>
                  <a:gd name="connsiteX139" fmla="*/ 318654 w 10490654"/>
                  <a:gd name="connsiteY139" fmla="*/ 6238608 h 10338313"/>
                  <a:gd name="connsiteX140" fmla="*/ 96982 w 10490654"/>
                  <a:gd name="connsiteY140" fmla="*/ 6391008 h 10338313"/>
                  <a:gd name="connsiteX141" fmla="*/ 0 w 10490654"/>
                  <a:gd name="connsiteY141" fmla="*/ 6294026 h 10338313"/>
                  <a:gd name="connsiteX142" fmla="*/ 83127 w 10490654"/>
                  <a:gd name="connsiteY142" fmla="*/ 6238608 h 10338313"/>
                  <a:gd name="connsiteX0" fmla="*/ 83127 w 10490654"/>
                  <a:gd name="connsiteY0" fmla="*/ 6238608 h 10427202"/>
                  <a:gd name="connsiteX1" fmla="*/ 96982 w 10490654"/>
                  <a:gd name="connsiteY1" fmla="*/ 5795262 h 10427202"/>
                  <a:gd name="connsiteX2" fmla="*/ 401782 w 10490654"/>
                  <a:gd name="connsiteY2" fmla="*/ 5532026 h 10427202"/>
                  <a:gd name="connsiteX3" fmla="*/ 651163 w 10490654"/>
                  <a:gd name="connsiteY3" fmla="*/ 5670572 h 10427202"/>
                  <a:gd name="connsiteX4" fmla="*/ 858982 w 10490654"/>
                  <a:gd name="connsiteY4" fmla="*/ 5504317 h 10427202"/>
                  <a:gd name="connsiteX5" fmla="*/ 997527 w 10490654"/>
                  <a:gd name="connsiteY5" fmla="*/ 5351917 h 10427202"/>
                  <a:gd name="connsiteX6" fmla="*/ 1080654 w 10490654"/>
                  <a:gd name="connsiteY6" fmla="*/ 5435044 h 10427202"/>
                  <a:gd name="connsiteX7" fmla="*/ 1269312 w 10490654"/>
                  <a:gd name="connsiteY7" fmla="*/ 5679710 h 10427202"/>
                  <a:gd name="connsiteX8" fmla="*/ 1523116 w 10490654"/>
                  <a:gd name="connsiteY8" fmla="*/ 5481030 h 10427202"/>
                  <a:gd name="connsiteX9" fmla="*/ 1731818 w 10490654"/>
                  <a:gd name="connsiteY9" fmla="*/ 5296499 h 10427202"/>
                  <a:gd name="connsiteX10" fmla="*/ 2022763 w 10490654"/>
                  <a:gd name="connsiteY10" fmla="*/ 5060972 h 10427202"/>
                  <a:gd name="connsiteX11" fmla="*/ 2119745 w 10490654"/>
                  <a:gd name="connsiteY11" fmla="*/ 4631481 h 10427202"/>
                  <a:gd name="connsiteX12" fmla="*/ 2172511 w 10490654"/>
                  <a:gd name="connsiteY12" fmla="*/ 4164848 h 10427202"/>
                  <a:gd name="connsiteX13" fmla="*/ 2355272 w 10490654"/>
                  <a:gd name="connsiteY13" fmla="*/ 3855626 h 10427202"/>
                  <a:gd name="connsiteX14" fmla="*/ 2752497 w 10490654"/>
                  <a:gd name="connsiteY14" fmla="*/ 3475092 h 10427202"/>
                  <a:gd name="connsiteX15" fmla="*/ 2978727 w 10490654"/>
                  <a:gd name="connsiteY15" fmla="*/ 3259881 h 10427202"/>
                  <a:gd name="connsiteX16" fmla="*/ 3006436 w 10490654"/>
                  <a:gd name="connsiteY16" fmla="*/ 2816535 h 10427202"/>
                  <a:gd name="connsiteX17" fmla="*/ 3075709 w 10490654"/>
                  <a:gd name="connsiteY17" fmla="*/ 2525590 h 10427202"/>
                  <a:gd name="connsiteX18" fmla="*/ 3075709 w 10490654"/>
                  <a:gd name="connsiteY18" fmla="*/ 2317772 h 10427202"/>
                  <a:gd name="connsiteX19" fmla="*/ 3214254 w 10490654"/>
                  <a:gd name="connsiteY19" fmla="*/ 1985262 h 10427202"/>
                  <a:gd name="connsiteX20" fmla="*/ 3214254 w 10490654"/>
                  <a:gd name="connsiteY20" fmla="*/ 1694317 h 10427202"/>
                  <a:gd name="connsiteX21" fmla="*/ 3513454 w 10490654"/>
                  <a:gd name="connsiteY21" fmla="*/ 1126281 h 10427202"/>
                  <a:gd name="connsiteX22" fmla="*/ 3463636 w 10490654"/>
                  <a:gd name="connsiteY22" fmla="*/ 752208 h 10427202"/>
                  <a:gd name="connsiteX23" fmla="*/ 3491345 w 10490654"/>
                  <a:gd name="connsiteY23" fmla="*/ 544390 h 10427202"/>
                  <a:gd name="connsiteX24" fmla="*/ 3823854 w 10490654"/>
                  <a:gd name="connsiteY24" fmla="*/ 184172 h 10427202"/>
                  <a:gd name="connsiteX25" fmla="*/ 4017818 w 10490654"/>
                  <a:gd name="connsiteY25" fmla="*/ 59481 h 10427202"/>
                  <a:gd name="connsiteX26" fmla="*/ 4433454 w 10490654"/>
                  <a:gd name="connsiteY26" fmla="*/ 295008 h 10427202"/>
                  <a:gd name="connsiteX27" fmla="*/ 4599709 w 10490654"/>
                  <a:gd name="connsiteY27" fmla="*/ 488972 h 10427202"/>
                  <a:gd name="connsiteX28" fmla="*/ 5070763 w 10490654"/>
                  <a:gd name="connsiteY28" fmla="*/ 544390 h 10427202"/>
                  <a:gd name="connsiteX29" fmla="*/ 5391187 w 10490654"/>
                  <a:gd name="connsiteY29" fmla="*/ 603639 h 10427202"/>
                  <a:gd name="connsiteX30" fmla="*/ 5568642 w 10490654"/>
                  <a:gd name="connsiteY30" fmla="*/ 588271 h 10427202"/>
                  <a:gd name="connsiteX31" fmla="*/ 5860472 w 10490654"/>
                  <a:gd name="connsiteY31" fmla="*/ 281153 h 10427202"/>
                  <a:gd name="connsiteX32" fmla="*/ 6123709 w 10490654"/>
                  <a:gd name="connsiteY32" fmla="*/ 322717 h 10427202"/>
                  <a:gd name="connsiteX33" fmla="*/ 6541900 w 10490654"/>
                  <a:gd name="connsiteY33" fmla="*/ 168233 h 10427202"/>
                  <a:gd name="connsiteX34" fmla="*/ 6681722 w 10490654"/>
                  <a:gd name="connsiteY34" fmla="*/ 107503 h 10427202"/>
                  <a:gd name="connsiteX35" fmla="*/ 7011678 w 10490654"/>
                  <a:gd name="connsiteY35" fmla="*/ 198026 h 10427202"/>
                  <a:gd name="connsiteX36" fmla="*/ 7232072 w 10490654"/>
                  <a:gd name="connsiteY36" fmla="*/ 17917 h 10427202"/>
                  <a:gd name="connsiteX37" fmla="*/ 7379107 w 10490654"/>
                  <a:gd name="connsiteY37" fmla="*/ 0 h 10427202"/>
                  <a:gd name="connsiteX38" fmla="*/ 7600859 w 10490654"/>
                  <a:gd name="connsiteY38" fmla="*/ 41248 h 10427202"/>
                  <a:gd name="connsiteX39" fmla="*/ 7910945 w 10490654"/>
                  <a:gd name="connsiteY39" fmla="*/ 128753 h 10427202"/>
                  <a:gd name="connsiteX40" fmla="*/ 8312727 w 10490654"/>
                  <a:gd name="connsiteY40" fmla="*/ 59481 h 10427202"/>
                  <a:gd name="connsiteX41" fmla="*/ 8647005 w 10490654"/>
                  <a:gd name="connsiteY41" fmla="*/ 396707 h 10427202"/>
                  <a:gd name="connsiteX42" fmla="*/ 8908472 w 10490654"/>
                  <a:gd name="connsiteY42" fmla="*/ 544390 h 10427202"/>
                  <a:gd name="connsiteX43" fmla="*/ 9146732 w 10490654"/>
                  <a:gd name="connsiteY43" fmla="*/ 420846 h 10427202"/>
                  <a:gd name="connsiteX44" fmla="*/ 9372965 w 10490654"/>
                  <a:gd name="connsiteY44" fmla="*/ 466363 h 10427202"/>
                  <a:gd name="connsiteX45" fmla="*/ 9518072 w 10490654"/>
                  <a:gd name="connsiteY45" fmla="*/ 367819 h 10427202"/>
                  <a:gd name="connsiteX46" fmla="*/ 9646301 w 10490654"/>
                  <a:gd name="connsiteY46" fmla="*/ 369587 h 10427202"/>
                  <a:gd name="connsiteX47" fmla="*/ 10002982 w 10490654"/>
                  <a:gd name="connsiteY47" fmla="*/ 793772 h 10427202"/>
                  <a:gd name="connsiteX48" fmla="*/ 10238509 w 10490654"/>
                  <a:gd name="connsiteY48" fmla="*/ 987735 h 10427202"/>
                  <a:gd name="connsiteX49" fmla="*/ 10224654 w 10490654"/>
                  <a:gd name="connsiteY49" fmla="*/ 1250972 h 10427202"/>
                  <a:gd name="connsiteX50" fmla="*/ 10238509 w 10490654"/>
                  <a:gd name="connsiteY50" fmla="*/ 1444935 h 10427202"/>
                  <a:gd name="connsiteX51" fmla="*/ 10243066 w 10490654"/>
                  <a:gd name="connsiteY51" fmla="*/ 1580249 h 10427202"/>
                  <a:gd name="connsiteX52" fmla="*/ 10490654 w 10490654"/>
                  <a:gd name="connsiteY52" fmla="*/ 1753897 h 10427202"/>
                  <a:gd name="connsiteX53" fmla="*/ 10077929 w 10490654"/>
                  <a:gd name="connsiteY53" fmla="*/ 2207269 h 10427202"/>
                  <a:gd name="connsiteX54" fmla="*/ 9781309 w 10490654"/>
                  <a:gd name="connsiteY54" fmla="*/ 2497881 h 10427202"/>
                  <a:gd name="connsiteX55" fmla="*/ 9580055 w 10490654"/>
                  <a:gd name="connsiteY55" fmla="*/ 3426134 h 10427202"/>
                  <a:gd name="connsiteX56" fmla="*/ 9532477 w 10490654"/>
                  <a:gd name="connsiteY56" fmla="*/ 3685207 h 10427202"/>
                  <a:gd name="connsiteX57" fmla="*/ 9365672 w 10490654"/>
                  <a:gd name="connsiteY57" fmla="*/ 3911044 h 10427202"/>
                  <a:gd name="connsiteX58" fmla="*/ 9310254 w 10490654"/>
                  <a:gd name="connsiteY58" fmla="*/ 4077299 h 10427202"/>
                  <a:gd name="connsiteX59" fmla="*/ 9236422 w 10490654"/>
                  <a:gd name="connsiteY59" fmla="*/ 4285117 h 10427202"/>
                  <a:gd name="connsiteX60" fmla="*/ 9205255 w 10490654"/>
                  <a:gd name="connsiteY60" fmla="*/ 4430122 h 10427202"/>
                  <a:gd name="connsiteX61" fmla="*/ 9337963 w 10490654"/>
                  <a:gd name="connsiteY61" fmla="*/ 4659190 h 10427202"/>
                  <a:gd name="connsiteX62" fmla="*/ 9382180 w 10490654"/>
                  <a:gd name="connsiteY62" fmla="*/ 4915057 h 10427202"/>
                  <a:gd name="connsiteX63" fmla="*/ 9397939 w 10490654"/>
                  <a:gd name="connsiteY63" fmla="*/ 5208060 h 10427202"/>
                  <a:gd name="connsiteX64" fmla="*/ 9383359 w 10490654"/>
                  <a:gd name="connsiteY64" fmla="*/ 5615153 h 10427202"/>
                  <a:gd name="connsiteX65" fmla="*/ 9518623 w 10490654"/>
                  <a:gd name="connsiteY65" fmla="*/ 5975373 h 10427202"/>
                  <a:gd name="connsiteX66" fmla="*/ 9540496 w 10490654"/>
                  <a:gd name="connsiteY66" fmla="*/ 6403714 h 10427202"/>
                  <a:gd name="connsiteX67" fmla="*/ 9933709 w 10490654"/>
                  <a:gd name="connsiteY67" fmla="*/ 6862062 h 10427202"/>
                  <a:gd name="connsiteX68" fmla="*/ 10052074 w 10490654"/>
                  <a:gd name="connsiteY68" fmla="*/ 7221396 h 10427202"/>
                  <a:gd name="connsiteX69" fmla="*/ 10232908 w 10490654"/>
                  <a:gd name="connsiteY69" fmla="*/ 7514995 h 10427202"/>
                  <a:gd name="connsiteX70" fmla="*/ 9670472 w 10490654"/>
                  <a:gd name="connsiteY70" fmla="*/ 7540935 h 10427202"/>
                  <a:gd name="connsiteX71" fmla="*/ 9174087 w 10490654"/>
                  <a:gd name="connsiteY71" fmla="*/ 7651772 h 10427202"/>
                  <a:gd name="connsiteX72" fmla="*/ 9128871 w 10490654"/>
                  <a:gd name="connsiteY72" fmla="*/ 7790317 h 10427202"/>
                  <a:gd name="connsiteX73" fmla="*/ 9019309 w 10490654"/>
                  <a:gd name="connsiteY73" fmla="*/ 7998135 h 10427202"/>
                  <a:gd name="connsiteX74" fmla="*/ 8933823 w 10490654"/>
                  <a:gd name="connsiteY74" fmla="*/ 8085908 h 10427202"/>
                  <a:gd name="connsiteX75" fmla="*/ 9036787 w 10490654"/>
                  <a:gd name="connsiteY75" fmla="*/ 8313437 h 10427202"/>
                  <a:gd name="connsiteX76" fmla="*/ 9027559 w 10490654"/>
                  <a:gd name="connsiteY76" fmla="*/ 8524608 h 10427202"/>
                  <a:gd name="connsiteX77" fmla="*/ 8993669 w 10490654"/>
                  <a:gd name="connsiteY77" fmla="*/ 8758113 h 10427202"/>
                  <a:gd name="connsiteX78" fmla="*/ 8991600 w 10490654"/>
                  <a:gd name="connsiteY78" fmla="*/ 8967953 h 10427202"/>
                  <a:gd name="connsiteX79" fmla="*/ 8894618 w 10490654"/>
                  <a:gd name="connsiteY79" fmla="*/ 9272753 h 10427202"/>
                  <a:gd name="connsiteX80" fmla="*/ 8922328 w 10490654"/>
                  <a:gd name="connsiteY80" fmla="*/ 9578490 h 10427202"/>
                  <a:gd name="connsiteX81" fmla="*/ 9138715 w 10490654"/>
                  <a:gd name="connsiteY81" fmla="*/ 9750056 h 10427202"/>
                  <a:gd name="connsiteX82" fmla="*/ 9231789 w 10490654"/>
                  <a:gd name="connsiteY82" fmla="*/ 9890275 h 10427202"/>
                  <a:gd name="connsiteX83" fmla="*/ 9462870 w 10490654"/>
                  <a:gd name="connsiteY83" fmla="*/ 9929452 h 10427202"/>
                  <a:gd name="connsiteX84" fmla="*/ 9472032 w 10490654"/>
                  <a:gd name="connsiteY84" fmla="*/ 9818955 h 10427202"/>
                  <a:gd name="connsiteX85" fmla="*/ 9620746 w 10490654"/>
                  <a:gd name="connsiteY85" fmla="*/ 9758904 h 10427202"/>
                  <a:gd name="connsiteX86" fmla="*/ 9632264 w 10490654"/>
                  <a:gd name="connsiteY86" fmla="*/ 10334695 h 10427202"/>
                  <a:gd name="connsiteX87" fmla="*/ 9504664 w 10490654"/>
                  <a:gd name="connsiteY87" fmla="*/ 10338313 h 10427202"/>
                  <a:gd name="connsiteX88" fmla="*/ 9328580 w 10490654"/>
                  <a:gd name="connsiteY88" fmla="*/ 10427202 h 10427202"/>
                  <a:gd name="connsiteX89" fmla="*/ 9227127 w 10490654"/>
                  <a:gd name="connsiteY89" fmla="*/ 10242572 h 10427202"/>
                  <a:gd name="connsiteX90" fmla="*/ 9033163 w 10490654"/>
                  <a:gd name="connsiteY90" fmla="*/ 9993190 h 10427202"/>
                  <a:gd name="connsiteX91" fmla="*/ 8825345 w 10490654"/>
                  <a:gd name="connsiteY91" fmla="*/ 9813081 h 10427202"/>
                  <a:gd name="connsiteX92" fmla="*/ 8534400 w 10490654"/>
                  <a:gd name="connsiteY92" fmla="*/ 9702244 h 10427202"/>
                  <a:gd name="connsiteX93" fmla="*/ 8423563 w 10490654"/>
                  <a:gd name="connsiteY93" fmla="*/ 9646826 h 10427202"/>
                  <a:gd name="connsiteX94" fmla="*/ 8285018 w 10490654"/>
                  <a:gd name="connsiteY94" fmla="*/ 9480572 h 10427202"/>
                  <a:gd name="connsiteX95" fmla="*/ 8257309 w 10490654"/>
                  <a:gd name="connsiteY95" fmla="*/ 9342026 h 10427202"/>
                  <a:gd name="connsiteX96" fmla="*/ 8146472 w 10490654"/>
                  <a:gd name="connsiteY96" fmla="*/ 9355881 h 10427202"/>
                  <a:gd name="connsiteX97" fmla="*/ 8091054 w 10490654"/>
                  <a:gd name="connsiteY97" fmla="*/ 9577553 h 10427202"/>
                  <a:gd name="connsiteX98" fmla="*/ 7806336 w 10490654"/>
                  <a:gd name="connsiteY98" fmla="*/ 9583313 h 10427202"/>
                  <a:gd name="connsiteX99" fmla="*/ 7567694 w 10490654"/>
                  <a:gd name="connsiteY99" fmla="*/ 9520112 h 10427202"/>
                  <a:gd name="connsiteX100" fmla="*/ 7466043 w 10490654"/>
                  <a:gd name="connsiteY100" fmla="*/ 9471387 h 10427202"/>
                  <a:gd name="connsiteX101" fmla="*/ 7287491 w 10490654"/>
                  <a:gd name="connsiteY101" fmla="*/ 9449904 h 10427202"/>
                  <a:gd name="connsiteX102" fmla="*/ 7221797 w 10490654"/>
                  <a:gd name="connsiteY102" fmla="*/ 9121910 h 10427202"/>
                  <a:gd name="connsiteX103" fmla="*/ 6954982 w 10490654"/>
                  <a:gd name="connsiteY103" fmla="*/ 9189626 h 10427202"/>
                  <a:gd name="connsiteX104" fmla="*/ 6710737 w 10490654"/>
                  <a:gd name="connsiteY104" fmla="*/ 9262013 h 10427202"/>
                  <a:gd name="connsiteX105" fmla="*/ 6674777 w 10490654"/>
                  <a:gd name="connsiteY105" fmla="*/ 9062912 h 10427202"/>
                  <a:gd name="connsiteX106" fmla="*/ 6511636 w 10490654"/>
                  <a:gd name="connsiteY106" fmla="*/ 8954099 h 10427202"/>
                  <a:gd name="connsiteX107" fmla="*/ 6428509 w 10490654"/>
                  <a:gd name="connsiteY107" fmla="*/ 8954099 h 10427202"/>
                  <a:gd name="connsiteX108" fmla="*/ 6325922 w 10490654"/>
                  <a:gd name="connsiteY108" fmla="*/ 9057307 h 10427202"/>
                  <a:gd name="connsiteX109" fmla="*/ 6167763 w 10490654"/>
                  <a:gd name="connsiteY109" fmla="*/ 8978227 h 10427202"/>
                  <a:gd name="connsiteX110" fmla="*/ 6002132 w 10490654"/>
                  <a:gd name="connsiteY110" fmla="*/ 9093734 h 10427202"/>
                  <a:gd name="connsiteX111" fmla="*/ 5749636 w 10490654"/>
                  <a:gd name="connsiteY111" fmla="*/ 9051081 h 10427202"/>
                  <a:gd name="connsiteX112" fmla="*/ 5674760 w 10490654"/>
                  <a:gd name="connsiteY112" fmla="*/ 9081904 h 10427202"/>
                  <a:gd name="connsiteX113" fmla="*/ 5507415 w 10490654"/>
                  <a:gd name="connsiteY113" fmla="*/ 9128137 h 10427202"/>
                  <a:gd name="connsiteX114" fmla="*/ 5505859 w 10490654"/>
                  <a:gd name="connsiteY114" fmla="*/ 8870972 h 10427202"/>
                  <a:gd name="connsiteX115" fmla="*/ 5505857 w 10490654"/>
                  <a:gd name="connsiteY115" fmla="*/ 8634977 h 10427202"/>
                  <a:gd name="connsiteX116" fmla="*/ 5336024 w 10490654"/>
                  <a:gd name="connsiteY116" fmla="*/ 8333292 h 10427202"/>
                  <a:gd name="connsiteX117" fmla="*/ 5230324 w 10490654"/>
                  <a:gd name="connsiteY117" fmla="*/ 8082820 h 10427202"/>
                  <a:gd name="connsiteX118" fmla="*/ 5317031 w 10490654"/>
                  <a:gd name="connsiteY118" fmla="*/ 7610208 h 10427202"/>
                  <a:gd name="connsiteX119" fmla="*/ 5201059 w 10490654"/>
                  <a:gd name="connsiteY119" fmla="*/ 7320352 h 10427202"/>
                  <a:gd name="connsiteX120" fmla="*/ 5250872 w 10490654"/>
                  <a:gd name="connsiteY120" fmla="*/ 7069881 h 10427202"/>
                  <a:gd name="connsiteX121" fmla="*/ 5245735 w 10490654"/>
                  <a:gd name="connsiteY121" fmla="*/ 7018665 h 10427202"/>
                  <a:gd name="connsiteX122" fmla="*/ 4577603 w 10490654"/>
                  <a:gd name="connsiteY122" fmla="*/ 7013996 h 10427202"/>
                  <a:gd name="connsiteX123" fmla="*/ 4528412 w 10490654"/>
                  <a:gd name="connsiteY123" fmla="*/ 6840580 h 10427202"/>
                  <a:gd name="connsiteX124" fmla="*/ 4038834 w 10490654"/>
                  <a:gd name="connsiteY124" fmla="*/ 6816452 h 10427202"/>
                  <a:gd name="connsiteX125" fmla="*/ 3976254 w 10490654"/>
                  <a:gd name="connsiteY125" fmla="*/ 7069881 h 10427202"/>
                  <a:gd name="connsiteX126" fmla="*/ 3932667 w 10490654"/>
                  <a:gd name="connsiteY126" fmla="*/ 7281279 h 10427202"/>
                  <a:gd name="connsiteX127" fmla="*/ 3884155 w 10490654"/>
                  <a:gd name="connsiteY127" fmla="*/ 7403480 h 10427202"/>
                  <a:gd name="connsiteX128" fmla="*/ 3572499 w 10490654"/>
                  <a:gd name="connsiteY128" fmla="*/ 7365450 h 10427202"/>
                  <a:gd name="connsiteX129" fmla="*/ 3311236 w 10490654"/>
                  <a:gd name="connsiteY129" fmla="*/ 7402390 h 10427202"/>
                  <a:gd name="connsiteX130" fmla="*/ 2921540 w 10490654"/>
                  <a:gd name="connsiteY130" fmla="*/ 7414475 h 10427202"/>
                  <a:gd name="connsiteX131" fmla="*/ 2784763 w 10490654"/>
                  <a:gd name="connsiteY131" fmla="*/ 7139153 h 10427202"/>
                  <a:gd name="connsiteX132" fmla="*/ 2604654 w 10490654"/>
                  <a:gd name="connsiteY132" fmla="*/ 6862062 h 10427202"/>
                  <a:gd name="connsiteX133" fmla="*/ 2410691 w 10490654"/>
                  <a:gd name="connsiteY133" fmla="*/ 6363299 h 10427202"/>
                  <a:gd name="connsiteX134" fmla="*/ 2327563 w 10490654"/>
                  <a:gd name="connsiteY134" fmla="*/ 6224753 h 10427202"/>
                  <a:gd name="connsiteX135" fmla="*/ 1662545 w 10490654"/>
                  <a:gd name="connsiteY135" fmla="*/ 6197044 h 10427202"/>
                  <a:gd name="connsiteX136" fmla="*/ 1233054 w 10490654"/>
                  <a:gd name="connsiteY136" fmla="*/ 6197044 h 10427202"/>
                  <a:gd name="connsiteX137" fmla="*/ 1136072 w 10490654"/>
                  <a:gd name="connsiteY137" fmla="*/ 6252462 h 10427202"/>
                  <a:gd name="connsiteX138" fmla="*/ 706582 w 10490654"/>
                  <a:gd name="connsiteY138" fmla="*/ 6210899 h 10427202"/>
                  <a:gd name="connsiteX139" fmla="*/ 318654 w 10490654"/>
                  <a:gd name="connsiteY139" fmla="*/ 6238608 h 10427202"/>
                  <a:gd name="connsiteX140" fmla="*/ 96982 w 10490654"/>
                  <a:gd name="connsiteY140" fmla="*/ 6391008 h 10427202"/>
                  <a:gd name="connsiteX141" fmla="*/ 0 w 10490654"/>
                  <a:gd name="connsiteY141" fmla="*/ 6294026 h 10427202"/>
                  <a:gd name="connsiteX142" fmla="*/ 83127 w 10490654"/>
                  <a:gd name="connsiteY142" fmla="*/ 6238608 h 10427202"/>
                  <a:gd name="connsiteX0" fmla="*/ 83127 w 10490654"/>
                  <a:gd name="connsiteY0" fmla="*/ 6238608 h 10427202"/>
                  <a:gd name="connsiteX1" fmla="*/ 96982 w 10490654"/>
                  <a:gd name="connsiteY1" fmla="*/ 5795262 h 10427202"/>
                  <a:gd name="connsiteX2" fmla="*/ 401782 w 10490654"/>
                  <a:gd name="connsiteY2" fmla="*/ 5532026 h 10427202"/>
                  <a:gd name="connsiteX3" fmla="*/ 651163 w 10490654"/>
                  <a:gd name="connsiteY3" fmla="*/ 5670572 h 10427202"/>
                  <a:gd name="connsiteX4" fmla="*/ 858982 w 10490654"/>
                  <a:gd name="connsiteY4" fmla="*/ 5504317 h 10427202"/>
                  <a:gd name="connsiteX5" fmla="*/ 997527 w 10490654"/>
                  <a:gd name="connsiteY5" fmla="*/ 5351917 h 10427202"/>
                  <a:gd name="connsiteX6" fmla="*/ 1080654 w 10490654"/>
                  <a:gd name="connsiteY6" fmla="*/ 5435044 h 10427202"/>
                  <a:gd name="connsiteX7" fmla="*/ 1269312 w 10490654"/>
                  <a:gd name="connsiteY7" fmla="*/ 5679710 h 10427202"/>
                  <a:gd name="connsiteX8" fmla="*/ 1523116 w 10490654"/>
                  <a:gd name="connsiteY8" fmla="*/ 5481030 h 10427202"/>
                  <a:gd name="connsiteX9" fmla="*/ 1731818 w 10490654"/>
                  <a:gd name="connsiteY9" fmla="*/ 5296499 h 10427202"/>
                  <a:gd name="connsiteX10" fmla="*/ 2022763 w 10490654"/>
                  <a:gd name="connsiteY10" fmla="*/ 5060972 h 10427202"/>
                  <a:gd name="connsiteX11" fmla="*/ 2119745 w 10490654"/>
                  <a:gd name="connsiteY11" fmla="*/ 4631481 h 10427202"/>
                  <a:gd name="connsiteX12" fmla="*/ 2172511 w 10490654"/>
                  <a:gd name="connsiteY12" fmla="*/ 4164848 h 10427202"/>
                  <a:gd name="connsiteX13" fmla="*/ 2355272 w 10490654"/>
                  <a:gd name="connsiteY13" fmla="*/ 3855626 h 10427202"/>
                  <a:gd name="connsiteX14" fmla="*/ 2752497 w 10490654"/>
                  <a:gd name="connsiteY14" fmla="*/ 3475092 h 10427202"/>
                  <a:gd name="connsiteX15" fmla="*/ 2978727 w 10490654"/>
                  <a:gd name="connsiteY15" fmla="*/ 3259881 h 10427202"/>
                  <a:gd name="connsiteX16" fmla="*/ 3006436 w 10490654"/>
                  <a:gd name="connsiteY16" fmla="*/ 2816535 h 10427202"/>
                  <a:gd name="connsiteX17" fmla="*/ 3075709 w 10490654"/>
                  <a:gd name="connsiteY17" fmla="*/ 2525590 h 10427202"/>
                  <a:gd name="connsiteX18" fmla="*/ 3075709 w 10490654"/>
                  <a:gd name="connsiteY18" fmla="*/ 2317772 h 10427202"/>
                  <a:gd name="connsiteX19" fmla="*/ 3214254 w 10490654"/>
                  <a:gd name="connsiteY19" fmla="*/ 1985262 h 10427202"/>
                  <a:gd name="connsiteX20" fmla="*/ 3214254 w 10490654"/>
                  <a:gd name="connsiteY20" fmla="*/ 1694317 h 10427202"/>
                  <a:gd name="connsiteX21" fmla="*/ 3513454 w 10490654"/>
                  <a:gd name="connsiteY21" fmla="*/ 1126281 h 10427202"/>
                  <a:gd name="connsiteX22" fmla="*/ 3463636 w 10490654"/>
                  <a:gd name="connsiteY22" fmla="*/ 752208 h 10427202"/>
                  <a:gd name="connsiteX23" fmla="*/ 3491345 w 10490654"/>
                  <a:gd name="connsiteY23" fmla="*/ 544390 h 10427202"/>
                  <a:gd name="connsiteX24" fmla="*/ 3823854 w 10490654"/>
                  <a:gd name="connsiteY24" fmla="*/ 184172 h 10427202"/>
                  <a:gd name="connsiteX25" fmla="*/ 4017818 w 10490654"/>
                  <a:gd name="connsiteY25" fmla="*/ 59481 h 10427202"/>
                  <a:gd name="connsiteX26" fmla="*/ 4433454 w 10490654"/>
                  <a:gd name="connsiteY26" fmla="*/ 295008 h 10427202"/>
                  <a:gd name="connsiteX27" fmla="*/ 4599709 w 10490654"/>
                  <a:gd name="connsiteY27" fmla="*/ 488972 h 10427202"/>
                  <a:gd name="connsiteX28" fmla="*/ 5070763 w 10490654"/>
                  <a:gd name="connsiteY28" fmla="*/ 544390 h 10427202"/>
                  <a:gd name="connsiteX29" fmla="*/ 5391187 w 10490654"/>
                  <a:gd name="connsiteY29" fmla="*/ 603639 h 10427202"/>
                  <a:gd name="connsiteX30" fmla="*/ 5568642 w 10490654"/>
                  <a:gd name="connsiteY30" fmla="*/ 588271 h 10427202"/>
                  <a:gd name="connsiteX31" fmla="*/ 5860472 w 10490654"/>
                  <a:gd name="connsiteY31" fmla="*/ 281153 h 10427202"/>
                  <a:gd name="connsiteX32" fmla="*/ 6123709 w 10490654"/>
                  <a:gd name="connsiteY32" fmla="*/ 322717 h 10427202"/>
                  <a:gd name="connsiteX33" fmla="*/ 6541900 w 10490654"/>
                  <a:gd name="connsiteY33" fmla="*/ 168233 h 10427202"/>
                  <a:gd name="connsiteX34" fmla="*/ 6681722 w 10490654"/>
                  <a:gd name="connsiteY34" fmla="*/ 107503 h 10427202"/>
                  <a:gd name="connsiteX35" fmla="*/ 7011678 w 10490654"/>
                  <a:gd name="connsiteY35" fmla="*/ 198026 h 10427202"/>
                  <a:gd name="connsiteX36" fmla="*/ 7232072 w 10490654"/>
                  <a:gd name="connsiteY36" fmla="*/ 17917 h 10427202"/>
                  <a:gd name="connsiteX37" fmla="*/ 7379107 w 10490654"/>
                  <a:gd name="connsiteY37" fmla="*/ 0 h 10427202"/>
                  <a:gd name="connsiteX38" fmla="*/ 7600859 w 10490654"/>
                  <a:gd name="connsiteY38" fmla="*/ 41248 h 10427202"/>
                  <a:gd name="connsiteX39" fmla="*/ 7910945 w 10490654"/>
                  <a:gd name="connsiteY39" fmla="*/ 128753 h 10427202"/>
                  <a:gd name="connsiteX40" fmla="*/ 8312727 w 10490654"/>
                  <a:gd name="connsiteY40" fmla="*/ 59481 h 10427202"/>
                  <a:gd name="connsiteX41" fmla="*/ 8647005 w 10490654"/>
                  <a:gd name="connsiteY41" fmla="*/ 396707 h 10427202"/>
                  <a:gd name="connsiteX42" fmla="*/ 8908472 w 10490654"/>
                  <a:gd name="connsiteY42" fmla="*/ 544390 h 10427202"/>
                  <a:gd name="connsiteX43" fmla="*/ 9146732 w 10490654"/>
                  <a:gd name="connsiteY43" fmla="*/ 420846 h 10427202"/>
                  <a:gd name="connsiteX44" fmla="*/ 9372965 w 10490654"/>
                  <a:gd name="connsiteY44" fmla="*/ 466363 h 10427202"/>
                  <a:gd name="connsiteX45" fmla="*/ 9518072 w 10490654"/>
                  <a:gd name="connsiteY45" fmla="*/ 367819 h 10427202"/>
                  <a:gd name="connsiteX46" fmla="*/ 9646301 w 10490654"/>
                  <a:gd name="connsiteY46" fmla="*/ 369587 h 10427202"/>
                  <a:gd name="connsiteX47" fmla="*/ 10002982 w 10490654"/>
                  <a:gd name="connsiteY47" fmla="*/ 793772 h 10427202"/>
                  <a:gd name="connsiteX48" fmla="*/ 10238509 w 10490654"/>
                  <a:gd name="connsiteY48" fmla="*/ 987735 h 10427202"/>
                  <a:gd name="connsiteX49" fmla="*/ 10224654 w 10490654"/>
                  <a:gd name="connsiteY49" fmla="*/ 1250972 h 10427202"/>
                  <a:gd name="connsiteX50" fmla="*/ 10238509 w 10490654"/>
                  <a:gd name="connsiteY50" fmla="*/ 1444935 h 10427202"/>
                  <a:gd name="connsiteX51" fmla="*/ 10243066 w 10490654"/>
                  <a:gd name="connsiteY51" fmla="*/ 1580249 h 10427202"/>
                  <a:gd name="connsiteX52" fmla="*/ 10490654 w 10490654"/>
                  <a:gd name="connsiteY52" fmla="*/ 1753897 h 10427202"/>
                  <a:gd name="connsiteX53" fmla="*/ 10077929 w 10490654"/>
                  <a:gd name="connsiteY53" fmla="*/ 2207269 h 10427202"/>
                  <a:gd name="connsiteX54" fmla="*/ 9781309 w 10490654"/>
                  <a:gd name="connsiteY54" fmla="*/ 2497881 h 10427202"/>
                  <a:gd name="connsiteX55" fmla="*/ 9580055 w 10490654"/>
                  <a:gd name="connsiteY55" fmla="*/ 3426134 h 10427202"/>
                  <a:gd name="connsiteX56" fmla="*/ 9532477 w 10490654"/>
                  <a:gd name="connsiteY56" fmla="*/ 3685207 h 10427202"/>
                  <a:gd name="connsiteX57" fmla="*/ 9365672 w 10490654"/>
                  <a:gd name="connsiteY57" fmla="*/ 3911044 h 10427202"/>
                  <a:gd name="connsiteX58" fmla="*/ 9310254 w 10490654"/>
                  <a:gd name="connsiteY58" fmla="*/ 4077299 h 10427202"/>
                  <a:gd name="connsiteX59" fmla="*/ 9236422 w 10490654"/>
                  <a:gd name="connsiteY59" fmla="*/ 4285117 h 10427202"/>
                  <a:gd name="connsiteX60" fmla="*/ 9205255 w 10490654"/>
                  <a:gd name="connsiteY60" fmla="*/ 4430122 h 10427202"/>
                  <a:gd name="connsiteX61" fmla="*/ 9337963 w 10490654"/>
                  <a:gd name="connsiteY61" fmla="*/ 4659190 h 10427202"/>
                  <a:gd name="connsiteX62" fmla="*/ 9382180 w 10490654"/>
                  <a:gd name="connsiteY62" fmla="*/ 4915057 h 10427202"/>
                  <a:gd name="connsiteX63" fmla="*/ 9397939 w 10490654"/>
                  <a:gd name="connsiteY63" fmla="*/ 5208060 h 10427202"/>
                  <a:gd name="connsiteX64" fmla="*/ 9383359 w 10490654"/>
                  <a:gd name="connsiteY64" fmla="*/ 5615153 h 10427202"/>
                  <a:gd name="connsiteX65" fmla="*/ 9518623 w 10490654"/>
                  <a:gd name="connsiteY65" fmla="*/ 5975373 h 10427202"/>
                  <a:gd name="connsiteX66" fmla="*/ 9540496 w 10490654"/>
                  <a:gd name="connsiteY66" fmla="*/ 6403714 h 10427202"/>
                  <a:gd name="connsiteX67" fmla="*/ 9933709 w 10490654"/>
                  <a:gd name="connsiteY67" fmla="*/ 6862062 h 10427202"/>
                  <a:gd name="connsiteX68" fmla="*/ 10052074 w 10490654"/>
                  <a:gd name="connsiteY68" fmla="*/ 7221396 h 10427202"/>
                  <a:gd name="connsiteX69" fmla="*/ 10232908 w 10490654"/>
                  <a:gd name="connsiteY69" fmla="*/ 7514995 h 10427202"/>
                  <a:gd name="connsiteX70" fmla="*/ 9670472 w 10490654"/>
                  <a:gd name="connsiteY70" fmla="*/ 7540935 h 10427202"/>
                  <a:gd name="connsiteX71" fmla="*/ 9174087 w 10490654"/>
                  <a:gd name="connsiteY71" fmla="*/ 7651772 h 10427202"/>
                  <a:gd name="connsiteX72" fmla="*/ 9128871 w 10490654"/>
                  <a:gd name="connsiteY72" fmla="*/ 7790317 h 10427202"/>
                  <a:gd name="connsiteX73" fmla="*/ 9019309 w 10490654"/>
                  <a:gd name="connsiteY73" fmla="*/ 7998135 h 10427202"/>
                  <a:gd name="connsiteX74" fmla="*/ 8933823 w 10490654"/>
                  <a:gd name="connsiteY74" fmla="*/ 8085908 h 10427202"/>
                  <a:gd name="connsiteX75" fmla="*/ 9036787 w 10490654"/>
                  <a:gd name="connsiteY75" fmla="*/ 8313437 h 10427202"/>
                  <a:gd name="connsiteX76" fmla="*/ 9027559 w 10490654"/>
                  <a:gd name="connsiteY76" fmla="*/ 8524608 h 10427202"/>
                  <a:gd name="connsiteX77" fmla="*/ 8993669 w 10490654"/>
                  <a:gd name="connsiteY77" fmla="*/ 8758113 h 10427202"/>
                  <a:gd name="connsiteX78" fmla="*/ 8991600 w 10490654"/>
                  <a:gd name="connsiteY78" fmla="*/ 8967953 h 10427202"/>
                  <a:gd name="connsiteX79" fmla="*/ 8894618 w 10490654"/>
                  <a:gd name="connsiteY79" fmla="*/ 9272753 h 10427202"/>
                  <a:gd name="connsiteX80" fmla="*/ 8922328 w 10490654"/>
                  <a:gd name="connsiteY80" fmla="*/ 9578490 h 10427202"/>
                  <a:gd name="connsiteX81" fmla="*/ 9138715 w 10490654"/>
                  <a:gd name="connsiteY81" fmla="*/ 9750056 h 10427202"/>
                  <a:gd name="connsiteX82" fmla="*/ 9231789 w 10490654"/>
                  <a:gd name="connsiteY82" fmla="*/ 9890275 h 10427202"/>
                  <a:gd name="connsiteX83" fmla="*/ 9462870 w 10490654"/>
                  <a:gd name="connsiteY83" fmla="*/ 9929452 h 10427202"/>
                  <a:gd name="connsiteX84" fmla="*/ 9472032 w 10490654"/>
                  <a:gd name="connsiteY84" fmla="*/ 9818955 h 10427202"/>
                  <a:gd name="connsiteX85" fmla="*/ 9620746 w 10490654"/>
                  <a:gd name="connsiteY85" fmla="*/ 9758904 h 10427202"/>
                  <a:gd name="connsiteX86" fmla="*/ 9632264 w 10490654"/>
                  <a:gd name="connsiteY86" fmla="*/ 10334695 h 10427202"/>
                  <a:gd name="connsiteX87" fmla="*/ 9504664 w 10490654"/>
                  <a:gd name="connsiteY87" fmla="*/ 10338313 h 10427202"/>
                  <a:gd name="connsiteX88" fmla="*/ 9328580 w 10490654"/>
                  <a:gd name="connsiteY88" fmla="*/ 10427202 h 10427202"/>
                  <a:gd name="connsiteX89" fmla="*/ 9112589 w 10490654"/>
                  <a:gd name="connsiteY89" fmla="*/ 10210344 h 10427202"/>
                  <a:gd name="connsiteX90" fmla="*/ 9033163 w 10490654"/>
                  <a:gd name="connsiteY90" fmla="*/ 9993190 h 10427202"/>
                  <a:gd name="connsiteX91" fmla="*/ 8825345 w 10490654"/>
                  <a:gd name="connsiteY91" fmla="*/ 9813081 h 10427202"/>
                  <a:gd name="connsiteX92" fmla="*/ 8534400 w 10490654"/>
                  <a:gd name="connsiteY92" fmla="*/ 9702244 h 10427202"/>
                  <a:gd name="connsiteX93" fmla="*/ 8423563 w 10490654"/>
                  <a:gd name="connsiteY93" fmla="*/ 9646826 h 10427202"/>
                  <a:gd name="connsiteX94" fmla="*/ 8285018 w 10490654"/>
                  <a:gd name="connsiteY94" fmla="*/ 9480572 h 10427202"/>
                  <a:gd name="connsiteX95" fmla="*/ 8257309 w 10490654"/>
                  <a:gd name="connsiteY95" fmla="*/ 9342026 h 10427202"/>
                  <a:gd name="connsiteX96" fmla="*/ 8146472 w 10490654"/>
                  <a:gd name="connsiteY96" fmla="*/ 9355881 h 10427202"/>
                  <a:gd name="connsiteX97" fmla="*/ 8091054 w 10490654"/>
                  <a:gd name="connsiteY97" fmla="*/ 9577553 h 10427202"/>
                  <a:gd name="connsiteX98" fmla="*/ 7806336 w 10490654"/>
                  <a:gd name="connsiteY98" fmla="*/ 9583313 h 10427202"/>
                  <a:gd name="connsiteX99" fmla="*/ 7567694 w 10490654"/>
                  <a:gd name="connsiteY99" fmla="*/ 9520112 h 10427202"/>
                  <a:gd name="connsiteX100" fmla="*/ 7466043 w 10490654"/>
                  <a:gd name="connsiteY100" fmla="*/ 9471387 h 10427202"/>
                  <a:gd name="connsiteX101" fmla="*/ 7287491 w 10490654"/>
                  <a:gd name="connsiteY101" fmla="*/ 9449904 h 10427202"/>
                  <a:gd name="connsiteX102" fmla="*/ 7221797 w 10490654"/>
                  <a:gd name="connsiteY102" fmla="*/ 9121910 h 10427202"/>
                  <a:gd name="connsiteX103" fmla="*/ 6954982 w 10490654"/>
                  <a:gd name="connsiteY103" fmla="*/ 9189626 h 10427202"/>
                  <a:gd name="connsiteX104" fmla="*/ 6710737 w 10490654"/>
                  <a:gd name="connsiteY104" fmla="*/ 9262013 h 10427202"/>
                  <a:gd name="connsiteX105" fmla="*/ 6674777 w 10490654"/>
                  <a:gd name="connsiteY105" fmla="*/ 9062912 h 10427202"/>
                  <a:gd name="connsiteX106" fmla="*/ 6511636 w 10490654"/>
                  <a:gd name="connsiteY106" fmla="*/ 8954099 h 10427202"/>
                  <a:gd name="connsiteX107" fmla="*/ 6428509 w 10490654"/>
                  <a:gd name="connsiteY107" fmla="*/ 8954099 h 10427202"/>
                  <a:gd name="connsiteX108" fmla="*/ 6325922 w 10490654"/>
                  <a:gd name="connsiteY108" fmla="*/ 9057307 h 10427202"/>
                  <a:gd name="connsiteX109" fmla="*/ 6167763 w 10490654"/>
                  <a:gd name="connsiteY109" fmla="*/ 8978227 h 10427202"/>
                  <a:gd name="connsiteX110" fmla="*/ 6002132 w 10490654"/>
                  <a:gd name="connsiteY110" fmla="*/ 9093734 h 10427202"/>
                  <a:gd name="connsiteX111" fmla="*/ 5749636 w 10490654"/>
                  <a:gd name="connsiteY111" fmla="*/ 9051081 h 10427202"/>
                  <a:gd name="connsiteX112" fmla="*/ 5674760 w 10490654"/>
                  <a:gd name="connsiteY112" fmla="*/ 9081904 h 10427202"/>
                  <a:gd name="connsiteX113" fmla="*/ 5507415 w 10490654"/>
                  <a:gd name="connsiteY113" fmla="*/ 9128137 h 10427202"/>
                  <a:gd name="connsiteX114" fmla="*/ 5505859 w 10490654"/>
                  <a:gd name="connsiteY114" fmla="*/ 8870972 h 10427202"/>
                  <a:gd name="connsiteX115" fmla="*/ 5505857 w 10490654"/>
                  <a:gd name="connsiteY115" fmla="*/ 8634977 h 10427202"/>
                  <a:gd name="connsiteX116" fmla="*/ 5336024 w 10490654"/>
                  <a:gd name="connsiteY116" fmla="*/ 8333292 h 10427202"/>
                  <a:gd name="connsiteX117" fmla="*/ 5230324 w 10490654"/>
                  <a:gd name="connsiteY117" fmla="*/ 8082820 h 10427202"/>
                  <a:gd name="connsiteX118" fmla="*/ 5317031 w 10490654"/>
                  <a:gd name="connsiteY118" fmla="*/ 7610208 h 10427202"/>
                  <a:gd name="connsiteX119" fmla="*/ 5201059 w 10490654"/>
                  <a:gd name="connsiteY119" fmla="*/ 7320352 h 10427202"/>
                  <a:gd name="connsiteX120" fmla="*/ 5250872 w 10490654"/>
                  <a:gd name="connsiteY120" fmla="*/ 7069881 h 10427202"/>
                  <a:gd name="connsiteX121" fmla="*/ 5245735 w 10490654"/>
                  <a:gd name="connsiteY121" fmla="*/ 7018665 h 10427202"/>
                  <a:gd name="connsiteX122" fmla="*/ 4577603 w 10490654"/>
                  <a:gd name="connsiteY122" fmla="*/ 7013996 h 10427202"/>
                  <a:gd name="connsiteX123" fmla="*/ 4528412 w 10490654"/>
                  <a:gd name="connsiteY123" fmla="*/ 6840580 h 10427202"/>
                  <a:gd name="connsiteX124" fmla="*/ 4038834 w 10490654"/>
                  <a:gd name="connsiteY124" fmla="*/ 6816452 h 10427202"/>
                  <a:gd name="connsiteX125" fmla="*/ 3976254 w 10490654"/>
                  <a:gd name="connsiteY125" fmla="*/ 7069881 h 10427202"/>
                  <a:gd name="connsiteX126" fmla="*/ 3932667 w 10490654"/>
                  <a:gd name="connsiteY126" fmla="*/ 7281279 h 10427202"/>
                  <a:gd name="connsiteX127" fmla="*/ 3884155 w 10490654"/>
                  <a:gd name="connsiteY127" fmla="*/ 7403480 h 10427202"/>
                  <a:gd name="connsiteX128" fmla="*/ 3572499 w 10490654"/>
                  <a:gd name="connsiteY128" fmla="*/ 7365450 h 10427202"/>
                  <a:gd name="connsiteX129" fmla="*/ 3311236 w 10490654"/>
                  <a:gd name="connsiteY129" fmla="*/ 7402390 h 10427202"/>
                  <a:gd name="connsiteX130" fmla="*/ 2921540 w 10490654"/>
                  <a:gd name="connsiteY130" fmla="*/ 7414475 h 10427202"/>
                  <a:gd name="connsiteX131" fmla="*/ 2784763 w 10490654"/>
                  <a:gd name="connsiteY131" fmla="*/ 7139153 h 10427202"/>
                  <a:gd name="connsiteX132" fmla="*/ 2604654 w 10490654"/>
                  <a:gd name="connsiteY132" fmla="*/ 6862062 h 10427202"/>
                  <a:gd name="connsiteX133" fmla="*/ 2410691 w 10490654"/>
                  <a:gd name="connsiteY133" fmla="*/ 6363299 h 10427202"/>
                  <a:gd name="connsiteX134" fmla="*/ 2327563 w 10490654"/>
                  <a:gd name="connsiteY134" fmla="*/ 6224753 h 10427202"/>
                  <a:gd name="connsiteX135" fmla="*/ 1662545 w 10490654"/>
                  <a:gd name="connsiteY135" fmla="*/ 6197044 h 10427202"/>
                  <a:gd name="connsiteX136" fmla="*/ 1233054 w 10490654"/>
                  <a:gd name="connsiteY136" fmla="*/ 6197044 h 10427202"/>
                  <a:gd name="connsiteX137" fmla="*/ 1136072 w 10490654"/>
                  <a:gd name="connsiteY137" fmla="*/ 6252462 h 10427202"/>
                  <a:gd name="connsiteX138" fmla="*/ 706582 w 10490654"/>
                  <a:gd name="connsiteY138" fmla="*/ 6210899 h 10427202"/>
                  <a:gd name="connsiteX139" fmla="*/ 318654 w 10490654"/>
                  <a:gd name="connsiteY139" fmla="*/ 6238608 h 10427202"/>
                  <a:gd name="connsiteX140" fmla="*/ 96982 w 10490654"/>
                  <a:gd name="connsiteY140" fmla="*/ 6391008 h 10427202"/>
                  <a:gd name="connsiteX141" fmla="*/ 0 w 10490654"/>
                  <a:gd name="connsiteY141" fmla="*/ 6294026 h 10427202"/>
                  <a:gd name="connsiteX142" fmla="*/ 83127 w 10490654"/>
                  <a:gd name="connsiteY142" fmla="*/ 6238608 h 10427202"/>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33163 w 10490654"/>
                  <a:gd name="connsiteY90" fmla="*/ 9993190 h 10435941"/>
                  <a:gd name="connsiteX91" fmla="*/ 8825345 w 10490654"/>
                  <a:gd name="connsiteY91" fmla="*/ 9813081 h 10435941"/>
                  <a:gd name="connsiteX92" fmla="*/ 8534400 w 10490654"/>
                  <a:gd name="connsiteY92" fmla="*/ 9702244 h 10435941"/>
                  <a:gd name="connsiteX93" fmla="*/ 8423563 w 10490654"/>
                  <a:gd name="connsiteY93" fmla="*/ 9646826 h 10435941"/>
                  <a:gd name="connsiteX94" fmla="*/ 8285018 w 10490654"/>
                  <a:gd name="connsiteY94" fmla="*/ 9480572 h 10435941"/>
                  <a:gd name="connsiteX95" fmla="*/ 8257309 w 10490654"/>
                  <a:gd name="connsiteY95" fmla="*/ 9342026 h 10435941"/>
                  <a:gd name="connsiteX96" fmla="*/ 8146472 w 10490654"/>
                  <a:gd name="connsiteY96" fmla="*/ 9355881 h 10435941"/>
                  <a:gd name="connsiteX97" fmla="*/ 8091054 w 10490654"/>
                  <a:gd name="connsiteY97" fmla="*/ 9577553 h 10435941"/>
                  <a:gd name="connsiteX98" fmla="*/ 7806336 w 10490654"/>
                  <a:gd name="connsiteY98" fmla="*/ 9583313 h 10435941"/>
                  <a:gd name="connsiteX99" fmla="*/ 7567694 w 10490654"/>
                  <a:gd name="connsiteY99" fmla="*/ 9520112 h 10435941"/>
                  <a:gd name="connsiteX100" fmla="*/ 7466043 w 10490654"/>
                  <a:gd name="connsiteY100" fmla="*/ 9471387 h 10435941"/>
                  <a:gd name="connsiteX101" fmla="*/ 7287491 w 10490654"/>
                  <a:gd name="connsiteY101" fmla="*/ 9449904 h 10435941"/>
                  <a:gd name="connsiteX102" fmla="*/ 7221797 w 10490654"/>
                  <a:gd name="connsiteY102" fmla="*/ 9121910 h 10435941"/>
                  <a:gd name="connsiteX103" fmla="*/ 6954982 w 10490654"/>
                  <a:gd name="connsiteY103" fmla="*/ 9189626 h 10435941"/>
                  <a:gd name="connsiteX104" fmla="*/ 6710737 w 10490654"/>
                  <a:gd name="connsiteY104" fmla="*/ 9262013 h 10435941"/>
                  <a:gd name="connsiteX105" fmla="*/ 6674777 w 10490654"/>
                  <a:gd name="connsiteY105" fmla="*/ 9062912 h 10435941"/>
                  <a:gd name="connsiteX106" fmla="*/ 6511636 w 10490654"/>
                  <a:gd name="connsiteY106" fmla="*/ 8954099 h 10435941"/>
                  <a:gd name="connsiteX107" fmla="*/ 6428509 w 10490654"/>
                  <a:gd name="connsiteY107" fmla="*/ 8954099 h 10435941"/>
                  <a:gd name="connsiteX108" fmla="*/ 6325922 w 10490654"/>
                  <a:gd name="connsiteY108" fmla="*/ 9057307 h 10435941"/>
                  <a:gd name="connsiteX109" fmla="*/ 6167763 w 10490654"/>
                  <a:gd name="connsiteY109" fmla="*/ 8978227 h 10435941"/>
                  <a:gd name="connsiteX110" fmla="*/ 6002132 w 10490654"/>
                  <a:gd name="connsiteY110" fmla="*/ 9093734 h 10435941"/>
                  <a:gd name="connsiteX111" fmla="*/ 5749636 w 10490654"/>
                  <a:gd name="connsiteY111" fmla="*/ 9051081 h 10435941"/>
                  <a:gd name="connsiteX112" fmla="*/ 5674760 w 10490654"/>
                  <a:gd name="connsiteY112" fmla="*/ 9081904 h 10435941"/>
                  <a:gd name="connsiteX113" fmla="*/ 5507415 w 10490654"/>
                  <a:gd name="connsiteY113" fmla="*/ 9128137 h 10435941"/>
                  <a:gd name="connsiteX114" fmla="*/ 5505859 w 10490654"/>
                  <a:gd name="connsiteY114" fmla="*/ 8870972 h 10435941"/>
                  <a:gd name="connsiteX115" fmla="*/ 5505857 w 10490654"/>
                  <a:gd name="connsiteY115" fmla="*/ 8634977 h 10435941"/>
                  <a:gd name="connsiteX116" fmla="*/ 5336024 w 10490654"/>
                  <a:gd name="connsiteY116" fmla="*/ 8333292 h 10435941"/>
                  <a:gd name="connsiteX117" fmla="*/ 5230324 w 10490654"/>
                  <a:gd name="connsiteY117" fmla="*/ 8082820 h 10435941"/>
                  <a:gd name="connsiteX118" fmla="*/ 5317031 w 10490654"/>
                  <a:gd name="connsiteY118" fmla="*/ 7610208 h 10435941"/>
                  <a:gd name="connsiteX119" fmla="*/ 5201059 w 10490654"/>
                  <a:gd name="connsiteY119" fmla="*/ 7320352 h 10435941"/>
                  <a:gd name="connsiteX120" fmla="*/ 5250872 w 10490654"/>
                  <a:gd name="connsiteY120" fmla="*/ 7069881 h 10435941"/>
                  <a:gd name="connsiteX121" fmla="*/ 5245735 w 10490654"/>
                  <a:gd name="connsiteY121" fmla="*/ 7018665 h 10435941"/>
                  <a:gd name="connsiteX122" fmla="*/ 4577603 w 10490654"/>
                  <a:gd name="connsiteY122" fmla="*/ 7013996 h 10435941"/>
                  <a:gd name="connsiteX123" fmla="*/ 4528412 w 10490654"/>
                  <a:gd name="connsiteY123" fmla="*/ 6840580 h 10435941"/>
                  <a:gd name="connsiteX124" fmla="*/ 4038834 w 10490654"/>
                  <a:gd name="connsiteY124" fmla="*/ 6816452 h 10435941"/>
                  <a:gd name="connsiteX125" fmla="*/ 3976254 w 10490654"/>
                  <a:gd name="connsiteY125" fmla="*/ 7069881 h 10435941"/>
                  <a:gd name="connsiteX126" fmla="*/ 3932667 w 10490654"/>
                  <a:gd name="connsiteY126" fmla="*/ 7281279 h 10435941"/>
                  <a:gd name="connsiteX127" fmla="*/ 3884155 w 10490654"/>
                  <a:gd name="connsiteY127" fmla="*/ 7403480 h 10435941"/>
                  <a:gd name="connsiteX128" fmla="*/ 3572499 w 10490654"/>
                  <a:gd name="connsiteY128" fmla="*/ 7365450 h 10435941"/>
                  <a:gd name="connsiteX129" fmla="*/ 3311236 w 10490654"/>
                  <a:gd name="connsiteY129" fmla="*/ 7402390 h 10435941"/>
                  <a:gd name="connsiteX130" fmla="*/ 2921540 w 10490654"/>
                  <a:gd name="connsiteY130" fmla="*/ 7414475 h 10435941"/>
                  <a:gd name="connsiteX131" fmla="*/ 2784763 w 10490654"/>
                  <a:gd name="connsiteY131" fmla="*/ 7139153 h 10435941"/>
                  <a:gd name="connsiteX132" fmla="*/ 2604654 w 10490654"/>
                  <a:gd name="connsiteY132" fmla="*/ 6862062 h 10435941"/>
                  <a:gd name="connsiteX133" fmla="*/ 2410691 w 10490654"/>
                  <a:gd name="connsiteY133" fmla="*/ 6363299 h 10435941"/>
                  <a:gd name="connsiteX134" fmla="*/ 2327563 w 10490654"/>
                  <a:gd name="connsiteY134" fmla="*/ 6224753 h 10435941"/>
                  <a:gd name="connsiteX135" fmla="*/ 1662545 w 10490654"/>
                  <a:gd name="connsiteY135" fmla="*/ 6197044 h 10435941"/>
                  <a:gd name="connsiteX136" fmla="*/ 1233054 w 10490654"/>
                  <a:gd name="connsiteY136" fmla="*/ 6197044 h 10435941"/>
                  <a:gd name="connsiteX137" fmla="*/ 1136072 w 10490654"/>
                  <a:gd name="connsiteY137" fmla="*/ 6252462 h 10435941"/>
                  <a:gd name="connsiteX138" fmla="*/ 706582 w 10490654"/>
                  <a:gd name="connsiteY138" fmla="*/ 6210899 h 10435941"/>
                  <a:gd name="connsiteX139" fmla="*/ 318654 w 10490654"/>
                  <a:gd name="connsiteY139" fmla="*/ 6238608 h 10435941"/>
                  <a:gd name="connsiteX140" fmla="*/ 96982 w 10490654"/>
                  <a:gd name="connsiteY140" fmla="*/ 6391008 h 10435941"/>
                  <a:gd name="connsiteX141" fmla="*/ 0 w 10490654"/>
                  <a:gd name="connsiteY141" fmla="*/ 6294026 h 10435941"/>
                  <a:gd name="connsiteX142" fmla="*/ 83127 w 10490654"/>
                  <a:gd name="connsiteY142"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8991930 w 10490654"/>
                  <a:gd name="connsiteY90" fmla="*/ 9983982 h 10435941"/>
                  <a:gd name="connsiteX91" fmla="*/ 8825345 w 10490654"/>
                  <a:gd name="connsiteY91" fmla="*/ 9813081 h 10435941"/>
                  <a:gd name="connsiteX92" fmla="*/ 8534400 w 10490654"/>
                  <a:gd name="connsiteY92" fmla="*/ 9702244 h 10435941"/>
                  <a:gd name="connsiteX93" fmla="*/ 8423563 w 10490654"/>
                  <a:gd name="connsiteY93" fmla="*/ 9646826 h 10435941"/>
                  <a:gd name="connsiteX94" fmla="*/ 8285018 w 10490654"/>
                  <a:gd name="connsiteY94" fmla="*/ 9480572 h 10435941"/>
                  <a:gd name="connsiteX95" fmla="*/ 8257309 w 10490654"/>
                  <a:gd name="connsiteY95" fmla="*/ 9342026 h 10435941"/>
                  <a:gd name="connsiteX96" fmla="*/ 8146472 w 10490654"/>
                  <a:gd name="connsiteY96" fmla="*/ 9355881 h 10435941"/>
                  <a:gd name="connsiteX97" fmla="*/ 8091054 w 10490654"/>
                  <a:gd name="connsiteY97" fmla="*/ 9577553 h 10435941"/>
                  <a:gd name="connsiteX98" fmla="*/ 7806336 w 10490654"/>
                  <a:gd name="connsiteY98" fmla="*/ 9583313 h 10435941"/>
                  <a:gd name="connsiteX99" fmla="*/ 7567694 w 10490654"/>
                  <a:gd name="connsiteY99" fmla="*/ 9520112 h 10435941"/>
                  <a:gd name="connsiteX100" fmla="*/ 7466043 w 10490654"/>
                  <a:gd name="connsiteY100" fmla="*/ 9471387 h 10435941"/>
                  <a:gd name="connsiteX101" fmla="*/ 7287491 w 10490654"/>
                  <a:gd name="connsiteY101" fmla="*/ 9449904 h 10435941"/>
                  <a:gd name="connsiteX102" fmla="*/ 7221797 w 10490654"/>
                  <a:gd name="connsiteY102" fmla="*/ 9121910 h 10435941"/>
                  <a:gd name="connsiteX103" fmla="*/ 6954982 w 10490654"/>
                  <a:gd name="connsiteY103" fmla="*/ 9189626 h 10435941"/>
                  <a:gd name="connsiteX104" fmla="*/ 6710737 w 10490654"/>
                  <a:gd name="connsiteY104" fmla="*/ 9262013 h 10435941"/>
                  <a:gd name="connsiteX105" fmla="*/ 6674777 w 10490654"/>
                  <a:gd name="connsiteY105" fmla="*/ 9062912 h 10435941"/>
                  <a:gd name="connsiteX106" fmla="*/ 6511636 w 10490654"/>
                  <a:gd name="connsiteY106" fmla="*/ 8954099 h 10435941"/>
                  <a:gd name="connsiteX107" fmla="*/ 6428509 w 10490654"/>
                  <a:gd name="connsiteY107" fmla="*/ 8954099 h 10435941"/>
                  <a:gd name="connsiteX108" fmla="*/ 6325922 w 10490654"/>
                  <a:gd name="connsiteY108" fmla="*/ 9057307 h 10435941"/>
                  <a:gd name="connsiteX109" fmla="*/ 6167763 w 10490654"/>
                  <a:gd name="connsiteY109" fmla="*/ 8978227 h 10435941"/>
                  <a:gd name="connsiteX110" fmla="*/ 6002132 w 10490654"/>
                  <a:gd name="connsiteY110" fmla="*/ 9093734 h 10435941"/>
                  <a:gd name="connsiteX111" fmla="*/ 5749636 w 10490654"/>
                  <a:gd name="connsiteY111" fmla="*/ 9051081 h 10435941"/>
                  <a:gd name="connsiteX112" fmla="*/ 5674760 w 10490654"/>
                  <a:gd name="connsiteY112" fmla="*/ 9081904 h 10435941"/>
                  <a:gd name="connsiteX113" fmla="*/ 5507415 w 10490654"/>
                  <a:gd name="connsiteY113" fmla="*/ 9128137 h 10435941"/>
                  <a:gd name="connsiteX114" fmla="*/ 5505859 w 10490654"/>
                  <a:gd name="connsiteY114" fmla="*/ 8870972 h 10435941"/>
                  <a:gd name="connsiteX115" fmla="*/ 5505857 w 10490654"/>
                  <a:gd name="connsiteY115" fmla="*/ 8634977 h 10435941"/>
                  <a:gd name="connsiteX116" fmla="*/ 5336024 w 10490654"/>
                  <a:gd name="connsiteY116" fmla="*/ 8333292 h 10435941"/>
                  <a:gd name="connsiteX117" fmla="*/ 5230324 w 10490654"/>
                  <a:gd name="connsiteY117" fmla="*/ 8082820 h 10435941"/>
                  <a:gd name="connsiteX118" fmla="*/ 5317031 w 10490654"/>
                  <a:gd name="connsiteY118" fmla="*/ 7610208 h 10435941"/>
                  <a:gd name="connsiteX119" fmla="*/ 5201059 w 10490654"/>
                  <a:gd name="connsiteY119" fmla="*/ 7320352 h 10435941"/>
                  <a:gd name="connsiteX120" fmla="*/ 5250872 w 10490654"/>
                  <a:gd name="connsiteY120" fmla="*/ 7069881 h 10435941"/>
                  <a:gd name="connsiteX121" fmla="*/ 5245735 w 10490654"/>
                  <a:gd name="connsiteY121" fmla="*/ 7018665 h 10435941"/>
                  <a:gd name="connsiteX122" fmla="*/ 4577603 w 10490654"/>
                  <a:gd name="connsiteY122" fmla="*/ 7013996 h 10435941"/>
                  <a:gd name="connsiteX123" fmla="*/ 4528412 w 10490654"/>
                  <a:gd name="connsiteY123" fmla="*/ 6840580 h 10435941"/>
                  <a:gd name="connsiteX124" fmla="*/ 4038834 w 10490654"/>
                  <a:gd name="connsiteY124" fmla="*/ 6816452 h 10435941"/>
                  <a:gd name="connsiteX125" fmla="*/ 3976254 w 10490654"/>
                  <a:gd name="connsiteY125" fmla="*/ 7069881 h 10435941"/>
                  <a:gd name="connsiteX126" fmla="*/ 3932667 w 10490654"/>
                  <a:gd name="connsiteY126" fmla="*/ 7281279 h 10435941"/>
                  <a:gd name="connsiteX127" fmla="*/ 3884155 w 10490654"/>
                  <a:gd name="connsiteY127" fmla="*/ 7403480 h 10435941"/>
                  <a:gd name="connsiteX128" fmla="*/ 3572499 w 10490654"/>
                  <a:gd name="connsiteY128" fmla="*/ 7365450 h 10435941"/>
                  <a:gd name="connsiteX129" fmla="*/ 3311236 w 10490654"/>
                  <a:gd name="connsiteY129" fmla="*/ 7402390 h 10435941"/>
                  <a:gd name="connsiteX130" fmla="*/ 2921540 w 10490654"/>
                  <a:gd name="connsiteY130" fmla="*/ 7414475 h 10435941"/>
                  <a:gd name="connsiteX131" fmla="*/ 2784763 w 10490654"/>
                  <a:gd name="connsiteY131" fmla="*/ 7139153 h 10435941"/>
                  <a:gd name="connsiteX132" fmla="*/ 2604654 w 10490654"/>
                  <a:gd name="connsiteY132" fmla="*/ 6862062 h 10435941"/>
                  <a:gd name="connsiteX133" fmla="*/ 2410691 w 10490654"/>
                  <a:gd name="connsiteY133" fmla="*/ 6363299 h 10435941"/>
                  <a:gd name="connsiteX134" fmla="*/ 2327563 w 10490654"/>
                  <a:gd name="connsiteY134" fmla="*/ 6224753 h 10435941"/>
                  <a:gd name="connsiteX135" fmla="*/ 1662545 w 10490654"/>
                  <a:gd name="connsiteY135" fmla="*/ 6197044 h 10435941"/>
                  <a:gd name="connsiteX136" fmla="*/ 1233054 w 10490654"/>
                  <a:gd name="connsiteY136" fmla="*/ 6197044 h 10435941"/>
                  <a:gd name="connsiteX137" fmla="*/ 1136072 w 10490654"/>
                  <a:gd name="connsiteY137" fmla="*/ 6252462 h 10435941"/>
                  <a:gd name="connsiteX138" fmla="*/ 706582 w 10490654"/>
                  <a:gd name="connsiteY138" fmla="*/ 6210899 h 10435941"/>
                  <a:gd name="connsiteX139" fmla="*/ 318654 w 10490654"/>
                  <a:gd name="connsiteY139" fmla="*/ 6238608 h 10435941"/>
                  <a:gd name="connsiteX140" fmla="*/ 96982 w 10490654"/>
                  <a:gd name="connsiteY140" fmla="*/ 6391008 h 10435941"/>
                  <a:gd name="connsiteX141" fmla="*/ 0 w 10490654"/>
                  <a:gd name="connsiteY141" fmla="*/ 6294026 h 10435941"/>
                  <a:gd name="connsiteX142" fmla="*/ 83127 w 10490654"/>
                  <a:gd name="connsiteY142"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161446 w 10490654"/>
                  <a:gd name="connsiteY90" fmla="*/ 10016210 h 10435941"/>
                  <a:gd name="connsiteX91" fmla="*/ 8825345 w 10490654"/>
                  <a:gd name="connsiteY91" fmla="*/ 9813081 h 10435941"/>
                  <a:gd name="connsiteX92" fmla="*/ 8534400 w 10490654"/>
                  <a:gd name="connsiteY92" fmla="*/ 9702244 h 10435941"/>
                  <a:gd name="connsiteX93" fmla="*/ 8423563 w 10490654"/>
                  <a:gd name="connsiteY93" fmla="*/ 9646826 h 10435941"/>
                  <a:gd name="connsiteX94" fmla="*/ 8285018 w 10490654"/>
                  <a:gd name="connsiteY94" fmla="*/ 9480572 h 10435941"/>
                  <a:gd name="connsiteX95" fmla="*/ 8257309 w 10490654"/>
                  <a:gd name="connsiteY95" fmla="*/ 9342026 h 10435941"/>
                  <a:gd name="connsiteX96" fmla="*/ 8146472 w 10490654"/>
                  <a:gd name="connsiteY96" fmla="*/ 9355881 h 10435941"/>
                  <a:gd name="connsiteX97" fmla="*/ 8091054 w 10490654"/>
                  <a:gd name="connsiteY97" fmla="*/ 9577553 h 10435941"/>
                  <a:gd name="connsiteX98" fmla="*/ 7806336 w 10490654"/>
                  <a:gd name="connsiteY98" fmla="*/ 9583313 h 10435941"/>
                  <a:gd name="connsiteX99" fmla="*/ 7567694 w 10490654"/>
                  <a:gd name="connsiteY99" fmla="*/ 9520112 h 10435941"/>
                  <a:gd name="connsiteX100" fmla="*/ 7466043 w 10490654"/>
                  <a:gd name="connsiteY100" fmla="*/ 9471387 h 10435941"/>
                  <a:gd name="connsiteX101" fmla="*/ 7287491 w 10490654"/>
                  <a:gd name="connsiteY101" fmla="*/ 9449904 h 10435941"/>
                  <a:gd name="connsiteX102" fmla="*/ 7221797 w 10490654"/>
                  <a:gd name="connsiteY102" fmla="*/ 9121910 h 10435941"/>
                  <a:gd name="connsiteX103" fmla="*/ 6954982 w 10490654"/>
                  <a:gd name="connsiteY103" fmla="*/ 9189626 h 10435941"/>
                  <a:gd name="connsiteX104" fmla="*/ 6710737 w 10490654"/>
                  <a:gd name="connsiteY104" fmla="*/ 9262013 h 10435941"/>
                  <a:gd name="connsiteX105" fmla="*/ 6674777 w 10490654"/>
                  <a:gd name="connsiteY105" fmla="*/ 9062912 h 10435941"/>
                  <a:gd name="connsiteX106" fmla="*/ 6511636 w 10490654"/>
                  <a:gd name="connsiteY106" fmla="*/ 8954099 h 10435941"/>
                  <a:gd name="connsiteX107" fmla="*/ 6428509 w 10490654"/>
                  <a:gd name="connsiteY107" fmla="*/ 8954099 h 10435941"/>
                  <a:gd name="connsiteX108" fmla="*/ 6325922 w 10490654"/>
                  <a:gd name="connsiteY108" fmla="*/ 9057307 h 10435941"/>
                  <a:gd name="connsiteX109" fmla="*/ 6167763 w 10490654"/>
                  <a:gd name="connsiteY109" fmla="*/ 8978227 h 10435941"/>
                  <a:gd name="connsiteX110" fmla="*/ 6002132 w 10490654"/>
                  <a:gd name="connsiteY110" fmla="*/ 9093734 h 10435941"/>
                  <a:gd name="connsiteX111" fmla="*/ 5749636 w 10490654"/>
                  <a:gd name="connsiteY111" fmla="*/ 9051081 h 10435941"/>
                  <a:gd name="connsiteX112" fmla="*/ 5674760 w 10490654"/>
                  <a:gd name="connsiteY112" fmla="*/ 9081904 h 10435941"/>
                  <a:gd name="connsiteX113" fmla="*/ 5507415 w 10490654"/>
                  <a:gd name="connsiteY113" fmla="*/ 9128137 h 10435941"/>
                  <a:gd name="connsiteX114" fmla="*/ 5505859 w 10490654"/>
                  <a:gd name="connsiteY114" fmla="*/ 8870972 h 10435941"/>
                  <a:gd name="connsiteX115" fmla="*/ 5505857 w 10490654"/>
                  <a:gd name="connsiteY115" fmla="*/ 8634977 h 10435941"/>
                  <a:gd name="connsiteX116" fmla="*/ 5336024 w 10490654"/>
                  <a:gd name="connsiteY116" fmla="*/ 8333292 h 10435941"/>
                  <a:gd name="connsiteX117" fmla="*/ 5230324 w 10490654"/>
                  <a:gd name="connsiteY117" fmla="*/ 8082820 h 10435941"/>
                  <a:gd name="connsiteX118" fmla="*/ 5317031 w 10490654"/>
                  <a:gd name="connsiteY118" fmla="*/ 7610208 h 10435941"/>
                  <a:gd name="connsiteX119" fmla="*/ 5201059 w 10490654"/>
                  <a:gd name="connsiteY119" fmla="*/ 7320352 h 10435941"/>
                  <a:gd name="connsiteX120" fmla="*/ 5250872 w 10490654"/>
                  <a:gd name="connsiteY120" fmla="*/ 7069881 h 10435941"/>
                  <a:gd name="connsiteX121" fmla="*/ 5245735 w 10490654"/>
                  <a:gd name="connsiteY121" fmla="*/ 7018665 h 10435941"/>
                  <a:gd name="connsiteX122" fmla="*/ 4577603 w 10490654"/>
                  <a:gd name="connsiteY122" fmla="*/ 7013996 h 10435941"/>
                  <a:gd name="connsiteX123" fmla="*/ 4528412 w 10490654"/>
                  <a:gd name="connsiteY123" fmla="*/ 6840580 h 10435941"/>
                  <a:gd name="connsiteX124" fmla="*/ 4038834 w 10490654"/>
                  <a:gd name="connsiteY124" fmla="*/ 6816452 h 10435941"/>
                  <a:gd name="connsiteX125" fmla="*/ 3976254 w 10490654"/>
                  <a:gd name="connsiteY125" fmla="*/ 7069881 h 10435941"/>
                  <a:gd name="connsiteX126" fmla="*/ 3932667 w 10490654"/>
                  <a:gd name="connsiteY126" fmla="*/ 7281279 h 10435941"/>
                  <a:gd name="connsiteX127" fmla="*/ 3884155 w 10490654"/>
                  <a:gd name="connsiteY127" fmla="*/ 7403480 h 10435941"/>
                  <a:gd name="connsiteX128" fmla="*/ 3572499 w 10490654"/>
                  <a:gd name="connsiteY128" fmla="*/ 7365450 h 10435941"/>
                  <a:gd name="connsiteX129" fmla="*/ 3311236 w 10490654"/>
                  <a:gd name="connsiteY129" fmla="*/ 7402390 h 10435941"/>
                  <a:gd name="connsiteX130" fmla="*/ 2921540 w 10490654"/>
                  <a:gd name="connsiteY130" fmla="*/ 7414475 h 10435941"/>
                  <a:gd name="connsiteX131" fmla="*/ 2784763 w 10490654"/>
                  <a:gd name="connsiteY131" fmla="*/ 7139153 h 10435941"/>
                  <a:gd name="connsiteX132" fmla="*/ 2604654 w 10490654"/>
                  <a:gd name="connsiteY132" fmla="*/ 6862062 h 10435941"/>
                  <a:gd name="connsiteX133" fmla="*/ 2410691 w 10490654"/>
                  <a:gd name="connsiteY133" fmla="*/ 6363299 h 10435941"/>
                  <a:gd name="connsiteX134" fmla="*/ 2327563 w 10490654"/>
                  <a:gd name="connsiteY134" fmla="*/ 6224753 h 10435941"/>
                  <a:gd name="connsiteX135" fmla="*/ 1662545 w 10490654"/>
                  <a:gd name="connsiteY135" fmla="*/ 6197044 h 10435941"/>
                  <a:gd name="connsiteX136" fmla="*/ 1233054 w 10490654"/>
                  <a:gd name="connsiteY136" fmla="*/ 6197044 h 10435941"/>
                  <a:gd name="connsiteX137" fmla="*/ 1136072 w 10490654"/>
                  <a:gd name="connsiteY137" fmla="*/ 6252462 h 10435941"/>
                  <a:gd name="connsiteX138" fmla="*/ 706582 w 10490654"/>
                  <a:gd name="connsiteY138" fmla="*/ 6210899 h 10435941"/>
                  <a:gd name="connsiteX139" fmla="*/ 318654 w 10490654"/>
                  <a:gd name="connsiteY139" fmla="*/ 6238608 h 10435941"/>
                  <a:gd name="connsiteX140" fmla="*/ 96982 w 10490654"/>
                  <a:gd name="connsiteY140" fmla="*/ 6391008 h 10435941"/>
                  <a:gd name="connsiteX141" fmla="*/ 0 w 10490654"/>
                  <a:gd name="connsiteY141" fmla="*/ 6294026 h 10435941"/>
                  <a:gd name="connsiteX142" fmla="*/ 83127 w 10490654"/>
                  <a:gd name="connsiteY142"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825345 w 10490654"/>
                  <a:gd name="connsiteY91" fmla="*/ 9813081 h 10435941"/>
                  <a:gd name="connsiteX92" fmla="*/ 8534400 w 10490654"/>
                  <a:gd name="connsiteY92" fmla="*/ 9702244 h 10435941"/>
                  <a:gd name="connsiteX93" fmla="*/ 8423563 w 10490654"/>
                  <a:gd name="connsiteY93" fmla="*/ 9646826 h 10435941"/>
                  <a:gd name="connsiteX94" fmla="*/ 8285018 w 10490654"/>
                  <a:gd name="connsiteY94" fmla="*/ 9480572 h 10435941"/>
                  <a:gd name="connsiteX95" fmla="*/ 8257309 w 10490654"/>
                  <a:gd name="connsiteY95" fmla="*/ 9342026 h 10435941"/>
                  <a:gd name="connsiteX96" fmla="*/ 8146472 w 10490654"/>
                  <a:gd name="connsiteY96" fmla="*/ 9355881 h 10435941"/>
                  <a:gd name="connsiteX97" fmla="*/ 8091054 w 10490654"/>
                  <a:gd name="connsiteY97" fmla="*/ 9577553 h 10435941"/>
                  <a:gd name="connsiteX98" fmla="*/ 7806336 w 10490654"/>
                  <a:gd name="connsiteY98" fmla="*/ 9583313 h 10435941"/>
                  <a:gd name="connsiteX99" fmla="*/ 7567694 w 10490654"/>
                  <a:gd name="connsiteY99" fmla="*/ 9520112 h 10435941"/>
                  <a:gd name="connsiteX100" fmla="*/ 7466043 w 10490654"/>
                  <a:gd name="connsiteY100" fmla="*/ 9471387 h 10435941"/>
                  <a:gd name="connsiteX101" fmla="*/ 7287491 w 10490654"/>
                  <a:gd name="connsiteY101" fmla="*/ 9449904 h 10435941"/>
                  <a:gd name="connsiteX102" fmla="*/ 7221797 w 10490654"/>
                  <a:gd name="connsiteY102" fmla="*/ 9121910 h 10435941"/>
                  <a:gd name="connsiteX103" fmla="*/ 6954982 w 10490654"/>
                  <a:gd name="connsiteY103" fmla="*/ 9189626 h 10435941"/>
                  <a:gd name="connsiteX104" fmla="*/ 6710737 w 10490654"/>
                  <a:gd name="connsiteY104" fmla="*/ 9262013 h 10435941"/>
                  <a:gd name="connsiteX105" fmla="*/ 6674777 w 10490654"/>
                  <a:gd name="connsiteY105" fmla="*/ 9062912 h 10435941"/>
                  <a:gd name="connsiteX106" fmla="*/ 6511636 w 10490654"/>
                  <a:gd name="connsiteY106" fmla="*/ 8954099 h 10435941"/>
                  <a:gd name="connsiteX107" fmla="*/ 6428509 w 10490654"/>
                  <a:gd name="connsiteY107" fmla="*/ 8954099 h 10435941"/>
                  <a:gd name="connsiteX108" fmla="*/ 6325922 w 10490654"/>
                  <a:gd name="connsiteY108" fmla="*/ 9057307 h 10435941"/>
                  <a:gd name="connsiteX109" fmla="*/ 6167763 w 10490654"/>
                  <a:gd name="connsiteY109" fmla="*/ 8978227 h 10435941"/>
                  <a:gd name="connsiteX110" fmla="*/ 6002132 w 10490654"/>
                  <a:gd name="connsiteY110" fmla="*/ 9093734 h 10435941"/>
                  <a:gd name="connsiteX111" fmla="*/ 5749636 w 10490654"/>
                  <a:gd name="connsiteY111" fmla="*/ 9051081 h 10435941"/>
                  <a:gd name="connsiteX112" fmla="*/ 5674760 w 10490654"/>
                  <a:gd name="connsiteY112" fmla="*/ 9081904 h 10435941"/>
                  <a:gd name="connsiteX113" fmla="*/ 5507415 w 10490654"/>
                  <a:gd name="connsiteY113" fmla="*/ 9128137 h 10435941"/>
                  <a:gd name="connsiteX114" fmla="*/ 5505859 w 10490654"/>
                  <a:gd name="connsiteY114" fmla="*/ 8870972 h 10435941"/>
                  <a:gd name="connsiteX115" fmla="*/ 5505857 w 10490654"/>
                  <a:gd name="connsiteY115" fmla="*/ 8634977 h 10435941"/>
                  <a:gd name="connsiteX116" fmla="*/ 5336024 w 10490654"/>
                  <a:gd name="connsiteY116" fmla="*/ 8333292 h 10435941"/>
                  <a:gd name="connsiteX117" fmla="*/ 5230324 w 10490654"/>
                  <a:gd name="connsiteY117" fmla="*/ 8082820 h 10435941"/>
                  <a:gd name="connsiteX118" fmla="*/ 5317031 w 10490654"/>
                  <a:gd name="connsiteY118" fmla="*/ 7610208 h 10435941"/>
                  <a:gd name="connsiteX119" fmla="*/ 5201059 w 10490654"/>
                  <a:gd name="connsiteY119" fmla="*/ 7320352 h 10435941"/>
                  <a:gd name="connsiteX120" fmla="*/ 5250872 w 10490654"/>
                  <a:gd name="connsiteY120" fmla="*/ 7069881 h 10435941"/>
                  <a:gd name="connsiteX121" fmla="*/ 5245735 w 10490654"/>
                  <a:gd name="connsiteY121" fmla="*/ 7018665 h 10435941"/>
                  <a:gd name="connsiteX122" fmla="*/ 4577603 w 10490654"/>
                  <a:gd name="connsiteY122" fmla="*/ 7013996 h 10435941"/>
                  <a:gd name="connsiteX123" fmla="*/ 4528412 w 10490654"/>
                  <a:gd name="connsiteY123" fmla="*/ 6840580 h 10435941"/>
                  <a:gd name="connsiteX124" fmla="*/ 4038834 w 10490654"/>
                  <a:gd name="connsiteY124" fmla="*/ 6816452 h 10435941"/>
                  <a:gd name="connsiteX125" fmla="*/ 3976254 w 10490654"/>
                  <a:gd name="connsiteY125" fmla="*/ 7069881 h 10435941"/>
                  <a:gd name="connsiteX126" fmla="*/ 3932667 w 10490654"/>
                  <a:gd name="connsiteY126" fmla="*/ 7281279 h 10435941"/>
                  <a:gd name="connsiteX127" fmla="*/ 3884155 w 10490654"/>
                  <a:gd name="connsiteY127" fmla="*/ 7403480 h 10435941"/>
                  <a:gd name="connsiteX128" fmla="*/ 3572499 w 10490654"/>
                  <a:gd name="connsiteY128" fmla="*/ 7365450 h 10435941"/>
                  <a:gd name="connsiteX129" fmla="*/ 3311236 w 10490654"/>
                  <a:gd name="connsiteY129" fmla="*/ 7402390 h 10435941"/>
                  <a:gd name="connsiteX130" fmla="*/ 2921540 w 10490654"/>
                  <a:gd name="connsiteY130" fmla="*/ 7414475 h 10435941"/>
                  <a:gd name="connsiteX131" fmla="*/ 2784763 w 10490654"/>
                  <a:gd name="connsiteY131" fmla="*/ 7139153 h 10435941"/>
                  <a:gd name="connsiteX132" fmla="*/ 2604654 w 10490654"/>
                  <a:gd name="connsiteY132" fmla="*/ 6862062 h 10435941"/>
                  <a:gd name="connsiteX133" fmla="*/ 2410691 w 10490654"/>
                  <a:gd name="connsiteY133" fmla="*/ 6363299 h 10435941"/>
                  <a:gd name="connsiteX134" fmla="*/ 2327563 w 10490654"/>
                  <a:gd name="connsiteY134" fmla="*/ 6224753 h 10435941"/>
                  <a:gd name="connsiteX135" fmla="*/ 1662545 w 10490654"/>
                  <a:gd name="connsiteY135" fmla="*/ 6197044 h 10435941"/>
                  <a:gd name="connsiteX136" fmla="*/ 1233054 w 10490654"/>
                  <a:gd name="connsiteY136" fmla="*/ 6197044 h 10435941"/>
                  <a:gd name="connsiteX137" fmla="*/ 1136072 w 10490654"/>
                  <a:gd name="connsiteY137" fmla="*/ 6252462 h 10435941"/>
                  <a:gd name="connsiteX138" fmla="*/ 706582 w 10490654"/>
                  <a:gd name="connsiteY138" fmla="*/ 6210899 h 10435941"/>
                  <a:gd name="connsiteX139" fmla="*/ 318654 w 10490654"/>
                  <a:gd name="connsiteY139" fmla="*/ 6238608 h 10435941"/>
                  <a:gd name="connsiteX140" fmla="*/ 96982 w 10490654"/>
                  <a:gd name="connsiteY140" fmla="*/ 6391008 h 10435941"/>
                  <a:gd name="connsiteX141" fmla="*/ 0 w 10490654"/>
                  <a:gd name="connsiteY141" fmla="*/ 6294026 h 10435941"/>
                  <a:gd name="connsiteX142" fmla="*/ 83127 w 10490654"/>
                  <a:gd name="connsiteY142"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26831 w 10490654"/>
                  <a:gd name="connsiteY91" fmla="*/ 9952470 h 10435941"/>
                  <a:gd name="connsiteX92" fmla="*/ 8825345 w 10490654"/>
                  <a:gd name="connsiteY92" fmla="*/ 9813081 h 10435941"/>
                  <a:gd name="connsiteX93" fmla="*/ 8534400 w 10490654"/>
                  <a:gd name="connsiteY93" fmla="*/ 9702244 h 10435941"/>
                  <a:gd name="connsiteX94" fmla="*/ 8423563 w 10490654"/>
                  <a:gd name="connsiteY94" fmla="*/ 9646826 h 10435941"/>
                  <a:gd name="connsiteX95" fmla="*/ 8285018 w 10490654"/>
                  <a:gd name="connsiteY95" fmla="*/ 9480572 h 10435941"/>
                  <a:gd name="connsiteX96" fmla="*/ 8257309 w 10490654"/>
                  <a:gd name="connsiteY96" fmla="*/ 9342026 h 10435941"/>
                  <a:gd name="connsiteX97" fmla="*/ 8146472 w 10490654"/>
                  <a:gd name="connsiteY97" fmla="*/ 9355881 h 10435941"/>
                  <a:gd name="connsiteX98" fmla="*/ 8091054 w 10490654"/>
                  <a:gd name="connsiteY98" fmla="*/ 9577553 h 10435941"/>
                  <a:gd name="connsiteX99" fmla="*/ 7806336 w 10490654"/>
                  <a:gd name="connsiteY99" fmla="*/ 9583313 h 10435941"/>
                  <a:gd name="connsiteX100" fmla="*/ 7567694 w 10490654"/>
                  <a:gd name="connsiteY100" fmla="*/ 9520112 h 10435941"/>
                  <a:gd name="connsiteX101" fmla="*/ 7466043 w 10490654"/>
                  <a:gd name="connsiteY101" fmla="*/ 9471387 h 10435941"/>
                  <a:gd name="connsiteX102" fmla="*/ 7287491 w 10490654"/>
                  <a:gd name="connsiteY102" fmla="*/ 9449904 h 10435941"/>
                  <a:gd name="connsiteX103" fmla="*/ 7221797 w 10490654"/>
                  <a:gd name="connsiteY103" fmla="*/ 912191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825345 w 10490654"/>
                  <a:gd name="connsiteY92" fmla="*/ 9813081 h 10435941"/>
                  <a:gd name="connsiteX93" fmla="*/ 8534400 w 10490654"/>
                  <a:gd name="connsiteY93" fmla="*/ 9702244 h 10435941"/>
                  <a:gd name="connsiteX94" fmla="*/ 8423563 w 10490654"/>
                  <a:gd name="connsiteY94" fmla="*/ 9646826 h 10435941"/>
                  <a:gd name="connsiteX95" fmla="*/ 8285018 w 10490654"/>
                  <a:gd name="connsiteY95" fmla="*/ 9480572 h 10435941"/>
                  <a:gd name="connsiteX96" fmla="*/ 8257309 w 10490654"/>
                  <a:gd name="connsiteY96" fmla="*/ 9342026 h 10435941"/>
                  <a:gd name="connsiteX97" fmla="*/ 8146472 w 10490654"/>
                  <a:gd name="connsiteY97" fmla="*/ 9355881 h 10435941"/>
                  <a:gd name="connsiteX98" fmla="*/ 8091054 w 10490654"/>
                  <a:gd name="connsiteY98" fmla="*/ 9577553 h 10435941"/>
                  <a:gd name="connsiteX99" fmla="*/ 7806336 w 10490654"/>
                  <a:gd name="connsiteY99" fmla="*/ 9583313 h 10435941"/>
                  <a:gd name="connsiteX100" fmla="*/ 7567694 w 10490654"/>
                  <a:gd name="connsiteY100" fmla="*/ 9520112 h 10435941"/>
                  <a:gd name="connsiteX101" fmla="*/ 7466043 w 10490654"/>
                  <a:gd name="connsiteY101" fmla="*/ 9471387 h 10435941"/>
                  <a:gd name="connsiteX102" fmla="*/ 7287491 w 10490654"/>
                  <a:gd name="connsiteY102" fmla="*/ 9449904 h 10435941"/>
                  <a:gd name="connsiteX103" fmla="*/ 7221797 w 10490654"/>
                  <a:gd name="connsiteY103" fmla="*/ 912191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825345 w 10490654"/>
                  <a:gd name="connsiteY92" fmla="*/ 9813081 h 10435941"/>
                  <a:gd name="connsiteX93" fmla="*/ 8534400 w 10490654"/>
                  <a:gd name="connsiteY93" fmla="*/ 9702244 h 10435941"/>
                  <a:gd name="connsiteX94" fmla="*/ 8423563 w 10490654"/>
                  <a:gd name="connsiteY94" fmla="*/ 9646826 h 10435941"/>
                  <a:gd name="connsiteX95" fmla="*/ 8285018 w 10490654"/>
                  <a:gd name="connsiteY95" fmla="*/ 9480572 h 10435941"/>
                  <a:gd name="connsiteX96" fmla="*/ 8257309 w 10490654"/>
                  <a:gd name="connsiteY96" fmla="*/ 9342026 h 10435941"/>
                  <a:gd name="connsiteX97" fmla="*/ 8146472 w 10490654"/>
                  <a:gd name="connsiteY97" fmla="*/ 9355881 h 10435941"/>
                  <a:gd name="connsiteX98" fmla="*/ 8091054 w 10490654"/>
                  <a:gd name="connsiteY98" fmla="*/ 9577553 h 10435941"/>
                  <a:gd name="connsiteX99" fmla="*/ 7806336 w 10490654"/>
                  <a:gd name="connsiteY99" fmla="*/ 9583313 h 10435941"/>
                  <a:gd name="connsiteX100" fmla="*/ 7567694 w 10490654"/>
                  <a:gd name="connsiteY100" fmla="*/ 9520112 h 10435941"/>
                  <a:gd name="connsiteX101" fmla="*/ 7466043 w 10490654"/>
                  <a:gd name="connsiteY101" fmla="*/ 9471387 h 10435941"/>
                  <a:gd name="connsiteX102" fmla="*/ 7287491 w 10490654"/>
                  <a:gd name="connsiteY102" fmla="*/ 9449904 h 10435941"/>
                  <a:gd name="connsiteX103" fmla="*/ 7221797 w 10490654"/>
                  <a:gd name="connsiteY103" fmla="*/ 912191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534400 w 10490654"/>
                  <a:gd name="connsiteY93" fmla="*/ 9702244 h 10435941"/>
                  <a:gd name="connsiteX94" fmla="*/ 8423563 w 10490654"/>
                  <a:gd name="connsiteY94" fmla="*/ 9646826 h 10435941"/>
                  <a:gd name="connsiteX95" fmla="*/ 8285018 w 10490654"/>
                  <a:gd name="connsiteY95" fmla="*/ 9480572 h 10435941"/>
                  <a:gd name="connsiteX96" fmla="*/ 8257309 w 10490654"/>
                  <a:gd name="connsiteY96" fmla="*/ 9342026 h 10435941"/>
                  <a:gd name="connsiteX97" fmla="*/ 8146472 w 10490654"/>
                  <a:gd name="connsiteY97" fmla="*/ 9355881 h 10435941"/>
                  <a:gd name="connsiteX98" fmla="*/ 8091054 w 10490654"/>
                  <a:gd name="connsiteY98" fmla="*/ 9577553 h 10435941"/>
                  <a:gd name="connsiteX99" fmla="*/ 7806336 w 10490654"/>
                  <a:gd name="connsiteY99" fmla="*/ 9583313 h 10435941"/>
                  <a:gd name="connsiteX100" fmla="*/ 7567694 w 10490654"/>
                  <a:gd name="connsiteY100" fmla="*/ 9520112 h 10435941"/>
                  <a:gd name="connsiteX101" fmla="*/ 7466043 w 10490654"/>
                  <a:gd name="connsiteY101" fmla="*/ 9471387 h 10435941"/>
                  <a:gd name="connsiteX102" fmla="*/ 7287491 w 10490654"/>
                  <a:gd name="connsiteY102" fmla="*/ 9449904 h 10435941"/>
                  <a:gd name="connsiteX103" fmla="*/ 7221797 w 10490654"/>
                  <a:gd name="connsiteY103" fmla="*/ 912191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534400 w 10490654"/>
                  <a:gd name="connsiteY93" fmla="*/ 9702244 h 10435941"/>
                  <a:gd name="connsiteX94" fmla="*/ 8423563 w 10490654"/>
                  <a:gd name="connsiteY94" fmla="*/ 9646826 h 10435941"/>
                  <a:gd name="connsiteX95" fmla="*/ 8285018 w 10490654"/>
                  <a:gd name="connsiteY95" fmla="*/ 9480572 h 10435941"/>
                  <a:gd name="connsiteX96" fmla="*/ 8257309 w 10490654"/>
                  <a:gd name="connsiteY96" fmla="*/ 9342026 h 10435941"/>
                  <a:gd name="connsiteX97" fmla="*/ 8146472 w 10490654"/>
                  <a:gd name="connsiteY97" fmla="*/ 9355881 h 10435941"/>
                  <a:gd name="connsiteX98" fmla="*/ 8091054 w 10490654"/>
                  <a:gd name="connsiteY98" fmla="*/ 9577553 h 10435941"/>
                  <a:gd name="connsiteX99" fmla="*/ 7806336 w 10490654"/>
                  <a:gd name="connsiteY99" fmla="*/ 9583313 h 10435941"/>
                  <a:gd name="connsiteX100" fmla="*/ 7567694 w 10490654"/>
                  <a:gd name="connsiteY100" fmla="*/ 9520112 h 10435941"/>
                  <a:gd name="connsiteX101" fmla="*/ 7466043 w 10490654"/>
                  <a:gd name="connsiteY101" fmla="*/ 9471387 h 10435941"/>
                  <a:gd name="connsiteX102" fmla="*/ 7287491 w 10490654"/>
                  <a:gd name="connsiteY102" fmla="*/ 9449904 h 10435941"/>
                  <a:gd name="connsiteX103" fmla="*/ 7171401 w 10490654"/>
                  <a:gd name="connsiteY103" fmla="*/ 920018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534400 w 10490654"/>
                  <a:gd name="connsiteY93" fmla="*/ 9702244 h 10435941"/>
                  <a:gd name="connsiteX94" fmla="*/ 8423563 w 10490654"/>
                  <a:gd name="connsiteY94" fmla="*/ 9646826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806336 w 10490654"/>
                  <a:gd name="connsiteY99" fmla="*/ 9583313 h 10435941"/>
                  <a:gd name="connsiteX100" fmla="*/ 7567694 w 10490654"/>
                  <a:gd name="connsiteY100" fmla="*/ 9520112 h 10435941"/>
                  <a:gd name="connsiteX101" fmla="*/ 7466043 w 10490654"/>
                  <a:gd name="connsiteY101" fmla="*/ 9471387 h 10435941"/>
                  <a:gd name="connsiteX102" fmla="*/ 7287491 w 10490654"/>
                  <a:gd name="connsiteY102" fmla="*/ 9449904 h 10435941"/>
                  <a:gd name="connsiteX103" fmla="*/ 7171401 w 10490654"/>
                  <a:gd name="connsiteY103" fmla="*/ 920018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561889 w 10490654"/>
                  <a:gd name="connsiteY93" fmla="*/ 9697641 h 10435941"/>
                  <a:gd name="connsiteX94" fmla="*/ 8423563 w 10490654"/>
                  <a:gd name="connsiteY94" fmla="*/ 9646826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806336 w 10490654"/>
                  <a:gd name="connsiteY99" fmla="*/ 9583313 h 10435941"/>
                  <a:gd name="connsiteX100" fmla="*/ 7567694 w 10490654"/>
                  <a:gd name="connsiteY100" fmla="*/ 9520112 h 10435941"/>
                  <a:gd name="connsiteX101" fmla="*/ 7466043 w 10490654"/>
                  <a:gd name="connsiteY101" fmla="*/ 9471387 h 10435941"/>
                  <a:gd name="connsiteX102" fmla="*/ 7287491 w 10490654"/>
                  <a:gd name="connsiteY102" fmla="*/ 9449904 h 10435941"/>
                  <a:gd name="connsiteX103" fmla="*/ 7171401 w 10490654"/>
                  <a:gd name="connsiteY103" fmla="*/ 920018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561889 w 10490654"/>
                  <a:gd name="connsiteY93" fmla="*/ 9697641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806336 w 10490654"/>
                  <a:gd name="connsiteY99" fmla="*/ 9583313 h 10435941"/>
                  <a:gd name="connsiteX100" fmla="*/ 7567694 w 10490654"/>
                  <a:gd name="connsiteY100" fmla="*/ 9520112 h 10435941"/>
                  <a:gd name="connsiteX101" fmla="*/ 7466043 w 10490654"/>
                  <a:gd name="connsiteY101" fmla="*/ 9471387 h 10435941"/>
                  <a:gd name="connsiteX102" fmla="*/ 7287491 w 10490654"/>
                  <a:gd name="connsiteY102" fmla="*/ 9449904 h 10435941"/>
                  <a:gd name="connsiteX103" fmla="*/ 7171401 w 10490654"/>
                  <a:gd name="connsiteY103" fmla="*/ 920018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806336 w 10490654"/>
                  <a:gd name="connsiteY99" fmla="*/ 9583313 h 10435941"/>
                  <a:gd name="connsiteX100" fmla="*/ 7567694 w 10490654"/>
                  <a:gd name="connsiteY100" fmla="*/ 9520112 h 10435941"/>
                  <a:gd name="connsiteX101" fmla="*/ 7466043 w 10490654"/>
                  <a:gd name="connsiteY101" fmla="*/ 9471387 h 10435941"/>
                  <a:gd name="connsiteX102" fmla="*/ 7287491 w 10490654"/>
                  <a:gd name="connsiteY102" fmla="*/ 9449904 h 10435941"/>
                  <a:gd name="connsiteX103" fmla="*/ 7171401 w 10490654"/>
                  <a:gd name="connsiteY103" fmla="*/ 920018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806336 w 10490654"/>
                  <a:gd name="connsiteY99" fmla="*/ 9583313 h 10435941"/>
                  <a:gd name="connsiteX100" fmla="*/ 7567694 w 10490654"/>
                  <a:gd name="connsiteY100" fmla="*/ 9520112 h 10435941"/>
                  <a:gd name="connsiteX101" fmla="*/ 7466043 w 10490654"/>
                  <a:gd name="connsiteY101" fmla="*/ 9471387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806336 w 10490654"/>
                  <a:gd name="connsiteY99" fmla="*/ 9583313 h 10435941"/>
                  <a:gd name="connsiteX100" fmla="*/ 7567694 w 10490654"/>
                  <a:gd name="connsiteY100" fmla="*/ 9520112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806336 w 10490654"/>
                  <a:gd name="connsiteY99" fmla="*/ 9583313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710737 w 10490654"/>
                  <a:gd name="connsiteY105" fmla="*/ 9262013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4777 w 10490654"/>
                  <a:gd name="connsiteY106" fmla="*/ 9062912 h 10435941"/>
                  <a:gd name="connsiteX107" fmla="*/ 6511636 w 10490654"/>
                  <a:gd name="connsiteY107" fmla="*/ 8954099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4777 w 10490654"/>
                  <a:gd name="connsiteY106" fmla="*/ 9062912 h 10435941"/>
                  <a:gd name="connsiteX107" fmla="*/ 6511636 w 10490654"/>
                  <a:gd name="connsiteY107" fmla="*/ 9055387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11636 w 10490654"/>
                  <a:gd name="connsiteY107" fmla="*/ 9055387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49636 w 10490654"/>
                  <a:gd name="connsiteY112" fmla="*/ 9051081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45735 w 10490654"/>
                  <a:gd name="connsiteY122" fmla="*/ 701866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28412 w 10490654"/>
                  <a:gd name="connsiteY124" fmla="*/ 6840580 h 10435941"/>
                  <a:gd name="connsiteX125" fmla="*/ 4038834 w 10490654"/>
                  <a:gd name="connsiteY125" fmla="*/ 6816452 h 10435941"/>
                  <a:gd name="connsiteX126" fmla="*/ 3976254 w 10490654"/>
                  <a:gd name="connsiteY126" fmla="*/ 7069881 h 10435941"/>
                  <a:gd name="connsiteX127" fmla="*/ 3932667 w 10490654"/>
                  <a:gd name="connsiteY127" fmla="*/ 7281279 h 10435941"/>
                  <a:gd name="connsiteX128" fmla="*/ 3884155 w 10490654"/>
                  <a:gd name="connsiteY128" fmla="*/ 7403480 h 10435941"/>
                  <a:gd name="connsiteX129" fmla="*/ 3572499 w 10490654"/>
                  <a:gd name="connsiteY129" fmla="*/ 7365450 h 10435941"/>
                  <a:gd name="connsiteX130" fmla="*/ 3311236 w 10490654"/>
                  <a:gd name="connsiteY130" fmla="*/ 7402390 h 10435941"/>
                  <a:gd name="connsiteX131" fmla="*/ 2921540 w 10490654"/>
                  <a:gd name="connsiteY131" fmla="*/ 7414475 h 10435941"/>
                  <a:gd name="connsiteX132" fmla="*/ 2784763 w 10490654"/>
                  <a:gd name="connsiteY132" fmla="*/ 7139153 h 10435941"/>
                  <a:gd name="connsiteX133" fmla="*/ 2604654 w 10490654"/>
                  <a:gd name="connsiteY133" fmla="*/ 6862062 h 10435941"/>
                  <a:gd name="connsiteX134" fmla="*/ 2410691 w 10490654"/>
                  <a:gd name="connsiteY134" fmla="*/ 6363299 h 10435941"/>
                  <a:gd name="connsiteX135" fmla="*/ 2327563 w 10490654"/>
                  <a:gd name="connsiteY135" fmla="*/ 6224753 h 10435941"/>
                  <a:gd name="connsiteX136" fmla="*/ 1662545 w 10490654"/>
                  <a:gd name="connsiteY136" fmla="*/ 6197044 h 10435941"/>
                  <a:gd name="connsiteX137" fmla="*/ 1233054 w 10490654"/>
                  <a:gd name="connsiteY137" fmla="*/ 6197044 h 10435941"/>
                  <a:gd name="connsiteX138" fmla="*/ 1136072 w 10490654"/>
                  <a:gd name="connsiteY138" fmla="*/ 6252462 h 10435941"/>
                  <a:gd name="connsiteX139" fmla="*/ 706582 w 10490654"/>
                  <a:gd name="connsiteY139" fmla="*/ 6210899 h 10435941"/>
                  <a:gd name="connsiteX140" fmla="*/ 318654 w 10490654"/>
                  <a:gd name="connsiteY140" fmla="*/ 6238608 h 10435941"/>
                  <a:gd name="connsiteX141" fmla="*/ 96982 w 10490654"/>
                  <a:gd name="connsiteY141" fmla="*/ 6391008 h 10435941"/>
                  <a:gd name="connsiteX142" fmla="*/ 0 w 10490654"/>
                  <a:gd name="connsiteY142" fmla="*/ 6294026 h 10435941"/>
                  <a:gd name="connsiteX143" fmla="*/ 83127 w 10490654"/>
                  <a:gd name="connsiteY143"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28412 w 10490654"/>
                  <a:gd name="connsiteY124" fmla="*/ 6840580 h 10435941"/>
                  <a:gd name="connsiteX125" fmla="*/ 4326990 w 10490654"/>
                  <a:gd name="connsiteY125" fmla="*/ 6826329 h 10435941"/>
                  <a:gd name="connsiteX126" fmla="*/ 4038834 w 10490654"/>
                  <a:gd name="connsiteY126" fmla="*/ 6816452 h 10435941"/>
                  <a:gd name="connsiteX127" fmla="*/ 3976254 w 10490654"/>
                  <a:gd name="connsiteY127" fmla="*/ 7069881 h 10435941"/>
                  <a:gd name="connsiteX128" fmla="*/ 3932667 w 10490654"/>
                  <a:gd name="connsiteY128" fmla="*/ 7281279 h 10435941"/>
                  <a:gd name="connsiteX129" fmla="*/ 3884155 w 10490654"/>
                  <a:gd name="connsiteY129" fmla="*/ 7403480 h 10435941"/>
                  <a:gd name="connsiteX130" fmla="*/ 3572499 w 10490654"/>
                  <a:gd name="connsiteY130" fmla="*/ 7365450 h 10435941"/>
                  <a:gd name="connsiteX131" fmla="*/ 3311236 w 10490654"/>
                  <a:gd name="connsiteY131" fmla="*/ 7402390 h 10435941"/>
                  <a:gd name="connsiteX132" fmla="*/ 2921540 w 10490654"/>
                  <a:gd name="connsiteY132" fmla="*/ 7414475 h 10435941"/>
                  <a:gd name="connsiteX133" fmla="*/ 2784763 w 10490654"/>
                  <a:gd name="connsiteY133" fmla="*/ 7139153 h 10435941"/>
                  <a:gd name="connsiteX134" fmla="*/ 2604654 w 10490654"/>
                  <a:gd name="connsiteY134" fmla="*/ 6862062 h 10435941"/>
                  <a:gd name="connsiteX135" fmla="*/ 2410691 w 10490654"/>
                  <a:gd name="connsiteY135" fmla="*/ 6363299 h 10435941"/>
                  <a:gd name="connsiteX136" fmla="*/ 2327563 w 10490654"/>
                  <a:gd name="connsiteY136" fmla="*/ 6224753 h 10435941"/>
                  <a:gd name="connsiteX137" fmla="*/ 1662545 w 10490654"/>
                  <a:gd name="connsiteY137" fmla="*/ 6197044 h 10435941"/>
                  <a:gd name="connsiteX138" fmla="*/ 1233054 w 10490654"/>
                  <a:gd name="connsiteY138" fmla="*/ 6197044 h 10435941"/>
                  <a:gd name="connsiteX139" fmla="*/ 1136072 w 10490654"/>
                  <a:gd name="connsiteY139" fmla="*/ 6252462 h 10435941"/>
                  <a:gd name="connsiteX140" fmla="*/ 706582 w 10490654"/>
                  <a:gd name="connsiteY140" fmla="*/ 6210899 h 10435941"/>
                  <a:gd name="connsiteX141" fmla="*/ 318654 w 10490654"/>
                  <a:gd name="connsiteY141" fmla="*/ 6238608 h 10435941"/>
                  <a:gd name="connsiteX142" fmla="*/ 96982 w 10490654"/>
                  <a:gd name="connsiteY142" fmla="*/ 6391008 h 10435941"/>
                  <a:gd name="connsiteX143" fmla="*/ 0 w 10490654"/>
                  <a:gd name="connsiteY143" fmla="*/ 6294026 h 10435941"/>
                  <a:gd name="connsiteX144" fmla="*/ 83127 w 10490654"/>
                  <a:gd name="connsiteY144"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326990 w 10490654"/>
                  <a:gd name="connsiteY125" fmla="*/ 6826329 h 10435941"/>
                  <a:gd name="connsiteX126" fmla="*/ 4038834 w 10490654"/>
                  <a:gd name="connsiteY126" fmla="*/ 6816452 h 10435941"/>
                  <a:gd name="connsiteX127" fmla="*/ 3976254 w 10490654"/>
                  <a:gd name="connsiteY127" fmla="*/ 7069881 h 10435941"/>
                  <a:gd name="connsiteX128" fmla="*/ 3932667 w 10490654"/>
                  <a:gd name="connsiteY128" fmla="*/ 7281279 h 10435941"/>
                  <a:gd name="connsiteX129" fmla="*/ 3884155 w 10490654"/>
                  <a:gd name="connsiteY129" fmla="*/ 7403480 h 10435941"/>
                  <a:gd name="connsiteX130" fmla="*/ 3572499 w 10490654"/>
                  <a:gd name="connsiteY130" fmla="*/ 7365450 h 10435941"/>
                  <a:gd name="connsiteX131" fmla="*/ 3311236 w 10490654"/>
                  <a:gd name="connsiteY131" fmla="*/ 7402390 h 10435941"/>
                  <a:gd name="connsiteX132" fmla="*/ 2921540 w 10490654"/>
                  <a:gd name="connsiteY132" fmla="*/ 7414475 h 10435941"/>
                  <a:gd name="connsiteX133" fmla="*/ 2784763 w 10490654"/>
                  <a:gd name="connsiteY133" fmla="*/ 7139153 h 10435941"/>
                  <a:gd name="connsiteX134" fmla="*/ 2604654 w 10490654"/>
                  <a:gd name="connsiteY134" fmla="*/ 6862062 h 10435941"/>
                  <a:gd name="connsiteX135" fmla="*/ 2410691 w 10490654"/>
                  <a:gd name="connsiteY135" fmla="*/ 6363299 h 10435941"/>
                  <a:gd name="connsiteX136" fmla="*/ 2327563 w 10490654"/>
                  <a:gd name="connsiteY136" fmla="*/ 6224753 h 10435941"/>
                  <a:gd name="connsiteX137" fmla="*/ 1662545 w 10490654"/>
                  <a:gd name="connsiteY137" fmla="*/ 6197044 h 10435941"/>
                  <a:gd name="connsiteX138" fmla="*/ 1233054 w 10490654"/>
                  <a:gd name="connsiteY138" fmla="*/ 6197044 h 10435941"/>
                  <a:gd name="connsiteX139" fmla="*/ 1136072 w 10490654"/>
                  <a:gd name="connsiteY139" fmla="*/ 6252462 h 10435941"/>
                  <a:gd name="connsiteX140" fmla="*/ 706582 w 10490654"/>
                  <a:gd name="connsiteY140" fmla="*/ 6210899 h 10435941"/>
                  <a:gd name="connsiteX141" fmla="*/ 318654 w 10490654"/>
                  <a:gd name="connsiteY141" fmla="*/ 6238608 h 10435941"/>
                  <a:gd name="connsiteX142" fmla="*/ 96982 w 10490654"/>
                  <a:gd name="connsiteY142" fmla="*/ 6391008 h 10435941"/>
                  <a:gd name="connsiteX143" fmla="*/ 0 w 10490654"/>
                  <a:gd name="connsiteY143" fmla="*/ 6294026 h 10435941"/>
                  <a:gd name="connsiteX144" fmla="*/ 83127 w 10490654"/>
                  <a:gd name="connsiteY144"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18619 w 10490654"/>
                  <a:gd name="connsiteY125" fmla="*/ 6830934 h 10435941"/>
                  <a:gd name="connsiteX126" fmla="*/ 4326990 w 10490654"/>
                  <a:gd name="connsiteY126" fmla="*/ 6826329 h 10435941"/>
                  <a:gd name="connsiteX127" fmla="*/ 4038834 w 10490654"/>
                  <a:gd name="connsiteY127" fmla="*/ 6816452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84763 w 10490654"/>
                  <a:gd name="connsiteY134" fmla="*/ 7139153 h 10435941"/>
                  <a:gd name="connsiteX135" fmla="*/ 2604654 w 10490654"/>
                  <a:gd name="connsiteY135" fmla="*/ 6862062 h 10435941"/>
                  <a:gd name="connsiteX136" fmla="*/ 2410691 w 10490654"/>
                  <a:gd name="connsiteY136" fmla="*/ 6363299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96982 w 10490654"/>
                  <a:gd name="connsiteY143" fmla="*/ 6391008 h 10435941"/>
                  <a:gd name="connsiteX144" fmla="*/ 0 w 10490654"/>
                  <a:gd name="connsiteY144" fmla="*/ 6294026 h 10435941"/>
                  <a:gd name="connsiteX145" fmla="*/ 83127 w 10490654"/>
                  <a:gd name="connsiteY145"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38834 w 10490654"/>
                  <a:gd name="connsiteY127" fmla="*/ 6816452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84763 w 10490654"/>
                  <a:gd name="connsiteY134" fmla="*/ 7139153 h 10435941"/>
                  <a:gd name="connsiteX135" fmla="*/ 2604654 w 10490654"/>
                  <a:gd name="connsiteY135" fmla="*/ 6862062 h 10435941"/>
                  <a:gd name="connsiteX136" fmla="*/ 2410691 w 10490654"/>
                  <a:gd name="connsiteY136" fmla="*/ 6363299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96982 w 10490654"/>
                  <a:gd name="connsiteY143" fmla="*/ 6391008 h 10435941"/>
                  <a:gd name="connsiteX144" fmla="*/ 0 w 10490654"/>
                  <a:gd name="connsiteY144" fmla="*/ 6294026 h 10435941"/>
                  <a:gd name="connsiteX145" fmla="*/ 83127 w 10490654"/>
                  <a:gd name="connsiteY145"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38834 w 10490654"/>
                  <a:gd name="connsiteY127" fmla="*/ 6816452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84763 w 10490654"/>
                  <a:gd name="connsiteY134" fmla="*/ 7139153 h 10435941"/>
                  <a:gd name="connsiteX135" fmla="*/ 2604654 w 10490654"/>
                  <a:gd name="connsiteY135" fmla="*/ 6862062 h 10435941"/>
                  <a:gd name="connsiteX136" fmla="*/ 2410691 w 10490654"/>
                  <a:gd name="connsiteY136" fmla="*/ 6363299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96982 w 10490654"/>
                  <a:gd name="connsiteY143" fmla="*/ 6391008 h 10435941"/>
                  <a:gd name="connsiteX144" fmla="*/ 0 w 10490654"/>
                  <a:gd name="connsiteY144" fmla="*/ 6294026 h 10435941"/>
                  <a:gd name="connsiteX145" fmla="*/ 83127 w 10490654"/>
                  <a:gd name="connsiteY145"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38834 w 10490654"/>
                  <a:gd name="connsiteY127" fmla="*/ 6816452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84763 w 10490654"/>
                  <a:gd name="connsiteY134" fmla="*/ 7139153 h 10435941"/>
                  <a:gd name="connsiteX135" fmla="*/ 2604654 w 10490654"/>
                  <a:gd name="connsiteY135" fmla="*/ 6862062 h 10435941"/>
                  <a:gd name="connsiteX136" fmla="*/ 2410691 w 10490654"/>
                  <a:gd name="connsiteY136" fmla="*/ 6363299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96982 w 10490654"/>
                  <a:gd name="connsiteY143" fmla="*/ 6391008 h 10435941"/>
                  <a:gd name="connsiteX144" fmla="*/ 0 w 10490654"/>
                  <a:gd name="connsiteY144" fmla="*/ 6294026 h 10435941"/>
                  <a:gd name="connsiteX145" fmla="*/ 83127 w 10490654"/>
                  <a:gd name="connsiteY145"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38834 w 10490654"/>
                  <a:gd name="connsiteY127" fmla="*/ 6816452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48111 w 10490654"/>
                  <a:gd name="connsiteY134" fmla="*/ 7166777 h 10435941"/>
                  <a:gd name="connsiteX135" fmla="*/ 2604654 w 10490654"/>
                  <a:gd name="connsiteY135" fmla="*/ 6862062 h 10435941"/>
                  <a:gd name="connsiteX136" fmla="*/ 2410691 w 10490654"/>
                  <a:gd name="connsiteY136" fmla="*/ 6363299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96982 w 10490654"/>
                  <a:gd name="connsiteY143" fmla="*/ 6391008 h 10435941"/>
                  <a:gd name="connsiteX144" fmla="*/ 0 w 10490654"/>
                  <a:gd name="connsiteY144" fmla="*/ 6294026 h 10435941"/>
                  <a:gd name="connsiteX145" fmla="*/ 83127 w 10490654"/>
                  <a:gd name="connsiteY145"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38834 w 10490654"/>
                  <a:gd name="connsiteY127" fmla="*/ 6816452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48111 w 10490654"/>
                  <a:gd name="connsiteY134" fmla="*/ 7166777 h 10435941"/>
                  <a:gd name="connsiteX135" fmla="*/ 2586329 w 10490654"/>
                  <a:gd name="connsiteY135" fmla="*/ 6908102 h 10435941"/>
                  <a:gd name="connsiteX136" fmla="*/ 2410691 w 10490654"/>
                  <a:gd name="connsiteY136" fmla="*/ 6363299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96982 w 10490654"/>
                  <a:gd name="connsiteY143" fmla="*/ 6391008 h 10435941"/>
                  <a:gd name="connsiteX144" fmla="*/ 0 w 10490654"/>
                  <a:gd name="connsiteY144" fmla="*/ 6294026 h 10435941"/>
                  <a:gd name="connsiteX145" fmla="*/ 83127 w 10490654"/>
                  <a:gd name="connsiteY145"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38834 w 10490654"/>
                  <a:gd name="connsiteY127" fmla="*/ 6816452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48111 w 10490654"/>
                  <a:gd name="connsiteY134" fmla="*/ 7166777 h 10435941"/>
                  <a:gd name="connsiteX135" fmla="*/ 2586329 w 10490654"/>
                  <a:gd name="connsiteY135" fmla="*/ 6908102 h 10435941"/>
                  <a:gd name="connsiteX136" fmla="*/ 2406108 w 10490654"/>
                  <a:gd name="connsiteY136" fmla="*/ 6257406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96982 w 10490654"/>
                  <a:gd name="connsiteY143" fmla="*/ 6391008 h 10435941"/>
                  <a:gd name="connsiteX144" fmla="*/ 0 w 10490654"/>
                  <a:gd name="connsiteY144" fmla="*/ 6294026 h 10435941"/>
                  <a:gd name="connsiteX145" fmla="*/ 83127 w 10490654"/>
                  <a:gd name="connsiteY145"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38834 w 10490654"/>
                  <a:gd name="connsiteY127" fmla="*/ 6816452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48111 w 10490654"/>
                  <a:gd name="connsiteY134" fmla="*/ 7166777 h 10435941"/>
                  <a:gd name="connsiteX135" fmla="*/ 2586329 w 10490654"/>
                  <a:gd name="connsiteY135" fmla="*/ 6908102 h 10435941"/>
                  <a:gd name="connsiteX136" fmla="*/ 2406108 w 10490654"/>
                  <a:gd name="connsiteY136" fmla="*/ 6257406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96982 w 10490654"/>
                  <a:gd name="connsiteY143" fmla="*/ 6391008 h 10435941"/>
                  <a:gd name="connsiteX144" fmla="*/ 0 w 10490654"/>
                  <a:gd name="connsiteY144" fmla="*/ 6294026 h 10435941"/>
                  <a:gd name="connsiteX145" fmla="*/ 83127 w 10490654"/>
                  <a:gd name="connsiteY145"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52578 w 10490654"/>
                  <a:gd name="connsiteY127" fmla="*/ 6862493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48111 w 10490654"/>
                  <a:gd name="connsiteY134" fmla="*/ 7166777 h 10435941"/>
                  <a:gd name="connsiteX135" fmla="*/ 2586329 w 10490654"/>
                  <a:gd name="connsiteY135" fmla="*/ 6908102 h 10435941"/>
                  <a:gd name="connsiteX136" fmla="*/ 2406108 w 10490654"/>
                  <a:gd name="connsiteY136" fmla="*/ 6257406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96982 w 10490654"/>
                  <a:gd name="connsiteY143" fmla="*/ 6391008 h 10435941"/>
                  <a:gd name="connsiteX144" fmla="*/ 0 w 10490654"/>
                  <a:gd name="connsiteY144" fmla="*/ 6294026 h 10435941"/>
                  <a:gd name="connsiteX145" fmla="*/ 83127 w 10490654"/>
                  <a:gd name="connsiteY145" fmla="*/ 6238608 h 10435941"/>
                  <a:gd name="connsiteX0" fmla="*/ 83127 w 10490654"/>
                  <a:gd name="connsiteY0" fmla="*/ 6238608 h 10435941"/>
                  <a:gd name="connsiteX1" fmla="*/ 96982 w 10490654"/>
                  <a:gd name="connsiteY1" fmla="*/ 5795262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11344 w 10490654"/>
                  <a:gd name="connsiteY127" fmla="*/ 6862493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48111 w 10490654"/>
                  <a:gd name="connsiteY134" fmla="*/ 7166777 h 10435941"/>
                  <a:gd name="connsiteX135" fmla="*/ 2586329 w 10490654"/>
                  <a:gd name="connsiteY135" fmla="*/ 6908102 h 10435941"/>
                  <a:gd name="connsiteX136" fmla="*/ 2406108 w 10490654"/>
                  <a:gd name="connsiteY136" fmla="*/ 6257406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96982 w 10490654"/>
                  <a:gd name="connsiteY143" fmla="*/ 6391008 h 10435941"/>
                  <a:gd name="connsiteX144" fmla="*/ 0 w 10490654"/>
                  <a:gd name="connsiteY144" fmla="*/ 6294026 h 10435941"/>
                  <a:gd name="connsiteX145" fmla="*/ 83127 w 10490654"/>
                  <a:gd name="connsiteY145" fmla="*/ 6238608 h 10435941"/>
                  <a:gd name="connsiteX0" fmla="*/ 83127 w 10490654"/>
                  <a:gd name="connsiteY0" fmla="*/ 6238608 h 10435941"/>
                  <a:gd name="connsiteX1" fmla="*/ 129053 w 10490654"/>
                  <a:gd name="connsiteY1" fmla="*/ 5799866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11344 w 10490654"/>
                  <a:gd name="connsiteY127" fmla="*/ 6862493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48111 w 10490654"/>
                  <a:gd name="connsiteY134" fmla="*/ 7166777 h 10435941"/>
                  <a:gd name="connsiteX135" fmla="*/ 2586329 w 10490654"/>
                  <a:gd name="connsiteY135" fmla="*/ 6908102 h 10435941"/>
                  <a:gd name="connsiteX136" fmla="*/ 2406108 w 10490654"/>
                  <a:gd name="connsiteY136" fmla="*/ 6257406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96982 w 10490654"/>
                  <a:gd name="connsiteY143" fmla="*/ 6391008 h 10435941"/>
                  <a:gd name="connsiteX144" fmla="*/ 0 w 10490654"/>
                  <a:gd name="connsiteY144" fmla="*/ 6294026 h 10435941"/>
                  <a:gd name="connsiteX145" fmla="*/ 83127 w 10490654"/>
                  <a:gd name="connsiteY145" fmla="*/ 6238608 h 10435941"/>
                  <a:gd name="connsiteX0" fmla="*/ 87709 w 10490654"/>
                  <a:gd name="connsiteY0" fmla="*/ 6114298 h 10435941"/>
                  <a:gd name="connsiteX1" fmla="*/ 129053 w 10490654"/>
                  <a:gd name="connsiteY1" fmla="*/ 5799866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11344 w 10490654"/>
                  <a:gd name="connsiteY127" fmla="*/ 6862493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48111 w 10490654"/>
                  <a:gd name="connsiteY134" fmla="*/ 7166777 h 10435941"/>
                  <a:gd name="connsiteX135" fmla="*/ 2586329 w 10490654"/>
                  <a:gd name="connsiteY135" fmla="*/ 6908102 h 10435941"/>
                  <a:gd name="connsiteX136" fmla="*/ 2406108 w 10490654"/>
                  <a:gd name="connsiteY136" fmla="*/ 6257406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96982 w 10490654"/>
                  <a:gd name="connsiteY143" fmla="*/ 6391008 h 10435941"/>
                  <a:gd name="connsiteX144" fmla="*/ 0 w 10490654"/>
                  <a:gd name="connsiteY144" fmla="*/ 6294026 h 10435941"/>
                  <a:gd name="connsiteX145" fmla="*/ 87709 w 10490654"/>
                  <a:gd name="connsiteY145" fmla="*/ 6114298 h 10435941"/>
                  <a:gd name="connsiteX0" fmla="*/ 87709 w 10490654"/>
                  <a:gd name="connsiteY0" fmla="*/ 6114298 h 10435941"/>
                  <a:gd name="connsiteX1" fmla="*/ 129053 w 10490654"/>
                  <a:gd name="connsiteY1" fmla="*/ 5799866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11344 w 10490654"/>
                  <a:gd name="connsiteY127" fmla="*/ 6862493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48111 w 10490654"/>
                  <a:gd name="connsiteY134" fmla="*/ 7166777 h 10435941"/>
                  <a:gd name="connsiteX135" fmla="*/ 2586329 w 10490654"/>
                  <a:gd name="connsiteY135" fmla="*/ 6908102 h 10435941"/>
                  <a:gd name="connsiteX136" fmla="*/ 2406108 w 10490654"/>
                  <a:gd name="connsiteY136" fmla="*/ 6257406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18654 w 10490654"/>
                  <a:gd name="connsiteY142" fmla="*/ 6238608 h 10435941"/>
                  <a:gd name="connsiteX143" fmla="*/ 147380 w 10490654"/>
                  <a:gd name="connsiteY143" fmla="*/ 6294321 h 10435941"/>
                  <a:gd name="connsiteX144" fmla="*/ 0 w 10490654"/>
                  <a:gd name="connsiteY144" fmla="*/ 6294026 h 10435941"/>
                  <a:gd name="connsiteX145" fmla="*/ 87709 w 10490654"/>
                  <a:gd name="connsiteY145" fmla="*/ 6114298 h 10435941"/>
                  <a:gd name="connsiteX0" fmla="*/ 87709 w 10490654"/>
                  <a:gd name="connsiteY0" fmla="*/ 6114298 h 10435941"/>
                  <a:gd name="connsiteX1" fmla="*/ 129053 w 10490654"/>
                  <a:gd name="connsiteY1" fmla="*/ 5799866 h 10435941"/>
                  <a:gd name="connsiteX2" fmla="*/ 401782 w 10490654"/>
                  <a:gd name="connsiteY2" fmla="*/ 5532026 h 10435941"/>
                  <a:gd name="connsiteX3" fmla="*/ 651163 w 10490654"/>
                  <a:gd name="connsiteY3" fmla="*/ 5670572 h 10435941"/>
                  <a:gd name="connsiteX4" fmla="*/ 858982 w 10490654"/>
                  <a:gd name="connsiteY4" fmla="*/ 5504317 h 10435941"/>
                  <a:gd name="connsiteX5" fmla="*/ 997527 w 10490654"/>
                  <a:gd name="connsiteY5" fmla="*/ 5351917 h 10435941"/>
                  <a:gd name="connsiteX6" fmla="*/ 1080654 w 10490654"/>
                  <a:gd name="connsiteY6" fmla="*/ 5435044 h 10435941"/>
                  <a:gd name="connsiteX7" fmla="*/ 1269312 w 10490654"/>
                  <a:gd name="connsiteY7" fmla="*/ 5679710 h 10435941"/>
                  <a:gd name="connsiteX8" fmla="*/ 1523116 w 10490654"/>
                  <a:gd name="connsiteY8" fmla="*/ 5481030 h 10435941"/>
                  <a:gd name="connsiteX9" fmla="*/ 1731818 w 10490654"/>
                  <a:gd name="connsiteY9" fmla="*/ 5296499 h 10435941"/>
                  <a:gd name="connsiteX10" fmla="*/ 2022763 w 10490654"/>
                  <a:gd name="connsiteY10" fmla="*/ 5060972 h 10435941"/>
                  <a:gd name="connsiteX11" fmla="*/ 2119745 w 10490654"/>
                  <a:gd name="connsiteY11" fmla="*/ 4631481 h 10435941"/>
                  <a:gd name="connsiteX12" fmla="*/ 2172511 w 10490654"/>
                  <a:gd name="connsiteY12" fmla="*/ 4164848 h 10435941"/>
                  <a:gd name="connsiteX13" fmla="*/ 2355272 w 10490654"/>
                  <a:gd name="connsiteY13" fmla="*/ 3855626 h 10435941"/>
                  <a:gd name="connsiteX14" fmla="*/ 2752497 w 10490654"/>
                  <a:gd name="connsiteY14" fmla="*/ 3475092 h 10435941"/>
                  <a:gd name="connsiteX15" fmla="*/ 2978727 w 10490654"/>
                  <a:gd name="connsiteY15" fmla="*/ 3259881 h 10435941"/>
                  <a:gd name="connsiteX16" fmla="*/ 3006436 w 10490654"/>
                  <a:gd name="connsiteY16" fmla="*/ 2816535 h 10435941"/>
                  <a:gd name="connsiteX17" fmla="*/ 3075709 w 10490654"/>
                  <a:gd name="connsiteY17" fmla="*/ 2525590 h 10435941"/>
                  <a:gd name="connsiteX18" fmla="*/ 3075709 w 10490654"/>
                  <a:gd name="connsiteY18" fmla="*/ 2317772 h 10435941"/>
                  <a:gd name="connsiteX19" fmla="*/ 3214254 w 10490654"/>
                  <a:gd name="connsiteY19" fmla="*/ 1985262 h 10435941"/>
                  <a:gd name="connsiteX20" fmla="*/ 3214254 w 10490654"/>
                  <a:gd name="connsiteY20" fmla="*/ 1694317 h 10435941"/>
                  <a:gd name="connsiteX21" fmla="*/ 3513454 w 10490654"/>
                  <a:gd name="connsiteY21" fmla="*/ 1126281 h 10435941"/>
                  <a:gd name="connsiteX22" fmla="*/ 3463636 w 10490654"/>
                  <a:gd name="connsiteY22" fmla="*/ 752208 h 10435941"/>
                  <a:gd name="connsiteX23" fmla="*/ 3491345 w 10490654"/>
                  <a:gd name="connsiteY23" fmla="*/ 544390 h 10435941"/>
                  <a:gd name="connsiteX24" fmla="*/ 3823854 w 10490654"/>
                  <a:gd name="connsiteY24" fmla="*/ 184172 h 10435941"/>
                  <a:gd name="connsiteX25" fmla="*/ 4017818 w 10490654"/>
                  <a:gd name="connsiteY25" fmla="*/ 59481 h 10435941"/>
                  <a:gd name="connsiteX26" fmla="*/ 4433454 w 10490654"/>
                  <a:gd name="connsiteY26" fmla="*/ 295008 h 10435941"/>
                  <a:gd name="connsiteX27" fmla="*/ 4599709 w 10490654"/>
                  <a:gd name="connsiteY27" fmla="*/ 488972 h 10435941"/>
                  <a:gd name="connsiteX28" fmla="*/ 5070763 w 10490654"/>
                  <a:gd name="connsiteY28" fmla="*/ 544390 h 10435941"/>
                  <a:gd name="connsiteX29" fmla="*/ 5391187 w 10490654"/>
                  <a:gd name="connsiteY29" fmla="*/ 603639 h 10435941"/>
                  <a:gd name="connsiteX30" fmla="*/ 5568642 w 10490654"/>
                  <a:gd name="connsiteY30" fmla="*/ 588271 h 10435941"/>
                  <a:gd name="connsiteX31" fmla="*/ 5860472 w 10490654"/>
                  <a:gd name="connsiteY31" fmla="*/ 281153 h 10435941"/>
                  <a:gd name="connsiteX32" fmla="*/ 6123709 w 10490654"/>
                  <a:gd name="connsiteY32" fmla="*/ 322717 h 10435941"/>
                  <a:gd name="connsiteX33" fmla="*/ 6541900 w 10490654"/>
                  <a:gd name="connsiteY33" fmla="*/ 168233 h 10435941"/>
                  <a:gd name="connsiteX34" fmla="*/ 6681722 w 10490654"/>
                  <a:gd name="connsiteY34" fmla="*/ 107503 h 10435941"/>
                  <a:gd name="connsiteX35" fmla="*/ 7011678 w 10490654"/>
                  <a:gd name="connsiteY35" fmla="*/ 198026 h 10435941"/>
                  <a:gd name="connsiteX36" fmla="*/ 7232072 w 10490654"/>
                  <a:gd name="connsiteY36" fmla="*/ 17917 h 10435941"/>
                  <a:gd name="connsiteX37" fmla="*/ 7379107 w 10490654"/>
                  <a:gd name="connsiteY37" fmla="*/ 0 h 10435941"/>
                  <a:gd name="connsiteX38" fmla="*/ 7600859 w 10490654"/>
                  <a:gd name="connsiteY38" fmla="*/ 41248 h 10435941"/>
                  <a:gd name="connsiteX39" fmla="*/ 7910945 w 10490654"/>
                  <a:gd name="connsiteY39" fmla="*/ 128753 h 10435941"/>
                  <a:gd name="connsiteX40" fmla="*/ 8312727 w 10490654"/>
                  <a:gd name="connsiteY40" fmla="*/ 59481 h 10435941"/>
                  <a:gd name="connsiteX41" fmla="*/ 8647005 w 10490654"/>
                  <a:gd name="connsiteY41" fmla="*/ 396707 h 10435941"/>
                  <a:gd name="connsiteX42" fmla="*/ 8908472 w 10490654"/>
                  <a:gd name="connsiteY42" fmla="*/ 544390 h 10435941"/>
                  <a:gd name="connsiteX43" fmla="*/ 9146732 w 10490654"/>
                  <a:gd name="connsiteY43" fmla="*/ 420846 h 10435941"/>
                  <a:gd name="connsiteX44" fmla="*/ 9372965 w 10490654"/>
                  <a:gd name="connsiteY44" fmla="*/ 466363 h 10435941"/>
                  <a:gd name="connsiteX45" fmla="*/ 9518072 w 10490654"/>
                  <a:gd name="connsiteY45" fmla="*/ 367819 h 10435941"/>
                  <a:gd name="connsiteX46" fmla="*/ 9646301 w 10490654"/>
                  <a:gd name="connsiteY46" fmla="*/ 369587 h 10435941"/>
                  <a:gd name="connsiteX47" fmla="*/ 10002982 w 10490654"/>
                  <a:gd name="connsiteY47" fmla="*/ 793772 h 10435941"/>
                  <a:gd name="connsiteX48" fmla="*/ 10238509 w 10490654"/>
                  <a:gd name="connsiteY48" fmla="*/ 987735 h 10435941"/>
                  <a:gd name="connsiteX49" fmla="*/ 10224654 w 10490654"/>
                  <a:gd name="connsiteY49" fmla="*/ 1250972 h 10435941"/>
                  <a:gd name="connsiteX50" fmla="*/ 10238509 w 10490654"/>
                  <a:gd name="connsiteY50" fmla="*/ 1444935 h 10435941"/>
                  <a:gd name="connsiteX51" fmla="*/ 10243066 w 10490654"/>
                  <a:gd name="connsiteY51" fmla="*/ 1580249 h 10435941"/>
                  <a:gd name="connsiteX52" fmla="*/ 10490654 w 10490654"/>
                  <a:gd name="connsiteY52" fmla="*/ 1753897 h 10435941"/>
                  <a:gd name="connsiteX53" fmla="*/ 10077929 w 10490654"/>
                  <a:gd name="connsiteY53" fmla="*/ 2207269 h 10435941"/>
                  <a:gd name="connsiteX54" fmla="*/ 9781309 w 10490654"/>
                  <a:gd name="connsiteY54" fmla="*/ 2497881 h 10435941"/>
                  <a:gd name="connsiteX55" fmla="*/ 9580055 w 10490654"/>
                  <a:gd name="connsiteY55" fmla="*/ 3426134 h 10435941"/>
                  <a:gd name="connsiteX56" fmla="*/ 9532477 w 10490654"/>
                  <a:gd name="connsiteY56" fmla="*/ 3685207 h 10435941"/>
                  <a:gd name="connsiteX57" fmla="*/ 9365672 w 10490654"/>
                  <a:gd name="connsiteY57" fmla="*/ 3911044 h 10435941"/>
                  <a:gd name="connsiteX58" fmla="*/ 9310254 w 10490654"/>
                  <a:gd name="connsiteY58" fmla="*/ 4077299 h 10435941"/>
                  <a:gd name="connsiteX59" fmla="*/ 9236422 w 10490654"/>
                  <a:gd name="connsiteY59" fmla="*/ 4285117 h 10435941"/>
                  <a:gd name="connsiteX60" fmla="*/ 9205255 w 10490654"/>
                  <a:gd name="connsiteY60" fmla="*/ 4430122 h 10435941"/>
                  <a:gd name="connsiteX61" fmla="*/ 9337963 w 10490654"/>
                  <a:gd name="connsiteY61" fmla="*/ 4659190 h 10435941"/>
                  <a:gd name="connsiteX62" fmla="*/ 9382180 w 10490654"/>
                  <a:gd name="connsiteY62" fmla="*/ 4915057 h 10435941"/>
                  <a:gd name="connsiteX63" fmla="*/ 9397939 w 10490654"/>
                  <a:gd name="connsiteY63" fmla="*/ 5208060 h 10435941"/>
                  <a:gd name="connsiteX64" fmla="*/ 9383359 w 10490654"/>
                  <a:gd name="connsiteY64" fmla="*/ 5615153 h 10435941"/>
                  <a:gd name="connsiteX65" fmla="*/ 9518623 w 10490654"/>
                  <a:gd name="connsiteY65" fmla="*/ 5975373 h 10435941"/>
                  <a:gd name="connsiteX66" fmla="*/ 9540496 w 10490654"/>
                  <a:gd name="connsiteY66" fmla="*/ 6403714 h 10435941"/>
                  <a:gd name="connsiteX67" fmla="*/ 9933709 w 10490654"/>
                  <a:gd name="connsiteY67" fmla="*/ 6862062 h 10435941"/>
                  <a:gd name="connsiteX68" fmla="*/ 10052074 w 10490654"/>
                  <a:gd name="connsiteY68" fmla="*/ 7221396 h 10435941"/>
                  <a:gd name="connsiteX69" fmla="*/ 10232908 w 10490654"/>
                  <a:gd name="connsiteY69" fmla="*/ 7514995 h 10435941"/>
                  <a:gd name="connsiteX70" fmla="*/ 9670472 w 10490654"/>
                  <a:gd name="connsiteY70" fmla="*/ 7540935 h 10435941"/>
                  <a:gd name="connsiteX71" fmla="*/ 9174087 w 10490654"/>
                  <a:gd name="connsiteY71" fmla="*/ 7651772 h 10435941"/>
                  <a:gd name="connsiteX72" fmla="*/ 9128871 w 10490654"/>
                  <a:gd name="connsiteY72" fmla="*/ 7790317 h 10435941"/>
                  <a:gd name="connsiteX73" fmla="*/ 9019309 w 10490654"/>
                  <a:gd name="connsiteY73" fmla="*/ 7998135 h 10435941"/>
                  <a:gd name="connsiteX74" fmla="*/ 8933823 w 10490654"/>
                  <a:gd name="connsiteY74" fmla="*/ 8085908 h 10435941"/>
                  <a:gd name="connsiteX75" fmla="*/ 9036787 w 10490654"/>
                  <a:gd name="connsiteY75" fmla="*/ 8313437 h 10435941"/>
                  <a:gd name="connsiteX76" fmla="*/ 9027559 w 10490654"/>
                  <a:gd name="connsiteY76" fmla="*/ 8524608 h 10435941"/>
                  <a:gd name="connsiteX77" fmla="*/ 8993669 w 10490654"/>
                  <a:gd name="connsiteY77" fmla="*/ 8758113 h 10435941"/>
                  <a:gd name="connsiteX78" fmla="*/ 8991600 w 10490654"/>
                  <a:gd name="connsiteY78" fmla="*/ 8967953 h 10435941"/>
                  <a:gd name="connsiteX79" fmla="*/ 8894618 w 10490654"/>
                  <a:gd name="connsiteY79" fmla="*/ 9272753 h 10435941"/>
                  <a:gd name="connsiteX80" fmla="*/ 8922328 w 10490654"/>
                  <a:gd name="connsiteY80" fmla="*/ 9578490 h 10435941"/>
                  <a:gd name="connsiteX81" fmla="*/ 9138715 w 10490654"/>
                  <a:gd name="connsiteY81" fmla="*/ 9750056 h 10435941"/>
                  <a:gd name="connsiteX82" fmla="*/ 9231789 w 10490654"/>
                  <a:gd name="connsiteY82" fmla="*/ 9890275 h 10435941"/>
                  <a:gd name="connsiteX83" fmla="*/ 9462870 w 10490654"/>
                  <a:gd name="connsiteY83" fmla="*/ 9929452 h 10435941"/>
                  <a:gd name="connsiteX84" fmla="*/ 9472032 w 10490654"/>
                  <a:gd name="connsiteY84" fmla="*/ 9818955 h 10435941"/>
                  <a:gd name="connsiteX85" fmla="*/ 9620746 w 10490654"/>
                  <a:gd name="connsiteY85" fmla="*/ 9758904 h 10435941"/>
                  <a:gd name="connsiteX86" fmla="*/ 9632264 w 10490654"/>
                  <a:gd name="connsiteY86" fmla="*/ 10334695 h 10435941"/>
                  <a:gd name="connsiteX87" fmla="*/ 9504664 w 10490654"/>
                  <a:gd name="connsiteY87" fmla="*/ 10338313 h 10435941"/>
                  <a:gd name="connsiteX88" fmla="*/ 9328580 w 10490654"/>
                  <a:gd name="connsiteY88" fmla="*/ 10427202 h 10435941"/>
                  <a:gd name="connsiteX89" fmla="*/ 9204220 w 10490654"/>
                  <a:gd name="connsiteY89" fmla="*/ 10435941 h 10435941"/>
                  <a:gd name="connsiteX90" fmla="*/ 9065234 w 10490654"/>
                  <a:gd name="connsiteY90" fmla="*/ 10122103 h 10435941"/>
                  <a:gd name="connsiteX91" fmla="*/ 8954319 w 10490654"/>
                  <a:gd name="connsiteY91" fmla="*/ 10072174 h 10435941"/>
                  <a:gd name="connsiteX92" fmla="*/ 8793275 w 10490654"/>
                  <a:gd name="connsiteY92" fmla="*/ 9863725 h 10435941"/>
                  <a:gd name="connsiteX93" fmla="*/ 8479422 w 10490654"/>
                  <a:gd name="connsiteY93" fmla="*/ 9748287 h 10435941"/>
                  <a:gd name="connsiteX94" fmla="*/ 8359423 w 10490654"/>
                  <a:gd name="connsiteY94" fmla="*/ 9651431 h 10435941"/>
                  <a:gd name="connsiteX95" fmla="*/ 8285018 w 10490654"/>
                  <a:gd name="connsiteY95" fmla="*/ 9480572 h 10435941"/>
                  <a:gd name="connsiteX96" fmla="*/ 8243564 w 10490654"/>
                  <a:gd name="connsiteY96" fmla="*/ 9374254 h 10435941"/>
                  <a:gd name="connsiteX97" fmla="*/ 8146472 w 10490654"/>
                  <a:gd name="connsiteY97" fmla="*/ 9355881 h 10435941"/>
                  <a:gd name="connsiteX98" fmla="*/ 8091054 w 10490654"/>
                  <a:gd name="connsiteY98" fmla="*/ 9577553 h 10435941"/>
                  <a:gd name="connsiteX99" fmla="*/ 7948364 w 10490654"/>
                  <a:gd name="connsiteY99" fmla="*/ 9610939 h 10435941"/>
                  <a:gd name="connsiteX100" fmla="*/ 7595184 w 10490654"/>
                  <a:gd name="connsiteY100" fmla="*/ 9552340 h 10435941"/>
                  <a:gd name="connsiteX101" fmla="*/ 7456879 w 10490654"/>
                  <a:gd name="connsiteY101" fmla="*/ 9485198 h 10435941"/>
                  <a:gd name="connsiteX102" fmla="*/ 7264584 w 10490654"/>
                  <a:gd name="connsiteY102" fmla="*/ 9449904 h 10435941"/>
                  <a:gd name="connsiteX103" fmla="*/ 7171401 w 10490654"/>
                  <a:gd name="connsiteY103" fmla="*/ 9200180 h 10435941"/>
                  <a:gd name="connsiteX104" fmla="*/ 6954982 w 10490654"/>
                  <a:gd name="connsiteY104" fmla="*/ 9189626 h 10435941"/>
                  <a:gd name="connsiteX105" fmla="*/ 6674084 w 10490654"/>
                  <a:gd name="connsiteY105" fmla="*/ 9285034 h 10435941"/>
                  <a:gd name="connsiteX106" fmla="*/ 6679359 w 10490654"/>
                  <a:gd name="connsiteY106" fmla="*/ 9099745 h 10435941"/>
                  <a:gd name="connsiteX107" fmla="*/ 6552868 w 10490654"/>
                  <a:gd name="connsiteY107" fmla="*/ 9013951 h 10435941"/>
                  <a:gd name="connsiteX108" fmla="*/ 6428509 w 10490654"/>
                  <a:gd name="connsiteY108" fmla="*/ 8954099 h 10435941"/>
                  <a:gd name="connsiteX109" fmla="*/ 6325922 w 10490654"/>
                  <a:gd name="connsiteY109" fmla="*/ 9057307 h 10435941"/>
                  <a:gd name="connsiteX110" fmla="*/ 6167763 w 10490654"/>
                  <a:gd name="connsiteY110" fmla="*/ 8978227 h 10435941"/>
                  <a:gd name="connsiteX111" fmla="*/ 6002132 w 10490654"/>
                  <a:gd name="connsiteY111" fmla="*/ 9093734 h 10435941"/>
                  <a:gd name="connsiteX112" fmla="*/ 5735890 w 10490654"/>
                  <a:gd name="connsiteY112" fmla="*/ 9101726 h 10435941"/>
                  <a:gd name="connsiteX113" fmla="*/ 5674760 w 10490654"/>
                  <a:gd name="connsiteY113" fmla="*/ 9081904 h 10435941"/>
                  <a:gd name="connsiteX114" fmla="*/ 5507415 w 10490654"/>
                  <a:gd name="connsiteY114" fmla="*/ 9128137 h 10435941"/>
                  <a:gd name="connsiteX115" fmla="*/ 5505859 w 10490654"/>
                  <a:gd name="connsiteY115" fmla="*/ 8870972 h 10435941"/>
                  <a:gd name="connsiteX116" fmla="*/ 5505857 w 10490654"/>
                  <a:gd name="connsiteY116" fmla="*/ 8634977 h 10435941"/>
                  <a:gd name="connsiteX117" fmla="*/ 5336024 w 10490654"/>
                  <a:gd name="connsiteY117" fmla="*/ 8333292 h 10435941"/>
                  <a:gd name="connsiteX118" fmla="*/ 5230324 w 10490654"/>
                  <a:gd name="connsiteY118" fmla="*/ 8082820 h 10435941"/>
                  <a:gd name="connsiteX119" fmla="*/ 5317031 w 10490654"/>
                  <a:gd name="connsiteY119" fmla="*/ 7610208 h 10435941"/>
                  <a:gd name="connsiteX120" fmla="*/ 5201059 w 10490654"/>
                  <a:gd name="connsiteY120" fmla="*/ 7320352 h 10435941"/>
                  <a:gd name="connsiteX121" fmla="*/ 5250872 w 10490654"/>
                  <a:gd name="connsiteY121" fmla="*/ 7069881 h 10435941"/>
                  <a:gd name="connsiteX122" fmla="*/ 5254899 w 10490654"/>
                  <a:gd name="connsiteY122" fmla="*/ 6935795 h 10435941"/>
                  <a:gd name="connsiteX123" fmla="*/ 4577603 w 10490654"/>
                  <a:gd name="connsiteY123" fmla="*/ 7013996 h 10435941"/>
                  <a:gd name="connsiteX124" fmla="*/ 4560483 w 10490654"/>
                  <a:gd name="connsiteY124" fmla="*/ 6840580 h 10435941"/>
                  <a:gd name="connsiteX125" fmla="*/ 4496504 w 10490654"/>
                  <a:gd name="connsiteY125" fmla="*/ 6706626 h 10435941"/>
                  <a:gd name="connsiteX126" fmla="*/ 4326990 w 10490654"/>
                  <a:gd name="connsiteY126" fmla="*/ 6826329 h 10435941"/>
                  <a:gd name="connsiteX127" fmla="*/ 4011344 w 10490654"/>
                  <a:gd name="connsiteY127" fmla="*/ 6862493 h 10435941"/>
                  <a:gd name="connsiteX128" fmla="*/ 3976254 w 10490654"/>
                  <a:gd name="connsiteY128" fmla="*/ 7069881 h 10435941"/>
                  <a:gd name="connsiteX129" fmla="*/ 3932667 w 10490654"/>
                  <a:gd name="connsiteY129" fmla="*/ 7281279 h 10435941"/>
                  <a:gd name="connsiteX130" fmla="*/ 3884155 w 10490654"/>
                  <a:gd name="connsiteY130" fmla="*/ 7403480 h 10435941"/>
                  <a:gd name="connsiteX131" fmla="*/ 3572499 w 10490654"/>
                  <a:gd name="connsiteY131" fmla="*/ 7365450 h 10435941"/>
                  <a:gd name="connsiteX132" fmla="*/ 3311236 w 10490654"/>
                  <a:gd name="connsiteY132" fmla="*/ 7402390 h 10435941"/>
                  <a:gd name="connsiteX133" fmla="*/ 2921540 w 10490654"/>
                  <a:gd name="connsiteY133" fmla="*/ 7414475 h 10435941"/>
                  <a:gd name="connsiteX134" fmla="*/ 2748111 w 10490654"/>
                  <a:gd name="connsiteY134" fmla="*/ 7166777 h 10435941"/>
                  <a:gd name="connsiteX135" fmla="*/ 2586329 w 10490654"/>
                  <a:gd name="connsiteY135" fmla="*/ 6908102 h 10435941"/>
                  <a:gd name="connsiteX136" fmla="*/ 2406108 w 10490654"/>
                  <a:gd name="connsiteY136" fmla="*/ 6257406 h 10435941"/>
                  <a:gd name="connsiteX137" fmla="*/ 2327563 w 10490654"/>
                  <a:gd name="connsiteY137" fmla="*/ 6224753 h 10435941"/>
                  <a:gd name="connsiteX138" fmla="*/ 1662545 w 10490654"/>
                  <a:gd name="connsiteY138" fmla="*/ 6197044 h 10435941"/>
                  <a:gd name="connsiteX139" fmla="*/ 1233054 w 10490654"/>
                  <a:gd name="connsiteY139" fmla="*/ 6197044 h 10435941"/>
                  <a:gd name="connsiteX140" fmla="*/ 1136072 w 10490654"/>
                  <a:gd name="connsiteY140" fmla="*/ 6252462 h 10435941"/>
                  <a:gd name="connsiteX141" fmla="*/ 706582 w 10490654"/>
                  <a:gd name="connsiteY141" fmla="*/ 6210899 h 10435941"/>
                  <a:gd name="connsiteX142" fmla="*/ 382795 w 10490654"/>
                  <a:gd name="connsiteY142" fmla="*/ 6137320 h 10435941"/>
                  <a:gd name="connsiteX143" fmla="*/ 147380 w 10490654"/>
                  <a:gd name="connsiteY143" fmla="*/ 6294321 h 10435941"/>
                  <a:gd name="connsiteX144" fmla="*/ 0 w 10490654"/>
                  <a:gd name="connsiteY144" fmla="*/ 6294026 h 10435941"/>
                  <a:gd name="connsiteX145" fmla="*/ 87709 w 10490654"/>
                  <a:gd name="connsiteY145" fmla="*/ 6114298 h 10435941"/>
                  <a:gd name="connsiteX0" fmla="*/ 0 w 10402945"/>
                  <a:gd name="connsiteY0" fmla="*/ 6114298 h 10435941"/>
                  <a:gd name="connsiteX1" fmla="*/ 41344 w 10402945"/>
                  <a:gd name="connsiteY1" fmla="*/ 5799866 h 10435941"/>
                  <a:gd name="connsiteX2" fmla="*/ 314073 w 10402945"/>
                  <a:gd name="connsiteY2" fmla="*/ 5532026 h 10435941"/>
                  <a:gd name="connsiteX3" fmla="*/ 563454 w 10402945"/>
                  <a:gd name="connsiteY3" fmla="*/ 5670572 h 10435941"/>
                  <a:gd name="connsiteX4" fmla="*/ 771273 w 10402945"/>
                  <a:gd name="connsiteY4" fmla="*/ 5504317 h 10435941"/>
                  <a:gd name="connsiteX5" fmla="*/ 909818 w 10402945"/>
                  <a:gd name="connsiteY5" fmla="*/ 5351917 h 10435941"/>
                  <a:gd name="connsiteX6" fmla="*/ 992945 w 10402945"/>
                  <a:gd name="connsiteY6" fmla="*/ 5435044 h 10435941"/>
                  <a:gd name="connsiteX7" fmla="*/ 1181603 w 10402945"/>
                  <a:gd name="connsiteY7" fmla="*/ 5679710 h 10435941"/>
                  <a:gd name="connsiteX8" fmla="*/ 1435407 w 10402945"/>
                  <a:gd name="connsiteY8" fmla="*/ 5481030 h 10435941"/>
                  <a:gd name="connsiteX9" fmla="*/ 1644109 w 10402945"/>
                  <a:gd name="connsiteY9" fmla="*/ 5296499 h 10435941"/>
                  <a:gd name="connsiteX10" fmla="*/ 1935054 w 10402945"/>
                  <a:gd name="connsiteY10" fmla="*/ 5060972 h 10435941"/>
                  <a:gd name="connsiteX11" fmla="*/ 2032036 w 10402945"/>
                  <a:gd name="connsiteY11" fmla="*/ 4631481 h 10435941"/>
                  <a:gd name="connsiteX12" fmla="*/ 2084802 w 10402945"/>
                  <a:gd name="connsiteY12" fmla="*/ 4164848 h 10435941"/>
                  <a:gd name="connsiteX13" fmla="*/ 2267563 w 10402945"/>
                  <a:gd name="connsiteY13" fmla="*/ 3855626 h 10435941"/>
                  <a:gd name="connsiteX14" fmla="*/ 2664788 w 10402945"/>
                  <a:gd name="connsiteY14" fmla="*/ 3475092 h 10435941"/>
                  <a:gd name="connsiteX15" fmla="*/ 2891018 w 10402945"/>
                  <a:gd name="connsiteY15" fmla="*/ 3259881 h 10435941"/>
                  <a:gd name="connsiteX16" fmla="*/ 2918727 w 10402945"/>
                  <a:gd name="connsiteY16" fmla="*/ 2816535 h 10435941"/>
                  <a:gd name="connsiteX17" fmla="*/ 2988000 w 10402945"/>
                  <a:gd name="connsiteY17" fmla="*/ 2525590 h 10435941"/>
                  <a:gd name="connsiteX18" fmla="*/ 2988000 w 10402945"/>
                  <a:gd name="connsiteY18" fmla="*/ 2317772 h 10435941"/>
                  <a:gd name="connsiteX19" fmla="*/ 3126545 w 10402945"/>
                  <a:gd name="connsiteY19" fmla="*/ 1985262 h 10435941"/>
                  <a:gd name="connsiteX20" fmla="*/ 3126545 w 10402945"/>
                  <a:gd name="connsiteY20" fmla="*/ 1694317 h 10435941"/>
                  <a:gd name="connsiteX21" fmla="*/ 3425745 w 10402945"/>
                  <a:gd name="connsiteY21" fmla="*/ 1126281 h 10435941"/>
                  <a:gd name="connsiteX22" fmla="*/ 3375927 w 10402945"/>
                  <a:gd name="connsiteY22" fmla="*/ 752208 h 10435941"/>
                  <a:gd name="connsiteX23" fmla="*/ 3403636 w 10402945"/>
                  <a:gd name="connsiteY23" fmla="*/ 544390 h 10435941"/>
                  <a:gd name="connsiteX24" fmla="*/ 3736145 w 10402945"/>
                  <a:gd name="connsiteY24" fmla="*/ 184172 h 10435941"/>
                  <a:gd name="connsiteX25" fmla="*/ 3930109 w 10402945"/>
                  <a:gd name="connsiteY25" fmla="*/ 59481 h 10435941"/>
                  <a:gd name="connsiteX26" fmla="*/ 4345745 w 10402945"/>
                  <a:gd name="connsiteY26" fmla="*/ 295008 h 10435941"/>
                  <a:gd name="connsiteX27" fmla="*/ 4512000 w 10402945"/>
                  <a:gd name="connsiteY27" fmla="*/ 488972 h 10435941"/>
                  <a:gd name="connsiteX28" fmla="*/ 4983054 w 10402945"/>
                  <a:gd name="connsiteY28" fmla="*/ 544390 h 10435941"/>
                  <a:gd name="connsiteX29" fmla="*/ 5303478 w 10402945"/>
                  <a:gd name="connsiteY29" fmla="*/ 603639 h 10435941"/>
                  <a:gd name="connsiteX30" fmla="*/ 5480933 w 10402945"/>
                  <a:gd name="connsiteY30" fmla="*/ 588271 h 10435941"/>
                  <a:gd name="connsiteX31" fmla="*/ 5772763 w 10402945"/>
                  <a:gd name="connsiteY31" fmla="*/ 281153 h 10435941"/>
                  <a:gd name="connsiteX32" fmla="*/ 6036000 w 10402945"/>
                  <a:gd name="connsiteY32" fmla="*/ 322717 h 10435941"/>
                  <a:gd name="connsiteX33" fmla="*/ 6454191 w 10402945"/>
                  <a:gd name="connsiteY33" fmla="*/ 168233 h 10435941"/>
                  <a:gd name="connsiteX34" fmla="*/ 6594013 w 10402945"/>
                  <a:gd name="connsiteY34" fmla="*/ 107503 h 10435941"/>
                  <a:gd name="connsiteX35" fmla="*/ 6923969 w 10402945"/>
                  <a:gd name="connsiteY35" fmla="*/ 198026 h 10435941"/>
                  <a:gd name="connsiteX36" fmla="*/ 7144363 w 10402945"/>
                  <a:gd name="connsiteY36" fmla="*/ 17917 h 10435941"/>
                  <a:gd name="connsiteX37" fmla="*/ 7291398 w 10402945"/>
                  <a:gd name="connsiteY37" fmla="*/ 0 h 10435941"/>
                  <a:gd name="connsiteX38" fmla="*/ 7513150 w 10402945"/>
                  <a:gd name="connsiteY38" fmla="*/ 41248 h 10435941"/>
                  <a:gd name="connsiteX39" fmla="*/ 7823236 w 10402945"/>
                  <a:gd name="connsiteY39" fmla="*/ 128753 h 10435941"/>
                  <a:gd name="connsiteX40" fmla="*/ 8225018 w 10402945"/>
                  <a:gd name="connsiteY40" fmla="*/ 59481 h 10435941"/>
                  <a:gd name="connsiteX41" fmla="*/ 8559296 w 10402945"/>
                  <a:gd name="connsiteY41" fmla="*/ 396707 h 10435941"/>
                  <a:gd name="connsiteX42" fmla="*/ 8820763 w 10402945"/>
                  <a:gd name="connsiteY42" fmla="*/ 544390 h 10435941"/>
                  <a:gd name="connsiteX43" fmla="*/ 9059023 w 10402945"/>
                  <a:gd name="connsiteY43" fmla="*/ 420846 h 10435941"/>
                  <a:gd name="connsiteX44" fmla="*/ 9285256 w 10402945"/>
                  <a:gd name="connsiteY44" fmla="*/ 466363 h 10435941"/>
                  <a:gd name="connsiteX45" fmla="*/ 9430363 w 10402945"/>
                  <a:gd name="connsiteY45" fmla="*/ 367819 h 10435941"/>
                  <a:gd name="connsiteX46" fmla="*/ 9558592 w 10402945"/>
                  <a:gd name="connsiteY46" fmla="*/ 369587 h 10435941"/>
                  <a:gd name="connsiteX47" fmla="*/ 9915273 w 10402945"/>
                  <a:gd name="connsiteY47" fmla="*/ 793772 h 10435941"/>
                  <a:gd name="connsiteX48" fmla="*/ 10150800 w 10402945"/>
                  <a:gd name="connsiteY48" fmla="*/ 987735 h 10435941"/>
                  <a:gd name="connsiteX49" fmla="*/ 10136945 w 10402945"/>
                  <a:gd name="connsiteY49" fmla="*/ 1250972 h 10435941"/>
                  <a:gd name="connsiteX50" fmla="*/ 10150800 w 10402945"/>
                  <a:gd name="connsiteY50" fmla="*/ 1444935 h 10435941"/>
                  <a:gd name="connsiteX51" fmla="*/ 10155357 w 10402945"/>
                  <a:gd name="connsiteY51" fmla="*/ 1580249 h 10435941"/>
                  <a:gd name="connsiteX52" fmla="*/ 10402945 w 10402945"/>
                  <a:gd name="connsiteY52" fmla="*/ 1753897 h 10435941"/>
                  <a:gd name="connsiteX53" fmla="*/ 9990220 w 10402945"/>
                  <a:gd name="connsiteY53" fmla="*/ 2207269 h 10435941"/>
                  <a:gd name="connsiteX54" fmla="*/ 9693600 w 10402945"/>
                  <a:gd name="connsiteY54" fmla="*/ 2497881 h 10435941"/>
                  <a:gd name="connsiteX55" fmla="*/ 9492346 w 10402945"/>
                  <a:gd name="connsiteY55" fmla="*/ 3426134 h 10435941"/>
                  <a:gd name="connsiteX56" fmla="*/ 9444768 w 10402945"/>
                  <a:gd name="connsiteY56" fmla="*/ 3685207 h 10435941"/>
                  <a:gd name="connsiteX57" fmla="*/ 9277963 w 10402945"/>
                  <a:gd name="connsiteY57" fmla="*/ 3911044 h 10435941"/>
                  <a:gd name="connsiteX58" fmla="*/ 9222545 w 10402945"/>
                  <a:gd name="connsiteY58" fmla="*/ 4077299 h 10435941"/>
                  <a:gd name="connsiteX59" fmla="*/ 9148713 w 10402945"/>
                  <a:gd name="connsiteY59" fmla="*/ 4285117 h 10435941"/>
                  <a:gd name="connsiteX60" fmla="*/ 9117546 w 10402945"/>
                  <a:gd name="connsiteY60" fmla="*/ 4430122 h 10435941"/>
                  <a:gd name="connsiteX61" fmla="*/ 9250254 w 10402945"/>
                  <a:gd name="connsiteY61" fmla="*/ 4659190 h 10435941"/>
                  <a:gd name="connsiteX62" fmla="*/ 9294471 w 10402945"/>
                  <a:gd name="connsiteY62" fmla="*/ 4915057 h 10435941"/>
                  <a:gd name="connsiteX63" fmla="*/ 9310230 w 10402945"/>
                  <a:gd name="connsiteY63" fmla="*/ 5208060 h 10435941"/>
                  <a:gd name="connsiteX64" fmla="*/ 9295650 w 10402945"/>
                  <a:gd name="connsiteY64" fmla="*/ 5615153 h 10435941"/>
                  <a:gd name="connsiteX65" fmla="*/ 9430914 w 10402945"/>
                  <a:gd name="connsiteY65" fmla="*/ 5975373 h 10435941"/>
                  <a:gd name="connsiteX66" fmla="*/ 9452787 w 10402945"/>
                  <a:gd name="connsiteY66" fmla="*/ 6403714 h 10435941"/>
                  <a:gd name="connsiteX67" fmla="*/ 9846000 w 10402945"/>
                  <a:gd name="connsiteY67" fmla="*/ 6862062 h 10435941"/>
                  <a:gd name="connsiteX68" fmla="*/ 9964365 w 10402945"/>
                  <a:gd name="connsiteY68" fmla="*/ 7221396 h 10435941"/>
                  <a:gd name="connsiteX69" fmla="*/ 10145199 w 10402945"/>
                  <a:gd name="connsiteY69" fmla="*/ 7514995 h 10435941"/>
                  <a:gd name="connsiteX70" fmla="*/ 9582763 w 10402945"/>
                  <a:gd name="connsiteY70" fmla="*/ 7540935 h 10435941"/>
                  <a:gd name="connsiteX71" fmla="*/ 9086378 w 10402945"/>
                  <a:gd name="connsiteY71" fmla="*/ 7651772 h 10435941"/>
                  <a:gd name="connsiteX72" fmla="*/ 9041162 w 10402945"/>
                  <a:gd name="connsiteY72" fmla="*/ 7790317 h 10435941"/>
                  <a:gd name="connsiteX73" fmla="*/ 8931600 w 10402945"/>
                  <a:gd name="connsiteY73" fmla="*/ 7998135 h 10435941"/>
                  <a:gd name="connsiteX74" fmla="*/ 8846114 w 10402945"/>
                  <a:gd name="connsiteY74" fmla="*/ 8085908 h 10435941"/>
                  <a:gd name="connsiteX75" fmla="*/ 8949078 w 10402945"/>
                  <a:gd name="connsiteY75" fmla="*/ 8313437 h 10435941"/>
                  <a:gd name="connsiteX76" fmla="*/ 8939850 w 10402945"/>
                  <a:gd name="connsiteY76" fmla="*/ 8524608 h 10435941"/>
                  <a:gd name="connsiteX77" fmla="*/ 8905960 w 10402945"/>
                  <a:gd name="connsiteY77" fmla="*/ 8758113 h 10435941"/>
                  <a:gd name="connsiteX78" fmla="*/ 8903891 w 10402945"/>
                  <a:gd name="connsiteY78" fmla="*/ 8967953 h 10435941"/>
                  <a:gd name="connsiteX79" fmla="*/ 8806909 w 10402945"/>
                  <a:gd name="connsiteY79" fmla="*/ 9272753 h 10435941"/>
                  <a:gd name="connsiteX80" fmla="*/ 8834619 w 10402945"/>
                  <a:gd name="connsiteY80" fmla="*/ 9578490 h 10435941"/>
                  <a:gd name="connsiteX81" fmla="*/ 9051006 w 10402945"/>
                  <a:gd name="connsiteY81" fmla="*/ 9750056 h 10435941"/>
                  <a:gd name="connsiteX82" fmla="*/ 9144080 w 10402945"/>
                  <a:gd name="connsiteY82" fmla="*/ 9890275 h 10435941"/>
                  <a:gd name="connsiteX83" fmla="*/ 9375161 w 10402945"/>
                  <a:gd name="connsiteY83" fmla="*/ 9929452 h 10435941"/>
                  <a:gd name="connsiteX84" fmla="*/ 9384323 w 10402945"/>
                  <a:gd name="connsiteY84" fmla="*/ 9818955 h 10435941"/>
                  <a:gd name="connsiteX85" fmla="*/ 9533037 w 10402945"/>
                  <a:gd name="connsiteY85" fmla="*/ 9758904 h 10435941"/>
                  <a:gd name="connsiteX86" fmla="*/ 9544555 w 10402945"/>
                  <a:gd name="connsiteY86" fmla="*/ 10334695 h 10435941"/>
                  <a:gd name="connsiteX87" fmla="*/ 9416955 w 10402945"/>
                  <a:gd name="connsiteY87" fmla="*/ 10338313 h 10435941"/>
                  <a:gd name="connsiteX88" fmla="*/ 9240871 w 10402945"/>
                  <a:gd name="connsiteY88" fmla="*/ 10427202 h 10435941"/>
                  <a:gd name="connsiteX89" fmla="*/ 9116511 w 10402945"/>
                  <a:gd name="connsiteY89" fmla="*/ 10435941 h 10435941"/>
                  <a:gd name="connsiteX90" fmla="*/ 8977525 w 10402945"/>
                  <a:gd name="connsiteY90" fmla="*/ 10122103 h 10435941"/>
                  <a:gd name="connsiteX91" fmla="*/ 8866610 w 10402945"/>
                  <a:gd name="connsiteY91" fmla="*/ 10072174 h 10435941"/>
                  <a:gd name="connsiteX92" fmla="*/ 8705566 w 10402945"/>
                  <a:gd name="connsiteY92" fmla="*/ 9863725 h 10435941"/>
                  <a:gd name="connsiteX93" fmla="*/ 8391713 w 10402945"/>
                  <a:gd name="connsiteY93" fmla="*/ 9748287 h 10435941"/>
                  <a:gd name="connsiteX94" fmla="*/ 8271714 w 10402945"/>
                  <a:gd name="connsiteY94" fmla="*/ 9651431 h 10435941"/>
                  <a:gd name="connsiteX95" fmla="*/ 8197309 w 10402945"/>
                  <a:gd name="connsiteY95" fmla="*/ 9480572 h 10435941"/>
                  <a:gd name="connsiteX96" fmla="*/ 8155855 w 10402945"/>
                  <a:gd name="connsiteY96" fmla="*/ 9374254 h 10435941"/>
                  <a:gd name="connsiteX97" fmla="*/ 8058763 w 10402945"/>
                  <a:gd name="connsiteY97" fmla="*/ 9355881 h 10435941"/>
                  <a:gd name="connsiteX98" fmla="*/ 8003345 w 10402945"/>
                  <a:gd name="connsiteY98" fmla="*/ 9577553 h 10435941"/>
                  <a:gd name="connsiteX99" fmla="*/ 7860655 w 10402945"/>
                  <a:gd name="connsiteY99" fmla="*/ 9610939 h 10435941"/>
                  <a:gd name="connsiteX100" fmla="*/ 7507475 w 10402945"/>
                  <a:gd name="connsiteY100" fmla="*/ 9552340 h 10435941"/>
                  <a:gd name="connsiteX101" fmla="*/ 7369170 w 10402945"/>
                  <a:gd name="connsiteY101" fmla="*/ 9485198 h 10435941"/>
                  <a:gd name="connsiteX102" fmla="*/ 7176875 w 10402945"/>
                  <a:gd name="connsiteY102" fmla="*/ 9449904 h 10435941"/>
                  <a:gd name="connsiteX103" fmla="*/ 7083692 w 10402945"/>
                  <a:gd name="connsiteY103" fmla="*/ 9200180 h 10435941"/>
                  <a:gd name="connsiteX104" fmla="*/ 6867273 w 10402945"/>
                  <a:gd name="connsiteY104" fmla="*/ 9189626 h 10435941"/>
                  <a:gd name="connsiteX105" fmla="*/ 6586375 w 10402945"/>
                  <a:gd name="connsiteY105" fmla="*/ 9285034 h 10435941"/>
                  <a:gd name="connsiteX106" fmla="*/ 6591650 w 10402945"/>
                  <a:gd name="connsiteY106" fmla="*/ 9099745 h 10435941"/>
                  <a:gd name="connsiteX107" fmla="*/ 6465159 w 10402945"/>
                  <a:gd name="connsiteY107" fmla="*/ 9013951 h 10435941"/>
                  <a:gd name="connsiteX108" fmla="*/ 6340800 w 10402945"/>
                  <a:gd name="connsiteY108" fmla="*/ 8954099 h 10435941"/>
                  <a:gd name="connsiteX109" fmla="*/ 6238213 w 10402945"/>
                  <a:gd name="connsiteY109" fmla="*/ 9057307 h 10435941"/>
                  <a:gd name="connsiteX110" fmla="*/ 6080054 w 10402945"/>
                  <a:gd name="connsiteY110" fmla="*/ 8978227 h 10435941"/>
                  <a:gd name="connsiteX111" fmla="*/ 5914423 w 10402945"/>
                  <a:gd name="connsiteY111" fmla="*/ 9093734 h 10435941"/>
                  <a:gd name="connsiteX112" fmla="*/ 5648181 w 10402945"/>
                  <a:gd name="connsiteY112" fmla="*/ 9101726 h 10435941"/>
                  <a:gd name="connsiteX113" fmla="*/ 5587051 w 10402945"/>
                  <a:gd name="connsiteY113" fmla="*/ 9081904 h 10435941"/>
                  <a:gd name="connsiteX114" fmla="*/ 5419706 w 10402945"/>
                  <a:gd name="connsiteY114" fmla="*/ 9128137 h 10435941"/>
                  <a:gd name="connsiteX115" fmla="*/ 5418150 w 10402945"/>
                  <a:gd name="connsiteY115" fmla="*/ 8870972 h 10435941"/>
                  <a:gd name="connsiteX116" fmla="*/ 5418148 w 10402945"/>
                  <a:gd name="connsiteY116" fmla="*/ 8634977 h 10435941"/>
                  <a:gd name="connsiteX117" fmla="*/ 5248315 w 10402945"/>
                  <a:gd name="connsiteY117" fmla="*/ 8333292 h 10435941"/>
                  <a:gd name="connsiteX118" fmla="*/ 5142615 w 10402945"/>
                  <a:gd name="connsiteY118" fmla="*/ 8082820 h 10435941"/>
                  <a:gd name="connsiteX119" fmla="*/ 5229322 w 10402945"/>
                  <a:gd name="connsiteY119" fmla="*/ 7610208 h 10435941"/>
                  <a:gd name="connsiteX120" fmla="*/ 5113350 w 10402945"/>
                  <a:gd name="connsiteY120" fmla="*/ 7320352 h 10435941"/>
                  <a:gd name="connsiteX121" fmla="*/ 5163163 w 10402945"/>
                  <a:gd name="connsiteY121" fmla="*/ 7069881 h 10435941"/>
                  <a:gd name="connsiteX122" fmla="*/ 5167190 w 10402945"/>
                  <a:gd name="connsiteY122" fmla="*/ 6935795 h 10435941"/>
                  <a:gd name="connsiteX123" fmla="*/ 4489894 w 10402945"/>
                  <a:gd name="connsiteY123" fmla="*/ 7013996 h 10435941"/>
                  <a:gd name="connsiteX124" fmla="*/ 4472774 w 10402945"/>
                  <a:gd name="connsiteY124" fmla="*/ 6840580 h 10435941"/>
                  <a:gd name="connsiteX125" fmla="*/ 4408795 w 10402945"/>
                  <a:gd name="connsiteY125" fmla="*/ 6706626 h 10435941"/>
                  <a:gd name="connsiteX126" fmla="*/ 4239281 w 10402945"/>
                  <a:gd name="connsiteY126" fmla="*/ 6826329 h 10435941"/>
                  <a:gd name="connsiteX127" fmla="*/ 3923635 w 10402945"/>
                  <a:gd name="connsiteY127" fmla="*/ 6862493 h 10435941"/>
                  <a:gd name="connsiteX128" fmla="*/ 3888545 w 10402945"/>
                  <a:gd name="connsiteY128" fmla="*/ 7069881 h 10435941"/>
                  <a:gd name="connsiteX129" fmla="*/ 3844958 w 10402945"/>
                  <a:gd name="connsiteY129" fmla="*/ 7281279 h 10435941"/>
                  <a:gd name="connsiteX130" fmla="*/ 3796446 w 10402945"/>
                  <a:gd name="connsiteY130" fmla="*/ 7403480 h 10435941"/>
                  <a:gd name="connsiteX131" fmla="*/ 3484790 w 10402945"/>
                  <a:gd name="connsiteY131" fmla="*/ 7365450 h 10435941"/>
                  <a:gd name="connsiteX132" fmla="*/ 3223527 w 10402945"/>
                  <a:gd name="connsiteY132" fmla="*/ 7402390 h 10435941"/>
                  <a:gd name="connsiteX133" fmla="*/ 2833831 w 10402945"/>
                  <a:gd name="connsiteY133" fmla="*/ 7414475 h 10435941"/>
                  <a:gd name="connsiteX134" fmla="*/ 2660402 w 10402945"/>
                  <a:gd name="connsiteY134" fmla="*/ 7166777 h 10435941"/>
                  <a:gd name="connsiteX135" fmla="*/ 2498620 w 10402945"/>
                  <a:gd name="connsiteY135" fmla="*/ 6908102 h 10435941"/>
                  <a:gd name="connsiteX136" fmla="*/ 2318399 w 10402945"/>
                  <a:gd name="connsiteY136" fmla="*/ 6257406 h 10435941"/>
                  <a:gd name="connsiteX137" fmla="*/ 2239854 w 10402945"/>
                  <a:gd name="connsiteY137" fmla="*/ 6224753 h 10435941"/>
                  <a:gd name="connsiteX138" fmla="*/ 1574836 w 10402945"/>
                  <a:gd name="connsiteY138" fmla="*/ 6197044 h 10435941"/>
                  <a:gd name="connsiteX139" fmla="*/ 1145345 w 10402945"/>
                  <a:gd name="connsiteY139" fmla="*/ 6197044 h 10435941"/>
                  <a:gd name="connsiteX140" fmla="*/ 1048363 w 10402945"/>
                  <a:gd name="connsiteY140" fmla="*/ 6252462 h 10435941"/>
                  <a:gd name="connsiteX141" fmla="*/ 618873 w 10402945"/>
                  <a:gd name="connsiteY141" fmla="*/ 6210899 h 10435941"/>
                  <a:gd name="connsiteX142" fmla="*/ 295086 w 10402945"/>
                  <a:gd name="connsiteY142" fmla="*/ 6137320 h 10435941"/>
                  <a:gd name="connsiteX143" fmla="*/ 59671 w 10402945"/>
                  <a:gd name="connsiteY143" fmla="*/ 6294321 h 10435941"/>
                  <a:gd name="connsiteX144" fmla="*/ 0 w 10402945"/>
                  <a:gd name="connsiteY144" fmla="*/ 6114298 h 10435941"/>
                  <a:gd name="connsiteX0" fmla="*/ 0 w 10476249"/>
                  <a:gd name="connsiteY0" fmla="*/ 6169546 h 10435941"/>
                  <a:gd name="connsiteX1" fmla="*/ 114648 w 10476249"/>
                  <a:gd name="connsiteY1" fmla="*/ 5799866 h 10435941"/>
                  <a:gd name="connsiteX2" fmla="*/ 387377 w 10476249"/>
                  <a:gd name="connsiteY2" fmla="*/ 5532026 h 10435941"/>
                  <a:gd name="connsiteX3" fmla="*/ 636758 w 10476249"/>
                  <a:gd name="connsiteY3" fmla="*/ 5670572 h 10435941"/>
                  <a:gd name="connsiteX4" fmla="*/ 844577 w 10476249"/>
                  <a:gd name="connsiteY4" fmla="*/ 5504317 h 10435941"/>
                  <a:gd name="connsiteX5" fmla="*/ 983122 w 10476249"/>
                  <a:gd name="connsiteY5" fmla="*/ 5351917 h 10435941"/>
                  <a:gd name="connsiteX6" fmla="*/ 1066249 w 10476249"/>
                  <a:gd name="connsiteY6" fmla="*/ 5435044 h 10435941"/>
                  <a:gd name="connsiteX7" fmla="*/ 1254907 w 10476249"/>
                  <a:gd name="connsiteY7" fmla="*/ 5679710 h 10435941"/>
                  <a:gd name="connsiteX8" fmla="*/ 1508711 w 10476249"/>
                  <a:gd name="connsiteY8" fmla="*/ 5481030 h 10435941"/>
                  <a:gd name="connsiteX9" fmla="*/ 1717413 w 10476249"/>
                  <a:gd name="connsiteY9" fmla="*/ 5296499 h 10435941"/>
                  <a:gd name="connsiteX10" fmla="*/ 2008358 w 10476249"/>
                  <a:gd name="connsiteY10" fmla="*/ 5060972 h 10435941"/>
                  <a:gd name="connsiteX11" fmla="*/ 2105340 w 10476249"/>
                  <a:gd name="connsiteY11" fmla="*/ 4631481 h 10435941"/>
                  <a:gd name="connsiteX12" fmla="*/ 2158106 w 10476249"/>
                  <a:gd name="connsiteY12" fmla="*/ 4164848 h 10435941"/>
                  <a:gd name="connsiteX13" fmla="*/ 2340867 w 10476249"/>
                  <a:gd name="connsiteY13" fmla="*/ 3855626 h 10435941"/>
                  <a:gd name="connsiteX14" fmla="*/ 2738092 w 10476249"/>
                  <a:gd name="connsiteY14" fmla="*/ 3475092 h 10435941"/>
                  <a:gd name="connsiteX15" fmla="*/ 2964322 w 10476249"/>
                  <a:gd name="connsiteY15" fmla="*/ 3259881 h 10435941"/>
                  <a:gd name="connsiteX16" fmla="*/ 2992031 w 10476249"/>
                  <a:gd name="connsiteY16" fmla="*/ 2816535 h 10435941"/>
                  <a:gd name="connsiteX17" fmla="*/ 3061304 w 10476249"/>
                  <a:gd name="connsiteY17" fmla="*/ 2525590 h 10435941"/>
                  <a:gd name="connsiteX18" fmla="*/ 3061304 w 10476249"/>
                  <a:gd name="connsiteY18" fmla="*/ 2317772 h 10435941"/>
                  <a:gd name="connsiteX19" fmla="*/ 3199849 w 10476249"/>
                  <a:gd name="connsiteY19" fmla="*/ 1985262 h 10435941"/>
                  <a:gd name="connsiteX20" fmla="*/ 3199849 w 10476249"/>
                  <a:gd name="connsiteY20" fmla="*/ 1694317 h 10435941"/>
                  <a:gd name="connsiteX21" fmla="*/ 3499049 w 10476249"/>
                  <a:gd name="connsiteY21" fmla="*/ 1126281 h 10435941"/>
                  <a:gd name="connsiteX22" fmla="*/ 3449231 w 10476249"/>
                  <a:gd name="connsiteY22" fmla="*/ 752208 h 10435941"/>
                  <a:gd name="connsiteX23" fmla="*/ 3476940 w 10476249"/>
                  <a:gd name="connsiteY23" fmla="*/ 544390 h 10435941"/>
                  <a:gd name="connsiteX24" fmla="*/ 3809449 w 10476249"/>
                  <a:gd name="connsiteY24" fmla="*/ 184172 h 10435941"/>
                  <a:gd name="connsiteX25" fmla="*/ 4003413 w 10476249"/>
                  <a:gd name="connsiteY25" fmla="*/ 59481 h 10435941"/>
                  <a:gd name="connsiteX26" fmla="*/ 4419049 w 10476249"/>
                  <a:gd name="connsiteY26" fmla="*/ 295008 h 10435941"/>
                  <a:gd name="connsiteX27" fmla="*/ 4585304 w 10476249"/>
                  <a:gd name="connsiteY27" fmla="*/ 488972 h 10435941"/>
                  <a:gd name="connsiteX28" fmla="*/ 5056358 w 10476249"/>
                  <a:gd name="connsiteY28" fmla="*/ 544390 h 10435941"/>
                  <a:gd name="connsiteX29" fmla="*/ 5376782 w 10476249"/>
                  <a:gd name="connsiteY29" fmla="*/ 603639 h 10435941"/>
                  <a:gd name="connsiteX30" fmla="*/ 5554237 w 10476249"/>
                  <a:gd name="connsiteY30" fmla="*/ 588271 h 10435941"/>
                  <a:gd name="connsiteX31" fmla="*/ 5846067 w 10476249"/>
                  <a:gd name="connsiteY31" fmla="*/ 281153 h 10435941"/>
                  <a:gd name="connsiteX32" fmla="*/ 6109304 w 10476249"/>
                  <a:gd name="connsiteY32" fmla="*/ 322717 h 10435941"/>
                  <a:gd name="connsiteX33" fmla="*/ 6527495 w 10476249"/>
                  <a:gd name="connsiteY33" fmla="*/ 168233 h 10435941"/>
                  <a:gd name="connsiteX34" fmla="*/ 6667317 w 10476249"/>
                  <a:gd name="connsiteY34" fmla="*/ 107503 h 10435941"/>
                  <a:gd name="connsiteX35" fmla="*/ 6997273 w 10476249"/>
                  <a:gd name="connsiteY35" fmla="*/ 198026 h 10435941"/>
                  <a:gd name="connsiteX36" fmla="*/ 7217667 w 10476249"/>
                  <a:gd name="connsiteY36" fmla="*/ 17917 h 10435941"/>
                  <a:gd name="connsiteX37" fmla="*/ 7364702 w 10476249"/>
                  <a:gd name="connsiteY37" fmla="*/ 0 h 10435941"/>
                  <a:gd name="connsiteX38" fmla="*/ 7586454 w 10476249"/>
                  <a:gd name="connsiteY38" fmla="*/ 41248 h 10435941"/>
                  <a:gd name="connsiteX39" fmla="*/ 7896540 w 10476249"/>
                  <a:gd name="connsiteY39" fmla="*/ 128753 h 10435941"/>
                  <a:gd name="connsiteX40" fmla="*/ 8298322 w 10476249"/>
                  <a:gd name="connsiteY40" fmla="*/ 59481 h 10435941"/>
                  <a:gd name="connsiteX41" fmla="*/ 8632600 w 10476249"/>
                  <a:gd name="connsiteY41" fmla="*/ 396707 h 10435941"/>
                  <a:gd name="connsiteX42" fmla="*/ 8894067 w 10476249"/>
                  <a:gd name="connsiteY42" fmla="*/ 544390 h 10435941"/>
                  <a:gd name="connsiteX43" fmla="*/ 9132327 w 10476249"/>
                  <a:gd name="connsiteY43" fmla="*/ 420846 h 10435941"/>
                  <a:gd name="connsiteX44" fmla="*/ 9358560 w 10476249"/>
                  <a:gd name="connsiteY44" fmla="*/ 466363 h 10435941"/>
                  <a:gd name="connsiteX45" fmla="*/ 9503667 w 10476249"/>
                  <a:gd name="connsiteY45" fmla="*/ 367819 h 10435941"/>
                  <a:gd name="connsiteX46" fmla="*/ 9631896 w 10476249"/>
                  <a:gd name="connsiteY46" fmla="*/ 369587 h 10435941"/>
                  <a:gd name="connsiteX47" fmla="*/ 9988577 w 10476249"/>
                  <a:gd name="connsiteY47" fmla="*/ 793772 h 10435941"/>
                  <a:gd name="connsiteX48" fmla="*/ 10224104 w 10476249"/>
                  <a:gd name="connsiteY48" fmla="*/ 987735 h 10435941"/>
                  <a:gd name="connsiteX49" fmla="*/ 10210249 w 10476249"/>
                  <a:gd name="connsiteY49" fmla="*/ 1250972 h 10435941"/>
                  <a:gd name="connsiteX50" fmla="*/ 10224104 w 10476249"/>
                  <a:gd name="connsiteY50" fmla="*/ 1444935 h 10435941"/>
                  <a:gd name="connsiteX51" fmla="*/ 10228661 w 10476249"/>
                  <a:gd name="connsiteY51" fmla="*/ 1580249 h 10435941"/>
                  <a:gd name="connsiteX52" fmla="*/ 10476249 w 10476249"/>
                  <a:gd name="connsiteY52" fmla="*/ 1753897 h 10435941"/>
                  <a:gd name="connsiteX53" fmla="*/ 10063524 w 10476249"/>
                  <a:gd name="connsiteY53" fmla="*/ 2207269 h 10435941"/>
                  <a:gd name="connsiteX54" fmla="*/ 9766904 w 10476249"/>
                  <a:gd name="connsiteY54" fmla="*/ 2497881 h 10435941"/>
                  <a:gd name="connsiteX55" fmla="*/ 9565650 w 10476249"/>
                  <a:gd name="connsiteY55" fmla="*/ 3426134 h 10435941"/>
                  <a:gd name="connsiteX56" fmla="*/ 9518072 w 10476249"/>
                  <a:gd name="connsiteY56" fmla="*/ 3685207 h 10435941"/>
                  <a:gd name="connsiteX57" fmla="*/ 9351267 w 10476249"/>
                  <a:gd name="connsiteY57" fmla="*/ 3911044 h 10435941"/>
                  <a:gd name="connsiteX58" fmla="*/ 9295849 w 10476249"/>
                  <a:gd name="connsiteY58" fmla="*/ 4077299 h 10435941"/>
                  <a:gd name="connsiteX59" fmla="*/ 9222017 w 10476249"/>
                  <a:gd name="connsiteY59" fmla="*/ 4285117 h 10435941"/>
                  <a:gd name="connsiteX60" fmla="*/ 9190850 w 10476249"/>
                  <a:gd name="connsiteY60" fmla="*/ 4430122 h 10435941"/>
                  <a:gd name="connsiteX61" fmla="*/ 9323558 w 10476249"/>
                  <a:gd name="connsiteY61" fmla="*/ 4659190 h 10435941"/>
                  <a:gd name="connsiteX62" fmla="*/ 9367775 w 10476249"/>
                  <a:gd name="connsiteY62" fmla="*/ 4915057 h 10435941"/>
                  <a:gd name="connsiteX63" fmla="*/ 9383534 w 10476249"/>
                  <a:gd name="connsiteY63" fmla="*/ 5208060 h 10435941"/>
                  <a:gd name="connsiteX64" fmla="*/ 9368954 w 10476249"/>
                  <a:gd name="connsiteY64" fmla="*/ 5615153 h 10435941"/>
                  <a:gd name="connsiteX65" fmla="*/ 9504218 w 10476249"/>
                  <a:gd name="connsiteY65" fmla="*/ 5975373 h 10435941"/>
                  <a:gd name="connsiteX66" fmla="*/ 9526091 w 10476249"/>
                  <a:gd name="connsiteY66" fmla="*/ 6403714 h 10435941"/>
                  <a:gd name="connsiteX67" fmla="*/ 9919304 w 10476249"/>
                  <a:gd name="connsiteY67" fmla="*/ 6862062 h 10435941"/>
                  <a:gd name="connsiteX68" fmla="*/ 10037669 w 10476249"/>
                  <a:gd name="connsiteY68" fmla="*/ 7221396 h 10435941"/>
                  <a:gd name="connsiteX69" fmla="*/ 10218503 w 10476249"/>
                  <a:gd name="connsiteY69" fmla="*/ 7514995 h 10435941"/>
                  <a:gd name="connsiteX70" fmla="*/ 9656067 w 10476249"/>
                  <a:gd name="connsiteY70" fmla="*/ 7540935 h 10435941"/>
                  <a:gd name="connsiteX71" fmla="*/ 9159682 w 10476249"/>
                  <a:gd name="connsiteY71" fmla="*/ 7651772 h 10435941"/>
                  <a:gd name="connsiteX72" fmla="*/ 9114466 w 10476249"/>
                  <a:gd name="connsiteY72" fmla="*/ 7790317 h 10435941"/>
                  <a:gd name="connsiteX73" fmla="*/ 9004904 w 10476249"/>
                  <a:gd name="connsiteY73" fmla="*/ 7998135 h 10435941"/>
                  <a:gd name="connsiteX74" fmla="*/ 8919418 w 10476249"/>
                  <a:gd name="connsiteY74" fmla="*/ 8085908 h 10435941"/>
                  <a:gd name="connsiteX75" fmla="*/ 9022382 w 10476249"/>
                  <a:gd name="connsiteY75" fmla="*/ 8313437 h 10435941"/>
                  <a:gd name="connsiteX76" fmla="*/ 9013154 w 10476249"/>
                  <a:gd name="connsiteY76" fmla="*/ 8524608 h 10435941"/>
                  <a:gd name="connsiteX77" fmla="*/ 8979264 w 10476249"/>
                  <a:gd name="connsiteY77" fmla="*/ 8758113 h 10435941"/>
                  <a:gd name="connsiteX78" fmla="*/ 8977195 w 10476249"/>
                  <a:gd name="connsiteY78" fmla="*/ 8967953 h 10435941"/>
                  <a:gd name="connsiteX79" fmla="*/ 8880213 w 10476249"/>
                  <a:gd name="connsiteY79" fmla="*/ 9272753 h 10435941"/>
                  <a:gd name="connsiteX80" fmla="*/ 8907923 w 10476249"/>
                  <a:gd name="connsiteY80" fmla="*/ 9578490 h 10435941"/>
                  <a:gd name="connsiteX81" fmla="*/ 9124310 w 10476249"/>
                  <a:gd name="connsiteY81" fmla="*/ 9750056 h 10435941"/>
                  <a:gd name="connsiteX82" fmla="*/ 9217384 w 10476249"/>
                  <a:gd name="connsiteY82" fmla="*/ 9890275 h 10435941"/>
                  <a:gd name="connsiteX83" fmla="*/ 9448465 w 10476249"/>
                  <a:gd name="connsiteY83" fmla="*/ 9929452 h 10435941"/>
                  <a:gd name="connsiteX84" fmla="*/ 9457627 w 10476249"/>
                  <a:gd name="connsiteY84" fmla="*/ 9818955 h 10435941"/>
                  <a:gd name="connsiteX85" fmla="*/ 9606341 w 10476249"/>
                  <a:gd name="connsiteY85" fmla="*/ 9758904 h 10435941"/>
                  <a:gd name="connsiteX86" fmla="*/ 9617859 w 10476249"/>
                  <a:gd name="connsiteY86" fmla="*/ 10334695 h 10435941"/>
                  <a:gd name="connsiteX87" fmla="*/ 9490259 w 10476249"/>
                  <a:gd name="connsiteY87" fmla="*/ 10338313 h 10435941"/>
                  <a:gd name="connsiteX88" fmla="*/ 9314175 w 10476249"/>
                  <a:gd name="connsiteY88" fmla="*/ 10427202 h 10435941"/>
                  <a:gd name="connsiteX89" fmla="*/ 9189815 w 10476249"/>
                  <a:gd name="connsiteY89" fmla="*/ 10435941 h 10435941"/>
                  <a:gd name="connsiteX90" fmla="*/ 9050829 w 10476249"/>
                  <a:gd name="connsiteY90" fmla="*/ 10122103 h 10435941"/>
                  <a:gd name="connsiteX91" fmla="*/ 8939914 w 10476249"/>
                  <a:gd name="connsiteY91" fmla="*/ 10072174 h 10435941"/>
                  <a:gd name="connsiteX92" fmla="*/ 8778870 w 10476249"/>
                  <a:gd name="connsiteY92" fmla="*/ 9863725 h 10435941"/>
                  <a:gd name="connsiteX93" fmla="*/ 8465017 w 10476249"/>
                  <a:gd name="connsiteY93" fmla="*/ 9748287 h 10435941"/>
                  <a:gd name="connsiteX94" fmla="*/ 8345018 w 10476249"/>
                  <a:gd name="connsiteY94" fmla="*/ 9651431 h 10435941"/>
                  <a:gd name="connsiteX95" fmla="*/ 8270613 w 10476249"/>
                  <a:gd name="connsiteY95" fmla="*/ 9480572 h 10435941"/>
                  <a:gd name="connsiteX96" fmla="*/ 8229159 w 10476249"/>
                  <a:gd name="connsiteY96" fmla="*/ 9374254 h 10435941"/>
                  <a:gd name="connsiteX97" fmla="*/ 8132067 w 10476249"/>
                  <a:gd name="connsiteY97" fmla="*/ 9355881 h 10435941"/>
                  <a:gd name="connsiteX98" fmla="*/ 8076649 w 10476249"/>
                  <a:gd name="connsiteY98" fmla="*/ 9577553 h 10435941"/>
                  <a:gd name="connsiteX99" fmla="*/ 7933959 w 10476249"/>
                  <a:gd name="connsiteY99" fmla="*/ 9610939 h 10435941"/>
                  <a:gd name="connsiteX100" fmla="*/ 7580779 w 10476249"/>
                  <a:gd name="connsiteY100" fmla="*/ 9552340 h 10435941"/>
                  <a:gd name="connsiteX101" fmla="*/ 7442474 w 10476249"/>
                  <a:gd name="connsiteY101" fmla="*/ 9485198 h 10435941"/>
                  <a:gd name="connsiteX102" fmla="*/ 7250179 w 10476249"/>
                  <a:gd name="connsiteY102" fmla="*/ 9449904 h 10435941"/>
                  <a:gd name="connsiteX103" fmla="*/ 7156996 w 10476249"/>
                  <a:gd name="connsiteY103" fmla="*/ 9200180 h 10435941"/>
                  <a:gd name="connsiteX104" fmla="*/ 6940577 w 10476249"/>
                  <a:gd name="connsiteY104" fmla="*/ 9189626 h 10435941"/>
                  <a:gd name="connsiteX105" fmla="*/ 6659679 w 10476249"/>
                  <a:gd name="connsiteY105" fmla="*/ 9285034 h 10435941"/>
                  <a:gd name="connsiteX106" fmla="*/ 6664954 w 10476249"/>
                  <a:gd name="connsiteY106" fmla="*/ 9099745 h 10435941"/>
                  <a:gd name="connsiteX107" fmla="*/ 6538463 w 10476249"/>
                  <a:gd name="connsiteY107" fmla="*/ 9013951 h 10435941"/>
                  <a:gd name="connsiteX108" fmla="*/ 6414104 w 10476249"/>
                  <a:gd name="connsiteY108" fmla="*/ 8954099 h 10435941"/>
                  <a:gd name="connsiteX109" fmla="*/ 6311517 w 10476249"/>
                  <a:gd name="connsiteY109" fmla="*/ 9057307 h 10435941"/>
                  <a:gd name="connsiteX110" fmla="*/ 6153358 w 10476249"/>
                  <a:gd name="connsiteY110" fmla="*/ 8978227 h 10435941"/>
                  <a:gd name="connsiteX111" fmla="*/ 5987727 w 10476249"/>
                  <a:gd name="connsiteY111" fmla="*/ 9093734 h 10435941"/>
                  <a:gd name="connsiteX112" fmla="*/ 5721485 w 10476249"/>
                  <a:gd name="connsiteY112" fmla="*/ 9101726 h 10435941"/>
                  <a:gd name="connsiteX113" fmla="*/ 5660355 w 10476249"/>
                  <a:gd name="connsiteY113" fmla="*/ 9081904 h 10435941"/>
                  <a:gd name="connsiteX114" fmla="*/ 5493010 w 10476249"/>
                  <a:gd name="connsiteY114" fmla="*/ 9128137 h 10435941"/>
                  <a:gd name="connsiteX115" fmla="*/ 5491454 w 10476249"/>
                  <a:gd name="connsiteY115" fmla="*/ 8870972 h 10435941"/>
                  <a:gd name="connsiteX116" fmla="*/ 5491452 w 10476249"/>
                  <a:gd name="connsiteY116" fmla="*/ 8634977 h 10435941"/>
                  <a:gd name="connsiteX117" fmla="*/ 5321619 w 10476249"/>
                  <a:gd name="connsiteY117" fmla="*/ 8333292 h 10435941"/>
                  <a:gd name="connsiteX118" fmla="*/ 5215919 w 10476249"/>
                  <a:gd name="connsiteY118" fmla="*/ 8082820 h 10435941"/>
                  <a:gd name="connsiteX119" fmla="*/ 5302626 w 10476249"/>
                  <a:gd name="connsiteY119" fmla="*/ 7610208 h 10435941"/>
                  <a:gd name="connsiteX120" fmla="*/ 5186654 w 10476249"/>
                  <a:gd name="connsiteY120" fmla="*/ 7320352 h 10435941"/>
                  <a:gd name="connsiteX121" fmla="*/ 5236467 w 10476249"/>
                  <a:gd name="connsiteY121" fmla="*/ 7069881 h 10435941"/>
                  <a:gd name="connsiteX122" fmla="*/ 5240494 w 10476249"/>
                  <a:gd name="connsiteY122" fmla="*/ 6935795 h 10435941"/>
                  <a:gd name="connsiteX123" fmla="*/ 4563198 w 10476249"/>
                  <a:gd name="connsiteY123" fmla="*/ 7013996 h 10435941"/>
                  <a:gd name="connsiteX124" fmla="*/ 4546078 w 10476249"/>
                  <a:gd name="connsiteY124" fmla="*/ 6840580 h 10435941"/>
                  <a:gd name="connsiteX125" fmla="*/ 4482099 w 10476249"/>
                  <a:gd name="connsiteY125" fmla="*/ 6706626 h 10435941"/>
                  <a:gd name="connsiteX126" fmla="*/ 4312585 w 10476249"/>
                  <a:gd name="connsiteY126" fmla="*/ 6826329 h 10435941"/>
                  <a:gd name="connsiteX127" fmla="*/ 3996939 w 10476249"/>
                  <a:gd name="connsiteY127" fmla="*/ 6862493 h 10435941"/>
                  <a:gd name="connsiteX128" fmla="*/ 3961849 w 10476249"/>
                  <a:gd name="connsiteY128" fmla="*/ 7069881 h 10435941"/>
                  <a:gd name="connsiteX129" fmla="*/ 3918262 w 10476249"/>
                  <a:gd name="connsiteY129" fmla="*/ 7281279 h 10435941"/>
                  <a:gd name="connsiteX130" fmla="*/ 3869750 w 10476249"/>
                  <a:gd name="connsiteY130" fmla="*/ 7403480 h 10435941"/>
                  <a:gd name="connsiteX131" fmla="*/ 3558094 w 10476249"/>
                  <a:gd name="connsiteY131" fmla="*/ 7365450 h 10435941"/>
                  <a:gd name="connsiteX132" fmla="*/ 3296831 w 10476249"/>
                  <a:gd name="connsiteY132" fmla="*/ 7402390 h 10435941"/>
                  <a:gd name="connsiteX133" fmla="*/ 2907135 w 10476249"/>
                  <a:gd name="connsiteY133" fmla="*/ 7414475 h 10435941"/>
                  <a:gd name="connsiteX134" fmla="*/ 2733706 w 10476249"/>
                  <a:gd name="connsiteY134" fmla="*/ 7166777 h 10435941"/>
                  <a:gd name="connsiteX135" fmla="*/ 2571924 w 10476249"/>
                  <a:gd name="connsiteY135" fmla="*/ 6908102 h 10435941"/>
                  <a:gd name="connsiteX136" fmla="*/ 2391703 w 10476249"/>
                  <a:gd name="connsiteY136" fmla="*/ 6257406 h 10435941"/>
                  <a:gd name="connsiteX137" fmla="*/ 2313158 w 10476249"/>
                  <a:gd name="connsiteY137" fmla="*/ 6224753 h 10435941"/>
                  <a:gd name="connsiteX138" fmla="*/ 1648140 w 10476249"/>
                  <a:gd name="connsiteY138" fmla="*/ 6197044 h 10435941"/>
                  <a:gd name="connsiteX139" fmla="*/ 1218649 w 10476249"/>
                  <a:gd name="connsiteY139" fmla="*/ 6197044 h 10435941"/>
                  <a:gd name="connsiteX140" fmla="*/ 1121667 w 10476249"/>
                  <a:gd name="connsiteY140" fmla="*/ 6252462 h 10435941"/>
                  <a:gd name="connsiteX141" fmla="*/ 692177 w 10476249"/>
                  <a:gd name="connsiteY141" fmla="*/ 6210899 h 10435941"/>
                  <a:gd name="connsiteX142" fmla="*/ 368390 w 10476249"/>
                  <a:gd name="connsiteY142" fmla="*/ 6137320 h 10435941"/>
                  <a:gd name="connsiteX143" fmla="*/ 132975 w 10476249"/>
                  <a:gd name="connsiteY143" fmla="*/ 6294321 h 10435941"/>
                  <a:gd name="connsiteX144" fmla="*/ 0 w 10476249"/>
                  <a:gd name="connsiteY144" fmla="*/ 6169546 h 10435941"/>
                  <a:gd name="connsiteX0" fmla="*/ 0 w 10476249"/>
                  <a:gd name="connsiteY0" fmla="*/ 6169546 h 10435941"/>
                  <a:gd name="connsiteX1" fmla="*/ 51775 w 10476249"/>
                  <a:gd name="connsiteY1" fmla="*/ 5974582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254907 w 10476249"/>
                  <a:gd name="connsiteY8" fmla="*/ 5679710 h 10435941"/>
                  <a:gd name="connsiteX9" fmla="*/ 1508711 w 10476249"/>
                  <a:gd name="connsiteY9" fmla="*/ 5481030 h 10435941"/>
                  <a:gd name="connsiteX10" fmla="*/ 1717413 w 10476249"/>
                  <a:gd name="connsiteY10" fmla="*/ 5296499 h 10435941"/>
                  <a:gd name="connsiteX11" fmla="*/ 2008358 w 10476249"/>
                  <a:gd name="connsiteY11" fmla="*/ 5060972 h 10435941"/>
                  <a:gd name="connsiteX12" fmla="*/ 2105340 w 10476249"/>
                  <a:gd name="connsiteY12" fmla="*/ 4631481 h 10435941"/>
                  <a:gd name="connsiteX13" fmla="*/ 2158106 w 10476249"/>
                  <a:gd name="connsiteY13" fmla="*/ 4164848 h 10435941"/>
                  <a:gd name="connsiteX14" fmla="*/ 2340867 w 10476249"/>
                  <a:gd name="connsiteY14" fmla="*/ 3855626 h 10435941"/>
                  <a:gd name="connsiteX15" fmla="*/ 2738092 w 10476249"/>
                  <a:gd name="connsiteY15" fmla="*/ 3475092 h 10435941"/>
                  <a:gd name="connsiteX16" fmla="*/ 2964322 w 10476249"/>
                  <a:gd name="connsiteY16" fmla="*/ 3259881 h 10435941"/>
                  <a:gd name="connsiteX17" fmla="*/ 2992031 w 10476249"/>
                  <a:gd name="connsiteY17" fmla="*/ 2816535 h 10435941"/>
                  <a:gd name="connsiteX18" fmla="*/ 3061304 w 10476249"/>
                  <a:gd name="connsiteY18" fmla="*/ 2525590 h 10435941"/>
                  <a:gd name="connsiteX19" fmla="*/ 3061304 w 10476249"/>
                  <a:gd name="connsiteY19" fmla="*/ 2317772 h 10435941"/>
                  <a:gd name="connsiteX20" fmla="*/ 3199849 w 10476249"/>
                  <a:gd name="connsiteY20" fmla="*/ 1985262 h 10435941"/>
                  <a:gd name="connsiteX21" fmla="*/ 3199849 w 10476249"/>
                  <a:gd name="connsiteY21" fmla="*/ 1694317 h 10435941"/>
                  <a:gd name="connsiteX22" fmla="*/ 3499049 w 10476249"/>
                  <a:gd name="connsiteY22" fmla="*/ 1126281 h 10435941"/>
                  <a:gd name="connsiteX23" fmla="*/ 3449231 w 10476249"/>
                  <a:gd name="connsiteY23" fmla="*/ 752208 h 10435941"/>
                  <a:gd name="connsiteX24" fmla="*/ 3476940 w 10476249"/>
                  <a:gd name="connsiteY24" fmla="*/ 544390 h 10435941"/>
                  <a:gd name="connsiteX25" fmla="*/ 3809449 w 10476249"/>
                  <a:gd name="connsiteY25" fmla="*/ 184172 h 10435941"/>
                  <a:gd name="connsiteX26" fmla="*/ 4003413 w 10476249"/>
                  <a:gd name="connsiteY26" fmla="*/ 59481 h 10435941"/>
                  <a:gd name="connsiteX27" fmla="*/ 4419049 w 10476249"/>
                  <a:gd name="connsiteY27" fmla="*/ 295008 h 10435941"/>
                  <a:gd name="connsiteX28" fmla="*/ 4585304 w 10476249"/>
                  <a:gd name="connsiteY28" fmla="*/ 488972 h 10435941"/>
                  <a:gd name="connsiteX29" fmla="*/ 5056358 w 10476249"/>
                  <a:gd name="connsiteY29" fmla="*/ 544390 h 10435941"/>
                  <a:gd name="connsiteX30" fmla="*/ 5376782 w 10476249"/>
                  <a:gd name="connsiteY30" fmla="*/ 603639 h 10435941"/>
                  <a:gd name="connsiteX31" fmla="*/ 5554237 w 10476249"/>
                  <a:gd name="connsiteY31" fmla="*/ 588271 h 10435941"/>
                  <a:gd name="connsiteX32" fmla="*/ 5846067 w 10476249"/>
                  <a:gd name="connsiteY32" fmla="*/ 281153 h 10435941"/>
                  <a:gd name="connsiteX33" fmla="*/ 6109304 w 10476249"/>
                  <a:gd name="connsiteY33" fmla="*/ 322717 h 10435941"/>
                  <a:gd name="connsiteX34" fmla="*/ 6527495 w 10476249"/>
                  <a:gd name="connsiteY34" fmla="*/ 168233 h 10435941"/>
                  <a:gd name="connsiteX35" fmla="*/ 6667317 w 10476249"/>
                  <a:gd name="connsiteY35" fmla="*/ 107503 h 10435941"/>
                  <a:gd name="connsiteX36" fmla="*/ 6997273 w 10476249"/>
                  <a:gd name="connsiteY36" fmla="*/ 198026 h 10435941"/>
                  <a:gd name="connsiteX37" fmla="*/ 7217667 w 10476249"/>
                  <a:gd name="connsiteY37" fmla="*/ 17917 h 10435941"/>
                  <a:gd name="connsiteX38" fmla="*/ 7364702 w 10476249"/>
                  <a:gd name="connsiteY38" fmla="*/ 0 h 10435941"/>
                  <a:gd name="connsiteX39" fmla="*/ 7586454 w 10476249"/>
                  <a:gd name="connsiteY39" fmla="*/ 41248 h 10435941"/>
                  <a:gd name="connsiteX40" fmla="*/ 7896540 w 10476249"/>
                  <a:gd name="connsiteY40" fmla="*/ 128753 h 10435941"/>
                  <a:gd name="connsiteX41" fmla="*/ 8298322 w 10476249"/>
                  <a:gd name="connsiteY41" fmla="*/ 59481 h 10435941"/>
                  <a:gd name="connsiteX42" fmla="*/ 8632600 w 10476249"/>
                  <a:gd name="connsiteY42" fmla="*/ 396707 h 10435941"/>
                  <a:gd name="connsiteX43" fmla="*/ 8894067 w 10476249"/>
                  <a:gd name="connsiteY43" fmla="*/ 544390 h 10435941"/>
                  <a:gd name="connsiteX44" fmla="*/ 9132327 w 10476249"/>
                  <a:gd name="connsiteY44" fmla="*/ 420846 h 10435941"/>
                  <a:gd name="connsiteX45" fmla="*/ 9358560 w 10476249"/>
                  <a:gd name="connsiteY45" fmla="*/ 466363 h 10435941"/>
                  <a:gd name="connsiteX46" fmla="*/ 9503667 w 10476249"/>
                  <a:gd name="connsiteY46" fmla="*/ 367819 h 10435941"/>
                  <a:gd name="connsiteX47" fmla="*/ 9631896 w 10476249"/>
                  <a:gd name="connsiteY47" fmla="*/ 369587 h 10435941"/>
                  <a:gd name="connsiteX48" fmla="*/ 9988577 w 10476249"/>
                  <a:gd name="connsiteY48" fmla="*/ 793772 h 10435941"/>
                  <a:gd name="connsiteX49" fmla="*/ 10224104 w 10476249"/>
                  <a:gd name="connsiteY49" fmla="*/ 987735 h 10435941"/>
                  <a:gd name="connsiteX50" fmla="*/ 10210249 w 10476249"/>
                  <a:gd name="connsiteY50" fmla="*/ 1250972 h 10435941"/>
                  <a:gd name="connsiteX51" fmla="*/ 10224104 w 10476249"/>
                  <a:gd name="connsiteY51" fmla="*/ 1444935 h 10435941"/>
                  <a:gd name="connsiteX52" fmla="*/ 10228661 w 10476249"/>
                  <a:gd name="connsiteY52" fmla="*/ 1580249 h 10435941"/>
                  <a:gd name="connsiteX53" fmla="*/ 10476249 w 10476249"/>
                  <a:gd name="connsiteY53" fmla="*/ 1753897 h 10435941"/>
                  <a:gd name="connsiteX54" fmla="*/ 10063524 w 10476249"/>
                  <a:gd name="connsiteY54" fmla="*/ 2207269 h 10435941"/>
                  <a:gd name="connsiteX55" fmla="*/ 9766904 w 10476249"/>
                  <a:gd name="connsiteY55" fmla="*/ 2497881 h 10435941"/>
                  <a:gd name="connsiteX56" fmla="*/ 9565650 w 10476249"/>
                  <a:gd name="connsiteY56" fmla="*/ 3426134 h 10435941"/>
                  <a:gd name="connsiteX57" fmla="*/ 9518072 w 10476249"/>
                  <a:gd name="connsiteY57" fmla="*/ 3685207 h 10435941"/>
                  <a:gd name="connsiteX58" fmla="*/ 9351267 w 10476249"/>
                  <a:gd name="connsiteY58" fmla="*/ 3911044 h 10435941"/>
                  <a:gd name="connsiteX59" fmla="*/ 9295849 w 10476249"/>
                  <a:gd name="connsiteY59" fmla="*/ 4077299 h 10435941"/>
                  <a:gd name="connsiteX60" fmla="*/ 9222017 w 10476249"/>
                  <a:gd name="connsiteY60" fmla="*/ 4285117 h 10435941"/>
                  <a:gd name="connsiteX61" fmla="*/ 9190850 w 10476249"/>
                  <a:gd name="connsiteY61" fmla="*/ 4430122 h 10435941"/>
                  <a:gd name="connsiteX62" fmla="*/ 9323558 w 10476249"/>
                  <a:gd name="connsiteY62" fmla="*/ 4659190 h 10435941"/>
                  <a:gd name="connsiteX63" fmla="*/ 9367775 w 10476249"/>
                  <a:gd name="connsiteY63" fmla="*/ 4915057 h 10435941"/>
                  <a:gd name="connsiteX64" fmla="*/ 9383534 w 10476249"/>
                  <a:gd name="connsiteY64" fmla="*/ 5208060 h 10435941"/>
                  <a:gd name="connsiteX65" fmla="*/ 9368954 w 10476249"/>
                  <a:gd name="connsiteY65" fmla="*/ 5615153 h 10435941"/>
                  <a:gd name="connsiteX66" fmla="*/ 9504218 w 10476249"/>
                  <a:gd name="connsiteY66" fmla="*/ 5975373 h 10435941"/>
                  <a:gd name="connsiteX67" fmla="*/ 9526091 w 10476249"/>
                  <a:gd name="connsiteY67" fmla="*/ 6403714 h 10435941"/>
                  <a:gd name="connsiteX68" fmla="*/ 9919304 w 10476249"/>
                  <a:gd name="connsiteY68" fmla="*/ 6862062 h 10435941"/>
                  <a:gd name="connsiteX69" fmla="*/ 10037669 w 10476249"/>
                  <a:gd name="connsiteY69" fmla="*/ 7221396 h 10435941"/>
                  <a:gd name="connsiteX70" fmla="*/ 10218503 w 10476249"/>
                  <a:gd name="connsiteY70" fmla="*/ 7514995 h 10435941"/>
                  <a:gd name="connsiteX71" fmla="*/ 9656067 w 10476249"/>
                  <a:gd name="connsiteY71" fmla="*/ 7540935 h 10435941"/>
                  <a:gd name="connsiteX72" fmla="*/ 9159682 w 10476249"/>
                  <a:gd name="connsiteY72" fmla="*/ 7651772 h 10435941"/>
                  <a:gd name="connsiteX73" fmla="*/ 9114466 w 10476249"/>
                  <a:gd name="connsiteY73" fmla="*/ 7790317 h 10435941"/>
                  <a:gd name="connsiteX74" fmla="*/ 9004904 w 10476249"/>
                  <a:gd name="connsiteY74" fmla="*/ 7998135 h 10435941"/>
                  <a:gd name="connsiteX75" fmla="*/ 8919418 w 10476249"/>
                  <a:gd name="connsiteY75" fmla="*/ 8085908 h 10435941"/>
                  <a:gd name="connsiteX76" fmla="*/ 9022382 w 10476249"/>
                  <a:gd name="connsiteY76" fmla="*/ 8313437 h 10435941"/>
                  <a:gd name="connsiteX77" fmla="*/ 9013154 w 10476249"/>
                  <a:gd name="connsiteY77" fmla="*/ 8524608 h 10435941"/>
                  <a:gd name="connsiteX78" fmla="*/ 8979264 w 10476249"/>
                  <a:gd name="connsiteY78" fmla="*/ 8758113 h 10435941"/>
                  <a:gd name="connsiteX79" fmla="*/ 8977195 w 10476249"/>
                  <a:gd name="connsiteY79" fmla="*/ 8967953 h 10435941"/>
                  <a:gd name="connsiteX80" fmla="*/ 8880213 w 10476249"/>
                  <a:gd name="connsiteY80" fmla="*/ 9272753 h 10435941"/>
                  <a:gd name="connsiteX81" fmla="*/ 8907923 w 10476249"/>
                  <a:gd name="connsiteY81" fmla="*/ 9578490 h 10435941"/>
                  <a:gd name="connsiteX82" fmla="*/ 9124310 w 10476249"/>
                  <a:gd name="connsiteY82" fmla="*/ 9750056 h 10435941"/>
                  <a:gd name="connsiteX83" fmla="*/ 9217384 w 10476249"/>
                  <a:gd name="connsiteY83" fmla="*/ 9890275 h 10435941"/>
                  <a:gd name="connsiteX84" fmla="*/ 9448465 w 10476249"/>
                  <a:gd name="connsiteY84" fmla="*/ 9929452 h 10435941"/>
                  <a:gd name="connsiteX85" fmla="*/ 9457627 w 10476249"/>
                  <a:gd name="connsiteY85" fmla="*/ 9818955 h 10435941"/>
                  <a:gd name="connsiteX86" fmla="*/ 9606341 w 10476249"/>
                  <a:gd name="connsiteY86" fmla="*/ 9758904 h 10435941"/>
                  <a:gd name="connsiteX87" fmla="*/ 9617859 w 10476249"/>
                  <a:gd name="connsiteY87" fmla="*/ 10334695 h 10435941"/>
                  <a:gd name="connsiteX88" fmla="*/ 9490259 w 10476249"/>
                  <a:gd name="connsiteY88" fmla="*/ 10338313 h 10435941"/>
                  <a:gd name="connsiteX89" fmla="*/ 9314175 w 10476249"/>
                  <a:gd name="connsiteY89" fmla="*/ 10427202 h 10435941"/>
                  <a:gd name="connsiteX90" fmla="*/ 9189815 w 10476249"/>
                  <a:gd name="connsiteY90" fmla="*/ 10435941 h 10435941"/>
                  <a:gd name="connsiteX91" fmla="*/ 9050829 w 10476249"/>
                  <a:gd name="connsiteY91" fmla="*/ 10122103 h 10435941"/>
                  <a:gd name="connsiteX92" fmla="*/ 8939914 w 10476249"/>
                  <a:gd name="connsiteY92" fmla="*/ 10072174 h 10435941"/>
                  <a:gd name="connsiteX93" fmla="*/ 8778870 w 10476249"/>
                  <a:gd name="connsiteY93" fmla="*/ 9863725 h 10435941"/>
                  <a:gd name="connsiteX94" fmla="*/ 8465017 w 10476249"/>
                  <a:gd name="connsiteY94" fmla="*/ 9748287 h 10435941"/>
                  <a:gd name="connsiteX95" fmla="*/ 8345018 w 10476249"/>
                  <a:gd name="connsiteY95" fmla="*/ 9651431 h 10435941"/>
                  <a:gd name="connsiteX96" fmla="*/ 8270613 w 10476249"/>
                  <a:gd name="connsiteY96" fmla="*/ 9480572 h 10435941"/>
                  <a:gd name="connsiteX97" fmla="*/ 8229159 w 10476249"/>
                  <a:gd name="connsiteY97" fmla="*/ 9374254 h 10435941"/>
                  <a:gd name="connsiteX98" fmla="*/ 8132067 w 10476249"/>
                  <a:gd name="connsiteY98" fmla="*/ 9355881 h 10435941"/>
                  <a:gd name="connsiteX99" fmla="*/ 8076649 w 10476249"/>
                  <a:gd name="connsiteY99" fmla="*/ 9577553 h 10435941"/>
                  <a:gd name="connsiteX100" fmla="*/ 7933959 w 10476249"/>
                  <a:gd name="connsiteY100" fmla="*/ 9610939 h 10435941"/>
                  <a:gd name="connsiteX101" fmla="*/ 7580779 w 10476249"/>
                  <a:gd name="connsiteY101" fmla="*/ 9552340 h 10435941"/>
                  <a:gd name="connsiteX102" fmla="*/ 7442474 w 10476249"/>
                  <a:gd name="connsiteY102" fmla="*/ 9485198 h 10435941"/>
                  <a:gd name="connsiteX103" fmla="*/ 7250179 w 10476249"/>
                  <a:gd name="connsiteY103" fmla="*/ 9449904 h 10435941"/>
                  <a:gd name="connsiteX104" fmla="*/ 7156996 w 10476249"/>
                  <a:gd name="connsiteY104" fmla="*/ 9200180 h 10435941"/>
                  <a:gd name="connsiteX105" fmla="*/ 6940577 w 10476249"/>
                  <a:gd name="connsiteY105" fmla="*/ 9189626 h 10435941"/>
                  <a:gd name="connsiteX106" fmla="*/ 6659679 w 10476249"/>
                  <a:gd name="connsiteY106" fmla="*/ 9285034 h 10435941"/>
                  <a:gd name="connsiteX107" fmla="*/ 6664954 w 10476249"/>
                  <a:gd name="connsiteY107" fmla="*/ 9099745 h 10435941"/>
                  <a:gd name="connsiteX108" fmla="*/ 6538463 w 10476249"/>
                  <a:gd name="connsiteY108" fmla="*/ 9013951 h 10435941"/>
                  <a:gd name="connsiteX109" fmla="*/ 6414104 w 10476249"/>
                  <a:gd name="connsiteY109" fmla="*/ 8954099 h 10435941"/>
                  <a:gd name="connsiteX110" fmla="*/ 6311517 w 10476249"/>
                  <a:gd name="connsiteY110" fmla="*/ 9057307 h 10435941"/>
                  <a:gd name="connsiteX111" fmla="*/ 6153358 w 10476249"/>
                  <a:gd name="connsiteY111" fmla="*/ 8978227 h 10435941"/>
                  <a:gd name="connsiteX112" fmla="*/ 5987727 w 10476249"/>
                  <a:gd name="connsiteY112" fmla="*/ 9093734 h 10435941"/>
                  <a:gd name="connsiteX113" fmla="*/ 5721485 w 10476249"/>
                  <a:gd name="connsiteY113" fmla="*/ 9101726 h 10435941"/>
                  <a:gd name="connsiteX114" fmla="*/ 5660355 w 10476249"/>
                  <a:gd name="connsiteY114" fmla="*/ 9081904 h 10435941"/>
                  <a:gd name="connsiteX115" fmla="*/ 5493010 w 10476249"/>
                  <a:gd name="connsiteY115" fmla="*/ 9128137 h 10435941"/>
                  <a:gd name="connsiteX116" fmla="*/ 5491454 w 10476249"/>
                  <a:gd name="connsiteY116" fmla="*/ 8870972 h 10435941"/>
                  <a:gd name="connsiteX117" fmla="*/ 5491452 w 10476249"/>
                  <a:gd name="connsiteY117" fmla="*/ 8634977 h 10435941"/>
                  <a:gd name="connsiteX118" fmla="*/ 5321619 w 10476249"/>
                  <a:gd name="connsiteY118" fmla="*/ 8333292 h 10435941"/>
                  <a:gd name="connsiteX119" fmla="*/ 5215919 w 10476249"/>
                  <a:gd name="connsiteY119" fmla="*/ 8082820 h 10435941"/>
                  <a:gd name="connsiteX120" fmla="*/ 5302626 w 10476249"/>
                  <a:gd name="connsiteY120" fmla="*/ 7610208 h 10435941"/>
                  <a:gd name="connsiteX121" fmla="*/ 5186654 w 10476249"/>
                  <a:gd name="connsiteY121" fmla="*/ 7320352 h 10435941"/>
                  <a:gd name="connsiteX122" fmla="*/ 5236467 w 10476249"/>
                  <a:gd name="connsiteY122" fmla="*/ 7069881 h 10435941"/>
                  <a:gd name="connsiteX123" fmla="*/ 5240494 w 10476249"/>
                  <a:gd name="connsiteY123" fmla="*/ 6935795 h 10435941"/>
                  <a:gd name="connsiteX124" fmla="*/ 4563198 w 10476249"/>
                  <a:gd name="connsiteY124" fmla="*/ 7013996 h 10435941"/>
                  <a:gd name="connsiteX125" fmla="*/ 4546078 w 10476249"/>
                  <a:gd name="connsiteY125" fmla="*/ 6840580 h 10435941"/>
                  <a:gd name="connsiteX126" fmla="*/ 4482099 w 10476249"/>
                  <a:gd name="connsiteY126" fmla="*/ 6706626 h 10435941"/>
                  <a:gd name="connsiteX127" fmla="*/ 4312585 w 10476249"/>
                  <a:gd name="connsiteY127" fmla="*/ 6826329 h 10435941"/>
                  <a:gd name="connsiteX128" fmla="*/ 3996939 w 10476249"/>
                  <a:gd name="connsiteY128" fmla="*/ 6862493 h 10435941"/>
                  <a:gd name="connsiteX129" fmla="*/ 3961849 w 10476249"/>
                  <a:gd name="connsiteY129" fmla="*/ 7069881 h 10435941"/>
                  <a:gd name="connsiteX130" fmla="*/ 3918262 w 10476249"/>
                  <a:gd name="connsiteY130" fmla="*/ 7281279 h 10435941"/>
                  <a:gd name="connsiteX131" fmla="*/ 3869750 w 10476249"/>
                  <a:gd name="connsiteY131" fmla="*/ 7403480 h 10435941"/>
                  <a:gd name="connsiteX132" fmla="*/ 3558094 w 10476249"/>
                  <a:gd name="connsiteY132" fmla="*/ 7365450 h 10435941"/>
                  <a:gd name="connsiteX133" fmla="*/ 3296831 w 10476249"/>
                  <a:gd name="connsiteY133" fmla="*/ 7402390 h 10435941"/>
                  <a:gd name="connsiteX134" fmla="*/ 2907135 w 10476249"/>
                  <a:gd name="connsiteY134" fmla="*/ 7414475 h 10435941"/>
                  <a:gd name="connsiteX135" fmla="*/ 2733706 w 10476249"/>
                  <a:gd name="connsiteY135" fmla="*/ 7166777 h 10435941"/>
                  <a:gd name="connsiteX136" fmla="*/ 2571924 w 10476249"/>
                  <a:gd name="connsiteY136" fmla="*/ 6908102 h 10435941"/>
                  <a:gd name="connsiteX137" fmla="*/ 2391703 w 10476249"/>
                  <a:gd name="connsiteY137" fmla="*/ 6257406 h 10435941"/>
                  <a:gd name="connsiteX138" fmla="*/ 2313158 w 10476249"/>
                  <a:gd name="connsiteY138" fmla="*/ 6224753 h 10435941"/>
                  <a:gd name="connsiteX139" fmla="*/ 1648140 w 10476249"/>
                  <a:gd name="connsiteY139" fmla="*/ 6197044 h 10435941"/>
                  <a:gd name="connsiteX140" fmla="*/ 1218649 w 10476249"/>
                  <a:gd name="connsiteY140" fmla="*/ 6197044 h 10435941"/>
                  <a:gd name="connsiteX141" fmla="*/ 1121667 w 10476249"/>
                  <a:gd name="connsiteY141" fmla="*/ 6252462 h 10435941"/>
                  <a:gd name="connsiteX142" fmla="*/ 692177 w 10476249"/>
                  <a:gd name="connsiteY142" fmla="*/ 6210899 h 10435941"/>
                  <a:gd name="connsiteX143" fmla="*/ 368390 w 10476249"/>
                  <a:gd name="connsiteY143" fmla="*/ 6137320 h 10435941"/>
                  <a:gd name="connsiteX144" fmla="*/ 132975 w 10476249"/>
                  <a:gd name="connsiteY144" fmla="*/ 6294321 h 10435941"/>
                  <a:gd name="connsiteX145" fmla="*/ 0 w 10476249"/>
                  <a:gd name="connsiteY145"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254907 w 10476249"/>
                  <a:gd name="connsiteY8" fmla="*/ 5679710 h 10435941"/>
                  <a:gd name="connsiteX9" fmla="*/ 1508711 w 10476249"/>
                  <a:gd name="connsiteY9" fmla="*/ 5481030 h 10435941"/>
                  <a:gd name="connsiteX10" fmla="*/ 1717413 w 10476249"/>
                  <a:gd name="connsiteY10" fmla="*/ 5296499 h 10435941"/>
                  <a:gd name="connsiteX11" fmla="*/ 2008358 w 10476249"/>
                  <a:gd name="connsiteY11" fmla="*/ 5060972 h 10435941"/>
                  <a:gd name="connsiteX12" fmla="*/ 2105340 w 10476249"/>
                  <a:gd name="connsiteY12" fmla="*/ 4631481 h 10435941"/>
                  <a:gd name="connsiteX13" fmla="*/ 2158106 w 10476249"/>
                  <a:gd name="connsiteY13" fmla="*/ 4164848 h 10435941"/>
                  <a:gd name="connsiteX14" fmla="*/ 2340867 w 10476249"/>
                  <a:gd name="connsiteY14" fmla="*/ 3855626 h 10435941"/>
                  <a:gd name="connsiteX15" fmla="*/ 2738092 w 10476249"/>
                  <a:gd name="connsiteY15" fmla="*/ 3475092 h 10435941"/>
                  <a:gd name="connsiteX16" fmla="*/ 2964322 w 10476249"/>
                  <a:gd name="connsiteY16" fmla="*/ 3259881 h 10435941"/>
                  <a:gd name="connsiteX17" fmla="*/ 2992031 w 10476249"/>
                  <a:gd name="connsiteY17" fmla="*/ 2816535 h 10435941"/>
                  <a:gd name="connsiteX18" fmla="*/ 3061304 w 10476249"/>
                  <a:gd name="connsiteY18" fmla="*/ 2525590 h 10435941"/>
                  <a:gd name="connsiteX19" fmla="*/ 3061304 w 10476249"/>
                  <a:gd name="connsiteY19" fmla="*/ 2317772 h 10435941"/>
                  <a:gd name="connsiteX20" fmla="*/ 3199849 w 10476249"/>
                  <a:gd name="connsiteY20" fmla="*/ 1985262 h 10435941"/>
                  <a:gd name="connsiteX21" fmla="*/ 3199849 w 10476249"/>
                  <a:gd name="connsiteY21" fmla="*/ 1694317 h 10435941"/>
                  <a:gd name="connsiteX22" fmla="*/ 3499049 w 10476249"/>
                  <a:gd name="connsiteY22" fmla="*/ 1126281 h 10435941"/>
                  <a:gd name="connsiteX23" fmla="*/ 3449231 w 10476249"/>
                  <a:gd name="connsiteY23" fmla="*/ 752208 h 10435941"/>
                  <a:gd name="connsiteX24" fmla="*/ 3476940 w 10476249"/>
                  <a:gd name="connsiteY24" fmla="*/ 544390 h 10435941"/>
                  <a:gd name="connsiteX25" fmla="*/ 3809449 w 10476249"/>
                  <a:gd name="connsiteY25" fmla="*/ 184172 h 10435941"/>
                  <a:gd name="connsiteX26" fmla="*/ 4003413 w 10476249"/>
                  <a:gd name="connsiteY26" fmla="*/ 59481 h 10435941"/>
                  <a:gd name="connsiteX27" fmla="*/ 4419049 w 10476249"/>
                  <a:gd name="connsiteY27" fmla="*/ 295008 h 10435941"/>
                  <a:gd name="connsiteX28" fmla="*/ 4585304 w 10476249"/>
                  <a:gd name="connsiteY28" fmla="*/ 488972 h 10435941"/>
                  <a:gd name="connsiteX29" fmla="*/ 5056358 w 10476249"/>
                  <a:gd name="connsiteY29" fmla="*/ 544390 h 10435941"/>
                  <a:gd name="connsiteX30" fmla="*/ 5376782 w 10476249"/>
                  <a:gd name="connsiteY30" fmla="*/ 603639 h 10435941"/>
                  <a:gd name="connsiteX31" fmla="*/ 5554237 w 10476249"/>
                  <a:gd name="connsiteY31" fmla="*/ 588271 h 10435941"/>
                  <a:gd name="connsiteX32" fmla="*/ 5846067 w 10476249"/>
                  <a:gd name="connsiteY32" fmla="*/ 281153 h 10435941"/>
                  <a:gd name="connsiteX33" fmla="*/ 6109304 w 10476249"/>
                  <a:gd name="connsiteY33" fmla="*/ 322717 h 10435941"/>
                  <a:gd name="connsiteX34" fmla="*/ 6527495 w 10476249"/>
                  <a:gd name="connsiteY34" fmla="*/ 168233 h 10435941"/>
                  <a:gd name="connsiteX35" fmla="*/ 6667317 w 10476249"/>
                  <a:gd name="connsiteY35" fmla="*/ 107503 h 10435941"/>
                  <a:gd name="connsiteX36" fmla="*/ 6997273 w 10476249"/>
                  <a:gd name="connsiteY36" fmla="*/ 198026 h 10435941"/>
                  <a:gd name="connsiteX37" fmla="*/ 7217667 w 10476249"/>
                  <a:gd name="connsiteY37" fmla="*/ 17917 h 10435941"/>
                  <a:gd name="connsiteX38" fmla="*/ 7364702 w 10476249"/>
                  <a:gd name="connsiteY38" fmla="*/ 0 h 10435941"/>
                  <a:gd name="connsiteX39" fmla="*/ 7586454 w 10476249"/>
                  <a:gd name="connsiteY39" fmla="*/ 41248 h 10435941"/>
                  <a:gd name="connsiteX40" fmla="*/ 7896540 w 10476249"/>
                  <a:gd name="connsiteY40" fmla="*/ 128753 h 10435941"/>
                  <a:gd name="connsiteX41" fmla="*/ 8298322 w 10476249"/>
                  <a:gd name="connsiteY41" fmla="*/ 59481 h 10435941"/>
                  <a:gd name="connsiteX42" fmla="*/ 8632600 w 10476249"/>
                  <a:gd name="connsiteY42" fmla="*/ 396707 h 10435941"/>
                  <a:gd name="connsiteX43" fmla="*/ 8894067 w 10476249"/>
                  <a:gd name="connsiteY43" fmla="*/ 544390 h 10435941"/>
                  <a:gd name="connsiteX44" fmla="*/ 9132327 w 10476249"/>
                  <a:gd name="connsiteY44" fmla="*/ 420846 h 10435941"/>
                  <a:gd name="connsiteX45" fmla="*/ 9358560 w 10476249"/>
                  <a:gd name="connsiteY45" fmla="*/ 466363 h 10435941"/>
                  <a:gd name="connsiteX46" fmla="*/ 9503667 w 10476249"/>
                  <a:gd name="connsiteY46" fmla="*/ 367819 h 10435941"/>
                  <a:gd name="connsiteX47" fmla="*/ 9631896 w 10476249"/>
                  <a:gd name="connsiteY47" fmla="*/ 369587 h 10435941"/>
                  <a:gd name="connsiteX48" fmla="*/ 9988577 w 10476249"/>
                  <a:gd name="connsiteY48" fmla="*/ 793772 h 10435941"/>
                  <a:gd name="connsiteX49" fmla="*/ 10224104 w 10476249"/>
                  <a:gd name="connsiteY49" fmla="*/ 987735 h 10435941"/>
                  <a:gd name="connsiteX50" fmla="*/ 10210249 w 10476249"/>
                  <a:gd name="connsiteY50" fmla="*/ 1250972 h 10435941"/>
                  <a:gd name="connsiteX51" fmla="*/ 10224104 w 10476249"/>
                  <a:gd name="connsiteY51" fmla="*/ 1444935 h 10435941"/>
                  <a:gd name="connsiteX52" fmla="*/ 10228661 w 10476249"/>
                  <a:gd name="connsiteY52" fmla="*/ 1580249 h 10435941"/>
                  <a:gd name="connsiteX53" fmla="*/ 10476249 w 10476249"/>
                  <a:gd name="connsiteY53" fmla="*/ 1753897 h 10435941"/>
                  <a:gd name="connsiteX54" fmla="*/ 10063524 w 10476249"/>
                  <a:gd name="connsiteY54" fmla="*/ 2207269 h 10435941"/>
                  <a:gd name="connsiteX55" fmla="*/ 9766904 w 10476249"/>
                  <a:gd name="connsiteY55" fmla="*/ 2497881 h 10435941"/>
                  <a:gd name="connsiteX56" fmla="*/ 9565650 w 10476249"/>
                  <a:gd name="connsiteY56" fmla="*/ 3426134 h 10435941"/>
                  <a:gd name="connsiteX57" fmla="*/ 9518072 w 10476249"/>
                  <a:gd name="connsiteY57" fmla="*/ 3685207 h 10435941"/>
                  <a:gd name="connsiteX58" fmla="*/ 9351267 w 10476249"/>
                  <a:gd name="connsiteY58" fmla="*/ 3911044 h 10435941"/>
                  <a:gd name="connsiteX59" fmla="*/ 9295849 w 10476249"/>
                  <a:gd name="connsiteY59" fmla="*/ 4077299 h 10435941"/>
                  <a:gd name="connsiteX60" fmla="*/ 9222017 w 10476249"/>
                  <a:gd name="connsiteY60" fmla="*/ 4285117 h 10435941"/>
                  <a:gd name="connsiteX61" fmla="*/ 9190850 w 10476249"/>
                  <a:gd name="connsiteY61" fmla="*/ 4430122 h 10435941"/>
                  <a:gd name="connsiteX62" fmla="*/ 9323558 w 10476249"/>
                  <a:gd name="connsiteY62" fmla="*/ 4659190 h 10435941"/>
                  <a:gd name="connsiteX63" fmla="*/ 9367775 w 10476249"/>
                  <a:gd name="connsiteY63" fmla="*/ 4915057 h 10435941"/>
                  <a:gd name="connsiteX64" fmla="*/ 9383534 w 10476249"/>
                  <a:gd name="connsiteY64" fmla="*/ 5208060 h 10435941"/>
                  <a:gd name="connsiteX65" fmla="*/ 9368954 w 10476249"/>
                  <a:gd name="connsiteY65" fmla="*/ 5615153 h 10435941"/>
                  <a:gd name="connsiteX66" fmla="*/ 9504218 w 10476249"/>
                  <a:gd name="connsiteY66" fmla="*/ 5975373 h 10435941"/>
                  <a:gd name="connsiteX67" fmla="*/ 9526091 w 10476249"/>
                  <a:gd name="connsiteY67" fmla="*/ 6403714 h 10435941"/>
                  <a:gd name="connsiteX68" fmla="*/ 9919304 w 10476249"/>
                  <a:gd name="connsiteY68" fmla="*/ 6862062 h 10435941"/>
                  <a:gd name="connsiteX69" fmla="*/ 10037669 w 10476249"/>
                  <a:gd name="connsiteY69" fmla="*/ 7221396 h 10435941"/>
                  <a:gd name="connsiteX70" fmla="*/ 10218503 w 10476249"/>
                  <a:gd name="connsiteY70" fmla="*/ 7514995 h 10435941"/>
                  <a:gd name="connsiteX71" fmla="*/ 9656067 w 10476249"/>
                  <a:gd name="connsiteY71" fmla="*/ 7540935 h 10435941"/>
                  <a:gd name="connsiteX72" fmla="*/ 9159682 w 10476249"/>
                  <a:gd name="connsiteY72" fmla="*/ 7651772 h 10435941"/>
                  <a:gd name="connsiteX73" fmla="*/ 9114466 w 10476249"/>
                  <a:gd name="connsiteY73" fmla="*/ 7790317 h 10435941"/>
                  <a:gd name="connsiteX74" fmla="*/ 9004904 w 10476249"/>
                  <a:gd name="connsiteY74" fmla="*/ 7998135 h 10435941"/>
                  <a:gd name="connsiteX75" fmla="*/ 8919418 w 10476249"/>
                  <a:gd name="connsiteY75" fmla="*/ 8085908 h 10435941"/>
                  <a:gd name="connsiteX76" fmla="*/ 9022382 w 10476249"/>
                  <a:gd name="connsiteY76" fmla="*/ 8313437 h 10435941"/>
                  <a:gd name="connsiteX77" fmla="*/ 9013154 w 10476249"/>
                  <a:gd name="connsiteY77" fmla="*/ 8524608 h 10435941"/>
                  <a:gd name="connsiteX78" fmla="*/ 8979264 w 10476249"/>
                  <a:gd name="connsiteY78" fmla="*/ 8758113 h 10435941"/>
                  <a:gd name="connsiteX79" fmla="*/ 8977195 w 10476249"/>
                  <a:gd name="connsiteY79" fmla="*/ 8967953 h 10435941"/>
                  <a:gd name="connsiteX80" fmla="*/ 8880213 w 10476249"/>
                  <a:gd name="connsiteY80" fmla="*/ 9272753 h 10435941"/>
                  <a:gd name="connsiteX81" fmla="*/ 8907923 w 10476249"/>
                  <a:gd name="connsiteY81" fmla="*/ 9578490 h 10435941"/>
                  <a:gd name="connsiteX82" fmla="*/ 9124310 w 10476249"/>
                  <a:gd name="connsiteY82" fmla="*/ 9750056 h 10435941"/>
                  <a:gd name="connsiteX83" fmla="*/ 9217384 w 10476249"/>
                  <a:gd name="connsiteY83" fmla="*/ 9890275 h 10435941"/>
                  <a:gd name="connsiteX84" fmla="*/ 9448465 w 10476249"/>
                  <a:gd name="connsiteY84" fmla="*/ 9929452 h 10435941"/>
                  <a:gd name="connsiteX85" fmla="*/ 9457627 w 10476249"/>
                  <a:gd name="connsiteY85" fmla="*/ 9818955 h 10435941"/>
                  <a:gd name="connsiteX86" fmla="*/ 9606341 w 10476249"/>
                  <a:gd name="connsiteY86" fmla="*/ 9758904 h 10435941"/>
                  <a:gd name="connsiteX87" fmla="*/ 9617859 w 10476249"/>
                  <a:gd name="connsiteY87" fmla="*/ 10334695 h 10435941"/>
                  <a:gd name="connsiteX88" fmla="*/ 9490259 w 10476249"/>
                  <a:gd name="connsiteY88" fmla="*/ 10338313 h 10435941"/>
                  <a:gd name="connsiteX89" fmla="*/ 9314175 w 10476249"/>
                  <a:gd name="connsiteY89" fmla="*/ 10427202 h 10435941"/>
                  <a:gd name="connsiteX90" fmla="*/ 9189815 w 10476249"/>
                  <a:gd name="connsiteY90" fmla="*/ 10435941 h 10435941"/>
                  <a:gd name="connsiteX91" fmla="*/ 9050829 w 10476249"/>
                  <a:gd name="connsiteY91" fmla="*/ 10122103 h 10435941"/>
                  <a:gd name="connsiteX92" fmla="*/ 8939914 w 10476249"/>
                  <a:gd name="connsiteY92" fmla="*/ 10072174 h 10435941"/>
                  <a:gd name="connsiteX93" fmla="*/ 8778870 w 10476249"/>
                  <a:gd name="connsiteY93" fmla="*/ 9863725 h 10435941"/>
                  <a:gd name="connsiteX94" fmla="*/ 8465017 w 10476249"/>
                  <a:gd name="connsiteY94" fmla="*/ 9748287 h 10435941"/>
                  <a:gd name="connsiteX95" fmla="*/ 8345018 w 10476249"/>
                  <a:gd name="connsiteY95" fmla="*/ 9651431 h 10435941"/>
                  <a:gd name="connsiteX96" fmla="*/ 8270613 w 10476249"/>
                  <a:gd name="connsiteY96" fmla="*/ 9480572 h 10435941"/>
                  <a:gd name="connsiteX97" fmla="*/ 8229159 w 10476249"/>
                  <a:gd name="connsiteY97" fmla="*/ 9374254 h 10435941"/>
                  <a:gd name="connsiteX98" fmla="*/ 8132067 w 10476249"/>
                  <a:gd name="connsiteY98" fmla="*/ 9355881 h 10435941"/>
                  <a:gd name="connsiteX99" fmla="*/ 8076649 w 10476249"/>
                  <a:gd name="connsiteY99" fmla="*/ 9577553 h 10435941"/>
                  <a:gd name="connsiteX100" fmla="*/ 7933959 w 10476249"/>
                  <a:gd name="connsiteY100" fmla="*/ 9610939 h 10435941"/>
                  <a:gd name="connsiteX101" fmla="*/ 7580779 w 10476249"/>
                  <a:gd name="connsiteY101" fmla="*/ 9552340 h 10435941"/>
                  <a:gd name="connsiteX102" fmla="*/ 7442474 w 10476249"/>
                  <a:gd name="connsiteY102" fmla="*/ 9485198 h 10435941"/>
                  <a:gd name="connsiteX103" fmla="*/ 7250179 w 10476249"/>
                  <a:gd name="connsiteY103" fmla="*/ 9449904 h 10435941"/>
                  <a:gd name="connsiteX104" fmla="*/ 7156996 w 10476249"/>
                  <a:gd name="connsiteY104" fmla="*/ 9200180 h 10435941"/>
                  <a:gd name="connsiteX105" fmla="*/ 6940577 w 10476249"/>
                  <a:gd name="connsiteY105" fmla="*/ 9189626 h 10435941"/>
                  <a:gd name="connsiteX106" fmla="*/ 6659679 w 10476249"/>
                  <a:gd name="connsiteY106" fmla="*/ 9285034 h 10435941"/>
                  <a:gd name="connsiteX107" fmla="*/ 6664954 w 10476249"/>
                  <a:gd name="connsiteY107" fmla="*/ 9099745 h 10435941"/>
                  <a:gd name="connsiteX108" fmla="*/ 6538463 w 10476249"/>
                  <a:gd name="connsiteY108" fmla="*/ 9013951 h 10435941"/>
                  <a:gd name="connsiteX109" fmla="*/ 6414104 w 10476249"/>
                  <a:gd name="connsiteY109" fmla="*/ 8954099 h 10435941"/>
                  <a:gd name="connsiteX110" fmla="*/ 6311517 w 10476249"/>
                  <a:gd name="connsiteY110" fmla="*/ 9057307 h 10435941"/>
                  <a:gd name="connsiteX111" fmla="*/ 6153358 w 10476249"/>
                  <a:gd name="connsiteY111" fmla="*/ 8978227 h 10435941"/>
                  <a:gd name="connsiteX112" fmla="*/ 5987727 w 10476249"/>
                  <a:gd name="connsiteY112" fmla="*/ 9093734 h 10435941"/>
                  <a:gd name="connsiteX113" fmla="*/ 5721485 w 10476249"/>
                  <a:gd name="connsiteY113" fmla="*/ 9101726 h 10435941"/>
                  <a:gd name="connsiteX114" fmla="*/ 5660355 w 10476249"/>
                  <a:gd name="connsiteY114" fmla="*/ 9081904 h 10435941"/>
                  <a:gd name="connsiteX115" fmla="*/ 5493010 w 10476249"/>
                  <a:gd name="connsiteY115" fmla="*/ 9128137 h 10435941"/>
                  <a:gd name="connsiteX116" fmla="*/ 5491454 w 10476249"/>
                  <a:gd name="connsiteY116" fmla="*/ 8870972 h 10435941"/>
                  <a:gd name="connsiteX117" fmla="*/ 5491452 w 10476249"/>
                  <a:gd name="connsiteY117" fmla="*/ 8634977 h 10435941"/>
                  <a:gd name="connsiteX118" fmla="*/ 5321619 w 10476249"/>
                  <a:gd name="connsiteY118" fmla="*/ 8333292 h 10435941"/>
                  <a:gd name="connsiteX119" fmla="*/ 5215919 w 10476249"/>
                  <a:gd name="connsiteY119" fmla="*/ 8082820 h 10435941"/>
                  <a:gd name="connsiteX120" fmla="*/ 5302626 w 10476249"/>
                  <a:gd name="connsiteY120" fmla="*/ 7610208 h 10435941"/>
                  <a:gd name="connsiteX121" fmla="*/ 5186654 w 10476249"/>
                  <a:gd name="connsiteY121" fmla="*/ 7320352 h 10435941"/>
                  <a:gd name="connsiteX122" fmla="*/ 5236467 w 10476249"/>
                  <a:gd name="connsiteY122" fmla="*/ 7069881 h 10435941"/>
                  <a:gd name="connsiteX123" fmla="*/ 5240494 w 10476249"/>
                  <a:gd name="connsiteY123" fmla="*/ 6935795 h 10435941"/>
                  <a:gd name="connsiteX124" fmla="*/ 4563198 w 10476249"/>
                  <a:gd name="connsiteY124" fmla="*/ 7013996 h 10435941"/>
                  <a:gd name="connsiteX125" fmla="*/ 4546078 w 10476249"/>
                  <a:gd name="connsiteY125" fmla="*/ 6840580 h 10435941"/>
                  <a:gd name="connsiteX126" fmla="*/ 4482099 w 10476249"/>
                  <a:gd name="connsiteY126" fmla="*/ 6706626 h 10435941"/>
                  <a:gd name="connsiteX127" fmla="*/ 4312585 w 10476249"/>
                  <a:gd name="connsiteY127" fmla="*/ 6826329 h 10435941"/>
                  <a:gd name="connsiteX128" fmla="*/ 3996939 w 10476249"/>
                  <a:gd name="connsiteY128" fmla="*/ 6862493 h 10435941"/>
                  <a:gd name="connsiteX129" fmla="*/ 3961849 w 10476249"/>
                  <a:gd name="connsiteY129" fmla="*/ 7069881 h 10435941"/>
                  <a:gd name="connsiteX130" fmla="*/ 3918262 w 10476249"/>
                  <a:gd name="connsiteY130" fmla="*/ 7281279 h 10435941"/>
                  <a:gd name="connsiteX131" fmla="*/ 3869750 w 10476249"/>
                  <a:gd name="connsiteY131" fmla="*/ 7403480 h 10435941"/>
                  <a:gd name="connsiteX132" fmla="*/ 3558094 w 10476249"/>
                  <a:gd name="connsiteY132" fmla="*/ 7365450 h 10435941"/>
                  <a:gd name="connsiteX133" fmla="*/ 3296831 w 10476249"/>
                  <a:gd name="connsiteY133" fmla="*/ 7402390 h 10435941"/>
                  <a:gd name="connsiteX134" fmla="*/ 2907135 w 10476249"/>
                  <a:gd name="connsiteY134" fmla="*/ 7414475 h 10435941"/>
                  <a:gd name="connsiteX135" fmla="*/ 2733706 w 10476249"/>
                  <a:gd name="connsiteY135" fmla="*/ 7166777 h 10435941"/>
                  <a:gd name="connsiteX136" fmla="*/ 2571924 w 10476249"/>
                  <a:gd name="connsiteY136" fmla="*/ 6908102 h 10435941"/>
                  <a:gd name="connsiteX137" fmla="*/ 2391703 w 10476249"/>
                  <a:gd name="connsiteY137" fmla="*/ 6257406 h 10435941"/>
                  <a:gd name="connsiteX138" fmla="*/ 2313158 w 10476249"/>
                  <a:gd name="connsiteY138" fmla="*/ 6224753 h 10435941"/>
                  <a:gd name="connsiteX139" fmla="*/ 1648140 w 10476249"/>
                  <a:gd name="connsiteY139" fmla="*/ 6197044 h 10435941"/>
                  <a:gd name="connsiteX140" fmla="*/ 1218649 w 10476249"/>
                  <a:gd name="connsiteY140" fmla="*/ 6197044 h 10435941"/>
                  <a:gd name="connsiteX141" fmla="*/ 1121667 w 10476249"/>
                  <a:gd name="connsiteY141" fmla="*/ 6252462 h 10435941"/>
                  <a:gd name="connsiteX142" fmla="*/ 692177 w 10476249"/>
                  <a:gd name="connsiteY142" fmla="*/ 6210899 h 10435941"/>
                  <a:gd name="connsiteX143" fmla="*/ 368390 w 10476249"/>
                  <a:gd name="connsiteY143" fmla="*/ 6137320 h 10435941"/>
                  <a:gd name="connsiteX144" fmla="*/ 132975 w 10476249"/>
                  <a:gd name="connsiteY144" fmla="*/ 6294321 h 10435941"/>
                  <a:gd name="connsiteX145" fmla="*/ 0 w 10476249"/>
                  <a:gd name="connsiteY145"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254907 w 10476249"/>
                  <a:gd name="connsiteY8" fmla="*/ 5679710 h 10435941"/>
                  <a:gd name="connsiteX9" fmla="*/ 1508711 w 10476249"/>
                  <a:gd name="connsiteY9" fmla="*/ 5481030 h 10435941"/>
                  <a:gd name="connsiteX10" fmla="*/ 1717413 w 10476249"/>
                  <a:gd name="connsiteY10" fmla="*/ 5296499 h 10435941"/>
                  <a:gd name="connsiteX11" fmla="*/ 2008358 w 10476249"/>
                  <a:gd name="connsiteY11" fmla="*/ 5060972 h 10435941"/>
                  <a:gd name="connsiteX12" fmla="*/ 2105340 w 10476249"/>
                  <a:gd name="connsiteY12" fmla="*/ 4631481 h 10435941"/>
                  <a:gd name="connsiteX13" fmla="*/ 2158106 w 10476249"/>
                  <a:gd name="connsiteY13" fmla="*/ 4164848 h 10435941"/>
                  <a:gd name="connsiteX14" fmla="*/ 2340867 w 10476249"/>
                  <a:gd name="connsiteY14" fmla="*/ 3855626 h 10435941"/>
                  <a:gd name="connsiteX15" fmla="*/ 2738092 w 10476249"/>
                  <a:gd name="connsiteY15" fmla="*/ 3475092 h 10435941"/>
                  <a:gd name="connsiteX16" fmla="*/ 2964322 w 10476249"/>
                  <a:gd name="connsiteY16" fmla="*/ 3259881 h 10435941"/>
                  <a:gd name="connsiteX17" fmla="*/ 2992031 w 10476249"/>
                  <a:gd name="connsiteY17" fmla="*/ 2816535 h 10435941"/>
                  <a:gd name="connsiteX18" fmla="*/ 3061304 w 10476249"/>
                  <a:gd name="connsiteY18" fmla="*/ 2525590 h 10435941"/>
                  <a:gd name="connsiteX19" fmla="*/ 3061304 w 10476249"/>
                  <a:gd name="connsiteY19" fmla="*/ 2317772 h 10435941"/>
                  <a:gd name="connsiteX20" fmla="*/ 3199849 w 10476249"/>
                  <a:gd name="connsiteY20" fmla="*/ 1985262 h 10435941"/>
                  <a:gd name="connsiteX21" fmla="*/ 3199849 w 10476249"/>
                  <a:gd name="connsiteY21" fmla="*/ 1694317 h 10435941"/>
                  <a:gd name="connsiteX22" fmla="*/ 3499049 w 10476249"/>
                  <a:gd name="connsiteY22" fmla="*/ 1126281 h 10435941"/>
                  <a:gd name="connsiteX23" fmla="*/ 3449231 w 10476249"/>
                  <a:gd name="connsiteY23" fmla="*/ 752208 h 10435941"/>
                  <a:gd name="connsiteX24" fmla="*/ 3476940 w 10476249"/>
                  <a:gd name="connsiteY24" fmla="*/ 544390 h 10435941"/>
                  <a:gd name="connsiteX25" fmla="*/ 3809449 w 10476249"/>
                  <a:gd name="connsiteY25" fmla="*/ 184172 h 10435941"/>
                  <a:gd name="connsiteX26" fmla="*/ 4003413 w 10476249"/>
                  <a:gd name="connsiteY26" fmla="*/ 59481 h 10435941"/>
                  <a:gd name="connsiteX27" fmla="*/ 4419049 w 10476249"/>
                  <a:gd name="connsiteY27" fmla="*/ 295008 h 10435941"/>
                  <a:gd name="connsiteX28" fmla="*/ 4585304 w 10476249"/>
                  <a:gd name="connsiteY28" fmla="*/ 488972 h 10435941"/>
                  <a:gd name="connsiteX29" fmla="*/ 5056358 w 10476249"/>
                  <a:gd name="connsiteY29" fmla="*/ 544390 h 10435941"/>
                  <a:gd name="connsiteX30" fmla="*/ 5376782 w 10476249"/>
                  <a:gd name="connsiteY30" fmla="*/ 603639 h 10435941"/>
                  <a:gd name="connsiteX31" fmla="*/ 5554237 w 10476249"/>
                  <a:gd name="connsiteY31" fmla="*/ 588271 h 10435941"/>
                  <a:gd name="connsiteX32" fmla="*/ 5846067 w 10476249"/>
                  <a:gd name="connsiteY32" fmla="*/ 281153 h 10435941"/>
                  <a:gd name="connsiteX33" fmla="*/ 6109304 w 10476249"/>
                  <a:gd name="connsiteY33" fmla="*/ 322717 h 10435941"/>
                  <a:gd name="connsiteX34" fmla="*/ 6527495 w 10476249"/>
                  <a:gd name="connsiteY34" fmla="*/ 168233 h 10435941"/>
                  <a:gd name="connsiteX35" fmla="*/ 6667317 w 10476249"/>
                  <a:gd name="connsiteY35" fmla="*/ 107503 h 10435941"/>
                  <a:gd name="connsiteX36" fmla="*/ 6997273 w 10476249"/>
                  <a:gd name="connsiteY36" fmla="*/ 198026 h 10435941"/>
                  <a:gd name="connsiteX37" fmla="*/ 7217667 w 10476249"/>
                  <a:gd name="connsiteY37" fmla="*/ 17917 h 10435941"/>
                  <a:gd name="connsiteX38" fmla="*/ 7364702 w 10476249"/>
                  <a:gd name="connsiteY38" fmla="*/ 0 h 10435941"/>
                  <a:gd name="connsiteX39" fmla="*/ 7586454 w 10476249"/>
                  <a:gd name="connsiteY39" fmla="*/ 41248 h 10435941"/>
                  <a:gd name="connsiteX40" fmla="*/ 7896540 w 10476249"/>
                  <a:gd name="connsiteY40" fmla="*/ 128753 h 10435941"/>
                  <a:gd name="connsiteX41" fmla="*/ 8298322 w 10476249"/>
                  <a:gd name="connsiteY41" fmla="*/ 59481 h 10435941"/>
                  <a:gd name="connsiteX42" fmla="*/ 8632600 w 10476249"/>
                  <a:gd name="connsiteY42" fmla="*/ 396707 h 10435941"/>
                  <a:gd name="connsiteX43" fmla="*/ 8894067 w 10476249"/>
                  <a:gd name="connsiteY43" fmla="*/ 544390 h 10435941"/>
                  <a:gd name="connsiteX44" fmla="*/ 9132327 w 10476249"/>
                  <a:gd name="connsiteY44" fmla="*/ 420846 h 10435941"/>
                  <a:gd name="connsiteX45" fmla="*/ 9358560 w 10476249"/>
                  <a:gd name="connsiteY45" fmla="*/ 466363 h 10435941"/>
                  <a:gd name="connsiteX46" fmla="*/ 9503667 w 10476249"/>
                  <a:gd name="connsiteY46" fmla="*/ 367819 h 10435941"/>
                  <a:gd name="connsiteX47" fmla="*/ 9631896 w 10476249"/>
                  <a:gd name="connsiteY47" fmla="*/ 369587 h 10435941"/>
                  <a:gd name="connsiteX48" fmla="*/ 9988577 w 10476249"/>
                  <a:gd name="connsiteY48" fmla="*/ 793772 h 10435941"/>
                  <a:gd name="connsiteX49" fmla="*/ 10224104 w 10476249"/>
                  <a:gd name="connsiteY49" fmla="*/ 987735 h 10435941"/>
                  <a:gd name="connsiteX50" fmla="*/ 10210249 w 10476249"/>
                  <a:gd name="connsiteY50" fmla="*/ 1250972 h 10435941"/>
                  <a:gd name="connsiteX51" fmla="*/ 10224104 w 10476249"/>
                  <a:gd name="connsiteY51" fmla="*/ 1444935 h 10435941"/>
                  <a:gd name="connsiteX52" fmla="*/ 10228661 w 10476249"/>
                  <a:gd name="connsiteY52" fmla="*/ 1580249 h 10435941"/>
                  <a:gd name="connsiteX53" fmla="*/ 10476249 w 10476249"/>
                  <a:gd name="connsiteY53" fmla="*/ 1753897 h 10435941"/>
                  <a:gd name="connsiteX54" fmla="*/ 10063524 w 10476249"/>
                  <a:gd name="connsiteY54" fmla="*/ 2207269 h 10435941"/>
                  <a:gd name="connsiteX55" fmla="*/ 9766904 w 10476249"/>
                  <a:gd name="connsiteY55" fmla="*/ 2497881 h 10435941"/>
                  <a:gd name="connsiteX56" fmla="*/ 9565650 w 10476249"/>
                  <a:gd name="connsiteY56" fmla="*/ 3426134 h 10435941"/>
                  <a:gd name="connsiteX57" fmla="*/ 9518072 w 10476249"/>
                  <a:gd name="connsiteY57" fmla="*/ 3685207 h 10435941"/>
                  <a:gd name="connsiteX58" fmla="*/ 9351267 w 10476249"/>
                  <a:gd name="connsiteY58" fmla="*/ 3911044 h 10435941"/>
                  <a:gd name="connsiteX59" fmla="*/ 9295849 w 10476249"/>
                  <a:gd name="connsiteY59" fmla="*/ 4077299 h 10435941"/>
                  <a:gd name="connsiteX60" fmla="*/ 9222017 w 10476249"/>
                  <a:gd name="connsiteY60" fmla="*/ 4285117 h 10435941"/>
                  <a:gd name="connsiteX61" fmla="*/ 9190850 w 10476249"/>
                  <a:gd name="connsiteY61" fmla="*/ 4430122 h 10435941"/>
                  <a:gd name="connsiteX62" fmla="*/ 9323558 w 10476249"/>
                  <a:gd name="connsiteY62" fmla="*/ 4659190 h 10435941"/>
                  <a:gd name="connsiteX63" fmla="*/ 9367775 w 10476249"/>
                  <a:gd name="connsiteY63" fmla="*/ 4915057 h 10435941"/>
                  <a:gd name="connsiteX64" fmla="*/ 9383534 w 10476249"/>
                  <a:gd name="connsiteY64" fmla="*/ 5208060 h 10435941"/>
                  <a:gd name="connsiteX65" fmla="*/ 9368954 w 10476249"/>
                  <a:gd name="connsiteY65" fmla="*/ 5615153 h 10435941"/>
                  <a:gd name="connsiteX66" fmla="*/ 9504218 w 10476249"/>
                  <a:gd name="connsiteY66" fmla="*/ 5975373 h 10435941"/>
                  <a:gd name="connsiteX67" fmla="*/ 9526091 w 10476249"/>
                  <a:gd name="connsiteY67" fmla="*/ 6403714 h 10435941"/>
                  <a:gd name="connsiteX68" fmla="*/ 9919304 w 10476249"/>
                  <a:gd name="connsiteY68" fmla="*/ 6862062 h 10435941"/>
                  <a:gd name="connsiteX69" fmla="*/ 10037669 w 10476249"/>
                  <a:gd name="connsiteY69" fmla="*/ 7221396 h 10435941"/>
                  <a:gd name="connsiteX70" fmla="*/ 10218503 w 10476249"/>
                  <a:gd name="connsiteY70" fmla="*/ 7514995 h 10435941"/>
                  <a:gd name="connsiteX71" fmla="*/ 9656067 w 10476249"/>
                  <a:gd name="connsiteY71" fmla="*/ 7540935 h 10435941"/>
                  <a:gd name="connsiteX72" fmla="*/ 9159682 w 10476249"/>
                  <a:gd name="connsiteY72" fmla="*/ 7651772 h 10435941"/>
                  <a:gd name="connsiteX73" fmla="*/ 9114466 w 10476249"/>
                  <a:gd name="connsiteY73" fmla="*/ 7790317 h 10435941"/>
                  <a:gd name="connsiteX74" fmla="*/ 9004904 w 10476249"/>
                  <a:gd name="connsiteY74" fmla="*/ 7998135 h 10435941"/>
                  <a:gd name="connsiteX75" fmla="*/ 8919418 w 10476249"/>
                  <a:gd name="connsiteY75" fmla="*/ 8085908 h 10435941"/>
                  <a:gd name="connsiteX76" fmla="*/ 9022382 w 10476249"/>
                  <a:gd name="connsiteY76" fmla="*/ 8313437 h 10435941"/>
                  <a:gd name="connsiteX77" fmla="*/ 9013154 w 10476249"/>
                  <a:gd name="connsiteY77" fmla="*/ 8524608 h 10435941"/>
                  <a:gd name="connsiteX78" fmla="*/ 8979264 w 10476249"/>
                  <a:gd name="connsiteY78" fmla="*/ 8758113 h 10435941"/>
                  <a:gd name="connsiteX79" fmla="*/ 8977195 w 10476249"/>
                  <a:gd name="connsiteY79" fmla="*/ 8967953 h 10435941"/>
                  <a:gd name="connsiteX80" fmla="*/ 8880213 w 10476249"/>
                  <a:gd name="connsiteY80" fmla="*/ 9272753 h 10435941"/>
                  <a:gd name="connsiteX81" fmla="*/ 8907923 w 10476249"/>
                  <a:gd name="connsiteY81" fmla="*/ 9578490 h 10435941"/>
                  <a:gd name="connsiteX82" fmla="*/ 9124310 w 10476249"/>
                  <a:gd name="connsiteY82" fmla="*/ 9750056 h 10435941"/>
                  <a:gd name="connsiteX83" fmla="*/ 9217384 w 10476249"/>
                  <a:gd name="connsiteY83" fmla="*/ 9890275 h 10435941"/>
                  <a:gd name="connsiteX84" fmla="*/ 9448465 w 10476249"/>
                  <a:gd name="connsiteY84" fmla="*/ 9929452 h 10435941"/>
                  <a:gd name="connsiteX85" fmla="*/ 9457627 w 10476249"/>
                  <a:gd name="connsiteY85" fmla="*/ 9818955 h 10435941"/>
                  <a:gd name="connsiteX86" fmla="*/ 9606341 w 10476249"/>
                  <a:gd name="connsiteY86" fmla="*/ 9758904 h 10435941"/>
                  <a:gd name="connsiteX87" fmla="*/ 9617859 w 10476249"/>
                  <a:gd name="connsiteY87" fmla="*/ 10334695 h 10435941"/>
                  <a:gd name="connsiteX88" fmla="*/ 9490259 w 10476249"/>
                  <a:gd name="connsiteY88" fmla="*/ 10338313 h 10435941"/>
                  <a:gd name="connsiteX89" fmla="*/ 9314175 w 10476249"/>
                  <a:gd name="connsiteY89" fmla="*/ 10427202 h 10435941"/>
                  <a:gd name="connsiteX90" fmla="*/ 9189815 w 10476249"/>
                  <a:gd name="connsiteY90" fmla="*/ 10435941 h 10435941"/>
                  <a:gd name="connsiteX91" fmla="*/ 9050829 w 10476249"/>
                  <a:gd name="connsiteY91" fmla="*/ 10122103 h 10435941"/>
                  <a:gd name="connsiteX92" fmla="*/ 8939914 w 10476249"/>
                  <a:gd name="connsiteY92" fmla="*/ 10072174 h 10435941"/>
                  <a:gd name="connsiteX93" fmla="*/ 8778870 w 10476249"/>
                  <a:gd name="connsiteY93" fmla="*/ 9863725 h 10435941"/>
                  <a:gd name="connsiteX94" fmla="*/ 8465017 w 10476249"/>
                  <a:gd name="connsiteY94" fmla="*/ 9748287 h 10435941"/>
                  <a:gd name="connsiteX95" fmla="*/ 8345018 w 10476249"/>
                  <a:gd name="connsiteY95" fmla="*/ 9651431 h 10435941"/>
                  <a:gd name="connsiteX96" fmla="*/ 8270613 w 10476249"/>
                  <a:gd name="connsiteY96" fmla="*/ 9480572 h 10435941"/>
                  <a:gd name="connsiteX97" fmla="*/ 8229159 w 10476249"/>
                  <a:gd name="connsiteY97" fmla="*/ 9374254 h 10435941"/>
                  <a:gd name="connsiteX98" fmla="*/ 8132067 w 10476249"/>
                  <a:gd name="connsiteY98" fmla="*/ 9355881 h 10435941"/>
                  <a:gd name="connsiteX99" fmla="*/ 8076649 w 10476249"/>
                  <a:gd name="connsiteY99" fmla="*/ 9577553 h 10435941"/>
                  <a:gd name="connsiteX100" fmla="*/ 7933959 w 10476249"/>
                  <a:gd name="connsiteY100" fmla="*/ 9610939 h 10435941"/>
                  <a:gd name="connsiteX101" fmla="*/ 7580779 w 10476249"/>
                  <a:gd name="connsiteY101" fmla="*/ 9552340 h 10435941"/>
                  <a:gd name="connsiteX102" fmla="*/ 7442474 w 10476249"/>
                  <a:gd name="connsiteY102" fmla="*/ 9485198 h 10435941"/>
                  <a:gd name="connsiteX103" fmla="*/ 7250179 w 10476249"/>
                  <a:gd name="connsiteY103" fmla="*/ 9449904 h 10435941"/>
                  <a:gd name="connsiteX104" fmla="*/ 7156996 w 10476249"/>
                  <a:gd name="connsiteY104" fmla="*/ 9200180 h 10435941"/>
                  <a:gd name="connsiteX105" fmla="*/ 6940577 w 10476249"/>
                  <a:gd name="connsiteY105" fmla="*/ 9189626 h 10435941"/>
                  <a:gd name="connsiteX106" fmla="*/ 6659679 w 10476249"/>
                  <a:gd name="connsiteY106" fmla="*/ 9285034 h 10435941"/>
                  <a:gd name="connsiteX107" fmla="*/ 6664954 w 10476249"/>
                  <a:gd name="connsiteY107" fmla="*/ 9099745 h 10435941"/>
                  <a:gd name="connsiteX108" fmla="*/ 6538463 w 10476249"/>
                  <a:gd name="connsiteY108" fmla="*/ 9013951 h 10435941"/>
                  <a:gd name="connsiteX109" fmla="*/ 6414104 w 10476249"/>
                  <a:gd name="connsiteY109" fmla="*/ 8954099 h 10435941"/>
                  <a:gd name="connsiteX110" fmla="*/ 6311517 w 10476249"/>
                  <a:gd name="connsiteY110" fmla="*/ 9057307 h 10435941"/>
                  <a:gd name="connsiteX111" fmla="*/ 6153358 w 10476249"/>
                  <a:gd name="connsiteY111" fmla="*/ 8978227 h 10435941"/>
                  <a:gd name="connsiteX112" fmla="*/ 5987727 w 10476249"/>
                  <a:gd name="connsiteY112" fmla="*/ 9093734 h 10435941"/>
                  <a:gd name="connsiteX113" fmla="*/ 5721485 w 10476249"/>
                  <a:gd name="connsiteY113" fmla="*/ 9101726 h 10435941"/>
                  <a:gd name="connsiteX114" fmla="*/ 5660355 w 10476249"/>
                  <a:gd name="connsiteY114" fmla="*/ 9081904 h 10435941"/>
                  <a:gd name="connsiteX115" fmla="*/ 5493010 w 10476249"/>
                  <a:gd name="connsiteY115" fmla="*/ 9128137 h 10435941"/>
                  <a:gd name="connsiteX116" fmla="*/ 5491454 w 10476249"/>
                  <a:gd name="connsiteY116" fmla="*/ 8870972 h 10435941"/>
                  <a:gd name="connsiteX117" fmla="*/ 5491452 w 10476249"/>
                  <a:gd name="connsiteY117" fmla="*/ 8634977 h 10435941"/>
                  <a:gd name="connsiteX118" fmla="*/ 5321619 w 10476249"/>
                  <a:gd name="connsiteY118" fmla="*/ 8333292 h 10435941"/>
                  <a:gd name="connsiteX119" fmla="*/ 5215919 w 10476249"/>
                  <a:gd name="connsiteY119" fmla="*/ 8082820 h 10435941"/>
                  <a:gd name="connsiteX120" fmla="*/ 5302626 w 10476249"/>
                  <a:gd name="connsiteY120" fmla="*/ 7610208 h 10435941"/>
                  <a:gd name="connsiteX121" fmla="*/ 5186654 w 10476249"/>
                  <a:gd name="connsiteY121" fmla="*/ 7320352 h 10435941"/>
                  <a:gd name="connsiteX122" fmla="*/ 5236467 w 10476249"/>
                  <a:gd name="connsiteY122" fmla="*/ 7069881 h 10435941"/>
                  <a:gd name="connsiteX123" fmla="*/ 5240494 w 10476249"/>
                  <a:gd name="connsiteY123" fmla="*/ 6935795 h 10435941"/>
                  <a:gd name="connsiteX124" fmla="*/ 4563198 w 10476249"/>
                  <a:gd name="connsiteY124" fmla="*/ 7013996 h 10435941"/>
                  <a:gd name="connsiteX125" fmla="*/ 4546078 w 10476249"/>
                  <a:gd name="connsiteY125" fmla="*/ 6840580 h 10435941"/>
                  <a:gd name="connsiteX126" fmla="*/ 4482099 w 10476249"/>
                  <a:gd name="connsiteY126" fmla="*/ 6706626 h 10435941"/>
                  <a:gd name="connsiteX127" fmla="*/ 4312585 w 10476249"/>
                  <a:gd name="connsiteY127" fmla="*/ 6826329 h 10435941"/>
                  <a:gd name="connsiteX128" fmla="*/ 3996939 w 10476249"/>
                  <a:gd name="connsiteY128" fmla="*/ 6862493 h 10435941"/>
                  <a:gd name="connsiteX129" fmla="*/ 3961849 w 10476249"/>
                  <a:gd name="connsiteY129" fmla="*/ 7069881 h 10435941"/>
                  <a:gd name="connsiteX130" fmla="*/ 3918262 w 10476249"/>
                  <a:gd name="connsiteY130" fmla="*/ 7281279 h 10435941"/>
                  <a:gd name="connsiteX131" fmla="*/ 3869750 w 10476249"/>
                  <a:gd name="connsiteY131" fmla="*/ 7403480 h 10435941"/>
                  <a:gd name="connsiteX132" fmla="*/ 3558094 w 10476249"/>
                  <a:gd name="connsiteY132" fmla="*/ 7365450 h 10435941"/>
                  <a:gd name="connsiteX133" fmla="*/ 3296831 w 10476249"/>
                  <a:gd name="connsiteY133" fmla="*/ 7402390 h 10435941"/>
                  <a:gd name="connsiteX134" fmla="*/ 2907135 w 10476249"/>
                  <a:gd name="connsiteY134" fmla="*/ 7414475 h 10435941"/>
                  <a:gd name="connsiteX135" fmla="*/ 2733706 w 10476249"/>
                  <a:gd name="connsiteY135" fmla="*/ 7166777 h 10435941"/>
                  <a:gd name="connsiteX136" fmla="*/ 2571924 w 10476249"/>
                  <a:gd name="connsiteY136" fmla="*/ 6908102 h 10435941"/>
                  <a:gd name="connsiteX137" fmla="*/ 2391703 w 10476249"/>
                  <a:gd name="connsiteY137" fmla="*/ 6257406 h 10435941"/>
                  <a:gd name="connsiteX138" fmla="*/ 2313158 w 10476249"/>
                  <a:gd name="connsiteY138" fmla="*/ 6224753 h 10435941"/>
                  <a:gd name="connsiteX139" fmla="*/ 1648140 w 10476249"/>
                  <a:gd name="connsiteY139" fmla="*/ 6197044 h 10435941"/>
                  <a:gd name="connsiteX140" fmla="*/ 1218649 w 10476249"/>
                  <a:gd name="connsiteY140" fmla="*/ 6197044 h 10435941"/>
                  <a:gd name="connsiteX141" fmla="*/ 1025455 w 10476249"/>
                  <a:gd name="connsiteY141" fmla="*/ 6178798 h 10435941"/>
                  <a:gd name="connsiteX142" fmla="*/ 692177 w 10476249"/>
                  <a:gd name="connsiteY142" fmla="*/ 6210899 h 10435941"/>
                  <a:gd name="connsiteX143" fmla="*/ 368390 w 10476249"/>
                  <a:gd name="connsiteY143" fmla="*/ 6137320 h 10435941"/>
                  <a:gd name="connsiteX144" fmla="*/ 132975 w 10476249"/>
                  <a:gd name="connsiteY144" fmla="*/ 6294321 h 10435941"/>
                  <a:gd name="connsiteX145" fmla="*/ 0 w 10476249"/>
                  <a:gd name="connsiteY145"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254907 w 10476249"/>
                  <a:gd name="connsiteY8" fmla="*/ 5679710 h 10435941"/>
                  <a:gd name="connsiteX9" fmla="*/ 1508711 w 10476249"/>
                  <a:gd name="connsiteY9" fmla="*/ 5481030 h 10435941"/>
                  <a:gd name="connsiteX10" fmla="*/ 1717413 w 10476249"/>
                  <a:gd name="connsiteY10" fmla="*/ 5296499 h 10435941"/>
                  <a:gd name="connsiteX11" fmla="*/ 2008358 w 10476249"/>
                  <a:gd name="connsiteY11" fmla="*/ 5060972 h 10435941"/>
                  <a:gd name="connsiteX12" fmla="*/ 2105340 w 10476249"/>
                  <a:gd name="connsiteY12" fmla="*/ 4631481 h 10435941"/>
                  <a:gd name="connsiteX13" fmla="*/ 2158106 w 10476249"/>
                  <a:gd name="connsiteY13" fmla="*/ 4164848 h 10435941"/>
                  <a:gd name="connsiteX14" fmla="*/ 2340867 w 10476249"/>
                  <a:gd name="connsiteY14" fmla="*/ 3855626 h 10435941"/>
                  <a:gd name="connsiteX15" fmla="*/ 2738092 w 10476249"/>
                  <a:gd name="connsiteY15" fmla="*/ 3475092 h 10435941"/>
                  <a:gd name="connsiteX16" fmla="*/ 2964322 w 10476249"/>
                  <a:gd name="connsiteY16" fmla="*/ 3259881 h 10435941"/>
                  <a:gd name="connsiteX17" fmla="*/ 2992031 w 10476249"/>
                  <a:gd name="connsiteY17" fmla="*/ 2816535 h 10435941"/>
                  <a:gd name="connsiteX18" fmla="*/ 3061304 w 10476249"/>
                  <a:gd name="connsiteY18" fmla="*/ 2525590 h 10435941"/>
                  <a:gd name="connsiteX19" fmla="*/ 3061304 w 10476249"/>
                  <a:gd name="connsiteY19" fmla="*/ 2317772 h 10435941"/>
                  <a:gd name="connsiteX20" fmla="*/ 3199849 w 10476249"/>
                  <a:gd name="connsiteY20" fmla="*/ 1985262 h 10435941"/>
                  <a:gd name="connsiteX21" fmla="*/ 3199849 w 10476249"/>
                  <a:gd name="connsiteY21" fmla="*/ 1694317 h 10435941"/>
                  <a:gd name="connsiteX22" fmla="*/ 3499049 w 10476249"/>
                  <a:gd name="connsiteY22" fmla="*/ 1126281 h 10435941"/>
                  <a:gd name="connsiteX23" fmla="*/ 3449231 w 10476249"/>
                  <a:gd name="connsiteY23" fmla="*/ 752208 h 10435941"/>
                  <a:gd name="connsiteX24" fmla="*/ 3476940 w 10476249"/>
                  <a:gd name="connsiteY24" fmla="*/ 544390 h 10435941"/>
                  <a:gd name="connsiteX25" fmla="*/ 3809449 w 10476249"/>
                  <a:gd name="connsiteY25" fmla="*/ 184172 h 10435941"/>
                  <a:gd name="connsiteX26" fmla="*/ 4003413 w 10476249"/>
                  <a:gd name="connsiteY26" fmla="*/ 59481 h 10435941"/>
                  <a:gd name="connsiteX27" fmla="*/ 4419049 w 10476249"/>
                  <a:gd name="connsiteY27" fmla="*/ 295008 h 10435941"/>
                  <a:gd name="connsiteX28" fmla="*/ 4585304 w 10476249"/>
                  <a:gd name="connsiteY28" fmla="*/ 488972 h 10435941"/>
                  <a:gd name="connsiteX29" fmla="*/ 5056358 w 10476249"/>
                  <a:gd name="connsiteY29" fmla="*/ 544390 h 10435941"/>
                  <a:gd name="connsiteX30" fmla="*/ 5376782 w 10476249"/>
                  <a:gd name="connsiteY30" fmla="*/ 603639 h 10435941"/>
                  <a:gd name="connsiteX31" fmla="*/ 5554237 w 10476249"/>
                  <a:gd name="connsiteY31" fmla="*/ 588271 h 10435941"/>
                  <a:gd name="connsiteX32" fmla="*/ 5846067 w 10476249"/>
                  <a:gd name="connsiteY32" fmla="*/ 281153 h 10435941"/>
                  <a:gd name="connsiteX33" fmla="*/ 6109304 w 10476249"/>
                  <a:gd name="connsiteY33" fmla="*/ 322717 h 10435941"/>
                  <a:gd name="connsiteX34" fmla="*/ 6527495 w 10476249"/>
                  <a:gd name="connsiteY34" fmla="*/ 168233 h 10435941"/>
                  <a:gd name="connsiteX35" fmla="*/ 6667317 w 10476249"/>
                  <a:gd name="connsiteY35" fmla="*/ 107503 h 10435941"/>
                  <a:gd name="connsiteX36" fmla="*/ 6997273 w 10476249"/>
                  <a:gd name="connsiteY36" fmla="*/ 198026 h 10435941"/>
                  <a:gd name="connsiteX37" fmla="*/ 7217667 w 10476249"/>
                  <a:gd name="connsiteY37" fmla="*/ 17917 h 10435941"/>
                  <a:gd name="connsiteX38" fmla="*/ 7364702 w 10476249"/>
                  <a:gd name="connsiteY38" fmla="*/ 0 h 10435941"/>
                  <a:gd name="connsiteX39" fmla="*/ 7586454 w 10476249"/>
                  <a:gd name="connsiteY39" fmla="*/ 41248 h 10435941"/>
                  <a:gd name="connsiteX40" fmla="*/ 7896540 w 10476249"/>
                  <a:gd name="connsiteY40" fmla="*/ 128753 h 10435941"/>
                  <a:gd name="connsiteX41" fmla="*/ 8298322 w 10476249"/>
                  <a:gd name="connsiteY41" fmla="*/ 59481 h 10435941"/>
                  <a:gd name="connsiteX42" fmla="*/ 8632600 w 10476249"/>
                  <a:gd name="connsiteY42" fmla="*/ 396707 h 10435941"/>
                  <a:gd name="connsiteX43" fmla="*/ 8894067 w 10476249"/>
                  <a:gd name="connsiteY43" fmla="*/ 544390 h 10435941"/>
                  <a:gd name="connsiteX44" fmla="*/ 9132327 w 10476249"/>
                  <a:gd name="connsiteY44" fmla="*/ 420846 h 10435941"/>
                  <a:gd name="connsiteX45" fmla="*/ 9358560 w 10476249"/>
                  <a:gd name="connsiteY45" fmla="*/ 466363 h 10435941"/>
                  <a:gd name="connsiteX46" fmla="*/ 9503667 w 10476249"/>
                  <a:gd name="connsiteY46" fmla="*/ 367819 h 10435941"/>
                  <a:gd name="connsiteX47" fmla="*/ 9631896 w 10476249"/>
                  <a:gd name="connsiteY47" fmla="*/ 369587 h 10435941"/>
                  <a:gd name="connsiteX48" fmla="*/ 9988577 w 10476249"/>
                  <a:gd name="connsiteY48" fmla="*/ 793772 h 10435941"/>
                  <a:gd name="connsiteX49" fmla="*/ 10224104 w 10476249"/>
                  <a:gd name="connsiteY49" fmla="*/ 987735 h 10435941"/>
                  <a:gd name="connsiteX50" fmla="*/ 10210249 w 10476249"/>
                  <a:gd name="connsiteY50" fmla="*/ 1250972 h 10435941"/>
                  <a:gd name="connsiteX51" fmla="*/ 10224104 w 10476249"/>
                  <a:gd name="connsiteY51" fmla="*/ 1444935 h 10435941"/>
                  <a:gd name="connsiteX52" fmla="*/ 10228661 w 10476249"/>
                  <a:gd name="connsiteY52" fmla="*/ 1580249 h 10435941"/>
                  <a:gd name="connsiteX53" fmla="*/ 10476249 w 10476249"/>
                  <a:gd name="connsiteY53" fmla="*/ 1753897 h 10435941"/>
                  <a:gd name="connsiteX54" fmla="*/ 10063524 w 10476249"/>
                  <a:gd name="connsiteY54" fmla="*/ 2207269 h 10435941"/>
                  <a:gd name="connsiteX55" fmla="*/ 9766904 w 10476249"/>
                  <a:gd name="connsiteY55" fmla="*/ 2497881 h 10435941"/>
                  <a:gd name="connsiteX56" fmla="*/ 9565650 w 10476249"/>
                  <a:gd name="connsiteY56" fmla="*/ 3426134 h 10435941"/>
                  <a:gd name="connsiteX57" fmla="*/ 9518072 w 10476249"/>
                  <a:gd name="connsiteY57" fmla="*/ 3685207 h 10435941"/>
                  <a:gd name="connsiteX58" fmla="*/ 9351267 w 10476249"/>
                  <a:gd name="connsiteY58" fmla="*/ 3911044 h 10435941"/>
                  <a:gd name="connsiteX59" fmla="*/ 9295849 w 10476249"/>
                  <a:gd name="connsiteY59" fmla="*/ 4077299 h 10435941"/>
                  <a:gd name="connsiteX60" fmla="*/ 9222017 w 10476249"/>
                  <a:gd name="connsiteY60" fmla="*/ 4285117 h 10435941"/>
                  <a:gd name="connsiteX61" fmla="*/ 9190850 w 10476249"/>
                  <a:gd name="connsiteY61" fmla="*/ 4430122 h 10435941"/>
                  <a:gd name="connsiteX62" fmla="*/ 9323558 w 10476249"/>
                  <a:gd name="connsiteY62" fmla="*/ 4659190 h 10435941"/>
                  <a:gd name="connsiteX63" fmla="*/ 9367775 w 10476249"/>
                  <a:gd name="connsiteY63" fmla="*/ 4915057 h 10435941"/>
                  <a:gd name="connsiteX64" fmla="*/ 9383534 w 10476249"/>
                  <a:gd name="connsiteY64" fmla="*/ 5208060 h 10435941"/>
                  <a:gd name="connsiteX65" fmla="*/ 9368954 w 10476249"/>
                  <a:gd name="connsiteY65" fmla="*/ 5615153 h 10435941"/>
                  <a:gd name="connsiteX66" fmla="*/ 9504218 w 10476249"/>
                  <a:gd name="connsiteY66" fmla="*/ 5975373 h 10435941"/>
                  <a:gd name="connsiteX67" fmla="*/ 9526091 w 10476249"/>
                  <a:gd name="connsiteY67" fmla="*/ 6403714 h 10435941"/>
                  <a:gd name="connsiteX68" fmla="*/ 9919304 w 10476249"/>
                  <a:gd name="connsiteY68" fmla="*/ 6862062 h 10435941"/>
                  <a:gd name="connsiteX69" fmla="*/ 10037669 w 10476249"/>
                  <a:gd name="connsiteY69" fmla="*/ 7221396 h 10435941"/>
                  <a:gd name="connsiteX70" fmla="*/ 10218503 w 10476249"/>
                  <a:gd name="connsiteY70" fmla="*/ 7514995 h 10435941"/>
                  <a:gd name="connsiteX71" fmla="*/ 9656067 w 10476249"/>
                  <a:gd name="connsiteY71" fmla="*/ 7540935 h 10435941"/>
                  <a:gd name="connsiteX72" fmla="*/ 9159682 w 10476249"/>
                  <a:gd name="connsiteY72" fmla="*/ 7651772 h 10435941"/>
                  <a:gd name="connsiteX73" fmla="*/ 9114466 w 10476249"/>
                  <a:gd name="connsiteY73" fmla="*/ 7790317 h 10435941"/>
                  <a:gd name="connsiteX74" fmla="*/ 9004904 w 10476249"/>
                  <a:gd name="connsiteY74" fmla="*/ 7998135 h 10435941"/>
                  <a:gd name="connsiteX75" fmla="*/ 8919418 w 10476249"/>
                  <a:gd name="connsiteY75" fmla="*/ 8085908 h 10435941"/>
                  <a:gd name="connsiteX76" fmla="*/ 9022382 w 10476249"/>
                  <a:gd name="connsiteY76" fmla="*/ 8313437 h 10435941"/>
                  <a:gd name="connsiteX77" fmla="*/ 9013154 w 10476249"/>
                  <a:gd name="connsiteY77" fmla="*/ 8524608 h 10435941"/>
                  <a:gd name="connsiteX78" fmla="*/ 8979264 w 10476249"/>
                  <a:gd name="connsiteY78" fmla="*/ 8758113 h 10435941"/>
                  <a:gd name="connsiteX79" fmla="*/ 8977195 w 10476249"/>
                  <a:gd name="connsiteY79" fmla="*/ 8967953 h 10435941"/>
                  <a:gd name="connsiteX80" fmla="*/ 8880213 w 10476249"/>
                  <a:gd name="connsiteY80" fmla="*/ 9272753 h 10435941"/>
                  <a:gd name="connsiteX81" fmla="*/ 8907923 w 10476249"/>
                  <a:gd name="connsiteY81" fmla="*/ 9578490 h 10435941"/>
                  <a:gd name="connsiteX82" fmla="*/ 9124310 w 10476249"/>
                  <a:gd name="connsiteY82" fmla="*/ 9750056 h 10435941"/>
                  <a:gd name="connsiteX83" fmla="*/ 9217384 w 10476249"/>
                  <a:gd name="connsiteY83" fmla="*/ 9890275 h 10435941"/>
                  <a:gd name="connsiteX84" fmla="*/ 9448465 w 10476249"/>
                  <a:gd name="connsiteY84" fmla="*/ 9929452 h 10435941"/>
                  <a:gd name="connsiteX85" fmla="*/ 9457627 w 10476249"/>
                  <a:gd name="connsiteY85" fmla="*/ 9818955 h 10435941"/>
                  <a:gd name="connsiteX86" fmla="*/ 9606341 w 10476249"/>
                  <a:gd name="connsiteY86" fmla="*/ 9758904 h 10435941"/>
                  <a:gd name="connsiteX87" fmla="*/ 9617859 w 10476249"/>
                  <a:gd name="connsiteY87" fmla="*/ 10334695 h 10435941"/>
                  <a:gd name="connsiteX88" fmla="*/ 9490259 w 10476249"/>
                  <a:gd name="connsiteY88" fmla="*/ 10338313 h 10435941"/>
                  <a:gd name="connsiteX89" fmla="*/ 9314175 w 10476249"/>
                  <a:gd name="connsiteY89" fmla="*/ 10427202 h 10435941"/>
                  <a:gd name="connsiteX90" fmla="*/ 9189815 w 10476249"/>
                  <a:gd name="connsiteY90" fmla="*/ 10435941 h 10435941"/>
                  <a:gd name="connsiteX91" fmla="*/ 9050829 w 10476249"/>
                  <a:gd name="connsiteY91" fmla="*/ 10122103 h 10435941"/>
                  <a:gd name="connsiteX92" fmla="*/ 8939914 w 10476249"/>
                  <a:gd name="connsiteY92" fmla="*/ 10072174 h 10435941"/>
                  <a:gd name="connsiteX93" fmla="*/ 8778870 w 10476249"/>
                  <a:gd name="connsiteY93" fmla="*/ 9863725 h 10435941"/>
                  <a:gd name="connsiteX94" fmla="*/ 8465017 w 10476249"/>
                  <a:gd name="connsiteY94" fmla="*/ 9748287 h 10435941"/>
                  <a:gd name="connsiteX95" fmla="*/ 8345018 w 10476249"/>
                  <a:gd name="connsiteY95" fmla="*/ 9651431 h 10435941"/>
                  <a:gd name="connsiteX96" fmla="*/ 8270613 w 10476249"/>
                  <a:gd name="connsiteY96" fmla="*/ 9480572 h 10435941"/>
                  <a:gd name="connsiteX97" fmla="*/ 8229159 w 10476249"/>
                  <a:gd name="connsiteY97" fmla="*/ 9374254 h 10435941"/>
                  <a:gd name="connsiteX98" fmla="*/ 8132067 w 10476249"/>
                  <a:gd name="connsiteY98" fmla="*/ 9355881 h 10435941"/>
                  <a:gd name="connsiteX99" fmla="*/ 8076649 w 10476249"/>
                  <a:gd name="connsiteY99" fmla="*/ 9577553 h 10435941"/>
                  <a:gd name="connsiteX100" fmla="*/ 7933959 w 10476249"/>
                  <a:gd name="connsiteY100" fmla="*/ 9610939 h 10435941"/>
                  <a:gd name="connsiteX101" fmla="*/ 7580779 w 10476249"/>
                  <a:gd name="connsiteY101" fmla="*/ 9552340 h 10435941"/>
                  <a:gd name="connsiteX102" fmla="*/ 7442474 w 10476249"/>
                  <a:gd name="connsiteY102" fmla="*/ 9485198 h 10435941"/>
                  <a:gd name="connsiteX103" fmla="*/ 7250179 w 10476249"/>
                  <a:gd name="connsiteY103" fmla="*/ 9449904 h 10435941"/>
                  <a:gd name="connsiteX104" fmla="*/ 7156996 w 10476249"/>
                  <a:gd name="connsiteY104" fmla="*/ 9200180 h 10435941"/>
                  <a:gd name="connsiteX105" fmla="*/ 6940577 w 10476249"/>
                  <a:gd name="connsiteY105" fmla="*/ 9189626 h 10435941"/>
                  <a:gd name="connsiteX106" fmla="*/ 6659679 w 10476249"/>
                  <a:gd name="connsiteY106" fmla="*/ 9285034 h 10435941"/>
                  <a:gd name="connsiteX107" fmla="*/ 6664954 w 10476249"/>
                  <a:gd name="connsiteY107" fmla="*/ 9099745 h 10435941"/>
                  <a:gd name="connsiteX108" fmla="*/ 6538463 w 10476249"/>
                  <a:gd name="connsiteY108" fmla="*/ 9013951 h 10435941"/>
                  <a:gd name="connsiteX109" fmla="*/ 6414104 w 10476249"/>
                  <a:gd name="connsiteY109" fmla="*/ 8954099 h 10435941"/>
                  <a:gd name="connsiteX110" fmla="*/ 6311517 w 10476249"/>
                  <a:gd name="connsiteY110" fmla="*/ 9057307 h 10435941"/>
                  <a:gd name="connsiteX111" fmla="*/ 6153358 w 10476249"/>
                  <a:gd name="connsiteY111" fmla="*/ 8978227 h 10435941"/>
                  <a:gd name="connsiteX112" fmla="*/ 5987727 w 10476249"/>
                  <a:gd name="connsiteY112" fmla="*/ 9093734 h 10435941"/>
                  <a:gd name="connsiteX113" fmla="*/ 5721485 w 10476249"/>
                  <a:gd name="connsiteY113" fmla="*/ 9101726 h 10435941"/>
                  <a:gd name="connsiteX114" fmla="*/ 5660355 w 10476249"/>
                  <a:gd name="connsiteY114" fmla="*/ 9081904 h 10435941"/>
                  <a:gd name="connsiteX115" fmla="*/ 5493010 w 10476249"/>
                  <a:gd name="connsiteY115" fmla="*/ 9128137 h 10435941"/>
                  <a:gd name="connsiteX116" fmla="*/ 5491454 w 10476249"/>
                  <a:gd name="connsiteY116" fmla="*/ 8870972 h 10435941"/>
                  <a:gd name="connsiteX117" fmla="*/ 5491452 w 10476249"/>
                  <a:gd name="connsiteY117" fmla="*/ 8634977 h 10435941"/>
                  <a:gd name="connsiteX118" fmla="*/ 5275804 w 10476249"/>
                  <a:gd name="connsiteY118" fmla="*/ 8324085 h 10435941"/>
                  <a:gd name="connsiteX119" fmla="*/ 5215919 w 10476249"/>
                  <a:gd name="connsiteY119" fmla="*/ 8082820 h 10435941"/>
                  <a:gd name="connsiteX120" fmla="*/ 5302626 w 10476249"/>
                  <a:gd name="connsiteY120" fmla="*/ 7610208 h 10435941"/>
                  <a:gd name="connsiteX121" fmla="*/ 5186654 w 10476249"/>
                  <a:gd name="connsiteY121" fmla="*/ 7320352 h 10435941"/>
                  <a:gd name="connsiteX122" fmla="*/ 5236467 w 10476249"/>
                  <a:gd name="connsiteY122" fmla="*/ 7069881 h 10435941"/>
                  <a:gd name="connsiteX123" fmla="*/ 5240494 w 10476249"/>
                  <a:gd name="connsiteY123" fmla="*/ 6935795 h 10435941"/>
                  <a:gd name="connsiteX124" fmla="*/ 4563198 w 10476249"/>
                  <a:gd name="connsiteY124" fmla="*/ 7013996 h 10435941"/>
                  <a:gd name="connsiteX125" fmla="*/ 4546078 w 10476249"/>
                  <a:gd name="connsiteY125" fmla="*/ 6840580 h 10435941"/>
                  <a:gd name="connsiteX126" fmla="*/ 4482099 w 10476249"/>
                  <a:gd name="connsiteY126" fmla="*/ 6706626 h 10435941"/>
                  <a:gd name="connsiteX127" fmla="*/ 4312585 w 10476249"/>
                  <a:gd name="connsiteY127" fmla="*/ 6826329 h 10435941"/>
                  <a:gd name="connsiteX128" fmla="*/ 3996939 w 10476249"/>
                  <a:gd name="connsiteY128" fmla="*/ 6862493 h 10435941"/>
                  <a:gd name="connsiteX129" fmla="*/ 3961849 w 10476249"/>
                  <a:gd name="connsiteY129" fmla="*/ 7069881 h 10435941"/>
                  <a:gd name="connsiteX130" fmla="*/ 3918262 w 10476249"/>
                  <a:gd name="connsiteY130" fmla="*/ 7281279 h 10435941"/>
                  <a:gd name="connsiteX131" fmla="*/ 3869750 w 10476249"/>
                  <a:gd name="connsiteY131" fmla="*/ 7403480 h 10435941"/>
                  <a:gd name="connsiteX132" fmla="*/ 3558094 w 10476249"/>
                  <a:gd name="connsiteY132" fmla="*/ 7365450 h 10435941"/>
                  <a:gd name="connsiteX133" fmla="*/ 3296831 w 10476249"/>
                  <a:gd name="connsiteY133" fmla="*/ 7402390 h 10435941"/>
                  <a:gd name="connsiteX134" fmla="*/ 2907135 w 10476249"/>
                  <a:gd name="connsiteY134" fmla="*/ 7414475 h 10435941"/>
                  <a:gd name="connsiteX135" fmla="*/ 2733706 w 10476249"/>
                  <a:gd name="connsiteY135" fmla="*/ 7166777 h 10435941"/>
                  <a:gd name="connsiteX136" fmla="*/ 2571924 w 10476249"/>
                  <a:gd name="connsiteY136" fmla="*/ 6908102 h 10435941"/>
                  <a:gd name="connsiteX137" fmla="*/ 2391703 w 10476249"/>
                  <a:gd name="connsiteY137" fmla="*/ 6257406 h 10435941"/>
                  <a:gd name="connsiteX138" fmla="*/ 2313158 w 10476249"/>
                  <a:gd name="connsiteY138" fmla="*/ 6224753 h 10435941"/>
                  <a:gd name="connsiteX139" fmla="*/ 1648140 w 10476249"/>
                  <a:gd name="connsiteY139" fmla="*/ 6197044 h 10435941"/>
                  <a:gd name="connsiteX140" fmla="*/ 1218649 w 10476249"/>
                  <a:gd name="connsiteY140" fmla="*/ 6197044 h 10435941"/>
                  <a:gd name="connsiteX141" fmla="*/ 1025455 w 10476249"/>
                  <a:gd name="connsiteY141" fmla="*/ 6178798 h 10435941"/>
                  <a:gd name="connsiteX142" fmla="*/ 692177 w 10476249"/>
                  <a:gd name="connsiteY142" fmla="*/ 6210899 h 10435941"/>
                  <a:gd name="connsiteX143" fmla="*/ 368390 w 10476249"/>
                  <a:gd name="connsiteY143" fmla="*/ 6137320 h 10435941"/>
                  <a:gd name="connsiteX144" fmla="*/ 132975 w 10476249"/>
                  <a:gd name="connsiteY144" fmla="*/ 6294321 h 10435941"/>
                  <a:gd name="connsiteX145" fmla="*/ 0 w 10476249"/>
                  <a:gd name="connsiteY145"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254907 w 10476249"/>
                  <a:gd name="connsiteY8" fmla="*/ 5679710 h 10435941"/>
                  <a:gd name="connsiteX9" fmla="*/ 1508711 w 10476249"/>
                  <a:gd name="connsiteY9" fmla="*/ 5481030 h 10435941"/>
                  <a:gd name="connsiteX10" fmla="*/ 1717413 w 10476249"/>
                  <a:gd name="connsiteY10" fmla="*/ 5296499 h 10435941"/>
                  <a:gd name="connsiteX11" fmla="*/ 2008358 w 10476249"/>
                  <a:gd name="connsiteY11" fmla="*/ 5060972 h 10435941"/>
                  <a:gd name="connsiteX12" fmla="*/ 2105340 w 10476249"/>
                  <a:gd name="connsiteY12" fmla="*/ 4631481 h 10435941"/>
                  <a:gd name="connsiteX13" fmla="*/ 2158106 w 10476249"/>
                  <a:gd name="connsiteY13" fmla="*/ 4164848 h 10435941"/>
                  <a:gd name="connsiteX14" fmla="*/ 2340867 w 10476249"/>
                  <a:gd name="connsiteY14" fmla="*/ 3855626 h 10435941"/>
                  <a:gd name="connsiteX15" fmla="*/ 2738092 w 10476249"/>
                  <a:gd name="connsiteY15" fmla="*/ 3475092 h 10435941"/>
                  <a:gd name="connsiteX16" fmla="*/ 2964322 w 10476249"/>
                  <a:gd name="connsiteY16" fmla="*/ 3259881 h 10435941"/>
                  <a:gd name="connsiteX17" fmla="*/ 2992031 w 10476249"/>
                  <a:gd name="connsiteY17" fmla="*/ 2816535 h 10435941"/>
                  <a:gd name="connsiteX18" fmla="*/ 3061304 w 10476249"/>
                  <a:gd name="connsiteY18" fmla="*/ 2525590 h 10435941"/>
                  <a:gd name="connsiteX19" fmla="*/ 3061304 w 10476249"/>
                  <a:gd name="connsiteY19" fmla="*/ 2317772 h 10435941"/>
                  <a:gd name="connsiteX20" fmla="*/ 3199849 w 10476249"/>
                  <a:gd name="connsiteY20" fmla="*/ 1985262 h 10435941"/>
                  <a:gd name="connsiteX21" fmla="*/ 3199849 w 10476249"/>
                  <a:gd name="connsiteY21" fmla="*/ 1694317 h 10435941"/>
                  <a:gd name="connsiteX22" fmla="*/ 3499049 w 10476249"/>
                  <a:gd name="connsiteY22" fmla="*/ 1126281 h 10435941"/>
                  <a:gd name="connsiteX23" fmla="*/ 3449231 w 10476249"/>
                  <a:gd name="connsiteY23" fmla="*/ 752208 h 10435941"/>
                  <a:gd name="connsiteX24" fmla="*/ 3476940 w 10476249"/>
                  <a:gd name="connsiteY24" fmla="*/ 544390 h 10435941"/>
                  <a:gd name="connsiteX25" fmla="*/ 3809449 w 10476249"/>
                  <a:gd name="connsiteY25" fmla="*/ 184172 h 10435941"/>
                  <a:gd name="connsiteX26" fmla="*/ 4003413 w 10476249"/>
                  <a:gd name="connsiteY26" fmla="*/ 59481 h 10435941"/>
                  <a:gd name="connsiteX27" fmla="*/ 4419049 w 10476249"/>
                  <a:gd name="connsiteY27" fmla="*/ 295008 h 10435941"/>
                  <a:gd name="connsiteX28" fmla="*/ 4585304 w 10476249"/>
                  <a:gd name="connsiteY28" fmla="*/ 488972 h 10435941"/>
                  <a:gd name="connsiteX29" fmla="*/ 5056358 w 10476249"/>
                  <a:gd name="connsiteY29" fmla="*/ 544390 h 10435941"/>
                  <a:gd name="connsiteX30" fmla="*/ 5376782 w 10476249"/>
                  <a:gd name="connsiteY30" fmla="*/ 603639 h 10435941"/>
                  <a:gd name="connsiteX31" fmla="*/ 5554237 w 10476249"/>
                  <a:gd name="connsiteY31" fmla="*/ 588271 h 10435941"/>
                  <a:gd name="connsiteX32" fmla="*/ 5846067 w 10476249"/>
                  <a:gd name="connsiteY32" fmla="*/ 281153 h 10435941"/>
                  <a:gd name="connsiteX33" fmla="*/ 6109304 w 10476249"/>
                  <a:gd name="connsiteY33" fmla="*/ 322717 h 10435941"/>
                  <a:gd name="connsiteX34" fmla="*/ 6527495 w 10476249"/>
                  <a:gd name="connsiteY34" fmla="*/ 168233 h 10435941"/>
                  <a:gd name="connsiteX35" fmla="*/ 6667317 w 10476249"/>
                  <a:gd name="connsiteY35" fmla="*/ 107503 h 10435941"/>
                  <a:gd name="connsiteX36" fmla="*/ 6997273 w 10476249"/>
                  <a:gd name="connsiteY36" fmla="*/ 198026 h 10435941"/>
                  <a:gd name="connsiteX37" fmla="*/ 7217667 w 10476249"/>
                  <a:gd name="connsiteY37" fmla="*/ 17917 h 10435941"/>
                  <a:gd name="connsiteX38" fmla="*/ 7364702 w 10476249"/>
                  <a:gd name="connsiteY38" fmla="*/ 0 h 10435941"/>
                  <a:gd name="connsiteX39" fmla="*/ 7586454 w 10476249"/>
                  <a:gd name="connsiteY39" fmla="*/ 41248 h 10435941"/>
                  <a:gd name="connsiteX40" fmla="*/ 7896540 w 10476249"/>
                  <a:gd name="connsiteY40" fmla="*/ 128753 h 10435941"/>
                  <a:gd name="connsiteX41" fmla="*/ 8298322 w 10476249"/>
                  <a:gd name="connsiteY41" fmla="*/ 59481 h 10435941"/>
                  <a:gd name="connsiteX42" fmla="*/ 8632600 w 10476249"/>
                  <a:gd name="connsiteY42" fmla="*/ 396707 h 10435941"/>
                  <a:gd name="connsiteX43" fmla="*/ 8894067 w 10476249"/>
                  <a:gd name="connsiteY43" fmla="*/ 544390 h 10435941"/>
                  <a:gd name="connsiteX44" fmla="*/ 9132327 w 10476249"/>
                  <a:gd name="connsiteY44" fmla="*/ 420846 h 10435941"/>
                  <a:gd name="connsiteX45" fmla="*/ 9358560 w 10476249"/>
                  <a:gd name="connsiteY45" fmla="*/ 466363 h 10435941"/>
                  <a:gd name="connsiteX46" fmla="*/ 9503667 w 10476249"/>
                  <a:gd name="connsiteY46" fmla="*/ 367819 h 10435941"/>
                  <a:gd name="connsiteX47" fmla="*/ 9631896 w 10476249"/>
                  <a:gd name="connsiteY47" fmla="*/ 369587 h 10435941"/>
                  <a:gd name="connsiteX48" fmla="*/ 9988577 w 10476249"/>
                  <a:gd name="connsiteY48" fmla="*/ 793772 h 10435941"/>
                  <a:gd name="connsiteX49" fmla="*/ 10224104 w 10476249"/>
                  <a:gd name="connsiteY49" fmla="*/ 987735 h 10435941"/>
                  <a:gd name="connsiteX50" fmla="*/ 10210249 w 10476249"/>
                  <a:gd name="connsiteY50" fmla="*/ 1250972 h 10435941"/>
                  <a:gd name="connsiteX51" fmla="*/ 10224104 w 10476249"/>
                  <a:gd name="connsiteY51" fmla="*/ 1444935 h 10435941"/>
                  <a:gd name="connsiteX52" fmla="*/ 10228661 w 10476249"/>
                  <a:gd name="connsiteY52" fmla="*/ 1580249 h 10435941"/>
                  <a:gd name="connsiteX53" fmla="*/ 10476249 w 10476249"/>
                  <a:gd name="connsiteY53" fmla="*/ 1753897 h 10435941"/>
                  <a:gd name="connsiteX54" fmla="*/ 10063524 w 10476249"/>
                  <a:gd name="connsiteY54" fmla="*/ 2207269 h 10435941"/>
                  <a:gd name="connsiteX55" fmla="*/ 9766904 w 10476249"/>
                  <a:gd name="connsiteY55" fmla="*/ 2497881 h 10435941"/>
                  <a:gd name="connsiteX56" fmla="*/ 9565650 w 10476249"/>
                  <a:gd name="connsiteY56" fmla="*/ 3426134 h 10435941"/>
                  <a:gd name="connsiteX57" fmla="*/ 9518072 w 10476249"/>
                  <a:gd name="connsiteY57" fmla="*/ 3685207 h 10435941"/>
                  <a:gd name="connsiteX58" fmla="*/ 9351267 w 10476249"/>
                  <a:gd name="connsiteY58" fmla="*/ 3911044 h 10435941"/>
                  <a:gd name="connsiteX59" fmla="*/ 9295849 w 10476249"/>
                  <a:gd name="connsiteY59" fmla="*/ 4077299 h 10435941"/>
                  <a:gd name="connsiteX60" fmla="*/ 9222017 w 10476249"/>
                  <a:gd name="connsiteY60" fmla="*/ 4285117 h 10435941"/>
                  <a:gd name="connsiteX61" fmla="*/ 9190850 w 10476249"/>
                  <a:gd name="connsiteY61" fmla="*/ 4430122 h 10435941"/>
                  <a:gd name="connsiteX62" fmla="*/ 9323558 w 10476249"/>
                  <a:gd name="connsiteY62" fmla="*/ 4659190 h 10435941"/>
                  <a:gd name="connsiteX63" fmla="*/ 9367775 w 10476249"/>
                  <a:gd name="connsiteY63" fmla="*/ 4915057 h 10435941"/>
                  <a:gd name="connsiteX64" fmla="*/ 9383534 w 10476249"/>
                  <a:gd name="connsiteY64" fmla="*/ 5208060 h 10435941"/>
                  <a:gd name="connsiteX65" fmla="*/ 9368954 w 10476249"/>
                  <a:gd name="connsiteY65" fmla="*/ 5615153 h 10435941"/>
                  <a:gd name="connsiteX66" fmla="*/ 9504218 w 10476249"/>
                  <a:gd name="connsiteY66" fmla="*/ 5975373 h 10435941"/>
                  <a:gd name="connsiteX67" fmla="*/ 9526091 w 10476249"/>
                  <a:gd name="connsiteY67" fmla="*/ 6403714 h 10435941"/>
                  <a:gd name="connsiteX68" fmla="*/ 9919304 w 10476249"/>
                  <a:gd name="connsiteY68" fmla="*/ 6862062 h 10435941"/>
                  <a:gd name="connsiteX69" fmla="*/ 10037669 w 10476249"/>
                  <a:gd name="connsiteY69" fmla="*/ 7221396 h 10435941"/>
                  <a:gd name="connsiteX70" fmla="*/ 10218503 w 10476249"/>
                  <a:gd name="connsiteY70" fmla="*/ 7514995 h 10435941"/>
                  <a:gd name="connsiteX71" fmla="*/ 9656067 w 10476249"/>
                  <a:gd name="connsiteY71" fmla="*/ 7540935 h 10435941"/>
                  <a:gd name="connsiteX72" fmla="*/ 9159682 w 10476249"/>
                  <a:gd name="connsiteY72" fmla="*/ 7651772 h 10435941"/>
                  <a:gd name="connsiteX73" fmla="*/ 9114466 w 10476249"/>
                  <a:gd name="connsiteY73" fmla="*/ 7790317 h 10435941"/>
                  <a:gd name="connsiteX74" fmla="*/ 9004904 w 10476249"/>
                  <a:gd name="connsiteY74" fmla="*/ 7998135 h 10435941"/>
                  <a:gd name="connsiteX75" fmla="*/ 8919418 w 10476249"/>
                  <a:gd name="connsiteY75" fmla="*/ 8085908 h 10435941"/>
                  <a:gd name="connsiteX76" fmla="*/ 9022382 w 10476249"/>
                  <a:gd name="connsiteY76" fmla="*/ 8313437 h 10435941"/>
                  <a:gd name="connsiteX77" fmla="*/ 9013154 w 10476249"/>
                  <a:gd name="connsiteY77" fmla="*/ 8524608 h 10435941"/>
                  <a:gd name="connsiteX78" fmla="*/ 8979264 w 10476249"/>
                  <a:gd name="connsiteY78" fmla="*/ 8758113 h 10435941"/>
                  <a:gd name="connsiteX79" fmla="*/ 8977195 w 10476249"/>
                  <a:gd name="connsiteY79" fmla="*/ 8967953 h 10435941"/>
                  <a:gd name="connsiteX80" fmla="*/ 8880213 w 10476249"/>
                  <a:gd name="connsiteY80" fmla="*/ 9272753 h 10435941"/>
                  <a:gd name="connsiteX81" fmla="*/ 8907923 w 10476249"/>
                  <a:gd name="connsiteY81" fmla="*/ 9578490 h 10435941"/>
                  <a:gd name="connsiteX82" fmla="*/ 9124310 w 10476249"/>
                  <a:gd name="connsiteY82" fmla="*/ 9750056 h 10435941"/>
                  <a:gd name="connsiteX83" fmla="*/ 9217384 w 10476249"/>
                  <a:gd name="connsiteY83" fmla="*/ 9890275 h 10435941"/>
                  <a:gd name="connsiteX84" fmla="*/ 9448465 w 10476249"/>
                  <a:gd name="connsiteY84" fmla="*/ 9929452 h 10435941"/>
                  <a:gd name="connsiteX85" fmla="*/ 9457627 w 10476249"/>
                  <a:gd name="connsiteY85" fmla="*/ 9818955 h 10435941"/>
                  <a:gd name="connsiteX86" fmla="*/ 9606341 w 10476249"/>
                  <a:gd name="connsiteY86" fmla="*/ 9758904 h 10435941"/>
                  <a:gd name="connsiteX87" fmla="*/ 9617859 w 10476249"/>
                  <a:gd name="connsiteY87" fmla="*/ 10334695 h 10435941"/>
                  <a:gd name="connsiteX88" fmla="*/ 9490259 w 10476249"/>
                  <a:gd name="connsiteY88" fmla="*/ 10338313 h 10435941"/>
                  <a:gd name="connsiteX89" fmla="*/ 9314175 w 10476249"/>
                  <a:gd name="connsiteY89" fmla="*/ 10427202 h 10435941"/>
                  <a:gd name="connsiteX90" fmla="*/ 9189815 w 10476249"/>
                  <a:gd name="connsiteY90" fmla="*/ 10435941 h 10435941"/>
                  <a:gd name="connsiteX91" fmla="*/ 9050829 w 10476249"/>
                  <a:gd name="connsiteY91" fmla="*/ 10122103 h 10435941"/>
                  <a:gd name="connsiteX92" fmla="*/ 8939914 w 10476249"/>
                  <a:gd name="connsiteY92" fmla="*/ 10072174 h 10435941"/>
                  <a:gd name="connsiteX93" fmla="*/ 8778870 w 10476249"/>
                  <a:gd name="connsiteY93" fmla="*/ 9863725 h 10435941"/>
                  <a:gd name="connsiteX94" fmla="*/ 8465017 w 10476249"/>
                  <a:gd name="connsiteY94" fmla="*/ 9748287 h 10435941"/>
                  <a:gd name="connsiteX95" fmla="*/ 8345018 w 10476249"/>
                  <a:gd name="connsiteY95" fmla="*/ 9651431 h 10435941"/>
                  <a:gd name="connsiteX96" fmla="*/ 8270613 w 10476249"/>
                  <a:gd name="connsiteY96" fmla="*/ 9480572 h 10435941"/>
                  <a:gd name="connsiteX97" fmla="*/ 8229159 w 10476249"/>
                  <a:gd name="connsiteY97" fmla="*/ 9374254 h 10435941"/>
                  <a:gd name="connsiteX98" fmla="*/ 8132067 w 10476249"/>
                  <a:gd name="connsiteY98" fmla="*/ 9355881 h 10435941"/>
                  <a:gd name="connsiteX99" fmla="*/ 8076649 w 10476249"/>
                  <a:gd name="connsiteY99" fmla="*/ 9577553 h 10435941"/>
                  <a:gd name="connsiteX100" fmla="*/ 7933959 w 10476249"/>
                  <a:gd name="connsiteY100" fmla="*/ 9610939 h 10435941"/>
                  <a:gd name="connsiteX101" fmla="*/ 7580779 w 10476249"/>
                  <a:gd name="connsiteY101" fmla="*/ 9552340 h 10435941"/>
                  <a:gd name="connsiteX102" fmla="*/ 7442474 w 10476249"/>
                  <a:gd name="connsiteY102" fmla="*/ 9485198 h 10435941"/>
                  <a:gd name="connsiteX103" fmla="*/ 7250179 w 10476249"/>
                  <a:gd name="connsiteY103" fmla="*/ 9449904 h 10435941"/>
                  <a:gd name="connsiteX104" fmla="*/ 7156996 w 10476249"/>
                  <a:gd name="connsiteY104" fmla="*/ 9200180 h 10435941"/>
                  <a:gd name="connsiteX105" fmla="*/ 6940577 w 10476249"/>
                  <a:gd name="connsiteY105" fmla="*/ 9189626 h 10435941"/>
                  <a:gd name="connsiteX106" fmla="*/ 6659679 w 10476249"/>
                  <a:gd name="connsiteY106" fmla="*/ 9285034 h 10435941"/>
                  <a:gd name="connsiteX107" fmla="*/ 6664954 w 10476249"/>
                  <a:gd name="connsiteY107" fmla="*/ 9099745 h 10435941"/>
                  <a:gd name="connsiteX108" fmla="*/ 6538463 w 10476249"/>
                  <a:gd name="connsiteY108" fmla="*/ 9013951 h 10435941"/>
                  <a:gd name="connsiteX109" fmla="*/ 6414104 w 10476249"/>
                  <a:gd name="connsiteY109" fmla="*/ 8954099 h 10435941"/>
                  <a:gd name="connsiteX110" fmla="*/ 6311517 w 10476249"/>
                  <a:gd name="connsiteY110" fmla="*/ 9057307 h 10435941"/>
                  <a:gd name="connsiteX111" fmla="*/ 6153358 w 10476249"/>
                  <a:gd name="connsiteY111" fmla="*/ 8978227 h 10435941"/>
                  <a:gd name="connsiteX112" fmla="*/ 5987727 w 10476249"/>
                  <a:gd name="connsiteY112" fmla="*/ 9093734 h 10435941"/>
                  <a:gd name="connsiteX113" fmla="*/ 5721485 w 10476249"/>
                  <a:gd name="connsiteY113" fmla="*/ 9101726 h 10435941"/>
                  <a:gd name="connsiteX114" fmla="*/ 5660355 w 10476249"/>
                  <a:gd name="connsiteY114" fmla="*/ 9081904 h 10435941"/>
                  <a:gd name="connsiteX115" fmla="*/ 5493010 w 10476249"/>
                  <a:gd name="connsiteY115" fmla="*/ 9128137 h 10435941"/>
                  <a:gd name="connsiteX116" fmla="*/ 5491454 w 10476249"/>
                  <a:gd name="connsiteY116" fmla="*/ 8870972 h 10435941"/>
                  <a:gd name="connsiteX117" fmla="*/ 5491452 w 10476249"/>
                  <a:gd name="connsiteY117" fmla="*/ 8634977 h 10435941"/>
                  <a:gd name="connsiteX118" fmla="*/ 5275804 w 10476249"/>
                  <a:gd name="connsiteY118" fmla="*/ 8324085 h 10435941"/>
                  <a:gd name="connsiteX119" fmla="*/ 5215919 w 10476249"/>
                  <a:gd name="connsiteY119" fmla="*/ 8082820 h 10435941"/>
                  <a:gd name="connsiteX120" fmla="*/ 5302626 w 10476249"/>
                  <a:gd name="connsiteY120" fmla="*/ 7610208 h 10435941"/>
                  <a:gd name="connsiteX121" fmla="*/ 5186654 w 10476249"/>
                  <a:gd name="connsiteY121" fmla="*/ 7320352 h 10435941"/>
                  <a:gd name="connsiteX122" fmla="*/ 5236467 w 10476249"/>
                  <a:gd name="connsiteY122" fmla="*/ 7069881 h 10435941"/>
                  <a:gd name="connsiteX123" fmla="*/ 5240494 w 10476249"/>
                  <a:gd name="connsiteY123" fmla="*/ 6935795 h 10435941"/>
                  <a:gd name="connsiteX124" fmla="*/ 4563198 w 10476249"/>
                  <a:gd name="connsiteY124" fmla="*/ 7013996 h 10435941"/>
                  <a:gd name="connsiteX125" fmla="*/ 4546078 w 10476249"/>
                  <a:gd name="connsiteY125" fmla="*/ 6840580 h 10435941"/>
                  <a:gd name="connsiteX126" fmla="*/ 4482099 w 10476249"/>
                  <a:gd name="connsiteY126" fmla="*/ 6706626 h 10435941"/>
                  <a:gd name="connsiteX127" fmla="*/ 4312585 w 10476249"/>
                  <a:gd name="connsiteY127" fmla="*/ 6826329 h 10435941"/>
                  <a:gd name="connsiteX128" fmla="*/ 3996939 w 10476249"/>
                  <a:gd name="connsiteY128" fmla="*/ 6862493 h 10435941"/>
                  <a:gd name="connsiteX129" fmla="*/ 3961849 w 10476249"/>
                  <a:gd name="connsiteY129" fmla="*/ 7069881 h 10435941"/>
                  <a:gd name="connsiteX130" fmla="*/ 3918262 w 10476249"/>
                  <a:gd name="connsiteY130" fmla="*/ 7281279 h 10435941"/>
                  <a:gd name="connsiteX131" fmla="*/ 3869750 w 10476249"/>
                  <a:gd name="connsiteY131" fmla="*/ 7403480 h 10435941"/>
                  <a:gd name="connsiteX132" fmla="*/ 3558094 w 10476249"/>
                  <a:gd name="connsiteY132" fmla="*/ 7365450 h 10435941"/>
                  <a:gd name="connsiteX133" fmla="*/ 3296831 w 10476249"/>
                  <a:gd name="connsiteY133" fmla="*/ 7402390 h 10435941"/>
                  <a:gd name="connsiteX134" fmla="*/ 2911715 w 10476249"/>
                  <a:gd name="connsiteY134" fmla="*/ 7451307 h 10435941"/>
                  <a:gd name="connsiteX135" fmla="*/ 2733706 w 10476249"/>
                  <a:gd name="connsiteY135" fmla="*/ 7166777 h 10435941"/>
                  <a:gd name="connsiteX136" fmla="*/ 2571924 w 10476249"/>
                  <a:gd name="connsiteY136" fmla="*/ 6908102 h 10435941"/>
                  <a:gd name="connsiteX137" fmla="*/ 2391703 w 10476249"/>
                  <a:gd name="connsiteY137" fmla="*/ 6257406 h 10435941"/>
                  <a:gd name="connsiteX138" fmla="*/ 2313158 w 10476249"/>
                  <a:gd name="connsiteY138" fmla="*/ 6224753 h 10435941"/>
                  <a:gd name="connsiteX139" fmla="*/ 1648140 w 10476249"/>
                  <a:gd name="connsiteY139" fmla="*/ 6197044 h 10435941"/>
                  <a:gd name="connsiteX140" fmla="*/ 1218649 w 10476249"/>
                  <a:gd name="connsiteY140" fmla="*/ 6197044 h 10435941"/>
                  <a:gd name="connsiteX141" fmla="*/ 1025455 w 10476249"/>
                  <a:gd name="connsiteY141" fmla="*/ 6178798 h 10435941"/>
                  <a:gd name="connsiteX142" fmla="*/ 692177 w 10476249"/>
                  <a:gd name="connsiteY142" fmla="*/ 6210899 h 10435941"/>
                  <a:gd name="connsiteX143" fmla="*/ 368390 w 10476249"/>
                  <a:gd name="connsiteY143" fmla="*/ 6137320 h 10435941"/>
                  <a:gd name="connsiteX144" fmla="*/ 132975 w 10476249"/>
                  <a:gd name="connsiteY144" fmla="*/ 6294321 h 10435941"/>
                  <a:gd name="connsiteX145" fmla="*/ 0 w 10476249"/>
                  <a:gd name="connsiteY145"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123850 w 10476249"/>
                  <a:gd name="connsiteY8" fmla="*/ 5537198 h 10435941"/>
                  <a:gd name="connsiteX9" fmla="*/ 1254907 w 10476249"/>
                  <a:gd name="connsiteY9" fmla="*/ 5679710 h 10435941"/>
                  <a:gd name="connsiteX10" fmla="*/ 1508711 w 10476249"/>
                  <a:gd name="connsiteY10" fmla="*/ 5481030 h 10435941"/>
                  <a:gd name="connsiteX11" fmla="*/ 1717413 w 10476249"/>
                  <a:gd name="connsiteY11" fmla="*/ 5296499 h 10435941"/>
                  <a:gd name="connsiteX12" fmla="*/ 2008358 w 10476249"/>
                  <a:gd name="connsiteY12" fmla="*/ 5060972 h 10435941"/>
                  <a:gd name="connsiteX13" fmla="*/ 2105340 w 10476249"/>
                  <a:gd name="connsiteY13" fmla="*/ 4631481 h 10435941"/>
                  <a:gd name="connsiteX14" fmla="*/ 2158106 w 10476249"/>
                  <a:gd name="connsiteY14" fmla="*/ 4164848 h 10435941"/>
                  <a:gd name="connsiteX15" fmla="*/ 2340867 w 10476249"/>
                  <a:gd name="connsiteY15" fmla="*/ 3855626 h 10435941"/>
                  <a:gd name="connsiteX16" fmla="*/ 2738092 w 10476249"/>
                  <a:gd name="connsiteY16" fmla="*/ 3475092 h 10435941"/>
                  <a:gd name="connsiteX17" fmla="*/ 2964322 w 10476249"/>
                  <a:gd name="connsiteY17" fmla="*/ 3259881 h 10435941"/>
                  <a:gd name="connsiteX18" fmla="*/ 2992031 w 10476249"/>
                  <a:gd name="connsiteY18" fmla="*/ 2816535 h 10435941"/>
                  <a:gd name="connsiteX19" fmla="*/ 3061304 w 10476249"/>
                  <a:gd name="connsiteY19" fmla="*/ 2525590 h 10435941"/>
                  <a:gd name="connsiteX20" fmla="*/ 3061304 w 10476249"/>
                  <a:gd name="connsiteY20" fmla="*/ 2317772 h 10435941"/>
                  <a:gd name="connsiteX21" fmla="*/ 3199849 w 10476249"/>
                  <a:gd name="connsiteY21" fmla="*/ 1985262 h 10435941"/>
                  <a:gd name="connsiteX22" fmla="*/ 3199849 w 10476249"/>
                  <a:gd name="connsiteY22" fmla="*/ 1694317 h 10435941"/>
                  <a:gd name="connsiteX23" fmla="*/ 3499049 w 10476249"/>
                  <a:gd name="connsiteY23" fmla="*/ 1126281 h 10435941"/>
                  <a:gd name="connsiteX24" fmla="*/ 3449231 w 10476249"/>
                  <a:gd name="connsiteY24" fmla="*/ 752208 h 10435941"/>
                  <a:gd name="connsiteX25" fmla="*/ 3476940 w 10476249"/>
                  <a:gd name="connsiteY25" fmla="*/ 544390 h 10435941"/>
                  <a:gd name="connsiteX26" fmla="*/ 3809449 w 10476249"/>
                  <a:gd name="connsiteY26" fmla="*/ 184172 h 10435941"/>
                  <a:gd name="connsiteX27" fmla="*/ 4003413 w 10476249"/>
                  <a:gd name="connsiteY27" fmla="*/ 59481 h 10435941"/>
                  <a:gd name="connsiteX28" fmla="*/ 4419049 w 10476249"/>
                  <a:gd name="connsiteY28" fmla="*/ 295008 h 10435941"/>
                  <a:gd name="connsiteX29" fmla="*/ 4585304 w 10476249"/>
                  <a:gd name="connsiteY29" fmla="*/ 488972 h 10435941"/>
                  <a:gd name="connsiteX30" fmla="*/ 5056358 w 10476249"/>
                  <a:gd name="connsiteY30" fmla="*/ 544390 h 10435941"/>
                  <a:gd name="connsiteX31" fmla="*/ 5376782 w 10476249"/>
                  <a:gd name="connsiteY31" fmla="*/ 603639 h 10435941"/>
                  <a:gd name="connsiteX32" fmla="*/ 5554237 w 10476249"/>
                  <a:gd name="connsiteY32" fmla="*/ 588271 h 10435941"/>
                  <a:gd name="connsiteX33" fmla="*/ 5846067 w 10476249"/>
                  <a:gd name="connsiteY33" fmla="*/ 281153 h 10435941"/>
                  <a:gd name="connsiteX34" fmla="*/ 6109304 w 10476249"/>
                  <a:gd name="connsiteY34" fmla="*/ 322717 h 10435941"/>
                  <a:gd name="connsiteX35" fmla="*/ 6527495 w 10476249"/>
                  <a:gd name="connsiteY35" fmla="*/ 168233 h 10435941"/>
                  <a:gd name="connsiteX36" fmla="*/ 6667317 w 10476249"/>
                  <a:gd name="connsiteY36" fmla="*/ 107503 h 10435941"/>
                  <a:gd name="connsiteX37" fmla="*/ 6997273 w 10476249"/>
                  <a:gd name="connsiteY37" fmla="*/ 198026 h 10435941"/>
                  <a:gd name="connsiteX38" fmla="*/ 7217667 w 10476249"/>
                  <a:gd name="connsiteY38" fmla="*/ 17917 h 10435941"/>
                  <a:gd name="connsiteX39" fmla="*/ 7364702 w 10476249"/>
                  <a:gd name="connsiteY39" fmla="*/ 0 h 10435941"/>
                  <a:gd name="connsiteX40" fmla="*/ 7586454 w 10476249"/>
                  <a:gd name="connsiteY40" fmla="*/ 41248 h 10435941"/>
                  <a:gd name="connsiteX41" fmla="*/ 7896540 w 10476249"/>
                  <a:gd name="connsiteY41" fmla="*/ 128753 h 10435941"/>
                  <a:gd name="connsiteX42" fmla="*/ 8298322 w 10476249"/>
                  <a:gd name="connsiteY42" fmla="*/ 59481 h 10435941"/>
                  <a:gd name="connsiteX43" fmla="*/ 8632600 w 10476249"/>
                  <a:gd name="connsiteY43" fmla="*/ 396707 h 10435941"/>
                  <a:gd name="connsiteX44" fmla="*/ 8894067 w 10476249"/>
                  <a:gd name="connsiteY44" fmla="*/ 544390 h 10435941"/>
                  <a:gd name="connsiteX45" fmla="*/ 9132327 w 10476249"/>
                  <a:gd name="connsiteY45" fmla="*/ 420846 h 10435941"/>
                  <a:gd name="connsiteX46" fmla="*/ 9358560 w 10476249"/>
                  <a:gd name="connsiteY46" fmla="*/ 466363 h 10435941"/>
                  <a:gd name="connsiteX47" fmla="*/ 9503667 w 10476249"/>
                  <a:gd name="connsiteY47" fmla="*/ 367819 h 10435941"/>
                  <a:gd name="connsiteX48" fmla="*/ 9631896 w 10476249"/>
                  <a:gd name="connsiteY48" fmla="*/ 369587 h 10435941"/>
                  <a:gd name="connsiteX49" fmla="*/ 9988577 w 10476249"/>
                  <a:gd name="connsiteY49" fmla="*/ 793772 h 10435941"/>
                  <a:gd name="connsiteX50" fmla="*/ 10224104 w 10476249"/>
                  <a:gd name="connsiteY50" fmla="*/ 987735 h 10435941"/>
                  <a:gd name="connsiteX51" fmla="*/ 10210249 w 10476249"/>
                  <a:gd name="connsiteY51" fmla="*/ 1250972 h 10435941"/>
                  <a:gd name="connsiteX52" fmla="*/ 10224104 w 10476249"/>
                  <a:gd name="connsiteY52" fmla="*/ 1444935 h 10435941"/>
                  <a:gd name="connsiteX53" fmla="*/ 10228661 w 10476249"/>
                  <a:gd name="connsiteY53" fmla="*/ 1580249 h 10435941"/>
                  <a:gd name="connsiteX54" fmla="*/ 10476249 w 10476249"/>
                  <a:gd name="connsiteY54" fmla="*/ 1753897 h 10435941"/>
                  <a:gd name="connsiteX55" fmla="*/ 10063524 w 10476249"/>
                  <a:gd name="connsiteY55" fmla="*/ 2207269 h 10435941"/>
                  <a:gd name="connsiteX56" fmla="*/ 9766904 w 10476249"/>
                  <a:gd name="connsiteY56" fmla="*/ 2497881 h 10435941"/>
                  <a:gd name="connsiteX57" fmla="*/ 9565650 w 10476249"/>
                  <a:gd name="connsiteY57" fmla="*/ 3426134 h 10435941"/>
                  <a:gd name="connsiteX58" fmla="*/ 9518072 w 10476249"/>
                  <a:gd name="connsiteY58" fmla="*/ 3685207 h 10435941"/>
                  <a:gd name="connsiteX59" fmla="*/ 9351267 w 10476249"/>
                  <a:gd name="connsiteY59" fmla="*/ 3911044 h 10435941"/>
                  <a:gd name="connsiteX60" fmla="*/ 9295849 w 10476249"/>
                  <a:gd name="connsiteY60" fmla="*/ 4077299 h 10435941"/>
                  <a:gd name="connsiteX61" fmla="*/ 9222017 w 10476249"/>
                  <a:gd name="connsiteY61" fmla="*/ 4285117 h 10435941"/>
                  <a:gd name="connsiteX62" fmla="*/ 9190850 w 10476249"/>
                  <a:gd name="connsiteY62" fmla="*/ 4430122 h 10435941"/>
                  <a:gd name="connsiteX63" fmla="*/ 9323558 w 10476249"/>
                  <a:gd name="connsiteY63" fmla="*/ 4659190 h 10435941"/>
                  <a:gd name="connsiteX64" fmla="*/ 9367775 w 10476249"/>
                  <a:gd name="connsiteY64" fmla="*/ 4915057 h 10435941"/>
                  <a:gd name="connsiteX65" fmla="*/ 9383534 w 10476249"/>
                  <a:gd name="connsiteY65" fmla="*/ 5208060 h 10435941"/>
                  <a:gd name="connsiteX66" fmla="*/ 9368954 w 10476249"/>
                  <a:gd name="connsiteY66" fmla="*/ 5615153 h 10435941"/>
                  <a:gd name="connsiteX67" fmla="*/ 9504218 w 10476249"/>
                  <a:gd name="connsiteY67" fmla="*/ 5975373 h 10435941"/>
                  <a:gd name="connsiteX68" fmla="*/ 9526091 w 10476249"/>
                  <a:gd name="connsiteY68" fmla="*/ 6403714 h 10435941"/>
                  <a:gd name="connsiteX69" fmla="*/ 9919304 w 10476249"/>
                  <a:gd name="connsiteY69" fmla="*/ 6862062 h 10435941"/>
                  <a:gd name="connsiteX70" fmla="*/ 10037669 w 10476249"/>
                  <a:gd name="connsiteY70" fmla="*/ 7221396 h 10435941"/>
                  <a:gd name="connsiteX71" fmla="*/ 10218503 w 10476249"/>
                  <a:gd name="connsiteY71" fmla="*/ 7514995 h 10435941"/>
                  <a:gd name="connsiteX72" fmla="*/ 9656067 w 10476249"/>
                  <a:gd name="connsiteY72" fmla="*/ 7540935 h 10435941"/>
                  <a:gd name="connsiteX73" fmla="*/ 9159682 w 10476249"/>
                  <a:gd name="connsiteY73" fmla="*/ 7651772 h 10435941"/>
                  <a:gd name="connsiteX74" fmla="*/ 9114466 w 10476249"/>
                  <a:gd name="connsiteY74" fmla="*/ 7790317 h 10435941"/>
                  <a:gd name="connsiteX75" fmla="*/ 9004904 w 10476249"/>
                  <a:gd name="connsiteY75" fmla="*/ 7998135 h 10435941"/>
                  <a:gd name="connsiteX76" fmla="*/ 8919418 w 10476249"/>
                  <a:gd name="connsiteY76" fmla="*/ 8085908 h 10435941"/>
                  <a:gd name="connsiteX77" fmla="*/ 9022382 w 10476249"/>
                  <a:gd name="connsiteY77" fmla="*/ 8313437 h 10435941"/>
                  <a:gd name="connsiteX78" fmla="*/ 9013154 w 10476249"/>
                  <a:gd name="connsiteY78" fmla="*/ 8524608 h 10435941"/>
                  <a:gd name="connsiteX79" fmla="*/ 8979264 w 10476249"/>
                  <a:gd name="connsiteY79" fmla="*/ 8758113 h 10435941"/>
                  <a:gd name="connsiteX80" fmla="*/ 8977195 w 10476249"/>
                  <a:gd name="connsiteY80" fmla="*/ 8967953 h 10435941"/>
                  <a:gd name="connsiteX81" fmla="*/ 8880213 w 10476249"/>
                  <a:gd name="connsiteY81" fmla="*/ 9272753 h 10435941"/>
                  <a:gd name="connsiteX82" fmla="*/ 8907923 w 10476249"/>
                  <a:gd name="connsiteY82" fmla="*/ 9578490 h 10435941"/>
                  <a:gd name="connsiteX83" fmla="*/ 9124310 w 10476249"/>
                  <a:gd name="connsiteY83" fmla="*/ 9750056 h 10435941"/>
                  <a:gd name="connsiteX84" fmla="*/ 9217384 w 10476249"/>
                  <a:gd name="connsiteY84" fmla="*/ 9890275 h 10435941"/>
                  <a:gd name="connsiteX85" fmla="*/ 9448465 w 10476249"/>
                  <a:gd name="connsiteY85" fmla="*/ 9929452 h 10435941"/>
                  <a:gd name="connsiteX86" fmla="*/ 9457627 w 10476249"/>
                  <a:gd name="connsiteY86" fmla="*/ 9818955 h 10435941"/>
                  <a:gd name="connsiteX87" fmla="*/ 9606341 w 10476249"/>
                  <a:gd name="connsiteY87" fmla="*/ 9758904 h 10435941"/>
                  <a:gd name="connsiteX88" fmla="*/ 9617859 w 10476249"/>
                  <a:gd name="connsiteY88" fmla="*/ 10334695 h 10435941"/>
                  <a:gd name="connsiteX89" fmla="*/ 9490259 w 10476249"/>
                  <a:gd name="connsiteY89" fmla="*/ 10338313 h 10435941"/>
                  <a:gd name="connsiteX90" fmla="*/ 9314175 w 10476249"/>
                  <a:gd name="connsiteY90" fmla="*/ 10427202 h 10435941"/>
                  <a:gd name="connsiteX91" fmla="*/ 9189815 w 10476249"/>
                  <a:gd name="connsiteY91" fmla="*/ 10435941 h 10435941"/>
                  <a:gd name="connsiteX92" fmla="*/ 9050829 w 10476249"/>
                  <a:gd name="connsiteY92" fmla="*/ 10122103 h 10435941"/>
                  <a:gd name="connsiteX93" fmla="*/ 8939914 w 10476249"/>
                  <a:gd name="connsiteY93" fmla="*/ 10072174 h 10435941"/>
                  <a:gd name="connsiteX94" fmla="*/ 8778870 w 10476249"/>
                  <a:gd name="connsiteY94" fmla="*/ 9863725 h 10435941"/>
                  <a:gd name="connsiteX95" fmla="*/ 8465017 w 10476249"/>
                  <a:gd name="connsiteY95" fmla="*/ 9748287 h 10435941"/>
                  <a:gd name="connsiteX96" fmla="*/ 8345018 w 10476249"/>
                  <a:gd name="connsiteY96" fmla="*/ 9651431 h 10435941"/>
                  <a:gd name="connsiteX97" fmla="*/ 8270613 w 10476249"/>
                  <a:gd name="connsiteY97" fmla="*/ 9480572 h 10435941"/>
                  <a:gd name="connsiteX98" fmla="*/ 8229159 w 10476249"/>
                  <a:gd name="connsiteY98" fmla="*/ 9374254 h 10435941"/>
                  <a:gd name="connsiteX99" fmla="*/ 8132067 w 10476249"/>
                  <a:gd name="connsiteY99" fmla="*/ 9355881 h 10435941"/>
                  <a:gd name="connsiteX100" fmla="*/ 8076649 w 10476249"/>
                  <a:gd name="connsiteY100" fmla="*/ 9577553 h 10435941"/>
                  <a:gd name="connsiteX101" fmla="*/ 7933959 w 10476249"/>
                  <a:gd name="connsiteY101" fmla="*/ 9610939 h 10435941"/>
                  <a:gd name="connsiteX102" fmla="*/ 7580779 w 10476249"/>
                  <a:gd name="connsiteY102" fmla="*/ 9552340 h 10435941"/>
                  <a:gd name="connsiteX103" fmla="*/ 7442474 w 10476249"/>
                  <a:gd name="connsiteY103" fmla="*/ 9485198 h 10435941"/>
                  <a:gd name="connsiteX104" fmla="*/ 7250179 w 10476249"/>
                  <a:gd name="connsiteY104" fmla="*/ 9449904 h 10435941"/>
                  <a:gd name="connsiteX105" fmla="*/ 7156996 w 10476249"/>
                  <a:gd name="connsiteY105" fmla="*/ 9200180 h 10435941"/>
                  <a:gd name="connsiteX106" fmla="*/ 6940577 w 10476249"/>
                  <a:gd name="connsiteY106" fmla="*/ 9189626 h 10435941"/>
                  <a:gd name="connsiteX107" fmla="*/ 6659679 w 10476249"/>
                  <a:gd name="connsiteY107" fmla="*/ 9285034 h 10435941"/>
                  <a:gd name="connsiteX108" fmla="*/ 6664954 w 10476249"/>
                  <a:gd name="connsiteY108" fmla="*/ 9099745 h 10435941"/>
                  <a:gd name="connsiteX109" fmla="*/ 6538463 w 10476249"/>
                  <a:gd name="connsiteY109" fmla="*/ 9013951 h 10435941"/>
                  <a:gd name="connsiteX110" fmla="*/ 6414104 w 10476249"/>
                  <a:gd name="connsiteY110" fmla="*/ 8954099 h 10435941"/>
                  <a:gd name="connsiteX111" fmla="*/ 6311517 w 10476249"/>
                  <a:gd name="connsiteY111" fmla="*/ 9057307 h 10435941"/>
                  <a:gd name="connsiteX112" fmla="*/ 6153358 w 10476249"/>
                  <a:gd name="connsiteY112" fmla="*/ 8978227 h 10435941"/>
                  <a:gd name="connsiteX113" fmla="*/ 5987727 w 10476249"/>
                  <a:gd name="connsiteY113" fmla="*/ 9093734 h 10435941"/>
                  <a:gd name="connsiteX114" fmla="*/ 5721485 w 10476249"/>
                  <a:gd name="connsiteY114" fmla="*/ 9101726 h 10435941"/>
                  <a:gd name="connsiteX115" fmla="*/ 5660355 w 10476249"/>
                  <a:gd name="connsiteY115" fmla="*/ 9081904 h 10435941"/>
                  <a:gd name="connsiteX116" fmla="*/ 5493010 w 10476249"/>
                  <a:gd name="connsiteY116" fmla="*/ 9128137 h 10435941"/>
                  <a:gd name="connsiteX117" fmla="*/ 5491454 w 10476249"/>
                  <a:gd name="connsiteY117" fmla="*/ 8870972 h 10435941"/>
                  <a:gd name="connsiteX118" fmla="*/ 5491452 w 10476249"/>
                  <a:gd name="connsiteY118" fmla="*/ 8634977 h 10435941"/>
                  <a:gd name="connsiteX119" fmla="*/ 5275804 w 10476249"/>
                  <a:gd name="connsiteY119" fmla="*/ 8324085 h 10435941"/>
                  <a:gd name="connsiteX120" fmla="*/ 5215919 w 10476249"/>
                  <a:gd name="connsiteY120" fmla="*/ 8082820 h 10435941"/>
                  <a:gd name="connsiteX121" fmla="*/ 5302626 w 10476249"/>
                  <a:gd name="connsiteY121" fmla="*/ 7610208 h 10435941"/>
                  <a:gd name="connsiteX122" fmla="*/ 5186654 w 10476249"/>
                  <a:gd name="connsiteY122" fmla="*/ 7320352 h 10435941"/>
                  <a:gd name="connsiteX123" fmla="*/ 5236467 w 10476249"/>
                  <a:gd name="connsiteY123" fmla="*/ 7069881 h 10435941"/>
                  <a:gd name="connsiteX124" fmla="*/ 5240494 w 10476249"/>
                  <a:gd name="connsiteY124" fmla="*/ 6935795 h 10435941"/>
                  <a:gd name="connsiteX125" fmla="*/ 4563198 w 10476249"/>
                  <a:gd name="connsiteY125" fmla="*/ 7013996 h 10435941"/>
                  <a:gd name="connsiteX126" fmla="*/ 4546078 w 10476249"/>
                  <a:gd name="connsiteY126" fmla="*/ 6840580 h 10435941"/>
                  <a:gd name="connsiteX127" fmla="*/ 4482099 w 10476249"/>
                  <a:gd name="connsiteY127" fmla="*/ 6706626 h 10435941"/>
                  <a:gd name="connsiteX128" fmla="*/ 4312585 w 10476249"/>
                  <a:gd name="connsiteY128" fmla="*/ 6826329 h 10435941"/>
                  <a:gd name="connsiteX129" fmla="*/ 3996939 w 10476249"/>
                  <a:gd name="connsiteY129" fmla="*/ 6862493 h 10435941"/>
                  <a:gd name="connsiteX130" fmla="*/ 3961849 w 10476249"/>
                  <a:gd name="connsiteY130" fmla="*/ 7069881 h 10435941"/>
                  <a:gd name="connsiteX131" fmla="*/ 3918262 w 10476249"/>
                  <a:gd name="connsiteY131" fmla="*/ 7281279 h 10435941"/>
                  <a:gd name="connsiteX132" fmla="*/ 3869750 w 10476249"/>
                  <a:gd name="connsiteY132" fmla="*/ 7403480 h 10435941"/>
                  <a:gd name="connsiteX133" fmla="*/ 3558094 w 10476249"/>
                  <a:gd name="connsiteY133" fmla="*/ 7365450 h 10435941"/>
                  <a:gd name="connsiteX134" fmla="*/ 3296831 w 10476249"/>
                  <a:gd name="connsiteY134" fmla="*/ 7402390 h 10435941"/>
                  <a:gd name="connsiteX135" fmla="*/ 2911715 w 10476249"/>
                  <a:gd name="connsiteY135" fmla="*/ 7451307 h 10435941"/>
                  <a:gd name="connsiteX136" fmla="*/ 2733706 w 10476249"/>
                  <a:gd name="connsiteY136" fmla="*/ 7166777 h 10435941"/>
                  <a:gd name="connsiteX137" fmla="*/ 2571924 w 10476249"/>
                  <a:gd name="connsiteY137" fmla="*/ 6908102 h 10435941"/>
                  <a:gd name="connsiteX138" fmla="*/ 2391703 w 10476249"/>
                  <a:gd name="connsiteY138" fmla="*/ 6257406 h 10435941"/>
                  <a:gd name="connsiteX139" fmla="*/ 2313158 w 10476249"/>
                  <a:gd name="connsiteY139" fmla="*/ 6224753 h 10435941"/>
                  <a:gd name="connsiteX140" fmla="*/ 1648140 w 10476249"/>
                  <a:gd name="connsiteY140" fmla="*/ 6197044 h 10435941"/>
                  <a:gd name="connsiteX141" fmla="*/ 1218649 w 10476249"/>
                  <a:gd name="connsiteY141" fmla="*/ 6197044 h 10435941"/>
                  <a:gd name="connsiteX142" fmla="*/ 1025455 w 10476249"/>
                  <a:gd name="connsiteY142" fmla="*/ 6178798 h 10435941"/>
                  <a:gd name="connsiteX143" fmla="*/ 692177 w 10476249"/>
                  <a:gd name="connsiteY143" fmla="*/ 6210899 h 10435941"/>
                  <a:gd name="connsiteX144" fmla="*/ 368390 w 10476249"/>
                  <a:gd name="connsiteY144" fmla="*/ 6137320 h 10435941"/>
                  <a:gd name="connsiteX145" fmla="*/ 132975 w 10476249"/>
                  <a:gd name="connsiteY145" fmla="*/ 6294321 h 10435941"/>
                  <a:gd name="connsiteX146" fmla="*/ 0 w 10476249"/>
                  <a:gd name="connsiteY146"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169664 w 10476249"/>
                  <a:gd name="connsiteY8" fmla="*/ 5366848 h 10435941"/>
                  <a:gd name="connsiteX9" fmla="*/ 1254907 w 10476249"/>
                  <a:gd name="connsiteY9" fmla="*/ 5679710 h 10435941"/>
                  <a:gd name="connsiteX10" fmla="*/ 1508711 w 10476249"/>
                  <a:gd name="connsiteY10" fmla="*/ 5481030 h 10435941"/>
                  <a:gd name="connsiteX11" fmla="*/ 1717413 w 10476249"/>
                  <a:gd name="connsiteY11" fmla="*/ 5296499 h 10435941"/>
                  <a:gd name="connsiteX12" fmla="*/ 2008358 w 10476249"/>
                  <a:gd name="connsiteY12" fmla="*/ 5060972 h 10435941"/>
                  <a:gd name="connsiteX13" fmla="*/ 2105340 w 10476249"/>
                  <a:gd name="connsiteY13" fmla="*/ 4631481 h 10435941"/>
                  <a:gd name="connsiteX14" fmla="*/ 2158106 w 10476249"/>
                  <a:gd name="connsiteY14" fmla="*/ 4164848 h 10435941"/>
                  <a:gd name="connsiteX15" fmla="*/ 2340867 w 10476249"/>
                  <a:gd name="connsiteY15" fmla="*/ 3855626 h 10435941"/>
                  <a:gd name="connsiteX16" fmla="*/ 2738092 w 10476249"/>
                  <a:gd name="connsiteY16" fmla="*/ 3475092 h 10435941"/>
                  <a:gd name="connsiteX17" fmla="*/ 2964322 w 10476249"/>
                  <a:gd name="connsiteY17" fmla="*/ 3259881 h 10435941"/>
                  <a:gd name="connsiteX18" fmla="*/ 2992031 w 10476249"/>
                  <a:gd name="connsiteY18" fmla="*/ 2816535 h 10435941"/>
                  <a:gd name="connsiteX19" fmla="*/ 3061304 w 10476249"/>
                  <a:gd name="connsiteY19" fmla="*/ 2525590 h 10435941"/>
                  <a:gd name="connsiteX20" fmla="*/ 3061304 w 10476249"/>
                  <a:gd name="connsiteY20" fmla="*/ 2317772 h 10435941"/>
                  <a:gd name="connsiteX21" fmla="*/ 3199849 w 10476249"/>
                  <a:gd name="connsiteY21" fmla="*/ 1985262 h 10435941"/>
                  <a:gd name="connsiteX22" fmla="*/ 3199849 w 10476249"/>
                  <a:gd name="connsiteY22" fmla="*/ 1694317 h 10435941"/>
                  <a:gd name="connsiteX23" fmla="*/ 3499049 w 10476249"/>
                  <a:gd name="connsiteY23" fmla="*/ 1126281 h 10435941"/>
                  <a:gd name="connsiteX24" fmla="*/ 3449231 w 10476249"/>
                  <a:gd name="connsiteY24" fmla="*/ 752208 h 10435941"/>
                  <a:gd name="connsiteX25" fmla="*/ 3476940 w 10476249"/>
                  <a:gd name="connsiteY25" fmla="*/ 544390 h 10435941"/>
                  <a:gd name="connsiteX26" fmla="*/ 3809449 w 10476249"/>
                  <a:gd name="connsiteY26" fmla="*/ 184172 h 10435941"/>
                  <a:gd name="connsiteX27" fmla="*/ 4003413 w 10476249"/>
                  <a:gd name="connsiteY27" fmla="*/ 59481 h 10435941"/>
                  <a:gd name="connsiteX28" fmla="*/ 4419049 w 10476249"/>
                  <a:gd name="connsiteY28" fmla="*/ 295008 h 10435941"/>
                  <a:gd name="connsiteX29" fmla="*/ 4585304 w 10476249"/>
                  <a:gd name="connsiteY29" fmla="*/ 488972 h 10435941"/>
                  <a:gd name="connsiteX30" fmla="*/ 5056358 w 10476249"/>
                  <a:gd name="connsiteY30" fmla="*/ 544390 h 10435941"/>
                  <a:gd name="connsiteX31" fmla="*/ 5376782 w 10476249"/>
                  <a:gd name="connsiteY31" fmla="*/ 603639 h 10435941"/>
                  <a:gd name="connsiteX32" fmla="*/ 5554237 w 10476249"/>
                  <a:gd name="connsiteY32" fmla="*/ 588271 h 10435941"/>
                  <a:gd name="connsiteX33" fmla="*/ 5846067 w 10476249"/>
                  <a:gd name="connsiteY33" fmla="*/ 281153 h 10435941"/>
                  <a:gd name="connsiteX34" fmla="*/ 6109304 w 10476249"/>
                  <a:gd name="connsiteY34" fmla="*/ 322717 h 10435941"/>
                  <a:gd name="connsiteX35" fmla="*/ 6527495 w 10476249"/>
                  <a:gd name="connsiteY35" fmla="*/ 168233 h 10435941"/>
                  <a:gd name="connsiteX36" fmla="*/ 6667317 w 10476249"/>
                  <a:gd name="connsiteY36" fmla="*/ 107503 h 10435941"/>
                  <a:gd name="connsiteX37" fmla="*/ 6997273 w 10476249"/>
                  <a:gd name="connsiteY37" fmla="*/ 198026 h 10435941"/>
                  <a:gd name="connsiteX38" fmla="*/ 7217667 w 10476249"/>
                  <a:gd name="connsiteY38" fmla="*/ 17917 h 10435941"/>
                  <a:gd name="connsiteX39" fmla="*/ 7364702 w 10476249"/>
                  <a:gd name="connsiteY39" fmla="*/ 0 h 10435941"/>
                  <a:gd name="connsiteX40" fmla="*/ 7586454 w 10476249"/>
                  <a:gd name="connsiteY40" fmla="*/ 41248 h 10435941"/>
                  <a:gd name="connsiteX41" fmla="*/ 7896540 w 10476249"/>
                  <a:gd name="connsiteY41" fmla="*/ 128753 h 10435941"/>
                  <a:gd name="connsiteX42" fmla="*/ 8298322 w 10476249"/>
                  <a:gd name="connsiteY42" fmla="*/ 59481 h 10435941"/>
                  <a:gd name="connsiteX43" fmla="*/ 8632600 w 10476249"/>
                  <a:gd name="connsiteY43" fmla="*/ 396707 h 10435941"/>
                  <a:gd name="connsiteX44" fmla="*/ 8894067 w 10476249"/>
                  <a:gd name="connsiteY44" fmla="*/ 544390 h 10435941"/>
                  <a:gd name="connsiteX45" fmla="*/ 9132327 w 10476249"/>
                  <a:gd name="connsiteY45" fmla="*/ 420846 h 10435941"/>
                  <a:gd name="connsiteX46" fmla="*/ 9358560 w 10476249"/>
                  <a:gd name="connsiteY46" fmla="*/ 466363 h 10435941"/>
                  <a:gd name="connsiteX47" fmla="*/ 9503667 w 10476249"/>
                  <a:gd name="connsiteY47" fmla="*/ 367819 h 10435941"/>
                  <a:gd name="connsiteX48" fmla="*/ 9631896 w 10476249"/>
                  <a:gd name="connsiteY48" fmla="*/ 369587 h 10435941"/>
                  <a:gd name="connsiteX49" fmla="*/ 9988577 w 10476249"/>
                  <a:gd name="connsiteY49" fmla="*/ 793772 h 10435941"/>
                  <a:gd name="connsiteX50" fmla="*/ 10224104 w 10476249"/>
                  <a:gd name="connsiteY50" fmla="*/ 987735 h 10435941"/>
                  <a:gd name="connsiteX51" fmla="*/ 10210249 w 10476249"/>
                  <a:gd name="connsiteY51" fmla="*/ 1250972 h 10435941"/>
                  <a:gd name="connsiteX52" fmla="*/ 10224104 w 10476249"/>
                  <a:gd name="connsiteY52" fmla="*/ 1444935 h 10435941"/>
                  <a:gd name="connsiteX53" fmla="*/ 10228661 w 10476249"/>
                  <a:gd name="connsiteY53" fmla="*/ 1580249 h 10435941"/>
                  <a:gd name="connsiteX54" fmla="*/ 10476249 w 10476249"/>
                  <a:gd name="connsiteY54" fmla="*/ 1753897 h 10435941"/>
                  <a:gd name="connsiteX55" fmla="*/ 10063524 w 10476249"/>
                  <a:gd name="connsiteY55" fmla="*/ 2207269 h 10435941"/>
                  <a:gd name="connsiteX56" fmla="*/ 9766904 w 10476249"/>
                  <a:gd name="connsiteY56" fmla="*/ 2497881 h 10435941"/>
                  <a:gd name="connsiteX57" fmla="*/ 9565650 w 10476249"/>
                  <a:gd name="connsiteY57" fmla="*/ 3426134 h 10435941"/>
                  <a:gd name="connsiteX58" fmla="*/ 9518072 w 10476249"/>
                  <a:gd name="connsiteY58" fmla="*/ 3685207 h 10435941"/>
                  <a:gd name="connsiteX59" fmla="*/ 9351267 w 10476249"/>
                  <a:gd name="connsiteY59" fmla="*/ 3911044 h 10435941"/>
                  <a:gd name="connsiteX60" fmla="*/ 9295849 w 10476249"/>
                  <a:gd name="connsiteY60" fmla="*/ 4077299 h 10435941"/>
                  <a:gd name="connsiteX61" fmla="*/ 9222017 w 10476249"/>
                  <a:gd name="connsiteY61" fmla="*/ 4285117 h 10435941"/>
                  <a:gd name="connsiteX62" fmla="*/ 9190850 w 10476249"/>
                  <a:gd name="connsiteY62" fmla="*/ 4430122 h 10435941"/>
                  <a:gd name="connsiteX63" fmla="*/ 9323558 w 10476249"/>
                  <a:gd name="connsiteY63" fmla="*/ 4659190 h 10435941"/>
                  <a:gd name="connsiteX64" fmla="*/ 9367775 w 10476249"/>
                  <a:gd name="connsiteY64" fmla="*/ 4915057 h 10435941"/>
                  <a:gd name="connsiteX65" fmla="*/ 9383534 w 10476249"/>
                  <a:gd name="connsiteY65" fmla="*/ 5208060 h 10435941"/>
                  <a:gd name="connsiteX66" fmla="*/ 9368954 w 10476249"/>
                  <a:gd name="connsiteY66" fmla="*/ 5615153 h 10435941"/>
                  <a:gd name="connsiteX67" fmla="*/ 9504218 w 10476249"/>
                  <a:gd name="connsiteY67" fmla="*/ 5975373 h 10435941"/>
                  <a:gd name="connsiteX68" fmla="*/ 9526091 w 10476249"/>
                  <a:gd name="connsiteY68" fmla="*/ 6403714 h 10435941"/>
                  <a:gd name="connsiteX69" fmla="*/ 9919304 w 10476249"/>
                  <a:gd name="connsiteY69" fmla="*/ 6862062 h 10435941"/>
                  <a:gd name="connsiteX70" fmla="*/ 10037669 w 10476249"/>
                  <a:gd name="connsiteY70" fmla="*/ 7221396 h 10435941"/>
                  <a:gd name="connsiteX71" fmla="*/ 10218503 w 10476249"/>
                  <a:gd name="connsiteY71" fmla="*/ 7514995 h 10435941"/>
                  <a:gd name="connsiteX72" fmla="*/ 9656067 w 10476249"/>
                  <a:gd name="connsiteY72" fmla="*/ 7540935 h 10435941"/>
                  <a:gd name="connsiteX73" fmla="*/ 9159682 w 10476249"/>
                  <a:gd name="connsiteY73" fmla="*/ 7651772 h 10435941"/>
                  <a:gd name="connsiteX74" fmla="*/ 9114466 w 10476249"/>
                  <a:gd name="connsiteY74" fmla="*/ 7790317 h 10435941"/>
                  <a:gd name="connsiteX75" fmla="*/ 9004904 w 10476249"/>
                  <a:gd name="connsiteY75" fmla="*/ 7998135 h 10435941"/>
                  <a:gd name="connsiteX76" fmla="*/ 8919418 w 10476249"/>
                  <a:gd name="connsiteY76" fmla="*/ 8085908 h 10435941"/>
                  <a:gd name="connsiteX77" fmla="*/ 9022382 w 10476249"/>
                  <a:gd name="connsiteY77" fmla="*/ 8313437 h 10435941"/>
                  <a:gd name="connsiteX78" fmla="*/ 9013154 w 10476249"/>
                  <a:gd name="connsiteY78" fmla="*/ 8524608 h 10435941"/>
                  <a:gd name="connsiteX79" fmla="*/ 8979264 w 10476249"/>
                  <a:gd name="connsiteY79" fmla="*/ 8758113 h 10435941"/>
                  <a:gd name="connsiteX80" fmla="*/ 8977195 w 10476249"/>
                  <a:gd name="connsiteY80" fmla="*/ 8967953 h 10435941"/>
                  <a:gd name="connsiteX81" fmla="*/ 8880213 w 10476249"/>
                  <a:gd name="connsiteY81" fmla="*/ 9272753 h 10435941"/>
                  <a:gd name="connsiteX82" fmla="*/ 8907923 w 10476249"/>
                  <a:gd name="connsiteY82" fmla="*/ 9578490 h 10435941"/>
                  <a:gd name="connsiteX83" fmla="*/ 9124310 w 10476249"/>
                  <a:gd name="connsiteY83" fmla="*/ 9750056 h 10435941"/>
                  <a:gd name="connsiteX84" fmla="*/ 9217384 w 10476249"/>
                  <a:gd name="connsiteY84" fmla="*/ 9890275 h 10435941"/>
                  <a:gd name="connsiteX85" fmla="*/ 9448465 w 10476249"/>
                  <a:gd name="connsiteY85" fmla="*/ 9929452 h 10435941"/>
                  <a:gd name="connsiteX86" fmla="*/ 9457627 w 10476249"/>
                  <a:gd name="connsiteY86" fmla="*/ 9818955 h 10435941"/>
                  <a:gd name="connsiteX87" fmla="*/ 9606341 w 10476249"/>
                  <a:gd name="connsiteY87" fmla="*/ 9758904 h 10435941"/>
                  <a:gd name="connsiteX88" fmla="*/ 9617859 w 10476249"/>
                  <a:gd name="connsiteY88" fmla="*/ 10334695 h 10435941"/>
                  <a:gd name="connsiteX89" fmla="*/ 9490259 w 10476249"/>
                  <a:gd name="connsiteY89" fmla="*/ 10338313 h 10435941"/>
                  <a:gd name="connsiteX90" fmla="*/ 9314175 w 10476249"/>
                  <a:gd name="connsiteY90" fmla="*/ 10427202 h 10435941"/>
                  <a:gd name="connsiteX91" fmla="*/ 9189815 w 10476249"/>
                  <a:gd name="connsiteY91" fmla="*/ 10435941 h 10435941"/>
                  <a:gd name="connsiteX92" fmla="*/ 9050829 w 10476249"/>
                  <a:gd name="connsiteY92" fmla="*/ 10122103 h 10435941"/>
                  <a:gd name="connsiteX93" fmla="*/ 8939914 w 10476249"/>
                  <a:gd name="connsiteY93" fmla="*/ 10072174 h 10435941"/>
                  <a:gd name="connsiteX94" fmla="*/ 8778870 w 10476249"/>
                  <a:gd name="connsiteY94" fmla="*/ 9863725 h 10435941"/>
                  <a:gd name="connsiteX95" fmla="*/ 8465017 w 10476249"/>
                  <a:gd name="connsiteY95" fmla="*/ 9748287 h 10435941"/>
                  <a:gd name="connsiteX96" fmla="*/ 8345018 w 10476249"/>
                  <a:gd name="connsiteY96" fmla="*/ 9651431 h 10435941"/>
                  <a:gd name="connsiteX97" fmla="*/ 8270613 w 10476249"/>
                  <a:gd name="connsiteY97" fmla="*/ 9480572 h 10435941"/>
                  <a:gd name="connsiteX98" fmla="*/ 8229159 w 10476249"/>
                  <a:gd name="connsiteY98" fmla="*/ 9374254 h 10435941"/>
                  <a:gd name="connsiteX99" fmla="*/ 8132067 w 10476249"/>
                  <a:gd name="connsiteY99" fmla="*/ 9355881 h 10435941"/>
                  <a:gd name="connsiteX100" fmla="*/ 8076649 w 10476249"/>
                  <a:gd name="connsiteY100" fmla="*/ 9577553 h 10435941"/>
                  <a:gd name="connsiteX101" fmla="*/ 7933959 w 10476249"/>
                  <a:gd name="connsiteY101" fmla="*/ 9610939 h 10435941"/>
                  <a:gd name="connsiteX102" fmla="*/ 7580779 w 10476249"/>
                  <a:gd name="connsiteY102" fmla="*/ 9552340 h 10435941"/>
                  <a:gd name="connsiteX103" fmla="*/ 7442474 w 10476249"/>
                  <a:gd name="connsiteY103" fmla="*/ 9485198 h 10435941"/>
                  <a:gd name="connsiteX104" fmla="*/ 7250179 w 10476249"/>
                  <a:gd name="connsiteY104" fmla="*/ 9449904 h 10435941"/>
                  <a:gd name="connsiteX105" fmla="*/ 7156996 w 10476249"/>
                  <a:gd name="connsiteY105" fmla="*/ 9200180 h 10435941"/>
                  <a:gd name="connsiteX106" fmla="*/ 6940577 w 10476249"/>
                  <a:gd name="connsiteY106" fmla="*/ 9189626 h 10435941"/>
                  <a:gd name="connsiteX107" fmla="*/ 6659679 w 10476249"/>
                  <a:gd name="connsiteY107" fmla="*/ 9285034 h 10435941"/>
                  <a:gd name="connsiteX108" fmla="*/ 6664954 w 10476249"/>
                  <a:gd name="connsiteY108" fmla="*/ 9099745 h 10435941"/>
                  <a:gd name="connsiteX109" fmla="*/ 6538463 w 10476249"/>
                  <a:gd name="connsiteY109" fmla="*/ 9013951 h 10435941"/>
                  <a:gd name="connsiteX110" fmla="*/ 6414104 w 10476249"/>
                  <a:gd name="connsiteY110" fmla="*/ 8954099 h 10435941"/>
                  <a:gd name="connsiteX111" fmla="*/ 6311517 w 10476249"/>
                  <a:gd name="connsiteY111" fmla="*/ 9057307 h 10435941"/>
                  <a:gd name="connsiteX112" fmla="*/ 6153358 w 10476249"/>
                  <a:gd name="connsiteY112" fmla="*/ 8978227 h 10435941"/>
                  <a:gd name="connsiteX113" fmla="*/ 5987727 w 10476249"/>
                  <a:gd name="connsiteY113" fmla="*/ 9093734 h 10435941"/>
                  <a:gd name="connsiteX114" fmla="*/ 5721485 w 10476249"/>
                  <a:gd name="connsiteY114" fmla="*/ 9101726 h 10435941"/>
                  <a:gd name="connsiteX115" fmla="*/ 5660355 w 10476249"/>
                  <a:gd name="connsiteY115" fmla="*/ 9081904 h 10435941"/>
                  <a:gd name="connsiteX116" fmla="*/ 5493010 w 10476249"/>
                  <a:gd name="connsiteY116" fmla="*/ 9128137 h 10435941"/>
                  <a:gd name="connsiteX117" fmla="*/ 5491454 w 10476249"/>
                  <a:gd name="connsiteY117" fmla="*/ 8870972 h 10435941"/>
                  <a:gd name="connsiteX118" fmla="*/ 5491452 w 10476249"/>
                  <a:gd name="connsiteY118" fmla="*/ 8634977 h 10435941"/>
                  <a:gd name="connsiteX119" fmla="*/ 5275804 w 10476249"/>
                  <a:gd name="connsiteY119" fmla="*/ 8324085 h 10435941"/>
                  <a:gd name="connsiteX120" fmla="*/ 5215919 w 10476249"/>
                  <a:gd name="connsiteY120" fmla="*/ 8082820 h 10435941"/>
                  <a:gd name="connsiteX121" fmla="*/ 5302626 w 10476249"/>
                  <a:gd name="connsiteY121" fmla="*/ 7610208 h 10435941"/>
                  <a:gd name="connsiteX122" fmla="*/ 5186654 w 10476249"/>
                  <a:gd name="connsiteY122" fmla="*/ 7320352 h 10435941"/>
                  <a:gd name="connsiteX123" fmla="*/ 5236467 w 10476249"/>
                  <a:gd name="connsiteY123" fmla="*/ 7069881 h 10435941"/>
                  <a:gd name="connsiteX124" fmla="*/ 5240494 w 10476249"/>
                  <a:gd name="connsiteY124" fmla="*/ 6935795 h 10435941"/>
                  <a:gd name="connsiteX125" fmla="*/ 4563198 w 10476249"/>
                  <a:gd name="connsiteY125" fmla="*/ 7013996 h 10435941"/>
                  <a:gd name="connsiteX126" fmla="*/ 4546078 w 10476249"/>
                  <a:gd name="connsiteY126" fmla="*/ 6840580 h 10435941"/>
                  <a:gd name="connsiteX127" fmla="*/ 4482099 w 10476249"/>
                  <a:gd name="connsiteY127" fmla="*/ 6706626 h 10435941"/>
                  <a:gd name="connsiteX128" fmla="*/ 4312585 w 10476249"/>
                  <a:gd name="connsiteY128" fmla="*/ 6826329 h 10435941"/>
                  <a:gd name="connsiteX129" fmla="*/ 3996939 w 10476249"/>
                  <a:gd name="connsiteY129" fmla="*/ 6862493 h 10435941"/>
                  <a:gd name="connsiteX130" fmla="*/ 3961849 w 10476249"/>
                  <a:gd name="connsiteY130" fmla="*/ 7069881 h 10435941"/>
                  <a:gd name="connsiteX131" fmla="*/ 3918262 w 10476249"/>
                  <a:gd name="connsiteY131" fmla="*/ 7281279 h 10435941"/>
                  <a:gd name="connsiteX132" fmla="*/ 3869750 w 10476249"/>
                  <a:gd name="connsiteY132" fmla="*/ 7403480 h 10435941"/>
                  <a:gd name="connsiteX133" fmla="*/ 3558094 w 10476249"/>
                  <a:gd name="connsiteY133" fmla="*/ 7365450 h 10435941"/>
                  <a:gd name="connsiteX134" fmla="*/ 3296831 w 10476249"/>
                  <a:gd name="connsiteY134" fmla="*/ 7402390 h 10435941"/>
                  <a:gd name="connsiteX135" fmla="*/ 2911715 w 10476249"/>
                  <a:gd name="connsiteY135" fmla="*/ 7451307 h 10435941"/>
                  <a:gd name="connsiteX136" fmla="*/ 2733706 w 10476249"/>
                  <a:gd name="connsiteY136" fmla="*/ 7166777 h 10435941"/>
                  <a:gd name="connsiteX137" fmla="*/ 2571924 w 10476249"/>
                  <a:gd name="connsiteY137" fmla="*/ 6908102 h 10435941"/>
                  <a:gd name="connsiteX138" fmla="*/ 2391703 w 10476249"/>
                  <a:gd name="connsiteY138" fmla="*/ 6257406 h 10435941"/>
                  <a:gd name="connsiteX139" fmla="*/ 2313158 w 10476249"/>
                  <a:gd name="connsiteY139" fmla="*/ 6224753 h 10435941"/>
                  <a:gd name="connsiteX140" fmla="*/ 1648140 w 10476249"/>
                  <a:gd name="connsiteY140" fmla="*/ 6197044 h 10435941"/>
                  <a:gd name="connsiteX141" fmla="*/ 1218649 w 10476249"/>
                  <a:gd name="connsiteY141" fmla="*/ 6197044 h 10435941"/>
                  <a:gd name="connsiteX142" fmla="*/ 1025455 w 10476249"/>
                  <a:gd name="connsiteY142" fmla="*/ 6178798 h 10435941"/>
                  <a:gd name="connsiteX143" fmla="*/ 692177 w 10476249"/>
                  <a:gd name="connsiteY143" fmla="*/ 6210899 h 10435941"/>
                  <a:gd name="connsiteX144" fmla="*/ 368390 w 10476249"/>
                  <a:gd name="connsiteY144" fmla="*/ 6137320 h 10435941"/>
                  <a:gd name="connsiteX145" fmla="*/ 132975 w 10476249"/>
                  <a:gd name="connsiteY145" fmla="*/ 6294321 h 10435941"/>
                  <a:gd name="connsiteX146" fmla="*/ 0 w 10476249"/>
                  <a:gd name="connsiteY146"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169664 w 10476249"/>
                  <a:gd name="connsiteY8" fmla="*/ 5366848 h 10435941"/>
                  <a:gd name="connsiteX9" fmla="*/ 1197154 w 10476249"/>
                  <a:gd name="connsiteY9" fmla="*/ 5518783 h 10435941"/>
                  <a:gd name="connsiteX10" fmla="*/ 1254907 w 10476249"/>
                  <a:gd name="connsiteY10" fmla="*/ 5679710 h 10435941"/>
                  <a:gd name="connsiteX11" fmla="*/ 1508711 w 10476249"/>
                  <a:gd name="connsiteY11" fmla="*/ 5481030 h 10435941"/>
                  <a:gd name="connsiteX12" fmla="*/ 1717413 w 10476249"/>
                  <a:gd name="connsiteY12" fmla="*/ 5296499 h 10435941"/>
                  <a:gd name="connsiteX13" fmla="*/ 2008358 w 10476249"/>
                  <a:gd name="connsiteY13" fmla="*/ 5060972 h 10435941"/>
                  <a:gd name="connsiteX14" fmla="*/ 2105340 w 10476249"/>
                  <a:gd name="connsiteY14" fmla="*/ 4631481 h 10435941"/>
                  <a:gd name="connsiteX15" fmla="*/ 2158106 w 10476249"/>
                  <a:gd name="connsiteY15" fmla="*/ 4164848 h 10435941"/>
                  <a:gd name="connsiteX16" fmla="*/ 2340867 w 10476249"/>
                  <a:gd name="connsiteY16" fmla="*/ 3855626 h 10435941"/>
                  <a:gd name="connsiteX17" fmla="*/ 2738092 w 10476249"/>
                  <a:gd name="connsiteY17" fmla="*/ 3475092 h 10435941"/>
                  <a:gd name="connsiteX18" fmla="*/ 2964322 w 10476249"/>
                  <a:gd name="connsiteY18" fmla="*/ 3259881 h 10435941"/>
                  <a:gd name="connsiteX19" fmla="*/ 2992031 w 10476249"/>
                  <a:gd name="connsiteY19" fmla="*/ 2816535 h 10435941"/>
                  <a:gd name="connsiteX20" fmla="*/ 3061304 w 10476249"/>
                  <a:gd name="connsiteY20" fmla="*/ 2525590 h 10435941"/>
                  <a:gd name="connsiteX21" fmla="*/ 3061304 w 10476249"/>
                  <a:gd name="connsiteY21" fmla="*/ 2317772 h 10435941"/>
                  <a:gd name="connsiteX22" fmla="*/ 3199849 w 10476249"/>
                  <a:gd name="connsiteY22" fmla="*/ 1985262 h 10435941"/>
                  <a:gd name="connsiteX23" fmla="*/ 3199849 w 10476249"/>
                  <a:gd name="connsiteY23" fmla="*/ 1694317 h 10435941"/>
                  <a:gd name="connsiteX24" fmla="*/ 3499049 w 10476249"/>
                  <a:gd name="connsiteY24" fmla="*/ 1126281 h 10435941"/>
                  <a:gd name="connsiteX25" fmla="*/ 3449231 w 10476249"/>
                  <a:gd name="connsiteY25" fmla="*/ 752208 h 10435941"/>
                  <a:gd name="connsiteX26" fmla="*/ 3476940 w 10476249"/>
                  <a:gd name="connsiteY26" fmla="*/ 544390 h 10435941"/>
                  <a:gd name="connsiteX27" fmla="*/ 3809449 w 10476249"/>
                  <a:gd name="connsiteY27" fmla="*/ 184172 h 10435941"/>
                  <a:gd name="connsiteX28" fmla="*/ 4003413 w 10476249"/>
                  <a:gd name="connsiteY28" fmla="*/ 59481 h 10435941"/>
                  <a:gd name="connsiteX29" fmla="*/ 4419049 w 10476249"/>
                  <a:gd name="connsiteY29" fmla="*/ 295008 h 10435941"/>
                  <a:gd name="connsiteX30" fmla="*/ 4585304 w 10476249"/>
                  <a:gd name="connsiteY30" fmla="*/ 488972 h 10435941"/>
                  <a:gd name="connsiteX31" fmla="*/ 5056358 w 10476249"/>
                  <a:gd name="connsiteY31" fmla="*/ 544390 h 10435941"/>
                  <a:gd name="connsiteX32" fmla="*/ 5376782 w 10476249"/>
                  <a:gd name="connsiteY32" fmla="*/ 603639 h 10435941"/>
                  <a:gd name="connsiteX33" fmla="*/ 5554237 w 10476249"/>
                  <a:gd name="connsiteY33" fmla="*/ 588271 h 10435941"/>
                  <a:gd name="connsiteX34" fmla="*/ 5846067 w 10476249"/>
                  <a:gd name="connsiteY34" fmla="*/ 281153 h 10435941"/>
                  <a:gd name="connsiteX35" fmla="*/ 6109304 w 10476249"/>
                  <a:gd name="connsiteY35" fmla="*/ 322717 h 10435941"/>
                  <a:gd name="connsiteX36" fmla="*/ 6527495 w 10476249"/>
                  <a:gd name="connsiteY36" fmla="*/ 168233 h 10435941"/>
                  <a:gd name="connsiteX37" fmla="*/ 6667317 w 10476249"/>
                  <a:gd name="connsiteY37" fmla="*/ 107503 h 10435941"/>
                  <a:gd name="connsiteX38" fmla="*/ 6997273 w 10476249"/>
                  <a:gd name="connsiteY38" fmla="*/ 198026 h 10435941"/>
                  <a:gd name="connsiteX39" fmla="*/ 7217667 w 10476249"/>
                  <a:gd name="connsiteY39" fmla="*/ 17917 h 10435941"/>
                  <a:gd name="connsiteX40" fmla="*/ 7364702 w 10476249"/>
                  <a:gd name="connsiteY40" fmla="*/ 0 h 10435941"/>
                  <a:gd name="connsiteX41" fmla="*/ 7586454 w 10476249"/>
                  <a:gd name="connsiteY41" fmla="*/ 41248 h 10435941"/>
                  <a:gd name="connsiteX42" fmla="*/ 7896540 w 10476249"/>
                  <a:gd name="connsiteY42" fmla="*/ 128753 h 10435941"/>
                  <a:gd name="connsiteX43" fmla="*/ 8298322 w 10476249"/>
                  <a:gd name="connsiteY43" fmla="*/ 59481 h 10435941"/>
                  <a:gd name="connsiteX44" fmla="*/ 8632600 w 10476249"/>
                  <a:gd name="connsiteY44" fmla="*/ 396707 h 10435941"/>
                  <a:gd name="connsiteX45" fmla="*/ 8894067 w 10476249"/>
                  <a:gd name="connsiteY45" fmla="*/ 544390 h 10435941"/>
                  <a:gd name="connsiteX46" fmla="*/ 9132327 w 10476249"/>
                  <a:gd name="connsiteY46" fmla="*/ 420846 h 10435941"/>
                  <a:gd name="connsiteX47" fmla="*/ 9358560 w 10476249"/>
                  <a:gd name="connsiteY47" fmla="*/ 466363 h 10435941"/>
                  <a:gd name="connsiteX48" fmla="*/ 9503667 w 10476249"/>
                  <a:gd name="connsiteY48" fmla="*/ 367819 h 10435941"/>
                  <a:gd name="connsiteX49" fmla="*/ 9631896 w 10476249"/>
                  <a:gd name="connsiteY49" fmla="*/ 369587 h 10435941"/>
                  <a:gd name="connsiteX50" fmla="*/ 9988577 w 10476249"/>
                  <a:gd name="connsiteY50" fmla="*/ 793772 h 10435941"/>
                  <a:gd name="connsiteX51" fmla="*/ 10224104 w 10476249"/>
                  <a:gd name="connsiteY51" fmla="*/ 987735 h 10435941"/>
                  <a:gd name="connsiteX52" fmla="*/ 10210249 w 10476249"/>
                  <a:gd name="connsiteY52" fmla="*/ 1250972 h 10435941"/>
                  <a:gd name="connsiteX53" fmla="*/ 10224104 w 10476249"/>
                  <a:gd name="connsiteY53" fmla="*/ 1444935 h 10435941"/>
                  <a:gd name="connsiteX54" fmla="*/ 10228661 w 10476249"/>
                  <a:gd name="connsiteY54" fmla="*/ 1580249 h 10435941"/>
                  <a:gd name="connsiteX55" fmla="*/ 10476249 w 10476249"/>
                  <a:gd name="connsiteY55" fmla="*/ 1753897 h 10435941"/>
                  <a:gd name="connsiteX56" fmla="*/ 10063524 w 10476249"/>
                  <a:gd name="connsiteY56" fmla="*/ 2207269 h 10435941"/>
                  <a:gd name="connsiteX57" fmla="*/ 9766904 w 10476249"/>
                  <a:gd name="connsiteY57" fmla="*/ 2497881 h 10435941"/>
                  <a:gd name="connsiteX58" fmla="*/ 9565650 w 10476249"/>
                  <a:gd name="connsiteY58" fmla="*/ 3426134 h 10435941"/>
                  <a:gd name="connsiteX59" fmla="*/ 9518072 w 10476249"/>
                  <a:gd name="connsiteY59" fmla="*/ 3685207 h 10435941"/>
                  <a:gd name="connsiteX60" fmla="*/ 9351267 w 10476249"/>
                  <a:gd name="connsiteY60" fmla="*/ 3911044 h 10435941"/>
                  <a:gd name="connsiteX61" fmla="*/ 9295849 w 10476249"/>
                  <a:gd name="connsiteY61" fmla="*/ 4077299 h 10435941"/>
                  <a:gd name="connsiteX62" fmla="*/ 9222017 w 10476249"/>
                  <a:gd name="connsiteY62" fmla="*/ 4285117 h 10435941"/>
                  <a:gd name="connsiteX63" fmla="*/ 9190850 w 10476249"/>
                  <a:gd name="connsiteY63" fmla="*/ 4430122 h 10435941"/>
                  <a:gd name="connsiteX64" fmla="*/ 9323558 w 10476249"/>
                  <a:gd name="connsiteY64" fmla="*/ 4659190 h 10435941"/>
                  <a:gd name="connsiteX65" fmla="*/ 9367775 w 10476249"/>
                  <a:gd name="connsiteY65" fmla="*/ 4915057 h 10435941"/>
                  <a:gd name="connsiteX66" fmla="*/ 9383534 w 10476249"/>
                  <a:gd name="connsiteY66" fmla="*/ 5208060 h 10435941"/>
                  <a:gd name="connsiteX67" fmla="*/ 9368954 w 10476249"/>
                  <a:gd name="connsiteY67" fmla="*/ 5615153 h 10435941"/>
                  <a:gd name="connsiteX68" fmla="*/ 9504218 w 10476249"/>
                  <a:gd name="connsiteY68" fmla="*/ 5975373 h 10435941"/>
                  <a:gd name="connsiteX69" fmla="*/ 9526091 w 10476249"/>
                  <a:gd name="connsiteY69" fmla="*/ 6403714 h 10435941"/>
                  <a:gd name="connsiteX70" fmla="*/ 9919304 w 10476249"/>
                  <a:gd name="connsiteY70" fmla="*/ 6862062 h 10435941"/>
                  <a:gd name="connsiteX71" fmla="*/ 10037669 w 10476249"/>
                  <a:gd name="connsiteY71" fmla="*/ 7221396 h 10435941"/>
                  <a:gd name="connsiteX72" fmla="*/ 10218503 w 10476249"/>
                  <a:gd name="connsiteY72" fmla="*/ 7514995 h 10435941"/>
                  <a:gd name="connsiteX73" fmla="*/ 9656067 w 10476249"/>
                  <a:gd name="connsiteY73" fmla="*/ 7540935 h 10435941"/>
                  <a:gd name="connsiteX74" fmla="*/ 9159682 w 10476249"/>
                  <a:gd name="connsiteY74" fmla="*/ 7651772 h 10435941"/>
                  <a:gd name="connsiteX75" fmla="*/ 9114466 w 10476249"/>
                  <a:gd name="connsiteY75" fmla="*/ 7790317 h 10435941"/>
                  <a:gd name="connsiteX76" fmla="*/ 9004904 w 10476249"/>
                  <a:gd name="connsiteY76" fmla="*/ 7998135 h 10435941"/>
                  <a:gd name="connsiteX77" fmla="*/ 8919418 w 10476249"/>
                  <a:gd name="connsiteY77" fmla="*/ 8085908 h 10435941"/>
                  <a:gd name="connsiteX78" fmla="*/ 9022382 w 10476249"/>
                  <a:gd name="connsiteY78" fmla="*/ 8313437 h 10435941"/>
                  <a:gd name="connsiteX79" fmla="*/ 9013154 w 10476249"/>
                  <a:gd name="connsiteY79" fmla="*/ 8524608 h 10435941"/>
                  <a:gd name="connsiteX80" fmla="*/ 8979264 w 10476249"/>
                  <a:gd name="connsiteY80" fmla="*/ 8758113 h 10435941"/>
                  <a:gd name="connsiteX81" fmla="*/ 8977195 w 10476249"/>
                  <a:gd name="connsiteY81" fmla="*/ 8967953 h 10435941"/>
                  <a:gd name="connsiteX82" fmla="*/ 8880213 w 10476249"/>
                  <a:gd name="connsiteY82" fmla="*/ 9272753 h 10435941"/>
                  <a:gd name="connsiteX83" fmla="*/ 8907923 w 10476249"/>
                  <a:gd name="connsiteY83" fmla="*/ 9578490 h 10435941"/>
                  <a:gd name="connsiteX84" fmla="*/ 9124310 w 10476249"/>
                  <a:gd name="connsiteY84" fmla="*/ 9750056 h 10435941"/>
                  <a:gd name="connsiteX85" fmla="*/ 9217384 w 10476249"/>
                  <a:gd name="connsiteY85" fmla="*/ 9890275 h 10435941"/>
                  <a:gd name="connsiteX86" fmla="*/ 9448465 w 10476249"/>
                  <a:gd name="connsiteY86" fmla="*/ 9929452 h 10435941"/>
                  <a:gd name="connsiteX87" fmla="*/ 9457627 w 10476249"/>
                  <a:gd name="connsiteY87" fmla="*/ 9818955 h 10435941"/>
                  <a:gd name="connsiteX88" fmla="*/ 9606341 w 10476249"/>
                  <a:gd name="connsiteY88" fmla="*/ 9758904 h 10435941"/>
                  <a:gd name="connsiteX89" fmla="*/ 9617859 w 10476249"/>
                  <a:gd name="connsiteY89" fmla="*/ 10334695 h 10435941"/>
                  <a:gd name="connsiteX90" fmla="*/ 9490259 w 10476249"/>
                  <a:gd name="connsiteY90" fmla="*/ 10338313 h 10435941"/>
                  <a:gd name="connsiteX91" fmla="*/ 9314175 w 10476249"/>
                  <a:gd name="connsiteY91" fmla="*/ 10427202 h 10435941"/>
                  <a:gd name="connsiteX92" fmla="*/ 9189815 w 10476249"/>
                  <a:gd name="connsiteY92" fmla="*/ 10435941 h 10435941"/>
                  <a:gd name="connsiteX93" fmla="*/ 9050829 w 10476249"/>
                  <a:gd name="connsiteY93" fmla="*/ 10122103 h 10435941"/>
                  <a:gd name="connsiteX94" fmla="*/ 8939914 w 10476249"/>
                  <a:gd name="connsiteY94" fmla="*/ 10072174 h 10435941"/>
                  <a:gd name="connsiteX95" fmla="*/ 8778870 w 10476249"/>
                  <a:gd name="connsiteY95" fmla="*/ 9863725 h 10435941"/>
                  <a:gd name="connsiteX96" fmla="*/ 8465017 w 10476249"/>
                  <a:gd name="connsiteY96" fmla="*/ 9748287 h 10435941"/>
                  <a:gd name="connsiteX97" fmla="*/ 8345018 w 10476249"/>
                  <a:gd name="connsiteY97" fmla="*/ 9651431 h 10435941"/>
                  <a:gd name="connsiteX98" fmla="*/ 8270613 w 10476249"/>
                  <a:gd name="connsiteY98" fmla="*/ 9480572 h 10435941"/>
                  <a:gd name="connsiteX99" fmla="*/ 8229159 w 10476249"/>
                  <a:gd name="connsiteY99" fmla="*/ 9374254 h 10435941"/>
                  <a:gd name="connsiteX100" fmla="*/ 8132067 w 10476249"/>
                  <a:gd name="connsiteY100" fmla="*/ 9355881 h 10435941"/>
                  <a:gd name="connsiteX101" fmla="*/ 8076649 w 10476249"/>
                  <a:gd name="connsiteY101" fmla="*/ 9577553 h 10435941"/>
                  <a:gd name="connsiteX102" fmla="*/ 7933959 w 10476249"/>
                  <a:gd name="connsiteY102" fmla="*/ 9610939 h 10435941"/>
                  <a:gd name="connsiteX103" fmla="*/ 7580779 w 10476249"/>
                  <a:gd name="connsiteY103" fmla="*/ 9552340 h 10435941"/>
                  <a:gd name="connsiteX104" fmla="*/ 7442474 w 10476249"/>
                  <a:gd name="connsiteY104" fmla="*/ 9485198 h 10435941"/>
                  <a:gd name="connsiteX105" fmla="*/ 7250179 w 10476249"/>
                  <a:gd name="connsiteY105" fmla="*/ 9449904 h 10435941"/>
                  <a:gd name="connsiteX106" fmla="*/ 7156996 w 10476249"/>
                  <a:gd name="connsiteY106" fmla="*/ 9200180 h 10435941"/>
                  <a:gd name="connsiteX107" fmla="*/ 6940577 w 10476249"/>
                  <a:gd name="connsiteY107" fmla="*/ 9189626 h 10435941"/>
                  <a:gd name="connsiteX108" fmla="*/ 6659679 w 10476249"/>
                  <a:gd name="connsiteY108" fmla="*/ 9285034 h 10435941"/>
                  <a:gd name="connsiteX109" fmla="*/ 6664954 w 10476249"/>
                  <a:gd name="connsiteY109" fmla="*/ 9099745 h 10435941"/>
                  <a:gd name="connsiteX110" fmla="*/ 6538463 w 10476249"/>
                  <a:gd name="connsiteY110" fmla="*/ 9013951 h 10435941"/>
                  <a:gd name="connsiteX111" fmla="*/ 6414104 w 10476249"/>
                  <a:gd name="connsiteY111" fmla="*/ 8954099 h 10435941"/>
                  <a:gd name="connsiteX112" fmla="*/ 6311517 w 10476249"/>
                  <a:gd name="connsiteY112" fmla="*/ 9057307 h 10435941"/>
                  <a:gd name="connsiteX113" fmla="*/ 6153358 w 10476249"/>
                  <a:gd name="connsiteY113" fmla="*/ 8978227 h 10435941"/>
                  <a:gd name="connsiteX114" fmla="*/ 5987727 w 10476249"/>
                  <a:gd name="connsiteY114" fmla="*/ 9093734 h 10435941"/>
                  <a:gd name="connsiteX115" fmla="*/ 5721485 w 10476249"/>
                  <a:gd name="connsiteY115" fmla="*/ 9101726 h 10435941"/>
                  <a:gd name="connsiteX116" fmla="*/ 5660355 w 10476249"/>
                  <a:gd name="connsiteY116" fmla="*/ 9081904 h 10435941"/>
                  <a:gd name="connsiteX117" fmla="*/ 5493010 w 10476249"/>
                  <a:gd name="connsiteY117" fmla="*/ 9128137 h 10435941"/>
                  <a:gd name="connsiteX118" fmla="*/ 5491454 w 10476249"/>
                  <a:gd name="connsiteY118" fmla="*/ 8870972 h 10435941"/>
                  <a:gd name="connsiteX119" fmla="*/ 5491452 w 10476249"/>
                  <a:gd name="connsiteY119" fmla="*/ 8634977 h 10435941"/>
                  <a:gd name="connsiteX120" fmla="*/ 5275804 w 10476249"/>
                  <a:gd name="connsiteY120" fmla="*/ 8324085 h 10435941"/>
                  <a:gd name="connsiteX121" fmla="*/ 5215919 w 10476249"/>
                  <a:gd name="connsiteY121" fmla="*/ 8082820 h 10435941"/>
                  <a:gd name="connsiteX122" fmla="*/ 5302626 w 10476249"/>
                  <a:gd name="connsiteY122" fmla="*/ 7610208 h 10435941"/>
                  <a:gd name="connsiteX123" fmla="*/ 5186654 w 10476249"/>
                  <a:gd name="connsiteY123" fmla="*/ 7320352 h 10435941"/>
                  <a:gd name="connsiteX124" fmla="*/ 5236467 w 10476249"/>
                  <a:gd name="connsiteY124" fmla="*/ 7069881 h 10435941"/>
                  <a:gd name="connsiteX125" fmla="*/ 5240494 w 10476249"/>
                  <a:gd name="connsiteY125" fmla="*/ 6935795 h 10435941"/>
                  <a:gd name="connsiteX126" fmla="*/ 4563198 w 10476249"/>
                  <a:gd name="connsiteY126" fmla="*/ 7013996 h 10435941"/>
                  <a:gd name="connsiteX127" fmla="*/ 4546078 w 10476249"/>
                  <a:gd name="connsiteY127" fmla="*/ 6840580 h 10435941"/>
                  <a:gd name="connsiteX128" fmla="*/ 4482099 w 10476249"/>
                  <a:gd name="connsiteY128" fmla="*/ 6706626 h 10435941"/>
                  <a:gd name="connsiteX129" fmla="*/ 4312585 w 10476249"/>
                  <a:gd name="connsiteY129" fmla="*/ 6826329 h 10435941"/>
                  <a:gd name="connsiteX130" fmla="*/ 3996939 w 10476249"/>
                  <a:gd name="connsiteY130" fmla="*/ 6862493 h 10435941"/>
                  <a:gd name="connsiteX131" fmla="*/ 3961849 w 10476249"/>
                  <a:gd name="connsiteY131" fmla="*/ 7069881 h 10435941"/>
                  <a:gd name="connsiteX132" fmla="*/ 3918262 w 10476249"/>
                  <a:gd name="connsiteY132" fmla="*/ 7281279 h 10435941"/>
                  <a:gd name="connsiteX133" fmla="*/ 3869750 w 10476249"/>
                  <a:gd name="connsiteY133" fmla="*/ 7403480 h 10435941"/>
                  <a:gd name="connsiteX134" fmla="*/ 3558094 w 10476249"/>
                  <a:gd name="connsiteY134" fmla="*/ 7365450 h 10435941"/>
                  <a:gd name="connsiteX135" fmla="*/ 3296831 w 10476249"/>
                  <a:gd name="connsiteY135" fmla="*/ 7402390 h 10435941"/>
                  <a:gd name="connsiteX136" fmla="*/ 2911715 w 10476249"/>
                  <a:gd name="connsiteY136" fmla="*/ 7451307 h 10435941"/>
                  <a:gd name="connsiteX137" fmla="*/ 2733706 w 10476249"/>
                  <a:gd name="connsiteY137" fmla="*/ 7166777 h 10435941"/>
                  <a:gd name="connsiteX138" fmla="*/ 2571924 w 10476249"/>
                  <a:gd name="connsiteY138" fmla="*/ 6908102 h 10435941"/>
                  <a:gd name="connsiteX139" fmla="*/ 2391703 w 10476249"/>
                  <a:gd name="connsiteY139" fmla="*/ 6257406 h 10435941"/>
                  <a:gd name="connsiteX140" fmla="*/ 2313158 w 10476249"/>
                  <a:gd name="connsiteY140" fmla="*/ 6224753 h 10435941"/>
                  <a:gd name="connsiteX141" fmla="*/ 1648140 w 10476249"/>
                  <a:gd name="connsiteY141" fmla="*/ 6197044 h 10435941"/>
                  <a:gd name="connsiteX142" fmla="*/ 1218649 w 10476249"/>
                  <a:gd name="connsiteY142" fmla="*/ 6197044 h 10435941"/>
                  <a:gd name="connsiteX143" fmla="*/ 1025455 w 10476249"/>
                  <a:gd name="connsiteY143" fmla="*/ 6178798 h 10435941"/>
                  <a:gd name="connsiteX144" fmla="*/ 692177 w 10476249"/>
                  <a:gd name="connsiteY144" fmla="*/ 6210899 h 10435941"/>
                  <a:gd name="connsiteX145" fmla="*/ 368390 w 10476249"/>
                  <a:gd name="connsiteY145" fmla="*/ 6137320 h 10435941"/>
                  <a:gd name="connsiteX146" fmla="*/ 132975 w 10476249"/>
                  <a:gd name="connsiteY146" fmla="*/ 6294321 h 10435941"/>
                  <a:gd name="connsiteX147" fmla="*/ 0 w 10476249"/>
                  <a:gd name="connsiteY147"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169664 w 10476249"/>
                  <a:gd name="connsiteY8" fmla="*/ 5366848 h 10435941"/>
                  <a:gd name="connsiteX9" fmla="*/ 1142175 w 10476249"/>
                  <a:gd name="connsiteY9" fmla="*/ 5610864 h 10435941"/>
                  <a:gd name="connsiteX10" fmla="*/ 1254907 w 10476249"/>
                  <a:gd name="connsiteY10" fmla="*/ 5679710 h 10435941"/>
                  <a:gd name="connsiteX11" fmla="*/ 1508711 w 10476249"/>
                  <a:gd name="connsiteY11" fmla="*/ 5481030 h 10435941"/>
                  <a:gd name="connsiteX12" fmla="*/ 1717413 w 10476249"/>
                  <a:gd name="connsiteY12" fmla="*/ 5296499 h 10435941"/>
                  <a:gd name="connsiteX13" fmla="*/ 2008358 w 10476249"/>
                  <a:gd name="connsiteY13" fmla="*/ 5060972 h 10435941"/>
                  <a:gd name="connsiteX14" fmla="*/ 2105340 w 10476249"/>
                  <a:gd name="connsiteY14" fmla="*/ 4631481 h 10435941"/>
                  <a:gd name="connsiteX15" fmla="*/ 2158106 w 10476249"/>
                  <a:gd name="connsiteY15" fmla="*/ 4164848 h 10435941"/>
                  <a:gd name="connsiteX16" fmla="*/ 2340867 w 10476249"/>
                  <a:gd name="connsiteY16" fmla="*/ 3855626 h 10435941"/>
                  <a:gd name="connsiteX17" fmla="*/ 2738092 w 10476249"/>
                  <a:gd name="connsiteY17" fmla="*/ 3475092 h 10435941"/>
                  <a:gd name="connsiteX18" fmla="*/ 2964322 w 10476249"/>
                  <a:gd name="connsiteY18" fmla="*/ 3259881 h 10435941"/>
                  <a:gd name="connsiteX19" fmla="*/ 2992031 w 10476249"/>
                  <a:gd name="connsiteY19" fmla="*/ 2816535 h 10435941"/>
                  <a:gd name="connsiteX20" fmla="*/ 3061304 w 10476249"/>
                  <a:gd name="connsiteY20" fmla="*/ 2525590 h 10435941"/>
                  <a:gd name="connsiteX21" fmla="*/ 3061304 w 10476249"/>
                  <a:gd name="connsiteY21" fmla="*/ 2317772 h 10435941"/>
                  <a:gd name="connsiteX22" fmla="*/ 3199849 w 10476249"/>
                  <a:gd name="connsiteY22" fmla="*/ 1985262 h 10435941"/>
                  <a:gd name="connsiteX23" fmla="*/ 3199849 w 10476249"/>
                  <a:gd name="connsiteY23" fmla="*/ 1694317 h 10435941"/>
                  <a:gd name="connsiteX24" fmla="*/ 3499049 w 10476249"/>
                  <a:gd name="connsiteY24" fmla="*/ 1126281 h 10435941"/>
                  <a:gd name="connsiteX25" fmla="*/ 3449231 w 10476249"/>
                  <a:gd name="connsiteY25" fmla="*/ 752208 h 10435941"/>
                  <a:gd name="connsiteX26" fmla="*/ 3476940 w 10476249"/>
                  <a:gd name="connsiteY26" fmla="*/ 544390 h 10435941"/>
                  <a:gd name="connsiteX27" fmla="*/ 3809449 w 10476249"/>
                  <a:gd name="connsiteY27" fmla="*/ 184172 h 10435941"/>
                  <a:gd name="connsiteX28" fmla="*/ 4003413 w 10476249"/>
                  <a:gd name="connsiteY28" fmla="*/ 59481 h 10435941"/>
                  <a:gd name="connsiteX29" fmla="*/ 4419049 w 10476249"/>
                  <a:gd name="connsiteY29" fmla="*/ 295008 h 10435941"/>
                  <a:gd name="connsiteX30" fmla="*/ 4585304 w 10476249"/>
                  <a:gd name="connsiteY30" fmla="*/ 488972 h 10435941"/>
                  <a:gd name="connsiteX31" fmla="*/ 5056358 w 10476249"/>
                  <a:gd name="connsiteY31" fmla="*/ 544390 h 10435941"/>
                  <a:gd name="connsiteX32" fmla="*/ 5376782 w 10476249"/>
                  <a:gd name="connsiteY32" fmla="*/ 603639 h 10435941"/>
                  <a:gd name="connsiteX33" fmla="*/ 5554237 w 10476249"/>
                  <a:gd name="connsiteY33" fmla="*/ 588271 h 10435941"/>
                  <a:gd name="connsiteX34" fmla="*/ 5846067 w 10476249"/>
                  <a:gd name="connsiteY34" fmla="*/ 281153 h 10435941"/>
                  <a:gd name="connsiteX35" fmla="*/ 6109304 w 10476249"/>
                  <a:gd name="connsiteY35" fmla="*/ 322717 h 10435941"/>
                  <a:gd name="connsiteX36" fmla="*/ 6527495 w 10476249"/>
                  <a:gd name="connsiteY36" fmla="*/ 168233 h 10435941"/>
                  <a:gd name="connsiteX37" fmla="*/ 6667317 w 10476249"/>
                  <a:gd name="connsiteY37" fmla="*/ 107503 h 10435941"/>
                  <a:gd name="connsiteX38" fmla="*/ 6997273 w 10476249"/>
                  <a:gd name="connsiteY38" fmla="*/ 198026 h 10435941"/>
                  <a:gd name="connsiteX39" fmla="*/ 7217667 w 10476249"/>
                  <a:gd name="connsiteY39" fmla="*/ 17917 h 10435941"/>
                  <a:gd name="connsiteX40" fmla="*/ 7364702 w 10476249"/>
                  <a:gd name="connsiteY40" fmla="*/ 0 h 10435941"/>
                  <a:gd name="connsiteX41" fmla="*/ 7586454 w 10476249"/>
                  <a:gd name="connsiteY41" fmla="*/ 41248 h 10435941"/>
                  <a:gd name="connsiteX42" fmla="*/ 7896540 w 10476249"/>
                  <a:gd name="connsiteY42" fmla="*/ 128753 h 10435941"/>
                  <a:gd name="connsiteX43" fmla="*/ 8298322 w 10476249"/>
                  <a:gd name="connsiteY43" fmla="*/ 59481 h 10435941"/>
                  <a:gd name="connsiteX44" fmla="*/ 8632600 w 10476249"/>
                  <a:gd name="connsiteY44" fmla="*/ 396707 h 10435941"/>
                  <a:gd name="connsiteX45" fmla="*/ 8894067 w 10476249"/>
                  <a:gd name="connsiteY45" fmla="*/ 544390 h 10435941"/>
                  <a:gd name="connsiteX46" fmla="*/ 9132327 w 10476249"/>
                  <a:gd name="connsiteY46" fmla="*/ 420846 h 10435941"/>
                  <a:gd name="connsiteX47" fmla="*/ 9358560 w 10476249"/>
                  <a:gd name="connsiteY47" fmla="*/ 466363 h 10435941"/>
                  <a:gd name="connsiteX48" fmla="*/ 9503667 w 10476249"/>
                  <a:gd name="connsiteY48" fmla="*/ 367819 h 10435941"/>
                  <a:gd name="connsiteX49" fmla="*/ 9631896 w 10476249"/>
                  <a:gd name="connsiteY49" fmla="*/ 369587 h 10435941"/>
                  <a:gd name="connsiteX50" fmla="*/ 9988577 w 10476249"/>
                  <a:gd name="connsiteY50" fmla="*/ 793772 h 10435941"/>
                  <a:gd name="connsiteX51" fmla="*/ 10224104 w 10476249"/>
                  <a:gd name="connsiteY51" fmla="*/ 987735 h 10435941"/>
                  <a:gd name="connsiteX52" fmla="*/ 10210249 w 10476249"/>
                  <a:gd name="connsiteY52" fmla="*/ 1250972 h 10435941"/>
                  <a:gd name="connsiteX53" fmla="*/ 10224104 w 10476249"/>
                  <a:gd name="connsiteY53" fmla="*/ 1444935 h 10435941"/>
                  <a:gd name="connsiteX54" fmla="*/ 10228661 w 10476249"/>
                  <a:gd name="connsiteY54" fmla="*/ 1580249 h 10435941"/>
                  <a:gd name="connsiteX55" fmla="*/ 10476249 w 10476249"/>
                  <a:gd name="connsiteY55" fmla="*/ 1753897 h 10435941"/>
                  <a:gd name="connsiteX56" fmla="*/ 10063524 w 10476249"/>
                  <a:gd name="connsiteY56" fmla="*/ 2207269 h 10435941"/>
                  <a:gd name="connsiteX57" fmla="*/ 9766904 w 10476249"/>
                  <a:gd name="connsiteY57" fmla="*/ 2497881 h 10435941"/>
                  <a:gd name="connsiteX58" fmla="*/ 9565650 w 10476249"/>
                  <a:gd name="connsiteY58" fmla="*/ 3426134 h 10435941"/>
                  <a:gd name="connsiteX59" fmla="*/ 9518072 w 10476249"/>
                  <a:gd name="connsiteY59" fmla="*/ 3685207 h 10435941"/>
                  <a:gd name="connsiteX60" fmla="*/ 9351267 w 10476249"/>
                  <a:gd name="connsiteY60" fmla="*/ 3911044 h 10435941"/>
                  <a:gd name="connsiteX61" fmla="*/ 9295849 w 10476249"/>
                  <a:gd name="connsiteY61" fmla="*/ 4077299 h 10435941"/>
                  <a:gd name="connsiteX62" fmla="*/ 9222017 w 10476249"/>
                  <a:gd name="connsiteY62" fmla="*/ 4285117 h 10435941"/>
                  <a:gd name="connsiteX63" fmla="*/ 9190850 w 10476249"/>
                  <a:gd name="connsiteY63" fmla="*/ 4430122 h 10435941"/>
                  <a:gd name="connsiteX64" fmla="*/ 9323558 w 10476249"/>
                  <a:gd name="connsiteY64" fmla="*/ 4659190 h 10435941"/>
                  <a:gd name="connsiteX65" fmla="*/ 9367775 w 10476249"/>
                  <a:gd name="connsiteY65" fmla="*/ 4915057 h 10435941"/>
                  <a:gd name="connsiteX66" fmla="*/ 9383534 w 10476249"/>
                  <a:gd name="connsiteY66" fmla="*/ 5208060 h 10435941"/>
                  <a:gd name="connsiteX67" fmla="*/ 9368954 w 10476249"/>
                  <a:gd name="connsiteY67" fmla="*/ 5615153 h 10435941"/>
                  <a:gd name="connsiteX68" fmla="*/ 9504218 w 10476249"/>
                  <a:gd name="connsiteY68" fmla="*/ 5975373 h 10435941"/>
                  <a:gd name="connsiteX69" fmla="*/ 9526091 w 10476249"/>
                  <a:gd name="connsiteY69" fmla="*/ 6403714 h 10435941"/>
                  <a:gd name="connsiteX70" fmla="*/ 9919304 w 10476249"/>
                  <a:gd name="connsiteY70" fmla="*/ 6862062 h 10435941"/>
                  <a:gd name="connsiteX71" fmla="*/ 10037669 w 10476249"/>
                  <a:gd name="connsiteY71" fmla="*/ 7221396 h 10435941"/>
                  <a:gd name="connsiteX72" fmla="*/ 10218503 w 10476249"/>
                  <a:gd name="connsiteY72" fmla="*/ 7514995 h 10435941"/>
                  <a:gd name="connsiteX73" fmla="*/ 9656067 w 10476249"/>
                  <a:gd name="connsiteY73" fmla="*/ 7540935 h 10435941"/>
                  <a:gd name="connsiteX74" fmla="*/ 9159682 w 10476249"/>
                  <a:gd name="connsiteY74" fmla="*/ 7651772 h 10435941"/>
                  <a:gd name="connsiteX75" fmla="*/ 9114466 w 10476249"/>
                  <a:gd name="connsiteY75" fmla="*/ 7790317 h 10435941"/>
                  <a:gd name="connsiteX76" fmla="*/ 9004904 w 10476249"/>
                  <a:gd name="connsiteY76" fmla="*/ 7998135 h 10435941"/>
                  <a:gd name="connsiteX77" fmla="*/ 8919418 w 10476249"/>
                  <a:gd name="connsiteY77" fmla="*/ 8085908 h 10435941"/>
                  <a:gd name="connsiteX78" fmla="*/ 9022382 w 10476249"/>
                  <a:gd name="connsiteY78" fmla="*/ 8313437 h 10435941"/>
                  <a:gd name="connsiteX79" fmla="*/ 9013154 w 10476249"/>
                  <a:gd name="connsiteY79" fmla="*/ 8524608 h 10435941"/>
                  <a:gd name="connsiteX80" fmla="*/ 8979264 w 10476249"/>
                  <a:gd name="connsiteY80" fmla="*/ 8758113 h 10435941"/>
                  <a:gd name="connsiteX81" fmla="*/ 8977195 w 10476249"/>
                  <a:gd name="connsiteY81" fmla="*/ 8967953 h 10435941"/>
                  <a:gd name="connsiteX82" fmla="*/ 8880213 w 10476249"/>
                  <a:gd name="connsiteY82" fmla="*/ 9272753 h 10435941"/>
                  <a:gd name="connsiteX83" fmla="*/ 8907923 w 10476249"/>
                  <a:gd name="connsiteY83" fmla="*/ 9578490 h 10435941"/>
                  <a:gd name="connsiteX84" fmla="*/ 9124310 w 10476249"/>
                  <a:gd name="connsiteY84" fmla="*/ 9750056 h 10435941"/>
                  <a:gd name="connsiteX85" fmla="*/ 9217384 w 10476249"/>
                  <a:gd name="connsiteY85" fmla="*/ 9890275 h 10435941"/>
                  <a:gd name="connsiteX86" fmla="*/ 9448465 w 10476249"/>
                  <a:gd name="connsiteY86" fmla="*/ 9929452 h 10435941"/>
                  <a:gd name="connsiteX87" fmla="*/ 9457627 w 10476249"/>
                  <a:gd name="connsiteY87" fmla="*/ 9818955 h 10435941"/>
                  <a:gd name="connsiteX88" fmla="*/ 9606341 w 10476249"/>
                  <a:gd name="connsiteY88" fmla="*/ 9758904 h 10435941"/>
                  <a:gd name="connsiteX89" fmla="*/ 9617859 w 10476249"/>
                  <a:gd name="connsiteY89" fmla="*/ 10334695 h 10435941"/>
                  <a:gd name="connsiteX90" fmla="*/ 9490259 w 10476249"/>
                  <a:gd name="connsiteY90" fmla="*/ 10338313 h 10435941"/>
                  <a:gd name="connsiteX91" fmla="*/ 9314175 w 10476249"/>
                  <a:gd name="connsiteY91" fmla="*/ 10427202 h 10435941"/>
                  <a:gd name="connsiteX92" fmla="*/ 9189815 w 10476249"/>
                  <a:gd name="connsiteY92" fmla="*/ 10435941 h 10435941"/>
                  <a:gd name="connsiteX93" fmla="*/ 9050829 w 10476249"/>
                  <a:gd name="connsiteY93" fmla="*/ 10122103 h 10435941"/>
                  <a:gd name="connsiteX94" fmla="*/ 8939914 w 10476249"/>
                  <a:gd name="connsiteY94" fmla="*/ 10072174 h 10435941"/>
                  <a:gd name="connsiteX95" fmla="*/ 8778870 w 10476249"/>
                  <a:gd name="connsiteY95" fmla="*/ 9863725 h 10435941"/>
                  <a:gd name="connsiteX96" fmla="*/ 8465017 w 10476249"/>
                  <a:gd name="connsiteY96" fmla="*/ 9748287 h 10435941"/>
                  <a:gd name="connsiteX97" fmla="*/ 8345018 w 10476249"/>
                  <a:gd name="connsiteY97" fmla="*/ 9651431 h 10435941"/>
                  <a:gd name="connsiteX98" fmla="*/ 8270613 w 10476249"/>
                  <a:gd name="connsiteY98" fmla="*/ 9480572 h 10435941"/>
                  <a:gd name="connsiteX99" fmla="*/ 8229159 w 10476249"/>
                  <a:gd name="connsiteY99" fmla="*/ 9374254 h 10435941"/>
                  <a:gd name="connsiteX100" fmla="*/ 8132067 w 10476249"/>
                  <a:gd name="connsiteY100" fmla="*/ 9355881 h 10435941"/>
                  <a:gd name="connsiteX101" fmla="*/ 8076649 w 10476249"/>
                  <a:gd name="connsiteY101" fmla="*/ 9577553 h 10435941"/>
                  <a:gd name="connsiteX102" fmla="*/ 7933959 w 10476249"/>
                  <a:gd name="connsiteY102" fmla="*/ 9610939 h 10435941"/>
                  <a:gd name="connsiteX103" fmla="*/ 7580779 w 10476249"/>
                  <a:gd name="connsiteY103" fmla="*/ 9552340 h 10435941"/>
                  <a:gd name="connsiteX104" fmla="*/ 7442474 w 10476249"/>
                  <a:gd name="connsiteY104" fmla="*/ 9485198 h 10435941"/>
                  <a:gd name="connsiteX105" fmla="*/ 7250179 w 10476249"/>
                  <a:gd name="connsiteY105" fmla="*/ 9449904 h 10435941"/>
                  <a:gd name="connsiteX106" fmla="*/ 7156996 w 10476249"/>
                  <a:gd name="connsiteY106" fmla="*/ 9200180 h 10435941"/>
                  <a:gd name="connsiteX107" fmla="*/ 6940577 w 10476249"/>
                  <a:gd name="connsiteY107" fmla="*/ 9189626 h 10435941"/>
                  <a:gd name="connsiteX108" fmla="*/ 6659679 w 10476249"/>
                  <a:gd name="connsiteY108" fmla="*/ 9285034 h 10435941"/>
                  <a:gd name="connsiteX109" fmla="*/ 6664954 w 10476249"/>
                  <a:gd name="connsiteY109" fmla="*/ 9099745 h 10435941"/>
                  <a:gd name="connsiteX110" fmla="*/ 6538463 w 10476249"/>
                  <a:gd name="connsiteY110" fmla="*/ 9013951 h 10435941"/>
                  <a:gd name="connsiteX111" fmla="*/ 6414104 w 10476249"/>
                  <a:gd name="connsiteY111" fmla="*/ 8954099 h 10435941"/>
                  <a:gd name="connsiteX112" fmla="*/ 6311517 w 10476249"/>
                  <a:gd name="connsiteY112" fmla="*/ 9057307 h 10435941"/>
                  <a:gd name="connsiteX113" fmla="*/ 6153358 w 10476249"/>
                  <a:gd name="connsiteY113" fmla="*/ 8978227 h 10435941"/>
                  <a:gd name="connsiteX114" fmla="*/ 5987727 w 10476249"/>
                  <a:gd name="connsiteY114" fmla="*/ 9093734 h 10435941"/>
                  <a:gd name="connsiteX115" fmla="*/ 5721485 w 10476249"/>
                  <a:gd name="connsiteY115" fmla="*/ 9101726 h 10435941"/>
                  <a:gd name="connsiteX116" fmla="*/ 5660355 w 10476249"/>
                  <a:gd name="connsiteY116" fmla="*/ 9081904 h 10435941"/>
                  <a:gd name="connsiteX117" fmla="*/ 5493010 w 10476249"/>
                  <a:gd name="connsiteY117" fmla="*/ 9128137 h 10435941"/>
                  <a:gd name="connsiteX118" fmla="*/ 5491454 w 10476249"/>
                  <a:gd name="connsiteY118" fmla="*/ 8870972 h 10435941"/>
                  <a:gd name="connsiteX119" fmla="*/ 5491452 w 10476249"/>
                  <a:gd name="connsiteY119" fmla="*/ 8634977 h 10435941"/>
                  <a:gd name="connsiteX120" fmla="*/ 5275804 w 10476249"/>
                  <a:gd name="connsiteY120" fmla="*/ 8324085 h 10435941"/>
                  <a:gd name="connsiteX121" fmla="*/ 5215919 w 10476249"/>
                  <a:gd name="connsiteY121" fmla="*/ 8082820 h 10435941"/>
                  <a:gd name="connsiteX122" fmla="*/ 5302626 w 10476249"/>
                  <a:gd name="connsiteY122" fmla="*/ 7610208 h 10435941"/>
                  <a:gd name="connsiteX123" fmla="*/ 5186654 w 10476249"/>
                  <a:gd name="connsiteY123" fmla="*/ 7320352 h 10435941"/>
                  <a:gd name="connsiteX124" fmla="*/ 5236467 w 10476249"/>
                  <a:gd name="connsiteY124" fmla="*/ 7069881 h 10435941"/>
                  <a:gd name="connsiteX125" fmla="*/ 5240494 w 10476249"/>
                  <a:gd name="connsiteY125" fmla="*/ 6935795 h 10435941"/>
                  <a:gd name="connsiteX126" fmla="*/ 4563198 w 10476249"/>
                  <a:gd name="connsiteY126" fmla="*/ 7013996 h 10435941"/>
                  <a:gd name="connsiteX127" fmla="*/ 4546078 w 10476249"/>
                  <a:gd name="connsiteY127" fmla="*/ 6840580 h 10435941"/>
                  <a:gd name="connsiteX128" fmla="*/ 4482099 w 10476249"/>
                  <a:gd name="connsiteY128" fmla="*/ 6706626 h 10435941"/>
                  <a:gd name="connsiteX129" fmla="*/ 4312585 w 10476249"/>
                  <a:gd name="connsiteY129" fmla="*/ 6826329 h 10435941"/>
                  <a:gd name="connsiteX130" fmla="*/ 3996939 w 10476249"/>
                  <a:gd name="connsiteY130" fmla="*/ 6862493 h 10435941"/>
                  <a:gd name="connsiteX131" fmla="*/ 3961849 w 10476249"/>
                  <a:gd name="connsiteY131" fmla="*/ 7069881 h 10435941"/>
                  <a:gd name="connsiteX132" fmla="*/ 3918262 w 10476249"/>
                  <a:gd name="connsiteY132" fmla="*/ 7281279 h 10435941"/>
                  <a:gd name="connsiteX133" fmla="*/ 3869750 w 10476249"/>
                  <a:gd name="connsiteY133" fmla="*/ 7403480 h 10435941"/>
                  <a:gd name="connsiteX134" fmla="*/ 3558094 w 10476249"/>
                  <a:gd name="connsiteY134" fmla="*/ 7365450 h 10435941"/>
                  <a:gd name="connsiteX135" fmla="*/ 3296831 w 10476249"/>
                  <a:gd name="connsiteY135" fmla="*/ 7402390 h 10435941"/>
                  <a:gd name="connsiteX136" fmla="*/ 2911715 w 10476249"/>
                  <a:gd name="connsiteY136" fmla="*/ 7451307 h 10435941"/>
                  <a:gd name="connsiteX137" fmla="*/ 2733706 w 10476249"/>
                  <a:gd name="connsiteY137" fmla="*/ 7166777 h 10435941"/>
                  <a:gd name="connsiteX138" fmla="*/ 2571924 w 10476249"/>
                  <a:gd name="connsiteY138" fmla="*/ 6908102 h 10435941"/>
                  <a:gd name="connsiteX139" fmla="*/ 2391703 w 10476249"/>
                  <a:gd name="connsiteY139" fmla="*/ 6257406 h 10435941"/>
                  <a:gd name="connsiteX140" fmla="*/ 2313158 w 10476249"/>
                  <a:gd name="connsiteY140" fmla="*/ 6224753 h 10435941"/>
                  <a:gd name="connsiteX141" fmla="*/ 1648140 w 10476249"/>
                  <a:gd name="connsiteY141" fmla="*/ 6197044 h 10435941"/>
                  <a:gd name="connsiteX142" fmla="*/ 1218649 w 10476249"/>
                  <a:gd name="connsiteY142" fmla="*/ 6197044 h 10435941"/>
                  <a:gd name="connsiteX143" fmla="*/ 1025455 w 10476249"/>
                  <a:gd name="connsiteY143" fmla="*/ 6178798 h 10435941"/>
                  <a:gd name="connsiteX144" fmla="*/ 692177 w 10476249"/>
                  <a:gd name="connsiteY144" fmla="*/ 6210899 h 10435941"/>
                  <a:gd name="connsiteX145" fmla="*/ 368390 w 10476249"/>
                  <a:gd name="connsiteY145" fmla="*/ 6137320 h 10435941"/>
                  <a:gd name="connsiteX146" fmla="*/ 132975 w 10476249"/>
                  <a:gd name="connsiteY146" fmla="*/ 6294321 h 10435941"/>
                  <a:gd name="connsiteX147" fmla="*/ 0 w 10476249"/>
                  <a:gd name="connsiteY147"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169664 w 10476249"/>
                  <a:gd name="connsiteY8" fmla="*/ 5366848 h 10435941"/>
                  <a:gd name="connsiteX9" fmla="*/ 1142175 w 10476249"/>
                  <a:gd name="connsiteY9" fmla="*/ 5610864 h 10435941"/>
                  <a:gd name="connsiteX10" fmla="*/ 1254907 w 10476249"/>
                  <a:gd name="connsiteY10" fmla="*/ 5679710 h 10435941"/>
                  <a:gd name="connsiteX11" fmla="*/ 1513294 w 10476249"/>
                  <a:gd name="connsiteY11" fmla="*/ 5540884 h 10435941"/>
                  <a:gd name="connsiteX12" fmla="*/ 1717413 w 10476249"/>
                  <a:gd name="connsiteY12" fmla="*/ 5296499 h 10435941"/>
                  <a:gd name="connsiteX13" fmla="*/ 2008358 w 10476249"/>
                  <a:gd name="connsiteY13" fmla="*/ 5060972 h 10435941"/>
                  <a:gd name="connsiteX14" fmla="*/ 2105340 w 10476249"/>
                  <a:gd name="connsiteY14" fmla="*/ 4631481 h 10435941"/>
                  <a:gd name="connsiteX15" fmla="*/ 2158106 w 10476249"/>
                  <a:gd name="connsiteY15" fmla="*/ 4164848 h 10435941"/>
                  <a:gd name="connsiteX16" fmla="*/ 2340867 w 10476249"/>
                  <a:gd name="connsiteY16" fmla="*/ 3855626 h 10435941"/>
                  <a:gd name="connsiteX17" fmla="*/ 2738092 w 10476249"/>
                  <a:gd name="connsiteY17" fmla="*/ 3475092 h 10435941"/>
                  <a:gd name="connsiteX18" fmla="*/ 2964322 w 10476249"/>
                  <a:gd name="connsiteY18" fmla="*/ 3259881 h 10435941"/>
                  <a:gd name="connsiteX19" fmla="*/ 2992031 w 10476249"/>
                  <a:gd name="connsiteY19" fmla="*/ 2816535 h 10435941"/>
                  <a:gd name="connsiteX20" fmla="*/ 3061304 w 10476249"/>
                  <a:gd name="connsiteY20" fmla="*/ 2525590 h 10435941"/>
                  <a:gd name="connsiteX21" fmla="*/ 3061304 w 10476249"/>
                  <a:gd name="connsiteY21" fmla="*/ 2317772 h 10435941"/>
                  <a:gd name="connsiteX22" fmla="*/ 3199849 w 10476249"/>
                  <a:gd name="connsiteY22" fmla="*/ 1985262 h 10435941"/>
                  <a:gd name="connsiteX23" fmla="*/ 3199849 w 10476249"/>
                  <a:gd name="connsiteY23" fmla="*/ 1694317 h 10435941"/>
                  <a:gd name="connsiteX24" fmla="*/ 3499049 w 10476249"/>
                  <a:gd name="connsiteY24" fmla="*/ 1126281 h 10435941"/>
                  <a:gd name="connsiteX25" fmla="*/ 3449231 w 10476249"/>
                  <a:gd name="connsiteY25" fmla="*/ 752208 h 10435941"/>
                  <a:gd name="connsiteX26" fmla="*/ 3476940 w 10476249"/>
                  <a:gd name="connsiteY26" fmla="*/ 544390 h 10435941"/>
                  <a:gd name="connsiteX27" fmla="*/ 3809449 w 10476249"/>
                  <a:gd name="connsiteY27" fmla="*/ 184172 h 10435941"/>
                  <a:gd name="connsiteX28" fmla="*/ 4003413 w 10476249"/>
                  <a:gd name="connsiteY28" fmla="*/ 59481 h 10435941"/>
                  <a:gd name="connsiteX29" fmla="*/ 4419049 w 10476249"/>
                  <a:gd name="connsiteY29" fmla="*/ 295008 h 10435941"/>
                  <a:gd name="connsiteX30" fmla="*/ 4585304 w 10476249"/>
                  <a:gd name="connsiteY30" fmla="*/ 488972 h 10435941"/>
                  <a:gd name="connsiteX31" fmla="*/ 5056358 w 10476249"/>
                  <a:gd name="connsiteY31" fmla="*/ 544390 h 10435941"/>
                  <a:gd name="connsiteX32" fmla="*/ 5376782 w 10476249"/>
                  <a:gd name="connsiteY32" fmla="*/ 603639 h 10435941"/>
                  <a:gd name="connsiteX33" fmla="*/ 5554237 w 10476249"/>
                  <a:gd name="connsiteY33" fmla="*/ 588271 h 10435941"/>
                  <a:gd name="connsiteX34" fmla="*/ 5846067 w 10476249"/>
                  <a:gd name="connsiteY34" fmla="*/ 281153 h 10435941"/>
                  <a:gd name="connsiteX35" fmla="*/ 6109304 w 10476249"/>
                  <a:gd name="connsiteY35" fmla="*/ 322717 h 10435941"/>
                  <a:gd name="connsiteX36" fmla="*/ 6527495 w 10476249"/>
                  <a:gd name="connsiteY36" fmla="*/ 168233 h 10435941"/>
                  <a:gd name="connsiteX37" fmla="*/ 6667317 w 10476249"/>
                  <a:gd name="connsiteY37" fmla="*/ 107503 h 10435941"/>
                  <a:gd name="connsiteX38" fmla="*/ 6997273 w 10476249"/>
                  <a:gd name="connsiteY38" fmla="*/ 198026 h 10435941"/>
                  <a:gd name="connsiteX39" fmla="*/ 7217667 w 10476249"/>
                  <a:gd name="connsiteY39" fmla="*/ 17917 h 10435941"/>
                  <a:gd name="connsiteX40" fmla="*/ 7364702 w 10476249"/>
                  <a:gd name="connsiteY40" fmla="*/ 0 h 10435941"/>
                  <a:gd name="connsiteX41" fmla="*/ 7586454 w 10476249"/>
                  <a:gd name="connsiteY41" fmla="*/ 41248 h 10435941"/>
                  <a:gd name="connsiteX42" fmla="*/ 7896540 w 10476249"/>
                  <a:gd name="connsiteY42" fmla="*/ 128753 h 10435941"/>
                  <a:gd name="connsiteX43" fmla="*/ 8298322 w 10476249"/>
                  <a:gd name="connsiteY43" fmla="*/ 59481 h 10435941"/>
                  <a:gd name="connsiteX44" fmla="*/ 8632600 w 10476249"/>
                  <a:gd name="connsiteY44" fmla="*/ 396707 h 10435941"/>
                  <a:gd name="connsiteX45" fmla="*/ 8894067 w 10476249"/>
                  <a:gd name="connsiteY45" fmla="*/ 544390 h 10435941"/>
                  <a:gd name="connsiteX46" fmla="*/ 9132327 w 10476249"/>
                  <a:gd name="connsiteY46" fmla="*/ 420846 h 10435941"/>
                  <a:gd name="connsiteX47" fmla="*/ 9358560 w 10476249"/>
                  <a:gd name="connsiteY47" fmla="*/ 466363 h 10435941"/>
                  <a:gd name="connsiteX48" fmla="*/ 9503667 w 10476249"/>
                  <a:gd name="connsiteY48" fmla="*/ 367819 h 10435941"/>
                  <a:gd name="connsiteX49" fmla="*/ 9631896 w 10476249"/>
                  <a:gd name="connsiteY49" fmla="*/ 369587 h 10435941"/>
                  <a:gd name="connsiteX50" fmla="*/ 9988577 w 10476249"/>
                  <a:gd name="connsiteY50" fmla="*/ 793772 h 10435941"/>
                  <a:gd name="connsiteX51" fmla="*/ 10224104 w 10476249"/>
                  <a:gd name="connsiteY51" fmla="*/ 987735 h 10435941"/>
                  <a:gd name="connsiteX52" fmla="*/ 10210249 w 10476249"/>
                  <a:gd name="connsiteY52" fmla="*/ 1250972 h 10435941"/>
                  <a:gd name="connsiteX53" fmla="*/ 10224104 w 10476249"/>
                  <a:gd name="connsiteY53" fmla="*/ 1444935 h 10435941"/>
                  <a:gd name="connsiteX54" fmla="*/ 10228661 w 10476249"/>
                  <a:gd name="connsiteY54" fmla="*/ 1580249 h 10435941"/>
                  <a:gd name="connsiteX55" fmla="*/ 10476249 w 10476249"/>
                  <a:gd name="connsiteY55" fmla="*/ 1753897 h 10435941"/>
                  <a:gd name="connsiteX56" fmla="*/ 10063524 w 10476249"/>
                  <a:gd name="connsiteY56" fmla="*/ 2207269 h 10435941"/>
                  <a:gd name="connsiteX57" fmla="*/ 9766904 w 10476249"/>
                  <a:gd name="connsiteY57" fmla="*/ 2497881 h 10435941"/>
                  <a:gd name="connsiteX58" fmla="*/ 9565650 w 10476249"/>
                  <a:gd name="connsiteY58" fmla="*/ 3426134 h 10435941"/>
                  <a:gd name="connsiteX59" fmla="*/ 9518072 w 10476249"/>
                  <a:gd name="connsiteY59" fmla="*/ 3685207 h 10435941"/>
                  <a:gd name="connsiteX60" fmla="*/ 9351267 w 10476249"/>
                  <a:gd name="connsiteY60" fmla="*/ 3911044 h 10435941"/>
                  <a:gd name="connsiteX61" fmla="*/ 9295849 w 10476249"/>
                  <a:gd name="connsiteY61" fmla="*/ 4077299 h 10435941"/>
                  <a:gd name="connsiteX62" fmla="*/ 9222017 w 10476249"/>
                  <a:gd name="connsiteY62" fmla="*/ 4285117 h 10435941"/>
                  <a:gd name="connsiteX63" fmla="*/ 9190850 w 10476249"/>
                  <a:gd name="connsiteY63" fmla="*/ 4430122 h 10435941"/>
                  <a:gd name="connsiteX64" fmla="*/ 9323558 w 10476249"/>
                  <a:gd name="connsiteY64" fmla="*/ 4659190 h 10435941"/>
                  <a:gd name="connsiteX65" fmla="*/ 9367775 w 10476249"/>
                  <a:gd name="connsiteY65" fmla="*/ 4915057 h 10435941"/>
                  <a:gd name="connsiteX66" fmla="*/ 9383534 w 10476249"/>
                  <a:gd name="connsiteY66" fmla="*/ 5208060 h 10435941"/>
                  <a:gd name="connsiteX67" fmla="*/ 9368954 w 10476249"/>
                  <a:gd name="connsiteY67" fmla="*/ 5615153 h 10435941"/>
                  <a:gd name="connsiteX68" fmla="*/ 9504218 w 10476249"/>
                  <a:gd name="connsiteY68" fmla="*/ 5975373 h 10435941"/>
                  <a:gd name="connsiteX69" fmla="*/ 9526091 w 10476249"/>
                  <a:gd name="connsiteY69" fmla="*/ 6403714 h 10435941"/>
                  <a:gd name="connsiteX70" fmla="*/ 9919304 w 10476249"/>
                  <a:gd name="connsiteY70" fmla="*/ 6862062 h 10435941"/>
                  <a:gd name="connsiteX71" fmla="*/ 10037669 w 10476249"/>
                  <a:gd name="connsiteY71" fmla="*/ 7221396 h 10435941"/>
                  <a:gd name="connsiteX72" fmla="*/ 10218503 w 10476249"/>
                  <a:gd name="connsiteY72" fmla="*/ 7514995 h 10435941"/>
                  <a:gd name="connsiteX73" fmla="*/ 9656067 w 10476249"/>
                  <a:gd name="connsiteY73" fmla="*/ 7540935 h 10435941"/>
                  <a:gd name="connsiteX74" fmla="*/ 9159682 w 10476249"/>
                  <a:gd name="connsiteY74" fmla="*/ 7651772 h 10435941"/>
                  <a:gd name="connsiteX75" fmla="*/ 9114466 w 10476249"/>
                  <a:gd name="connsiteY75" fmla="*/ 7790317 h 10435941"/>
                  <a:gd name="connsiteX76" fmla="*/ 9004904 w 10476249"/>
                  <a:gd name="connsiteY76" fmla="*/ 7998135 h 10435941"/>
                  <a:gd name="connsiteX77" fmla="*/ 8919418 w 10476249"/>
                  <a:gd name="connsiteY77" fmla="*/ 8085908 h 10435941"/>
                  <a:gd name="connsiteX78" fmla="*/ 9022382 w 10476249"/>
                  <a:gd name="connsiteY78" fmla="*/ 8313437 h 10435941"/>
                  <a:gd name="connsiteX79" fmla="*/ 9013154 w 10476249"/>
                  <a:gd name="connsiteY79" fmla="*/ 8524608 h 10435941"/>
                  <a:gd name="connsiteX80" fmla="*/ 8979264 w 10476249"/>
                  <a:gd name="connsiteY80" fmla="*/ 8758113 h 10435941"/>
                  <a:gd name="connsiteX81" fmla="*/ 8977195 w 10476249"/>
                  <a:gd name="connsiteY81" fmla="*/ 8967953 h 10435941"/>
                  <a:gd name="connsiteX82" fmla="*/ 8880213 w 10476249"/>
                  <a:gd name="connsiteY82" fmla="*/ 9272753 h 10435941"/>
                  <a:gd name="connsiteX83" fmla="*/ 8907923 w 10476249"/>
                  <a:gd name="connsiteY83" fmla="*/ 9578490 h 10435941"/>
                  <a:gd name="connsiteX84" fmla="*/ 9124310 w 10476249"/>
                  <a:gd name="connsiteY84" fmla="*/ 9750056 h 10435941"/>
                  <a:gd name="connsiteX85" fmla="*/ 9217384 w 10476249"/>
                  <a:gd name="connsiteY85" fmla="*/ 9890275 h 10435941"/>
                  <a:gd name="connsiteX86" fmla="*/ 9448465 w 10476249"/>
                  <a:gd name="connsiteY86" fmla="*/ 9929452 h 10435941"/>
                  <a:gd name="connsiteX87" fmla="*/ 9457627 w 10476249"/>
                  <a:gd name="connsiteY87" fmla="*/ 9818955 h 10435941"/>
                  <a:gd name="connsiteX88" fmla="*/ 9606341 w 10476249"/>
                  <a:gd name="connsiteY88" fmla="*/ 9758904 h 10435941"/>
                  <a:gd name="connsiteX89" fmla="*/ 9617859 w 10476249"/>
                  <a:gd name="connsiteY89" fmla="*/ 10334695 h 10435941"/>
                  <a:gd name="connsiteX90" fmla="*/ 9490259 w 10476249"/>
                  <a:gd name="connsiteY90" fmla="*/ 10338313 h 10435941"/>
                  <a:gd name="connsiteX91" fmla="*/ 9314175 w 10476249"/>
                  <a:gd name="connsiteY91" fmla="*/ 10427202 h 10435941"/>
                  <a:gd name="connsiteX92" fmla="*/ 9189815 w 10476249"/>
                  <a:gd name="connsiteY92" fmla="*/ 10435941 h 10435941"/>
                  <a:gd name="connsiteX93" fmla="*/ 9050829 w 10476249"/>
                  <a:gd name="connsiteY93" fmla="*/ 10122103 h 10435941"/>
                  <a:gd name="connsiteX94" fmla="*/ 8939914 w 10476249"/>
                  <a:gd name="connsiteY94" fmla="*/ 10072174 h 10435941"/>
                  <a:gd name="connsiteX95" fmla="*/ 8778870 w 10476249"/>
                  <a:gd name="connsiteY95" fmla="*/ 9863725 h 10435941"/>
                  <a:gd name="connsiteX96" fmla="*/ 8465017 w 10476249"/>
                  <a:gd name="connsiteY96" fmla="*/ 9748287 h 10435941"/>
                  <a:gd name="connsiteX97" fmla="*/ 8345018 w 10476249"/>
                  <a:gd name="connsiteY97" fmla="*/ 9651431 h 10435941"/>
                  <a:gd name="connsiteX98" fmla="*/ 8270613 w 10476249"/>
                  <a:gd name="connsiteY98" fmla="*/ 9480572 h 10435941"/>
                  <a:gd name="connsiteX99" fmla="*/ 8229159 w 10476249"/>
                  <a:gd name="connsiteY99" fmla="*/ 9374254 h 10435941"/>
                  <a:gd name="connsiteX100" fmla="*/ 8132067 w 10476249"/>
                  <a:gd name="connsiteY100" fmla="*/ 9355881 h 10435941"/>
                  <a:gd name="connsiteX101" fmla="*/ 8076649 w 10476249"/>
                  <a:gd name="connsiteY101" fmla="*/ 9577553 h 10435941"/>
                  <a:gd name="connsiteX102" fmla="*/ 7933959 w 10476249"/>
                  <a:gd name="connsiteY102" fmla="*/ 9610939 h 10435941"/>
                  <a:gd name="connsiteX103" fmla="*/ 7580779 w 10476249"/>
                  <a:gd name="connsiteY103" fmla="*/ 9552340 h 10435941"/>
                  <a:gd name="connsiteX104" fmla="*/ 7442474 w 10476249"/>
                  <a:gd name="connsiteY104" fmla="*/ 9485198 h 10435941"/>
                  <a:gd name="connsiteX105" fmla="*/ 7250179 w 10476249"/>
                  <a:gd name="connsiteY105" fmla="*/ 9449904 h 10435941"/>
                  <a:gd name="connsiteX106" fmla="*/ 7156996 w 10476249"/>
                  <a:gd name="connsiteY106" fmla="*/ 9200180 h 10435941"/>
                  <a:gd name="connsiteX107" fmla="*/ 6940577 w 10476249"/>
                  <a:gd name="connsiteY107" fmla="*/ 9189626 h 10435941"/>
                  <a:gd name="connsiteX108" fmla="*/ 6659679 w 10476249"/>
                  <a:gd name="connsiteY108" fmla="*/ 9285034 h 10435941"/>
                  <a:gd name="connsiteX109" fmla="*/ 6664954 w 10476249"/>
                  <a:gd name="connsiteY109" fmla="*/ 9099745 h 10435941"/>
                  <a:gd name="connsiteX110" fmla="*/ 6538463 w 10476249"/>
                  <a:gd name="connsiteY110" fmla="*/ 9013951 h 10435941"/>
                  <a:gd name="connsiteX111" fmla="*/ 6414104 w 10476249"/>
                  <a:gd name="connsiteY111" fmla="*/ 8954099 h 10435941"/>
                  <a:gd name="connsiteX112" fmla="*/ 6311517 w 10476249"/>
                  <a:gd name="connsiteY112" fmla="*/ 9057307 h 10435941"/>
                  <a:gd name="connsiteX113" fmla="*/ 6153358 w 10476249"/>
                  <a:gd name="connsiteY113" fmla="*/ 8978227 h 10435941"/>
                  <a:gd name="connsiteX114" fmla="*/ 5987727 w 10476249"/>
                  <a:gd name="connsiteY114" fmla="*/ 9093734 h 10435941"/>
                  <a:gd name="connsiteX115" fmla="*/ 5721485 w 10476249"/>
                  <a:gd name="connsiteY115" fmla="*/ 9101726 h 10435941"/>
                  <a:gd name="connsiteX116" fmla="*/ 5660355 w 10476249"/>
                  <a:gd name="connsiteY116" fmla="*/ 9081904 h 10435941"/>
                  <a:gd name="connsiteX117" fmla="*/ 5493010 w 10476249"/>
                  <a:gd name="connsiteY117" fmla="*/ 9128137 h 10435941"/>
                  <a:gd name="connsiteX118" fmla="*/ 5491454 w 10476249"/>
                  <a:gd name="connsiteY118" fmla="*/ 8870972 h 10435941"/>
                  <a:gd name="connsiteX119" fmla="*/ 5491452 w 10476249"/>
                  <a:gd name="connsiteY119" fmla="*/ 8634977 h 10435941"/>
                  <a:gd name="connsiteX120" fmla="*/ 5275804 w 10476249"/>
                  <a:gd name="connsiteY120" fmla="*/ 8324085 h 10435941"/>
                  <a:gd name="connsiteX121" fmla="*/ 5215919 w 10476249"/>
                  <a:gd name="connsiteY121" fmla="*/ 8082820 h 10435941"/>
                  <a:gd name="connsiteX122" fmla="*/ 5302626 w 10476249"/>
                  <a:gd name="connsiteY122" fmla="*/ 7610208 h 10435941"/>
                  <a:gd name="connsiteX123" fmla="*/ 5186654 w 10476249"/>
                  <a:gd name="connsiteY123" fmla="*/ 7320352 h 10435941"/>
                  <a:gd name="connsiteX124" fmla="*/ 5236467 w 10476249"/>
                  <a:gd name="connsiteY124" fmla="*/ 7069881 h 10435941"/>
                  <a:gd name="connsiteX125" fmla="*/ 5240494 w 10476249"/>
                  <a:gd name="connsiteY125" fmla="*/ 6935795 h 10435941"/>
                  <a:gd name="connsiteX126" fmla="*/ 4563198 w 10476249"/>
                  <a:gd name="connsiteY126" fmla="*/ 7013996 h 10435941"/>
                  <a:gd name="connsiteX127" fmla="*/ 4546078 w 10476249"/>
                  <a:gd name="connsiteY127" fmla="*/ 6840580 h 10435941"/>
                  <a:gd name="connsiteX128" fmla="*/ 4482099 w 10476249"/>
                  <a:gd name="connsiteY128" fmla="*/ 6706626 h 10435941"/>
                  <a:gd name="connsiteX129" fmla="*/ 4312585 w 10476249"/>
                  <a:gd name="connsiteY129" fmla="*/ 6826329 h 10435941"/>
                  <a:gd name="connsiteX130" fmla="*/ 3996939 w 10476249"/>
                  <a:gd name="connsiteY130" fmla="*/ 6862493 h 10435941"/>
                  <a:gd name="connsiteX131" fmla="*/ 3961849 w 10476249"/>
                  <a:gd name="connsiteY131" fmla="*/ 7069881 h 10435941"/>
                  <a:gd name="connsiteX132" fmla="*/ 3918262 w 10476249"/>
                  <a:gd name="connsiteY132" fmla="*/ 7281279 h 10435941"/>
                  <a:gd name="connsiteX133" fmla="*/ 3869750 w 10476249"/>
                  <a:gd name="connsiteY133" fmla="*/ 7403480 h 10435941"/>
                  <a:gd name="connsiteX134" fmla="*/ 3558094 w 10476249"/>
                  <a:gd name="connsiteY134" fmla="*/ 7365450 h 10435941"/>
                  <a:gd name="connsiteX135" fmla="*/ 3296831 w 10476249"/>
                  <a:gd name="connsiteY135" fmla="*/ 7402390 h 10435941"/>
                  <a:gd name="connsiteX136" fmla="*/ 2911715 w 10476249"/>
                  <a:gd name="connsiteY136" fmla="*/ 7451307 h 10435941"/>
                  <a:gd name="connsiteX137" fmla="*/ 2733706 w 10476249"/>
                  <a:gd name="connsiteY137" fmla="*/ 7166777 h 10435941"/>
                  <a:gd name="connsiteX138" fmla="*/ 2571924 w 10476249"/>
                  <a:gd name="connsiteY138" fmla="*/ 6908102 h 10435941"/>
                  <a:gd name="connsiteX139" fmla="*/ 2391703 w 10476249"/>
                  <a:gd name="connsiteY139" fmla="*/ 6257406 h 10435941"/>
                  <a:gd name="connsiteX140" fmla="*/ 2313158 w 10476249"/>
                  <a:gd name="connsiteY140" fmla="*/ 6224753 h 10435941"/>
                  <a:gd name="connsiteX141" fmla="*/ 1648140 w 10476249"/>
                  <a:gd name="connsiteY141" fmla="*/ 6197044 h 10435941"/>
                  <a:gd name="connsiteX142" fmla="*/ 1218649 w 10476249"/>
                  <a:gd name="connsiteY142" fmla="*/ 6197044 h 10435941"/>
                  <a:gd name="connsiteX143" fmla="*/ 1025455 w 10476249"/>
                  <a:gd name="connsiteY143" fmla="*/ 6178798 h 10435941"/>
                  <a:gd name="connsiteX144" fmla="*/ 692177 w 10476249"/>
                  <a:gd name="connsiteY144" fmla="*/ 6210899 h 10435941"/>
                  <a:gd name="connsiteX145" fmla="*/ 368390 w 10476249"/>
                  <a:gd name="connsiteY145" fmla="*/ 6137320 h 10435941"/>
                  <a:gd name="connsiteX146" fmla="*/ 132975 w 10476249"/>
                  <a:gd name="connsiteY146" fmla="*/ 6294321 h 10435941"/>
                  <a:gd name="connsiteX147" fmla="*/ 0 w 10476249"/>
                  <a:gd name="connsiteY147"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169664 w 10476249"/>
                  <a:gd name="connsiteY8" fmla="*/ 5366848 h 10435941"/>
                  <a:gd name="connsiteX9" fmla="*/ 1142175 w 10476249"/>
                  <a:gd name="connsiteY9" fmla="*/ 5610864 h 10435941"/>
                  <a:gd name="connsiteX10" fmla="*/ 1254907 w 10476249"/>
                  <a:gd name="connsiteY10" fmla="*/ 5679710 h 10435941"/>
                  <a:gd name="connsiteX11" fmla="*/ 1513294 w 10476249"/>
                  <a:gd name="connsiteY11" fmla="*/ 5540884 h 10435941"/>
                  <a:gd name="connsiteX12" fmla="*/ 1717413 w 10476249"/>
                  <a:gd name="connsiteY12" fmla="*/ 5296499 h 10435941"/>
                  <a:gd name="connsiteX13" fmla="*/ 2008358 w 10476249"/>
                  <a:gd name="connsiteY13" fmla="*/ 5060972 h 10435941"/>
                  <a:gd name="connsiteX14" fmla="*/ 2105340 w 10476249"/>
                  <a:gd name="connsiteY14" fmla="*/ 4631481 h 10435941"/>
                  <a:gd name="connsiteX15" fmla="*/ 2158106 w 10476249"/>
                  <a:gd name="connsiteY15" fmla="*/ 4164848 h 10435941"/>
                  <a:gd name="connsiteX16" fmla="*/ 2340867 w 10476249"/>
                  <a:gd name="connsiteY16" fmla="*/ 3855626 h 10435941"/>
                  <a:gd name="connsiteX17" fmla="*/ 2738092 w 10476249"/>
                  <a:gd name="connsiteY17" fmla="*/ 3475092 h 10435941"/>
                  <a:gd name="connsiteX18" fmla="*/ 2964322 w 10476249"/>
                  <a:gd name="connsiteY18" fmla="*/ 3259881 h 10435941"/>
                  <a:gd name="connsiteX19" fmla="*/ 2992031 w 10476249"/>
                  <a:gd name="connsiteY19" fmla="*/ 2816535 h 10435941"/>
                  <a:gd name="connsiteX20" fmla="*/ 3061304 w 10476249"/>
                  <a:gd name="connsiteY20" fmla="*/ 2525590 h 10435941"/>
                  <a:gd name="connsiteX21" fmla="*/ 3061304 w 10476249"/>
                  <a:gd name="connsiteY21" fmla="*/ 2317772 h 10435941"/>
                  <a:gd name="connsiteX22" fmla="*/ 3199849 w 10476249"/>
                  <a:gd name="connsiteY22" fmla="*/ 1985262 h 10435941"/>
                  <a:gd name="connsiteX23" fmla="*/ 3199849 w 10476249"/>
                  <a:gd name="connsiteY23" fmla="*/ 1694317 h 10435941"/>
                  <a:gd name="connsiteX24" fmla="*/ 3499049 w 10476249"/>
                  <a:gd name="connsiteY24" fmla="*/ 1126281 h 10435941"/>
                  <a:gd name="connsiteX25" fmla="*/ 3449231 w 10476249"/>
                  <a:gd name="connsiteY25" fmla="*/ 752208 h 10435941"/>
                  <a:gd name="connsiteX26" fmla="*/ 3476940 w 10476249"/>
                  <a:gd name="connsiteY26" fmla="*/ 544390 h 10435941"/>
                  <a:gd name="connsiteX27" fmla="*/ 3809449 w 10476249"/>
                  <a:gd name="connsiteY27" fmla="*/ 184172 h 10435941"/>
                  <a:gd name="connsiteX28" fmla="*/ 4003413 w 10476249"/>
                  <a:gd name="connsiteY28" fmla="*/ 59481 h 10435941"/>
                  <a:gd name="connsiteX29" fmla="*/ 4419049 w 10476249"/>
                  <a:gd name="connsiteY29" fmla="*/ 295008 h 10435941"/>
                  <a:gd name="connsiteX30" fmla="*/ 4585304 w 10476249"/>
                  <a:gd name="connsiteY30" fmla="*/ 488972 h 10435941"/>
                  <a:gd name="connsiteX31" fmla="*/ 5056358 w 10476249"/>
                  <a:gd name="connsiteY31" fmla="*/ 544390 h 10435941"/>
                  <a:gd name="connsiteX32" fmla="*/ 5376782 w 10476249"/>
                  <a:gd name="connsiteY32" fmla="*/ 603639 h 10435941"/>
                  <a:gd name="connsiteX33" fmla="*/ 5554237 w 10476249"/>
                  <a:gd name="connsiteY33" fmla="*/ 588271 h 10435941"/>
                  <a:gd name="connsiteX34" fmla="*/ 5846067 w 10476249"/>
                  <a:gd name="connsiteY34" fmla="*/ 281153 h 10435941"/>
                  <a:gd name="connsiteX35" fmla="*/ 6109304 w 10476249"/>
                  <a:gd name="connsiteY35" fmla="*/ 322717 h 10435941"/>
                  <a:gd name="connsiteX36" fmla="*/ 6527495 w 10476249"/>
                  <a:gd name="connsiteY36" fmla="*/ 168233 h 10435941"/>
                  <a:gd name="connsiteX37" fmla="*/ 6667317 w 10476249"/>
                  <a:gd name="connsiteY37" fmla="*/ 107503 h 10435941"/>
                  <a:gd name="connsiteX38" fmla="*/ 6997273 w 10476249"/>
                  <a:gd name="connsiteY38" fmla="*/ 198026 h 10435941"/>
                  <a:gd name="connsiteX39" fmla="*/ 7217667 w 10476249"/>
                  <a:gd name="connsiteY39" fmla="*/ 17917 h 10435941"/>
                  <a:gd name="connsiteX40" fmla="*/ 7364702 w 10476249"/>
                  <a:gd name="connsiteY40" fmla="*/ 0 h 10435941"/>
                  <a:gd name="connsiteX41" fmla="*/ 7586454 w 10476249"/>
                  <a:gd name="connsiteY41" fmla="*/ 41248 h 10435941"/>
                  <a:gd name="connsiteX42" fmla="*/ 7896540 w 10476249"/>
                  <a:gd name="connsiteY42" fmla="*/ 128753 h 10435941"/>
                  <a:gd name="connsiteX43" fmla="*/ 8298322 w 10476249"/>
                  <a:gd name="connsiteY43" fmla="*/ 59481 h 10435941"/>
                  <a:gd name="connsiteX44" fmla="*/ 8632600 w 10476249"/>
                  <a:gd name="connsiteY44" fmla="*/ 396707 h 10435941"/>
                  <a:gd name="connsiteX45" fmla="*/ 8894067 w 10476249"/>
                  <a:gd name="connsiteY45" fmla="*/ 544390 h 10435941"/>
                  <a:gd name="connsiteX46" fmla="*/ 9132327 w 10476249"/>
                  <a:gd name="connsiteY46" fmla="*/ 420846 h 10435941"/>
                  <a:gd name="connsiteX47" fmla="*/ 9358560 w 10476249"/>
                  <a:gd name="connsiteY47" fmla="*/ 466363 h 10435941"/>
                  <a:gd name="connsiteX48" fmla="*/ 9503667 w 10476249"/>
                  <a:gd name="connsiteY48" fmla="*/ 367819 h 10435941"/>
                  <a:gd name="connsiteX49" fmla="*/ 9631896 w 10476249"/>
                  <a:gd name="connsiteY49" fmla="*/ 369587 h 10435941"/>
                  <a:gd name="connsiteX50" fmla="*/ 9988577 w 10476249"/>
                  <a:gd name="connsiteY50" fmla="*/ 793772 h 10435941"/>
                  <a:gd name="connsiteX51" fmla="*/ 10224104 w 10476249"/>
                  <a:gd name="connsiteY51" fmla="*/ 987735 h 10435941"/>
                  <a:gd name="connsiteX52" fmla="*/ 10210249 w 10476249"/>
                  <a:gd name="connsiteY52" fmla="*/ 1250972 h 10435941"/>
                  <a:gd name="connsiteX53" fmla="*/ 10224104 w 10476249"/>
                  <a:gd name="connsiteY53" fmla="*/ 1444935 h 10435941"/>
                  <a:gd name="connsiteX54" fmla="*/ 10228661 w 10476249"/>
                  <a:gd name="connsiteY54" fmla="*/ 1580249 h 10435941"/>
                  <a:gd name="connsiteX55" fmla="*/ 10476249 w 10476249"/>
                  <a:gd name="connsiteY55" fmla="*/ 1753897 h 10435941"/>
                  <a:gd name="connsiteX56" fmla="*/ 10063524 w 10476249"/>
                  <a:gd name="connsiteY56" fmla="*/ 2207269 h 10435941"/>
                  <a:gd name="connsiteX57" fmla="*/ 9766904 w 10476249"/>
                  <a:gd name="connsiteY57" fmla="*/ 2497881 h 10435941"/>
                  <a:gd name="connsiteX58" fmla="*/ 9565650 w 10476249"/>
                  <a:gd name="connsiteY58" fmla="*/ 3426134 h 10435941"/>
                  <a:gd name="connsiteX59" fmla="*/ 9518072 w 10476249"/>
                  <a:gd name="connsiteY59" fmla="*/ 3685207 h 10435941"/>
                  <a:gd name="connsiteX60" fmla="*/ 9351267 w 10476249"/>
                  <a:gd name="connsiteY60" fmla="*/ 3911044 h 10435941"/>
                  <a:gd name="connsiteX61" fmla="*/ 9295849 w 10476249"/>
                  <a:gd name="connsiteY61" fmla="*/ 4077299 h 10435941"/>
                  <a:gd name="connsiteX62" fmla="*/ 9222017 w 10476249"/>
                  <a:gd name="connsiteY62" fmla="*/ 4285117 h 10435941"/>
                  <a:gd name="connsiteX63" fmla="*/ 9190850 w 10476249"/>
                  <a:gd name="connsiteY63" fmla="*/ 4430122 h 10435941"/>
                  <a:gd name="connsiteX64" fmla="*/ 9323558 w 10476249"/>
                  <a:gd name="connsiteY64" fmla="*/ 4659190 h 10435941"/>
                  <a:gd name="connsiteX65" fmla="*/ 9367775 w 10476249"/>
                  <a:gd name="connsiteY65" fmla="*/ 4915057 h 10435941"/>
                  <a:gd name="connsiteX66" fmla="*/ 9383534 w 10476249"/>
                  <a:gd name="connsiteY66" fmla="*/ 5208060 h 10435941"/>
                  <a:gd name="connsiteX67" fmla="*/ 9368954 w 10476249"/>
                  <a:gd name="connsiteY67" fmla="*/ 5615153 h 10435941"/>
                  <a:gd name="connsiteX68" fmla="*/ 9504218 w 10476249"/>
                  <a:gd name="connsiteY68" fmla="*/ 5975373 h 10435941"/>
                  <a:gd name="connsiteX69" fmla="*/ 9526091 w 10476249"/>
                  <a:gd name="connsiteY69" fmla="*/ 6403714 h 10435941"/>
                  <a:gd name="connsiteX70" fmla="*/ 9919304 w 10476249"/>
                  <a:gd name="connsiteY70" fmla="*/ 6862062 h 10435941"/>
                  <a:gd name="connsiteX71" fmla="*/ 10037669 w 10476249"/>
                  <a:gd name="connsiteY71" fmla="*/ 7221396 h 10435941"/>
                  <a:gd name="connsiteX72" fmla="*/ 10218503 w 10476249"/>
                  <a:gd name="connsiteY72" fmla="*/ 7514995 h 10435941"/>
                  <a:gd name="connsiteX73" fmla="*/ 9656067 w 10476249"/>
                  <a:gd name="connsiteY73" fmla="*/ 7540935 h 10435941"/>
                  <a:gd name="connsiteX74" fmla="*/ 9159682 w 10476249"/>
                  <a:gd name="connsiteY74" fmla="*/ 7651772 h 10435941"/>
                  <a:gd name="connsiteX75" fmla="*/ 9114466 w 10476249"/>
                  <a:gd name="connsiteY75" fmla="*/ 7790317 h 10435941"/>
                  <a:gd name="connsiteX76" fmla="*/ 9004904 w 10476249"/>
                  <a:gd name="connsiteY76" fmla="*/ 7998135 h 10435941"/>
                  <a:gd name="connsiteX77" fmla="*/ 8919418 w 10476249"/>
                  <a:gd name="connsiteY77" fmla="*/ 8085908 h 10435941"/>
                  <a:gd name="connsiteX78" fmla="*/ 9022382 w 10476249"/>
                  <a:gd name="connsiteY78" fmla="*/ 8313437 h 10435941"/>
                  <a:gd name="connsiteX79" fmla="*/ 9013154 w 10476249"/>
                  <a:gd name="connsiteY79" fmla="*/ 8524608 h 10435941"/>
                  <a:gd name="connsiteX80" fmla="*/ 8979264 w 10476249"/>
                  <a:gd name="connsiteY80" fmla="*/ 8758113 h 10435941"/>
                  <a:gd name="connsiteX81" fmla="*/ 8977195 w 10476249"/>
                  <a:gd name="connsiteY81" fmla="*/ 8967953 h 10435941"/>
                  <a:gd name="connsiteX82" fmla="*/ 8880213 w 10476249"/>
                  <a:gd name="connsiteY82" fmla="*/ 9272753 h 10435941"/>
                  <a:gd name="connsiteX83" fmla="*/ 8907923 w 10476249"/>
                  <a:gd name="connsiteY83" fmla="*/ 9578490 h 10435941"/>
                  <a:gd name="connsiteX84" fmla="*/ 9124310 w 10476249"/>
                  <a:gd name="connsiteY84" fmla="*/ 9750056 h 10435941"/>
                  <a:gd name="connsiteX85" fmla="*/ 9217384 w 10476249"/>
                  <a:gd name="connsiteY85" fmla="*/ 9890275 h 10435941"/>
                  <a:gd name="connsiteX86" fmla="*/ 9448465 w 10476249"/>
                  <a:gd name="connsiteY86" fmla="*/ 9929452 h 10435941"/>
                  <a:gd name="connsiteX87" fmla="*/ 9457627 w 10476249"/>
                  <a:gd name="connsiteY87" fmla="*/ 9818955 h 10435941"/>
                  <a:gd name="connsiteX88" fmla="*/ 9606341 w 10476249"/>
                  <a:gd name="connsiteY88" fmla="*/ 9758904 h 10435941"/>
                  <a:gd name="connsiteX89" fmla="*/ 9617859 w 10476249"/>
                  <a:gd name="connsiteY89" fmla="*/ 10334695 h 10435941"/>
                  <a:gd name="connsiteX90" fmla="*/ 9490259 w 10476249"/>
                  <a:gd name="connsiteY90" fmla="*/ 10338313 h 10435941"/>
                  <a:gd name="connsiteX91" fmla="*/ 9314175 w 10476249"/>
                  <a:gd name="connsiteY91" fmla="*/ 10427202 h 10435941"/>
                  <a:gd name="connsiteX92" fmla="*/ 9189815 w 10476249"/>
                  <a:gd name="connsiteY92" fmla="*/ 10435941 h 10435941"/>
                  <a:gd name="connsiteX93" fmla="*/ 9050829 w 10476249"/>
                  <a:gd name="connsiteY93" fmla="*/ 10122103 h 10435941"/>
                  <a:gd name="connsiteX94" fmla="*/ 8939914 w 10476249"/>
                  <a:gd name="connsiteY94" fmla="*/ 10072174 h 10435941"/>
                  <a:gd name="connsiteX95" fmla="*/ 8778870 w 10476249"/>
                  <a:gd name="connsiteY95" fmla="*/ 9863725 h 10435941"/>
                  <a:gd name="connsiteX96" fmla="*/ 8465017 w 10476249"/>
                  <a:gd name="connsiteY96" fmla="*/ 9748287 h 10435941"/>
                  <a:gd name="connsiteX97" fmla="*/ 8345018 w 10476249"/>
                  <a:gd name="connsiteY97" fmla="*/ 9651431 h 10435941"/>
                  <a:gd name="connsiteX98" fmla="*/ 8270613 w 10476249"/>
                  <a:gd name="connsiteY98" fmla="*/ 9480572 h 10435941"/>
                  <a:gd name="connsiteX99" fmla="*/ 8229159 w 10476249"/>
                  <a:gd name="connsiteY99" fmla="*/ 9374254 h 10435941"/>
                  <a:gd name="connsiteX100" fmla="*/ 8132067 w 10476249"/>
                  <a:gd name="connsiteY100" fmla="*/ 9355881 h 10435941"/>
                  <a:gd name="connsiteX101" fmla="*/ 8076649 w 10476249"/>
                  <a:gd name="connsiteY101" fmla="*/ 9577553 h 10435941"/>
                  <a:gd name="connsiteX102" fmla="*/ 7933959 w 10476249"/>
                  <a:gd name="connsiteY102" fmla="*/ 9610939 h 10435941"/>
                  <a:gd name="connsiteX103" fmla="*/ 7580779 w 10476249"/>
                  <a:gd name="connsiteY103" fmla="*/ 9552340 h 10435941"/>
                  <a:gd name="connsiteX104" fmla="*/ 7442474 w 10476249"/>
                  <a:gd name="connsiteY104" fmla="*/ 9485198 h 10435941"/>
                  <a:gd name="connsiteX105" fmla="*/ 7250179 w 10476249"/>
                  <a:gd name="connsiteY105" fmla="*/ 9449904 h 10435941"/>
                  <a:gd name="connsiteX106" fmla="*/ 7156996 w 10476249"/>
                  <a:gd name="connsiteY106" fmla="*/ 9200180 h 10435941"/>
                  <a:gd name="connsiteX107" fmla="*/ 6940577 w 10476249"/>
                  <a:gd name="connsiteY107" fmla="*/ 9189626 h 10435941"/>
                  <a:gd name="connsiteX108" fmla="*/ 6659679 w 10476249"/>
                  <a:gd name="connsiteY108" fmla="*/ 9285034 h 10435941"/>
                  <a:gd name="connsiteX109" fmla="*/ 6664954 w 10476249"/>
                  <a:gd name="connsiteY109" fmla="*/ 9099745 h 10435941"/>
                  <a:gd name="connsiteX110" fmla="*/ 6538463 w 10476249"/>
                  <a:gd name="connsiteY110" fmla="*/ 9013951 h 10435941"/>
                  <a:gd name="connsiteX111" fmla="*/ 6414104 w 10476249"/>
                  <a:gd name="connsiteY111" fmla="*/ 8954099 h 10435941"/>
                  <a:gd name="connsiteX112" fmla="*/ 6311517 w 10476249"/>
                  <a:gd name="connsiteY112" fmla="*/ 9057307 h 10435941"/>
                  <a:gd name="connsiteX113" fmla="*/ 6153358 w 10476249"/>
                  <a:gd name="connsiteY113" fmla="*/ 8978227 h 10435941"/>
                  <a:gd name="connsiteX114" fmla="*/ 5987727 w 10476249"/>
                  <a:gd name="connsiteY114" fmla="*/ 9093734 h 10435941"/>
                  <a:gd name="connsiteX115" fmla="*/ 5721485 w 10476249"/>
                  <a:gd name="connsiteY115" fmla="*/ 9101726 h 10435941"/>
                  <a:gd name="connsiteX116" fmla="*/ 5660355 w 10476249"/>
                  <a:gd name="connsiteY116" fmla="*/ 9081904 h 10435941"/>
                  <a:gd name="connsiteX117" fmla="*/ 5493010 w 10476249"/>
                  <a:gd name="connsiteY117" fmla="*/ 9128137 h 10435941"/>
                  <a:gd name="connsiteX118" fmla="*/ 5491454 w 10476249"/>
                  <a:gd name="connsiteY118" fmla="*/ 8870972 h 10435941"/>
                  <a:gd name="connsiteX119" fmla="*/ 5491452 w 10476249"/>
                  <a:gd name="connsiteY119" fmla="*/ 8634977 h 10435941"/>
                  <a:gd name="connsiteX120" fmla="*/ 5275804 w 10476249"/>
                  <a:gd name="connsiteY120" fmla="*/ 8324085 h 10435941"/>
                  <a:gd name="connsiteX121" fmla="*/ 5215919 w 10476249"/>
                  <a:gd name="connsiteY121" fmla="*/ 8082820 h 10435941"/>
                  <a:gd name="connsiteX122" fmla="*/ 5302626 w 10476249"/>
                  <a:gd name="connsiteY122" fmla="*/ 7610208 h 10435941"/>
                  <a:gd name="connsiteX123" fmla="*/ 5186654 w 10476249"/>
                  <a:gd name="connsiteY123" fmla="*/ 7320352 h 10435941"/>
                  <a:gd name="connsiteX124" fmla="*/ 5236467 w 10476249"/>
                  <a:gd name="connsiteY124" fmla="*/ 7069881 h 10435941"/>
                  <a:gd name="connsiteX125" fmla="*/ 5240494 w 10476249"/>
                  <a:gd name="connsiteY125" fmla="*/ 6935795 h 10435941"/>
                  <a:gd name="connsiteX126" fmla="*/ 4563198 w 10476249"/>
                  <a:gd name="connsiteY126" fmla="*/ 7013996 h 10435941"/>
                  <a:gd name="connsiteX127" fmla="*/ 4546078 w 10476249"/>
                  <a:gd name="connsiteY127" fmla="*/ 6840580 h 10435941"/>
                  <a:gd name="connsiteX128" fmla="*/ 4482099 w 10476249"/>
                  <a:gd name="connsiteY128" fmla="*/ 6706626 h 10435941"/>
                  <a:gd name="connsiteX129" fmla="*/ 4312585 w 10476249"/>
                  <a:gd name="connsiteY129" fmla="*/ 6826329 h 10435941"/>
                  <a:gd name="connsiteX130" fmla="*/ 3996939 w 10476249"/>
                  <a:gd name="connsiteY130" fmla="*/ 6862493 h 10435941"/>
                  <a:gd name="connsiteX131" fmla="*/ 3961849 w 10476249"/>
                  <a:gd name="connsiteY131" fmla="*/ 7069881 h 10435941"/>
                  <a:gd name="connsiteX132" fmla="*/ 3918262 w 10476249"/>
                  <a:gd name="connsiteY132" fmla="*/ 7281279 h 10435941"/>
                  <a:gd name="connsiteX133" fmla="*/ 3869750 w 10476249"/>
                  <a:gd name="connsiteY133" fmla="*/ 7403480 h 10435941"/>
                  <a:gd name="connsiteX134" fmla="*/ 3558094 w 10476249"/>
                  <a:gd name="connsiteY134" fmla="*/ 7365450 h 10435941"/>
                  <a:gd name="connsiteX135" fmla="*/ 3296831 w 10476249"/>
                  <a:gd name="connsiteY135" fmla="*/ 7402390 h 10435941"/>
                  <a:gd name="connsiteX136" fmla="*/ 2911715 w 10476249"/>
                  <a:gd name="connsiteY136" fmla="*/ 7451307 h 10435941"/>
                  <a:gd name="connsiteX137" fmla="*/ 2733706 w 10476249"/>
                  <a:gd name="connsiteY137" fmla="*/ 7166777 h 10435941"/>
                  <a:gd name="connsiteX138" fmla="*/ 2571924 w 10476249"/>
                  <a:gd name="connsiteY138" fmla="*/ 6908102 h 10435941"/>
                  <a:gd name="connsiteX139" fmla="*/ 2391703 w 10476249"/>
                  <a:gd name="connsiteY139" fmla="*/ 6257406 h 10435941"/>
                  <a:gd name="connsiteX140" fmla="*/ 2313158 w 10476249"/>
                  <a:gd name="connsiteY140" fmla="*/ 6224753 h 10435941"/>
                  <a:gd name="connsiteX141" fmla="*/ 1648140 w 10476249"/>
                  <a:gd name="connsiteY141" fmla="*/ 6197044 h 10435941"/>
                  <a:gd name="connsiteX142" fmla="*/ 1218649 w 10476249"/>
                  <a:gd name="connsiteY142" fmla="*/ 6197044 h 10435941"/>
                  <a:gd name="connsiteX143" fmla="*/ 1025455 w 10476249"/>
                  <a:gd name="connsiteY143" fmla="*/ 6178798 h 10435941"/>
                  <a:gd name="connsiteX144" fmla="*/ 692177 w 10476249"/>
                  <a:gd name="connsiteY144" fmla="*/ 6210899 h 10435941"/>
                  <a:gd name="connsiteX145" fmla="*/ 368390 w 10476249"/>
                  <a:gd name="connsiteY145" fmla="*/ 6137320 h 10435941"/>
                  <a:gd name="connsiteX146" fmla="*/ 132975 w 10476249"/>
                  <a:gd name="connsiteY146" fmla="*/ 6294321 h 10435941"/>
                  <a:gd name="connsiteX147" fmla="*/ 0 w 10476249"/>
                  <a:gd name="connsiteY147"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169664 w 10476249"/>
                  <a:gd name="connsiteY8" fmla="*/ 5366848 h 10435941"/>
                  <a:gd name="connsiteX9" fmla="*/ 1142175 w 10476249"/>
                  <a:gd name="connsiteY9" fmla="*/ 5610864 h 10435941"/>
                  <a:gd name="connsiteX10" fmla="*/ 1254907 w 10476249"/>
                  <a:gd name="connsiteY10" fmla="*/ 5679710 h 10435941"/>
                  <a:gd name="connsiteX11" fmla="*/ 1513294 w 10476249"/>
                  <a:gd name="connsiteY11" fmla="*/ 5540884 h 10435941"/>
                  <a:gd name="connsiteX12" fmla="*/ 1717413 w 10476249"/>
                  <a:gd name="connsiteY12" fmla="*/ 5296499 h 10435941"/>
                  <a:gd name="connsiteX13" fmla="*/ 2008358 w 10476249"/>
                  <a:gd name="connsiteY13" fmla="*/ 5060972 h 10435941"/>
                  <a:gd name="connsiteX14" fmla="*/ 2105340 w 10476249"/>
                  <a:gd name="connsiteY14" fmla="*/ 4631481 h 10435941"/>
                  <a:gd name="connsiteX15" fmla="*/ 2158106 w 10476249"/>
                  <a:gd name="connsiteY15" fmla="*/ 4164848 h 10435941"/>
                  <a:gd name="connsiteX16" fmla="*/ 2340867 w 10476249"/>
                  <a:gd name="connsiteY16" fmla="*/ 3855626 h 10435941"/>
                  <a:gd name="connsiteX17" fmla="*/ 2738092 w 10476249"/>
                  <a:gd name="connsiteY17" fmla="*/ 3475092 h 10435941"/>
                  <a:gd name="connsiteX18" fmla="*/ 2964322 w 10476249"/>
                  <a:gd name="connsiteY18" fmla="*/ 3259881 h 10435941"/>
                  <a:gd name="connsiteX19" fmla="*/ 2992031 w 10476249"/>
                  <a:gd name="connsiteY19" fmla="*/ 2816535 h 10435941"/>
                  <a:gd name="connsiteX20" fmla="*/ 3061304 w 10476249"/>
                  <a:gd name="connsiteY20" fmla="*/ 2525590 h 10435941"/>
                  <a:gd name="connsiteX21" fmla="*/ 3061304 w 10476249"/>
                  <a:gd name="connsiteY21" fmla="*/ 2317772 h 10435941"/>
                  <a:gd name="connsiteX22" fmla="*/ 3199849 w 10476249"/>
                  <a:gd name="connsiteY22" fmla="*/ 1985262 h 10435941"/>
                  <a:gd name="connsiteX23" fmla="*/ 3199849 w 10476249"/>
                  <a:gd name="connsiteY23" fmla="*/ 1694317 h 10435941"/>
                  <a:gd name="connsiteX24" fmla="*/ 3499049 w 10476249"/>
                  <a:gd name="connsiteY24" fmla="*/ 1126281 h 10435941"/>
                  <a:gd name="connsiteX25" fmla="*/ 3449231 w 10476249"/>
                  <a:gd name="connsiteY25" fmla="*/ 752208 h 10435941"/>
                  <a:gd name="connsiteX26" fmla="*/ 3476940 w 10476249"/>
                  <a:gd name="connsiteY26" fmla="*/ 544390 h 10435941"/>
                  <a:gd name="connsiteX27" fmla="*/ 3809449 w 10476249"/>
                  <a:gd name="connsiteY27" fmla="*/ 184172 h 10435941"/>
                  <a:gd name="connsiteX28" fmla="*/ 4003413 w 10476249"/>
                  <a:gd name="connsiteY28" fmla="*/ 59481 h 10435941"/>
                  <a:gd name="connsiteX29" fmla="*/ 4419049 w 10476249"/>
                  <a:gd name="connsiteY29" fmla="*/ 295008 h 10435941"/>
                  <a:gd name="connsiteX30" fmla="*/ 4585304 w 10476249"/>
                  <a:gd name="connsiteY30" fmla="*/ 488972 h 10435941"/>
                  <a:gd name="connsiteX31" fmla="*/ 5056358 w 10476249"/>
                  <a:gd name="connsiteY31" fmla="*/ 544390 h 10435941"/>
                  <a:gd name="connsiteX32" fmla="*/ 5376782 w 10476249"/>
                  <a:gd name="connsiteY32" fmla="*/ 603639 h 10435941"/>
                  <a:gd name="connsiteX33" fmla="*/ 5554237 w 10476249"/>
                  <a:gd name="connsiteY33" fmla="*/ 588271 h 10435941"/>
                  <a:gd name="connsiteX34" fmla="*/ 5846067 w 10476249"/>
                  <a:gd name="connsiteY34" fmla="*/ 281153 h 10435941"/>
                  <a:gd name="connsiteX35" fmla="*/ 6109304 w 10476249"/>
                  <a:gd name="connsiteY35" fmla="*/ 322717 h 10435941"/>
                  <a:gd name="connsiteX36" fmla="*/ 6527495 w 10476249"/>
                  <a:gd name="connsiteY36" fmla="*/ 168233 h 10435941"/>
                  <a:gd name="connsiteX37" fmla="*/ 6667317 w 10476249"/>
                  <a:gd name="connsiteY37" fmla="*/ 107503 h 10435941"/>
                  <a:gd name="connsiteX38" fmla="*/ 6997273 w 10476249"/>
                  <a:gd name="connsiteY38" fmla="*/ 198026 h 10435941"/>
                  <a:gd name="connsiteX39" fmla="*/ 7217667 w 10476249"/>
                  <a:gd name="connsiteY39" fmla="*/ 17917 h 10435941"/>
                  <a:gd name="connsiteX40" fmla="*/ 7364702 w 10476249"/>
                  <a:gd name="connsiteY40" fmla="*/ 0 h 10435941"/>
                  <a:gd name="connsiteX41" fmla="*/ 7586454 w 10476249"/>
                  <a:gd name="connsiteY41" fmla="*/ 41248 h 10435941"/>
                  <a:gd name="connsiteX42" fmla="*/ 7896540 w 10476249"/>
                  <a:gd name="connsiteY42" fmla="*/ 128753 h 10435941"/>
                  <a:gd name="connsiteX43" fmla="*/ 8298322 w 10476249"/>
                  <a:gd name="connsiteY43" fmla="*/ 59481 h 10435941"/>
                  <a:gd name="connsiteX44" fmla="*/ 8632600 w 10476249"/>
                  <a:gd name="connsiteY44" fmla="*/ 396707 h 10435941"/>
                  <a:gd name="connsiteX45" fmla="*/ 8894067 w 10476249"/>
                  <a:gd name="connsiteY45" fmla="*/ 544390 h 10435941"/>
                  <a:gd name="connsiteX46" fmla="*/ 9132327 w 10476249"/>
                  <a:gd name="connsiteY46" fmla="*/ 420846 h 10435941"/>
                  <a:gd name="connsiteX47" fmla="*/ 9358560 w 10476249"/>
                  <a:gd name="connsiteY47" fmla="*/ 466363 h 10435941"/>
                  <a:gd name="connsiteX48" fmla="*/ 9503667 w 10476249"/>
                  <a:gd name="connsiteY48" fmla="*/ 367819 h 10435941"/>
                  <a:gd name="connsiteX49" fmla="*/ 9631896 w 10476249"/>
                  <a:gd name="connsiteY49" fmla="*/ 369587 h 10435941"/>
                  <a:gd name="connsiteX50" fmla="*/ 9988577 w 10476249"/>
                  <a:gd name="connsiteY50" fmla="*/ 793772 h 10435941"/>
                  <a:gd name="connsiteX51" fmla="*/ 10224104 w 10476249"/>
                  <a:gd name="connsiteY51" fmla="*/ 987735 h 10435941"/>
                  <a:gd name="connsiteX52" fmla="*/ 10210249 w 10476249"/>
                  <a:gd name="connsiteY52" fmla="*/ 1250972 h 10435941"/>
                  <a:gd name="connsiteX53" fmla="*/ 10224104 w 10476249"/>
                  <a:gd name="connsiteY53" fmla="*/ 1444935 h 10435941"/>
                  <a:gd name="connsiteX54" fmla="*/ 10228661 w 10476249"/>
                  <a:gd name="connsiteY54" fmla="*/ 1580249 h 10435941"/>
                  <a:gd name="connsiteX55" fmla="*/ 10476249 w 10476249"/>
                  <a:gd name="connsiteY55" fmla="*/ 1753897 h 10435941"/>
                  <a:gd name="connsiteX56" fmla="*/ 10063524 w 10476249"/>
                  <a:gd name="connsiteY56" fmla="*/ 2207269 h 10435941"/>
                  <a:gd name="connsiteX57" fmla="*/ 9766904 w 10476249"/>
                  <a:gd name="connsiteY57" fmla="*/ 2497881 h 10435941"/>
                  <a:gd name="connsiteX58" fmla="*/ 9565650 w 10476249"/>
                  <a:gd name="connsiteY58" fmla="*/ 3426134 h 10435941"/>
                  <a:gd name="connsiteX59" fmla="*/ 9518072 w 10476249"/>
                  <a:gd name="connsiteY59" fmla="*/ 3685207 h 10435941"/>
                  <a:gd name="connsiteX60" fmla="*/ 9351267 w 10476249"/>
                  <a:gd name="connsiteY60" fmla="*/ 3911044 h 10435941"/>
                  <a:gd name="connsiteX61" fmla="*/ 9295849 w 10476249"/>
                  <a:gd name="connsiteY61" fmla="*/ 4077299 h 10435941"/>
                  <a:gd name="connsiteX62" fmla="*/ 9222017 w 10476249"/>
                  <a:gd name="connsiteY62" fmla="*/ 4285117 h 10435941"/>
                  <a:gd name="connsiteX63" fmla="*/ 9190850 w 10476249"/>
                  <a:gd name="connsiteY63" fmla="*/ 4430122 h 10435941"/>
                  <a:gd name="connsiteX64" fmla="*/ 9323558 w 10476249"/>
                  <a:gd name="connsiteY64" fmla="*/ 4659190 h 10435941"/>
                  <a:gd name="connsiteX65" fmla="*/ 9367775 w 10476249"/>
                  <a:gd name="connsiteY65" fmla="*/ 4915057 h 10435941"/>
                  <a:gd name="connsiteX66" fmla="*/ 9383534 w 10476249"/>
                  <a:gd name="connsiteY66" fmla="*/ 5208060 h 10435941"/>
                  <a:gd name="connsiteX67" fmla="*/ 9368954 w 10476249"/>
                  <a:gd name="connsiteY67" fmla="*/ 5615153 h 10435941"/>
                  <a:gd name="connsiteX68" fmla="*/ 9504218 w 10476249"/>
                  <a:gd name="connsiteY68" fmla="*/ 5975373 h 10435941"/>
                  <a:gd name="connsiteX69" fmla="*/ 9526091 w 10476249"/>
                  <a:gd name="connsiteY69" fmla="*/ 6403714 h 10435941"/>
                  <a:gd name="connsiteX70" fmla="*/ 9919304 w 10476249"/>
                  <a:gd name="connsiteY70" fmla="*/ 6862062 h 10435941"/>
                  <a:gd name="connsiteX71" fmla="*/ 10037669 w 10476249"/>
                  <a:gd name="connsiteY71" fmla="*/ 7221396 h 10435941"/>
                  <a:gd name="connsiteX72" fmla="*/ 10218503 w 10476249"/>
                  <a:gd name="connsiteY72" fmla="*/ 7514995 h 10435941"/>
                  <a:gd name="connsiteX73" fmla="*/ 9656067 w 10476249"/>
                  <a:gd name="connsiteY73" fmla="*/ 7540935 h 10435941"/>
                  <a:gd name="connsiteX74" fmla="*/ 9159682 w 10476249"/>
                  <a:gd name="connsiteY74" fmla="*/ 7651772 h 10435941"/>
                  <a:gd name="connsiteX75" fmla="*/ 9114466 w 10476249"/>
                  <a:gd name="connsiteY75" fmla="*/ 7790317 h 10435941"/>
                  <a:gd name="connsiteX76" fmla="*/ 9004904 w 10476249"/>
                  <a:gd name="connsiteY76" fmla="*/ 7998135 h 10435941"/>
                  <a:gd name="connsiteX77" fmla="*/ 8919418 w 10476249"/>
                  <a:gd name="connsiteY77" fmla="*/ 8085908 h 10435941"/>
                  <a:gd name="connsiteX78" fmla="*/ 9022382 w 10476249"/>
                  <a:gd name="connsiteY78" fmla="*/ 8313437 h 10435941"/>
                  <a:gd name="connsiteX79" fmla="*/ 9013154 w 10476249"/>
                  <a:gd name="connsiteY79" fmla="*/ 8524608 h 10435941"/>
                  <a:gd name="connsiteX80" fmla="*/ 8979264 w 10476249"/>
                  <a:gd name="connsiteY80" fmla="*/ 8758113 h 10435941"/>
                  <a:gd name="connsiteX81" fmla="*/ 8977195 w 10476249"/>
                  <a:gd name="connsiteY81" fmla="*/ 8967953 h 10435941"/>
                  <a:gd name="connsiteX82" fmla="*/ 8880213 w 10476249"/>
                  <a:gd name="connsiteY82" fmla="*/ 9272753 h 10435941"/>
                  <a:gd name="connsiteX83" fmla="*/ 8907923 w 10476249"/>
                  <a:gd name="connsiteY83" fmla="*/ 9578490 h 10435941"/>
                  <a:gd name="connsiteX84" fmla="*/ 9124310 w 10476249"/>
                  <a:gd name="connsiteY84" fmla="*/ 9750056 h 10435941"/>
                  <a:gd name="connsiteX85" fmla="*/ 9217384 w 10476249"/>
                  <a:gd name="connsiteY85" fmla="*/ 9890275 h 10435941"/>
                  <a:gd name="connsiteX86" fmla="*/ 9448465 w 10476249"/>
                  <a:gd name="connsiteY86" fmla="*/ 9929452 h 10435941"/>
                  <a:gd name="connsiteX87" fmla="*/ 9457627 w 10476249"/>
                  <a:gd name="connsiteY87" fmla="*/ 9818955 h 10435941"/>
                  <a:gd name="connsiteX88" fmla="*/ 9606341 w 10476249"/>
                  <a:gd name="connsiteY88" fmla="*/ 9758904 h 10435941"/>
                  <a:gd name="connsiteX89" fmla="*/ 9617859 w 10476249"/>
                  <a:gd name="connsiteY89" fmla="*/ 10334695 h 10435941"/>
                  <a:gd name="connsiteX90" fmla="*/ 9490259 w 10476249"/>
                  <a:gd name="connsiteY90" fmla="*/ 10338313 h 10435941"/>
                  <a:gd name="connsiteX91" fmla="*/ 9314175 w 10476249"/>
                  <a:gd name="connsiteY91" fmla="*/ 10427202 h 10435941"/>
                  <a:gd name="connsiteX92" fmla="*/ 9189815 w 10476249"/>
                  <a:gd name="connsiteY92" fmla="*/ 10435941 h 10435941"/>
                  <a:gd name="connsiteX93" fmla="*/ 9050829 w 10476249"/>
                  <a:gd name="connsiteY93" fmla="*/ 10122103 h 10435941"/>
                  <a:gd name="connsiteX94" fmla="*/ 8939914 w 10476249"/>
                  <a:gd name="connsiteY94" fmla="*/ 10072174 h 10435941"/>
                  <a:gd name="connsiteX95" fmla="*/ 8778870 w 10476249"/>
                  <a:gd name="connsiteY95" fmla="*/ 9863725 h 10435941"/>
                  <a:gd name="connsiteX96" fmla="*/ 8465017 w 10476249"/>
                  <a:gd name="connsiteY96" fmla="*/ 9748287 h 10435941"/>
                  <a:gd name="connsiteX97" fmla="*/ 8345018 w 10476249"/>
                  <a:gd name="connsiteY97" fmla="*/ 9651431 h 10435941"/>
                  <a:gd name="connsiteX98" fmla="*/ 8270613 w 10476249"/>
                  <a:gd name="connsiteY98" fmla="*/ 9480572 h 10435941"/>
                  <a:gd name="connsiteX99" fmla="*/ 8229159 w 10476249"/>
                  <a:gd name="connsiteY99" fmla="*/ 9374254 h 10435941"/>
                  <a:gd name="connsiteX100" fmla="*/ 8132067 w 10476249"/>
                  <a:gd name="connsiteY100" fmla="*/ 9355881 h 10435941"/>
                  <a:gd name="connsiteX101" fmla="*/ 8076649 w 10476249"/>
                  <a:gd name="connsiteY101" fmla="*/ 9577553 h 10435941"/>
                  <a:gd name="connsiteX102" fmla="*/ 7933959 w 10476249"/>
                  <a:gd name="connsiteY102" fmla="*/ 9610939 h 10435941"/>
                  <a:gd name="connsiteX103" fmla="*/ 7580779 w 10476249"/>
                  <a:gd name="connsiteY103" fmla="*/ 9552340 h 10435941"/>
                  <a:gd name="connsiteX104" fmla="*/ 7442474 w 10476249"/>
                  <a:gd name="connsiteY104" fmla="*/ 9485198 h 10435941"/>
                  <a:gd name="connsiteX105" fmla="*/ 7250179 w 10476249"/>
                  <a:gd name="connsiteY105" fmla="*/ 9449904 h 10435941"/>
                  <a:gd name="connsiteX106" fmla="*/ 7156996 w 10476249"/>
                  <a:gd name="connsiteY106" fmla="*/ 9200180 h 10435941"/>
                  <a:gd name="connsiteX107" fmla="*/ 6940577 w 10476249"/>
                  <a:gd name="connsiteY107" fmla="*/ 9189626 h 10435941"/>
                  <a:gd name="connsiteX108" fmla="*/ 6659679 w 10476249"/>
                  <a:gd name="connsiteY108" fmla="*/ 9285034 h 10435941"/>
                  <a:gd name="connsiteX109" fmla="*/ 6664954 w 10476249"/>
                  <a:gd name="connsiteY109" fmla="*/ 9099745 h 10435941"/>
                  <a:gd name="connsiteX110" fmla="*/ 6538463 w 10476249"/>
                  <a:gd name="connsiteY110" fmla="*/ 9013951 h 10435941"/>
                  <a:gd name="connsiteX111" fmla="*/ 6414104 w 10476249"/>
                  <a:gd name="connsiteY111" fmla="*/ 8954099 h 10435941"/>
                  <a:gd name="connsiteX112" fmla="*/ 6311517 w 10476249"/>
                  <a:gd name="connsiteY112" fmla="*/ 9057307 h 10435941"/>
                  <a:gd name="connsiteX113" fmla="*/ 6153358 w 10476249"/>
                  <a:gd name="connsiteY113" fmla="*/ 8978227 h 10435941"/>
                  <a:gd name="connsiteX114" fmla="*/ 5987727 w 10476249"/>
                  <a:gd name="connsiteY114" fmla="*/ 9093734 h 10435941"/>
                  <a:gd name="connsiteX115" fmla="*/ 5721485 w 10476249"/>
                  <a:gd name="connsiteY115" fmla="*/ 9101726 h 10435941"/>
                  <a:gd name="connsiteX116" fmla="*/ 5660355 w 10476249"/>
                  <a:gd name="connsiteY116" fmla="*/ 9081904 h 10435941"/>
                  <a:gd name="connsiteX117" fmla="*/ 5493010 w 10476249"/>
                  <a:gd name="connsiteY117" fmla="*/ 9128137 h 10435941"/>
                  <a:gd name="connsiteX118" fmla="*/ 5491454 w 10476249"/>
                  <a:gd name="connsiteY118" fmla="*/ 8870972 h 10435941"/>
                  <a:gd name="connsiteX119" fmla="*/ 5491452 w 10476249"/>
                  <a:gd name="connsiteY119" fmla="*/ 8634977 h 10435941"/>
                  <a:gd name="connsiteX120" fmla="*/ 5275804 w 10476249"/>
                  <a:gd name="connsiteY120" fmla="*/ 8324085 h 10435941"/>
                  <a:gd name="connsiteX121" fmla="*/ 5215919 w 10476249"/>
                  <a:gd name="connsiteY121" fmla="*/ 8082820 h 10435941"/>
                  <a:gd name="connsiteX122" fmla="*/ 5302626 w 10476249"/>
                  <a:gd name="connsiteY122" fmla="*/ 7610208 h 10435941"/>
                  <a:gd name="connsiteX123" fmla="*/ 5186654 w 10476249"/>
                  <a:gd name="connsiteY123" fmla="*/ 7320352 h 10435941"/>
                  <a:gd name="connsiteX124" fmla="*/ 5236467 w 10476249"/>
                  <a:gd name="connsiteY124" fmla="*/ 7069881 h 10435941"/>
                  <a:gd name="connsiteX125" fmla="*/ 5240494 w 10476249"/>
                  <a:gd name="connsiteY125" fmla="*/ 6935795 h 10435941"/>
                  <a:gd name="connsiteX126" fmla="*/ 4563198 w 10476249"/>
                  <a:gd name="connsiteY126" fmla="*/ 7013996 h 10435941"/>
                  <a:gd name="connsiteX127" fmla="*/ 4546078 w 10476249"/>
                  <a:gd name="connsiteY127" fmla="*/ 6840580 h 10435941"/>
                  <a:gd name="connsiteX128" fmla="*/ 4482099 w 10476249"/>
                  <a:gd name="connsiteY128" fmla="*/ 6706626 h 10435941"/>
                  <a:gd name="connsiteX129" fmla="*/ 4312585 w 10476249"/>
                  <a:gd name="connsiteY129" fmla="*/ 6826329 h 10435941"/>
                  <a:gd name="connsiteX130" fmla="*/ 3996939 w 10476249"/>
                  <a:gd name="connsiteY130" fmla="*/ 6862493 h 10435941"/>
                  <a:gd name="connsiteX131" fmla="*/ 3961849 w 10476249"/>
                  <a:gd name="connsiteY131" fmla="*/ 7069881 h 10435941"/>
                  <a:gd name="connsiteX132" fmla="*/ 3918262 w 10476249"/>
                  <a:gd name="connsiteY132" fmla="*/ 7281279 h 10435941"/>
                  <a:gd name="connsiteX133" fmla="*/ 3869750 w 10476249"/>
                  <a:gd name="connsiteY133" fmla="*/ 7403480 h 10435941"/>
                  <a:gd name="connsiteX134" fmla="*/ 3558094 w 10476249"/>
                  <a:gd name="connsiteY134" fmla="*/ 7365450 h 10435941"/>
                  <a:gd name="connsiteX135" fmla="*/ 3296831 w 10476249"/>
                  <a:gd name="connsiteY135" fmla="*/ 7402390 h 10435941"/>
                  <a:gd name="connsiteX136" fmla="*/ 2911715 w 10476249"/>
                  <a:gd name="connsiteY136" fmla="*/ 7451307 h 10435941"/>
                  <a:gd name="connsiteX137" fmla="*/ 2733706 w 10476249"/>
                  <a:gd name="connsiteY137" fmla="*/ 7166777 h 10435941"/>
                  <a:gd name="connsiteX138" fmla="*/ 2571924 w 10476249"/>
                  <a:gd name="connsiteY138" fmla="*/ 6908102 h 10435941"/>
                  <a:gd name="connsiteX139" fmla="*/ 2391703 w 10476249"/>
                  <a:gd name="connsiteY139" fmla="*/ 6257406 h 10435941"/>
                  <a:gd name="connsiteX140" fmla="*/ 2313158 w 10476249"/>
                  <a:gd name="connsiteY140" fmla="*/ 6224753 h 10435941"/>
                  <a:gd name="connsiteX141" fmla="*/ 1648140 w 10476249"/>
                  <a:gd name="connsiteY141" fmla="*/ 6197044 h 10435941"/>
                  <a:gd name="connsiteX142" fmla="*/ 1218649 w 10476249"/>
                  <a:gd name="connsiteY142" fmla="*/ 6197044 h 10435941"/>
                  <a:gd name="connsiteX143" fmla="*/ 1025455 w 10476249"/>
                  <a:gd name="connsiteY143" fmla="*/ 6178798 h 10435941"/>
                  <a:gd name="connsiteX144" fmla="*/ 692177 w 10476249"/>
                  <a:gd name="connsiteY144" fmla="*/ 6210899 h 10435941"/>
                  <a:gd name="connsiteX145" fmla="*/ 368390 w 10476249"/>
                  <a:gd name="connsiteY145" fmla="*/ 6137320 h 10435941"/>
                  <a:gd name="connsiteX146" fmla="*/ 132975 w 10476249"/>
                  <a:gd name="connsiteY146" fmla="*/ 6294321 h 10435941"/>
                  <a:gd name="connsiteX147" fmla="*/ 0 w 10476249"/>
                  <a:gd name="connsiteY147"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169664 w 10476249"/>
                  <a:gd name="connsiteY8" fmla="*/ 5366848 h 10435941"/>
                  <a:gd name="connsiteX9" fmla="*/ 1142175 w 10476249"/>
                  <a:gd name="connsiteY9" fmla="*/ 5610864 h 10435941"/>
                  <a:gd name="connsiteX10" fmla="*/ 1254907 w 10476249"/>
                  <a:gd name="connsiteY10" fmla="*/ 5679710 h 10435941"/>
                  <a:gd name="connsiteX11" fmla="*/ 1513294 w 10476249"/>
                  <a:gd name="connsiteY11" fmla="*/ 5540884 h 10435941"/>
                  <a:gd name="connsiteX12" fmla="*/ 1717413 w 10476249"/>
                  <a:gd name="connsiteY12" fmla="*/ 5296499 h 10435941"/>
                  <a:gd name="connsiteX13" fmla="*/ 2008358 w 10476249"/>
                  <a:gd name="connsiteY13" fmla="*/ 5060972 h 10435941"/>
                  <a:gd name="connsiteX14" fmla="*/ 2105340 w 10476249"/>
                  <a:gd name="connsiteY14" fmla="*/ 4631481 h 10435941"/>
                  <a:gd name="connsiteX15" fmla="*/ 2158106 w 10476249"/>
                  <a:gd name="connsiteY15" fmla="*/ 4164848 h 10435941"/>
                  <a:gd name="connsiteX16" fmla="*/ 2340867 w 10476249"/>
                  <a:gd name="connsiteY16" fmla="*/ 3855626 h 10435941"/>
                  <a:gd name="connsiteX17" fmla="*/ 2738092 w 10476249"/>
                  <a:gd name="connsiteY17" fmla="*/ 3475092 h 10435941"/>
                  <a:gd name="connsiteX18" fmla="*/ 2964322 w 10476249"/>
                  <a:gd name="connsiteY18" fmla="*/ 3259881 h 10435941"/>
                  <a:gd name="connsiteX19" fmla="*/ 2992031 w 10476249"/>
                  <a:gd name="connsiteY19" fmla="*/ 2816535 h 10435941"/>
                  <a:gd name="connsiteX20" fmla="*/ 3061304 w 10476249"/>
                  <a:gd name="connsiteY20" fmla="*/ 2525590 h 10435941"/>
                  <a:gd name="connsiteX21" fmla="*/ 3061304 w 10476249"/>
                  <a:gd name="connsiteY21" fmla="*/ 2317772 h 10435941"/>
                  <a:gd name="connsiteX22" fmla="*/ 3199849 w 10476249"/>
                  <a:gd name="connsiteY22" fmla="*/ 1985262 h 10435941"/>
                  <a:gd name="connsiteX23" fmla="*/ 3199849 w 10476249"/>
                  <a:gd name="connsiteY23" fmla="*/ 1694317 h 10435941"/>
                  <a:gd name="connsiteX24" fmla="*/ 3471561 w 10476249"/>
                  <a:gd name="connsiteY24" fmla="*/ 1126281 h 10435941"/>
                  <a:gd name="connsiteX25" fmla="*/ 3449231 w 10476249"/>
                  <a:gd name="connsiteY25" fmla="*/ 752208 h 10435941"/>
                  <a:gd name="connsiteX26" fmla="*/ 3476940 w 10476249"/>
                  <a:gd name="connsiteY26" fmla="*/ 544390 h 10435941"/>
                  <a:gd name="connsiteX27" fmla="*/ 3809449 w 10476249"/>
                  <a:gd name="connsiteY27" fmla="*/ 184172 h 10435941"/>
                  <a:gd name="connsiteX28" fmla="*/ 4003413 w 10476249"/>
                  <a:gd name="connsiteY28" fmla="*/ 59481 h 10435941"/>
                  <a:gd name="connsiteX29" fmla="*/ 4419049 w 10476249"/>
                  <a:gd name="connsiteY29" fmla="*/ 295008 h 10435941"/>
                  <a:gd name="connsiteX30" fmla="*/ 4585304 w 10476249"/>
                  <a:gd name="connsiteY30" fmla="*/ 488972 h 10435941"/>
                  <a:gd name="connsiteX31" fmla="*/ 5056358 w 10476249"/>
                  <a:gd name="connsiteY31" fmla="*/ 544390 h 10435941"/>
                  <a:gd name="connsiteX32" fmla="*/ 5376782 w 10476249"/>
                  <a:gd name="connsiteY32" fmla="*/ 603639 h 10435941"/>
                  <a:gd name="connsiteX33" fmla="*/ 5554237 w 10476249"/>
                  <a:gd name="connsiteY33" fmla="*/ 588271 h 10435941"/>
                  <a:gd name="connsiteX34" fmla="*/ 5846067 w 10476249"/>
                  <a:gd name="connsiteY34" fmla="*/ 281153 h 10435941"/>
                  <a:gd name="connsiteX35" fmla="*/ 6109304 w 10476249"/>
                  <a:gd name="connsiteY35" fmla="*/ 322717 h 10435941"/>
                  <a:gd name="connsiteX36" fmla="*/ 6527495 w 10476249"/>
                  <a:gd name="connsiteY36" fmla="*/ 168233 h 10435941"/>
                  <a:gd name="connsiteX37" fmla="*/ 6667317 w 10476249"/>
                  <a:gd name="connsiteY37" fmla="*/ 107503 h 10435941"/>
                  <a:gd name="connsiteX38" fmla="*/ 6997273 w 10476249"/>
                  <a:gd name="connsiteY38" fmla="*/ 198026 h 10435941"/>
                  <a:gd name="connsiteX39" fmla="*/ 7217667 w 10476249"/>
                  <a:gd name="connsiteY39" fmla="*/ 17917 h 10435941"/>
                  <a:gd name="connsiteX40" fmla="*/ 7364702 w 10476249"/>
                  <a:gd name="connsiteY40" fmla="*/ 0 h 10435941"/>
                  <a:gd name="connsiteX41" fmla="*/ 7586454 w 10476249"/>
                  <a:gd name="connsiteY41" fmla="*/ 41248 h 10435941"/>
                  <a:gd name="connsiteX42" fmla="*/ 7896540 w 10476249"/>
                  <a:gd name="connsiteY42" fmla="*/ 128753 h 10435941"/>
                  <a:gd name="connsiteX43" fmla="*/ 8298322 w 10476249"/>
                  <a:gd name="connsiteY43" fmla="*/ 59481 h 10435941"/>
                  <a:gd name="connsiteX44" fmla="*/ 8632600 w 10476249"/>
                  <a:gd name="connsiteY44" fmla="*/ 396707 h 10435941"/>
                  <a:gd name="connsiteX45" fmla="*/ 8894067 w 10476249"/>
                  <a:gd name="connsiteY45" fmla="*/ 544390 h 10435941"/>
                  <a:gd name="connsiteX46" fmla="*/ 9132327 w 10476249"/>
                  <a:gd name="connsiteY46" fmla="*/ 420846 h 10435941"/>
                  <a:gd name="connsiteX47" fmla="*/ 9358560 w 10476249"/>
                  <a:gd name="connsiteY47" fmla="*/ 466363 h 10435941"/>
                  <a:gd name="connsiteX48" fmla="*/ 9503667 w 10476249"/>
                  <a:gd name="connsiteY48" fmla="*/ 367819 h 10435941"/>
                  <a:gd name="connsiteX49" fmla="*/ 9631896 w 10476249"/>
                  <a:gd name="connsiteY49" fmla="*/ 369587 h 10435941"/>
                  <a:gd name="connsiteX50" fmla="*/ 9988577 w 10476249"/>
                  <a:gd name="connsiteY50" fmla="*/ 793772 h 10435941"/>
                  <a:gd name="connsiteX51" fmla="*/ 10224104 w 10476249"/>
                  <a:gd name="connsiteY51" fmla="*/ 987735 h 10435941"/>
                  <a:gd name="connsiteX52" fmla="*/ 10210249 w 10476249"/>
                  <a:gd name="connsiteY52" fmla="*/ 1250972 h 10435941"/>
                  <a:gd name="connsiteX53" fmla="*/ 10224104 w 10476249"/>
                  <a:gd name="connsiteY53" fmla="*/ 1444935 h 10435941"/>
                  <a:gd name="connsiteX54" fmla="*/ 10228661 w 10476249"/>
                  <a:gd name="connsiteY54" fmla="*/ 1580249 h 10435941"/>
                  <a:gd name="connsiteX55" fmla="*/ 10476249 w 10476249"/>
                  <a:gd name="connsiteY55" fmla="*/ 1753897 h 10435941"/>
                  <a:gd name="connsiteX56" fmla="*/ 10063524 w 10476249"/>
                  <a:gd name="connsiteY56" fmla="*/ 2207269 h 10435941"/>
                  <a:gd name="connsiteX57" fmla="*/ 9766904 w 10476249"/>
                  <a:gd name="connsiteY57" fmla="*/ 2497881 h 10435941"/>
                  <a:gd name="connsiteX58" fmla="*/ 9565650 w 10476249"/>
                  <a:gd name="connsiteY58" fmla="*/ 3426134 h 10435941"/>
                  <a:gd name="connsiteX59" fmla="*/ 9518072 w 10476249"/>
                  <a:gd name="connsiteY59" fmla="*/ 3685207 h 10435941"/>
                  <a:gd name="connsiteX60" fmla="*/ 9351267 w 10476249"/>
                  <a:gd name="connsiteY60" fmla="*/ 3911044 h 10435941"/>
                  <a:gd name="connsiteX61" fmla="*/ 9295849 w 10476249"/>
                  <a:gd name="connsiteY61" fmla="*/ 4077299 h 10435941"/>
                  <a:gd name="connsiteX62" fmla="*/ 9222017 w 10476249"/>
                  <a:gd name="connsiteY62" fmla="*/ 4285117 h 10435941"/>
                  <a:gd name="connsiteX63" fmla="*/ 9190850 w 10476249"/>
                  <a:gd name="connsiteY63" fmla="*/ 4430122 h 10435941"/>
                  <a:gd name="connsiteX64" fmla="*/ 9323558 w 10476249"/>
                  <a:gd name="connsiteY64" fmla="*/ 4659190 h 10435941"/>
                  <a:gd name="connsiteX65" fmla="*/ 9367775 w 10476249"/>
                  <a:gd name="connsiteY65" fmla="*/ 4915057 h 10435941"/>
                  <a:gd name="connsiteX66" fmla="*/ 9383534 w 10476249"/>
                  <a:gd name="connsiteY66" fmla="*/ 5208060 h 10435941"/>
                  <a:gd name="connsiteX67" fmla="*/ 9368954 w 10476249"/>
                  <a:gd name="connsiteY67" fmla="*/ 5615153 h 10435941"/>
                  <a:gd name="connsiteX68" fmla="*/ 9504218 w 10476249"/>
                  <a:gd name="connsiteY68" fmla="*/ 5975373 h 10435941"/>
                  <a:gd name="connsiteX69" fmla="*/ 9526091 w 10476249"/>
                  <a:gd name="connsiteY69" fmla="*/ 6403714 h 10435941"/>
                  <a:gd name="connsiteX70" fmla="*/ 9919304 w 10476249"/>
                  <a:gd name="connsiteY70" fmla="*/ 6862062 h 10435941"/>
                  <a:gd name="connsiteX71" fmla="*/ 10037669 w 10476249"/>
                  <a:gd name="connsiteY71" fmla="*/ 7221396 h 10435941"/>
                  <a:gd name="connsiteX72" fmla="*/ 10218503 w 10476249"/>
                  <a:gd name="connsiteY72" fmla="*/ 7514995 h 10435941"/>
                  <a:gd name="connsiteX73" fmla="*/ 9656067 w 10476249"/>
                  <a:gd name="connsiteY73" fmla="*/ 7540935 h 10435941"/>
                  <a:gd name="connsiteX74" fmla="*/ 9159682 w 10476249"/>
                  <a:gd name="connsiteY74" fmla="*/ 7651772 h 10435941"/>
                  <a:gd name="connsiteX75" fmla="*/ 9114466 w 10476249"/>
                  <a:gd name="connsiteY75" fmla="*/ 7790317 h 10435941"/>
                  <a:gd name="connsiteX76" fmla="*/ 9004904 w 10476249"/>
                  <a:gd name="connsiteY76" fmla="*/ 7998135 h 10435941"/>
                  <a:gd name="connsiteX77" fmla="*/ 8919418 w 10476249"/>
                  <a:gd name="connsiteY77" fmla="*/ 8085908 h 10435941"/>
                  <a:gd name="connsiteX78" fmla="*/ 9022382 w 10476249"/>
                  <a:gd name="connsiteY78" fmla="*/ 8313437 h 10435941"/>
                  <a:gd name="connsiteX79" fmla="*/ 9013154 w 10476249"/>
                  <a:gd name="connsiteY79" fmla="*/ 8524608 h 10435941"/>
                  <a:gd name="connsiteX80" fmla="*/ 8979264 w 10476249"/>
                  <a:gd name="connsiteY80" fmla="*/ 8758113 h 10435941"/>
                  <a:gd name="connsiteX81" fmla="*/ 8977195 w 10476249"/>
                  <a:gd name="connsiteY81" fmla="*/ 8967953 h 10435941"/>
                  <a:gd name="connsiteX82" fmla="*/ 8880213 w 10476249"/>
                  <a:gd name="connsiteY82" fmla="*/ 9272753 h 10435941"/>
                  <a:gd name="connsiteX83" fmla="*/ 8907923 w 10476249"/>
                  <a:gd name="connsiteY83" fmla="*/ 9578490 h 10435941"/>
                  <a:gd name="connsiteX84" fmla="*/ 9124310 w 10476249"/>
                  <a:gd name="connsiteY84" fmla="*/ 9750056 h 10435941"/>
                  <a:gd name="connsiteX85" fmla="*/ 9217384 w 10476249"/>
                  <a:gd name="connsiteY85" fmla="*/ 9890275 h 10435941"/>
                  <a:gd name="connsiteX86" fmla="*/ 9448465 w 10476249"/>
                  <a:gd name="connsiteY86" fmla="*/ 9929452 h 10435941"/>
                  <a:gd name="connsiteX87" fmla="*/ 9457627 w 10476249"/>
                  <a:gd name="connsiteY87" fmla="*/ 9818955 h 10435941"/>
                  <a:gd name="connsiteX88" fmla="*/ 9606341 w 10476249"/>
                  <a:gd name="connsiteY88" fmla="*/ 9758904 h 10435941"/>
                  <a:gd name="connsiteX89" fmla="*/ 9617859 w 10476249"/>
                  <a:gd name="connsiteY89" fmla="*/ 10334695 h 10435941"/>
                  <a:gd name="connsiteX90" fmla="*/ 9490259 w 10476249"/>
                  <a:gd name="connsiteY90" fmla="*/ 10338313 h 10435941"/>
                  <a:gd name="connsiteX91" fmla="*/ 9314175 w 10476249"/>
                  <a:gd name="connsiteY91" fmla="*/ 10427202 h 10435941"/>
                  <a:gd name="connsiteX92" fmla="*/ 9189815 w 10476249"/>
                  <a:gd name="connsiteY92" fmla="*/ 10435941 h 10435941"/>
                  <a:gd name="connsiteX93" fmla="*/ 9050829 w 10476249"/>
                  <a:gd name="connsiteY93" fmla="*/ 10122103 h 10435941"/>
                  <a:gd name="connsiteX94" fmla="*/ 8939914 w 10476249"/>
                  <a:gd name="connsiteY94" fmla="*/ 10072174 h 10435941"/>
                  <a:gd name="connsiteX95" fmla="*/ 8778870 w 10476249"/>
                  <a:gd name="connsiteY95" fmla="*/ 9863725 h 10435941"/>
                  <a:gd name="connsiteX96" fmla="*/ 8465017 w 10476249"/>
                  <a:gd name="connsiteY96" fmla="*/ 9748287 h 10435941"/>
                  <a:gd name="connsiteX97" fmla="*/ 8345018 w 10476249"/>
                  <a:gd name="connsiteY97" fmla="*/ 9651431 h 10435941"/>
                  <a:gd name="connsiteX98" fmla="*/ 8270613 w 10476249"/>
                  <a:gd name="connsiteY98" fmla="*/ 9480572 h 10435941"/>
                  <a:gd name="connsiteX99" fmla="*/ 8229159 w 10476249"/>
                  <a:gd name="connsiteY99" fmla="*/ 9374254 h 10435941"/>
                  <a:gd name="connsiteX100" fmla="*/ 8132067 w 10476249"/>
                  <a:gd name="connsiteY100" fmla="*/ 9355881 h 10435941"/>
                  <a:gd name="connsiteX101" fmla="*/ 8076649 w 10476249"/>
                  <a:gd name="connsiteY101" fmla="*/ 9577553 h 10435941"/>
                  <a:gd name="connsiteX102" fmla="*/ 7933959 w 10476249"/>
                  <a:gd name="connsiteY102" fmla="*/ 9610939 h 10435941"/>
                  <a:gd name="connsiteX103" fmla="*/ 7580779 w 10476249"/>
                  <a:gd name="connsiteY103" fmla="*/ 9552340 h 10435941"/>
                  <a:gd name="connsiteX104" fmla="*/ 7442474 w 10476249"/>
                  <a:gd name="connsiteY104" fmla="*/ 9485198 h 10435941"/>
                  <a:gd name="connsiteX105" fmla="*/ 7250179 w 10476249"/>
                  <a:gd name="connsiteY105" fmla="*/ 9449904 h 10435941"/>
                  <a:gd name="connsiteX106" fmla="*/ 7156996 w 10476249"/>
                  <a:gd name="connsiteY106" fmla="*/ 9200180 h 10435941"/>
                  <a:gd name="connsiteX107" fmla="*/ 6940577 w 10476249"/>
                  <a:gd name="connsiteY107" fmla="*/ 9189626 h 10435941"/>
                  <a:gd name="connsiteX108" fmla="*/ 6659679 w 10476249"/>
                  <a:gd name="connsiteY108" fmla="*/ 9285034 h 10435941"/>
                  <a:gd name="connsiteX109" fmla="*/ 6664954 w 10476249"/>
                  <a:gd name="connsiteY109" fmla="*/ 9099745 h 10435941"/>
                  <a:gd name="connsiteX110" fmla="*/ 6538463 w 10476249"/>
                  <a:gd name="connsiteY110" fmla="*/ 9013951 h 10435941"/>
                  <a:gd name="connsiteX111" fmla="*/ 6414104 w 10476249"/>
                  <a:gd name="connsiteY111" fmla="*/ 8954099 h 10435941"/>
                  <a:gd name="connsiteX112" fmla="*/ 6311517 w 10476249"/>
                  <a:gd name="connsiteY112" fmla="*/ 9057307 h 10435941"/>
                  <a:gd name="connsiteX113" fmla="*/ 6153358 w 10476249"/>
                  <a:gd name="connsiteY113" fmla="*/ 8978227 h 10435941"/>
                  <a:gd name="connsiteX114" fmla="*/ 5987727 w 10476249"/>
                  <a:gd name="connsiteY114" fmla="*/ 9093734 h 10435941"/>
                  <a:gd name="connsiteX115" fmla="*/ 5721485 w 10476249"/>
                  <a:gd name="connsiteY115" fmla="*/ 9101726 h 10435941"/>
                  <a:gd name="connsiteX116" fmla="*/ 5660355 w 10476249"/>
                  <a:gd name="connsiteY116" fmla="*/ 9081904 h 10435941"/>
                  <a:gd name="connsiteX117" fmla="*/ 5493010 w 10476249"/>
                  <a:gd name="connsiteY117" fmla="*/ 9128137 h 10435941"/>
                  <a:gd name="connsiteX118" fmla="*/ 5491454 w 10476249"/>
                  <a:gd name="connsiteY118" fmla="*/ 8870972 h 10435941"/>
                  <a:gd name="connsiteX119" fmla="*/ 5491452 w 10476249"/>
                  <a:gd name="connsiteY119" fmla="*/ 8634977 h 10435941"/>
                  <a:gd name="connsiteX120" fmla="*/ 5275804 w 10476249"/>
                  <a:gd name="connsiteY120" fmla="*/ 8324085 h 10435941"/>
                  <a:gd name="connsiteX121" fmla="*/ 5215919 w 10476249"/>
                  <a:gd name="connsiteY121" fmla="*/ 8082820 h 10435941"/>
                  <a:gd name="connsiteX122" fmla="*/ 5302626 w 10476249"/>
                  <a:gd name="connsiteY122" fmla="*/ 7610208 h 10435941"/>
                  <a:gd name="connsiteX123" fmla="*/ 5186654 w 10476249"/>
                  <a:gd name="connsiteY123" fmla="*/ 7320352 h 10435941"/>
                  <a:gd name="connsiteX124" fmla="*/ 5236467 w 10476249"/>
                  <a:gd name="connsiteY124" fmla="*/ 7069881 h 10435941"/>
                  <a:gd name="connsiteX125" fmla="*/ 5240494 w 10476249"/>
                  <a:gd name="connsiteY125" fmla="*/ 6935795 h 10435941"/>
                  <a:gd name="connsiteX126" fmla="*/ 4563198 w 10476249"/>
                  <a:gd name="connsiteY126" fmla="*/ 7013996 h 10435941"/>
                  <a:gd name="connsiteX127" fmla="*/ 4546078 w 10476249"/>
                  <a:gd name="connsiteY127" fmla="*/ 6840580 h 10435941"/>
                  <a:gd name="connsiteX128" fmla="*/ 4482099 w 10476249"/>
                  <a:gd name="connsiteY128" fmla="*/ 6706626 h 10435941"/>
                  <a:gd name="connsiteX129" fmla="*/ 4312585 w 10476249"/>
                  <a:gd name="connsiteY129" fmla="*/ 6826329 h 10435941"/>
                  <a:gd name="connsiteX130" fmla="*/ 3996939 w 10476249"/>
                  <a:gd name="connsiteY130" fmla="*/ 6862493 h 10435941"/>
                  <a:gd name="connsiteX131" fmla="*/ 3961849 w 10476249"/>
                  <a:gd name="connsiteY131" fmla="*/ 7069881 h 10435941"/>
                  <a:gd name="connsiteX132" fmla="*/ 3918262 w 10476249"/>
                  <a:gd name="connsiteY132" fmla="*/ 7281279 h 10435941"/>
                  <a:gd name="connsiteX133" fmla="*/ 3869750 w 10476249"/>
                  <a:gd name="connsiteY133" fmla="*/ 7403480 h 10435941"/>
                  <a:gd name="connsiteX134" fmla="*/ 3558094 w 10476249"/>
                  <a:gd name="connsiteY134" fmla="*/ 7365450 h 10435941"/>
                  <a:gd name="connsiteX135" fmla="*/ 3296831 w 10476249"/>
                  <a:gd name="connsiteY135" fmla="*/ 7402390 h 10435941"/>
                  <a:gd name="connsiteX136" fmla="*/ 2911715 w 10476249"/>
                  <a:gd name="connsiteY136" fmla="*/ 7451307 h 10435941"/>
                  <a:gd name="connsiteX137" fmla="*/ 2733706 w 10476249"/>
                  <a:gd name="connsiteY137" fmla="*/ 7166777 h 10435941"/>
                  <a:gd name="connsiteX138" fmla="*/ 2571924 w 10476249"/>
                  <a:gd name="connsiteY138" fmla="*/ 6908102 h 10435941"/>
                  <a:gd name="connsiteX139" fmla="*/ 2391703 w 10476249"/>
                  <a:gd name="connsiteY139" fmla="*/ 6257406 h 10435941"/>
                  <a:gd name="connsiteX140" fmla="*/ 2313158 w 10476249"/>
                  <a:gd name="connsiteY140" fmla="*/ 6224753 h 10435941"/>
                  <a:gd name="connsiteX141" fmla="*/ 1648140 w 10476249"/>
                  <a:gd name="connsiteY141" fmla="*/ 6197044 h 10435941"/>
                  <a:gd name="connsiteX142" fmla="*/ 1218649 w 10476249"/>
                  <a:gd name="connsiteY142" fmla="*/ 6197044 h 10435941"/>
                  <a:gd name="connsiteX143" fmla="*/ 1025455 w 10476249"/>
                  <a:gd name="connsiteY143" fmla="*/ 6178798 h 10435941"/>
                  <a:gd name="connsiteX144" fmla="*/ 692177 w 10476249"/>
                  <a:gd name="connsiteY144" fmla="*/ 6210899 h 10435941"/>
                  <a:gd name="connsiteX145" fmla="*/ 368390 w 10476249"/>
                  <a:gd name="connsiteY145" fmla="*/ 6137320 h 10435941"/>
                  <a:gd name="connsiteX146" fmla="*/ 132975 w 10476249"/>
                  <a:gd name="connsiteY146" fmla="*/ 6294321 h 10435941"/>
                  <a:gd name="connsiteX147" fmla="*/ 0 w 10476249"/>
                  <a:gd name="connsiteY147"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169664 w 10476249"/>
                  <a:gd name="connsiteY8" fmla="*/ 5366848 h 10435941"/>
                  <a:gd name="connsiteX9" fmla="*/ 1142175 w 10476249"/>
                  <a:gd name="connsiteY9" fmla="*/ 5610864 h 10435941"/>
                  <a:gd name="connsiteX10" fmla="*/ 1254907 w 10476249"/>
                  <a:gd name="connsiteY10" fmla="*/ 5679710 h 10435941"/>
                  <a:gd name="connsiteX11" fmla="*/ 1513294 w 10476249"/>
                  <a:gd name="connsiteY11" fmla="*/ 5540884 h 10435941"/>
                  <a:gd name="connsiteX12" fmla="*/ 1717413 w 10476249"/>
                  <a:gd name="connsiteY12" fmla="*/ 5296499 h 10435941"/>
                  <a:gd name="connsiteX13" fmla="*/ 2008358 w 10476249"/>
                  <a:gd name="connsiteY13" fmla="*/ 5060972 h 10435941"/>
                  <a:gd name="connsiteX14" fmla="*/ 2105340 w 10476249"/>
                  <a:gd name="connsiteY14" fmla="*/ 4631481 h 10435941"/>
                  <a:gd name="connsiteX15" fmla="*/ 2158106 w 10476249"/>
                  <a:gd name="connsiteY15" fmla="*/ 4164848 h 10435941"/>
                  <a:gd name="connsiteX16" fmla="*/ 2340867 w 10476249"/>
                  <a:gd name="connsiteY16" fmla="*/ 3855626 h 10435941"/>
                  <a:gd name="connsiteX17" fmla="*/ 2738092 w 10476249"/>
                  <a:gd name="connsiteY17" fmla="*/ 3475092 h 10435941"/>
                  <a:gd name="connsiteX18" fmla="*/ 2964322 w 10476249"/>
                  <a:gd name="connsiteY18" fmla="*/ 3259881 h 10435941"/>
                  <a:gd name="connsiteX19" fmla="*/ 2992031 w 10476249"/>
                  <a:gd name="connsiteY19" fmla="*/ 2816535 h 10435941"/>
                  <a:gd name="connsiteX20" fmla="*/ 3061304 w 10476249"/>
                  <a:gd name="connsiteY20" fmla="*/ 2525590 h 10435941"/>
                  <a:gd name="connsiteX21" fmla="*/ 3061304 w 10476249"/>
                  <a:gd name="connsiteY21" fmla="*/ 2317772 h 10435941"/>
                  <a:gd name="connsiteX22" fmla="*/ 3199849 w 10476249"/>
                  <a:gd name="connsiteY22" fmla="*/ 1985262 h 10435941"/>
                  <a:gd name="connsiteX23" fmla="*/ 3199849 w 10476249"/>
                  <a:gd name="connsiteY23" fmla="*/ 1694317 h 10435941"/>
                  <a:gd name="connsiteX24" fmla="*/ 3471561 w 10476249"/>
                  <a:gd name="connsiteY24" fmla="*/ 1126281 h 10435941"/>
                  <a:gd name="connsiteX25" fmla="*/ 3449231 w 10476249"/>
                  <a:gd name="connsiteY25" fmla="*/ 752208 h 10435941"/>
                  <a:gd name="connsiteX26" fmla="*/ 3476940 w 10476249"/>
                  <a:gd name="connsiteY26" fmla="*/ 544390 h 10435941"/>
                  <a:gd name="connsiteX27" fmla="*/ 3809449 w 10476249"/>
                  <a:gd name="connsiteY27" fmla="*/ 184172 h 10435941"/>
                  <a:gd name="connsiteX28" fmla="*/ 4003413 w 10476249"/>
                  <a:gd name="connsiteY28" fmla="*/ 59481 h 10435941"/>
                  <a:gd name="connsiteX29" fmla="*/ 4419049 w 10476249"/>
                  <a:gd name="connsiteY29" fmla="*/ 295008 h 10435941"/>
                  <a:gd name="connsiteX30" fmla="*/ 4585304 w 10476249"/>
                  <a:gd name="connsiteY30" fmla="*/ 488972 h 10435941"/>
                  <a:gd name="connsiteX31" fmla="*/ 5056358 w 10476249"/>
                  <a:gd name="connsiteY31" fmla="*/ 544390 h 10435941"/>
                  <a:gd name="connsiteX32" fmla="*/ 5376782 w 10476249"/>
                  <a:gd name="connsiteY32" fmla="*/ 603639 h 10435941"/>
                  <a:gd name="connsiteX33" fmla="*/ 5554237 w 10476249"/>
                  <a:gd name="connsiteY33" fmla="*/ 588271 h 10435941"/>
                  <a:gd name="connsiteX34" fmla="*/ 5846067 w 10476249"/>
                  <a:gd name="connsiteY34" fmla="*/ 281153 h 10435941"/>
                  <a:gd name="connsiteX35" fmla="*/ 6109304 w 10476249"/>
                  <a:gd name="connsiteY35" fmla="*/ 322717 h 10435941"/>
                  <a:gd name="connsiteX36" fmla="*/ 6527495 w 10476249"/>
                  <a:gd name="connsiteY36" fmla="*/ 168233 h 10435941"/>
                  <a:gd name="connsiteX37" fmla="*/ 6667317 w 10476249"/>
                  <a:gd name="connsiteY37" fmla="*/ 107503 h 10435941"/>
                  <a:gd name="connsiteX38" fmla="*/ 6997273 w 10476249"/>
                  <a:gd name="connsiteY38" fmla="*/ 198026 h 10435941"/>
                  <a:gd name="connsiteX39" fmla="*/ 7217667 w 10476249"/>
                  <a:gd name="connsiteY39" fmla="*/ 17917 h 10435941"/>
                  <a:gd name="connsiteX40" fmla="*/ 7364702 w 10476249"/>
                  <a:gd name="connsiteY40" fmla="*/ 0 h 10435941"/>
                  <a:gd name="connsiteX41" fmla="*/ 7586454 w 10476249"/>
                  <a:gd name="connsiteY41" fmla="*/ 41248 h 10435941"/>
                  <a:gd name="connsiteX42" fmla="*/ 7896540 w 10476249"/>
                  <a:gd name="connsiteY42" fmla="*/ 128753 h 10435941"/>
                  <a:gd name="connsiteX43" fmla="*/ 8298322 w 10476249"/>
                  <a:gd name="connsiteY43" fmla="*/ 59481 h 10435941"/>
                  <a:gd name="connsiteX44" fmla="*/ 8632600 w 10476249"/>
                  <a:gd name="connsiteY44" fmla="*/ 396707 h 10435941"/>
                  <a:gd name="connsiteX45" fmla="*/ 8894067 w 10476249"/>
                  <a:gd name="connsiteY45" fmla="*/ 544390 h 10435941"/>
                  <a:gd name="connsiteX46" fmla="*/ 9132327 w 10476249"/>
                  <a:gd name="connsiteY46" fmla="*/ 420846 h 10435941"/>
                  <a:gd name="connsiteX47" fmla="*/ 9358560 w 10476249"/>
                  <a:gd name="connsiteY47" fmla="*/ 466363 h 10435941"/>
                  <a:gd name="connsiteX48" fmla="*/ 9503667 w 10476249"/>
                  <a:gd name="connsiteY48" fmla="*/ 367819 h 10435941"/>
                  <a:gd name="connsiteX49" fmla="*/ 9631896 w 10476249"/>
                  <a:gd name="connsiteY49" fmla="*/ 369587 h 10435941"/>
                  <a:gd name="connsiteX50" fmla="*/ 9988577 w 10476249"/>
                  <a:gd name="connsiteY50" fmla="*/ 793772 h 10435941"/>
                  <a:gd name="connsiteX51" fmla="*/ 10154017 w 10476249"/>
                  <a:gd name="connsiteY51" fmla="*/ 928557 h 10435941"/>
                  <a:gd name="connsiteX52" fmla="*/ 10224104 w 10476249"/>
                  <a:gd name="connsiteY52" fmla="*/ 987735 h 10435941"/>
                  <a:gd name="connsiteX53" fmla="*/ 10210249 w 10476249"/>
                  <a:gd name="connsiteY53" fmla="*/ 1250972 h 10435941"/>
                  <a:gd name="connsiteX54" fmla="*/ 10224104 w 10476249"/>
                  <a:gd name="connsiteY54" fmla="*/ 1444935 h 10435941"/>
                  <a:gd name="connsiteX55" fmla="*/ 10228661 w 10476249"/>
                  <a:gd name="connsiteY55" fmla="*/ 1580249 h 10435941"/>
                  <a:gd name="connsiteX56" fmla="*/ 10476249 w 10476249"/>
                  <a:gd name="connsiteY56" fmla="*/ 1753897 h 10435941"/>
                  <a:gd name="connsiteX57" fmla="*/ 10063524 w 10476249"/>
                  <a:gd name="connsiteY57" fmla="*/ 2207269 h 10435941"/>
                  <a:gd name="connsiteX58" fmla="*/ 9766904 w 10476249"/>
                  <a:gd name="connsiteY58" fmla="*/ 2497881 h 10435941"/>
                  <a:gd name="connsiteX59" fmla="*/ 9565650 w 10476249"/>
                  <a:gd name="connsiteY59" fmla="*/ 3426134 h 10435941"/>
                  <a:gd name="connsiteX60" fmla="*/ 9518072 w 10476249"/>
                  <a:gd name="connsiteY60" fmla="*/ 3685207 h 10435941"/>
                  <a:gd name="connsiteX61" fmla="*/ 9351267 w 10476249"/>
                  <a:gd name="connsiteY61" fmla="*/ 3911044 h 10435941"/>
                  <a:gd name="connsiteX62" fmla="*/ 9295849 w 10476249"/>
                  <a:gd name="connsiteY62" fmla="*/ 4077299 h 10435941"/>
                  <a:gd name="connsiteX63" fmla="*/ 9222017 w 10476249"/>
                  <a:gd name="connsiteY63" fmla="*/ 4285117 h 10435941"/>
                  <a:gd name="connsiteX64" fmla="*/ 9190850 w 10476249"/>
                  <a:gd name="connsiteY64" fmla="*/ 4430122 h 10435941"/>
                  <a:gd name="connsiteX65" fmla="*/ 9323558 w 10476249"/>
                  <a:gd name="connsiteY65" fmla="*/ 4659190 h 10435941"/>
                  <a:gd name="connsiteX66" fmla="*/ 9367775 w 10476249"/>
                  <a:gd name="connsiteY66" fmla="*/ 4915057 h 10435941"/>
                  <a:gd name="connsiteX67" fmla="*/ 9383534 w 10476249"/>
                  <a:gd name="connsiteY67" fmla="*/ 5208060 h 10435941"/>
                  <a:gd name="connsiteX68" fmla="*/ 9368954 w 10476249"/>
                  <a:gd name="connsiteY68" fmla="*/ 5615153 h 10435941"/>
                  <a:gd name="connsiteX69" fmla="*/ 9504218 w 10476249"/>
                  <a:gd name="connsiteY69" fmla="*/ 5975373 h 10435941"/>
                  <a:gd name="connsiteX70" fmla="*/ 9526091 w 10476249"/>
                  <a:gd name="connsiteY70" fmla="*/ 6403714 h 10435941"/>
                  <a:gd name="connsiteX71" fmla="*/ 9919304 w 10476249"/>
                  <a:gd name="connsiteY71" fmla="*/ 6862062 h 10435941"/>
                  <a:gd name="connsiteX72" fmla="*/ 10037669 w 10476249"/>
                  <a:gd name="connsiteY72" fmla="*/ 7221396 h 10435941"/>
                  <a:gd name="connsiteX73" fmla="*/ 10218503 w 10476249"/>
                  <a:gd name="connsiteY73" fmla="*/ 7514995 h 10435941"/>
                  <a:gd name="connsiteX74" fmla="*/ 9656067 w 10476249"/>
                  <a:gd name="connsiteY74" fmla="*/ 7540935 h 10435941"/>
                  <a:gd name="connsiteX75" fmla="*/ 9159682 w 10476249"/>
                  <a:gd name="connsiteY75" fmla="*/ 7651772 h 10435941"/>
                  <a:gd name="connsiteX76" fmla="*/ 9114466 w 10476249"/>
                  <a:gd name="connsiteY76" fmla="*/ 7790317 h 10435941"/>
                  <a:gd name="connsiteX77" fmla="*/ 9004904 w 10476249"/>
                  <a:gd name="connsiteY77" fmla="*/ 7998135 h 10435941"/>
                  <a:gd name="connsiteX78" fmla="*/ 8919418 w 10476249"/>
                  <a:gd name="connsiteY78" fmla="*/ 8085908 h 10435941"/>
                  <a:gd name="connsiteX79" fmla="*/ 9022382 w 10476249"/>
                  <a:gd name="connsiteY79" fmla="*/ 8313437 h 10435941"/>
                  <a:gd name="connsiteX80" fmla="*/ 9013154 w 10476249"/>
                  <a:gd name="connsiteY80" fmla="*/ 8524608 h 10435941"/>
                  <a:gd name="connsiteX81" fmla="*/ 8979264 w 10476249"/>
                  <a:gd name="connsiteY81" fmla="*/ 8758113 h 10435941"/>
                  <a:gd name="connsiteX82" fmla="*/ 8977195 w 10476249"/>
                  <a:gd name="connsiteY82" fmla="*/ 8967953 h 10435941"/>
                  <a:gd name="connsiteX83" fmla="*/ 8880213 w 10476249"/>
                  <a:gd name="connsiteY83" fmla="*/ 9272753 h 10435941"/>
                  <a:gd name="connsiteX84" fmla="*/ 8907923 w 10476249"/>
                  <a:gd name="connsiteY84" fmla="*/ 9578490 h 10435941"/>
                  <a:gd name="connsiteX85" fmla="*/ 9124310 w 10476249"/>
                  <a:gd name="connsiteY85" fmla="*/ 9750056 h 10435941"/>
                  <a:gd name="connsiteX86" fmla="*/ 9217384 w 10476249"/>
                  <a:gd name="connsiteY86" fmla="*/ 9890275 h 10435941"/>
                  <a:gd name="connsiteX87" fmla="*/ 9448465 w 10476249"/>
                  <a:gd name="connsiteY87" fmla="*/ 9929452 h 10435941"/>
                  <a:gd name="connsiteX88" fmla="*/ 9457627 w 10476249"/>
                  <a:gd name="connsiteY88" fmla="*/ 9818955 h 10435941"/>
                  <a:gd name="connsiteX89" fmla="*/ 9606341 w 10476249"/>
                  <a:gd name="connsiteY89" fmla="*/ 9758904 h 10435941"/>
                  <a:gd name="connsiteX90" fmla="*/ 9617859 w 10476249"/>
                  <a:gd name="connsiteY90" fmla="*/ 10334695 h 10435941"/>
                  <a:gd name="connsiteX91" fmla="*/ 9490259 w 10476249"/>
                  <a:gd name="connsiteY91" fmla="*/ 10338313 h 10435941"/>
                  <a:gd name="connsiteX92" fmla="*/ 9314175 w 10476249"/>
                  <a:gd name="connsiteY92" fmla="*/ 10427202 h 10435941"/>
                  <a:gd name="connsiteX93" fmla="*/ 9189815 w 10476249"/>
                  <a:gd name="connsiteY93" fmla="*/ 10435941 h 10435941"/>
                  <a:gd name="connsiteX94" fmla="*/ 9050829 w 10476249"/>
                  <a:gd name="connsiteY94" fmla="*/ 10122103 h 10435941"/>
                  <a:gd name="connsiteX95" fmla="*/ 8939914 w 10476249"/>
                  <a:gd name="connsiteY95" fmla="*/ 10072174 h 10435941"/>
                  <a:gd name="connsiteX96" fmla="*/ 8778870 w 10476249"/>
                  <a:gd name="connsiteY96" fmla="*/ 9863725 h 10435941"/>
                  <a:gd name="connsiteX97" fmla="*/ 8465017 w 10476249"/>
                  <a:gd name="connsiteY97" fmla="*/ 9748287 h 10435941"/>
                  <a:gd name="connsiteX98" fmla="*/ 8345018 w 10476249"/>
                  <a:gd name="connsiteY98" fmla="*/ 9651431 h 10435941"/>
                  <a:gd name="connsiteX99" fmla="*/ 8270613 w 10476249"/>
                  <a:gd name="connsiteY99" fmla="*/ 9480572 h 10435941"/>
                  <a:gd name="connsiteX100" fmla="*/ 8229159 w 10476249"/>
                  <a:gd name="connsiteY100" fmla="*/ 9374254 h 10435941"/>
                  <a:gd name="connsiteX101" fmla="*/ 8132067 w 10476249"/>
                  <a:gd name="connsiteY101" fmla="*/ 9355881 h 10435941"/>
                  <a:gd name="connsiteX102" fmla="*/ 8076649 w 10476249"/>
                  <a:gd name="connsiteY102" fmla="*/ 9577553 h 10435941"/>
                  <a:gd name="connsiteX103" fmla="*/ 7933959 w 10476249"/>
                  <a:gd name="connsiteY103" fmla="*/ 9610939 h 10435941"/>
                  <a:gd name="connsiteX104" fmla="*/ 7580779 w 10476249"/>
                  <a:gd name="connsiteY104" fmla="*/ 9552340 h 10435941"/>
                  <a:gd name="connsiteX105" fmla="*/ 7442474 w 10476249"/>
                  <a:gd name="connsiteY105" fmla="*/ 9485198 h 10435941"/>
                  <a:gd name="connsiteX106" fmla="*/ 7250179 w 10476249"/>
                  <a:gd name="connsiteY106" fmla="*/ 9449904 h 10435941"/>
                  <a:gd name="connsiteX107" fmla="*/ 7156996 w 10476249"/>
                  <a:gd name="connsiteY107" fmla="*/ 9200180 h 10435941"/>
                  <a:gd name="connsiteX108" fmla="*/ 6940577 w 10476249"/>
                  <a:gd name="connsiteY108" fmla="*/ 9189626 h 10435941"/>
                  <a:gd name="connsiteX109" fmla="*/ 6659679 w 10476249"/>
                  <a:gd name="connsiteY109" fmla="*/ 9285034 h 10435941"/>
                  <a:gd name="connsiteX110" fmla="*/ 6664954 w 10476249"/>
                  <a:gd name="connsiteY110" fmla="*/ 9099745 h 10435941"/>
                  <a:gd name="connsiteX111" fmla="*/ 6538463 w 10476249"/>
                  <a:gd name="connsiteY111" fmla="*/ 9013951 h 10435941"/>
                  <a:gd name="connsiteX112" fmla="*/ 6414104 w 10476249"/>
                  <a:gd name="connsiteY112" fmla="*/ 8954099 h 10435941"/>
                  <a:gd name="connsiteX113" fmla="*/ 6311517 w 10476249"/>
                  <a:gd name="connsiteY113" fmla="*/ 9057307 h 10435941"/>
                  <a:gd name="connsiteX114" fmla="*/ 6153358 w 10476249"/>
                  <a:gd name="connsiteY114" fmla="*/ 8978227 h 10435941"/>
                  <a:gd name="connsiteX115" fmla="*/ 5987727 w 10476249"/>
                  <a:gd name="connsiteY115" fmla="*/ 9093734 h 10435941"/>
                  <a:gd name="connsiteX116" fmla="*/ 5721485 w 10476249"/>
                  <a:gd name="connsiteY116" fmla="*/ 9101726 h 10435941"/>
                  <a:gd name="connsiteX117" fmla="*/ 5660355 w 10476249"/>
                  <a:gd name="connsiteY117" fmla="*/ 9081904 h 10435941"/>
                  <a:gd name="connsiteX118" fmla="*/ 5493010 w 10476249"/>
                  <a:gd name="connsiteY118" fmla="*/ 9128137 h 10435941"/>
                  <a:gd name="connsiteX119" fmla="*/ 5491454 w 10476249"/>
                  <a:gd name="connsiteY119" fmla="*/ 8870972 h 10435941"/>
                  <a:gd name="connsiteX120" fmla="*/ 5491452 w 10476249"/>
                  <a:gd name="connsiteY120" fmla="*/ 8634977 h 10435941"/>
                  <a:gd name="connsiteX121" fmla="*/ 5275804 w 10476249"/>
                  <a:gd name="connsiteY121" fmla="*/ 8324085 h 10435941"/>
                  <a:gd name="connsiteX122" fmla="*/ 5215919 w 10476249"/>
                  <a:gd name="connsiteY122" fmla="*/ 8082820 h 10435941"/>
                  <a:gd name="connsiteX123" fmla="*/ 5302626 w 10476249"/>
                  <a:gd name="connsiteY123" fmla="*/ 7610208 h 10435941"/>
                  <a:gd name="connsiteX124" fmla="*/ 5186654 w 10476249"/>
                  <a:gd name="connsiteY124" fmla="*/ 7320352 h 10435941"/>
                  <a:gd name="connsiteX125" fmla="*/ 5236467 w 10476249"/>
                  <a:gd name="connsiteY125" fmla="*/ 7069881 h 10435941"/>
                  <a:gd name="connsiteX126" fmla="*/ 5240494 w 10476249"/>
                  <a:gd name="connsiteY126" fmla="*/ 6935795 h 10435941"/>
                  <a:gd name="connsiteX127" fmla="*/ 4563198 w 10476249"/>
                  <a:gd name="connsiteY127" fmla="*/ 7013996 h 10435941"/>
                  <a:gd name="connsiteX128" fmla="*/ 4546078 w 10476249"/>
                  <a:gd name="connsiteY128" fmla="*/ 6840580 h 10435941"/>
                  <a:gd name="connsiteX129" fmla="*/ 4482099 w 10476249"/>
                  <a:gd name="connsiteY129" fmla="*/ 6706626 h 10435941"/>
                  <a:gd name="connsiteX130" fmla="*/ 4312585 w 10476249"/>
                  <a:gd name="connsiteY130" fmla="*/ 6826329 h 10435941"/>
                  <a:gd name="connsiteX131" fmla="*/ 3996939 w 10476249"/>
                  <a:gd name="connsiteY131" fmla="*/ 6862493 h 10435941"/>
                  <a:gd name="connsiteX132" fmla="*/ 3961849 w 10476249"/>
                  <a:gd name="connsiteY132" fmla="*/ 7069881 h 10435941"/>
                  <a:gd name="connsiteX133" fmla="*/ 3918262 w 10476249"/>
                  <a:gd name="connsiteY133" fmla="*/ 7281279 h 10435941"/>
                  <a:gd name="connsiteX134" fmla="*/ 3869750 w 10476249"/>
                  <a:gd name="connsiteY134" fmla="*/ 7403480 h 10435941"/>
                  <a:gd name="connsiteX135" fmla="*/ 3558094 w 10476249"/>
                  <a:gd name="connsiteY135" fmla="*/ 7365450 h 10435941"/>
                  <a:gd name="connsiteX136" fmla="*/ 3296831 w 10476249"/>
                  <a:gd name="connsiteY136" fmla="*/ 7402390 h 10435941"/>
                  <a:gd name="connsiteX137" fmla="*/ 2911715 w 10476249"/>
                  <a:gd name="connsiteY137" fmla="*/ 7451307 h 10435941"/>
                  <a:gd name="connsiteX138" fmla="*/ 2733706 w 10476249"/>
                  <a:gd name="connsiteY138" fmla="*/ 7166777 h 10435941"/>
                  <a:gd name="connsiteX139" fmla="*/ 2571924 w 10476249"/>
                  <a:gd name="connsiteY139" fmla="*/ 6908102 h 10435941"/>
                  <a:gd name="connsiteX140" fmla="*/ 2391703 w 10476249"/>
                  <a:gd name="connsiteY140" fmla="*/ 6257406 h 10435941"/>
                  <a:gd name="connsiteX141" fmla="*/ 2313158 w 10476249"/>
                  <a:gd name="connsiteY141" fmla="*/ 6224753 h 10435941"/>
                  <a:gd name="connsiteX142" fmla="*/ 1648140 w 10476249"/>
                  <a:gd name="connsiteY142" fmla="*/ 6197044 h 10435941"/>
                  <a:gd name="connsiteX143" fmla="*/ 1218649 w 10476249"/>
                  <a:gd name="connsiteY143" fmla="*/ 6197044 h 10435941"/>
                  <a:gd name="connsiteX144" fmla="*/ 1025455 w 10476249"/>
                  <a:gd name="connsiteY144" fmla="*/ 6178798 h 10435941"/>
                  <a:gd name="connsiteX145" fmla="*/ 692177 w 10476249"/>
                  <a:gd name="connsiteY145" fmla="*/ 6210899 h 10435941"/>
                  <a:gd name="connsiteX146" fmla="*/ 368390 w 10476249"/>
                  <a:gd name="connsiteY146" fmla="*/ 6137320 h 10435941"/>
                  <a:gd name="connsiteX147" fmla="*/ 132975 w 10476249"/>
                  <a:gd name="connsiteY147" fmla="*/ 6294321 h 10435941"/>
                  <a:gd name="connsiteX148" fmla="*/ 0 w 10476249"/>
                  <a:gd name="connsiteY148"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169664 w 10476249"/>
                  <a:gd name="connsiteY8" fmla="*/ 5366848 h 10435941"/>
                  <a:gd name="connsiteX9" fmla="*/ 1142175 w 10476249"/>
                  <a:gd name="connsiteY9" fmla="*/ 5610864 h 10435941"/>
                  <a:gd name="connsiteX10" fmla="*/ 1254907 w 10476249"/>
                  <a:gd name="connsiteY10" fmla="*/ 5679710 h 10435941"/>
                  <a:gd name="connsiteX11" fmla="*/ 1513294 w 10476249"/>
                  <a:gd name="connsiteY11" fmla="*/ 5540884 h 10435941"/>
                  <a:gd name="connsiteX12" fmla="*/ 1717413 w 10476249"/>
                  <a:gd name="connsiteY12" fmla="*/ 5296499 h 10435941"/>
                  <a:gd name="connsiteX13" fmla="*/ 2008358 w 10476249"/>
                  <a:gd name="connsiteY13" fmla="*/ 5060972 h 10435941"/>
                  <a:gd name="connsiteX14" fmla="*/ 2105340 w 10476249"/>
                  <a:gd name="connsiteY14" fmla="*/ 4631481 h 10435941"/>
                  <a:gd name="connsiteX15" fmla="*/ 2158106 w 10476249"/>
                  <a:gd name="connsiteY15" fmla="*/ 4164848 h 10435941"/>
                  <a:gd name="connsiteX16" fmla="*/ 2340867 w 10476249"/>
                  <a:gd name="connsiteY16" fmla="*/ 3855626 h 10435941"/>
                  <a:gd name="connsiteX17" fmla="*/ 2738092 w 10476249"/>
                  <a:gd name="connsiteY17" fmla="*/ 3475092 h 10435941"/>
                  <a:gd name="connsiteX18" fmla="*/ 2964322 w 10476249"/>
                  <a:gd name="connsiteY18" fmla="*/ 3259881 h 10435941"/>
                  <a:gd name="connsiteX19" fmla="*/ 2992031 w 10476249"/>
                  <a:gd name="connsiteY19" fmla="*/ 2816535 h 10435941"/>
                  <a:gd name="connsiteX20" fmla="*/ 3061304 w 10476249"/>
                  <a:gd name="connsiteY20" fmla="*/ 2525590 h 10435941"/>
                  <a:gd name="connsiteX21" fmla="*/ 3061304 w 10476249"/>
                  <a:gd name="connsiteY21" fmla="*/ 2317772 h 10435941"/>
                  <a:gd name="connsiteX22" fmla="*/ 3199849 w 10476249"/>
                  <a:gd name="connsiteY22" fmla="*/ 1985262 h 10435941"/>
                  <a:gd name="connsiteX23" fmla="*/ 3199849 w 10476249"/>
                  <a:gd name="connsiteY23" fmla="*/ 1694317 h 10435941"/>
                  <a:gd name="connsiteX24" fmla="*/ 3471561 w 10476249"/>
                  <a:gd name="connsiteY24" fmla="*/ 1126281 h 10435941"/>
                  <a:gd name="connsiteX25" fmla="*/ 3449231 w 10476249"/>
                  <a:gd name="connsiteY25" fmla="*/ 752208 h 10435941"/>
                  <a:gd name="connsiteX26" fmla="*/ 3476940 w 10476249"/>
                  <a:gd name="connsiteY26" fmla="*/ 544390 h 10435941"/>
                  <a:gd name="connsiteX27" fmla="*/ 3809449 w 10476249"/>
                  <a:gd name="connsiteY27" fmla="*/ 184172 h 10435941"/>
                  <a:gd name="connsiteX28" fmla="*/ 4003413 w 10476249"/>
                  <a:gd name="connsiteY28" fmla="*/ 59481 h 10435941"/>
                  <a:gd name="connsiteX29" fmla="*/ 4419049 w 10476249"/>
                  <a:gd name="connsiteY29" fmla="*/ 295008 h 10435941"/>
                  <a:gd name="connsiteX30" fmla="*/ 4585304 w 10476249"/>
                  <a:gd name="connsiteY30" fmla="*/ 488972 h 10435941"/>
                  <a:gd name="connsiteX31" fmla="*/ 5056358 w 10476249"/>
                  <a:gd name="connsiteY31" fmla="*/ 544390 h 10435941"/>
                  <a:gd name="connsiteX32" fmla="*/ 5376782 w 10476249"/>
                  <a:gd name="connsiteY32" fmla="*/ 603639 h 10435941"/>
                  <a:gd name="connsiteX33" fmla="*/ 5554237 w 10476249"/>
                  <a:gd name="connsiteY33" fmla="*/ 588271 h 10435941"/>
                  <a:gd name="connsiteX34" fmla="*/ 5846067 w 10476249"/>
                  <a:gd name="connsiteY34" fmla="*/ 281153 h 10435941"/>
                  <a:gd name="connsiteX35" fmla="*/ 6109304 w 10476249"/>
                  <a:gd name="connsiteY35" fmla="*/ 322717 h 10435941"/>
                  <a:gd name="connsiteX36" fmla="*/ 6527495 w 10476249"/>
                  <a:gd name="connsiteY36" fmla="*/ 168233 h 10435941"/>
                  <a:gd name="connsiteX37" fmla="*/ 6667317 w 10476249"/>
                  <a:gd name="connsiteY37" fmla="*/ 107503 h 10435941"/>
                  <a:gd name="connsiteX38" fmla="*/ 6997273 w 10476249"/>
                  <a:gd name="connsiteY38" fmla="*/ 198026 h 10435941"/>
                  <a:gd name="connsiteX39" fmla="*/ 7217667 w 10476249"/>
                  <a:gd name="connsiteY39" fmla="*/ 17917 h 10435941"/>
                  <a:gd name="connsiteX40" fmla="*/ 7364702 w 10476249"/>
                  <a:gd name="connsiteY40" fmla="*/ 0 h 10435941"/>
                  <a:gd name="connsiteX41" fmla="*/ 7586454 w 10476249"/>
                  <a:gd name="connsiteY41" fmla="*/ 41248 h 10435941"/>
                  <a:gd name="connsiteX42" fmla="*/ 7896540 w 10476249"/>
                  <a:gd name="connsiteY42" fmla="*/ 128753 h 10435941"/>
                  <a:gd name="connsiteX43" fmla="*/ 8298322 w 10476249"/>
                  <a:gd name="connsiteY43" fmla="*/ 59481 h 10435941"/>
                  <a:gd name="connsiteX44" fmla="*/ 8632600 w 10476249"/>
                  <a:gd name="connsiteY44" fmla="*/ 396707 h 10435941"/>
                  <a:gd name="connsiteX45" fmla="*/ 8894067 w 10476249"/>
                  <a:gd name="connsiteY45" fmla="*/ 544390 h 10435941"/>
                  <a:gd name="connsiteX46" fmla="*/ 9132327 w 10476249"/>
                  <a:gd name="connsiteY46" fmla="*/ 420846 h 10435941"/>
                  <a:gd name="connsiteX47" fmla="*/ 9358560 w 10476249"/>
                  <a:gd name="connsiteY47" fmla="*/ 466363 h 10435941"/>
                  <a:gd name="connsiteX48" fmla="*/ 9503667 w 10476249"/>
                  <a:gd name="connsiteY48" fmla="*/ 367819 h 10435941"/>
                  <a:gd name="connsiteX49" fmla="*/ 9631896 w 10476249"/>
                  <a:gd name="connsiteY49" fmla="*/ 369587 h 10435941"/>
                  <a:gd name="connsiteX50" fmla="*/ 9988577 w 10476249"/>
                  <a:gd name="connsiteY50" fmla="*/ 793772 h 10435941"/>
                  <a:gd name="connsiteX51" fmla="*/ 10213576 w 10476249"/>
                  <a:gd name="connsiteY51" fmla="*/ 900934 h 10435941"/>
                  <a:gd name="connsiteX52" fmla="*/ 10224104 w 10476249"/>
                  <a:gd name="connsiteY52" fmla="*/ 987735 h 10435941"/>
                  <a:gd name="connsiteX53" fmla="*/ 10210249 w 10476249"/>
                  <a:gd name="connsiteY53" fmla="*/ 1250972 h 10435941"/>
                  <a:gd name="connsiteX54" fmla="*/ 10224104 w 10476249"/>
                  <a:gd name="connsiteY54" fmla="*/ 1444935 h 10435941"/>
                  <a:gd name="connsiteX55" fmla="*/ 10228661 w 10476249"/>
                  <a:gd name="connsiteY55" fmla="*/ 1580249 h 10435941"/>
                  <a:gd name="connsiteX56" fmla="*/ 10476249 w 10476249"/>
                  <a:gd name="connsiteY56" fmla="*/ 1753897 h 10435941"/>
                  <a:gd name="connsiteX57" fmla="*/ 10063524 w 10476249"/>
                  <a:gd name="connsiteY57" fmla="*/ 2207269 h 10435941"/>
                  <a:gd name="connsiteX58" fmla="*/ 9766904 w 10476249"/>
                  <a:gd name="connsiteY58" fmla="*/ 2497881 h 10435941"/>
                  <a:gd name="connsiteX59" fmla="*/ 9565650 w 10476249"/>
                  <a:gd name="connsiteY59" fmla="*/ 3426134 h 10435941"/>
                  <a:gd name="connsiteX60" fmla="*/ 9518072 w 10476249"/>
                  <a:gd name="connsiteY60" fmla="*/ 3685207 h 10435941"/>
                  <a:gd name="connsiteX61" fmla="*/ 9351267 w 10476249"/>
                  <a:gd name="connsiteY61" fmla="*/ 3911044 h 10435941"/>
                  <a:gd name="connsiteX62" fmla="*/ 9295849 w 10476249"/>
                  <a:gd name="connsiteY62" fmla="*/ 4077299 h 10435941"/>
                  <a:gd name="connsiteX63" fmla="*/ 9222017 w 10476249"/>
                  <a:gd name="connsiteY63" fmla="*/ 4285117 h 10435941"/>
                  <a:gd name="connsiteX64" fmla="*/ 9190850 w 10476249"/>
                  <a:gd name="connsiteY64" fmla="*/ 4430122 h 10435941"/>
                  <a:gd name="connsiteX65" fmla="*/ 9323558 w 10476249"/>
                  <a:gd name="connsiteY65" fmla="*/ 4659190 h 10435941"/>
                  <a:gd name="connsiteX66" fmla="*/ 9367775 w 10476249"/>
                  <a:gd name="connsiteY66" fmla="*/ 4915057 h 10435941"/>
                  <a:gd name="connsiteX67" fmla="*/ 9383534 w 10476249"/>
                  <a:gd name="connsiteY67" fmla="*/ 5208060 h 10435941"/>
                  <a:gd name="connsiteX68" fmla="*/ 9368954 w 10476249"/>
                  <a:gd name="connsiteY68" fmla="*/ 5615153 h 10435941"/>
                  <a:gd name="connsiteX69" fmla="*/ 9504218 w 10476249"/>
                  <a:gd name="connsiteY69" fmla="*/ 5975373 h 10435941"/>
                  <a:gd name="connsiteX70" fmla="*/ 9526091 w 10476249"/>
                  <a:gd name="connsiteY70" fmla="*/ 6403714 h 10435941"/>
                  <a:gd name="connsiteX71" fmla="*/ 9919304 w 10476249"/>
                  <a:gd name="connsiteY71" fmla="*/ 6862062 h 10435941"/>
                  <a:gd name="connsiteX72" fmla="*/ 10037669 w 10476249"/>
                  <a:gd name="connsiteY72" fmla="*/ 7221396 h 10435941"/>
                  <a:gd name="connsiteX73" fmla="*/ 10218503 w 10476249"/>
                  <a:gd name="connsiteY73" fmla="*/ 7514995 h 10435941"/>
                  <a:gd name="connsiteX74" fmla="*/ 9656067 w 10476249"/>
                  <a:gd name="connsiteY74" fmla="*/ 7540935 h 10435941"/>
                  <a:gd name="connsiteX75" fmla="*/ 9159682 w 10476249"/>
                  <a:gd name="connsiteY75" fmla="*/ 7651772 h 10435941"/>
                  <a:gd name="connsiteX76" fmla="*/ 9114466 w 10476249"/>
                  <a:gd name="connsiteY76" fmla="*/ 7790317 h 10435941"/>
                  <a:gd name="connsiteX77" fmla="*/ 9004904 w 10476249"/>
                  <a:gd name="connsiteY77" fmla="*/ 7998135 h 10435941"/>
                  <a:gd name="connsiteX78" fmla="*/ 8919418 w 10476249"/>
                  <a:gd name="connsiteY78" fmla="*/ 8085908 h 10435941"/>
                  <a:gd name="connsiteX79" fmla="*/ 9022382 w 10476249"/>
                  <a:gd name="connsiteY79" fmla="*/ 8313437 h 10435941"/>
                  <a:gd name="connsiteX80" fmla="*/ 9013154 w 10476249"/>
                  <a:gd name="connsiteY80" fmla="*/ 8524608 h 10435941"/>
                  <a:gd name="connsiteX81" fmla="*/ 8979264 w 10476249"/>
                  <a:gd name="connsiteY81" fmla="*/ 8758113 h 10435941"/>
                  <a:gd name="connsiteX82" fmla="*/ 8977195 w 10476249"/>
                  <a:gd name="connsiteY82" fmla="*/ 8967953 h 10435941"/>
                  <a:gd name="connsiteX83" fmla="*/ 8880213 w 10476249"/>
                  <a:gd name="connsiteY83" fmla="*/ 9272753 h 10435941"/>
                  <a:gd name="connsiteX84" fmla="*/ 8907923 w 10476249"/>
                  <a:gd name="connsiteY84" fmla="*/ 9578490 h 10435941"/>
                  <a:gd name="connsiteX85" fmla="*/ 9124310 w 10476249"/>
                  <a:gd name="connsiteY85" fmla="*/ 9750056 h 10435941"/>
                  <a:gd name="connsiteX86" fmla="*/ 9217384 w 10476249"/>
                  <a:gd name="connsiteY86" fmla="*/ 9890275 h 10435941"/>
                  <a:gd name="connsiteX87" fmla="*/ 9448465 w 10476249"/>
                  <a:gd name="connsiteY87" fmla="*/ 9929452 h 10435941"/>
                  <a:gd name="connsiteX88" fmla="*/ 9457627 w 10476249"/>
                  <a:gd name="connsiteY88" fmla="*/ 9818955 h 10435941"/>
                  <a:gd name="connsiteX89" fmla="*/ 9606341 w 10476249"/>
                  <a:gd name="connsiteY89" fmla="*/ 9758904 h 10435941"/>
                  <a:gd name="connsiteX90" fmla="*/ 9617859 w 10476249"/>
                  <a:gd name="connsiteY90" fmla="*/ 10334695 h 10435941"/>
                  <a:gd name="connsiteX91" fmla="*/ 9490259 w 10476249"/>
                  <a:gd name="connsiteY91" fmla="*/ 10338313 h 10435941"/>
                  <a:gd name="connsiteX92" fmla="*/ 9314175 w 10476249"/>
                  <a:gd name="connsiteY92" fmla="*/ 10427202 h 10435941"/>
                  <a:gd name="connsiteX93" fmla="*/ 9189815 w 10476249"/>
                  <a:gd name="connsiteY93" fmla="*/ 10435941 h 10435941"/>
                  <a:gd name="connsiteX94" fmla="*/ 9050829 w 10476249"/>
                  <a:gd name="connsiteY94" fmla="*/ 10122103 h 10435941"/>
                  <a:gd name="connsiteX95" fmla="*/ 8939914 w 10476249"/>
                  <a:gd name="connsiteY95" fmla="*/ 10072174 h 10435941"/>
                  <a:gd name="connsiteX96" fmla="*/ 8778870 w 10476249"/>
                  <a:gd name="connsiteY96" fmla="*/ 9863725 h 10435941"/>
                  <a:gd name="connsiteX97" fmla="*/ 8465017 w 10476249"/>
                  <a:gd name="connsiteY97" fmla="*/ 9748287 h 10435941"/>
                  <a:gd name="connsiteX98" fmla="*/ 8345018 w 10476249"/>
                  <a:gd name="connsiteY98" fmla="*/ 9651431 h 10435941"/>
                  <a:gd name="connsiteX99" fmla="*/ 8270613 w 10476249"/>
                  <a:gd name="connsiteY99" fmla="*/ 9480572 h 10435941"/>
                  <a:gd name="connsiteX100" fmla="*/ 8229159 w 10476249"/>
                  <a:gd name="connsiteY100" fmla="*/ 9374254 h 10435941"/>
                  <a:gd name="connsiteX101" fmla="*/ 8132067 w 10476249"/>
                  <a:gd name="connsiteY101" fmla="*/ 9355881 h 10435941"/>
                  <a:gd name="connsiteX102" fmla="*/ 8076649 w 10476249"/>
                  <a:gd name="connsiteY102" fmla="*/ 9577553 h 10435941"/>
                  <a:gd name="connsiteX103" fmla="*/ 7933959 w 10476249"/>
                  <a:gd name="connsiteY103" fmla="*/ 9610939 h 10435941"/>
                  <a:gd name="connsiteX104" fmla="*/ 7580779 w 10476249"/>
                  <a:gd name="connsiteY104" fmla="*/ 9552340 h 10435941"/>
                  <a:gd name="connsiteX105" fmla="*/ 7442474 w 10476249"/>
                  <a:gd name="connsiteY105" fmla="*/ 9485198 h 10435941"/>
                  <a:gd name="connsiteX106" fmla="*/ 7250179 w 10476249"/>
                  <a:gd name="connsiteY106" fmla="*/ 9449904 h 10435941"/>
                  <a:gd name="connsiteX107" fmla="*/ 7156996 w 10476249"/>
                  <a:gd name="connsiteY107" fmla="*/ 9200180 h 10435941"/>
                  <a:gd name="connsiteX108" fmla="*/ 6940577 w 10476249"/>
                  <a:gd name="connsiteY108" fmla="*/ 9189626 h 10435941"/>
                  <a:gd name="connsiteX109" fmla="*/ 6659679 w 10476249"/>
                  <a:gd name="connsiteY109" fmla="*/ 9285034 h 10435941"/>
                  <a:gd name="connsiteX110" fmla="*/ 6664954 w 10476249"/>
                  <a:gd name="connsiteY110" fmla="*/ 9099745 h 10435941"/>
                  <a:gd name="connsiteX111" fmla="*/ 6538463 w 10476249"/>
                  <a:gd name="connsiteY111" fmla="*/ 9013951 h 10435941"/>
                  <a:gd name="connsiteX112" fmla="*/ 6414104 w 10476249"/>
                  <a:gd name="connsiteY112" fmla="*/ 8954099 h 10435941"/>
                  <a:gd name="connsiteX113" fmla="*/ 6311517 w 10476249"/>
                  <a:gd name="connsiteY113" fmla="*/ 9057307 h 10435941"/>
                  <a:gd name="connsiteX114" fmla="*/ 6153358 w 10476249"/>
                  <a:gd name="connsiteY114" fmla="*/ 8978227 h 10435941"/>
                  <a:gd name="connsiteX115" fmla="*/ 5987727 w 10476249"/>
                  <a:gd name="connsiteY115" fmla="*/ 9093734 h 10435941"/>
                  <a:gd name="connsiteX116" fmla="*/ 5721485 w 10476249"/>
                  <a:gd name="connsiteY116" fmla="*/ 9101726 h 10435941"/>
                  <a:gd name="connsiteX117" fmla="*/ 5660355 w 10476249"/>
                  <a:gd name="connsiteY117" fmla="*/ 9081904 h 10435941"/>
                  <a:gd name="connsiteX118" fmla="*/ 5493010 w 10476249"/>
                  <a:gd name="connsiteY118" fmla="*/ 9128137 h 10435941"/>
                  <a:gd name="connsiteX119" fmla="*/ 5491454 w 10476249"/>
                  <a:gd name="connsiteY119" fmla="*/ 8870972 h 10435941"/>
                  <a:gd name="connsiteX120" fmla="*/ 5491452 w 10476249"/>
                  <a:gd name="connsiteY120" fmla="*/ 8634977 h 10435941"/>
                  <a:gd name="connsiteX121" fmla="*/ 5275804 w 10476249"/>
                  <a:gd name="connsiteY121" fmla="*/ 8324085 h 10435941"/>
                  <a:gd name="connsiteX122" fmla="*/ 5215919 w 10476249"/>
                  <a:gd name="connsiteY122" fmla="*/ 8082820 h 10435941"/>
                  <a:gd name="connsiteX123" fmla="*/ 5302626 w 10476249"/>
                  <a:gd name="connsiteY123" fmla="*/ 7610208 h 10435941"/>
                  <a:gd name="connsiteX124" fmla="*/ 5186654 w 10476249"/>
                  <a:gd name="connsiteY124" fmla="*/ 7320352 h 10435941"/>
                  <a:gd name="connsiteX125" fmla="*/ 5236467 w 10476249"/>
                  <a:gd name="connsiteY125" fmla="*/ 7069881 h 10435941"/>
                  <a:gd name="connsiteX126" fmla="*/ 5240494 w 10476249"/>
                  <a:gd name="connsiteY126" fmla="*/ 6935795 h 10435941"/>
                  <a:gd name="connsiteX127" fmla="*/ 4563198 w 10476249"/>
                  <a:gd name="connsiteY127" fmla="*/ 7013996 h 10435941"/>
                  <a:gd name="connsiteX128" fmla="*/ 4546078 w 10476249"/>
                  <a:gd name="connsiteY128" fmla="*/ 6840580 h 10435941"/>
                  <a:gd name="connsiteX129" fmla="*/ 4482099 w 10476249"/>
                  <a:gd name="connsiteY129" fmla="*/ 6706626 h 10435941"/>
                  <a:gd name="connsiteX130" fmla="*/ 4312585 w 10476249"/>
                  <a:gd name="connsiteY130" fmla="*/ 6826329 h 10435941"/>
                  <a:gd name="connsiteX131" fmla="*/ 3996939 w 10476249"/>
                  <a:gd name="connsiteY131" fmla="*/ 6862493 h 10435941"/>
                  <a:gd name="connsiteX132" fmla="*/ 3961849 w 10476249"/>
                  <a:gd name="connsiteY132" fmla="*/ 7069881 h 10435941"/>
                  <a:gd name="connsiteX133" fmla="*/ 3918262 w 10476249"/>
                  <a:gd name="connsiteY133" fmla="*/ 7281279 h 10435941"/>
                  <a:gd name="connsiteX134" fmla="*/ 3869750 w 10476249"/>
                  <a:gd name="connsiteY134" fmla="*/ 7403480 h 10435941"/>
                  <a:gd name="connsiteX135" fmla="*/ 3558094 w 10476249"/>
                  <a:gd name="connsiteY135" fmla="*/ 7365450 h 10435941"/>
                  <a:gd name="connsiteX136" fmla="*/ 3296831 w 10476249"/>
                  <a:gd name="connsiteY136" fmla="*/ 7402390 h 10435941"/>
                  <a:gd name="connsiteX137" fmla="*/ 2911715 w 10476249"/>
                  <a:gd name="connsiteY137" fmla="*/ 7451307 h 10435941"/>
                  <a:gd name="connsiteX138" fmla="*/ 2733706 w 10476249"/>
                  <a:gd name="connsiteY138" fmla="*/ 7166777 h 10435941"/>
                  <a:gd name="connsiteX139" fmla="*/ 2571924 w 10476249"/>
                  <a:gd name="connsiteY139" fmla="*/ 6908102 h 10435941"/>
                  <a:gd name="connsiteX140" fmla="*/ 2391703 w 10476249"/>
                  <a:gd name="connsiteY140" fmla="*/ 6257406 h 10435941"/>
                  <a:gd name="connsiteX141" fmla="*/ 2313158 w 10476249"/>
                  <a:gd name="connsiteY141" fmla="*/ 6224753 h 10435941"/>
                  <a:gd name="connsiteX142" fmla="*/ 1648140 w 10476249"/>
                  <a:gd name="connsiteY142" fmla="*/ 6197044 h 10435941"/>
                  <a:gd name="connsiteX143" fmla="*/ 1218649 w 10476249"/>
                  <a:gd name="connsiteY143" fmla="*/ 6197044 h 10435941"/>
                  <a:gd name="connsiteX144" fmla="*/ 1025455 w 10476249"/>
                  <a:gd name="connsiteY144" fmla="*/ 6178798 h 10435941"/>
                  <a:gd name="connsiteX145" fmla="*/ 692177 w 10476249"/>
                  <a:gd name="connsiteY145" fmla="*/ 6210899 h 10435941"/>
                  <a:gd name="connsiteX146" fmla="*/ 368390 w 10476249"/>
                  <a:gd name="connsiteY146" fmla="*/ 6137320 h 10435941"/>
                  <a:gd name="connsiteX147" fmla="*/ 132975 w 10476249"/>
                  <a:gd name="connsiteY147" fmla="*/ 6294321 h 10435941"/>
                  <a:gd name="connsiteX148" fmla="*/ 0 w 10476249"/>
                  <a:gd name="connsiteY148"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169664 w 10476249"/>
                  <a:gd name="connsiteY8" fmla="*/ 5366848 h 10435941"/>
                  <a:gd name="connsiteX9" fmla="*/ 1142175 w 10476249"/>
                  <a:gd name="connsiteY9" fmla="*/ 5610864 h 10435941"/>
                  <a:gd name="connsiteX10" fmla="*/ 1254907 w 10476249"/>
                  <a:gd name="connsiteY10" fmla="*/ 5679710 h 10435941"/>
                  <a:gd name="connsiteX11" fmla="*/ 1513294 w 10476249"/>
                  <a:gd name="connsiteY11" fmla="*/ 5540884 h 10435941"/>
                  <a:gd name="connsiteX12" fmla="*/ 1717413 w 10476249"/>
                  <a:gd name="connsiteY12" fmla="*/ 5296499 h 10435941"/>
                  <a:gd name="connsiteX13" fmla="*/ 2008358 w 10476249"/>
                  <a:gd name="connsiteY13" fmla="*/ 5060972 h 10435941"/>
                  <a:gd name="connsiteX14" fmla="*/ 2105340 w 10476249"/>
                  <a:gd name="connsiteY14" fmla="*/ 4631481 h 10435941"/>
                  <a:gd name="connsiteX15" fmla="*/ 2158106 w 10476249"/>
                  <a:gd name="connsiteY15" fmla="*/ 4164848 h 10435941"/>
                  <a:gd name="connsiteX16" fmla="*/ 2340867 w 10476249"/>
                  <a:gd name="connsiteY16" fmla="*/ 3855626 h 10435941"/>
                  <a:gd name="connsiteX17" fmla="*/ 2738092 w 10476249"/>
                  <a:gd name="connsiteY17" fmla="*/ 3475092 h 10435941"/>
                  <a:gd name="connsiteX18" fmla="*/ 2964322 w 10476249"/>
                  <a:gd name="connsiteY18" fmla="*/ 3259881 h 10435941"/>
                  <a:gd name="connsiteX19" fmla="*/ 2992031 w 10476249"/>
                  <a:gd name="connsiteY19" fmla="*/ 2816535 h 10435941"/>
                  <a:gd name="connsiteX20" fmla="*/ 3061304 w 10476249"/>
                  <a:gd name="connsiteY20" fmla="*/ 2525590 h 10435941"/>
                  <a:gd name="connsiteX21" fmla="*/ 3061304 w 10476249"/>
                  <a:gd name="connsiteY21" fmla="*/ 2317772 h 10435941"/>
                  <a:gd name="connsiteX22" fmla="*/ 3199849 w 10476249"/>
                  <a:gd name="connsiteY22" fmla="*/ 1985262 h 10435941"/>
                  <a:gd name="connsiteX23" fmla="*/ 3199849 w 10476249"/>
                  <a:gd name="connsiteY23" fmla="*/ 1694317 h 10435941"/>
                  <a:gd name="connsiteX24" fmla="*/ 3471561 w 10476249"/>
                  <a:gd name="connsiteY24" fmla="*/ 1126281 h 10435941"/>
                  <a:gd name="connsiteX25" fmla="*/ 3449231 w 10476249"/>
                  <a:gd name="connsiteY25" fmla="*/ 752208 h 10435941"/>
                  <a:gd name="connsiteX26" fmla="*/ 3476940 w 10476249"/>
                  <a:gd name="connsiteY26" fmla="*/ 544390 h 10435941"/>
                  <a:gd name="connsiteX27" fmla="*/ 3809449 w 10476249"/>
                  <a:gd name="connsiteY27" fmla="*/ 184172 h 10435941"/>
                  <a:gd name="connsiteX28" fmla="*/ 4003413 w 10476249"/>
                  <a:gd name="connsiteY28" fmla="*/ 59481 h 10435941"/>
                  <a:gd name="connsiteX29" fmla="*/ 4419049 w 10476249"/>
                  <a:gd name="connsiteY29" fmla="*/ 295008 h 10435941"/>
                  <a:gd name="connsiteX30" fmla="*/ 4585304 w 10476249"/>
                  <a:gd name="connsiteY30" fmla="*/ 488972 h 10435941"/>
                  <a:gd name="connsiteX31" fmla="*/ 5056358 w 10476249"/>
                  <a:gd name="connsiteY31" fmla="*/ 544390 h 10435941"/>
                  <a:gd name="connsiteX32" fmla="*/ 5376782 w 10476249"/>
                  <a:gd name="connsiteY32" fmla="*/ 603639 h 10435941"/>
                  <a:gd name="connsiteX33" fmla="*/ 5554237 w 10476249"/>
                  <a:gd name="connsiteY33" fmla="*/ 588271 h 10435941"/>
                  <a:gd name="connsiteX34" fmla="*/ 5846067 w 10476249"/>
                  <a:gd name="connsiteY34" fmla="*/ 281153 h 10435941"/>
                  <a:gd name="connsiteX35" fmla="*/ 6109304 w 10476249"/>
                  <a:gd name="connsiteY35" fmla="*/ 322717 h 10435941"/>
                  <a:gd name="connsiteX36" fmla="*/ 6527495 w 10476249"/>
                  <a:gd name="connsiteY36" fmla="*/ 168233 h 10435941"/>
                  <a:gd name="connsiteX37" fmla="*/ 6667317 w 10476249"/>
                  <a:gd name="connsiteY37" fmla="*/ 107503 h 10435941"/>
                  <a:gd name="connsiteX38" fmla="*/ 6997273 w 10476249"/>
                  <a:gd name="connsiteY38" fmla="*/ 198026 h 10435941"/>
                  <a:gd name="connsiteX39" fmla="*/ 7217667 w 10476249"/>
                  <a:gd name="connsiteY39" fmla="*/ 17917 h 10435941"/>
                  <a:gd name="connsiteX40" fmla="*/ 7364702 w 10476249"/>
                  <a:gd name="connsiteY40" fmla="*/ 0 h 10435941"/>
                  <a:gd name="connsiteX41" fmla="*/ 7586454 w 10476249"/>
                  <a:gd name="connsiteY41" fmla="*/ 41248 h 10435941"/>
                  <a:gd name="connsiteX42" fmla="*/ 7896540 w 10476249"/>
                  <a:gd name="connsiteY42" fmla="*/ 128753 h 10435941"/>
                  <a:gd name="connsiteX43" fmla="*/ 8298322 w 10476249"/>
                  <a:gd name="connsiteY43" fmla="*/ 59481 h 10435941"/>
                  <a:gd name="connsiteX44" fmla="*/ 8632600 w 10476249"/>
                  <a:gd name="connsiteY44" fmla="*/ 396707 h 10435941"/>
                  <a:gd name="connsiteX45" fmla="*/ 8894067 w 10476249"/>
                  <a:gd name="connsiteY45" fmla="*/ 544390 h 10435941"/>
                  <a:gd name="connsiteX46" fmla="*/ 9132327 w 10476249"/>
                  <a:gd name="connsiteY46" fmla="*/ 420846 h 10435941"/>
                  <a:gd name="connsiteX47" fmla="*/ 9358560 w 10476249"/>
                  <a:gd name="connsiteY47" fmla="*/ 466363 h 10435941"/>
                  <a:gd name="connsiteX48" fmla="*/ 9503667 w 10476249"/>
                  <a:gd name="connsiteY48" fmla="*/ 367819 h 10435941"/>
                  <a:gd name="connsiteX49" fmla="*/ 9563175 w 10476249"/>
                  <a:gd name="connsiteY49" fmla="*/ 323545 h 10435941"/>
                  <a:gd name="connsiteX50" fmla="*/ 9988577 w 10476249"/>
                  <a:gd name="connsiteY50" fmla="*/ 793772 h 10435941"/>
                  <a:gd name="connsiteX51" fmla="*/ 10213576 w 10476249"/>
                  <a:gd name="connsiteY51" fmla="*/ 900934 h 10435941"/>
                  <a:gd name="connsiteX52" fmla="*/ 10224104 w 10476249"/>
                  <a:gd name="connsiteY52" fmla="*/ 987735 h 10435941"/>
                  <a:gd name="connsiteX53" fmla="*/ 10210249 w 10476249"/>
                  <a:gd name="connsiteY53" fmla="*/ 1250972 h 10435941"/>
                  <a:gd name="connsiteX54" fmla="*/ 10224104 w 10476249"/>
                  <a:gd name="connsiteY54" fmla="*/ 1444935 h 10435941"/>
                  <a:gd name="connsiteX55" fmla="*/ 10228661 w 10476249"/>
                  <a:gd name="connsiteY55" fmla="*/ 1580249 h 10435941"/>
                  <a:gd name="connsiteX56" fmla="*/ 10476249 w 10476249"/>
                  <a:gd name="connsiteY56" fmla="*/ 1753897 h 10435941"/>
                  <a:gd name="connsiteX57" fmla="*/ 10063524 w 10476249"/>
                  <a:gd name="connsiteY57" fmla="*/ 2207269 h 10435941"/>
                  <a:gd name="connsiteX58" fmla="*/ 9766904 w 10476249"/>
                  <a:gd name="connsiteY58" fmla="*/ 2497881 h 10435941"/>
                  <a:gd name="connsiteX59" fmla="*/ 9565650 w 10476249"/>
                  <a:gd name="connsiteY59" fmla="*/ 3426134 h 10435941"/>
                  <a:gd name="connsiteX60" fmla="*/ 9518072 w 10476249"/>
                  <a:gd name="connsiteY60" fmla="*/ 3685207 h 10435941"/>
                  <a:gd name="connsiteX61" fmla="*/ 9351267 w 10476249"/>
                  <a:gd name="connsiteY61" fmla="*/ 3911044 h 10435941"/>
                  <a:gd name="connsiteX62" fmla="*/ 9295849 w 10476249"/>
                  <a:gd name="connsiteY62" fmla="*/ 4077299 h 10435941"/>
                  <a:gd name="connsiteX63" fmla="*/ 9222017 w 10476249"/>
                  <a:gd name="connsiteY63" fmla="*/ 4285117 h 10435941"/>
                  <a:gd name="connsiteX64" fmla="*/ 9190850 w 10476249"/>
                  <a:gd name="connsiteY64" fmla="*/ 4430122 h 10435941"/>
                  <a:gd name="connsiteX65" fmla="*/ 9323558 w 10476249"/>
                  <a:gd name="connsiteY65" fmla="*/ 4659190 h 10435941"/>
                  <a:gd name="connsiteX66" fmla="*/ 9367775 w 10476249"/>
                  <a:gd name="connsiteY66" fmla="*/ 4915057 h 10435941"/>
                  <a:gd name="connsiteX67" fmla="*/ 9383534 w 10476249"/>
                  <a:gd name="connsiteY67" fmla="*/ 5208060 h 10435941"/>
                  <a:gd name="connsiteX68" fmla="*/ 9368954 w 10476249"/>
                  <a:gd name="connsiteY68" fmla="*/ 5615153 h 10435941"/>
                  <a:gd name="connsiteX69" fmla="*/ 9504218 w 10476249"/>
                  <a:gd name="connsiteY69" fmla="*/ 5975373 h 10435941"/>
                  <a:gd name="connsiteX70" fmla="*/ 9526091 w 10476249"/>
                  <a:gd name="connsiteY70" fmla="*/ 6403714 h 10435941"/>
                  <a:gd name="connsiteX71" fmla="*/ 9919304 w 10476249"/>
                  <a:gd name="connsiteY71" fmla="*/ 6862062 h 10435941"/>
                  <a:gd name="connsiteX72" fmla="*/ 10037669 w 10476249"/>
                  <a:gd name="connsiteY72" fmla="*/ 7221396 h 10435941"/>
                  <a:gd name="connsiteX73" fmla="*/ 10218503 w 10476249"/>
                  <a:gd name="connsiteY73" fmla="*/ 7514995 h 10435941"/>
                  <a:gd name="connsiteX74" fmla="*/ 9656067 w 10476249"/>
                  <a:gd name="connsiteY74" fmla="*/ 7540935 h 10435941"/>
                  <a:gd name="connsiteX75" fmla="*/ 9159682 w 10476249"/>
                  <a:gd name="connsiteY75" fmla="*/ 7651772 h 10435941"/>
                  <a:gd name="connsiteX76" fmla="*/ 9114466 w 10476249"/>
                  <a:gd name="connsiteY76" fmla="*/ 7790317 h 10435941"/>
                  <a:gd name="connsiteX77" fmla="*/ 9004904 w 10476249"/>
                  <a:gd name="connsiteY77" fmla="*/ 7998135 h 10435941"/>
                  <a:gd name="connsiteX78" fmla="*/ 8919418 w 10476249"/>
                  <a:gd name="connsiteY78" fmla="*/ 8085908 h 10435941"/>
                  <a:gd name="connsiteX79" fmla="*/ 9022382 w 10476249"/>
                  <a:gd name="connsiteY79" fmla="*/ 8313437 h 10435941"/>
                  <a:gd name="connsiteX80" fmla="*/ 9013154 w 10476249"/>
                  <a:gd name="connsiteY80" fmla="*/ 8524608 h 10435941"/>
                  <a:gd name="connsiteX81" fmla="*/ 8979264 w 10476249"/>
                  <a:gd name="connsiteY81" fmla="*/ 8758113 h 10435941"/>
                  <a:gd name="connsiteX82" fmla="*/ 8977195 w 10476249"/>
                  <a:gd name="connsiteY82" fmla="*/ 8967953 h 10435941"/>
                  <a:gd name="connsiteX83" fmla="*/ 8880213 w 10476249"/>
                  <a:gd name="connsiteY83" fmla="*/ 9272753 h 10435941"/>
                  <a:gd name="connsiteX84" fmla="*/ 8907923 w 10476249"/>
                  <a:gd name="connsiteY84" fmla="*/ 9578490 h 10435941"/>
                  <a:gd name="connsiteX85" fmla="*/ 9124310 w 10476249"/>
                  <a:gd name="connsiteY85" fmla="*/ 9750056 h 10435941"/>
                  <a:gd name="connsiteX86" fmla="*/ 9217384 w 10476249"/>
                  <a:gd name="connsiteY86" fmla="*/ 9890275 h 10435941"/>
                  <a:gd name="connsiteX87" fmla="*/ 9448465 w 10476249"/>
                  <a:gd name="connsiteY87" fmla="*/ 9929452 h 10435941"/>
                  <a:gd name="connsiteX88" fmla="*/ 9457627 w 10476249"/>
                  <a:gd name="connsiteY88" fmla="*/ 9818955 h 10435941"/>
                  <a:gd name="connsiteX89" fmla="*/ 9606341 w 10476249"/>
                  <a:gd name="connsiteY89" fmla="*/ 9758904 h 10435941"/>
                  <a:gd name="connsiteX90" fmla="*/ 9617859 w 10476249"/>
                  <a:gd name="connsiteY90" fmla="*/ 10334695 h 10435941"/>
                  <a:gd name="connsiteX91" fmla="*/ 9490259 w 10476249"/>
                  <a:gd name="connsiteY91" fmla="*/ 10338313 h 10435941"/>
                  <a:gd name="connsiteX92" fmla="*/ 9314175 w 10476249"/>
                  <a:gd name="connsiteY92" fmla="*/ 10427202 h 10435941"/>
                  <a:gd name="connsiteX93" fmla="*/ 9189815 w 10476249"/>
                  <a:gd name="connsiteY93" fmla="*/ 10435941 h 10435941"/>
                  <a:gd name="connsiteX94" fmla="*/ 9050829 w 10476249"/>
                  <a:gd name="connsiteY94" fmla="*/ 10122103 h 10435941"/>
                  <a:gd name="connsiteX95" fmla="*/ 8939914 w 10476249"/>
                  <a:gd name="connsiteY95" fmla="*/ 10072174 h 10435941"/>
                  <a:gd name="connsiteX96" fmla="*/ 8778870 w 10476249"/>
                  <a:gd name="connsiteY96" fmla="*/ 9863725 h 10435941"/>
                  <a:gd name="connsiteX97" fmla="*/ 8465017 w 10476249"/>
                  <a:gd name="connsiteY97" fmla="*/ 9748287 h 10435941"/>
                  <a:gd name="connsiteX98" fmla="*/ 8345018 w 10476249"/>
                  <a:gd name="connsiteY98" fmla="*/ 9651431 h 10435941"/>
                  <a:gd name="connsiteX99" fmla="*/ 8270613 w 10476249"/>
                  <a:gd name="connsiteY99" fmla="*/ 9480572 h 10435941"/>
                  <a:gd name="connsiteX100" fmla="*/ 8229159 w 10476249"/>
                  <a:gd name="connsiteY100" fmla="*/ 9374254 h 10435941"/>
                  <a:gd name="connsiteX101" fmla="*/ 8132067 w 10476249"/>
                  <a:gd name="connsiteY101" fmla="*/ 9355881 h 10435941"/>
                  <a:gd name="connsiteX102" fmla="*/ 8076649 w 10476249"/>
                  <a:gd name="connsiteY102" fmla="*/ 9577553 h 10435941"/>
                  <a:gd name="connsiteX103" fmla="*/ 7933959 w 10476249"/>
                  <a:gd name="connsiteY103" fmla="*/ 9610939 h 10435941"/>
                  <a:gd name="connsiteX104" fmla="*/ 7580779 w 10476249"/>
                  <a:gd name="connsiteY104" fmla="*/ 9552340 h 10435941"/>
                  <a:gd name="connsiteX105" fmla="*/ 7442474 w 10476249"/>
                  <a:gd name="connsiteY105" fmla="*/ 9485198 h 10435941"/>
                  <a:gd name="connsiteX106" fmla="*/ 7250179 w 10476249"/>
                  <a:gd name="connsiteY106" fmla="*/ 9449904 h 10435941"/>
                  <a:gd name="connsiteX107" fmla="*/ 7156996 w 10476249"/>
                  <a:gd name="connsiteY107" fmla="*/ 9200180 h 10435941"/>
                  <a:gd name="connsiteX108" fmla="*/ 6940577 w 10476249"/>
                  <a:gd name="connsiteY108" fmla="*/ 9189626 h 10435941"/>
                  <a:gd name="connsiteX109" fmla="*/ 6659679 w 10476249"/>
                  <a:gd name="connsiteY109" fmla="*/ 9285034 h 10435941"/>
                  <a:gd name="connsiteX110" fmla="*/ 6664954 w 10476249"/>
                  <a:gd name="connsiteY110" fmla="*/ 9099745 h 10435941"/>
                  <a:gd name="connsiteX111" fmla="*/ 6538463 w 10476249"/>
                  <a:gd name="connsiteY111" fmla="*/ 9013951 h 10435941"/>
                  <a:gd name="connsiteX112" fmla="*/ 6414104 w 10476249"/>
                  <a:gd name="connsiteY112" fmla="*/ 8954099 h 10435941"/>
                  <a:gd name="connsiteX113" fmla="*/ 6311517 w 10476249"/>
                  <a:gd name="connsiteY113" fmla="*/ 9057307 h 10435941"/>
                  <a:gd name="connsiteX114" fmla="*/ 6153358 w 10476249"/>
                  <a:gd name="connsiteY114" fmla="*/ 8978227 h 10435941"/>
                  <a:gd name="connsiteX115" fmla="*/ 5987727 w 10476249"/>
                  <a:gd name="connsiteY115" fmla="*/ 9093734 h 10435941"/>
                  <a:gd name="connsiteX116" fmla="*/ 5721485 w 10476249"/>
                  <a:gd name="connsiteY116" fmla="*/ 9101726 h 10435941"/>
                  <a:gd name="connsiteX117" fmla="*/ 5660355 w 10476249"/>
                  <a:gd name="connsiteY117" fmla="*/ 9081904 h 10435941"/>
                  <a:gd name="connsiteX118" fmla="*/ 5493010 w 10476249"/>
                  <a:gd name="connsiteY118" fmla="*/ 9128137 h 10435941"/>
                  <a:gd name="connsiteX119" fmla="*/ 5491454 w 10476249"/>
                  <a:gd name="connsiteY119" fmla="*/ 8870972 h 10435941"/>
                  <a:gd name="connsiteX120" fmla="*/ 5491452 w 10476249"/>
                  <a:gd name="connsiteY120" fmla="*/ 8634977 h 10435941"/>
                  <a:gd name="connsiteX121" fmla="*/ 5275804 w 10476249"/>
                  <a:gd name="connsiteY121" fmla="*/ 8324085 h 10435941"/>
                  <a:gd name="connsiteX122" fmla="*/ 5215919 w 10476249"/>
                  <a:gd name="connsiteY122" fmla="*/ 8082820 h 10435941"/>
                  <a:gd name="connsiteX123" fmla="*/ 5302626 w 10476249"/>
                  <a:gd name="connsiteY123" fmla="*/ 7610208 h 10435941"/>
                  <a:gd name="connsiteX124" fmla="*/ 5186654 w 10476249"/>
                  <a:gd name="connsiteY124" fmla="*/ 7320352 h 10435941"/>
                  <a:gd name="connsiteX125" fmla="*/ 5236467 w 10476249"/>
                  <a:gd name="connsiteY125" fmla="*/ 7069881 h 10435941"/>
                  <a:gd name="connsiteX126" fmla="*/ 5240494 w 10476249"/>
                  <a:gd name="connsiteY126" fmla="*/ 6935795 h 10435941"/>
                  <a:gd name="connsiteX127" fmla="*/ 4563198 w 10476249"/>
                  <a:gd name="connsiteY127" fmla="*/ 7013996 h 10435941"/>
                  <a:gd name="connsiteX128" fmla="*/ 4546078 w 10476249"/>
                  <a:gd name="connsiteY128" fmla="*/ 6840580 h 10435941"/>
                  <a:gd name="connsiteX129" fmla="*/ 4482099 w 10476249"/>
                  <a:gd name="connsiteY129" fmla="*/ 6706626 h 10435941"/>
                  <a:gd name="connsiteX130" fmla="*/ 4312585 w 10476249"/>
                  <a:gd name="connsiteY130" fmla="*/ 6826329 h 10435941"/>
                  <a:gd name="connsiteX131" fmla="*/ 3996939 w 10476249"/>
                  <a:gd name="connsiteY131" fmla="*/ 6862493 h 10435941"/>
                  <a:gd name="connsiteX132" fmla="*/ 3961849 w 10476249"/>
                  <a:gd name="connsiteY132" fmla="*/ 7069881 h 10435941"/>
                  <a:gd name="connsiteX133" fmla="*/ 3918262 w 10476249"/>
                  <a:gd name="connsiteY133" fmla="*/ 7281279 h 10435941"/>
                  <a:gd name="connsiteX134" fmla="*/ 3869750 w 10476249"/>
                  <a:gd name="connsiteY134" fmla="*/ 7403480 h 10435941"/>
                  <a:gd name="connsiteX135" fmla="*/ 3558094 w 10476249"/>
                  <a:gd name="connsiteY135" fmla="*/ 7365450 h 10435941"/>
                  <a:gd name="connsiteX136" fmla="*/ 3296831 w 10476249"/>
                  <a:gd name="connsiteY136" fmla="*/ 7402390 h 10435941"/>
                  <a:gd name="connsiteX137" fmla="*/ 2911715 w 10476249"/>
                  <a:gd name="connsiteY137" fmla="*/ 7451307 h 10435941"/>
                  <a:gd name="connsiteX138" fmla="*/ 2733706 w 10476249"/>
                  <a:gd name="connsiteY138" fmla="*/ 7166777 h 10435941"/>
                  <a:gd name="connsiteX139" fmla="*/ 2571924 w 10476249"/>
                  <a:gd name="connsiteY139" fmla="*/ 6908102 h 10435941"/>
                  <a:gd name="connsiteX140" fmla="*/ 2391703 w 10476249"/>
                  <a:gd name="connsiteY140" fmla="*/ 6257406 h 10435941"/>
                  <a:gd name="connsiteX141" fmla="*/ 2313158 w 10476249"/>
                  <a:gd name="connsiteY141" fmla="*/ 6224753 h 10435941"/>
                  <a:gd name="connsiteX142" fmla="*/ 1648140 w 10476249"/>
                  <a:gd name="connsiteY142" fmla="*/ 6197044 h 10435941"/>
                  <a:gd name="connsiteX143" fmla="*/ 1218649 w 10476249"/>
                  <a:gd name="connsiteY143" fmla="*/ 6197044 h 10435941"/>
                  <a:gd name="connsiteX144" fmla="*/ 1025455 w 10476249"/>
                  <a:gd name="connsiteY144" fmla="*/ 6178798 h 10435941"/>
                  <a:gd name="connsiteX145" fmla="*/ 692177 w 10476249"/>
                  <a:gd name="connsiteY145" fmla="*/ 6210899 h 10435941"/>
                  <a:gd name="connsiteX146" fmla="*/ 368390 w 10476249"/>
                  <a:gd name="connsiteY146" fmla="*/ 6137320 h 10435941"/>
                  <a:gd name="connsiteX147" fmla="*/ 132975 w 10476249"/>
                  <a:gd name="connsiteY147" fmla="*/ 6294321 h 10435941"/>
                  <a:gd name="connsiteX148" fmla="*/ 0 w 10476249"/>
                  <a:gd name="connsiteY148" fmla="*/ 6169546 h 10435941"/>
                  <a:gd name="connsiteX0" fmla="*/ 0 w 10476249"/>
                  <a:gd name="connsiteY0" fmla="*/ 6169546 h 10435941"/>
                  <a:gd name="connsiteX1" fmla="*/ 93009 w 10476249"/>
                  <a:gd name="connsiteY1" fmla="*/ 6131120 h 10435941"/>
                  <a:gd name="connsiteX2" fmla="*/ 114648 w 10476249"/>
                  <a:gd name="connsiteY2" fmla="*/ 5799866 h 10435941"/>
                  <a:gd name="connsiteX3" fmla="*/ 387377 w 10476249"/>
                  <a:gd name="connsiteY3" fmla="*/ 5532026 h 10435941"/>
                  <a:gd name="connsiteX4" fmla="*/ 636758 w 10476249"/>
                  <a:gd name="connsiteY4" fmla="*/ 5670572 h 10435941"/>
                  <a:gd name="connsiteX5" fmla="*/ 844577 w 10476249"/>
                  <a:gd name="connsiteY5" fmla="*/ 5504317 h 10435941"/>
                  <a:gd name="connsiteX6" fmla="*/ 983122 w 10476249"/>
                  <a:gd name="connsiteY6" fmla="*/ 5351917 h 10435941"/>
                  <a:gd name="connsiteX7" fmla="*/ 1066249 w 10476249"/>
                  <a:gd name="connsiteY7" fmla="*/ 5435044 h 10435941"/>
                  <a:gd name="connsiteX8" fmla="*/ 1169664 w 10476249"/>
                  <a:gd name="connsiteY8" fmla="*/ 5366848 h 10435941"/>
                  <a:gd name="connsiteX9" fmla="*/ 1142175 w 10476249"/>
                  <a:gd name="connsiteY9" fmla="*/ 5610864 h 10435941"/>
                  <a:gd name="connsiteX10" fmla="*/ 1254907 w 10476249"/>
                  <a:gd name="connsiteY10" fmla="*/ 5679710 h 10435941"/>
                  <a:gd name="connsiteX11" fmla="*/ 1513294 w 10476249"/>
                  <a:gd name="connsiteY11" fmla="*/ 5540884 h 10435941"/>
                  <a:gd name="connsiteX12" fmla="*/ 1717413 w 10476249"/>
                  <a:gd name="connsiteY12" fmla="*/ 5296499 h 10435941"/>
                  <a:gd name="connsiteX13" fmla="*/ 2008358 w 10476249"/>
                  <a:gd name="connsiteY13" fmla="*/ 5060972 h 10435941"/>
                  <a:gd name="connsiteX14" fmla="*/ 2105340 w 10476249"/>
                  <a:gd name="connsiteY14" fmla="*/ 4631481 h 10435941"/>
                  <a:gd name="connsiteX15" fmla="*/ 2158106 w 10476249"/>
                  <a:gd name="connsiteY15" fmla="*/ 4164848 h 10435941"/>
                  <a:gd name="connsiteX16" fmla="*/ 2340867 w 10476249"/>
                  <a:gd name="connsiteY16" fmla="*/ 3855626 h 10435941"/>
                  <a:gd name="connsiteX17" fmla="*/ 2738092 w 10476249"/>
                  <a:gd name="connsiteY17" fmla="*/ 3475092 h 10435941"/>
                  <a:gd name="connsiteX18" fmla="*/ 2964322 w 10476249"/>
                  <a:gd name="connsiteY18" fmla="*/ 3259881 h 10435941"/>
                  <a:gd name="connsiteX19" fmla="*/ 2992031 w 10476249"/>
                  <a:gd name="connsiteY19" fmla="*/ 2816535 h 10435941"/>
                  <a:gd name="connsiteX20" fmla="*/ 3061304 w 10476249"/>
                  <a:gd name="connsiteY20" fmla="*/ 2525590 h 10435941"/>
                  <a:gd name="connsiteX21" fmla="*/ 3061304 w 10476249"/>
                  <a:gd name="connsiteY21" fmla="*/ 2317772 h 10435941"/>
                  <a:gd name="connsiteX22" fmla="*/ 3199849 w 10476249"/>
                  <a:gd name="connsiteY22" fmla="*/ 1985262 h 10435941"/>
                  <a:gd name="connsiteX23" fmla="*/ 3199849 w 10476249"/>
                  <a:gd name="connsiteY23" fmla="*/ 1694317 h 10435941"/>
                  <a:gd name="connsiteX24" fmla="*/ 3471561 w 10476249"/>
                  <a:gd name="connsiteY24" fmla="*/ 1126281 h 10435941"/>
                  <a:gd name="connsiteX25" fmla="*/ 3449231 w 10476249"/>
                  <a:gd name="connsiteY25" fmla="*/ 752208 h 10435941"/>
                  <a:gd name="connsiteX26" fmla="*/ 3476940 w 10476249"/>
                  <a:gd name="connsiteY26" fmla="*/ 544390 h 10435941"/>
                  <a:gd name="connsiteX27" fmla="*/ 3809449 w 10476249"/>
                  <a:gd name="connsiteY27" fmla="*/ 184172 h 10435941"/>
                  <a:gd name="connsiteX28" fmla="*/ 4003413 w 10476249"/>
                  <a:gd name="connsiteY28" fmla="*/ 59481 h 10435941"/>
                  <a:gd name="connsiteX29" fmla="*/ 4419049 w 10476249"/>
                  <a:gd name="connsiteY29" fmla="*/ 295008 h 10435941"/>
                  <a:gd name="connsiteX30" fmla="*/ 4585304 w 10476249"/>
                  <a:gd name="connsiteY30" fmla="*/ 488972 h 10435941"/>
                  <a:gd name="connsiteX31" fmla="*/ 5056358 w 10476249"/>
                  <a:gd name="connsiteY31" fmla="*/ 544390 h 10435941"/>
                  <a:gd name="connsiteX32" fmla="*/ 5376782 w 10476249"/>
                  <a:gd name="connsiteY32" fmla="*/ 603639 h 10435941"/>
                  <a:gd name="connsiteX33" fmla="*/ 5554237 w 10476249"/>
                  <a:gd name="connsiteY33" fmla="*/ 588271 h 10435941"/>
                  <a:gd name="connsiteX34" fmla="*/ 5846067 w 10476249"/>
                  <a:gd name="connsiteY34" fmla="*/ 281153 h 10435941"/>
                  <a:gd name="connsiteX35" fmla="*/ 6109304 w 10476249"/>
                  <a:gd name="connsiteY35" fmla="*/ 322717 h 10435941"/>
                  <a:gd name="connsiteX36" fmla="*/ 6527495 w 10476249"/>
                  <a:gd name="connsiteY36" fmla="*/ 168233 h 10435941"/>
                  <a:gd name="connsiteX37" fmla="*/ 6667317 w 10476249"/>
                  <a:gd name="connsiteY37" fmla="*/ 107503 h 10435941"/>
                  <a:gd name="connsiteX38" fmla="*/ 6997273 w 10476249"/>
                  <a:gd name="connsiteY38" fmla="*/ 198026 h 10435941"/>
                  <a:gd name="connsiteX39" fmla="*/ 7217667 w 10476249"/>
                  <a:gd name="connsiteY39" fmla="*/ 17917 h 10435941"/>
                  <a:gd name="connsiteX40" fmla="*/ 7364702 w 10476249"/>
                  <a:gd name="connsiteY40" fmla="*/ 0 h 10435941"/>
                  <a:gd name="connsiteX41" fmla="*/ 7586454 w 10476249"/>
                  <a:gd name="connsiteY41" fmla="*/ 41248 h 10435941"/>
                  <a:gd name="connsiteX42" fmla="*/ 7896540 w 10476249"/>
                  <a:gd name="connsiteY42" fmla="*/ 128753 h 10435941"/>
                  <a:gd name="connsiteX43" fmla="*/ 8298322 w 10476249"/>
                  <a:gd name="connsiteY43" fmla="*/ 59481 h 10435941"/>
                  <a:gd name="connsiteX44" fmla="*/ 8632600 w 10476249"/>
                  <a:gd name="connsiteY44" fmla="*/ 396707 h 10435941"/>
                  <a:gd name="connsiteX45" fmla="*/ 8894067 w 10476249"/>
                  <a:gd name="connsiteY45" fmla="*/ 544390 h 10435941"/>
                  <a:gd name="connsiteX46" fmla="*/ 9132327 w 10476249"/>
                  <a:gd name="connsiteY46" fmla="*/ 420846 h 10435941"/>
                  <a:gd name="connsiteX47" fmla="*/ 9358560 w 10476249"/>
                  <a:gd name="connsiteY47" fmla="*/ 466363 h 10435941"/>
                  <a:gd name="connsiteX48" fmla="*/ 9503667 w 10476249"/>
                  <a:gd name="connsiteY48" fmla="*/ 367819 h 10435941"/>
                  <a:gd name="connsiteX49" fmla="*/ 9563175 w 10476249"/>
                  <a:gd name="connsiteY49" fmla="*/ 323545 h 10435941"/>
                  <a:gd name="connsiteX50" fmla="*/ 9988577 w 10476249"/>
                  <a:gd name="connsiteY50" fmla="*/ 793772 h 10435941"/>
                  <a:gd name="connsiteX51" fmla="*/ 10213576 w 10476249"/>
                  <a:gd name="connsiteY51" fmla="*/ 900934 h 10435941"/>
                  <a:gd name="connsiteX52" fmla="*/ 10224104 w 10476249"/>
                  <a:gd name="connsiteY52" fmla="*/ 987735 h 10435941"/>
                  <a:gd name="connsiteX53" fmla="*/ 10210249 w 10476249"/>
                  <a:gd name="connsiteY53" fmla="*/ 1250972 h 10435941"/>
                  <a:gd name="connsiteX54" fmla="*/ 10224104 w 10476249"/>
                  <a:gd name="connsiteY54" fmla="*/ 1444935 h 10435941"/>
                  <a:gd name="connsiteX55" fmla="*/ 10228661 w 10476249"/>
                  <a:gd name="connsiteY55" fmla="*/ 1580249 h 10435941"/>
                  <a:gd name="connsiteX56" fmla="*/ 10476249 w 10476249"/>
                  <a:gd name="connsiteY56" fmla="*/ 1753897 h 10435941"/>
                  <a:gd name="connsiteX57" fmla="*/ 10063524 w 10476249"/>
                  <a:gd name="connsiteY57" fmla="*/ 2207269 h 10435941"/>
                  <a:gd name="connsiteX58" fmla="*/ 9766904 w 10476249"/>
                  <a:gd name="connsiteY58" fmla="*/ 2497881 h 10435941"/>
                  <a:gd name="connsiteX59" fmla="*/ 9565650 w 10476249"/>
                  <a:gd name="connsiteY59" fmla="*/ 3426134 h 10435941"/>
                  <a:gd name="connsiteX60" fmla="*/ 9518072 w 10476249"/>
                  <a:gd name="connsiteY60" fmla="*/ 3685207 h 10435941"/>
                  <a:gd name="connsiteX61" fmla="*/ 9351267 w 10476249"/>
                  <a:gd name="connsiteY61" fmla="*/ 3911044 h 10435941"/>
                  <a:gd name="connsiteX62" fmla="*/ 9295849 w 10476249"/>
                  <a:gd name="connsiteY62" fmla="*/ 4077299 h 10435941"/>
                  <a:gd name="connsiteX63" fmla="*/ 9181831 w 10476249"/>
                  <a:gd name="connsiteY63" fmla="*/ 4285117 h 10435941"/>
                  <a:gd name="connsiteX64" fmla="*/ 9190850 w 10476249"/>
                  <a:gd name="connsiteY64" fmla="*/ 4430122 h 10435941"/>
                  <a:gd name="connsiteX65" fmla="*/ 9323558 w 10476249"/>
                  <a:gd name="connsiteY65" fmla="*/ 4659190 h 10435941"/>
                  <a:gd name="connsiteX66" fmla="*/ 9367775 w 10476249"/>
                  <a:gd name="connsiteY66" fmla="*/ 4915057 h 10435941"/>
                  <a:gd name="connsiteX67" fmla="*/ 9383534 w 10476249"/>
                  <a:gd name="connsiteY67" fmla="*/ 5208060 h 10435941"/>
                  <a:gd name="connsiteX68" fmla="*/ 9368954 w 10476249"/>
                  <a:gd name="connsiteY68" fmla="*/ 5615153 h 10435941"/>
                  <a:gd name="connsiteX69" fmla="*/ 9504218 w 10476249"/>
                  <a:gd name="connsiteY69" fmla="*/ 5975373 h 10435941"/>
                  <a:gd name="connsiteX70" fmla="*/ 9526091 w 10476249"/>
                  <a:gd name="connsiteY70" fmla="*/ 6403714 h 10435941"/>
                  <a:gd name="connsiteX71" fmla="*/ 9919304 w 10476249"/>
                  <a:gd name="connsiteY71" fmla="*/ 6862062 h 10435941"/>
                  <a:gd name="connsiteX72" fmla="*/ 10037669 w 10476249"/>
                  <a:gd name="connsiteY72" fmla="*/ 7221396 h 10435941"/>
                  <a:gd name="connsiteX73" fmla="*/ 10218503 w 10476249"/>
                  <a:gd name="connsiteY73" fmla="*/ 7514995 h 10435941"/>
                  <a:gd name="connsiteX74" fmla="*/ 9656067 w 10476249"/>
                  <a:gd name="connsiteY74" fmla="*/ 7540935 h 10435941"/>
                  <a:gd name="connsiteX75" fmla="*/ 9159682 w 10476249"/>
                  <a:gd name="connsiteY75" fmla="*/ 7651772 h 10435941"/>
                  <a:gd name="connsiteX76" fmla="*/ 9114466 w 10476249"/>
                  <a:gd name="connsiteY76" fmla="*/ 7790317 h 10435941"/>
                  <a:gd name="connsiteX77" fmla="*/ 9004904 w 10476249"/>
                  <a:gd name="connsiteY77" fmla="*/ 7998135 h 10435941"/>
                  <a:gd name="connsiteX78" fmla="*/ 8919418 w 10476249"/>
                  <a:gd name="connsiteY78" fmla="*/ 8085908 h 10435941"/>
                  <a:gd name="connsiteX79" fmla="*/ 9022382 w 10476249"/>
                  <a:gd name="connsiteY79" fmla="*/ 8313437 h 10435941"/>
                  <a:gd name="connsiteX80" fmla="*/ 9013154 w 10476249"/>
                  <a:gd name="connsiteY80" fmla="*/ 8524608 h 10435941"/>
                  <a:gd name="connsiteX81" fmla="*/ 8979264 w 10476249"/>
                  <a:gd name="connsiteY81" fmla="*/ 8758113 h 10435941"/>
                  <a:gd name="connsiteX82" fmla="*/ 8977195 w 10476249"/>
                  <a:gd name="connsiteY82" fmla="*/ 8967953 h 10435941"/>
                  <a:gd name="connsiteX83" fmla="*/ 8880213 w 10476249"/>
                  <a:gd name="connsiteY83" fmla="*/ 9272753 h 10435941"/>
                  <a:gd name="connsiteX84" fmla="*/ 8907923 w 10476249"/>
                  <a:gd name="connsiteY84" fmla="*/ 9578490 h 10435941"/>
                  <a:gd name="connsiteX85" fmla="*/ 9124310 w 10476249"/>
                  <a:gd name="connsiteY85" fmla="*/ 9750056 h 10435941"/>
                  <a:gd name="connsiteX86" fmla="*/ 9217384 w 10476249"/>
                  <a:gd name="connsiteY86" fmla="*/ 9890275 h 10435941"/>
                  <a:gd name="connsiteX87" fmla="*/ 9448465 w 10476249"/>
                  <a:gd name="connsiteY87" fmla="*/ 9929452 h 10435941"/>
                  <a:gd name="connsiteX88" fmla="*/ 9457627 w 10476249"/>
                  <a:gd name="connsiteY88" fmla="*/ 9818955 h 10435941"/>
                  <a:gd name="connsiteX89" fmla="*/ 9606341 w 10476249"/>
                  <a:gd name="connsiteY89" fmla="*/ 9758904 h 10435941"/>
                  <a:gd name="connsiteX90" fmla="*/ 9617859 w 10476249"/>
                  <a:gd name="connsiteY90" fmla="*/ 10334695 h 10435941"/>
                  <a:gd name="connsiteX91" fmla="*/ 9490259 w 10476249"/>
                  <a:gd name="connsiteY91" fmla="*/ 10338313 h 10435941"/>
                  <a:gd name="connsiteX92" fmla="*/ 9314175 w 10476249"/>
                  <a:gd name="connsiteY92" fmla="*/ 10427202 h 10435941"/>
                  <a:gd name="connsiteX93" fmla="*/ 9189815 w 10476249"/>
                  <a:gd name="connsiteY93" fmla="*/ 10435941 h 10435941"/>
                  <a:gd name="connsiteX94" fmla="*/ 9050829 w 10476249"/>
                  <a:gd name="connsiteY94" fmla="*/ 10122103 h 10435941"/>
                  <a:gd name="connsiteX95" fmla="*/ 8939914 w 10476249"/>
                  <a:gd name="connsiteY95" fmla="*/ 10072174 h 10435941"/>
                  <a:gd name="connsiteX96" fmla="*/ 8778870 w 10476249"/>
                  <a:gd name="connsiteY96" fmla="*/ 9863725 h 10435941"/>
                  <a:gd name="connsiteX97" fmla="*/ 8465017 w 10476249"/>
                  <a:gd name="connsiteY97" fmla="*/ 9748287 h 10435941"/>
                  <a:gd name="connsiteX98" fmla="*/ 8345018 w 10476249"/>
                  <a:gd name="connsiteY98" fmla="*/ 9651431 h 10435941"/>
                  <a:gd name="connsiteX99" fmla="*/ 8270613 w 10476249"/>
                  <a:gd name="connsiteY99" fmla="*/ 9480572 h 10435941"/>
                  <a:gd name="connsiteX100" fmla="*/ 8229159 w 10476249"/>
                  <a:gd name="connsiteY100" fmla="*/ 9374254 h 10435941"/>
                  <a:gd name="connsiteX101" fmla="*/ 8132067 w 10476249"/>
                  <a:gd name="connsiteY101" fmla="*/ 9355881 h 10435941"/>
                  <a:gd name="connsiteX102" fmla="*/ 8076649 w 10476249"/>
                  <a:gd name="connsiteY102" fmla="*/ 9577553 h 10435941"/>
                  <a:gd name="connsiteX103" fmla="*/ 7933959 w 10476249"/>
                  <a:gd name="connsiteY103" fmla="*/ 9610939 h 10435941"/>
                  <a:gd name="connsiteX104" fmla="*/ 7580779 w 10476249"/>
                  <a:gd name="connsiteY104" fmla="*/ 9552340 h 10435941"/>
                  <a:gd name="connsiteX105" fmla="*/ 7442474 w 10476249"/>
                  <a:gd name="connsiteY105" fmla="*/ 9485198 h 10435941"/>
                  <a:gd name="connsiteX106" fmla="*/ 7250179 w 10476249"/>
                  <a:gd name="connsiteY106" fmla="*/ 9449904 h 10435941"/>
                  <a:gd name="connsiteX107" fmla="*/ 7156996 w 10476249"/>
                  <a:gd name="connsiteY107" fmla="*/ 9200180 h 10435941"/>
                  <a:gd name="connsiteX108" fmla="*/ 6940577 w 10476249"/>
                  <a:gd name="connsiteY108" fmla="*/ 9189626 h 10435941"/>
                  <a:gd name="connsiteX109" fmla="*/ 6659679 w 10476249"/>
                  <a:gd name="connsiteY109" fmla="*/ 9285034 h 10435941"/>
                  <a:gd name="connsiteX110" fmla="*/ 6664954 w 10476249"/>
                  <a:gd name="connsiteY110" fmla="*/ 9099745 h 10435941"/>
                  <a:gd name="connsiteX111" fmla="*/ 6538463 w 10476249"/>
                  <a:gd name="connsiteY111" fmla="*/ 9013951 h 10435941"/>
                  <a:gd name="connsiteX112" fmla="*/ 6414104 w 10476249"/>
                  <a:gd name="connsiteY112" fmla="*/ 8954099 h 10435941"/>
                  <a:gd name="connsiteX113" fmla="*/ 6311517 w 10476249"/>
                  <a:gd name="connsiteY113" fmla="*/ 9057307 h 10435941"/>
                  <a:gd name="connsiteX114" fmla="*/ 6153358 w 10476249"/>
                  <a:gd name="connsiteY114" fmla="*/ 8978227 h 10435941"/>
                  <a:gd name="connsiteX115" fmla="*/ 5987727 w 10476249"/>
                  <a:gd name="connsiteY115" fmla="*/ 9093734 h 10435941"/>
                  <a:gd name="connsiteX116" fmla="*/ 5721485 w 10476249"/>
                  <a:gd name="connsiteY116" fmla="*/ 9101726 h 10435941"/>
                  <a:gd name="connsiteX117" fmla="*/ 5660355 w 10476249"/>
                  <a:gd name="connsiteY117" fmla="*/ 9081904 h 10435941"/>
                  <a:gd name="connsiteX118" fmla="*/ 5493010 w 10476249"/>
                  <a:gd name="connsiteY118" fmla="*/ 9128137 h 10435941"/>
                  <a:gd name="connsiteX119" fmla="*/ 5491454 w 10476249"/>
                  <a:gd name="connsiteY119" fmla="*/ 8870972 h 10435941"/>
                  <a:gd name="connsiteX120" fmla="*/ 5491452 w 10476249"/>
                  <a:gd name="connsiteY120" fmla="*/ 8634977 h 10435941"/>
                  <a:gd name="connsiteX121" fmla="*/ 5275804 w 10476249"/>
                  <a:gd name="connsiteY121" fmla="*/ 8324085 h 10435941"/>
                  <a:gd name="connsiteX122" fmla="*/ 5215919 w 10476249"/>
                  <a:gd name="connsiteY122" fmla="*/ 8082820 h 10435941"/>
                  <a:gd name="connsiteX123" fmla="*/ 5302626 w 10476249"/>
                  <a:gd name="connsiteY123" fmla="*/ 7610208 h 10435941"/>
                  <a:gd name="connsiteX124" fmla="*/ 5186654 w 10476249"/>
                  <a:gd name="connsiteY124" fmla="*/ 7320352 h 10435941"/>
                  <a:gd name="connsiteX125" fmla="*/ 5236467 w 10476249"/>
                  <a:gd name="connsiteY125" fmla="*/ 7069881 h 10435941"/>
                  <a:gd name="connsiteX126" fmla="*/ 5240494 w 10476249"/>
                  <a:gd name="connsiteY126" fmla="*/ 6935795 h 10435941"/>
                  <a:gd name="connsiteX127" fmla="*/ 4563198 w 10476249"/>
                  <a:gd name="connsiteY127" fmla="*/ 7013996 h 10435941"/>
                  <a:gd name="connsiteX128" fmla="*/ 4546078 w 10476249"/>
                  <a:gd name="connsiteY128" fmla="*/ 6840580 h 10435941"/>
                  <a:gd name="connsiteX129" fmla="*/ 4482099 w 10476249"/>
                  <a:gd name="connsiteY129" fmla="*/ 6706626 h 10435941"/>
                  <a:gd name="connsiteX130" fmla="*/ 4312585 w 10476249"/>
                  <a:gd name="connsiteY130" fmla="*/ 6826329 h 10435941"/>
                  <a:gd name="connsiteX131" fmla="*/ 3996939 w 10476249"/>
                  <a:gd name="connsiteY131" fmla="*/ 6862493 h 10435941"/>
                  <a:gd name="connsiteX132" fmla="*/ 3961849 w 10476249"/>
                  <a:gd name="connsiteY132" fmla="*/ 7069881 h 10435941"/>
                  <a:gd name="connsiteX133" fmla="*/ 3918262 w 10476249"/>
                  <a:gd name="connsiteY133" fmla="*/ 7281279 h 10435941"/>
                  <a:gd name="connsiteX134" fmla="*/ 3869750 w 10476249"/>
                  <a:gd name="connsiteY134" fmla="*/ 7403480 h 10435941"/>
                  <a:gd name="connsiteX135" fmla="*/ 3558094 w 10476249"/>
                  <a:gd name="connsiteY135" fmla="*/ 7365450 h 10435941"/>
                  <a:gd name="connsiteX136" fmla="*/ 3296831 w 10476249"/>
                  <a:gd name="connsiteY136" fmla="*/ 7402390 h 10435941"/>
                  <a:gd name="connsiteX137" fmla="*/ 2911715 w 10476249"/>
                  <a:gd name="connsiteY137" fmla="*/ 7451307 h 10435941"/>
                  <a:gd name="connsiteX138" fmla="*/ 2733706 w 10476249"/>
                  <a:gd name="connsiteY138" fmla="*/ 7166777 h 10435941"/>
                  <a:gd name="connsiteX139" fmla="*/ 2571924 w 10476249"/>
                  <a:gd name="connsiteY139" fmla="*/ 6908102 h 10435941"/>
                  <a:gd name="connsiteX140" fmla="*/ 2391703 w 10476249"/>
                  <a:gd name="connsiteY140" fmla="*/ 6257406 h 10435941"/>
                  <a:gd name="connsiteX141" fmla="*/ 2313158 w 10476249"/>
                  <a:gd name="connsiteY141" fmla="*/ 6224753 h 10435941"/>
                  <a:gd name="connsiteX142" fmla="*/ 1648140 w 10476249"/>
                  <a:gd name="connsiteY142" fmla="*/ 6197044 h 10435941"/>
                  <a:gd name="connsiteX143" fmla="*/ 1218649 w 10476249"/>
                  <a:gd name="connsiteY143" fmla="*/ 6197044 h 10435941"/>
                  <a:gd name="connsiteX144" fmla="*/ 1025455 w 10476249"/>
                  <a:gd name="connsiteY144" fmla="*/ 6178798 h 10435941"/>
                  <a:gd name="connsiteX145" fmla="*/ 692177 w 10476249"/>
                  <a:gd name="connsiteY145" fmla="*/ 6210899 h 10435941"/>
                  <a:gd name="connsiteX146" fmla="*/ 368390 w 10476249"/>
                  <a:gd name="connsiteY146" fmla="*/ 6137320 h 10435941"/>
                  <a:gd name="connsiteX147" fmla="*/ 132975 w 10476249"/>
                  <a:gd name="connsiteY147" fmla="*/ 6294321 h 10435941"/>
                  <a:gd name="connsiteX148" fmla="*/ 0 w 10476249"/>
                  <a:gd name="connsiteY148" fmla="*/ 6169546 h 10435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10476249" h="10435941">
                    <a:moveTo>
                      <a:pt x="0" y="6169546"/>
                    </a:moveTo>
                    <a:lnTo>
                      <a:pt x="93009" y="6131120"/>
                    </a:lnTo>
                    <a:lnTo>
                      <a:pt x="114648" y="5799866"/>
                    </a:lnTo>
                    <a:lnTo>
                      <a:pt x="387377" y="5532026"/>
                    </a:lnTo>
                    <a:lnTo>
                      <a:pt x="636758" y="5670572"/>
                    </a:lnTo>
                    <a:lnTo>
                      <a:pt x="844577" y="5504317"/>
                    </a:lnTo>
                    <a:lnTo>
                      <a:pt x="983122" y="5351917"/>
                    </a:lnTo>
                    <a:lnTo>
                      <a:pt x="1066249" y="5435044"/>
                    </a:lnTo>
                    <a:cubicBezTo>
                      <a:pt x="1089704" y="5465924"/>
                      <a:pt x="1138221" y="5326070"/>
                      <a:pt x="1169664" y="5366848"/>
                    </a:cubicBezTo>
                    <a:cubicBezTo>
                      <a:pt x="1191481" y="5380804"/>
                      <a:pt x="1127968" y="5558720"/>
                      <a:pt x="1142175" y="5610864"/>
                    </a:cubicBezTo>
                    <a:cubicBezTo>
                      <a:pt x="1156382" y="5663008"/>
                      <a:pt x="1202981" y="5686002"/>
                      <a:pt x="1254907" y="5679710"/>
                    </a:cubicBezTo>
                    <a:lnTo>
                      <a:pt x="1513294" y="5540884"/>
                    </a:lnTo>
                    <a:lnTo>
                      <a:pt x="1717413" y="5296499"/>
                    </a:lnTo>
                    <a:lnTo>
                      <a:pt x="2008358" y="5060972"/>
                    </a:lnTo>
                    <a:cubicBezTo>
                      <a:pt x="2072756" y="4917808"/>
                      <a:pt x="2127991" y="4774646"/>
                      <a:pt x="2105340" y="4631481"/>
                    </a:cubicBezTo>
                    <a:lnTo>
                      <a:pt x="2158106" y="4164848"/>
                    </a:lnTo>
                    <a:lnTo>
                      <a:pt x="2340867" y="3855626"/>
                    </a:lnTo>
                    <a:lnTo>
                      <a:pt x="2738092" y="3475092"/>
                    </a:lnTo>
                    <a:lnTo>
                      <a:pt x="2964322" y="3259881"/>
                    </a:lnTo>
                    <a:lnTo>
                      <a:pt x="2992031" y="2816535"/>
                    </a:lnTo>
                    <a:lnTo>
                      <a:pt x="3061304" y="2525590"/>
                    </a:lnTo>
                    <a:lnTo>
                      <a:pt x="3061304" y="2317772"/>
                    </a:lnTo>
                    <a:lnTo>
                      <a:pt x="3199849" y="1985262"/>
                    </a:lnTo>
                    <a:lnTo>
                      <a:pt x="3199849" y="1694317"/>
                    </a:lnTo>
                    <a:lnTo>
                      <a:pt x="3471561" y="1126281"/>
                    </a:lnTo>
                    <a:lnTo>
                      <a:pt x="3449231" y="752208"/>
                    </a:lnTo>
                    <a:lnTo>
                      <a:pt x="3476940" y="544390"/>
                    </a:lnTo>
                    <a:lnTo>
                      <a:pt x="3809449" y="184172"/>
                    </a:lnTo>
                    <a:lnTo>
                      <a:pt x="4003413" y="59481"/>
                    </a:lnTo>
                    <a:lnTo>
                      <a:pt x="4419049" y="295008"/>
                    </a:lnTo>
                    <a:lnTo>
                      <a:pt x="4585304" y="488972"/>
                    </a:lnTo>
                    <a:lnTo>
                      <a:pt x="5056358" y="544390"/>
                    </a:lnTo>
                    <a:lnTo>
                      <a:pt x="5376782" y="603639"/>
                    </a:lnTo>
                    <a:lnTo>
                      <a:pt x="5554237" y="588271"/>
                    </a:lnTo>
                    <a:lnTo>
                      <a:pt x="5846067" y="281153"/>
                    </a:lnTo>
                    <a:lnTo>
                      <a:pt x="6109304" y="322717"/>
                    </a:lnTo>
                    <a:lnTo>
                      <a:pt x="6527495" y="168233"/>
                    </a:lnTo>
                    <a:lnTo>
                      <a:pt x="6667317" y="107503"/>
                    </a:lnTo>
                    <a:lnTo>
                      <a:pt x="6997273" y="198026"/>
                    </a:lnTo>
                    <a:lnTo>
                      <a:pt x="7217667" y="17917"/>
                    </a:lnTo>
                    <a:lnTo>
                      <a:pt x="7364702" y="0"/>
                    </a:lnTo>
                    <a:lnTo>
                      <a:pt x="7586454" y="41248"/>
                    </a:lnTo>
                    <a:lnTo>
                      <a:pt x="7896540" y="128753"/>
                    </a:lnTo>
                    <a:cubicBezTo>
                      <a:pt x="8101803" y="40811"/>
                      <a:pt x="8164395" y="82572"/>
                      <a:pt x="8298322" y="59481"/>
                    </a:cubicBezTo>
                    <a:lnTo>
                      <a:pt x="8632600" y="396707"/>
                    </a:lnTo>
                    <a:lnTo>
                      <a:pt x="8894067" y="544390"/>
                    </a:lnTo>
                    <a:lnTo>
                      <a:pt x="9132327" y="420846"/>
                    </a:lnTo>
                    <a:lnTo>
                      <a:pt x="9358560" y="466363"/>
                    </a:lnTo>
                    <a:lnTo>
                      <a:pt x="9503667" y="367819"/>
                    </a:lnTo>
                    <a:lnTo>
                      <a:pt x="9563175" y="323545"/>
                    </a:lnTo>
                    <a:lnTo>
                      <a:pt x="9988577" y="793772"/>
                    </a:lnTo>
                    <a:lnTo>
                      <a:pt x="10213576" y="900934"/>
                    </a:lnTo>
                    <a:lnTo>
                      <a:pt x="10224104" y="987735"/>
                    </a:lnTo>
                    <a:lnTo>
                      <a:pt x="10210249" y="1250972"/>
                    </a:lnTo>
                    <a:lnTo>
                      <a:pt x="10224104" y="1444935"/>
                    </a:lnTo>
                    <a:lnTo>
                      <a:pt x="10228661" y="1580249"/>
                    </a:lnTo>
                    <a:lnTo>
                      <a:pt x="10476249" y="1753897"/>
                    </a:lnTo>
                    <a:lnTo>
                      <a:pt x="10063524" y="2207269"/>
                    </a:lnTo>
                    <a:lnTo>
                      <a:pt x="9766904" y="2497881"/>
                    </a:lnTo>
                    <a:cubicBezTo>
                      <a:pt x="9675151" y="2807299"/>
                      <a:pt x="9548568" y="3116716"/>
                      <a:pt x="9565650" y="3426134"/>
                    </a:cubicBezTo>
                    <a:lnTo>
                      <a:pt x="9518072" y="3685207"/>
                    </a:lnTo>
                    <a:lnTo>
                      <a:pt x="9351267" y="3911044"/>
                    </a:lnTo>
                    <a:lnTo>
                      <a:pt x="9295849" y="4077299"/>
                    </a:lnTo>
                    <a:lnTo>
                      <a:pt x="9181831" y="4285117"/>
                    </a:lnTo>
                    <a:lnTo>
                      <a:pt x="9190850" y="4430122"/>
                    </a:lnTo>
                    <a:lnTo>
                      <a:pt x="9323558" y="4659190"/>
                    </a:lnTo>
                    <a:lnTo>
                      <a:pt x="9367775" y="4915057"/>
                    </a:lnTo>
                    <a:lnTo>
                      <a:pt x="9383534" y="5208060"/>
                    </a:lnTo>
                    <a:lnTo>
                      <a:pt x="9368954" y="5615153"/>
                    </a:lnTo>
                    <a:lnTo>
                      <a:pt x="9504218" y="5975373"/>
                    </a:lnTo>
                    <a:lnTo>
                      <a:pt x="9526091" y="6403714"/>
                    </a:lnTo>
                    <a:cubicBezTo>
                      <a:pt x="9618396" y="6565350"/>
                      <a:pt x="9693509" y="6705738"/>
                      <a:pt x="9919304" y="6862062"/>
                    </a:cubicBezTo>
                    <a:lnTo>
                      <a:pt x="10037669" y="7221396"/>
                    </a:lnTo>
                    <a:lnTo>
                      <a:pt x="10218503" y="7514995"/>
                    </a:lnTo>
                    <a:lnTo>
                      <a:pt x="9656067" y="7540935"/>
                    </a:lnTo>
                    <a:lnTo>
                      <a:pt x="9159682" y="7651772"/>
                    </a:lnTo>
                    <a:lnTo>
                      <a:pt x="9114466" y="7790317"/>
                    </a:lnTo>
                    <a:lnTo>
                      <a:pt x="9004904" y="7998135"/>
                    </a:lnTo>
                    <a:lnTo>
                      <a:pt x="8919418" y="8085908"/>
                    </a:lnTo>
                    <a:lnTo>
                      <a:pt x="9022382" y="8313437"/>
                    </a:lnTo>
                    <a:lnTo>
                      <a:pt x="9013154" y="8524608"/>
                    </a:lnTo>
                    <a:cubicBezTo>
                      <a:pt x="9001857" y="8602443"/>
                      <a:pt x="8964130" y="8669655"/>
                      <a:pt x="8979264" y="8758113"/>
                    </a:cubicBezTo>
                    <a:cubicBezTo>
                      <a:pt x="8978574" y="8828060"/>
                      <a:pt x="8977885" y="8898006"/>
                      <a:pt x="8977195" y="8967953"/>
                    </a:cubicBezTo>
                    <a:lnTo>
                      <a:pt x="8880213" y="9272753"/>
                    </a:lnTo>
                    <a:lnTo>
                      <a:pt x="8907923" y="9578490"/>
                    </a:lnTo>
                    <a:lnTo>
                      <a:pt x="9124310" y="9750056"/>
                    </a:lnTo>
                    <a:lnTo>
                      <a:pt x="9217384" y="9890275"/>
                    </a:lnTo>
                    <a:lnTo>
                      <a:pt x="9448465" y="9929452"/>
                    </a:lnTo>
                    <a:lnTo>
                      <a:pt x="9457627" y="9818955"/>
                    </a:lnTo>
                    <a:lnTo>
                      <a:pt x="9606341" y="9758904"/>
                    </a:lnTo>
                    <a:lnTo>
                      <a:pt x="9617859" y="10334695"/>
                    </a:lnTo>
                    <a:lnTo>
                      <a:pt x="9490259" y="10338313"/>
                    </a:lnTo>
                    <a:lnTo>
                      <a:pt x="9314175" y="10427202"/>
                    </a:lnTo>
                    <a:lnTo>
                      <a:pt x="9189815" y="10435941"/>
                    </a:lnTo>
                    <a:lnTo>
                      <a:pt x="9050829" y="10122103"/>
                    </a:lnTo>
                    <a:lnTo>
                      <a:pt x="8939914" y="10072174"/>
                    </a:lnTo>
                    <a:cubicBezTo>
                      <a:pt x="8924414" y="9925960"/>
                      <a:pt x="8821861" y="9950089"/>
                      <a:pt x="8778870" y="9863725"/>
                    </a:cubicBezTo>
                    <a:lnTo>
                      <a:pt x="8465017" y="9748287"/>
                    </a:lnTo>
                    <a:lnTo>
                      <a:pt x="8345018" y="9651431"/>
                    </a:lnTo>
                    <a:lnTo>
                      <a:pt x="8270613" y="9480572"/>
                    </a:lnTo>
                    <a:lnTo>
                      <a:pt x="8229159" y="9374254"/>
                    </a:lnTo>
                    <a:lnTo>
                      <a:pt x="8132067" y="9355881"/>
                    </a:lnTo>
                    <a:lnTo>
                      <a:pt x="8076649" y="9577553"/>
                    </a:lnTo>
                    <a:lnTo>
                      <a:pt x="7933959" y="9610939"/>
                    </a:lnTo>
                    <a:lnTo>
                      <a:pt x="7580779" y="9552340"/>
                    </a:lnTo>
                    <a:lnTo>
                      <a:pt x="7442474" y="9485198"/>
                    </a:lnTo>
                    <a:lnTo>
                      <a:pt x="7250179" y="9449904"/>
                    </a:lnTo>
                    <a:lnTo>
                      <a:pt x="7156996" y="9200180"/>
                    </a:lnTo>
                    <a:lnTo>
                      <a:pt x="6940577" y="9189626"/>
                    </a:lnTo>
                    <a:lnTo>
                      <a:pt x="6659679" y="9285034"/>
                    </a:lnTo>
                    <a:lnTo>
                      <a:pt x="6664954" y="9099745"/>
                    </a:lnTo>
                    <a:lnTo>
                      <a:pt x="6538463" y="9013951"/>
                    </a:lnTo>
                    <a:lnTo>
                      <a:pt x="6414104" y="8954099"/>
                    </a:lnTo>
                    <a:lnTo>
                      <a:pt x="6311517" y="9057307"/>
                    </a:lnTo>
                    <a:lnTo>
                      <a:pt x="6153358" y="8978227"/>
                    </a:lnTo>
                    <a:lnTo>
                      <a:pt x="5987727" y="9093734"/>
                    </a:lnTo>
                    <a:lnTo>
                      <a:pt x="5721485" y="9101726"/>
                    </a:lnTo>
                    <a:lnTo>
                      <a:pt x="5660355" y="9081904"/>
                    </a:lnTo>
                    <a:lnTo>
                      <a:pt x="5493010" y="9128137"/>
                    </a:lnTo>
                    <a:cubicBezTo>
                      <a:pt x="5492491" y="9042415"/>
                      <a:pt x="5491973" y="8956694"/>
                      <a:pt x="5491454" y="8870972"/>
                    </a:cubicBezTo>
                    <a:cubicBezTo>
                      <a:pt x="5491453" y="8792307"/>
                      <a:pt x="5491453" y="8713642"/>
                      <a:pt x="5491452" y="8634977"/>
                    </a:cubicBezTo>
                    <a:lnTo>
                      <a:pt x="5275804" y="8324085"/>
                    </a:lnTo>
                    <a:lnTo>
                      <a:pt x="5215919" y="8082820"/>
                    </a:lnTo>
                    <a:lnTo>
                      <a:pt x="5302626" y="7610208"/>
                    </a:lnTo>
                    <a:lnTo>
                      <a:pt x="5186654" y="7320352"/>
                    </a:lnTo>
                    <a:lnTo>
                      <a:pt x="5236467" y="7069881"/>
                    </a:lnTo>
                    <a:lnTo>
                      <a:pt x="5240494" y="6935795"/>
                    </a:lnTo>
                    <a:lnTo>
                      <a:pt x="4563198" y="7013996"/>
                    </a:lnTo>
                    <a:lnTo>
                      <a:pt x="4546078" y="6840580"/>
                    </a:lnTo>
                    <a:lnTo>
                      <a:pt x="4482099" y="6706626"/>
                    </a:lnTo>
                    <a:lnTo>
                      <a:pt x="4312585" y="6826329"/>
                    </a:lnTo>
                    <a:lnTo>
                      <a:pt x="3996939" y="6862493"/>
                    </a:lnTo>
                    <a:cubicBezTo>
                      <a:pt x="3948589" y="6937761"/>
                      <a:pt x="3964383" y="6976199"/>
                      <a:pt x="3961849" y="7069881"/>
                    </a:cubicBezTo>
                    <a:lnTo>
                      <a:pt x="3918262" y="7281279"/>
                    </a:lnTo>
                    <a:cubicBezTo>
                      <a:pt x="3919300" y="7318588"/>
                      <a:pt x="3868712" y="7366171"/>
                      <a:pt x="3869750" y="7403480"/>
                    </a:cubicBezTo>
                    <a:lnTo>
                      <a:pt x="3558094" y="7365450"/>
                    </a:lnTo>
                    <a:lnTo>
                      <a:pt x="3296831" y="7402390"/>
                    </a:lnTo>
                    <a:lnTo>
                      <a:pt x="2911715" y="7451307"/>
                    </a:lnTo>
                    <a:lnTo>
                      <a:pt x="2733706" y="7166777"/>
                    </a:lnTo>
                    <a:lnTo>
                      <a:pt x="2571924" y="6908102"/>
                    </a:lnTo>
                    <a:cubicBezTo>
                      <a:pt x="2511850" y="6691203"/>
                      <a:pt x="2396797" y="6474306"/>
                      <a:pt x="2391703" y="6257406"/>
                    </a:cubicBezTo>
                    <a:lnTo>
                      <a:pt x="2313158" y="6224753"/>
                    </a:lnTo>
                    <a:lnTo>
                      <a:pt x="1648140" y="6197044"/>
                    </a:lnTo>
                    <a:lnTo>
                      <a:pt x="1218649" y="6197044"/>
                    </a:lnTo>
                    <a:lnTo>
                      <a:pt x="1025455" y="6178798"/>
                    </a:lnTo>
                    <a:lnTo>
                      <a:pt x="692177" y="6210899"/>
                    </a:lnTo>
                    <a:lnTo>
                      <a:pt x="368390" y="6137320"/>
                    </a:lnTo>
                    <a:lnTo>
                      <a:pt x="132975" y="6294321"/>
                    </a:lnTo>
                    <a:lnTo>
                      <a:pt x="0" y="6169546"/>
                    </a:lnTo>
                    <a:close/>
                  </a:path>
                </a:pathLst>
              </a:custGeom>
              <a:noFill/>
              <a:ln w="38100">
                <a:solidFill>
                  <a:srgbClr val="009A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7" name="Rectangle 6">
            <a:extLst>
              <a:ext uri="{FF2B5EF4-FFF2-40B4-BE49-F238E27FC236}">
                <a16:creationId xmlns:a16="http://schemas.microsoft.com/office/drawing/2014/main" id="{F5043760-63BE-F10C-A7A5-C7FFB0A3F9FB}"/>
              </a:ext>
            </a:extLst>
          </p:cNvPr>
          <p:cNvSpPr/>
          <p:nvPr/>
        </p:nvSpPr>
        <p:spPr>
          <a:xfrm>
            <a:off x="6170268" y="188640"/>
            <a:ext cx="5725851" cy="24424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3200" b="1" dirty="0">
                <a:solidFill>
                  <a:schemeClr val="tx2">
                    <a:lumMod val="90000"/>
                    <a:lumOff val="10000"/>
                  </a:schemeClr>
                </a:solidFill>
              </a:rPr>
              <a:t>Revue annuelle du PEV 2025</a:t>
            </a:r>
          </a:p>
          <a:p>
            <a:pPr algn="ctr"/>
            <a:r>
              <a:rPr lang="fr-FR" sz="3200" b="1" dirty="0">
                <a:solidFill>
                  <a:srgbClr val="C00000"/>
                </a:solidFill>
              </a:rPr>
              <a:t>Contribution des partenaires Techniques et Financiers </a:t>
            </a:r>
            <a:endParaRPr lang="en-US" sz="3200" b="1" dirty="0">
              <a:solidFill>
                <a:srgbClr val="C00000"/>
              </a:solidFill>
            </a:endParaRPr>
          </a:p>
        </p:txBody>
      </p:sp>
      <p:sp>
        <p:nvSpPr>
          <p:cNvPr id="13" name="Rectangle 12">
            <a:extLst>
              <a:ext uri="{FF2B5EF4-FFF2-40B4-BE49-F238E27FC236}">
                <a16:creationId xmlns:a16="http://schemas.microsoft.com/office/drawing/2014/main" id="{53678DFB-E019-54A8-C035-9BF03BE124AC}"/>
              </a:ext>
            </a:extLst>
          </p:cNvPr>
          <p:cNvSpPr/>
          <p:nvPr/>
        </p:nvSpPr>
        <p:spPr>
          <a:xfrm>
            <a:off x="6494561" y="3223436"/>
            <a:ext cx="5401558" cy="8309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b="1" dirty="0"/>
              <a:t>Partenaire: OMS</a:t>
            </a:r>
            <a:endParaRPr lang="en-US" sz="3600" b="1" dirty="0"/>
          </a:p>
        </p:txBody>
      </p:sp>
    </p:spTree>
    <p:extLst>
      <p:ext uri="{BB962C8B-B14F-4D97-AF65-F5344CB8AC3E}">
        <p14:creationId xmlns:p14="http://schemas.microsoft.com/office/powerpoint/2010/main" val="483482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28413F4-4DC4-D63E-08BB-FCF38BBF8993}"/>
              </a:ext>
            </a:extLst>
          </p:cNvPr>
          <p:cNvGrpSpPr/>
          <p:nvPr/>
        </p:nvGrpSpPr>
        <p:grpSpPr>
          <a:xfrm>
            <a:off x="442452" y="1279190"/>
            <a:ext cx="11437261" cy="4589222"/>
            <a:chOff x="442452" y="1279190"/>
            <a:chExt cx="11437261" cy="4589222"/>
          </a:xfrm>
        </p:grpSpPr>
        <p:sp>
          <p:nvSpPr>
            <p:cNvPr id="97" name="Flowchart: Manual Operation 4">
              <a:extLst>
                <a:ext uri="{FF2B5EF4-FFF2-40B4-BE49-F238E27FC236}">
                  <a16:creationId xmlns:a16="http://schemas.microsoft.com/office/drawing/2014/main" id="{32F276A3-5479-68FC-63BA-1A1D8D7178EF}"/>
                </a:ext>
              </a:extLst>
            </p:cNvPr>
            <p:cNvSpPr/>
            <p:nvPr/>
          </p:nvSpPr>
          <p:spPr>
            <a:xfrm rot="10800000">
              <a:off x="6398972" y="1614339"/>
              <a:ext cx="1337773" cy="66769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1182"/>
                <a:gd name="connsiteY0" fmla="*/ 0 h 10000"/>
                <a:gd name="connsiteX1" fmla="*/ 11182 w 11182"/>
                <a:gd name="connsiteY1" fmla="*/ 0 h 10000"/>
                <a:gd name="connsiteX2" fmla="*/ 8000 w 11182"/>
                <a:gd name="connsiteY2" fmla="*/ 10000 h 10000"/>
                <a:gd name="connsiteX3" fmla="*/ 2000 w 11182"/>
                <a:gd name="connsiteY3" fmla="*/ 10000 h 10000"/>
                <a:gd name="connsiteX4" fmla="*/ 0 w 11182"/>
                <a:gd name="connsiteY4" fmla="*/ 0 h 10000"/>
                <a:gd name="connsiteX0" fmla="*/ 0 w 11182"/>
                <a:gd name="connsiteY0" fmla="*/ 0 h 10000"/>
                <a:gd name="connsiteX1" fmla="*/ 11182 w 11182"/>
                <a:gd name="connsiteY1" fmla="*/ 0 h 10000"/>
                <a:gd name="connsiteX2" fmla="*/ 8000 w 11182"/>
                <a:gd name="connsiteY2" fmla="*/ 10000 h 10000"/>
                <a:gd name="connsiteX3" fmla="*/ 2000 w 11182"/>
                <a:gd name="connsiteY3" fmla="*/ 10000 h 10000"/>
                <a:gd name="connsiteX4" fmla="*/ 658 w 11182"/>
                <a:gd name="connsiteY4" fmla="*/ 1493 h 10000"/>
                <a:gd name="connsiteX0" fmla="*/ 10524 w 10524"/>
                <a:gd name="connsiteY0" fmla="*/ 0 h 10000"/>
                <a:gd name="connsiteX1" fmla="*/ 7342 w 10524"/>
                <a:gd name="connsiteY1" fmla="*/ 10000 h 10000"/>
                <a:gd name="connsiteX2" fmla="*/ 1342 w 10524"/>
                <a:gd name="connsiteY2" fmla="*/ 10000 h 10000"/>
                <a:gd name="connsiteX3" fmla="*/ 0 w 10524"/>
                <a:gd name="connsiteY3" fmla="*/ 1493 h 10000"/>
                <a:gd name="connsiteX0" fmla="*/ 9182 w 9182"/>
                <a:gd name="connsiteY0" fmla="*/ 0 h 10000"/>
                <a:gd name="connsiteX1" fmla="*/ 6000 w 9182"/>
                <a:gd name="connsiteY1" fmla="*/ 10000 h 10000"/>
                <a:gd name="connsiteX2" fmla="*/ 0 w 9182"/>
                <a:gd name="connsiteY2" fmla="*/ 10000 h 10000"/>
              </a:gdLst>
              <a:ahLst/>
              <a:cxnLst>
                <a:cxn ang="0">
                  <a:pos x="connsiteX0" y="connsiteY0"/>
                </a:cxn>
                <a:cxn ang="0">
                  <a:pos x="connsiteX1" y="connsiteY1"/>
                </a:cxn>
                <a:cxn ang="0">
                  <a:pos x="connsiteX2" y="connsiteY2"/>
                </a:cxn>
              </a:cxnLst>
              <a:rect l="l" t="t" r="r" b="b"/>
              <a:pathLst>
                <a:path w="9182" h="10000">
                  <a:moveTo>
                    <a:pt x="9182" y="0"/>
                  </a:moveTo>
                  <a:lnTo>
                    <a:pt x="6000" y="10000"/>
                  </a:lnTo>
                  <a:lnTo>
                    <a:pt x="0" y="10000"/>
                  </a:lnTo>
                </a:path>
              </a:pathLst>
            </a:custGeom>
            <a:noFill/>
            <a:ln w="19050">
              <a:solidFill>
                <a:srgbClr val="00206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Palatino Linotype" panose="02040502050505030304" pitchFamily="18" charset="0"/>
                <a:ea typeface="+mn-ea"/>
                <a:cs typeface="+mn-cs"/>
              </a:endParaRPr>
            </a:p>
          </p:txBody>
        </p:sp>
        <p:cxnSp>
          <p:nvCxnSpPr>
            <p:cNvPr id="98" name="Straight Connector 97">
              <a:extLst>
                <a:ext uri="{FF2B5EF4-FFF2-40B4-BE49-F238E27FC236}">
                  <a16:creationId xmlns:a16="http://schemas.microsoft.com/office/drawing/2014/main" id="{ABCD036E-32AB-93C1-349D-087F4E917A00}"/>
                </a:ext>
              </a:extLst>
            </p:cNvPr>
            <p:cNvCxnSpPr>
              <a:cxnSpLocks/>
            </p:cNvCxnSpPr>
            <p:nvPr/>
          </p:nvCxnSpPr>
          <p:spPr>
            <a:xfrm>
              <a:off x="7113385" y="2668700"/>
              <a:ext cx="62336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99" name="Flowchart: Manual Operation 4">
              <a:extLst>
                <a:ext uri="{FF2B5EF4-FFF2-40B4-BE49-F238E27FC236}">
                  <a16:creationId xmlns:a16="http://schemas.microsoft.com/office/drawing/2014/main" id="{4D129193-A603-B5DE-D4F0-5F429BC6342D}"/>
                </a:ext>
              </a:extLst>
            </p:cNvPr>
            <p:cNvSpPr/>
            <p:nvPr/>
          </p:nvSpPr>
          <p:spPr>
            <a:xfrm rot="10800000" flipV="1">
              <a:off x="6398972" y="3961404"/>
              <a:ext cx="1337773" cy="667693"/>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1182"/>
                <a:gd name="connsiteY0" fmla="*/ 0 h 10000"/>
                <a:gd name="connsiteX1" fmla="*/ 11182 w 11182"/>
                <a:gd name="connsiteY1" fmla="*/ 0 h 10000"/>
                <a:gd name="connsiteX2" fmla="*/ 8000 w 11182"/>
                <a:gd name="connsiteY2" fmla="*/ 10000 h 10000"/>
                <a:gd name="connsiteX3" fmla="*/ 2000 w 11182"/>
                <a:gd name="connsiteY3" fmla="*/ 10000 h 10000"/>
                <a:gd name="connsiteX4" fmla="*/ 0 w 11182"/>
                <a:gd name="connsiteY4" fmla="*/ 0 h 10000"/>
                <a:gd name="connsiteX0" fmla="*/ 0 w 11182"/>
                <a:gd name="connsiteY0" fmla="*/ 0 h 10000"/>
                <a:gd name="connsiteX1" fmla="*/ 11182 w 11182"/>
                <a:gd name="connsiteY1" fmla="*/ 0 h 10000"/>
                <a:gd name="connsiteX2" fmla="*/ 8000 w 11182"/>
                <a:gd name="connsiteY2" fmla="*/ 10000 h 10000"/>
                <a:gd name="connsiteX3" fmla="*/ 2000 w 11182"/>
                <a:gd name="connsiteY3" fmla="*/ 10000 h 10000"/>
                <a:gd name="connsiteX4" fmla="*/ 658 w 11182"/>
                <a:gd name="connsiteY4" fmla="*/ 1493 h 10000"/>
                <a:gd name="connsiteX0" fmla="*/ 10524 w 10524"/>
                <a:gd name="connsiteY0" fmla="*/ 0 h 10000"/>
                <a:gd name="connsiteX1" fmla="*/ 7342 w 10524"/>
                <a:gd name="connsiteY1" fmla="*/ 10000 h 10000"/>
                <a:gd name="connsiteX2" fmla="*/ 1342 w 10524"/>
                <a:gd name="connsiteY2" fmla="*/ 10000 h 10000"/>
                <a:gd name="connsiteX3" fmla="*/ 0 w 10524"/>
                <a:gd name="connsiteY3" fmla="*/ 1493 h 10000"/>
                <a:gd name="connsiteX0" fmla="*/ 9182 w 9182"/>
                <a:gd name="connsiteY0" fmla="*/ 0 h 10000"/>
                <a:gd name="connsiteX1" fmla="*/ 6000 w 9182"/>
                <a:gd name="connsiteY1" fmla="*/ 10000 h 10000"/>
                <a:gd name="connsiteX2" fmla="*/ 0 w 9182"/>
                <a:gd name="connsiteY2" fmla="*/ 10000 h 10000"/>
              </a:gdLst>
              <a:ahLst/>
              <a:cxnLst>
                <a:cxn ang="0">
                  <a:pos x="connsiteX0" y="connsiteY0"/>
                </a:cxn>
                <a:cxn ang="0">
                  <a:pos x="connsiteX1" y="connsiteY1"/>
                </a:cxn>
                <a:cxn ang="0">
                  <a:pos x="connsiteX2" y="connsiteY2"/>
                </a:cxn>
              </a:cxnLst>
              <a:rect l="l" t="t" r="r" b="b"/>
              <a:pathLst>
                <a:path w="9182" h="10000">
                  <a:moveTo>
                    <a:pt x="9182" y="0"/>
                  </a:moveTo>
                  <a:lnTo>
                    <a:pt x="6000" y="10000"/>
                  </a:lnTo>
                  <a:lnTo>
                    <a:pt x="0" y="10000"/>
                  </a:lnTo>
                </a:path>
              </a:pathLst>
            </a:custGeom>
            <a:noFill/>
            <a:ln w="19050">
              <a:solidFill>
                <a:srgbClr val="00206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alatino Linotype" panose="02040502050505030304" pitchFamily="18" charset="0"/>
                <a:ea typeface="+mn-ea"/>
                <a:cs typeface="+mn-cs"/>
              </a:endParaRPr>
            </a:p>
          </p:txBody>
        </p:sp>
        <p:grpSp>
          <p:nvGrpSpPr>
            <p:cNvPr id="92" name="Group 91">
              <a:extLst>
                <a:ext uri="{FF2B5EF4-FFF2-40B4-BE49-F238E27FC236}">
                  <a16:creationId xmlns:a16="http://schemas.microsoft.com/office/drawing/2014/main" id="{72B5056C-E105-CE3D-0053-6BF94615CF53}"/>
                </a:ext>
              </a:extLst>
            </p:cNvPr>
            <p:cNvGrpSpPr/>
            <p:nvPr/>
          </p:nvGrpSpPr>
          <p:grpSpPr>
            <a:xfrm flipH="1">
              <a:off x="4464560" y="1655901"/>
              <a:ext cx="1508232" cy="3014758"/>
              <a:chOff x="4798148" y="1973103"/>
              <a:chExt cx="1439596" cy="2766219"/>
            </a:xfrm>
          </p:grpSpPr>
          <p:sp>
            <p:nvSpPr>
              <p:cNvPr id="94" name="Flowchart: Manual Operation 4">
                <a:extLst>
                  <a:ext uri="{FF2B5EF4-FFF2-40B4-BE49-F238E27FC236}">
                    <a16:creationId xmlns:a16="http://schemas.microsoft.com/office/drawing/2014/main" id="{D73925BA-B701-1A71-8769-1381D9EB89F3}"/>
                  </a:ext>
                </a:extLst>
              </p:cNvPr>
              <p:cNvSpPr/>
              <p:nvPr/>
            </p:nvSpPr>
            <p:spPr>
              <a:xfrm rot="10800000">
                <a:off x="4798148" y="1973103"/>
                <a:ext cx="1378880" cy="612648"/>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1182"/>
                  <a:gd name="connsiteY0" fmla="*/ 0 h 10000"/>
                  <a:gd name="connsiteX1" fmla="*/ 11182 w 11182"/>
                  <a:gd name="connsiteY1" fmla="*/ 0 h 10000"/>
                  <a:gd name="connsiteX2" fmla="*/ 8000 w 11182"/>
                  <a:gd name="connsiteY2" fmla="*/ 10000 h 10000"/>
                  <a:gd name="connsiteX3" fmla="*/ 2000 w 11182"/>
                  <a:gd name="connsiteY3" fmla="*/ 10000 h 10000"/>
                  <a:gd name="connsiteX4" fmla="*/ 0 w 11182"/>
                  <a:gd name="connsiteY4" fmla="*/ 0 h 10000"/>
                  <a:gd name="connsiteX0" fmla="*/ 0 w 11182"/>
                  <a:gd name="connsiteY0" fmla="*/ 0 h 10000"/>
                  <a:gd name="connsiteX1" fmla="*/ 11182 w 11182"/>
                  <a:gd name="connsiteY1" fmla="*/ 0 h 10000"/>
                  <a:gd name="connsiteX2" fmla="*/ 8000 w 11182"/>
                  <a:gd name="connsiteY2" fmla="*/ 10000 h 10000"/>
                  <a:gd name="connsiteX3" fmla="*/ 2000 w 11182"/>
                  <a:gd name="connsiteY3" fmla="*/ 10000 h 10000"/>
                  <a:gd name="connsiteX4" fmla="*/ 658 w 11182"/>
                  <a:gd name="connsiteY4" fmla="*/ 1493 h 10000"/>
                  <a:gd name="connsiteX0" fmla="*/ 10524 w 10524"/>
                  <a:gd name="connsiteY0" fmla="*/ 0 h 10000"/>
                  <a:gd name="connsiteX1" fmla="*/ 7342 w 10524"/>
                  <a:gd name="connsiteY1" fmla="*/ 10000 h 10000"/>
                  <a:gd name="connsiteX2" fmla="*/ 1342 w 10524"/>
                  <a:gd name="connsiteY2" fmla="*/ 10000 h 10000"/>
                  <a:gd name="connsiteX3" fmla="*/ 0 w 10524"/>
                  <a:gd name="connsiteY3" fmla="*/ 1493 h 10000"/>
                  <a:gd name="connsiteX0" fmla="*/ 9182 w 9182"/>
                  <a:gd name="connsiteY0" fmla="*/ 0 h 10000"/>
                  <a:gd name="connsiteX1" fmla="*/ 6000 w 9182"/>
                  <a:gd name="connsiteY1" fmla="*/ 10000 h 10000"/>
                  <a:gd name="connsiteX2" fmla="*/ 0 w 9182"/>
                  <a:gd name="connsiteY2" fmla="*/ 10000 h 10000"/>
                </a:gdLst>
                <a:ahLst/>
                <a:cxnLst>
                  <a:cxn ang="0">
                    <a:pos x="connsiteX0" y="connsiteY0"/>
                  </a:cxn>
                  <a:cxn ang="0">
                    <a:pos x="connsiteX1" y="connsiteY1"/>
                  </a:cxn>
                  <a:cxn ang="0">
                    <a:pos x="connsiteX2" y="connsiteY2"/>
                  </a:cxn>
                </a:cxnLst>
                <a:rect l="l" t="t" r="r" b="b"/>
                <a:pathLst>
                  <a:path w="9182" h="10000">
                    <a:moveTo>
                      <a:pt x="9182" y="0"/>
                    </a:moveTo>
                    <a:lnTo>
                      <a:pt x="6000" y="10000"/>
                    </a:lnTo>
                    <a:lnTo>
                      <a:pt x="0" y="10000"/>
                    </a:lnTo>
                  </a:path>
                </a:pathLst>
              </a:custGeom>
              <a:noFill/>
              <a:ln w="19050">
                <a:solidFill>
                  <a:srgbClr val="00206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Palatino Linotype" panose="02040502050505030304" pitchFamily="18" charset="0"/>
                  <a:ea typeface="+mn-ea"/>
                  <a:cs typeface="+mn-cs"/>
                </a:endParaRPr>
              </a:p>
            </p:txBody>
          </p:sp>
          <p:cxnSp>
            <p:nvCxnSpPr>
              <p:cNvPr id="95" name="Straight Connector 94">
                <a:extLst>
                  <a:ext uri="{FF2B5EF4-FFF2-40B4-BE49-F238E27FC236}">
                    <a16:creationId xmlns:a16="http://schemas.microsoft.com/office/drawing/2014/main" id="{43D1FDFC-3DAB-2FA3-9B18-666D65FBEA11}"/>
                  </a:ext>
                </a:extLst>
              </p:cNvPr>
              <p:cNvCxnSpPr>
                <a:cxnSpLocks/>
              </p:cNvCxnSpPr>
              <p:nvPr/>
            </p:nvCxnSpPr>
            <p:spPr>
              <a:xfrm>
                <a:off x="5480050" y="3263834"/>
                <a:ext cx="594992"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96" name="Flowchart: Manual Operation 4">
                <a:extLst>
                  <a:ext uri="{FF2B5EF4-FFF2-40B4-BE49-F238E27FC236}">
                    <a16:creationId xmlns:a16="http://schemas.microsoft.com/office/drawing/2014/main" id="{0A409270-7108-E726-3E00-D120AB644172}"/>
                  </a:ext>
                </a:extLst>
              </p:cNvPr>
              <p:cNvSpPr/>
              <p:nvPr/>
            </p:nvSpPr>
            <p:spPr>
              <a:xfrm rot="10800000" flipV="1">
                <a:off x="4798148" y="4126674"/>
                <a:ext cx="1439596" cy="612648"/>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1182"/>
                  <a:gd name="connsiteY0" fmla="*/ 0 h 10000"/>
                  <a:gd name="connsiteX1" fmla="*/ 11182 w 11182"/>
                  <a:gd name="connsiteY1" fmla="*/ 0 h 10000"/>
                  <a:gd name="connsiteX2" fmla="*/ 8000 w 11182"/>
                  <a:gd name="connsiteY2" fmla="*/ 10000 h 10000"/>
                  <a:gd name="connsiteX3" fmla="*/ 2000 w 11182"/>
                  <a:gd name="connsiteY3" fmla="*/ 10000 h 10000"/>
                  <a:gd name="connsiteX4" fmla="*/ 0 w 11182"/>
                  <a:gd name="connsiteY4" fmla="*/ 0 h 10000"/>
                  <a:gd name="connsiteX0" fmla="*/ 0 w 11182"/>
                  <a:gd name="connsiteY0" fmla="*/ 0 h 10000"/>
                  <a:gd name="connsiteX1" fmla="*/ 11182 w 11182"/>
                  <a:gd name="connsiteY1" fmla="*/ 0 h 10000"/>
                  <a:gd name="connsiteX2" fmla="*/ 8000 w 11182"/>
                  <a:gd name="connsiteY2" fmla="*/ 10000 h 10000"/>
                  <a:gd name="connsiteX3" fmla="*/ 2000 w 11182"/>
                  <a:gd name="connsiteY3" fmla="*/ 10000 h 10000"/>
                  <a:gd name="connsiteX4" fmla="*/ 658 w 11182"/>
                  <a:gd name="connsiteY4" fmla="*/ 1493 h 10000"/>
                  <a:gd name="connsiteX0" fmla="*/ 10524 w 10524"/>
                  <a:gd name="connsiteY0" fmla="*/ 0 h 10000"/>
                  <a:gd name="connsiteX1" fmla="*/ 7342 w 10524"/>
                  <a:gd name="connsiteY1" fmla="*/ 10000 h 10000"/>
                  <a:gd name="connsiteX2" fmla="*/ 1342 w 10524"/>
                  <a:gd name="connsiteY2" fmla="*/ 10000 h 10000"/>
                  <a:gd name="connsiteX3" fmla="*/ 0 w 10524"/>
                  <a:gd name="connsiteY3" fmla="*/ 1493 h 10000"/>
                  <a:gd name="connsiteX0" fmla="*/ 9182 w 9182"/>
                  <a:gd name="connsiteY0" fmla="*/ 0 h 10000"/>
                  <a:gd name="connsiteX1" fmla="*/ 6000 w 9182"/>
                  <a:gd name="connsiteY1" fmla="*/ 10000 h 10000"/>
                  <a:gd name="connsiteX2" fmla="*/ 0 w 9182"/>
                  <a:gd name="connsiteY2" fmla="*/ 10000 h 10000"/>
                </a:gdLst>
                <a:ahLst/>
                <a:cxnLst>
                  <a:cxn ang="0">
                    <a:pos x="connsiteX0" y="connsiteY0"/>
                  </a:cxn>
                  <a:cxn ang="0">
                    <a:pos x="connsiteX1" y="connsiteY1"/>
                  </a:cxn>
                  <a:cxn ang="0">
                    <a:pos x="connsiteX2" y="connsiteY2"/>
                  </a:cxn>
                </a:cxnLst>
                <a:rect l="l" t="t" r="r" b="b"/>
                <a:pathLst>
                  <a:path w="9182" h="10000">
                    <a:moveTo>
                      <a:pt x="9182" y="0"/>
                    </a:moveTo>
                    <a:lnTo>
                      <a:pt x="6000" y="10000"/>
                    </a:lnTo>
                    <a:lnTo>
                      <a:pt x="0" y="10000"/>
                    </a:lnTo>
                  </a:path>
                </a:pathLst>
              </a:custGeom>
              <a:noFill/>
              <a:ln w="19050">
                <a:solidFill>
                  <a:srgbClr val="00206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Palatino Linotype" panose="02040502050505030304" pitchFamily="18" charset="0"/>
                  <a:ea typeface="+mn-ea"/>
                  <a:cs typeface="+mn-cs"/>
                </a:endParaRPr>
              </a:p>
            </p:txBody>
          </p:sp>
        </p:grpSp>
        <p:cxnSp>
          <p:nvCxnSpPr>
            <p:cNvPr id="93" name="Straight Connector 92">
              <a:extLst>
                <a:ext uri="{FF2B5EF4-FFF2-40B4-BE49-F238E27FC236}">
                  <a16:creationId xmlns:a16="http://schemas.microsoft.com/office/drawing/2014/main" id="{D098D188-9068-4D61-8184-04B830BFBD56}"/>
                </a:ext>
              </a:extLst>
            </p:cNvPr>
            <p:cNvCxnSpPr>
              <a:cxnSpLocks/>
            </p:cNvCxnSpPr>
            <p:nvPr/>
          </p:nvCxnSpPr>
          <p:spPr>
            <a:xfrm flipH="1" flipV="1">
              <a:off x="6204233" y="4208196"/>
              <a:ext cx="1" cy="1089407"/>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00" name="Freeform: Shape 99">
              <a:extLst>
                <a:ext uri="{FF2B5EF4-FFF2-40B4-BE49-F238E27FC236}">
                  <a16:creationId xmlns:a16="http://schemas.microsoft.com/office/drawing/2014/main" id="{81992213-C7BF-DEB3-C018-41A973A7DD02}"/>
                </a:ext>
              </a:extLst>
            </p:cNvPr>
            <p:cNvSpPr/>
            <p:nvPr/>
          </p:nvSpPr>
          <p:spPr>
            <a:xfrm>
              <a:off x="4824914" y="1914410"/>
              <a:ext cx="2396086" cy="2396084"/>
            </a:xfrm>
            <a:custGeom>
              <a:avLst/>
              <a:gdLst>
                <a:gd name="connsiteX0" fmla="*/ 2694055 w 2695575"/>
                <a:gd name="connsiteY0" fmla="*/ 1353124 h 2695575"/>
                <a:gd name="connsiteX1" fmla="*/ 1345791 w 2695575"/>
                <a:gd name="connsiteY1" fmla="*/ 2693959 h 2695575"/>
                <a:gd name="connsiteX2" fmla="*/ 7147 w 2695575"/>
                <a:gd name="connsiteY2" fmla="*/ 1338647 h 2695575"/>
                <a:gd name="connsiteX3" fmla="*/ 1360364 w 2695575"/>
                <a:gd name="connsiteY3" fmla="*/ 7147 h 2695575"/>
                <a:gd name="connsiteX4" fmla="*/ 2694055 w 2695575"/>
                <a:gd name="connsiteY4" fmla="*/ 1353124 h 269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5575" h="2695575">
                  <a:moveTo>
                    <a:pt x="2694055" y="1353124"/>
                  </a:moveTo>
                  <a:cubicBezTo>
                    <a:pt x="2693102" y="2096265"/>
                    <a:pt x="2090455" y="2695578"/>
                    <a:pt x="1345791" y="2693959"/>
                  </a:cubicBezTo>
                  <a:cubicBezTo>
                    <a:pt x="601031" y="2692340"/>
                    <a:pt x="5433" y="2089312"/>
                    <a:pt x="7147" y="1338647"/>
                  </a:cubicBezTo>
                  <a:cubicBezTo>
                    <a:pt x="8862" y="602555"/>
                    <a:pt x="615414" y="5623"/>
                    <a:pt x="1360364" y="7147"/>
                  </a:cubicBezTo>
                  <a:cubicBezTo>
                    <a:pt x="2096075" y="8480"/>
                    <a:pt x="2695007" y="613032"/>
                    <a:pt x="2694055" y="1353124"/>
                  </a:cubicBezTo>
                  <a:close/>
                </a:path>
              </a:pathLst>
            </a:custGeom>
            <a:solidFill>
              <a:srgbClr val="6BAFE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1" name="Freeform: Shape 100">
              <a:extLst>
                <a:ext uri="{FF2B5EF4-FFF2-40B4-BE49-F238E27FC236}">
                  <a16:creationId xmlns:a16="http://schemas.microsoft.com/office/drawing/2014/main" id="{34BE74DC-BC61-0590-86B3-613828A86580}"/>
                </a:ext>
              </a:extLst>
            </p:cNvPr>
            <p:cNvSpPr/>
            <p:nvPr/>
          </p:nvSpPr>
          <p:spPr>
            <a:xfrm>
              <a:off x="5003956" y="2094767"/>
              <a:ext cx="2038003" cy="2035371"/>
            </a:xfrm>
            <a:custGeom>
              <a:avLst/>
              <a:gdLst>
                <a:gd name="connsiteX0" fmla="*/ 2274475 w 2276475"/>
                <a:gd name="connsiteY0" fmla="*/ 1140714 h 2276475"/>
                <a:gd name="connsiteX1" fmla="*/ 1143953 w 2276475"/>
                <a:gd name="connsiteY1" fmla="*/ 2274380 h 2276475"/>
                <a:gd name="connsiteX2" fmla="*/ 7144 w 2276475"/>
                <a:gd name="connsiteY2" fmla="*/ 1145191 h 2276475"/>
                <a:gd name="connsiteX3" fmla="*/ 1141953 w 2276475"/>
                <a:gd name="connsiteY3" fmla="*/ 7144 h 2276475"/>
                <a:gd name="connsiteX4" fmla="*/ 2274475 w 2276475"/>
                <a:gd name="connsiteY4" fmla="*/ 1140714 h 2276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475" h="2276475">
                  <a:moveTo>
                    <a:pt x="2274475" y="1140714"/>
                  </a:moveTo>
                  <a:cubicBezTo>
                    <a:pt x="2274952" y="1769078"/>
                    <a:pt x="1771841" y="2273618"/>
                    <a:pt x="1143953" y="2274380"/>
                  </a:cubicBezTo>
                  <a:cubicBezTo>
                    <a:pt x="516827" y="2275142"/>
                    <a:pt x="7716" y="1769459"/>
                    <a:pt x="7144" y="1145191"/>
                  </a:cubicBezTo>
                  <a:cubicBezTo>
                    <a:pt x="6573" y="517874"/>
                    <a:pt x="515779" y="7334"/>
                    <a:pt x="1141953" y="7144"/>
                  </a:cubicBezTo>
                  <a:cubicBezTo>
                    <a:pt x="1767269" y="6953"/>
                    <a:pt x="2273999" y="514255"/>
                    <a:pt x="2274475" y="1140714"/>
                  </a:cubicBezTo>
                  <a:close/>
                </a:path>
              </a:pathLst>
            </a:custGeom>
            <a:solidFill>
              <a:srgbClr val="FEFEFE"/>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102" name="Group 101">
              <a:extLst>
                <a:ext uri="{FF2B5EF4-FFF2-40B4-BE49-F238E27FC236}">
                  <a16:creationId xmlns:a16="http://schemas.microsoft.com/office/drawing/2014/main" id="{5BADA558-040D-A3BB-75D4-BBEB0BEB949F}"/>
                </a:ext>
              </a:extLst>
            </p:cNvPr>
            <p:cNvGrpSpPr/>
            <p:nvPr/>
          </p:nvGrpSpPr>
          <p:grpSpPr>
            <a:xfrm>
              <a:off x="7589863" y="1279190"/>
              <a:ext cx="4159685" cy="688546"/>
              <a:chOff x="7589863" y="1873550"/>
              <a:chExt cx="2460529" cy="688546"/>
            </a:xfrm>
          </p:grpSpPr>
          <p:sp>
            <p:nvSpPr>
              <p:cNvPr id="103" name="Rectangle: Rounded Corners 102">
                <a:extLst>
                  <a:ext uri="{FF2B5EF4-FFF2-40B4-BE49-F238E27FC236}">
                    <a16:creationId xmlns:a16="http://schemas.microsoft.com/office/drawing/2014/main" id="{D65CA5FC-F4A2-CD5D-1FF2-0A57C733DA77}"/>
                  </a:ext>
                </a:extLst>
              </p:cNvPr>
              <p:cNvSpPr/>
              <p:nvPr/>
            </p:nvSpPr>
            <p:spPr>
              <a:xfrm>
                <a:off x="7589863" y="1894424"/>
                <a:ext cx="2460529"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2000" i="0" u="none" strike="noStrike" kern="1200" cap="none" spc="0" normalizeH="0" baseline="0" noProof="0" dirty="0">
                    <a:ln>
                      <a:noFill/>
                    </a:ln>
                    <a:solidFill>
                      <a:srgbClr val="002060"/>
                    </a:solidFill>
                    <a:effectLst/>
                    <a:uLnTx/>
                    <a:uFillTx/>
                    <a:latin typeface="Source Sans Pro" panose="020B0503030403020204" pitchFamily="34" charset="0"/>
                  </a:rPr>
                  <a:t>Difficultés rencontrées</a:t>
                </a:r>
                <a:endParaRPr kumimoji="0" lang="en-US" sz="200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04" name="Rectangle 103">
                <a:extLst>
                  <a:ext uri="{FF2B5EF4-FFF2-40B4-BE49-F238E27FC236}">
                    <a16:creationId xmlns:a16="http://schemas.microsoft.com/office/drawing/2014/main" id="{79F7D4F2-F97F-EA62-E6EC-6D47CAE84BD0}"/>
                  </a:ext>
                </a:extLst>
              </p:cNvPr>
              <p:cNvSpPr/>
              <p:nvPr/>
            </p:nvSpPr>
            <p:spPr>
              <a:xfrm>
                <a:off x="7852377" y="1873550"/>
                <a:ext cx="1912412" cy="400110"/>
              </a:xfrm>
              <a:prstGeom prst="rect">
                <a:avLst/>
              </a:prstGeom>
            </p:spPr>
            <p:txBody>
              <a:bodyPr wrap="square">
                <a:spAutoFit/>
              </a:bodyPr>
              <a:lstStyle/>
              <a:p>
                <a:endParaRPr lang="fr-FR" sz="2000" dirty="0">
                  <a:solidFill>
                    <a:srgbClr val="002060"/>
                  </a:solidFill>
                  <a:latin typeface="Source Sans Pro" panose="020B0503030403020204" pitchFamily="34" charset="0"/>
                </a:endParaRPr>
              </a:p>
            </p:txBody>
          </p:sp>
        </p:grpSp>
        <p:grpSp>
          <p:nvGrpSpPr>
            <p:cNvPr id="107" name="Group 106">
              <a:extLst>
                <a:ext uri="{FF2B5EF4-FFF2-40B4-BE49-F238E27FC236}">
                  <a16:creationId xmlns:a16="http://schemas.microsoft.com/office/drawing/2014/main" id="{31AEF120-919E-34D3-D581-F199A848D9FF}"/>
                </a:ext>
              </a:extLst>
            </p:cNvPr>
            <p:cNvGrpSpPr/>
            <p:nvPr/>
          </p:nvGrpSpPr>
          <p:grpSpPr>
            <a:xfrm>
              <a:off x="7736745" y="2322427"/>
              <a:ext cx="4142967" cy="707886"/>
              <a:chOff x="7689688" y="3263060"/>
              <a:chExt cx="2450640" cy="707886"/>
            </a:xfrm>
          </p:grpSpPr>
          <p:sp>
            <p:nvSpPr>
              <p:cNvPr id="108" name="Rectangle: Rounded Corners 107">
                <a:extLst>
                  <a:ext uri="{FF2B5EF4-FFF2-40B4-BE49-F238E27FC236}">
                    <a16:creationId xmlns:a16="http://schemas.microsoft.com/office/drawing/2014/main" id="{AC75E6D0-BB1D-73F1-045B-2F8B66E754D8}"/>
                  </a:ext>
                </a:extLst>
              </p:cNvPr>
              <p:cNvSpPr/>
              <p:nvPr/>
            </p:nvSpPr>
            <p:spPr>
              <a:xfrm>
                <a:off x="7689688" y="3263060"/>
                <a:ext cx="2450640"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09" name="Rectangle 108">
                <a:extLst>
                  <a:ext uri="{FF2B5EF4-FFF2-40B4-BE49-F238E27FC236}">
                    <a16:creationId xmlns:a16="http://schemas.microsoft.com/office/drawing/2014/main" id="{22A3E4C5-FDC3-957A-19FF-00F50CE68431}"/>
                  </a:ext>
                </a:extLst>
              </p:cNvPr>
              <p:cNvSpPr/>
              <p:nvPr/>
            </p:nvSpPr>
            <p:spPr>
              <a:xfrm>
                <a:off x="7803997" y="3263060"/>
                <a:ext cx="2024572" cy="707886"/>
              </a:xfrm>
              <a:prstGeom prst="rect">
                <a:avLst/>
              </a:prstGeom>
            </p:spPr>
            <p:txBody>
              <a:bodyPr wrap="square">
                <a:spAutoFit/>
              </a:bodyPr>
              <a:lstStyle/>
              <a:p>
                <a:r>
                  <a:rPr lang="fr-FR" sz="2000" dirty="0">
                    <a:solidFill>
                      <a:srgbClr val="002060"/>
                    </a:solidFill>
                    <a:latin typeface="Source Sans Pro" panose="020B0503030403020204" pitchFamily="34" charset="0"/>
                  </a:rPr>
                  <a:t>Solutions apportées/leçons apprises</a:t>
                </a:r>
              </a:p>
            </p:txBody>
          </p:sp>
        </p:grpSp>
        <p:grpSp>
          <p:nvGrpSpPr>
            <p:cNvPr id="113" name="Group 112">
              <a:extLst>
                <a:ext uri="{FF2B5EF4-FFF2-40B4-BE49-F238E27FC236}">
                  <a16:creationId xmlns:a16="http://schemas.microsoft.com/office/drawing/2014/main" id="{9ECACCD4-C6B1-28AB-2944-9E34D5CBDA30}"/>
                </a:ext>
              </a:extLst>
            </p:cNvPr>
            <p:cNvGrpSpPr/>
            <p:nvPr/>
          </p:nvGrpSpPr>
          <p:grpSpPr>
            <a:xfrm>
              <a:off x="7613238" y="4065113"/>
              <a:ext cx="4082240" cy="667672"/>
              <a:chOff x="7613238" y="4659473"/>
              <a:chExt cx="2414719" cy="667672"/>
            </a:xfrm>
          </p:grpSpPr>
          <p:sp>
            <p:nvSpPr>
              <p:cNvPr id="114" name="Rectangle: Rounded Corners 113">
                <a:extLst>
                  <a:ext uri="{FF2B5EF4-FFF2-40B4-BE49-F238E27FC236}">
                    <a16:creationId xmlns:a16="http://schemas.microsoft.com/office/drawing/2014/main" id="{D4E6E4C1-E4B0-9AE0-2A42-6C6B021D3D9B}"/>
                  </a:ext>
                </a:extLst>
              </p:cNvPr>
              <p:cNvSpPr/>
              <p:nvPr/>
            </p:nvSpPr>
            <p:spPr>
              <a:xfrm>
                <a:off x="7613238" y="4659473"/>
                <a:ext cx="2414719"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15" name="Rectangle 114">
                <a:extLst>
                  <a:ext uri="{FF2B5EF4-FFF2-40B4-BE49-F238E27FC236}">
                    <a16:creationId xmlns:a16="http://schemas.microsoft.com/office/drawing/2014/main" id="{C30CCE26-BC4A-4B3C-0D2B-C15916925BD4}"/>
                  </a:ext>
                </a:extLst>
              </p:cNvPr>
              <p:cNvSpPr/>
              <p:nvPr/>
            </p:nvSpPr>
            <p:spPr>
              <a:xfrm>
                <a:off x="7750009" y="4659473"/>
                <a:ext cx="1990905" cy="646331"/>
              </a:xfrm>
              <a:prstGeom prst="rect">
                <a:avLst/>
              </a:prstGeom>
            </p:spPr>
            <p:txBody>
              <a:bodyPr wrap="square">
                <a:spAutoFit/>
              </a:bodyPr>
              <a:lstStyle/>
              <a:p>
                <a:r>
                  <a:rPr lang="fr-FR" dirty="0">
                    <a:solidFill>
                      <a:srgbClr val="002060"/>
                    </a:solidFill>
                    <a:latin typeface="Source Sans Pro" panose="020B0503030403020204" pitchFamily="34" charset="0"/>
                  </a:rPr>
                  <a:t>Besoins de collaboration et plaidoyer</a:t>
                </a:r>
              </a:p>
            </p:txBody>
          </p:sp>
        </p:grpSp>
        <p:grpSp>
          <p:nvGrpSpPr>
            <p:cNvPr id="120" name="Group 119">
              <a:extLst>
                <a:ext uri="{FF2B5EF4-FFF2-40B4-BE49-F238E27FC236}">
                  <a16:creationId xmlns:a16="http://schemas.microsoft.com/office/drawing/2014/main" id="{66E6AE1A-65F3-B180-2667-D2EF757235A6}"/>
                </a:ext>
              </a:extLst>
            </p:cNvPr>
            <p:cNvGrpSpPr/>
            <p:nvPr/>
          </p:nvGrpSpPr>
          <p:grpSpPr>
            <a:xfrm>
              <a:off x="518590" y="1288500"/>
              <a:ext cx="3998177" cy="707886"/>
              <a:chOff x="2029914" y="1882860"/>
              <a:chExt cx="2620203" cy="707886"/>
            </a:xfrm>
          </p:grpSpPr>
          <p:sp>
            <p:nvSpPr>
              <p:cNvPr id="124" name="Rectangle: Rounded Corners 123">
                <a:extLst>
                  <a:ext uri="{FF2B5EF4-FFF2-40B4-BE49-F238E27FC236}">
                    <a16:creationId xmlns:a16="http://schemas.microsoft.com/office/drawing/2014/main" id="{FCD181BC-A9B2-9463-3592-E2408EBB34D6}"/>
                  </a:ext>
                </a:extLst>
              </p:cNvPr>
              <p:cNvSpPr/>
              <p:nvPr/>
            </p:nvSpPr>
            <p:spPr>
              <a:xfrm>
                <a:off x="2029914" y="1894424"/>
                <a:ext cx="2620203"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25" name="Rectangle 124">
                <a:extLst>
                  <a:ext uri="{FF2B5EF4-FFF2-40B4-BE49-F238E27FC236}">
                    <a16:creationId xmlns:a16="http://schemas.microsoft.com/office/drawing/2014/main" id="{0726D7C4-0D8E-4A02-686B-90EC32D1B54D}"/>
                  </a:ext>
                </a:extLst>
              </p:cNvPr>
              <p:cNvSpPr/>
              <p:nvPr/>
            </p:nvSpPr>
            <p:spPr>
              <a:xfrm>
                <a:off x="2508090" y="1882860"/>
                <a:ext cx="1477405" cy="707886"/>
              </a:xfrm>
              <a:prstGeom prst="rect">
                <a:avLst/>
              </a:prstGeom>
            </p:spPr>
            <p:txBody>
              <a:bodyPr wrap="square">
                <a:spAutoFit/>
              </a:bodyPr>
              <a:lstStyle/>
              <a:p>
                <a:r>
                  <a:rPr lang="fr-FR" sz="2000" dirty="0">
                    <a:solidFill>
                      <a:srgbClr val="002060"/>
                    </a:solidFill>
                    <a:latin typeface="Source Sans Pro" panose="020B0503030403020204" pitchFamily="34" charset="0"/>
                  </a:rPr>
                  <a:t>Présentation de l’organisation</a:t>
                </a:r>
              </a:p>
            </p:txBody>
          </p:sp>
        </p:grpSp>
        <p:sp>
          <p:nvSpPr>
            <p:cNvPr id="127" name="Rectangle: Rounded Corners 126">
              <a:extLst>
                <a:ext uri="{FF2B5EF4-FFF2-40B4-BE49-F238E27FC236}">
                  <a16:creationId xmlns:a16="http://schemas.microsoft.com/office/drawing/2014/main" id="{3675B000-BA12-E03E-92FE-EBEC25418747}"/>
                </a:ext>
              </a:extLst>
            </p:cNvPr>
            <p:cNvSpPr/>
            <p:nvPr/>
          </p:nvSpPr>
          <p:spPr>
            <a:xfrm>
              <a:off x="442452" y="2696477"/>
              <a:ext cx="4224617"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29" name="Rectangle 128">
              <a:extLst>
                <a:ext uri="{FF2B5EF4-FFF2-40B4-BE49-F238E27FC236}">
                  <a16:creationId xmlns:a16="http://schemas.microsoft.com/office/drawing/2014/main" id="{EFFE4472-E4AD-0DC9-2544-8A0B13E42355}"/>
                </a:ext>
              </a:extLst>
            </p:cNvPr>
            <p:cNvSpPr/>
            <p:nvPr/>
          </p:nvSpPr>
          <p:spPr>
            <a:xfrm>
              <a:off x="1296365" y="2675489"/>
              <a:ext cx="2671509" cy="400110"/>
            </a:xfrm>
            <a:prstGeom prst="rect">
              <a:avLst/>
            </a:prstGeom>
          </p:spPr>
          <p:txBody>
            <a:bodyPr wrap="square">
              <a:spAutoFit/>
            </a:bodyPr>
            <a:lstStyle/>
            <a:p>
              <a:r>
                <a:rPr lang="fr-FR" sz="2000" dirty="0"/>
                <a:t>Axes d’appui au PEV</a:t>
              </a:r>
            </a:p>
          </p:txBody>
        </p:sp>
        <p:grpSp>
          <p:nvGrpSpPr>
            <p:cNvPr id="134" name="Group 133">
              <a:extLst>
                <a:ext uri="{FF2B5EF4-FFF2-40B4-BE49-F238E27FC236}">
                  <a16:creationId xmlns:a16="http://schemas.microsoft.com/office/drawing/2014/main" id="{E2F7EB9F-B84A-5F53-3460-14DE862D5A82}"/>
                </a:ext>
              </a:extLst>
            </p:cNvPr>
            <p:cNvGrpSpPr/>
            <p:nvPr/>
          </p:nvGrpSpPr>
          <p:grpSpPr>
            <a:xfrm>
              <a:off x="509847" y="4065113"/>
              <a:ext cx="4023546" cy="667672"/>
              <a:chOff x="1991815" y="4659473"/>
              <a:chExt cx="2636828" cy="667672"/>
            </a:xfrm>
          </p:grpSpPr>
          <p:sp>
            <p:nvSpPr>
              <p:cNvPr id="138" name="Rectangle: Rounded Corners 137">
                <a:extLst>
                  <a:ext uri="{FF2B5EF4-FFF2-40B4-BE49-F238E27FC236}">
                    <a16:creationId xmlns:a16="http://schemas.microsoft.com/office/drawing/2014/main" id="{A659FC81-8249-8FD0-5CEE-9AFAF8D53425}"/>
                  </a:ext>
                </a:extLst>
              </p:cNvPr>
              <p:cNvSpPr/>
              <p:nvPr/>
            </p:nvSpPr>
            <p:spPr>
              <a:xfrm>
                <a:off x="1991815" y="4659473"/>
                <a:ext cx="2636828"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39" name="Rectangle 138">
                <a:extLst>
                  <a:ext uri="{FF2B5EF4-FFF2-40B4-BE49-F238E27FC236}">
                    <a16:creationId xmlns:a16="http://schemas.microsoft.com/office/drawing/2014/main" id="{B2442EF5-789C-A380-0F46-0A446BB9243D}"/>
                  </a:ext>
                </a:extLst>
              </p:cNvPr>
              <p:cNvSpPr/>
              <p:nvPr/>
            </p:nvSpPr>
            <p:spPr>
              <a:xfrm>
                <a:off x="2388922" y="4785560"/>
                <a:ext cx="1938855" cy="400110"/>
              </a:xfrm>
              <a:prstGeom prst="rect">
                <a:avLst/>
              </a:prstGeom>
            </p:spPr>
            <p:txBody>
              <a:bodyPr wrap="square">
                <a:spAutoFit/>
              </a:bodyPr>
              <a:lstStyle/>
              <a:p>
                <a:r>
                  <a:rPr lang="fr-FR" sz="2000" dirty="0">
                    <a:latin typeface="Source Sans Pro" panose="020B0503030403020204" pitchFamily="34" charset="0"/>
                  </a:rPr>
                  <a:t>Redevabilité financière</a:t>
                </a:r>
              </a:p>
            </p:txBody>
          </p:sp>
        </p:grpSp>
        <p:sp>
          <p:nvSpPr>
            <p:cNvPr id="140" name="TextBox 139">
              <a:extLst>
                <a:ext uri="{FF2B5EF4-FFF2-40B4-BE49-F238E27FC236}">
                  <a16:creationId xmlns:a16="http://schemas.microsoft.com/office/drawing/2014/main" id="{11287741-8676-D88F-3AA1-1130437B9552}"/>
                </a:ext>
              </a:extLst>
            </p:cNvPr>
            <p:cNvSpPr txBox="1"/>
            <p:nvPr/>
          </p:nvSpPr>
          <p:spPr>
            <a:xfrm>
              <a:off x="5049673" y="2766685"/>
              <a:ext cx="1965277" cy="710067"/>
            </a:xfrm>
            <a:prstGeom prst="rect">
              <a:avLst/>
            </a:prstGeom>
            <a:noFill/>
          </p:spPr>
          <p:txBody>
            <a:bodyPr wrap="square" lIns="46800" tIns="46800" rIns="46800" bIns="46800" rtlCol="0" anchor="t">
              <a:spAutoFit/>
            </a:bodyPr>
            <a:lstStyle/>
            <a:p>
              <a:pPr algn="ctr"/>
              <a:r>
                <a:rPr lang="en-US" sz="2000" b="1" dirty="0">
                  <a:solidFill>
                    <a:srgbClr val="009ADE"/>
                  </a:solidFill>
                  <a:latin typeface="Source Sans Pro" panose="020B0503030403020204" pitchFamily="34" charset="0"/>
                </a:rPr>
                <a:t>PLAN DE PRESENTATION </a:t>
              </a:r>
            </a:p>
          </p:txBody>
        </p:sp>
        <p:sp>
          <p:nvSpPr>
            <p:cNvPr id="144" name="Rectangle: Rounded Corners 143">
              <a:extLst>
                <a:ext uri="{FF2B5EF4-FFF2-40B4-BE49-F238E27FC236}">
                  <a16:creationId xmlns:a16="http://schemas.microsoft.com/office/drawing/2014/main" id="{859A1633-0D1E-54FA-C003-5A582B85B74C}"/>
                </a:ext>
              </a:extLst>
            </p:cNvPr>
            <p:cNvSpPr/>
            <p:nvPr/>
          </p:nvSpPr>
          <p:spPr>
            <a:xfrm>
              <a:off x="3657600" y="5200740"/>
              <a:ext cx="5240593"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145" name="Rectangle 144">
              <a:extLst>
                <a:ext uri="{FF2B5EF4-FFF2-40B4-BE49-F238E27FC236}">
                  <a16:creationId xmlns:a16="http://schemas.microsoft.com/office/drawing/2014/main" id="{908D01A1-7F9B-B330-C3E9-073EA1B7EA52}"/>
                </a:ext>
              </a:extLst>
            </p:cNvPr>
            <p:cNvSpPr/>
            <p:nvPr/>
          </p:nvSpPr>
          <p:spPr>
            <a:xfrm>
              <a:off x="4375230" y="5198882"/>
              <a:ext cx="4525702" cy="400110"/>
            </a:xfrm>
            <a:prstGeom prst="rect">
              <a:avLst/>
            </a:prstGeom>
          </p:spPr>
          <p:txBody>
            <a:bodyPr wrap="square">
              <a:spAutoFit/>
            </a:bodyPr>
            <a:lstStyle/>
            <a:p>
              <a:r>
                <a:rPr lang="fr-FR" sz="2000" dirty="0">
                  <a:solidFill>
                    <a:srgbClr val="002060"/>
                  </a:solidFill>
                  <a:latin typeface="Source Sans Pro" panose="020B0503030403020204" pitchFamily="34" charset="0"/>
                </a:rPr>
                <a:t>Réalisations majeures de l’année</a:t>
              </a:r>
            </a:p>
          </p:txBody>
        </p:sp>
        <p:sp>
          <p:nvSpPr>
            <p:cNvPr id="150" name="Oval 149">
              <a:extLst>
                <a:ext uri="{FF2B5EF4-FFF2-40B4-BE49-F238E27FC236}">
                  <a16:creationId xmlns:a16="http://schemas.microsoft.com/office/drawing/2014/main" id="{E69A776D-BE8C-9F65-3691-991ACD702627}"/>
                </a:ext>
              </a:extLst>
            </p:cNvPr>
            <p:cNvSpPr/>
            <p:nvPr/>
          </p:nvSpPr>
          <p:spPr>
            <a:xfrm>
              <a:off x="558472" y="1392966"/>
              <a:ext cx="481868"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dirty="0">
                  <a:solidFill>
                    <a:srgbClr val="009ADE"/>
                  </a:solidFill>
                  <a:latin typeface="Source Sans Pro" panose="020B0503030403020204" pitchFamily="34" charset="0"/>
                </a:rPr>
                <a:t>I</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sp>
          <p:nvSpPr>
            <p:cNvPr id="153" name="Oval 152">
              <a:extLst>
                <a:ext uri="{FF2B5EF4-FFF2-40B4-BE49-F238E27FC236}">
                  <a16:creationId xmlns:a16="http://schemas.microsoft.com/office/drawing/2014/main" id="{C1A1EBB6-F20A-6A2B-D380-FEDED7BD0DA3}"/>
                </a:ext>
              </a:extLst>
            </p:cNvPr>
            <p:cNvSpPr/>
            <p:nvPr/>
          </p:nvSpPr>
          <p:spPr>
            <a:xfrm>
              <a:off x="567524" y="2782699"/>
              <a:ext cx="481868"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i="0" u="none" strike="noStrike" kern="1200" cap="none" spc="0" normalizeH="0" baseline="0" noProof="0" dirty="0">
                  <a:ln>
                    <a:noFill/>
                  </a:ln>
                  <a:solidFill>
                    <a:srgbClr val="009ADE"/>
                  </a:solidFill>
                  <a:effectLst/>
                  <a:uLnTx/>
                  <a:uFillTx/>
                  <a:latin typeface="Source Sans Pro" panose="020B0503030403020204" pitchFamily="34" charset="0"/>
                </a:rPr>
                <a:t>II</a:t>
              </a:r>
              <a:endParaRPr kumimoji="0" lang="en-US" sz="1200" i="0" u="none" strike="noStrike" kern="1200" cap="none" spc="0" normalizeH="0" baseline="0" noProof="0" dirty="0">
                <a:ln>
                  <a:noFill/>
                </a:ln>
                <a:solidFill>
                  <a:srgbClr val="009ADE"/>
                </a:solidFill>
                <a:effectLst/>
                <a:uLnTx/>
                <a:uFillTx/>
                <a:latin typeface="Source Sans Pro" panose="020B0503030403020204" pitchFamily="34" charset="0"/>
              </a:endParaRPr>
            </a:p>
          </p:txBody>
        </p:sp>
        <p:sp>
          <p:nvSpPr>
            <p:cNvPr id="156" name="Oval 155">
              <a:extLst>
                <a:ext uri="{FF2B5EF4-FFF2-40B4-BE49-F238E27FC236}">
                  <a16:creationId xmlns:a16="http://schemas.microsoft.com/office/drawing/2014/main" id="{4371569D-3BC9-8713-A850-E98919CA3B67}"/>
                </a:ext>
              </a:extLst>
            </p:cNvPr>
            <p:cNvSpPr/>
            <p:nvPr/>
          </p:nvSpPr>
          <p:spPr>
            <a:xfrm>
              <a:off x="568750" y="4150891"/>
              <a:ext cx="481868"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009ADE"/>
                  </a:solidFill>
                  <a:effectLst/>
                  <a:uLnTx/>
                  <a:uFillTx/>
                  <a:latin typeface="Source Sans Pro" panose="020B0503030403020204" pitchFamily="34" charset="0"/>
                </a:rPr>
                <a:t>III</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sp>
          <p:nvSpPr>
            <p:cNvPr id="158" name="Oval 157">
              <a:extLst>
                <a:ext uri="{FF2B5EF4-FFF2-40B4-BE49-F238E27FC236}">
                  <a16:creationId xmlns:a16="http://schemas.microsoft.com/office/drawing/2014/main" id="{4F0A595A-B91C-3D1D-89CF-37616D5300BA}"/>
                </a:ext>
              </a:extLst>
            </p:cNvPr>
            <p:cNvSpPr/>
            <p:nvPr/>
          </p:nvSpPr>
          <p:spPr>
            <a:xfrm>
              <a:off x="11126776" y="1392966"/>
              <a:ext cx="481868"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009ADE"/>
                  </a:solidFill>
                  <a:effectLst/>
                  <a:uLnTx/>
                  <a:uFillTx/>
                  <a:latin typeface="Source Sans Pro" panose="020B0503030403020204" pitchFamily="34" charset="0"/>
                </a:rPr>
                <a:t>V</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sp>
          <p:nvSpPr>
            <p:cNvPr id="161" name="Oval 160">
              <a:extLst>
                <a:ext uri="{FF2B5EF4-FFF2-40B4-BE49-F238E27FC236}">
                  <a16:creationId xmlns:a16="http://schemas.microsoft.com/office/drawing/2014/main" id="{C5513CCF-D79C-8632-DDAA-858903D52DB3}"/>
                </a:ext>
              </a:extLst>
            </p:cNvPr>
            <p:cNvSpPr/>
            <p:nvPr/>
          </p:nvSpPr>
          <p:spPr>
            <a:xfrm>
              <a:off x="11134319" y="2415329"/>
              <a:ext cx="481868"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009ADE"/>
                  </a:solidFill>
                  <a:effectLst/>
                  <a:uLnTx/>
                  <a:uFillTx/>
                  <a:latin typeface="Source Sans Pro" panose="020B0503030403020204" pitchFamily="34" charset="0"/>
                </a:rPr>
                <a:t>VI</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sp>
          <p:nvSpPr>
            <p:cNvPr id="164" name="Oval 163">
              <a:extLst>
                <a:ext uri="{FF2B5EF4-FFF2-40B4-BE49-F238E27FC236}">
                  <a16:creationId xmlns:a16="http://schemas.microsoft.com/office/drawing/2014/main" id="{B3D5D497-E486-5CAC-3187-68BE9026305D}"/>
                </a:ext>
              </a:extLst>
            </p:cNvPr>
            <p:cNvSpPr/>
            <p:nvPr/>
          </p:nvSpPr>
          <p:spPr>
            <a:xfrm>
              <a:off x="11007306" y="4119269"/>
              <a:ext cx="621654" cy="54830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009ADE"/>
                  </a:solidFill>
                  <a:effectLst/>
                  <a:uLnTx/>
                  <a:uFillTx/>
                  <a:latin typeface="Source Sans Pro" panose="020B0503030403020204" pitchFamily="34" charset="0"/>
                </a:rPr>
                <a:t>VIII</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sp>
          <p:nvSpPr>
            <p:cNvPr id="167" name="Oval 166">
              <a:extLst>
                <a:ext uri="{FF2B5EF4-FFF2-40B4-BE49-F238E27FC236}">
                  <a16:creationId xmlns:a16="http://schemas.microsoft.com/office/drawing/2014/main" id="{0502A8D0-937B-F57A-6B8D-5F40D051A6E5}"/>
                </a:ext>
              </a:extLst>
            </p:cNvPr>
            <p:cNvSpPr/>
            <p:nvPr/>
          </p:nvSpPr>
          <p:spPr>
            <a:xfrm>
              <a:off x="3724923" y="5288116"/>
              <a:ext cx="481868"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009ADE"/>
                  </a:solidFill>
                  <a:effectLst/>
                  <a:uLnTx/>
                  <a:uFillTx/>
                  <a:latin typeface="Source Sans Pro" panose="020B0503030403020204" pitchFamily="34" charset="0"/>
                </a:rPr>
                <a:t>IV</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grpSp>
          <p:nvGrpSpPr>
            <p:cNvPr id="2" name="Group 1">
              <a:extLst>
                <a:ext uri="{FF2B5EF4-FFF2-40B4-BE49-F238E27FC236}">
                  <a16:creationId xmlns:a16="http://schemas.microsoft.com/office/drawing/2014/main" id="{C7A09B6B-9394-8AF3-1085-A343F0F85B35}"/>
                </a:ext>
              </a:extLst>
            </p:cNvPr>
            <p:cNvGrpSpPr/>
            <p:nvPr/>
          </p:nvGrpSpPr>
          <p:grpSpPr>
            <a:xfrm>
              <a:off x="7736746" y="3200230"/>
              <a:ext cx="4142967" cy="821974"/>
              <a:chOff x="7689689" y="3272815"/>
              <a:chExt cx="2450640" cy="821974"/>
            </a:xfrm>
          </p:grpSpPr>
          <p:sp>
            <p:nvSpPr>
              <p:cNvPr id="3" name="Rectangle: Rounded Corners 2">
                <a:extLst>
                  <a:ext uri="{FF2B5EF4-FFF2-40B4-BE49-F238E27FC236}">
                    <a16:creationId xmlns:a16="http://schemas.microsoft.com/office/drawing/2014/main" id="{79B28023-52F3-3CCC-235F-D86F1D9CF0D4}"/>
                  </a:ext>
                </a:extLst>
              </p:cNvPr>
              <p:cNvSpPr/>
              <p:nvPr/>
            </p:nvSpPr>
            <p:spPr>
              <a:xfrm>
                <a:off x="7689689" y="3272815"/>
                <a:ext cx="2450640" cy="667672"/>
              </a:xfrm>
              <a:prstGeom prst="roundRect">
                <a:avLst>
                  <a:gd name="adj" fmla="val 50000"/>
                </a:avLst>
              </a:prstGeom>
              <a:solidFill>
                <a:srgbClr val="C9DE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i="0" u="none" strike="noStrike" kern="1200" cap="none" spc="0" normalizeH="0" baseline="0" noProof="0" dirty="0">
                  <a:ln>
                    <a:noFill/>
                  </a:ln>
                  <a:solidFill>
                    <a:srgbClr val="002060"/>
                  </a:solidFill>
                  <a:effectLst/>
                  <a:uLnTx/>
                  <a:uFillTx/>
                  <a:latin typeface="Source Sans Pro" panose="020B0503030403020204" pitchFamily="34" charset="0"/>
                </a:endParaRPr>
              </a:p>
            </p:txBody>
          </p:sp>
          <p:sp>
            <p:nvSpPr>
              <p:cNvPr id="4" name="Rectangle 3">
                <a:extLst>
                  <a:ext uri="{FF2B5EF4-FFF2-40B4-BE49-F238E27FC236}">
                    <a16:creationId xmlns:a16="http://schemas.microsoft.com/office/drawing/2014/main" id="{7E5B16FF-F88B-759E-8193-6120AE6A4F64}"/>
                  </a:ext>
                </a:extLst>
              </p:cNvPr>
              <p:cNvSpPr/>
              <p:nvPr/>
            </p:nvSpPr>
            <p:spPr>
              <a:xfrm>
                <a:off x="7865319" y="3386903"/>
                <a:ext cx="2024572" cy="707886"/>
              </a:xfrm>
              <a:prstGeom prst="rect">
                <a:avLst/>
              </a:prstGeom>
            </p:spPr>
            <p:txBody>
              <a:bodyPr wrap="square">
                <a:spAutoFit/>
              </a:bodyPr>
              <a:lstStyle/>
              <a:p>
                <a:r>
                  <a:rPr lang="fr-FR" sz="2000" dirty="0">
                    <a:solidFill>
                      <a:srgbClr val="002060"/>
                    </a:solidFill>
                    <a:latin typeface="Source Sans Pro" panose="020B0503030403020204" pitchFamily="34" charset="0"/>
                  </a:rPr>
                  <a:t>Priorités et engagements en 2026</a:t>
                </a:r>
              </a:p>
            </p:txBody>
          </p:sp>
        </p:grpSp>
        <p:sp>
          <p:nvSpPr>
            <p:cNvPr id="5" name="Oval 4">
              <a:extLst>
                <a:ext uri="{FF2B5EF4-FFF2-40B4-BE49-F238E27FC236}">
                  <a16:creationId xmlns:a16="http://schemas.microsoft.com/office/drawing/2014/main" id="{FB16700E-F78F-C6EE-C88E-200A1A4A0C68}"/>
                </a:ext>
              </a:extLst>
            </p:cNvPr>
            <p:cNvSpPr/>
            <p:nvPr/>
          </p:nvSpPr>
          <p:spPr>
            <a:xfrm>
              <a:off x="11080652" y="3293132"/>
              <a:ext cx="587370" cy="481868"/>
            </a:xfrm>
            <a:prstGeom prst="ellipse">
              <a:avLst/>
            </a:prstGeom>
            <a:solidFill>
              <a:schemeClr val="bg2"/>
            </a:solidFill>
            <a:ln w="6350">
              <a:solidFill>
                <a:srgbClr val="009A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009ADE"/>
                  </a:solidFill>
                  <a:effectLst/>
                  <a:uLnTx/>
                  <a:uFillTx/>
                  <a:latin typeface="Source Sans Pro" panose="020B0503030403020204" pitchFamily="34" charset="0"/>
                </a:rPr>
                <a:t>VII</a:t>
              </a:r>
              <a:endParaRPr kumimoji="0" lang="en-US" sz="1200" b="1" i="0" u="none" strike="noStrike" kern="1200" cap="none" spc="0" normalizeH="0" baseline="0" noProof="0" dirty="0">
                <a:ln>
                  <a:noFill/>
                </a:ln>
                <a:solidFill>
                  <a:srgbClr val="009ADE"/>
                </a:solidFill>
                <a:effectLst/>
                <a:uLnTx/>
                <a:uFillTx/>
                <a:latin typeface="Source Sans Pro" panose="020B0503030403020204" pitchFamily="34" charset="0"/>
              </a:endParaRPr>
            </a:p>
          </p:txBody>
        </p:sp>
        <p:cxnSp>
          <p:nvCxnSpPr>
            <p:cNvPr id="6" name="Straight Connector 5">
              <a:extLst>
                <a:ext uri="{FF2B5EF4-FFF2-40B4-BE49-F238E27FC236}">
                  <a16:creationId xmlns:a16="http://schemas.microsoft.com/office/drawing/2014/main" id="{D6F35C83-1D07-46A2-1F70-80282EBF75BC}"/>
                </a:ext>
              </a:extLst>
            </p:cNvPr>
            <p:cNvCxnSpPr>
              <a:cxnSpLocks/>
            </p:cNvCxnSpPr>
            <p:nvPr/>
          </p:nvCxnSpPr>
          <p:spPr>
            <a:xfrm>
              <a:off x="7113385" y="3534328"/>
              <a:ext cx="623360"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75099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AA5C8-49AD-4F57-E748-2796B62F0C8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9749EC7-5A23-5C1A-46F2-46DE70C353EB}"/>
              </a:ext>
            </a:extLst>
          </p:cNvPr>
          <p:cNvSpPr/>
          <p:nvPr/>
        </p:nvSpPr>
        <p:spPr>
          <a:xfrm>
            <a:off x="380843" y="1381132"/>
            <a:ext cx="5659063" cy="424070"/>
          </a:xfrm>
          <a:prstGeom prst="rect">
            <a:avLst/>
          </a:prstGeom>
          <a:solidFill>
            <a:srgbClr val="FEF3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altLang="fr-FR" sz="2000" dirty="0">
                <a:solidFill>
                  <a:srgbClr val="002060"/>
                </a:solidFill>
                <a:latin typeface="Source Sans Pro" panose="020B0503030403020204" pitchFamily="34" charset="0"/>
              </a:rPr>
              <a:t>Mission et organisation de l’OMS en RDC</a:t>
            </a:r>
          </a:p>
        </p:txBody>
      </p:sp>
      <p:sp>
        <p:nvSpPr>
          <p:cNvPr id="8" name="Rectangle 7">
            <a:extLst>
              <a:ext uri="{FF2B5EF4-FFF2-40B4-BE49-F238E27FC236}">
                <a16:creationId xmlns:a16="http://schemas.microsoft.com/office/drawing/2014/main" id="{88A10C93-8803-05AC-2D89-873F385FD88F}"/>
              </a:ext>
            </a:extLst>
          </p:cNvPr>
          <p:cNvSpPr/>
          <p:nvPr/>
        </p:nvSpPr>
        <p:spPr>
          <a:xfrm>
            <a:off x="6152096" y="1455697"/>
            <a:ext cx="5659063" cy="819635"/>
          </a:xfrm>
          <a:prstGeom prst="rect">
            <a:avLst/>
          </a:prstGeom>
          <a:solidFill>
            <a:srgbClr val="FEF3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14300" indent="0" algn="ctr">
              <a:buNone/>
            </a:pPr>
            <a:r>
              <a:rPr lang="fr-FR" sz="2000">
                <a:solidFill>
                  <a:srgbClr val="002060"/>
                </a:solidFill>
                <a:latin typeface="Source Sans Pro" panose="020B0503030403020204" pitchFamily="34" charset="0"/>
              </a:rPr>
              <a:t>Présence du programme de vaccination et Maladies à </a:t>
            </a:r>
            <a:r>
              <a:rPr lang="fr-FR" sz="2000" dirty="0" err="1">
                <a:solidFill>
                  <a:srgbClr val="002060"/>
                </a:solidFill>
                <a:latin typeface="Source Sans Pro" panose="020B0503030403020204" pitchFamily="34" charset="0"/>
              </a:rPr>
              <a:t>prevention</a:t>
            </a:r>
            <a:r>
              <a:rPr lang="fr-FR" sz="2000" dirty="0">
                <a:solidFill>
                  <a:srgbClr val="002060"/>
                </a:solidFill>
                <a:latin typeface="Source Sans Pro" panose="020B0503030403020204" pitchFamily="34" charset="0"/>
              </a:rPr>
              <a:t> vaccinale (Polio exclu)</a:t>
            </a:r>
          </a:p>
        </p:txBody>
      </p:sp>
      <p:pic>
        <p:nvPicPr>
          <p:cNvPr id="9" name="Picture 8" descr="A map of a country&#10;&#10;AI-generated content may be incorrect.">
            <a:extLst>
              <a:ext uri="{FF2B5EF4-FFF2-40B4-BE49-F238E27FC236}">
                <a16:creationId xmlns:a16="http://schemas.microsoft.com/office/drawing/2014/main" id="{E698DA24-DE9A-D496-7233-9B764C898AD1}"/>
              </a:ext>
            </a:extLst>
          </p:cNvPr>
          <p:cNvPicPr>
            <a:picLocks noChangeAspect="1"/>
          </p:cNvPicPr>
          <p:nvPr/>
        </p:nvPicPr>
        <p:blipFill>
          <a:blip r:embed="rId2"/>
          <a:stretch>
            <a:fillRect/>
          </a:stretch>
        </p:blipFill>
        <p:spPr>
          <a:xfrm>
            <a:off x="6364319" y="2121583"/>
            <a:ext cx="1908413" cy="1906610"/>
          </a:xfrm>
          <a:prstGeom prst="rect">
            <a:avLst/>
          </a:prstGeom>
        </p:spPr>
      </p:pic>
      <p:sp>
        <p:nvSpPr>
          <p:cNvPr id="12" name="TextBox 11">
            <a:extLst>
              <a:ext uri="{FF2B5EF4-FFF2-40B4-BE49-F238E27FC236}">
                <a16:creationId xmlns:a16="http://schemas.microsoft.com/office/drawing/2014/main" id="{6AFE7E1E-5757-3B8D-1401-5EF84714A5FF}"/>
              </a:ext>
            </a:extLst>
          </p:cNvPr>
          <p:cNvSpPr txBox="1"/>
          <p:nvPr/>
        </p:nvSpPr>
        <p:spPr>
          <a:xfrm>
            <a:off x="8484955" y="2316648"/>
            <a:ext cx="3521350" cy="1908215"/>
          </a:xfrm>
          <a:prstGeom prst="rect">
            <a:avLst/>
          </a:prstGeom>
          <a:solidFill>
            <a:srgbClr val="E9F1FA"/>
          </a:solidFill>
        </p:spPr>
        <p:txBody>
          <a:bodyPr wrap="square" rtlCol="0">
            <a:spAutoFit/>
          </a:bodyPr>
          <a:lstStyle/>
          <a:p>
            <a:pPr>
              <a:spcBef>
                <a:spcPts val="1200"/>
              </a:spcBef>
              <a:spcAft>
                <a:spcPts val="1200"/>
              </a:spcAft>
            </a:pPr>
            <a:r>
              <a:rPr lang="fr-FR" sz="1600" dirty="0">
                <a:solidFill>
                  <a:srgbClr val="009ADE"/>
                </a:solidFill>
                <a:latin typeface="Source Sans Pro" panose="020B0503030403020204" pitchFamily="34" charset="0"/>
                <a:sym typeface="Wingdings 2" panose="05020102010507070707" pitchFamily="18" charset="2"/>
              </a:rPr>
              <a:t></a:t>
            </a:r>
            <a:r>
              <a:rPr lang="fr-FR" sz="1600" dirty="0">
                <a:solidFill>
                  <a:srgbClr val="009ADE"/>
                </a:solidFill>
                <a:latin typeface="Source Sans Pro" panose="020B0503030403020204" pitchFamily="34" charset="0"/>
              </a:rPr>
              <a:t>Sous-Bureaux OMS/Provinces: Kinshasa, Matadi, Mbandaka, Kisangani, Goma, Bukavu, Lubumbashi </a:t>
            </a:r>
          </a:p>
          <a:p>
            <a:pPr>
              <a:spcBef>
                <a:spcPts val="1200"/>
              </a:spcBef>
              <a:spcAft>
                <a:spcPts val="1200"/>
              </a:spcAft>
            </a:pPr>
            <a:r>
              <a:rPr lang="fr-FR" sz="1600" dirty="0">
                <a:solidFill>
                  <a:srgbClr val="009ADE"/>
                </a:solidFill>
                <a:latin typeface="Source Sans Pro" panose="020B0503030403020204" pitchFamily="34" charset="0"/>
                <a:sym typeface="Wingdings 2" panose="05020102010507070707" pitchFamily="18" charset="2"/>
              </a:rPr>
              <a:t> </a:t>
            </a:r>
            <a:r>
              <a:rPr lang="fr-FR" sz="1600" dirty="0">
                <a:solidFill>
                  <a:srgbClr val="009ADE"/>
                </a:solidFill>
                <a:latin typeface="Source Sans Pro" panose="020B0503030403020204" pitchFamily="34" charset="0"/>
              </a:rPr>
              <a:t>Equipe Polio: 26 provinces.</a:t>
            </a:r>
            <a:endParaRPr lang="fr-FR" sz="1200" b="1" dirty="0"/>
          </a:p>
          <a:p>
            <a:endParaRPr lang="fr-FR" sz="1200" b="1" dirty="0"/>
          </a:p>
          <a:p>
            <a:endParaRPr lang="en-US" sz="1200" b="1" dirty="0"/>
          </a:p>
        </p:txBody>
      </p:sp>
      <p:cxnSp>
        <p:nvCxnSpPr>
          <p:cNvPr id="15" name="Straight Connector 14">
            <a:extLst>
              <a:ext uri="{FF2B5EF4-FFF2-40B4-BE49-F238E27FC236}">
                <a16:creationId xmlns:a16="http://schemas.microsoft.com/office/drawing/2014/main" id="{87E5C17A-A541-832E-6FFA-86617F1DC097}"/>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2C9FD8CA-482A-F5D8-C864-61F1218AC442}"/>
              </a:ext>
            </a:extLst>
          </p:cNvPr>
          <p:cNvGrpSpPr/>
          <p:nvPr/>
        </p:nvGrpSpPr>
        <p:grpSpPr>
          <a:xfrm>
            <a:off x="409056" y="411029"/>
            <a:ext cx="11434076" cy="953484"/>
            <a:chOff x="290184" y="400187"/>
            <a:chExt cx="11269728" cy="953484"/>
          </a:xfrm>
        </p:grpSpPr>
        <p:grpSp>
          <p:nvGrpSpPr>
            <p:cNvPr id="17" name="Group 16">
              <a:extLst>
                <a:ext uri="{FF2B5EF4-FFF2-40B4-BE49-F238E27FC236}">
                  <a16:creationId xmlns:a16="http://schemas.microsoft.com/office/drawing/2014/main" id="{8506198B-DF21-AB27-5A60-9AECA48CDCDD}"/>
                </a:ext>
              </a:extLst>
            </p:cNvPr>
            <p:cNvGrpSpPr/>
            <p:nvPr/>
          </p:nvGrpSpPr>
          <p:grpSpPr>
            <a:xfrm>
              <a:off x="334395" y="400187"/>
              <a:ext cx="11225517" cy="845516"/>
              <a:chOff x="4248669" y="401638"/>
              <a:chExt cx="11225517" cy="845516"/>
            </a:xfrm>
          </p:grpSpPr>
          <p:sp>
            <p:nvSpPr>
              <p:cNvPr id="19" name="Rectangle 18">
                <a:extLst>
                  <a:ext uri="{FF2B5EF4-FFF2-40B4-BE49-F238E27FC236}">
                    <a16:creationId xmlns:a16="http://schemas.microsoft.com/office/drawing/2014/main" id="{4B99E477-9B9F-F3C2-A5CF-A12B0EA57126}"/>
                  </a:ext>
                </a:extLst>
              </p:cNvPr>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a:rPr>
                  <a:t>I. </a:t>
                </a:r>
                <a:r>
                  <a:rPr lang="fr-FR" sz="2000" b="1" dirty="0">
                    <a:solidFill>
                      <a:srgbClr val="009ADE"/>
                    </a:solidFill>
                    <a:latin typeface="Source Sans Pro" panose="020B0503030403020204" pitchFamily="34" charset="0"/>
                  </a:rPr>
                  <a:t>PRÉSENTATION DE L’ORGANISATION</a:t>
                </a:r>
                <a:endParaRPr lang="en-US" sz="2000" b="1" dirty="0">
                  <a:solidFill>
                    <a:srgbClr val="009ADE"/>
                  </a:solidFill>
                  <a:latin typeface="Source Sans Pro" panose="020B0503030403020204" pitchFamily="34" charset="0"/>
                </a:endParaRPr>
              </a:p>
            </p:txBody>
          </p:sp>
          <p:sp>
            <p:nvSpPr>
              <p:cNvPr id="20" name="Flowchart: Off-page Connector 19">
                <a:extLst>
                  <a:ext uri="{FF2B5EF4-FFF2-40B4-BE49-F238E27FC236}">
                    <a16:creationId xmlns:a16="http://schemas.microsoft.com/office/drawing/2014/main" id="{167FDA7E-0689-9227-77DA-B4ADC30D5FC3}"/>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21" name="Right Triangle 20">
                <a:extLst>
                  <a:ext uri="{FF2B5EF4-FFF2-40B4-BE49-F238E27FC236}">
                    <a16:creationId xmlns:a16="http://schemas.microsoft.com/office/drawing/2014/main" id="{AE3FE68A-BCDC-EE23-28A4-674E3C97EFEC}"/>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Rectangle 17">
              <a:extLst>
                <a:ext uri="{FF2B5EF4-FFF2-40B4-BE49-F238E27FC236}">
                  <a16:creationId xmlns:a16="http://schemas.microsoft.com/office/drawing/2014/main" id="{2E2DE861-9F13-BE55-F7F5-6118920BB6D1}"/>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Graphic 29">
            <a:extLst>
              <a:ext uri="{FF2B5EF4-FFF2-40B4-BE49-F238E27FC236}">
                <a16:creationId xmlns:a16="http://schemas.microsoft.com/office/drawing/2014/main" id="{44EE1DFD-6E7F-747E-885C-65F591A07F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0843" y="433587"/>
            <a:ext cx="895914" cy="895914"/>
          </a:xfrm>
          <a:prstGeom prst="rect">
            <a:avLst/>
          </a:prstGeom>
        </p:spPr>
      </p:pic>
      <p:sp>
        <p:nvSpPr>
          <p:cNvPr id="3" name="Rectangle 2">
            <a:extLst>
              <a:ext uri="{FF2B5EF4-FFF2-40B4-BE49-F238E27FC236}">
                <a16:creationId xmlns:a16="http://schemas.microsoft.com/office/drawing/2014/main" id="{64ED3060-9E2A-934B-CF64-FC7EA58EF4A0}"/>
              </a:ext>
            </a:extLst>
          </p:cNvPr>
          <p:cNvSpPr/>
          <p:nvPr/>
        </p:nvSpPr>
        <p:spPr>
          <a:xfrm>
            <a:off x="185693" y="1916404"/>
            <a:ext cx="5889605" cy="73381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t>OMS: Institution des Nations Unies spécialisées dans la santé publique, crée en 1948 </a:t>
            </a:r>
          </a:p>
        </p:txBody>
      </p:sp>
      <p:sp>
        <p:nvSpPr>
          <p:cNvPr id="4" name="Rectangle 3">
            <a:extLst>
              <a:ext uri="{FF2B5EF4-FFF2-40B4-BE49-F238E27FC236}">
                <a16:creationId xmlns:a16="http://schemas.microsoft.com/office/drawing/2014/main" id="{31A08967-F6B7-37E3-83E2-7947DC3A971E}"/>
              </a:ext>
            </a:extLst>
          </p:cNvPr>
          <p:cNvSpPr/>
          <p:nvPr/>
        </p:nvSpPr>
        <p:spPr>
          <a:xfrm>
            <a:off x="185694" y="2777543"/>
            <a:ext cx="5889605" cy="73381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t>Accord de siège en RDC signé en 1977</a:t>
            </a:r>
          </a:p>
        </p:txBody>
      </p:sp>
      <p:sp>
        <p:nvSpPr>
          <p:cNvPr id="6" name="Rectangle 5">
            <a:extLst>
              <a:ext uri="{FF2B5EF4-FFF2-40B4-BE49-F238E27FC236}">
                <a16:creationId xmlns:a16="http://schemas.microsoft.com/office/drawing/2014/main" id="{43130490-A111-1577-60A0-2F3C710D40FE}"/>
              </a:ext>
            </a:extLst>
          </p:cNvPr>
          <p:cNvSpPr/>
          <p:nvPr/>
        </p:nvSpPr>
        <p:spPr>
          <a:xfrm>
            <a:off x="185695" y="3641403"/>
            <a:ext cx="5889605" cy="254712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b="1" dirty="0"/>
          </a:p>
          <a:p>
            <a:pPr algn="ctr"/>
            <a:r>
              <a:rPr lang="fr-FR" sz="1600" b="1" dirty="0"/>
              <a:t>OMS RDC structurée actuellement en 4 clusters:</a:t>
            </a:r>
          </a:p>
          <a:p>
            <a:r>
              <a:rPr lang="fr-FR" sz="1600" b="1" dirty="0">
                <a:sym typeface="Wingdings 2" panose="05020102010507070707" pitchFamily="18" charset="2"/>
              </a:rPr>
              <a:t> Bureau du Représentant</a:t>
            </a:r>
          </a:p>
          <a:p>
            <a:r>
              <a:rPr lang="fr-FR" sz="1600" b="1" dirty="0">
                <a:sym typeface="Wingdings 2" panose="05020102010507070707" pitchFamily="18" charset="2"/>
              </a:rPr>
              <a:t>  </a:t>
            </a:r>
            <a:r>
              <a:rPr lang="fr-FR" sz="1600" b="1" dirty="0"/>
              <a:t>Préparation et Réponse aux Urgences</a:t>
            </a:r>
          </a:p>
          <a:p>
            <a:r>
              <a:rPr lang="fr-FR" sz="1600" b="1" dirty="0">
                <a:sym typeface="Wingdings 2" panose="05020102010507070707" pitchFamily="18" charset="2"/>
              </a:rPr>
              <a:t>  </a:t>
            </a:r>
            <a:r>
              <a:rPr lang="fr-FR" sz="1600" b="1" dirty="0"/>
              <a:t>Promotion de la santé et contrôle de la maladie (y compris les maladies à prévention vaccinale)</a:t>
            </a:r>
          </a:p>
          <a:p>
            <a:r>
              <a:rPr lang="fr-FR" sz="1600" b="1" dirty="0">
                <a:sym typeface="Wingdings 2" panose="05020102010507070707" pitchFamily="18" charset="2"/>
              </a:rPr>
              <a:t> </a:t>
            </a:r>
            <a:r>
              <a:rPr lang="fr-FR" sz="1600" b="1" dirty="0"/>
              <a:t>Systèmes et Services de santé</a:t>
            </a:r>
          </a:p>
          <a:p>
            <a:r>
              <a:rPr lang="fr-FR" sz="1600" b="1" dirty="0">
                <a:sym typeface="Wingdings 2" panose="05020102010507070707" pitchFamily="18" charset="2"/>
              </a:rPr>
              <a:t> IMST </a:t>
            </a:r>
            <a:r>
              <a:rPr lang="fr-FR" sz="1600" b="1" dirty="0"/>
              <a:t>Polio</a:t>
            </a:r>
          </a:p>
          <a:p>
            <a:r>
              <a:rPr lang="fr-FR" sz="1600" b="1" dirty="0">
                <a:sym typeface="Wingdings 2" panose="05020102010507070707" pitchFamily="18" charset="2"/>
              </a:rPr>
              <a:t> </a:t>
            </a:r>
            <a:r>
              <a:rPr lang="fr-FR" sz="1600" b="1" dirty="0"/>
              <a:t>Unité d’Appui Administratif</a:t>
            </a:r>
          </a:p>
          <a:p>
            <a:pPr algn="ctr"/>
            <a:endParaRPr lang="fr-FR" sz="1600" b="1" dirty="0"/>
          </a:p>
        </p:txBody>
      </p:sp>
      <p:graphicFrame>
        <p:nvGraphicFramePr>
          <p:cNvPr id="10" name="Table 9">
            <a:extLst>
              <a:ext uri="{FF2B5EF4-FFF2-40B4-BE49-F238E27FC236}">
                <a16:creationId xmlns:a16="http://schemas.microsoft.com/office/drawing/2014/main" id="{47A603F2-0119-CFCA-BCF0-A2E54364C1A8}"/>
              </a:ext>
            </a:extLst>
          </p:cNvPr>
          <p:cNvGraphicFramePr>
            <a:graphicFrameLocks noGrp="1"/>
          </p:cNvGraphicFramePr>
          <p:nvPr>
            <p:extLst>
              <p:ext uri="{D42A27DB-BD31-4B8C-83A1-F6EECF244321}">
                <p14:modId xmlns:p14="http://schemas.microsoft.com/office/powerpoint/2010/main" val="3346169334"/>
              </p:ext>
            </p:extLst>
          </p:nvPr>
        </p:nvGraphicFramePr>
        <p:xfrm>
          <a:off x="6116702" y="4137585"/>
          <a:ext cx="6075298" cy="2720415"/>
        </p:xfrm>
        <a:graphic>
          <a:graphicData uri="http://schemas.openxmlformats.org/drawingml/2006/table">
            <a:tbl>
              <a:tblPr firstRow="1" bandRow="1">
                <a:tableStyleId>{5940675A-B579-460E-94D1-54222C63F5DA}</a:tableStyleId>
              </a:tblPr>
              <a:tblGrid>
                <a:gridCol w="2000582">
                  <a:extLst>
                    <a:ext uri="{9D8B030D-6E8A-4147-A177-3AD203B41FA5}">
                      <a16:colId xmlns:a16="http://schemas.microsoft.com/office/drawing/2014/main" val="3414207361"/>
                    </a:ext>
                  </a:extLst>
                </a:gridCol>
                <a:gridCol w="1296500">
                  <a:extLst>
                    <a:ext uri="{9D8B030D-6E8A-4147-A177-3AD203B41FA5}">
                      <a16:colId xmlns:a16="http://schemas.microsoft.com/office/drawing/2014/main" val="3163794036"/>
                    </a:ext>
                  </a:extLst>
                </a:gridCol>
                <a:gridCol w="2778216">
                  <a:extLst>
                    <a:ext uri="{9D8B030D-6E8A-4147-A177-3AD203B41FA5}">
                      <a16:colId xmlns:a16="http://schemas.microsoft.com/office/drawing/2014/main" val="1075035938"/>
                    </a:ext>
                  </a:extLst>
                </a:gridCol>
              </a:tblGrid>
              <a:tr h="407495">
                <a:tc>
                  <a:txBody>
                    <a:bodyPr/>
                    <a:lstStyle/>
                    <a:p>
                      <a:pPr algn="ctr"/>
                      <a:r>
                        <a:rPr lang="fr-FR" sz="1100" b="1" dirty="0">
                          <a:solidFill>
                            <a:srgbClr val="FEF3E3"/>
                          </a:solidFill>
                          <a:latin typeface="Source Sans Pro" panose="020B0503030403020204" pitchFamily="34" charset="0"/>
                        </a:rPr>
                        <a:t>DOMAINE D’APPUI TECHNIQUE</a:t>
                      </a:r>
                      <a:endParaRPr lang="en-US" sz="1100" b="1" dirty="0">
                        <a:solidFill>
                          <a:srgbClr val="FEF3E3"/>
                        </a:solidFill>
                        <a:latin typeface="Source Sans Pro" panose="020B0503030403020204" pitchFamily="34" charset="0"/>
                      </a:endParaRPr>
                    </a:p>
                  </a:txBody>
                  <a:tcPr anchor="ctr">
                    <a:solidFill>
                      <a:srgbClr val="6BAFE3"/>
                    </a:solidFill>
                  </a:tcPr>
                </a:tc>
                <a:tc>
                  <a:txBody>
                    <a:bodyPr/>
                    <a:lstStyle/>
                    <a:p>
                      <a:pPr algn="ctr"/>
                      <a:r>
                        <a:rPr lang="fr-FR" sz="1100" b="1" dirty="0">
                          <a:solidFill>
                            <a:srgbClr val="FEF3E3"/>
                          </a:solidFill>
                          <a:latin typeface="Source Sans Pro" panose="020B0503030403020204" pitchFamily="34" charset="0"/>
                        </a:rPr>
                        <a:t>AT /NIVEAU NATIONAL</a:t>
                      </a:r>
                      <a:endParaRPr lang="en-US" sz="1100" b="1" dirty="0">
                        <a:solidFill>
                          <a:srgbClr val="FEF3E3"/>
                        </a:solidFill>
                        <a:latin typeface="Source Sans Pro" panose="020B0503030403020204" pitchFamily="34" charset="0"/>
                      </a:endParaRPr>
                    </a:p>
                  </a:txBody>
                  <a:tcPr anchor="ctr">
                    <a:solidFill>
                      <a:srgbClr val="6BAFE3"/>
                    </a:solidFill>
                  </a:tcPr>
                </a:tc>
                <a:tc>
                  <a:txBody>
                    <a:bodyPr/>
                    <a:lstStyle/>
                    <a:p>
                      <a:pPr algn="ctr"/>
                      <a:r>
                        <a:rPr lang="fr-FR" sz="1100" b="1">
                          <a:solidFill>
                            <a:srgbClr val="FEF3E3"/>
                          </a:solidFill>
                          <a:latin typeface="Source Sans Pro" panose="020B0503030403020204" pitchFamily="34" charset="0"/>
                        </a:rPr>
                        <a:t>AT/ NIVEAU PROVINCIAL</a:t>
                      </a:r>
                      <a:endParaRPr lang="en-US" sz="1100" b="1" dirty="0">
                        <a:solidFill>
                          <a:srgbClr val="FEF3E3"/>
                        </a:solidFill>
                        <a:latin typeface="Source Sans Pro" panose="020B0503030403020204" pitchFamily="34" charset="0"/>
                      </a:endParaRPr>
                    </a:p>
                  </a:txBody>
                  <a:tcPr anchor="ctr">
                    <a:solidFill>
                      <a:srgbClr val="6BAFE3"/>
                    </a:solidFill>
                  </a:tcPr>
                </a:tc>
                <a:extLst>
                  <a:ext uri="{0D108BD9-81ED-4DB2-BD59-A6C34878D82A}">
                    <a16:rowId xmlns:a16="http://schemas.microsoft.com/office/drawing/2014/main" val="2676960762"/>
                  </a:ext>
                </a:extLst>
              </a:tr>
              <a:tr h="392942">
                <a:tc>
                  <a:txBody>
                    <a:bodyPr/>
                    <a:lstStyle/>
                    <a:p>
                      <a:pPr marL="0" algn="l" defTabSz="914400" rtl="0" eaLnBrk="1" latinLnBrk="0" hangingPunct="1"/>
                      <a:r>
                        <a:rPr lang="fr-FR" sz="1100" b="0" kern="1200" dirty="0">
                          <a:solidFill>
                            <a:srgbClr val="002060"/>
                          </a:solidFill>
                          <a:latin typeface="Source Sans Pro" panose="020B0503030403020204" pitchFamily="34" charset="0"/>
                          <a:ea typeface="+mn-ea"/>
                          <a:cs typeface="+mn-cs"/>
                        </a:rPr>
                        <a:t>Appui </a:t>
                      </a:r>
                      <a:r>
                        <a:rPr lang="fr-FR" sz="1100" b="0" kern="1200" dirty="0" err="1">
                          <a:solidFill>
                            <a:srgbClr val="002060"/>
                          </a:solidFill>
                          <a:latin typeface="Source Sans Pro" panose="020B0503030403020204" pitchFamily="34" charset="0"/>
                          <a:ea typeface="+mn-ea"/>
                          <a:cs typeface="+mn-cs"/>
                        </a:rPr>
                        <a:t>Mashako</a:t>
                      </a:r>
                      <a:r>
                        <a:rPr lang="fr-FR" sz="1100" b="0" kern="1200" dirty="0">
                          <a:solidFill>
                            <a:srgbClr val="002060"/>
                          </a:solidFill>
                          <a:latin typeface="Source Sans Pro" panose="020B0503030403020204" pitchFamily="34" charset="0"/>
                          <a:ea typeface="+mn-ea"/>
                          <a:cs typeface="+mn-cs"/>
                        </a:rPr>
                        <a:t> 3.0</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tc>
                  <a:txBody>
                    <a:bodyPr/>
                    <a:lstStyle/>
                    <a:p>
                      <a:pPr marL="0" algn="ctr" defTabSz="914400" rtl="0" eaLnBrk="1" latinLnBrk="0" hangingPunct="1"/>
                      <a:r>
                        <a:rPr lang="fr-FR" sz="1100" b="0" kern="1200" dirty="0">
                          <a:solidFill>
                            <a:srgbClr val="002060"/>
                          </a:solidFill>
                          <a:latin typeface="Source Sans Pro" panose="020B0503030403020204" pitchFamily="34" charset="0"/>
                          <a:ea typeface="+mn-ea"/>
                          <a:cs typeface="+mn-cs"/>
                        </a:rPr>
                        <a:t>1 </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tc>
                  <a:txBody>
                    <a:bodyPr/>
                    <a:lstStyle/>
                    <a:p>
                      <a:pPr marL="0" algn="l" defTabSz="914400" rtl="0" eaLnBrk="1" latinLnBrk="0" hangingPunct="1"/>
                      <a:r>
                        <a:rPr lang="fr-FR" sz="1100" b="0" kern="1200" dirty="0">
                          <a:solidFill>
                            <a:srgbClr val="002060"/>
                          </a:solidFill>
                          <a:latin typeface="Source Sans Pro" panose="020B0503030403020204" pitchFamily="34" charset="0"/>
                          <a:ea typeface="+mn-ea"/>
                          <a:cs typeface="+mn-cs"/>
                        </a:rPr>
                        <a:t>9 (</a:t>
                      </a:r>
                      <a:r>
                        <a:rPr lang="fr-FR" sz="1100" b="0" kern="1200" dirty="0" err="1">
                          <a:solidFill>
                            <a:srgbClr val="002060"/>
                          </a:solidFill>
                          <a:latin typeface="Source Sans Pro" panose="020B0503030403020204" pitchFamily="34" charset="0"/>
                          <a:ea typeface="+mn-ea"/>
                          <a:cs typeface="+mn-cs"/>
                        </a:rPr>
                        <a:t>Maindombe</a:t>
                      </a:r>
                      <a:r>
                        <a:rPr lang="fr-FR" sz="1100" b="0" kern="1200" dirty="0">
                          <a:solidFill>
                            <a:srgbClr val="002060"/>
                          </a:solidFill>
                          <a:latin typeface="Source Sans Pro" panose="020B0503030403020204" pitchFamily="34" charset="0"/>
                          <a:ea typeface="+mn-ea"/>
                          <a:cs typeface="+mn-cs"/>
                        </a:rPr>
                        <a:t>, Bas-Uele, Su-Ubangi, </a:t>
                      </a:r>
                      <a:r>
                        <a:rPr lang="fr-FR" sz="1100" b="0" kern="1200" dirty="0" err="1">
                          <a:solidFill>
                            <a:srgbClr val="002060"/>
                          </a:solidFill>
                          <a:latin typeface="Source Sans Pro" panose="020B0503030403020204" pitchFamily="34" charset="0"/>
                          <a:ea typeface="+mn-ea"/>
                          <a:cs typeface="+mn-cs"/>
                        </a:rPr>
                        <a:t>Tshuapa</a:t>
                      </a:r>
                      <a:r>
                        <a:rPr lang="fr-FR" sz="1100" b="0" kern="1200" dirty="0">
                          <a:solidFill>
                            <a:srgbClr val="002060"/>
                          </a:solidFill>
                          <a:latin typeface="Source Sans Pro" panose="020B0503030403020204" pitchFamily="34" charset="0"/>
                          <a:ea typeface="+mn-ea"/>
                          <a:cs typeface="+mn-cs"/>
                        </a:rPr>
                        <a:t>, Mongala, Kinshasa)</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extLst>
                  <a:ext uri="{0D108BD9-81ED-4DB2-BD59-A6C34878D82A}">
                    <a16:rowId xmlns:a16="http://schemas.microsoft.com/office/drawing/2014/main" val="1737950629"/>
                  </a:ext>
                </a:extLst>
              </a:tr>
              <a:tr h="327735">
                <a:tc>
                  <a:txBody>
                    <a:bodyPr/>
                    <a:lstStyle/>
                    <a:p>
                      <a:pPr marL="0" algn="l" defTabSz="914400" rtl="0" eaLnBrk="1" latinLnBrk="0" hangingPunct="1"/>
                      <a:r>
                        <a:rPr lang="fr-FR" sz="1100" b="0" kern="1200" dirty="0">
                          <a:solidFill>
                            <a:srgbClr val="002060"/>
                          </a:solidFill>
                          <a:latin typeface="Source Sans Pro" panose="020B0503030403020204" pitchFamily="34" charset="0"/>
                          <a:ea typeface="+mn-ea"/>
                          <a:cs typeface="+mn-cs"/>
                        </a:rPr>
                        <a:t>Appui au BCU</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tc>
                  <a:txBody>
                    <a:bodyPr/>
                    <a:lstStyle/>
                    <a:p>
                      <a:pPr marL="0" algn="ctr" defTabSz="914400" rtl="0" eaLnBrk="1" latinLnBrk="0" hangingPunct="1"/>
                      <a:r>
                        <a:rPr lang="fr-FR" sz="1100" b="0" kern="1200" dirty="0">
                          <a:solidFill>
                            <a:srgbClr val="002060"/>
                          </a:solidFill>
                          <a:latin typeface="Source Sans Pro" panose="020B0503030403020204" pitchFamily="34" charset="0"/>
                          <a:ea typeface="+mn-ea"/>
                          <a:cs typeface="+mn-cs"/>
                        </a:rPr>
                        <a:t>2 (</a:t>
                      </a:r>
                      <a:r>
                        <a:rPr lang="fr-FR" sz="1100" b="0" kern="1200" dirty="0" err="1">
                          <a:solidFill>
                            <a:srgbClr val="002060"/>
                          </a:solidFill>
                          <a:latin typeface="Source Sans Pro" panose="020B0503030403020204" pitchFamily="34" charset="0"/>
                          <a:ea typeface="+mn-ea"/>
                          <a:cs typeface="+mn-cs"/>
                        </a:rPr>
                        <a:t>Vacc</a:t>
                      </a:r>
                      <a:r>
                        <a:rPr lang="fr-FR" sz="1100" b="0" kern="1200" dirty="0">
                          <a:solidFill>
                            <a:srgbClr val="002060"/>
                          </a:solidFill>
                          <a:latin typeface="Source Sans Pro" panose="020B0503030403020204" pitchFamily="34" charset="0"/>
                          <a:ea typeface="+mn-ea"/>
                          <a:cs typeface="+mn-cs"/>
                        </a:rPr>
                        <a:t>. et S&amp;E)</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tc>
                  <a:txBody>
                    <a:bodyPr/>
                    <a:lstStyle/>
                    <a:p>
                      <a:pPr marL="0" algn="l" defTabSz="914400" rtl="0" eaLnBrk="1" latinLnBrk="0" hangingPunct="1"/>
                      <a:r>
                        <a:rPr lang="fr-FR" sz="1100" b="0" kern="1200" dirty="0">
                          <a:solidFill>
                            <a:srgbClr val="002060"/>
                          </a:solidFill>
                          <a:latin typeface="Source Sans Pro" panose="020B0503030403020204" pitchFamily="34" charset="0"/>
                          <a:ea typeface="+mn-ea"/>
                          <a:cs typeface="+mn-cs"/>
                        </a:rPr>
                        <a:t>3 (</a:t>
                      </a:r>
                      <a:r>
                        <a:rPr lang="fr-FR" sz="1100" b="0" kern="1200" dirty="0" err="1">
                          <a:solidFill>
                            <a:srgbClr val="002060"/>
                          </a:solidFill>
                          <a:latin typeface="Source Sans Pro" panose="020B0503030403020204" pitchFamily="34" charset="0"/>
                          <a:ea typeface="+mn-ea"/>
                          <a:cs typeface="+mn-cs"/>
                        </a:rPr>
                        <a:t>Maindombe</a:t>
                      </a:r>
                      <a:r>
                        <a:rPr lang="fr-FR" sz="1100" b="0" kern="1200" dirty="0">
                          <a:solidFill>
                            <a:srgbClr val="002060"/>
                          </a:solidFill>
                          <a:latin typeface="Source Sans Pro" panose="020B0503030403020204" pitchFamily="34" charset="0"/>
                          <a:ea typeface="+mn-ea"/>
                          <a:cs typeface="+mn-cs"/>
                        </a:rPr>
                        <a:t>, Mongala, </a:t>
                      </a:r>
                      <a:r>
                        <a:rPr lang="fr-FR" sz="1100" b="0" kern="1200" dirty="0" err="1">
                          <a:solidFill>
                            <a:srgbClr val="002060"/>
                          </a:solidFill>
                          <a:latin typeface="Source Sans Pro" panose="020B0503030403020204" pitchFamily="34" charset="0"/>
                          <a:ea typeface="+mn-ea"/>
                          <a:cs typeface="+mn-cs"/>
                        </a:rPr>
                        <a:t>Tshuapa</a:t>
                      </a:r>
                      <a:r>
                        <a:rPr lang="fr-FR" sz="1100" b="0" kern="1200" dirty="0">
                          <a:solidFill>
                            <a:srgbClr val="002060"/>
                          </a:solidFill>
                          <a:latin typeface="Source Sans Pro" panose="020B0503030403020204" pitchFamily="34" charset="0"/>
                          <a:ea typeface="+mn-ea"/>
                          <a:cs typeface="+mn-cs"/>
                        </a:rPr>
                        <a:t>)</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extLst>
                  <a:ext uri="{0D108BD9-81ED-4DB2-BD59-A6C34878D82A}">
                    <a16:rowId xmlns:a16="http://schemas.microsoft.com/office/drawing/2014/main" val="3257784752"/>
                  </a:ext>
                </a:extLst>
              </a:tr>
              <a:tr h="392942">
                <a:tc>
                  <a:txBody>
                    <a:bodyPr/>
                    <a:lstStyle/>
                    <a:p>
                      <a:pPr marL="0" algn="l" defTabSz="914400" rtl="0" eaLnBrk="1" latinLnBrk="0" hangingPunct="1"/>
                      <a:r>
                        <a:rPr lang="fr-FR" sz="1100" b="0" kern="1200" dirty="0">
                          <a:solidFill>
                            <a:srgbClr val="002060"/>
                          </a:solidFill>
                          <a:latin typeface="Source Sans Pro" panose="020B0503030403020204" pitchFamily="34" charset="0"/>
                          <a:ea typeface="+mn-ea"/>
                          <a:cs typeface="+mn-cs"/>
                        </a:rPr>
                        <a:t>Gestion des données </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tc>
                  <a:txBody>
                    <a:bodyPr/>
                    <a:lstStyle/>
                    <a:p>
                      <a:pPr marL="0" algn="ctr" defTabSz="914400" rtl="0" eaLnBrk="1" latinLnBrk="0" hangingPunct="1"/>
                      <a:r>
                        <a:rPr lang="fr-FR" sz="1100" b="0" kern="1200" dirty="0">
                          <a:solidFill>
                            <a:srgbClr val="002060"/>
                          </a:solidFill>
                          <a:latin typeface="Source Sans Pro" panose="020B0503030403020204" pitchFamily="34" charset="0"/>
                          <a:ea typeface="+mn-ea"/>
                          <a:cs typeface="+mn-cs"/>
                        </a:rPr>
                        <a:t>2 Analystes des données</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tc>
                  <a:txBody>
                    <a:bodyPr/>
                    <a:lstStyle/>
                    <a:p>
                      <a:pPr marL="0" algn="l" defTabSz="914400" rtl="0" eaLnBrk="1" latinLnBrk="0" hangingPunct="1"/>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extLst>
                  <a:ext uri="{0D108BD9-81ED-4DB2-BD59-A6C34878D82A}">
                    <a16:rowId xmlns:a16="http://schemas.microsoft.com/office/drawing/2014/main" val="326935055"/>
                  </a:ext>
                </a:extLst>
              </a:tr>
              <a:tr h="240131">
                <a:tc>
                  <a:txBody>
                    <a:bodyPr/>
                    <a:lstStyle/>
                    <a:p>
                      <a:pPr marL="0" algn="l" defTabSz="914400" rtl="0" eaLnBrk="1" latinLnBrk="0" hangingPunct="1"/>
                      <a:r>
                        <a:rPr lang="fr-FR" sz="1100" b="0" kern="1200" dirty="0">
                          <a:solidFill>
                            <a:srgbClr val="002060"/>
                          </a:solidFill>
                          <a:latin typeface="Source Sans Pro" panose="020B0503030403020204" pitchFamily="34" charset="0"/>
                          <a:ea typeface="+mn-ea"/>
                          <a:cs typeface="+mn-cs"/>
                        </a:rPr>
                        <a:t>Appui à l’introduction du RR</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tc>
                  <a:txBody>
                    <a:bodyPr/>
                    <a:lstStyle/>
                    <a:p>
                      <a:pPr marL="0" algn="ctr" defTabSz="914400" rtl="0" eaLnBrk="1" latinLnBrk="0" hangingPunct="1"/>
                      <a:r>
                        <a:rPr lang="fr-FR" sz="1100" b="0" kern="1200" dirty="0">
                          <a:solidFill>
                            <a:srgbClr val="002060"/>
                          </a:solidFill>
                          <a:latin typeface="Source Sans Pro" panose="020B0503030403020204" pitchFamily="34" charset="0"/>
                          <a:ea typeface="+mn-ea"/>
                          <a:cs typeface="+mn-cs"/>
                        </a:rPr>
                        <a:t>1</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tc>
                  <a:txBody>
                    <a:bodyPr/>
                    <a:lstStyle/>
                    <a:p>
                      <a:pPr marL="0" algn="l" defTabSz="914400" rtl="0" eaLnBrk="1" latinLnBrk="0" hangingPunct="1"/>
                      <a:r>
                        <a:rPr lang="fr-FR" sz="1100" b="0" kern="1200" dirty="0">
                          <a:solidFill>
                            <a:srgbClr val="002060"/>
                          </a:solidFill>
                          <a:latin typeface="Source Sans Pro" panose="020B0503030403020204" pitchFamily="34" charset="0"/>
                          <a:ea typeface="+mn-ea"/>
                          <a:cs typeface="+mn-cs"/>
                        </a:rPr>
                        <a:t>7 AT dans les provinces du bloc 1.</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extLst>
                  <a:ext uri="{0D108BD9-81ED-4DB2-BD59-A6C34878D82A}">
                    <a16:rowId xmlns:a16="http://schemas.microsoft.com/office/drawing/2014/main" val="3432938739"/>
                  </a:ext>
                </a:extLst>
              </a:tr>
              <a:tr h="240131">
                <a:tc>
                  <a:txBody>
                    <a:bodyPr/>
                    <a:lstStyle/>
                    <a:p>
                      <a:pPr marL="0" algn="l" defTabSz="914400" rtl="0" eaLnBrk="1" latinLnBrk="0" hangingPunct="1"/>
                      <a:r>
                        <a:rPr lang="fr-FR" sz="1100" b="0" kern="1200" dirty="0">
                          <a:solidFill>
                            <a:srgbClr val="002060"/>
                          </a:solidFill>
                          <a:latin typeface="Source Sans Pro" panose="020B0503030403020204" pitchFamily="34" charset="0"/>
                          <a:ea typeface="+mn-ea"/>
                          <a:cs typeface="+mn-cs"/>
                        </a:rPr>
                        <a:t>Coordination</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tc>
                  <a:txBody>
                    <a:bodyPr/>
                    <a:lstStyle/>
                    <a:p>
                      <a:pPr marL="0" algn="ctr" defTabSz="914400" rtl="0" eaLnBrk="1" latinLnBrk="0" hangingPunct="1"/>
                      <a:r>
                        <a:rPr lang="fr-FR" sz="1100" b="0" kern="1200" dirty="0">
                          <a:solidFill>
                            <a:srgbClr val="002060"/>
                          </a:solidFill>
                          <a:latin typeface="Source Sans Pro" panose="020B0503030403020204" pitchFamily="34" charset="0"/>
                          <a:ea typeface="+mn-ea"/>
                          <a:cs typeface="+mn-cs"/>
                        </a:rPr>
                        <a:t>1</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tc>
                  <a:txBody>
                    <a:bodyPr/>
                    <a:lstStyle/>
                    <a:p>
                      <a:pPr marL="0" algn="l" defTabSz="914400" rtl="0" eaLnBrk="1" latinLnBrk="0" hangingPunct="1"/>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extLst>
                  <a:ext uri="{0D108BD9-81ED-4DB2-BD59-A6C34878D82A}">
                    <a16:rowId xmlns:a16="http://schemas.microsoft.com/office/drawing/2014/main" val="1797986453"/>
                  </a:ext>
                </a:extLst>
              </a:tr>
              <a:tr h="545752">
                <a:tc>
                  <a:txBody>
                    <a:bodyPr/>
                    <a:lstStyle/>
                    <a:p>
                      <a:pPr marL="0" algn="l" defTabSz="914400" rtl="0" eaLnBrk="1" latinLnBrk="0" hangingPunct="1"/>
                      <a:r>
                        <a:rPr lang="fr-FR" sz="1100" b="0" kern="1200" dirty="0">
                          <a:solidFill>
                            <a:srgbClr val="002060"/>
                          </a:solidFill>
                          <a:latin typeface="Source Sans Pro" panose="020B0503030403020204" pitchFamily="34" charset="0"/>
                          <a:ea typeface="+mn-ea"/>
                          <a:cs typeface="+mn-cs"/>
                        </a:rPr>
                        <a:t>Autres domaines (Genre, Recherche, OVM, Graphic Design)</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tc>
                  <a:txBody>
                    <a:bodyPr/>
                    <a:lstStyle/>
                    <a:p>
                      <a:pPr marL="0" algn="ctr" defTabSz="914400" rtl="0" eaLnBrk="1" latinLnBrk="0" hangingPunct="1"/>
                      <a:r>
                        <a:rPr lang="fr-FR" sz="1100" b="0" kern="1200" dirty="0">
                          <a:solidFill>
                            <a:srgbClr val="002060"/>
                          </a:solidFill>
                          <a:latin typeface="Source Sans Pro" panose="020B0503030403020204" pitchFamily="34" charset="0"/>
                          <a:ea typeface="+mn-ea"/>
                          <a:cs typeface="+mn-cs"/>
                        </a:rPr>
                        <a:t>4</a:t>
                      </a:r>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tc>
                  <a:txBody>
                    <a:bodyPr/>
                    <a:lstStyle/>
                    <a:p>
                      <a:pPr marL="0" algn="l" defTabSz="914400" rtl="0" eaLnBrk="1" latinLnBrk="0" hangingPunct="1"/>
                      <a:endParaRPr lang="en-US" sz="1100" b="0" kern="1200" dirty="0">
                        <a:solidFill>
                          <a:srgbClr val="002060"/>
                        </a:solidFill>
                        <a:latin typeface="Source Sans Pro" panose="020B0503030403020204" pitchFamily="34" charset="0"/>
                        <a:ea typeface="+mn-ea"/>
                        <a:cs typeface="+mn-cs"/>
                      </a:endParaRPr>
                    </a:p>
                  </a:txBody>
                  <a:tcPr anchor="ctr">
                    <a:solidFill>
                      <a:srgbClr val="E9F1FA"/>
                    </a:solidFill>
                  </a:tcPr>
                </a:tc>
                <a:extLst>
                  <a:ext uri="{0D108BD9-81ED-4DB2-BD59-A6C34878D82A}">
                    <a16:rowId xmlns:a16="http://schemas.microsoft.com/office/drawing/2014/main" val="2706295499"/>
                  </a:ext>
                </a:extLst>
              </a:tr>
            </a:tbl>
          </a:graphicData>
        </a:graphic>
      </p:graphicFrame>
    </p:spTree>
    <p:extLst>
      <p:ext uri="{BB962C8B-B14F-4D97-AF65-F5344CB8AC3E}">
        <p14:creationId xmlns:p14="http://schemas.microsoft.com/office/powerpoint/2010/main" val="144639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A0202-5C4B-D43B-2431-AA0F1E613861}"/>
            </a:ext>
          </a:extLst>
        </p:cNvPr>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1303291-C1E8-983B-5C42-5CB2D3B0C255}"/>
              </a:ext>
            </a:extLst>
          </p:cNvPr>
          <p:cNvCxnSpPr/>
          <p:nvPr/>
        </p:nvCxnSpPr>
        <p:spPr>
          <a:xfrm>
            <a:off x="334002" y="277196"/>
            <a:ext cx="11514870"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18" name="Group 117">
            <a:extLst>
              <a:ext uri="{FF2B5EF4-FFF2-40B4-BE49-F238E27FC236}">
                <a16:creationId xmlns:a16="http://schemas.microsoft.com/office/drawing/2014/main" id="{6AB89DCB-C722-406F-7B05-00569D7B99A8}"/>
              </a:ext>
            </a:extLst>
          </p:cNvPr>
          <p:cNvGrpSpPr/>
          <p:nvPr/>
        </p:nvGrpSpPr>
        <p:grpSpPr>
          <a:xfrm>
            <a:off x="672625" y="316062"/>
            <a:ext cx="10950699" cy="6377066"/>
            <a:chOff x="672625" y="316062"/>
            <a:chExt cx="10950699" cy="6377066"/>
          </a:xfrm>
        </p:grpSpPr>
        <p:pic>
          <p:nvPicPr>
            <p:cNvPr id="6" name="Graphisme 65">
              <a:extLst>
                <a:ext uri="{FF2B5EF4-FFF2-40B4-BE49-F238E27FC236}">
                  <a16:creationId xmlns:a16="http://schemas.microsoft.com/office/drawing/2014/main" id="{D6E8B6EE-A22E-678F-D3C7-161BA8916E1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7398282" y="3730131"/>
              <a:ext cx="2042363" cy="2950081"/>
            </a:xfrm>
            <a:prstGeom prst="rect">
              <a:avLst/>
            </a:prstGeom>
          </p:spPr>
        </p:pic>
        <p:pic>
          <p:nvPicPr>
            <p:cNvPr id="7" name="Graphisme 66">
              <a:extLst>
                <a:ext uri="{FF2B5EF4-FFF2-40B4-BE49-F238E27FC236}">
                  <a16:creationId xmlns:a16="http://schemas.microsoft.com/office/drawing/2014/main" id="{6E680D59-9D70-F447-1874-453818CFA9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5156397" y="3730131"/>
              <a:ext cx="2042363" cy="2950081"/>
            </a:xfrm>
            <a:prstGeom prst="rect">
              <a:avLst/>
            </a:prstGeom>
          </p:spPr>
        </p:pic>
        <p:pic>
          <p:nvPicPr>
            <p:cNvPr id="10" name="Graphisme 67">
              <a:extLst>
                <a:ext uri="{FF2B5EF4-FFF2-40B4-BE49-F238E27FC236}">
                  <a16:creationId xmlns:a16="http://schemas.microsoft.com/office/drawing/2014/main" id="{F5633345-CC36-56D9-23BD-35475F33E70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2914511" y="3730131"/>
              <a:ext cx="2042363" cy="2950081"/>
            </a:xfrm>
            <a:prstGeom prst="rect">
              <a:avLst/>
            </a:prstGeom>
          </p:spPr>
        </p:pic>
        <p:pic>
          <p:nvPicPr>
            <p:cNvPr id="11" name="Graphisme 68">
              <a:extLst>
                <a:ext uri="{FF2B5EF4-FFF2-40B4-BE49-F238E27FC236}">
                  <a16:creationId xmlns:a16="http://schemas.microsoft.com/office/drawing/2014/main" id="{8A077BA6-E442-9B99-0708-DECAEC0878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672625" y="3730131"/>
              <a:ext cx="2042363" cy="2950081"/>
            </a:xfrm>
            <a:prstGeom prst="rect">
              <a:avLst/>
            </a:prstGeom>
          </p:spPr>
        </p:pic>
        <p:sp>
          <p:nvSpPr>
            <p:cNvPr id="78" name="Freeform: Shape 77">
              <a:extLst>
                <a:ext uri="{FF2B5EF4-FFF2-40B4-BE49-F238E27FC236}">
                  <a16:creationId xmlns:a16="http://schemas.microsoft.com/office/drawing/2014/main" id="{D212D359-85C0-3211-AFA1-5F034FF75181}"/>
                </a:ext>
              </a:extLst>
            </p:cNvPr>
            <p:cNvSpPr/>
            <p:nvPr/>
          </p:nvSpPr>
          <p:spPr>
            <a:xfrm>
              <a:off x="1642442" y="3911223"/>
              <a:ext cx="139767" cy="139767"/>
            </a:xfrm>
            <a:custGeom>
              <a:avLst/>
              <a:gdLst>
                <a:gd name="connsiteX0" fmla="*/ 101502 w 101501"/>
                <a:gd name="connsiteY0" fmla="*/ 50751 h 101501"/>
                <a:gd name="connsiteX1" fmla="*/ 50751 w 101501"/>
                <a:gd name="connsiteY1" fmla="*/ 101502 h 101501"/>
                <a:gd name="connsiteX2" fmla="*/ 0 w 101501"/>
                <a:gd name="connsiteY2" fmla="*/ 50751 h 101501"/>
                <a:gd name="connsiteX3" fmla="*/ 50751 w 101501"/>
                <a:gd name="connsiteY3" fmla="*/ 0 h 101501"/>
                <a:gd name="connsiteX4" fmla="*/ 101502 w 101501"/>
                <a:gd name="connsiteY4" fmla="*/ 50751 h 101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01" h="101501">
                  <a:moveTo>
                    <a:pt x="101502" y="50751"/>
                  </a:moveTo>
                  <a:cubicBezTo>
                    <a:pt x="101502" y="78780"/>
                    <a:pt x="78780" y="101502"/>
                    <a:pt x="50751" y="101502"/>
                  </a:cubicBezTo>
                  <a:cubicBezTo>
                    <a:pt x="22722" y="101502"/>
                    <a:pt x="0" y="78780"/>
                    <a:pt x="0" y="50751"/>
                  </a:cubicBezTo>
                  <a:cubicBezTo>
                    <a:pt x="0" y="22722"/>
                    <a:pt x="22722" y="0"/>
                    <a:pt x="50751" y="0"/>
                  </a:cubicBezTo>
                  <a:cubicBezTo>
                    <a:pt x="78780" y="0"/>
                    <a:pt x="101502" y="22722"/>
                    <a:pt x="101502" y="50751"/>
                  </a:cubicBezTo>
                  <a:close/>
                </a:path>
              </a:pathLst>
            </a:custGeom>
            <a:solidFill>
              <a:srgbClr val="FFFFFF"/>
            </a:solidFill>
            <a:ln w="12686"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5562F90-0689-A0B9-EE08-3191A0E39818}"/>
                </a:ext>
              </a:extLst>
            </p:cNvPr>
            <p:cNvSpPr/>
            <p:nvPr/>
          </p:nvSpPr>
          <p:spPr>
            <a:xfrm>
              <a:off x="8349531" y="3911223"/>
              <a:ext cx="139767" cy="139767"/>
            </a:xfrm>
            <a:custGeom>
              <a:avLst/>
              <a:gdLst>
                <a:gd name="connsiteX0" fmla="*/ 101501 w 101501"/>
                <a:gd name="connsiteY0" fmla="*/ 50751 h 101501"/>
                <a:gd name="connsiteX1" fmla="*/ 50751 w 101501"/>
                <a:gd name="connsiteY1" fmla="*/ 101502 h 101501"/>
                <a:gd name="connsiteX2" fmla="*/ 0 w 101501"/>
                <a:gd name="connsiteY2" fmla="*/ 50751 h 101501"/>
                <a:gd name="connsiteX3" fmla="*/ 50751 w 101501"/>
                <a:gd name="connsiteY3" fmla="*/ 0 h 101501"/>
                <a:gd name="connsiteX4" fmla="*/ 101501 w 101501"/>
                <a:gd name="connsiteY4" fmla="*/ 50751 h 101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01" h="101501">
                  <a:moveTo>
                    <a:pt x="101501" y="50751"/>
                  </a:moveTo>
                  <a:cubicBezTo>
                    <a:pt x="101501" y="78780"/>
                    <a:pt x="78780" y="101502"/>
                    <a:pt x="50751" y="101502"/>
                  </a:cubicBezTo>
                  <a:cubicBezTo>
                    <a:pt x="22722" y="101502"/>
                    <a:pt x="0" y="78780"/>
                    <a:pt x="0" y="50751"/>
                  </a:cubicBezTo>
                  <a:cubicBezTo>
                    <a:pt x="0" y="22722"/>
                    <a:pt x="22722" y="0"/>
                    <a:pt x="50751" y="0"/>
                  </a:cubicBezTo>
                  <a:cubicBezTo>
                    <a:pt x="78780" y="0"/>
                    <a:pt x="101501" y="22722"/>
                    <a:pt x="101501" y="50751"/>
                  </a:cubicBezTo>
                  <a:close/>
                </a:path>
              </a:pathLst>
            </a:custGeom>
            <a:solidFill>
              <a:srgbClr val="FFFFFF"/>
            </a:solidFill>
            <a:ln w="12686"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D5528A1F-C5E6-F415-E9D6-AD8AF4E5088F}"/>
                </a:ext>
              </a:extLst>
            </p:cNvPr>
            <p:cNvSpPr/>
            <p:nvPr/>
          </p:nvSpPr>
          <p:spPr>
            <a:xfrm>
              <a:off x="3878721" y="3911223"/>
              <a:ext cx="139767" cy="139767"/>
            </a:xfrm>
            <a:custGeom>
              <a:avLst/>
              <a:gdLst>
                <a:gd name="connsiteX0" fmla="*/ 101502 w 101501"/>
                <a:gd name="connsiteY0" fmla="*/ 50751 h 101501"/>
                <a:gd name="connsiteX1" fmla="*/ 50751 w 101501"/>
                <a:gd name="connsiteY1" fmla="*/ 101502 h 101501"/>
                <a:gd name="connsiteX2" fmla="*/ 0 w 101501"/>
                <a:gd name="connsiteY2" fmla="*/ 50751 h 101501"/>
                <a:gd name="connsiteX3" fmla="*/ 50751 w 101501"/>
                <a:gd name="connsiteY3" fmla="*/ 0 h 101501"/>
                <a:gd name="connsiteX4" fmla="*/ 101502 w 101501"/>
                <a:gd name="connsiteY4" fmla="*/ 50751 h 101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01" h="101501">
                  <a:moveTo>
                    <a:pt x="101502" y="50751"/>
                  </a:moveTo>
                  <a:cubicBezTo>
                    <a:pt x="101502" y="78780"/>
                    <a:pt x="78780" y="101502"/>
                    <a:pt x="50751" y="101502"/>
                  </a:cubicBezTo>
                  <a:cubicBezTo>
                    <a:pt x="22722" y="101502"/>
                    <a:pt x="0" y="78780"/>
                    <a:pt x="0" y="50751"/>
                  </a:cubicBezTo>
                  <a:cubicBezTo>
                    <a:pt x="0" y="22722"/>
                    <a:pt x="22722" y="0"/>
                    <a:pt x="50751" y="0"/>
                  </a:cubicBezTo>
                  <a:cubicBezTo>
                    <a:pt x="78780" y="0"/>
                    <a:pt x="101502" y="22722"/>
                    <a:pt x="101502" y="50751"/>
                  </a:cubicBezTo>
                  <a:close/>
                </a:path>
              </a:pathLst>
            </a:custGeom>
            <a:solidFill>
              <a:srgbClr val="FFFFFF"/>
            </a:solidFill>
            <a:ln w="12686"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746287FD-9CB5-B93F-CACB-43E078F72580}"/>
                </a:ext>
              </a:extLst>
            </p:cNvPr>
            <p:cNvSpPr/>
            <p:nvPr/>
          </p:nvSpPr>
          <p:spPr>
            <a:xfrm>
              <a:off x="6113252" y="3911223"/>
              <a:ext cx="139767" cy="139767"/>
            </a:xfrm>
            <a:custGeom>
              <a:avLst/>
              <a:gdLst>
                <a:gd name="connsiteX0" fmla="*/ 101501 w 101501"/>
                <a:gd name="connsiteY0" fmla="*/ 50751 h 101501"/>
                <a:gd name="connsiteX1" fmla="*/ 50751 w 101501"/>
                <a:gd name="connsiteY1" fmla="*/ 101502 h 101501"/>
                <a:gd name="connsiteX2" fmla="*/ 0 w 101501"/>
                <a:gd name="connsiteY2" fmla="*/ 50751 h 101501"/>
                <a:gd name="connsiteX3" fmla="*/ 50751 w 101501"/>
                <a:gd name="connsiteY3" fmla="*/ 0 h 101501"/>
                <a:gd name="connsiteX4" fmla="*/ 101501 w 101501"/>
                <a:gd name="connsiteY4" fmla="*/ 50751 h 101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01" h="101501">
                  <a:moveTo>
                    <a:pt x="101501" y="50751"/>
                  </a:moveTo>
                  <a:cubicBezTo>
                    <a:pt x="101501" y="78780"/>
                    <a:pt x="78780" y="101502"/>
                    <a:pt x="50751" y="101502"/>
                  </a:cubicBezTo>
                  <a:cubicBezTo>
                    <a:pt x="22722" y="101502"/>
                    <a:pt x="0" y="78780"/>
                    <a:pt x="0" y="50751"/>
                  </a:cubicBezTo>
                  <a:cubicBezTo>
                    <a:pt x="0" y="22722"/>
                    <a:pt x="22722" y="0"/>
                    <a:pt x="50751" y="0"/>
                  </a:cubicBezTo>
                  <a:cubicBezTo>
                    <a:pt x="78780" y="0"/>
                    <a:pt x="101501" y="22722"/>
                    <a:pt x="101501" y="50751"/>
                  </a:cubicBezTo>
                  <a:close/>
                </a:path>
              </a:pathLst>
            </a:custGeom>
            <a:solidFill>
              <a:srgbClr val="FFFFFF"/>
            </a:solidFill>
            <a:ln w="12686"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D1E1DDB9-8064-8485-75F2-BB81224A7372}"/>
                </a:ext>
              </a:extLst>
            </p:cNvPr>
            <p:cNvSpPr/>
            <p:nvPr/>
          </p:nvSpPr>
          <p:spPr>
            <a:xfrm>
              <a:off x="1384260" y="1273561"/>
              <a:ext cx="3664635" cy="2716040"/>
            </a:xfrm>
            <a:custGeom>
              <a:avLst/>
              <a:gdLst>
                <a:gd name="connsiteX0" fmla="*/ 215409 w 1661806"/>
                <a:gd name="connsiteY0" fmla="*/ 1554243 h 1561680"/>
                <a:gd name="connsiteX1" fmla="*/ 489464 w 1661806"/>
                <a:gd name="connsiteY1" fmla="*/ 1361390 h 1561680"/>
                <a:gd name="connsiteX2" fmla="*/ 374006 w 1661806"/>
                <a:gd name="connsiteY2" fmla="*/ 1013747 h 1561680"/>
                <a:gd name="connsiteX3" fmla="*/ 107564 w 1661806"/>
                <a:gd name="connsiteY3" fmla="*/ 746036 h 1561680"/>
                <a:gd name="connsiteX4" fmla="*/ 11138 w 1661806"/>
                <a:gd name="connsiteY4" fmla="*/ 595053 h 1561680"/>
                <a:gd name="connsiteX5" fmla="*/ 195109 w 1661806"/>
                <a:gd name="connsiteY5" fmla="*/ 233454 h 1561680"/>
                <a:gd name="connsiteX6" fmla="*/ 625222 w 1661806"/>
                <a:gd name="connsiteY6" fmla="*/ 255023 h 1561680"/>
                <a:gd name="connsiteX7" fmla="*/ 1212662 w 1661806"/>
                <a:gd name="connsiteY7" fmla="*/ 483401 h 1561680"/>
                <a:gd name="connsiteX8" fmla="*/ 1661807 w 1661806"/>
                <a:gd name="connsiteY8" fmla="*/ 0 h 1561680"/>
                <a:gd name="connsiteX0" fmla="*/ 215409 w 2661310"/>
                <a:gd name="connsiteY0" fmla="*/ 1964998 h 1972435"/>
                <a:gd name="connsiteX1" fmla="*/ 489464 w 2661310"/>
                <a:gd name="connsiteY1" fmla="*/ 1772145 h 1972435"/>
                <a:gd name="connsiteX2" fmla="*/ 374006 w 2661310"/>
                <a:gd name="connsiteY2" fmla="*/ 1424502 h 1972435"/>
                <a:gd name="connsiteX3" fmla="*/ 107564 w 2661310"/>
                <a:gd name="connsiteY3" fmla="*/ 1156791 h 1972435"/>
                <a:gd name="connsiteX4" fmla="*/ 11138 w 2661310"/>
                <a:gd name="connsiteY4" fmla="*/ 1005808 h 1972435"/>
                <a:gd name="connsiteX5" fmla="*/ 195109 w 2661310"/>
                <a:gd name="connsiteY5" fmla="*/ 644209 h 1972435"/>
                <a:gd name="connsiteX6" fmla="*/ 625222 w 2661310"/>
                <a:gd name="connsiteY6" fmla="*/ 665778 h 1972435"/>
                <a:gd name="connsiteX7" fmla="*/ 1212662 w 2661310"/>
                <a:gd name="connsiteY7" fmla="*/ 894156 h 1972435"/>
                <a:gd name="connsiteX8" fmla="*/ 2661310 w 2661310"/>
                <a:gd name="connsiteY8" fmla="*/ 0 h 1972435"/>
                <a:gd name="connsiteX0" fmla="*/ 215409 w 2661322"/>
                <a:gd name="connsiteY0" fmla="*/ 1964998 h 1972435"/>
                <a:gd name="connsiteX1" fmla="*/ 489464 w 2661322"/>
                <a:gd name="connsiteY1" fmla="*/ 1772145 h 1972435"/>
                <a:gd name="connsiteX2" fmla="*/ 374006 w 2661322"/>
                <a:gd name="connsiteY2" fmla="*/ 1424502 h 1972435"/>
                <a:gd name="connsiteX3" fmla="*/ 107564 w 2661322"/>
                <a:gd name="connsiteY3" fmla="*/ 1156791 h 1972435"/>
                <a:gd name="connsiteX4" fmla="*/ 11138 w 2661322"/>
                <a:gd name="connsiteY4" fmla="*/ 1005808 h 1972435"/>
                <a:gd name="connsiteX5" fmla="*/ 195109 w 2661322"/>
                <a:gd name="connsiteY5" fmla="*/ 644209 h 1972435"/>
                <a:gd name="connsiteX6" fmla="*/ 625222 w 2661322"/>
                <a:gd name="connsiteY6" fmla="*/ 665778 h 1972435"/>
                <a:gd name="connsiteX7" fmla="*/ 1212662 w 2661322"/>
                <a:gd name="connsiteY7" fmla="*/ 894156 h 1972435"/>
                <a:gd name="connsiteX8" fmla="*/ 2661310 w 2661322"/>
                <a:gd name="connsiteY8" fmla="*/ 0 h 197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1322" h="1972435">
                  <a:moveTo>
                    <a:pt x="215409" y="1964998"/>
                  </a:moveTo>
                  <a:cubicBezTo>
                    <a:pt x="335943" y="2001792"/>
                    <a:pt x="466626" y="1896484"/>
                    <a:pt x="489464" y="1772145"/>
                  </a:cubicBezTo>
                  <a:cubicBezTo>
                    <a:pt x="512301" y="1647805"/>
                    <a:pt x="453938" y="1522197"/>
                    <a:pt x="374006" y="1424502"/>
                  </a:cubicBezTo>
                  <a:cubicBezTo>
                    <a:pt x="294073" y="1326807"/>
                    <a:pt x="192572" y="1249412"/>
                    <a:pt x="107564" y="1156791"/>
                  </a:cubicBezTo>
                  <a:cubicBezTo>
                    <a:pt x="66963" y="1112384"/>
                    <a:pt x="28900" y="1064171"/>
                    <a:pt x="11138" y="1005808"/>
                  </a:cubicBezTo>
                  <a:cubicBezTo>
                    <a:pt x="-33269" y="864974"/>
                    <a:pt x="60620" y="705110"/>
                    <a:pt x="195109" y="644209"/>
                  </a:cubicBezTo>
                  <a:cubicBezTo>
                    <a:pt x="329599" y="583308"/>
                    <a:pt x="489464" y="604877"/>
                    <a:pt x="625222" y="665778"/>
                  </a:cubicBezTo>
                  <a:cubicBezTo>
                    <a:pt x="820613" y="753323"/>
                    <a:pt x="1000778" y="922069"/>
                    <a:pt x="1212662" y="894156"/>
                  </a:cubicBezTo>
                  <a:cubicBezTo>
                    <a:pt x="1441041" y="863706"/>
                    <a:pt x="2665801" y="341956"/>
                    <a:pt x="2661310" y="0"/>
                  </a:cubicBezTo>
                </a:path>
              </a:pathLst>
            </a:custGeom>
            <a:noFill/>
            <a:ln w="38057" cap="rnd">
              <a:solidFill>
                <a:srgbClr val="B3B3B3"/>
              </a:solidFill>
              <a:prstDash val="solid"/>
              <a:round/>
            </a:ln>
          </p:spPr>
          <p:txBody>
            <a:bodyPr rtlCol="0" anchor="ctr"/>
            <a:lstStyle/>
            <a:p>
              <a:endParaRPr lang="en-US"/>
            </a:p>
          </p:txBody>
        </p:sp>
        <p:sp>
          <p:nvSpPr>
            <p:cNvPr id="88" name="Freeform: Shape 87">
              <a:extLst>
                <a:ext uri="{FF2B5EF4-FFF2-40B4-BE49-F238E27FC236}">
                  <a16:creationId xmlns:a16="http://schemas.microsoft.com/office/drawing/2014/main" id="{E0035BFB-81A2-DD48-AD9E-5978A5EF4011}"/>
                </a:ext>
              </a:extLst>
            </p:cNvPr>
            <p:cNvSpPr/>
            <p:nvPr/>
          </p:nvSpPr>
          <p:spPr>
            <a:xfrm>
              <a:off x="2921428" y="2298841"/>
              <a:ext cx="2079859" cy="1685759"/>
            </a:xfrm>
            <a:custGeom>
              <a:avLst/>
              <a:gdLst>
                <a:gd name="connsiteX0" fmla="*/ 744685 w 1085983"/>
                <a:gd name="connsiteY0" fmla="*/ 1053079 h 1053078"/>
                <a:gd name="connsiteX1" fmla="*/ 225758 w 1085983"/>
                <a:gd name="connsiteY1" fmla="*/ 798056 h 1053078"/>
                <a:gd name="connsiteX2" fmla="*/ 1186 w 1085983"/>
                <a:gd name="connsiteY2" fmla="*/ 551915 h 1053078"/>
                <a:gd name="connsiteX3" fmla="*/ 216877 w 1085983"/>
                <a:gd name="connsiteY3" fmla="*/ 367943 h 1053078"/>
                <a:gd name="connsiteX4" fmla="*/ 513769 w 1085983"/>
                <a:gd name="connsiteY4" fmla="*/ 433919 h 1053078"/>
                <a:gd name="connsiteX5" fmla="*/ 809392 w 1085983"/>
                <a:gd name="connsiteY5" fmla="*/ 506239 h 1053078"/>
                <a:gd name="connsiteX6" fmla="*/ 913431 w 1085983"/>
                <a:gd name="connsiteY6" fmla="*/ 477057 h 1053078"/>
                <a:gd name="connsiteX7" fmla="*/ 993364 w 1085983"/>
                <a:gd name="connsiteY7" fmla="*/ 378093 h 1053078"/>
                <a:gd name="connsiteX8" fmla="*/ 1085984 w 1085983"/>
                <a:gd name="connsiteY8" fmla="*/ 0 h 1053078"/>
                <a:gd name="connsiteX0" fmla="*/ 744685 w 1510430"/>
                <a:gd name="connsiteY0" fmla="*/ 1224227 h 1224227"/>
                <a:gd name="connsiteX1" fmla="*/ 225758 w 1510430"/>
                <a:gd name="connsiteY1" fmla="*/ 969204 h 1224227"/>
                <a:gd name="connsiteX2" fmla="*/ 1186 w 1510430"/>
                <a:gd name="connsiteY2" fmla="*/ 723063 h 1224227"/>
                <a:gd name="connsiteX3" fmla="*/ 216877 w 1510430"/>
                <a:gd name="connsiteY3" fmla="*/ 539091 h 1224227"/>
                <a:gd name="connsiteX4" fmla="*/ 513769 w 1510430"/>
                <a:gd name="connsiteY4" fmla="*/ 605067 h 1224227"/>
                <a:gd name="connsiteX5" fmla="*/ 809392 w 1510430"/>
                <a:gd name="connsiteY5" fmla="*/ 677387 h 1224227"/>
                <a:gd name="connsiteX6" fmla="*/ 913431 w 1510430"/>
                <a:gd name="connsiteY6" fmla="*/ 648205 h 1224227"/>
                <a:gd name="connsiteX7" fmla="*/ 993364 w 1510430"/>
                <a:gd name="connsiteY7" fmla="*/ 549241 h 1224227"/>
                <a:gd name="connsiteX8" fmla="*/ 1510430 w 1510430"/>
                <a:gd name="connsiteY8" fmla="*/ 0 h 1224227"/>
                <a:gd name="connsiteX0" fmla="*/ 744685 w 1510430"/>
                <a:gd name="connsiteY0" fmla="*/ 1224227 h 1224227"/>
                <a:gd name="connsiteX1" fmla="*/ 225758 w 1510430"/>
                <a:gd name="connsiteY1" fmla="*/ 969204 h 1224227"/>
                <a:gd name="connsiteX2" fmla="*/ 1186 w 1510430"/>
                <a:gd name="connsiteY2" fmla="*/ 723063 h 1224227"/>
                <a:gd name="connsiteX3" fmla="*/ 216877 w 1510430"/>
                <a:gd name="connsiteY3" fmla="*/ 539091 h 1224227"/>
                <a:gd name="connsiteX4" fmla="*/ 513769 w 1510430"/>
                <a:gd name="connsiteY4" fmla="*/ 605067 h 1224227"/>
                <a:gd name="connsiteX5" fmla="*/ 809392 w 1510430"/>
                <a:gd name="connsiteY5" fmla="*/ 677387 h 1224227"/>
                <a:gd name="connsiteX6" fmla="*/ 913431 w 1510430"/>
                <a:gd name="connsiteY6" fmla="*/ 648205 h 1224227"/>
                <a:gd name="connsiteX7" fmla="*/ 993364 w 1510430"/>
                <a:gd name="connsiteY7" fmla="*/ 549241 h 1224227"/>
                <a:gd name="connsiteX8" fmla="*/ 1510430 w 1510430"/>
                <a:gd name="connsiteY8" fmla="*/ 0 h 1224227"/>
                <a:gd name="connsiteX0" fmla="*/ 744685 w 1510430"/>
                <a:gd name="connsiteY0" fmla="*/ 1224227 h 1224227"/>
                <a:gd name="connsiteX1" fmla="*/ 225758 w 1510430"/>
                <a:gd name="connsiteY1" fmla="*/ 969204 h 1224227"/>
                <a:gd name="connsiteX2" fmla="*/ 1186 w 1510430"/>
                <a:gd name="connsiteY2" fmla="*/ 723063 h 1224227"/>
                <a:gd name="connsiteX3" fmla="*/ 216877 w 1510430"/>
                <a:gd name="connsiteY3" fmla="*/ 539091 h 1224227"/>
                <a:gd name="connsiteX4" fmla="*/ 513769 w 1510430"/>
                <a:gd name="connsiteY4" fmla="*/ 605067 h 1224227"/>
                <a:gd name="connsiteX5" fmla="*/ 809392 w 1510430"/>
                <a:gd name="connsiteY5" fmla="*/ 677387 h 1224227"/>
                <a:gd name="connsiteX6" fmla="*/ 913431 w 1510430"/>
                <a:gd name="connsiteY6" fmla="*/ 648205 h 1224227"/>
                <a:gd name="connsiteX7" fmla="*/ 1510430 w 1510430"/>
                <a:gd name="connsiteY7" fmla="*/ 0 h 1224227"/>
                <a:gd name="connsiteX0" fmla="*/ 744685 w 1510430"/>
                <a:gd name="connsiteY0" fmla="*/ 1224227 h 1224227"/>
                <a:gd name="connsiteX1" fmla="*/ 225758 w 1510430"/>
                <a:gd name="connsiteY1" fmla="*/ 969204 h 1224227"/>
                <a:gd name="connsiteX2" fmla="*/ 1186 w 1510430"/>
                <a:gd name="connsiteY2" fmla="*/ 723063 h 1224227"/>
                <a:gd name="connsiteX3" fmla="*/ 216877 w 1510430"/>
                <a:gd name="connsiteY3" fmla="*/ 539091 h 1224227"/>
                <a:gd name="connsiteX4" fmla="*/ 513769 w 1510430"/>
                <a:gd name="connsiteY4" fmla="*/ 605067 h 1224227"/>
                <a:gd name="connsiteX5" fmla="*/ 809392 w 1510430"/>
                <a:gd name="connsiteY5" fmla="*/ 677387 h 1224227"/>
                <a:gd name="connsiteX6" fmla="*/ 1510430 w 1510430"/>
                <a:gd name="connsiteY6" fmla="*/ 0 h 1224227"/>
                <a:gd name="connsiteX0" fmla="*/ 744685 w 1510430"/>
                <a:gd name="connsiteY0" fmla="*/ 1224227 h 1224227"/>
                <a:gd name="connsiteX1" fmla="*/ 225758 w 1510430"/>
                <a:gd name="connsiteY1" fmla="*/ 969204 h 1224227"/>
                <a:gd name="connsiteX2" fmla="*/ 1186 w 1510430"/>
                <a:gd name="connsiteY2" fmla="*/ 723063 h 1224227"/>
                <a:gd name="connsiteX3" fmla="*/ 216877 w 1510430"/>
                <a:gd name="connsiteY3" fmla="*/ 539091 h 1224227"/>
                <a:gd name="connsiteX4" fmla="*/ 513769 w 1510430"/>
                <a:gd name="connsiteY4" fmla="*/ 605067 h 1224227"/>
                <a:gd name="connsiteX5" fmla="*/ 809392 w 1510430"/>
                <a:gd name="connsiteY5" fmla="*/ 677387 h 1224227"/>
                <a:gd name="connsiteX6" fmla="*/ 1510430 w 1510430"/>
                <a:gd name="connsiteY6" fmla="*/ 0 h 1224227"/>
                <a:gd name="connsiteX0" fmla="*/ 744685 w 1510430"/>
                <a:gd name="connsiteY0" fmla="*/ 1224227 h 1224227"/>
                <a:gd name="connsiteX1" fmla="*/ 225758 w 1510430"/>
                <a:gd name="connsiteY1" fmla="*/ 969204 h 1224227"/>
                <a:gd name="connsiteX2" fmla="*/ 1186 w 1510430"/>
                <a:gd name="connsiteY2" fmla="*/ 723063 h 1224227"/>
                <a:gd name="connsiteX3" fmla="*/ 216877 w 1510430"/>
                <a:gd name="connsiteY3" fmla="*/ 539091 h 1224227"/>
                <a:gd name="connsiteX4" fmla="*/ 513769 w 1510430"/>
                <a:gd name="connsiteY4" fmla="*/ 605067 h 1224227"/>
                <a:gd name="connsiteX5" fmla="*/ 809392 w 1510430"/>
                <a:gd name="connsiteY5" fmla="*/ 677387 h 1224227"/>
                <a:gd name="connsiteX6" fmla="*/ 1510430 w 1510430"/>
                <a:gd name="connsiteY6" fmla="*/ 0 h 1224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0430" h="1224227">
                  <a:moveTo>
                    <a:pt x="744685" y="1224227"/>
                  </a:moveTo>
                  <a:cubicBezTo>
                    <a:pt x="662215" y="953979"/>
                    <a:pt x="413536" y="1013611"/>
                    <a:pt x="225758" y="969204"/>
                  </a:cubicBezTo>
                  <a:cubicBezTo>
                    <a:pt x="78581" y="934947"/>
                    <a:pt x="-11502" y="843596"/>
                    <a:pt x="1186" y="723063"/>
                  </a:cubicBezTo>
                  <a:cubicBezTo>
                    <a:pt x="11336" y="621561"/>
                    <a:pt x="115375" y="549241"/>
                    <a:pt x="216877" y="539091"/>
                  </a:cubicBezTo>
                  <a:cubicBezTo>
                    <a:pt x="318378" y="528941"/>
                    <a:pt x="418611" y="567004"/>
                    <a:pt x="513769" y="605067"/>
                  </a:cubicBezTo>
                  <a:cubicBezTo>
                    <a:pt x="608926" y="643130"/>
                    <a:pt x="706622" y="682462"/>
                    <a:pt x="809392" y="677387"/>
                  </a:cubicBezTo>
                  <a:cubicBezTo>
                    <a:pt x="1297260" y="562851"/>
                    <a:pt x="1364381" y="141122"/>
                    <a:pt x="1510430" y="0"/>
                  </a:cubicBezTo>
                </a:path>
              </a:pathLst>
            </a:custGeom>
            <a:noFill/>
            <a:ln w="38057" cap="rnd">
              <a:solidFill>
                <a:srgbClr val="B3B3B3"/>
              </a:solidFill>
              <a:prstDash val="solid"/>
              <a:round/>
            </a:ln>
          </p:spPr>
          <p:txBody>
            <a:bodyPr rtlCol="0" anchor="ctr"/>
            <a:lstStyle/>
            <a:p>
              <a:endParaRPr lang="en-US"/>
            </a:p>
          </p:txBody>
        </p:sp>
        <p:sp>
          <p:nvSpPr>
            <p:cNvPr id="90" name="Freeform: Shape 89">
              <a:extLst>
                <a:ext uri="{FF2B5EF4-FFF2-40B4-BE49-F238E27FC236}">
                  <a16:creationId xmlns:a16="http://schemas.microsoft.com/office/drawing/2014/main" id="{1011A1D9-2455-A4A0-5923-1D1C11067B52}"/>
                </a:ext>
              </a:extLst>
            </p:cNvPr>
            <p:cNvSpPr/>
            <p:nvPr/>
          </p:nvSpPr>
          <p:spPr>
            <a:xfrm>
              <a:off x="6027644" y="1721608"/>
              <a:ext cx="1611499" cy="2282209"/>
            </a:xfrm>
            <a:custGeom>
              <a:avLst/>
              <a:gdLst>
                <a:gd name="connsiteX0" fmla="*/ 112920 w 1170299"/>
                <a:gd name="connsiteY0" fmla="*/ 1657381 h 1657380"/>
                <a:gd name="connsiteX1" fmla="*/ 50751 w 1170299"/>
                <a:gd name="connsiteY1" fmla="*/ 1488635 h 1657380"/>
                <a:gd name="connsiteX2" fmla="*/ 173822 w 1170299"/>
                <a:gd name="connsiteY2" fmla="*/ 1194280 h 1657380"/>
                <a:gd name="connsiteX3" fmla="*/ 447875 w 1170299"/>
                <a:gd name="connsiteY3" fmla="*/ 1280556 h 1657380"/>
                <a:gd name="connsiteX4" fmla="*/ 682598 w 1170299"/>
                <a:gd name="connsiteY4" fmla="*/ 1470871 h 1657380"/>
                <a:gd name="connsiteX5" fmla="*/ 1054348 w 1170299"/>
                <a:gd name="connsiteY5" fmla="*/ 1328769 h 1657380"/>
                <a:gd name="connsiteX6" fmla="*/ 1164730 w 1170299"/>
                <a:gd name="connsiteY6" fmla="*/ 887238 h 1657380"/>
                <a:gd name="connsiteX7" fmla="*/ 0 w 1170299"/>
                <a:gd name="connsiteY7" fmla="*/ 368 h 1657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70299" h="1657380">
                  <a:moveTo>
                    <a:pt x="112920" y="1657381"/>
                  </a:moveTo>
                  <a:cubicBezTo>
                    <a:pt x="60901" y="1623124"/>
                    <a:pt x="50751" y="1552073"/>
                    <a:pt x="50751" y="1488635"/>
                  </a:cubicBezTo>
                  <a:cubicBezTo>
                    <a:pt x="49482" y="1375714"/>
                    <a:pt x="71051" y="1239956"/>
                    <a:pt x="173822" y="1194280"/>
                  </a:cubicBezTo>
                  <a:cubicBezTo>
                    <a:pt x="266442" y="1153679"/>
                    <a:pt x="374287" y="1210774"/>
                    <a:pt x="447875" y="1280556"/>
                  </a:cubicBezTo>
                  <a:cubicBezTo>
                    <a:pt x="521464" y="1350338"/>
                    <a:pt x="586172" y="1436615"/>
                    <a:pt x="682598" y="1470871"/>
                  </a:cubicBezTo>
                  <a:cubicBezTo>
                    <a:pt x="815819" y="1519085"/>
                    <a:pt x="970609" y="1444228"/>
                    <a:pt x="1054348" y="1328769"/>
                  </a:cubicBezTo>
                  <a:cubicBezTo>
                    <a:pt x="1138086" y="1213311"/>
                    <a:pt x="1187568" y="1053446"/>
                    <a:pt x="1164730" y="887238"/>
                  </a:cubicBezTo>
                  <a:cubicBezTo>
                    <a:pt x="1080992" y="242703"/>
                    <a:pt x="380631" y="-11051"/>
                    <a:pt x="0" y="368"/>
                  </a:cubicBezTo>
                </a:path>
              </a:pathLst>
            </a:custGeom>
            <a:noFill/>
            <a:ln w="38057" cap="rnd">
              <a:solidFill>
                <a:srgbClr val="B3B3B3"/>
              </a:solidFill>
              <a:prstDash val="solid"/>
              <a:round/>
            </a:ln>
          </p:spPr>
          <p:txBody>
            <a:bodyPr rtlCol="0" anchor="ctr"/>
            <a:lstStyle/>
            <a:p>
              <a:endParaRPr lang="en-US"/>
            </a:p>
          </p:txBody>
        </p:sp>
        <p:sp>
          <p:nvSpPr>
            <p:cNvPr id="91" name="Freeform: Shape 90">
              <a:extLst>
                <a:ext uri="{FF2B5EF4-FFF2-40B4-BE49-F238E27FC236}">
                  <a16:creationId xmlns:a16="http://schemas.microsoft.com/office/drawing/2014/main" id="{023CBAC1-358F-6E12-4133-B72448868EEE}"/>
                </a:ext>
              </a:extLst>
            </p:cNvPr>
            <p:cNvSpPr/>
            <p:nvPr/>
          </p:nvSpPr>
          <p:spPr>
            <a:xfrm>
              <a:off x="6286214" y="964868"/>
              <a:ext cx="2796866" cy="3021478"/>
            </a:xfrm>
            <a:custGeom>
              <a:avLst/>
              <a:gdLst>
                <a:gd name="connsiteX0" fmla="*/ 0 w 2031133"/>
                <a:gd name="connsiteY0" fmla="*/ 124888 h 2194250"/>
                <a:gd name="connsiteX1" fmla="*/ 701630 w 2031133"/>
                <a:gd name="connsiteY1" fmla="*/ 428124 h 2194250"/>
                <a:gd name="connsiteX2" fmla="*/ 1053079 w 2031133"/>
                <a:gd name="connsiteY2" fmla="*/ 711059 h 2194250"/>
                <a:gd name="connsiteX3" fmla="*/ 1517448 w 2031133"/>
                <a:gd name="connsiteY3" fmla="*/ 868387 h 2194250"/>
                <a:gd name="connsiteX4" fmla="*/ 1827028 w 2031133"/>
                <a:gd name="connsiteY4" fmla="*/ 802411 h 2194250"/>
                <a:gd name="connsiteX5" fmla="*/ 2024956 w 2031133"/>
                <a:gd name="connsiteY5" fmla="*/ 510594 h 2194250"/>
                <a:gd name="connsiteX6" fmla="*/ 1693807 w 2031133"/>
                <a:gd name="connsiteY6" fmla="*/ 4354 h 2194250"/>
                <a:gd name="connsiteX7" fmla="*/ 1554243 w 2031133"/>
                <a:gd name="connsiteY7" fmla="*/ 17042 h 2194250"/>
                <a:gd name="connsiteX8" fmla="*/ 1357583 w 2031133"/>
                <a:gd name="connsiteY8" fmla="*/ 291096 h 2194250"/>
                <a:gd name="connsiteX9" fmla="*/ 1436247 w 2031133"/>
                <a:gd name="connsiteY9" fmla="*/ 1048552 h 2194250"/>
                <a:gd name="connsiteX10" fmla="*/ 1650669 w 2031133"/>
                <a:gd name="connsiteY10" fmla="*/ 1392388 h 2194250"/>
                <a:gd name="connsiteX11" fmla="*/ 1544093 w 2031133"/>
                <a:gd name="connsiteY11" fmla="*/ 2194251 h 219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1133" h="2194250">
                  <a:moveTo>
                    <a:pt x="0" y="124888"/>
                  </a:moveTo>
                  <a:cubicBezTo>
                    <a:pt x="247410" y="160413"/>
                    <a:pt x="489745" y="264452"/>
                    <a:pt x="701630" y="428124"/>
                  </a:cubicBezTo>
                  <a:cubicBezTo>
                    <a:pt x="819625" y="519475"/>
                    <a:pt x="930008" y="629858"/>
                    <a:pt x="1053079" y="711059"/>
                  </a:cubicBezTo>
                  <a:cubicBezTo>
                    <a:pt x="1196450" y="804948"/>
                    <a:pt x="1355046" y="859505"/>
                    <a:pt x="1517448" y="868387"/>
                  </a:cubicBezTo>
                  <a:cubicBezTo>
                    <a:pt x="1622757" y="874730"/>
                    <a:pt x="1731870" y="859505"/>
                    <a:pt x="1827028" y="802411"/>
                  </a:cubicBezTo>
                  <a:cubicBezTo>
                    <a:pt x="1922186" y="745316"/>
                    <a:pt x="2002119" y="638739"/>
                    <a:pt x="2024956" y="510594"/>
                  </a:cubicBezTo>
                  <a:cubicBezTo>
                    <a:pt x="2066826" y="270796"/>
                    <a:pt x="1889198" y="34805"/>
                    <a:pt x="1693807" y="4354"/>
                  </a:cubicBezTo>
                  <a:cubicBezTo>
                    <a:pt x="1646863" y="-3258"/>
                    <a:pt x="1598650" y="-1989"/>
                    <a:pt x="1554243" y="17042"/>
                  </a:cubicBezTo>
                  <a:cubicBezTo>
                    <a:pt x="1457817" y="57643"/>
                    <a:pt x="1393109" y="171832"/>
                    <a:pt x="1357583" y="291096"/>
                  </a:cubicBezTo>
                  <a:cubicBezTo>
                    <a:pt x="1283995" y="539775"/>
                    <a:pt x="1313177" y="831592"/>
                    <a:pt x="1436247" y="1048552"/>
                  </a:cubicBezTo>
                  <a:cubicBezTo>
                    <a:pt x="1503492" y="1167816"/>
                    <a:pt x="1596112" y="1264243"/>
                    <a:pt x="1650669" y="1392388"/>
                  </a:cubicBezTo>
                  <a:cubicBezTo>
                    <a:pt x="1745827" y="1616961"/>
                    <a:pt x="1701420" y="2033117"/>
                    <a:pt x="1544093" y="2194251"/>
                  </a:cubicBezTo>
                </a:path>
              </a:pathLst>
            </a:custGeom>
            <a:noFill/>
            <a:ln w="38057" cap="rnd">
              <a:solidFill>
                <a:srgbClr val="B3B3B3"/>
              </a:solidFill>
              <a:prstDash val="solid"/>
              <a:round/>
            </a:ln>
          </p:spPr>
          <p:txBody>
            <a:bodyPr rtlCol="0" anchor="ctr"/>
            <a:lstStyle/>
            <a:p>
              <a:endParaRPr lang="en-US"/>
            </a:p>
          </p:txBody>
        </p:sp>
        <p:sp>
          <p:nvSpPr>
            <p:cNvPr id="94" name="Freeform: Shape 93">
              <a:extLst>
                <a:ext uri="{FF2B5EF4-FFF2-40B4-BE49-F238E27FC236}">
                  <a16:creationId xmlns:a16="http://schemas.microsoft.com/office/drawing/2014/main" id="{9D5B1A95-772A-5654-1B7E-7911F5DF66CE}"/>
                </a:ext>
              </a:extLst>
            </p:cNvPr>
            <p:cNvSpPr/>
            <p:nvPr/>
          </p:nvSpPr>
          <p:spPr>
            <a:xfrm>
              <a:off x="1644189" y="3678858"/>
              <a:ext cx="87354" cy="309235"/>
            </a:xfrm>
            <a:custGeom>
              <a:avLst/>
              <a:gdLst>
                <a:gd name="connsiteX0" fmla="*/ 0 w 63438"/>
                <a:gd name="connsiteY0" fmla="*/ 0 h 224572"/>
                <a:gd name="connsiteX1" fmla="*/ 25375 w 63438"/>
                <a:gd name="connsiteY1" fmla="*/ 224572 h 224572"/>
                <a:gd name="connsiteX2" fmla="*/ 63438 w 63438"/>
                <a:gd name="connsiteY2" fmla="*/ 5075 h 224572"/>
                <a:gd name="connsiteX3" fmla="*/ 63438 w 63438"/>
                <a:gd name="connsiteY3" fmla="*/ 223304 h 224572"/>
              </a:gdLst>
              <a:ahLst/>
              <a:cxnLst>
                <a:cxn ang="0">
                  <a:pos x="connsiteX0" y="connsiteY0"/>
                </a:cxn>
                <a:cxn ang="0">
                  <a:pos x="connsiteX1" y="connsiteY1"/>
                </a:cxn>
                <a:cxn ang="0">
                  <a:pos x="connsiteX2" y="connsiteY2"/>
                </a:cxn>
                <a:cxn ang="0">
                  <a:pos x="connsiteX3" y="connsiteY3"/>
                </a:cxn>
              </a:cxnLst>
              <a:rect l="l" t="t" r="r" b="b"/>
              <a:pathLst>
                <a:path w="63438" h="224572">
                  <a:moveTo>
                    <a:pt x="0" y="0"/>
                  </a:moveTo>
                  <a:cubicBezTo>
                    <a:pt x="0" y="12688"/>
                    <a:pt x="25375" y="224572"/>
                    <a:pt x="25375" y="224572"/>
                  </a:cubicBezTo>
                  <a:lnTo>
                    <a:pt x="63438" y="5075"/>
                  </a:lnTo>
                  <a:lnTo>
                    <a:pt x="63438" y="223304"/>
                  </a:lnTo>
                </a:path>
              </a:pathLst>
            </a:custGeom>
            <a:noFill/>
            <a:ln w="38057" cap="rnd">
              <a:solidFill>
                <a:srgbClr val="808080"/>
              </a:solidFill>
              <a:prstDash val="solid"/>
              <a:round/>
            </a:ln>
          </p:spPr>
          <p:txBody>
            <a:bodyPr rtlCol="0" anchor="ctr"/>
            <a:lstStyle/>
            <a:p>
              <a:endParaRPr lang="en-US"/>
            </a:p>
          </p:txBody>
        </p:sp>
        <p:sp>
          <p:nvSpPr>
            <p:cNvPr id="95" name="Freeform: Shape 94">
              <a:extLst>
                <a:ext uri="{FF2B5EF4-FFF2-40B4-BE49-F238E27FC236}">
                  <a16:creationId xmlns:a16="http://schemas.microsoft.com/office/drawing/2014/main" id="{7197F997-DC22-8ABA-09A2-BB2A7954BB3C}"/>
                </a:ext>
              </a:extLst>
            </p:cNvPr>
            <p:cNvSpPr/>
            <p:nvPr/>
          </p:nvSpPr>
          <p:spPr>
            <a:xfrm>
              <a:off x="3920650" y="3696330"/>
              <a:ext cx="94342" cy="302247"/>
            </a:xfrm>
            <a:custGeom>
              <a:avLst/>
              <a:gdLst>
                <a:gd name="connsiteX0" fmla="*/ 0 w 68513"/>
                <a:gd name="connsiteY0" fmla="*/ 0 h 219497"/>
                <a:gd name="connsiteX1" fmla="*/ 25375 w 68513"/>
                <a:gd name="connsiteY1" fmla="*/ 219497 h 219497"/>
                <a:gd name="connsiteX2" fmla="*/ 68514 w 68513"/>
                <a:gd name="connsiteY2" fmla="*/ 7613 h 219497"/>
              </a:gdLst>
              <a:ahLst/>
              <a:cxnLst>
                <a:cxn ang="0">
                  <a:pos x="connsiteX0" y="connsiteY0"/>
                </a:cxn>
                <a:cxn ang="0">
                  <a:pos x="connsiteX1" y="connsiteY1"/>
                </a:cxn>
                <a:cxn ang="0">
                  <a:pos x="connsiteX2" y="connsiteY2"/>
                </a:cxn>
              </a:cxnLst>
              <a:rect l="l" t="t" r="r" b="b"/>
              <a:pathLst>
                <a:path w="68513" h="219497">
                  <a:moveTo>
                    <a:pt x="0" y="0"/>
                  </a:moveTo>
                  <a:lnTo>
                    <a:pt x="25375" y="219497"/>
                  </a:lnTo>
                  <a:lnTo>
                    <a:pt x="68514" y="7613"/>
                  </a:lnTo>
                </a:path>
              </a:pathLst>
            </a:custGeom>
            <a:noFill/>
            <a:ln w="38057" cap="rnd">
              <a:solidFill>
                <a:srgbClr val="808080"/>
              </a:solidFill>
              <a:prstDash val="solid"/>
              <a:round/>
            </a:ln>
          </p:spPr>
          <p:txBody>
            <a:bodyPr rtlCol="0" anchor="ctr"/>
            <a:lstStyle/>
            <a:p>
              <a:endParaRPr lang="en-US"/>
            </a:p>
          </p:txBody>
        </p:sp>
        <p:sp>
          <p:nvSpPr>
            <p:cNvPr id="96" name="Freeform: Shape 95">
              <a:extLst>
                <a:ext uri="{FF2B5EF4-FFF2-40B4-BE49-F238E27FC236}">
                  <a16:creationId xmlns:a16="http://schemas.microsoft.com/office/drawing/2014/main" id="{92B1C8EB-3243-5B4F-96DB-C9DD6CA20D9F}"/>
                </a:ext>
              </a:extLst>
            </p:cNvPr>
            <p:cNvSpPr/>
            <p:nvPr/>
          </p:nvSpPr>
          <p:spPr>
            <a:xfrm>
              <a:off x="6186630" y="3706813"/>
              <a:ext cx="75123" cy="309235"/>
            </a:xfrm>
            <a:custGeom>
              <a:avLst/>
              <a:gdLst>
                <a:gd name="connsiteX0" fmla="*/ 3806 w 54556"/>
                <a:gd name="connsiteY0" fmla="*/ 0 h 224572"/>
                <a:gd name="connsiteX1" fmla="*/ 0 w 54556"/>
                <a:gd name="connsiteY1" fmla="*/ 224572 h 224572"/>
                <a:gd name="connsiteX2" fmla="*/ 54557 w 54556"/>
                <a:gd name="connsiteY2" fmla="*/ 21569 h 224572"/>
                <a:gd name="connsiteX3" fmla="*/ 38063 w 54556"/>
                <a:gd name="connsiteY3" fmla="*/ 211885 h 224572"/>
              </a:gdLst>
              <a:ahLst/>
              <a:cxnLst>
                <a:cxn ang="0">
                  <a:pos x="connsiteX0" y="connsiteY0"/>
                </a:cxn>
                <a:cxn ang="0">
                  <a:pos x="connsiteX1" y="connsiteY1"/>
                </a:cxn>
                <a:cxn ang="0">
                  <a:pos x="connsiteX2" y="connsiteY2"/>
                </a:cxn>
                <a:cxn ang="0">
                  <a:pos x="connsiteX3" y="connsiteY3"/>
                </a:cxn>
              </a:cxnLst>
              <a:rect l="l" t="t" r="r" b="b"/>
              <a:pathLst>
                <a:path w="54556" h="224572">
                  <a:moveTo>
                    <a:pt x="3806" y="0"/>
                  </a:moveTo>
                  <a:cubicBezTo>
                    <a:pt x="3806" y="25375"/>
                    <a:pt x="0" y="224572"/>
                    <a:pt x="0" y="224572"/>
                  </a:cubicBezTo>
                  <a:lnTo>
                    <a:pt x="54557" y="21569"/>
                  </a:lnTo>
                  <a:lnTo>
                    <a:pt x="38063" y="211885"/>
                  </a:lnTo>
                </a:path>
              </a:pathLst>
            </a:custGeom>
            <a:noFill/>
            <a:ln w="38057" cap="rnd">
              <a:solidFill>
                <a:srgbClr val="808080"/>
              </a:solidFill>
              <a:prstDash val="solid"/>
              <a:round/>
            </a:ln>
          </p:spPr>
          <p:txBody>
            <a:bodyPr rtlCol="0" anchor="ctr"/>
            <a:lstStyle/>
            <a:p>
              <a:endParaRPr lang="en-US"/>
            </a:p>
          </p:txBody>
        </p:sp>
        <p:sp>
          <p:nvSpPr>
            <p:cNvPr id="97" name="Freeform: Shape 96">
              <a:extLst>
                <a:ext uri="{FF2B5EF4-FFF2-40B4-BE49-F238E27FC236}">
                  <a16:creationId xmlns:a16="http://schemas.microsoft.com/office/drawing/2014/main" id="{0CAC6A1E-C123-0087-600B-86CEF092D13F}"/>
                </a:ext>
              </a:extLst>
            </p:cNvPr>
            <p:cNvSpPr/>
            <p:nvPr/>
          </p:nvSpPr>
          <p:spPr>
            <a:xfrm>
              <a:off x="8190546" y="3671870"/>
              <a:ext cx="249834" cy="338936"/>
            </a:xfrm>
            <a:custGeom>
              <a:avLst/>
              <a:gdLst>
                <a:gd name="connsiteX0" fmla="*/ 29182 w 181434"/>
                <a:gd name="connsiteY0" fmla="*/ 0 h 246141"/>
                <a:gd name="connsiteX1" fmla="*/ 181434 w 181434"/>
                <a:gd name="connsiteY1" fmla="*/ 203003 h 246141"/>
                <a:gd name="connsiteX2" fmla="*/ 0 w 181434"/>
                <a:gd name="connsiteY2" fmla="*/ 59632 h 246141"/>
                <a:gd name="connsiteX3" fmla="*/ 168747 w 181434"/>
                <a:gd name="connsiteY3" fmla="*/ 246141 h 246141"/>
              </a:gdLst>
              <a:ahLst/>
              <a:cxnLst>
                <a:cxn ang="0">
                  <a:pos x="connsiteX0" y="connsiteY0"/>
                </a:cxn>
                <a:cxn ang="0">
                  <a:pos x="connsiteX1" y="connsiteY1"/>
                </a:cxn>
                <a:cxn ang="0">
                  <a:pos x="connsiteX2" y="connsiteY2"/>
                </a:cxn>
                <a:cxn ang="0">
                  <a:pos x="connsiteX3" y="connsiteY3"/>
                </a:cxn>
              </a:cxnLst>
              <a:rect l="l" t="t" r="r" b="b"/>
              <a:pathLst>
                <a:path w="181434" h="246141">
                  <a:moveTo>
                    <a:pt x="29182" y="0"/>
                  </a:moveTo>
                  <a:lnTo>
                    <a:pt x="181434" y="203003"/>
                  </a:lnTo>
                  <a:lnTo>
                    <a:pt x="0" y="59632"/>
                  </a:lnTo>
                  <a:lnTo>
                    <a:pt x="168747" y="246141"/>
                  </a:lnTo>
                </a:path>
              </a:pathLst>
            </a:custGeom>
            <a:noFill/>
            <a:ln w="38057" cap="rnd">
              <a:solidFill>
                <a:srgbClr val="808080"/>
              </a:solidFill>
              <a:prstDash val="solid"/>
              <a:round/>
            </a:ln>
          </p:spPr>
          <p:txBody>
            <a:bodyPr rtlCol="0" anchor="ctr"/>
            <a:lstStyle/>
            <a:p>
              <a:endParaRPr lang="en-US"/>
            </a:p>
          </p:txBody>
        </p:sp>
        <p:grpSp>
          <p:nvGrpSpPr>
            <p:cNvPr id="114" name="Group 113">
              <a:extLst>
                <a:ext uri="{FF2B5EF4-FFF2-40B4-BE49-F238E27FC236}">
                  <a16:creationId xmlns:a16="http://schemas.microsoft.com/office/drawing/2014/main" id="{CDD7B8D3-4181-E5F9-3CDC-1B481C054906}"/>
                </a:ext>
              </a:extLst>
            </p:cNvPr>
            <p:cNvGrpSpPr/>
            <p:nvPr/>
          </p:nvGrpSpPr>
          <p:grpSpPr>
            <a:xfrm>
              <a:off x="5815069" y="672951"/>
              <a:ext cx="5808255" cy="6020177"/>
              <a:chOff x="4150550" y="812435"/>
              <a:chExt cx="5808255" cy="6020177"/>
            </a:xfrm>
          </p:grpSpPr>
          <p:pic>
            <p:nvPicPr>
              <p:cNvPr id="110" name="Graphisme 65">
                <a:extLst>
                  <a:ext uri="{FF2B5EF4-FFF2-40B4-BE49-F238E27FC236}">
                    <a16:creationId xmlns:a16="http://schemas.microsoft.com/office/drawing/2014/main" id="{5D3517AD-28F8-DD18-A007-0794F6BC432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7916442" y="3882531"/>
                <a:ext cx="2042363" cy="2950081"/>
              </a:xfrm>
              <a:prstGeom prst="rect">
                <a:avLst/>
              </a:prstGeom>
            </p:spPr>
          </p:pic>
          <p:sp>
            <p:nvSpPr>
              <p:cNvPr id="111" name="Freeform: Shape 110">
                <a:extLst>
                  <a:ext uri="{FF2B5EF4-FFF2-40B4-BE49-F238E27FC236}">
                    <a16:creationId xmlns:a16="http://schemas.microsoft.com/office/drawing/2014/main" id="{595C98A0-2711-C6BB-9C05-ACA6B589E9CD}"/>
                  </a:ext>
                </a:extLst>
              </p:cNvPr>
              <p:cNvSpPr/>
              <p:nvPr/>
            </p:nvSpPr>
            <p:spPr>
              <a:xfrm>
                <a:off x="8867691" y="4063623"/>
                <a:ext cx="139767" cy="139767"/>
              </a:xfrm>
              <a:custGeom>
                <a:avLst/>
                <a:gdLst>
                  <a:gd name="connsiteX0" fmla="*/ 101501 w 101501"/>
                  <a:gd name="connsiteY0" fmla="*/ 50751 h 101501"/>
                  <a:gd name="connsiteX1" fmla="*/ 50751 w 101501"/>
                  <a:gd name="connsiteY1" fmla="*/ 101502 h 101501"/>
                  <a:gd name="connsiteX2" fmla="*/ 0 w 101501"/>
                  <a:gd name="connsiteY2" fmla="*/ 50751 h 101501"/>
                  <a:gd name="connsiteX3" fmla="*/ 50751 w 101501"/>
                  <a:gd name="connsiteY3" fmla="*/ 0 h 101501"/>
                  <a:gd name="connsiteX4" fmla="*/ 101501 w 101501"/>
                  <a:gd name="connsiteY4" fmla="*/ 50751 h 101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01" h="101501">
                    <a:moveTo>
                      <a:pt x="101501" y="50751"/>
                    </a:moveTo>
                    <a:cubicBezTo>
                      <a:pt x="101501" y="78780"/>
                      <a:pt x="78780" y="101502"/>
                      <a:pt x="50751" y="101502"/>
                    </a:cubicBezTo>
                    <a:cubicBezTo>
                      <a:pt x="22722" y="101502"/>
                      <a:pt x="0" y="78780"/>
                      <a:pt x="0" y="50751"/>
                    </a:cubicBezTo>
                    <a:cubicBezTo>
                      <a:pt x="0" y="22722"/>
                      <a:pt x="22722" y="0"/>
                      <a:pt x="50751" y="0"/>
                    </a:cubicBezTo>
                    <a:cubicBezTo>
                      <a:pt x="78780" y="0"/>
                      <a:pt x="101501" y="22722"/>
                      <a:pt x="101501" y="50751"/>
                    </a:cubicBezTo>
                    <a:close/>
                  </a:path>
                </a:pathLst>
              </a:custGeom>
              <a:solidFill>
                <a:srgbClr val="FFFFFF"/>
              </a:solidFill>
              <a:ln w="12686"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0EFC287C-3CD9-7CC4-38F8-F6760B7F2A30}"/>
                  </a:ext>
                </a:extLst>
              </p:cNvPr>
              <p:cNvSpPr/>
              <p:nvPr/>
            </p:nvSpPr>
            <p:spPr>
              <a:xfrm>
                <a:off x="4150550" y="812435"/>
                <a:ext cx="5450689" cy="3326311"/>
              </a:xfrm>
              <a:custGeom>
                <a:avLst/>
                <a:gdLst>
                  <a:gd name="connsiteX0" fmla="*/ 0 w 2031133"/>
                  <a:gd name="connsiteY0" fmla="*/ 124888 h 2194250"/>
                  <a:gd name="connsiteX1" fmla="*/ 701630 w 2031133"/>
                  <a:gd name="connsiteY1" fmla="*/ 428124 h 2194250"/>
                  <a:gd name="connsiteX2" fmla="*/ 1053079 w 2031133"/>
                  <a:gd name="connsiteY2" fmla="*/ 711059 h 2194250"/>
                  <a:gd name="connsiteX3" fmla="*/ 1517448 w 2031133"/>
                  <a:gd name="connsiteY3" fmla="*/ 868387 h 2194250"/>
                  <a:gd name="connsiteX4" fmla="*/ 1827028 w 2031133"/>
                  <a:gd name="connsiteY4" fmla="*/ 802411 h 2194250"/>
                  <a:gd name="connsiteX5" fmla="*/ 2024956 w 2031133"/>
                  <a:gd name="connsiteY5" fmla="*/ 510594 h 2194250"/>
                  <a:gd name="connsiteX6" fmla="*/ 1693807 w 2031133"/>
                  <a:gd name="connsiteY6" fmla="*/ 4354 h 2194250"/>
                  <a:gd name="connsiteX7" fmla="*/ 1554243 w 2031133"/>
                  <a:gd name="connsiteY7" fmla="*/ 17042 h 2194250"/>
                  <a:gd name="connsiteX8" fmla="*/ 1357583 w 2031133"/>
                  <a:gd name="connsiteY8" fmla="*/ 291096 h 2194250"/>
                  <a:gd name="connsiteX9" fmla="*/ 1436247 w 2031133"/>
                  <a:gd name="connsiteY9" fmla="*/ 1048552 h 2194250"/>
                  <a:gd name="connsiteX10" fmla="*/ 1650669 w 2031133"/>
                  <a:gd name="connsiteY10" fmla="*/ 1392388 h 2194250"/>
                  <a:gd name="connsiteX11" fmla="*/ 1544093 w 2031133"/>
                  <a:gd name="connsiteY11" fmla="*/ 2194251 h 2194250"/>
                  <a:gd name="connsiteX0" fmla="*/ 0 w 3958386"/>
                  <a:gd name="connsiteY0" fmla="*/ 0 h 2373928"/>
                  <a:gd name="connsiteX1" fmla="*/ 2628883 w 3958386"/>
                  <a:gd name="connsiteY1" fmla="*/ 607801 h 2373928"/>
                  <a:gd name="connsiteX2" fmla="*/ 2980332 w 3958386"/>
                  <a:gd name="connsiteY2" fmla="*/ 890736 h 2373928"/>
                  <a:gd name="connsiteX3" fmla="*/ 3444701 w 3958386"/>
                  <a:gd name="connsiteY3" fmla="*/ 1048064 h 2373928"/>
                  <a:gd name="connsiteX4" fmla="*/ 3754281 w 3958386"/>
                  <a:gd name="connsiteY4" fmla="*/ 982088 h 2373928"/>
                  <a:gd name="connsiteX5" fmla="*/ 3952209 w 3958386"/>
                  <a:gd name="connsiteY5" fmla="*/ 690271 h 2373928"/>
                  <a:gd name="connsiteX6" fmla="*/ 3621060 w 3958386"/>
                  <a:gd name="connsiteY6" fmla="*/ 184031 h 2373928"/>
                  <a:gd name="connsiteX7" fmla="*/ 3481496 w 3958386"/>
                  <a:gd name="connsiteY7" fmla="*/ 196719 h 2373928"/>
                  <a:gd name="connsiteX8" fmla="*/ 3284836 w 3958386"/>
                  <a:gd name="connsiteY8" fmla="*/ 470773 h 2373928"/>
                  <a:gd name="connsiteX9" fmla="*/ 3363500 w 3958386"/>
                  <a:gd name="connsiteY9" fmla="*/ 1228229 h 2373928"/>
                  <a:gd name="connsiteX10" fmla="*/ 3577922 w 3958386"/>
                  <a:gd name="connsiteY10" fmla="*/ 1572065 h 2373928"/>
                  <a:gd name="connsiteX11" fmla="*/ 3471346 w 3958386"/>
                  <a:gd name="connsiteY11" fmla="*/ 2373928 h 2373928"/>
                  <a:gd name="connsiteX0" fmla="*/ 0 w 3958386"/>
                  <a:gd name="connsiteY0" fmla="*/ 0 h 2373928"/>
                  <a:gd name="connsiteX1" fmla="*/ 2663834 w 3958386"/>
                  <a:gd name="connsiteY1" fmla="*/ 93535 h 2373928"/>
                  <a:gd name="connsiteX2" fmla="*/ 2980332 w 3958386"/>
                  <a:gd name="connsiteY2" fmla="*/ 890736 h 2373928"/>
                  <a:gd name="connsiteX3" fmla="*/ 3444701 w 3958386"/>
                  <a:gd name="connsiteY3" fmla="*/ 1048064 h 2373928"/>
                  <a:gd name="connsiteX4" fmla="*/ 3754281 w 3958386"/>
                  <a:gd name="connsiteY4" fmla="*/ 982088 h 2373928"/>
                  <a:gd name="connsiteX5" fmla="*/ 3952209 w 3958386"/>
                  <a:gd name="connsiteY5" fmla="*/ 690271 h 2373928"/>
                  <a:gd name="connsiteX6" fmla="*/ 3621060 w 3958386"/>
                  <a:gd name="connsiteY6" fmla="*/ 184031 h 2373928"/>
                  <a:gd name="connsiteX7" fmla="*/ 3481496 w 3958386"/>
                  <a:gd name="connsiteY7" fmla="*/ 196719 h 2373928"/>
                  <a:gd name="connsiteX8" fmla="*/ 3284836 w 3958386"/>
                  <a:gd name="connsiteY8" fmla="*/ 470773 h 2373928"/>
                  <a:gd name="connsiteX9" fmla="*/ 3363500 w 3958386"/>
                  <a:gd name="connsiteY9" fmla="*/ 1228229 h 2373928"/>
                  <a:gd name="connsiteX10" fmla="*/ 3577922 w 3958386"/>
                  <a:gd name="connsiteY10" fmla="*/ 1572065 h 2373928"/>
                  <a:gd name="connsiteX11" fmla="*/ 3471346 w 3958386"/>
                  <a:gd name="connsiteY11" fmla="*/ 2373928 h 2373928"/>
                  <a:gd name="connsiteX0" fmla="*/ 0 w 3958386"/>
                  <a:gd name="connsiteY0" fmla="*/ 0 h 2373928"/>
                  <a:gd name="connsiteX1" fmla="*/ 2663834 w 3958386"/>
                  <a:gd name="connsiteY1" fmla="*/ 93535 h 2373928"/>
                  <a:gd name="connsiteX2" fmla="*/ 3035254 w 3958386"/>
                  <a:gd name="connsiteY2" fmla="*/ 905714 h 2373928"/>
                  <a:gd name="connsiteX3" fmla="*/ 3444701 w 3958386"/>
                  <a:gd name="connsiteY3" fmla="*/ 1048064 h 2373928"/>
                  <a:gd name="connsiteX4" fmla="*/ 3754281 w 3958386"/>
                  <a:gd name="connsiteY4" fmla="*/ 982088 h 2373928"/>
                  <a:gd name="connsiteX5" fmla="*/ 3952209 w 3958386"/>
                  <a:gd name="connsiteY5" fmla="*/ 690271 h 2373928"/>
                  <a:gd name="connsiteX6" fmla="*/ 3621060 w 3958386"/>
                  <a:gd name="connsiteY6" fmla="*/ 184031 h 2373928"/>
                  <a:gd name="connsiteX7" fmla="*/ 3481496 w 3958386"/>
                  <a:gd name="connsiteY7" fmla="*/ 196719 h 2373928"/>
                  <a:gd name="connsiteX8" fmla="*/ 3284836 w 3958386"/>
                  <a:gd name="connsiteY8" fmla="*/ 470773 h 2373928"/>
                  <a:gd name="connsiteX9" fmla="*/ 3363500 w 3958386"/>
                  <a:gd name="connsiteY9" fmla="*/ 1228229 h 2373928"/>
                  <a:gd name="connsiteX10" fmla="*/ 3577922 w 3958386"/>
                  <a:gd name="connsiteY10" fmla="*/ 1572065 h 2373928"/>
                  <a:gd name="connsiteX11" fmla="*/ 3471346 w 3958386"/>
                  <a:gd name="connsiteY11" fmla="*/ 2373928 h 2373928"/>
                  <a:gd name="connsiteX0" fmla="*/ 0 w 3958386"/>
                  <a:gd name="connsiteY0" fmla="*/ 41697 h 2415625"/>
                  <a:gd name="connsiteX1" fmla="*/ 2429169 w 3958386"/>
                  <a:gd name="connsiteY1" fmla="*/ 65332 h 2415625"/>
                  <a:gd name="connsiteX2" fmla="*/ 3035254 w 3958386"/>
                  <a:gd name="connsiteY2" fmla="*/ 947411 h 2415625"/>
                  <a:gd name="connsiteX3" fmla="*/ 3444701 w 3958386"/>
                  <a:gd name="connsiteY3" fmla="*/ 1089761 h 2415625"/>
                  <a:gd name="connsiteX4" fmla="*/ 3754281 w 3958386"/>
                  <a:gd name="connsiteY4" fmla="*/ 1023785 h 2415625"/>
                  <a:gd name="connsiteX5" fmla="*/ 3952209 w 3958386"/>
                  <a:gd name="connsiteY5" fmla="*/ 731968 h 2415625"/>
                  <a:gd name="connsiteX6" fmla="*/ 3621060 w 3958386"/>
                  <a:gd name="connsiteY6" fmla="*/ 225728 h 2415625"/>
                  <a:gd name="connsiteX7" fmla="*/ 3481496 w 3958386"/>
                  <a:gd name="connsiteY7" fmla="*/ 238416 h 2415625"/>
                  <a:gd name="connsiteX8" fmla="*/ 3284836 w 3958386"/>
                  <a:gd name="connsiteY8" fmla="*/ 512470 h 2415625"/>
                  <a:gd name="connsiteX9" fmla="*/ 3363500 w 3958386"/>
                  <a:gd name="connsiteY9" fmla="*/ 1269926 h 2415625"/>
                  <a:gd name="connsiteX10" fmla="*/ 3577922 w 3958386"/>
                  <a:gd name="connsiteY10" fmla="*/ 1613762 h 2415625"/>
                  <a:gd name="connsiteX11" fmla="*/ 3471346 w 3958386"/>
                  <a:gd name="connsiteY11" fmla="*/ 2415625 h 241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58386" h="2415625">
                    <a:moveTo>
                      <a:pt x="0" y="41697"/>
                    </a:moveTo>
                    <a:cubicBezTo>
                      <a:pt x="247410" y="77222"/>
                      <a:pt x="1923293" y="-85620"/>
                      <a:pt x="2429169" y="65332"/>
                    </a:cubicBezTo>
                    <a:cubicBezTo>
                      <a:pt x="2935045" y="216284"/>
                      <a:pt x="2865999" y="776673"/>
                      <a:pt x="3035254" y="947411"/>
                    </a:cubicBezTo>
                    <a:cubicBezTo>
                      <a:pt x="3204509" y="1118149"/>
                      <a:pt x="3324863" y="1077032"/>
                      <a:pt x="3444701" y="1089761"/>
                    </a:cubicBezTo>
                    <a:cubicBezTo>
                      <a:pt x="3564539" y="1102490"/>
                      <a:pt x="3659123" y="1080879"/>
                      <a:pt x="3754281" y="1023785"/>
                    </a:cubicBezTo>
                    <a:cubicBezTo>
                      <a:pt x="3849439" y="966690"/>
                      <a:pt x="3929372" y="860113"/>
                      <a:pt x="3952209" y="731968"/>
                    </a:cubicBezTo>
                    <a:cubicBezTo>
                      <a:pt x="3994079" y="492170"/>
                      <a:pt x="3816451" y="256179"/>
                      <a:pt x="3621060" y="225728"/>
                    </a:cubicBezTo>
                    <a:cubicBezTo>
                      <a:pt x="3574116" y="218116"/>
                      <a:pt x="3525903" y="219385"/>
                      <a:pt x="3481496" y="238416"/>
                    </a:cubicBezTo>
                    <a:cubicBezTo>
                      <a:pt x="3385070" y="279017"/>
                      <a:pt x="3320362" y="393206"/>
                      <a:pt x="3284836" y="512470"/>
                    </a:cubicBezTo>
                    <a:cubicBezTo>
                      <a:pt x="3211248" y="761149"/>
                      <a:pt x="3240430" y="1052966"/>
                      <a:pt x="3363500" y="1269926"/>
                    </a:cubicBezTo>
                    <a:cubicBezTo>
                      <a:pt x="3430745" y="1389190"/>
                      <a:pt x="3523365" y="1485617"/>
                      <a:pt x="3577922" y="1613762"/>
                    </a:cubicBezTo>
                    <a:cubicBezTo>
                      <a:pt x="3673080" y="1838335"/>
                      <a:pt x="3628673" y="2254491"/>
                      <a:pt x="3471346" y="2415625"/>
                    </a:cubicBezTo>
                  </a:path>
                </a:pathLst>
              </a:custGeom>
              <a:noFill/>
              <a:ln w="38057" cap="rnd">
                <a:solidFill>
                  <a:srgbClr val="B3B3B3"/>
                </a:solidFill>
                <a:prstDash val="solid"/>
                <a:round/>
              </a:ln>
            </p:spPr>
            <p:txBody>
              <a:bodyPr rtlCol="0" anchor="ctr"/>
              <a:lstStyle/>
              <a:p>
                <a:endParaRPr lang="en-US"/>
              </a:p>
            </p:txBody>
          </p:sp>
          <p:sp>
            <p:nvSpPr>
              <p:cNvPr id="113" name="Freeform: Shape 112">
                <a:extLst>
                  <a:ext uri="{FF2B5EF4-FFF2-40B4-BE49-F238E27FC236}">
                    <a16:creationId xmlns:a16="http://schemas.microsoft.com/office/drawing/2014/main" id="{3979637C-8992-F5B7-8D61-80CB95498B3A}"/>
                  </a:ext>
                </a:extLst>
              </p:cNvPr>
              <p:cNvSpPr/>
              <p:nvPr/>
            </p:nvSpPr>
            <p:spPr>
              <a:xfrm>
                <a:off x="8708706" y="3824270"/>
                <a:ext cx="249834" cy="338936"/>
              </a:xfrm>
              <a:custGeom>
                <a:avLst/>
                <a:gdLst>
                  <a:gd name="connsiteX0" fmla="*/ 29182 w 181434"/>
                  <a:gd name="connsiteY0" fmla="*/ 0 h 246141"/>
                  <a:gd name="connsiteX1" fmla="*/ 181434 w 181434"/>
                  <a:gd name="connsiteY1" fmla="*/ 203003 h 246141"/>
                  <a:gd name="connsiteX2" fmla="*/ 0 w 181434"/>
                  <a:gd name="connsiteY2" fmla="*/ 59632 h 246141"/>
                  <a:gd name="connsiteX3" fmla="*/ 168747 w 181434"/>
                  <a:gd name="connsiteY3" fmla="*/ 246141 h 246141"/>
                </a:gdLst>
                <a:ahLst/>
                <a:cxnLst>
                  <a:cxn ang="0">
                    <a:pos x="connsiteX0" y="connsiteY0"/>
                  </a:cxn>
                  <a:cxn ang="0">
                    <a:pos x="connsiteX1" y="connsiteY1"/>
                  </a:cxn>
                  <a:cxn ang="0">
                    <a:pos x="connsiteX2" y="connsiteY2"/>
                  </a:cxn>
                  <a:cxn ang="0">
                    <a:pos x="connsiteX3" y="connsiteY3"/>
                  </a:cxn>
                </a:cxnLst>
                <a:rect l="l" t="t" r="r" b="b"/>
                <a:pathLst>
                  <a:path w="181434" h="246141">
                    <a:moveTo>
                      <a:pt x="29182" y="0"/>
                    </a:moveTo>
                    <a:lnTo>
                      <a:pt x="181434" y="203003"/>
                    </a:lnTo>
                    <a:lnTo>
                      <a:pt x="0" y="59632"/>
                    </a:lnTo>
                    <a:lnTo>
                      <a:pt x="168747" y="246141"/>
                    </a:lnTo>
                  </a:path>
                </a:pathLst>
              </a:custGeom>
              <a:noFill/>
              <a:ln w="38057" cap="rnd">
                <a:solidFill>
                  <a:srgbClr val="808080"/>
                </a:solidFill>
                <a:prstDash val="solid"/>
                <a:round/>
              </a:ln>
            </p:spPr>
            <p:txBody>
              <a:bodyPr rtlCol="0" anchor="ctr"/>
              <a:lstStyle/>
              <a:p>
                <a:endParaRPr lang="en-US"/>
              </a:p>
            </p:txBody>
          </p:sp>
        </p:grpSp>
        <p:pic>
          <p:nvPicPr>
            <p:cNvPr id="116" name="Graphisme 12">
              <a:extLst>
                <a:ext uri="{FF2B5EF4-FFF2-40B4-BE49-F238E27FC236}">
                  <a16:creationId xmlns:a16="http://schemas.microsoft.com/office/drawing/2014/main" id="{6A6D54E6-ED83-9D54-B385-B369200230D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32480" y="316062"/>
              <a:ext cx="2873232" cy="2873232"/>
            </a:xfrm>
            <a:prstGeom prst="rect">
              <a:avLst/>
            </a:prstGeom>
          </p:spPr>
        </p:pic>
      </p:grpSp>
      <p:sp>
        <p:nvSpPr>
          <p:cNvPr id="121" name="TextBox 120">
            <a:extLst>
              <a:ext uri="{FF2B5EF4-FFF2-40B4-BE49-F238E27FC236}">
                <a16:creationId xmlns:a16="http://schemas.microsoft.com/office/drawing/2014/main" id="{3F93A4B0-9547-E36A-E2C7-DF44117500B4}"/>
              </a:ext>
            </a:extLst>
          </p:cNvPr>
          <p:cNvSpPr txBox="1"/>
          <p:nvPr/>
        </p:nvSpPr>
        <p:spPr>
          <a:xfrm>
            <a:off x="4982815" y="1154669"/>
            <a:ext cx="2438400" cy="1015663"/>
          </a:xfrm>
          <a:prstGeom prst="rect">
            <a:avLst/>
          </a:prstGeom>
          <a:noFill/>
        </p:spPr>
        <p:txBody>
          <a:bodyPr wrap="square">
            <a:spAutoFit/>
          </a:bodyPr>
          <a:lstStyle/>
          <a:p>
            <a:pPr algn="ctr"/>
            <a:r>
              <a:rPr lang="fr-FR" sz="2000" b="1" dirty="0">
                <a:solidFill>
                  <a:srgbClr val="009ADE"/>
                </a:solidFill>
                <a:latin typeface="Source Sans Pro" panose="020B0503030403020204" pitchFamily="34" charset="0"/>
                <a:sym typeface="Times New Roman"/>
              </a:rPr>
              <a:t>II. Axes d’interventions en 2025</a:t>
            </a:r>
            <a:endParaRPr lang="en-US" sz="2000" dirty="0">
              <a:solidFill>
                <a:srgbClr val="009ADE"/>
              </a:solidFill>
            </a:endParaRPr>
          </a:p>
        </p:txBody>
      </p:sp>
      <p:sp>
        <p:nvSpPr>
          <p:cNvPr id="126" name="Rectangle 125">
            <a:extLst>
              <a:ext uri="{FF2B5EF4-FFF2-40B4-BE49-F238E27FC236}">
                <a16:creationId xmlns:a16="http://schemas.microsoft.com/office/drawing/2014/main" id="{53D6CE62-C734-4F8E-597E-B58CE4F7AA20}"/>
              </a:ext>
            </a:extLst>
          </p:cNvPr>
          <p:cNvSpPr/>
          <p:nvPr/>
        </p:nvSpPr>
        <p:spPr>
          <a:xfrm>
            <a:off x="796831" y="4968757"/>
            <a:ext cx="1786113" cy="1323439"/>
          </a:xfrm>
          <a:prstGeom prst="rect">
            <a:avLst/>
          </a:prstGeom>
        </p:spPr>
        <p:txBody>
          <a:bodyPr wrap="square">
            <a:spAutoFit/>
          </a:bodyPr>
          <a:lstStyle/>
          <a:p>
            <a:r>
              <a:rPr lang="fr-FR" sz="1600" dirty="0">
                <a:solidFill>
                  <a:srgbClr val="002060"/>
                </a:solidFill>
                <a:latin typeface="Source Sans Pro" panose="020B0503030403020204" pitchFamily="34" charset="0"/>
              </a:rPr>
              <a:t>Appui à la mise en œuvre du plan de relance de la vaccination de routine</a:t>
            </a:r>
          </a:p>
        </p:txBody>
      </p:sp>
      <p:sp>
        <p:nvSpPr>
          <p:cNvPr id="127" name="Rectangle 126">
            <a:extLst>
              <a:ext uri="{FF2B5EF4-FFF2-40B4-BE49-F238E27FC236}">
                <a16:creationId xmlns:a16="http://schemas.microsoft.com/office/drawing/2014/main" id="{E5A7F1A1-4D12-E6A2-EC2B-500212B62515}"/>
              </a:ext>
            </a:extLst>
          </p:cNvPr>
          <p:cNvSpPr/>
          <p:nvPr/>
        </p:nvSpPr>
        <p:spPr>
          <a:xfrm>
            <a:off x="3079051" y="4967806"/>
            <a:ext cx="1786113" cy="830997"/>
          </a:xfrm>
          <a:prstGeom prst="rect">
            <a:avLst/>
          </a:prstGeom>
        </p:spPr>
        <p:txBody>
          <a:bodyPr wrap="square">
            <a:spAutoFit/>
          </a:bodyPr>
          <a:lstStyle/>
          <a:p>
            <a:r>
              <a:rPr lang="fr-FR" sz="1600" dirty="0">
                <a:solidFill>
                  <a:srgbClr val="002060"/>
                </a:solidFill>
                <a:latin typeface="Source Sans Pro" panose="020B0503030403020204" pitchFamily="34" charset="0"/>
              </a:rPr>
              <a:t>Appui à la mise en œuvre du plan de rattrapage</a:t>
            </a:r>
          </a:p>
        </p:txBody>
      </p:sp>
      <p:sp>
        <p:nvSpPr>
          <p:cNvPr id="128" name="Rectangle 127">
            <a:extLst>
              <a:ext uri="{FF2B5EF4-FFF2-40B4-BE49-F238E27FC236}">
                <a16:creationId xmlns:a16="http://schemas.microsoft.com/office/drawing/2014/main" id="{880EF4B7-756F-B74D-A45F-793A5A8288C0}"/>
              </a:ext>
            </a:extLst>
          </p:cNvPr>
          <p:cNvSpPr/>
          <p:nvPr/>
        </p:nvSpPr>
        <p:spPr>
          <a:xfrm>
            <a:off x="5264716" y="4966855"/>
            <a:ext cx="1786113" cy="1323439"/>
          </a:xfrm>
          <a:prstGeom prst="rect">
            <a:avLst/>
          </a:prstGeom>
        </p:spPr>
        <p:txBody>
          <a:bodyPr wrap="square">
            <a:spAutoFit/>
          </a:bodyPr>
          <a:lstStyle/>
          <a:p>
            <a:r>
              <a:rPr lang="fr-FR" sz="1600" dirty="0">
                <a:solidFill>
                  <a:srgbClr val="002060"/>
                </a:solidFill>
                <a:latin typeface="Source Sans Pro" panose="020B0503030403020204" pitchFamily="34" charset="0"/>
              </a:rPr>
              <a:t>Appui à la mise en œuvre du plan d’amélioration de la qualité des données.</a:t>
            </a:r>
          </a:p>
        </p:txBody>
      </p:sp>
      <p:sp>
        <p:nvSpPr>
          <p:cNvPr id="129" name="Rectangle 128">
            <a:extLst>
              <a:ext uri="{FF2B5EF4-FFF2-40B4-BE49-F238E27FC236}">
                <a16:creationId xmlns:a16="http://schemas.microsoft.com/office/drawing/2014/main" id="{87A7919C-C946-6A2A-2C3D-FA14A16F1429}"/>
              </a:ext>
            </a:extLst>
          </p:cNvPr>
          <p:cNvSpPr/>
          <p:nvPr/>
        </p:nvSpPr>
        <p:spPr>
          <a:xfrm>
            <a:off x="7546936" y="4965904"/>
            <a:ext cx="1930696" cy="1077218"/>
          </a:xfrm>
          <a:prstGeom prst="rect">
            <a:avLst/>
          </a:prstGeom>
        </p:spPr>
        <p:txBody>
          <a:bodyPr wrap="square">
            <a:spAutoFit/>
          </a:bodyPr>
          <a:lstStyle/>
          <a:p>
            <a:r>
              <a:rPr lang="fr-FR" sz="1600" dirty="0">
                <a:solidFill>
                  <a:srgbClr val="002060"/>
                </a:solidFill>
                <a:latin typeface="Source Sans Pro" panose="020B0503030403020204" pitchFamily="34" charset="0"/>
              </a:rPr>
              <a:t>Appui à l’introduction des nouveaux vaccins (R21, RR) et aux AVS</a:t>
            </a:r>
          </a:p>
        </p:txBody>
      </p:sp>
      <p:sp>
        <p:nvSpPr>
          <p:cNvPr id="130" name="Rectangle 129">
            <a:extLst>
              <a:ext uri="{FF2B5EF4-FFF2-40B4-BE49-F238E27FC236}">
                <a16:creationId xmlns:a16="http://schemas.microsoft.com/office/drawing/2014/main" id="{838A5CED-9F16-833F-8391-F91F540F14A7}"/>
              </a:ext>
            </a:extLst>
          </p:cNvPr>
          <p:cNvSpPr/>
          <p:nvPr/>
        </p:nvSpPr>
        <p:spPr>
          <a:xfrm>
            <a:off x="9698525" y="4964953"/>
            <a:ext cx="1962432" cy="1569660"/>
          </a:xfrm>
          <a:prstGeom prst="rect">
            <a:avLst/>
          </a:prstGeom>
        </p:spPr>
        <p:txBody>
          <a:bodyPr wrap="square">
            <a:spAutoFit/>
          </a:bodyPr>
          <a:lstStyle/>
          <a:p>
            <a:r>
              <a:rPr lang="fr-FR" sz="1600" dirty="0">
                <a:solidFill>
                  <a:srgbClr val="002060"/>
                </a:solidFill>
                <a:latin typeface="Source Sans Pro" panose="020B0503030403020204" pitchFamily="34" charset="0"/>
              </a:rPr>
              <a:t>Soutien à la gestion du programme (Coordination technique et stratégique, Suivi-Évaluation, GTCV)</a:t>
            </a:r>
            <a:endParaRPr lang="en-US" sz="1600" dirty="0">
              <a:solidFill>
                <a:srgbClr val="002060"/>
              </a:solidFill>
              <a:latin typeface="Source Sans Pro" panose="020B0503030403020204" pitchFamily="34" charset="0"/>
            </a:endParaRPr>
          </a:p>
        </p:txBody>
      </p:sp>
      <p:pic>
        <p:nvPicPr>
          <p:cNvPr id="133" name="Graphic 132">
            <a:extLst>
              <a:ext uri="{FF2B5EF4-FFF2-40B4-BE49-F238E27FC236}">
                <a16:creationId xmlns:a16="http://schemas.microsoft.com/office/drawing/2014/main" id="{C3DD2E26-0E34-9A0F-A941-EDEFC21CCB6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93749" y="4226313"/>
            <a:ext cx="838922" cy="724828"/>
          </a:xfrm>
          <a:prstGeom prst="rect">
            <a:avLst/>
          </a:prstGeom>
        </p:spPr>
      </p:pic>
      <p:pic>
        <p:nvPicPr>
          <p:cNvPr id="135" name="Graphisme 55">
            <a:extLst>
              <a:ext uri="{FF2B5EF4-FFF2-40B4-BE49-F238E27FC236}">
                <a16:creationId xmlns:a16="http://schemas.microsoft.com/office/drawing/2014/main" id="{857645B7-D29C-62F5-DB9E-E1DE4C94658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78227" y="469617"/>
            <a:ext cx="2581738" cy="2581738"/>
          </a:xfrm>
          <a:prstGeom prst="rect">
            <a:avLst/>
          </a:prstGeom>
        </p:spPr>
      </p:pic>
      <p:pic>
        <p:nvPicPr>
          <p:cNvPr id="136" name="Graphic 135">
            <a:extLst>
              <a:ext uri="{FF2B5EF4-FFF2-40B4-BE49-F238E27FC236}">
                <a16:creationId xmlns:a16="http://schemas.microsoft.com/office/drawing/2014/main" id="{D23D7B6A-C78D-11DA-E6D0-0AADF412ED0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40125" y="4214121"/>
            <a:ext cx="838922" cy="724828"/>
          </a:xfrm>
          <a:prstGeom prst="rect">
            <a:avLst/>
          </a:prstGeom>
        </p:spPr>
      </p:pic>
      <p:pic>
        <p:nvPicPr>
          <p:cNvPr id="168" name="Graphic 167">
            <a:extLst>
              <a:ext uri="{FF2B5EF4-FFF2-40B4-BE49-F238E27FC236}">
                <a16:creationId xmlns:a16="http://schemas.microsoft.com/office/drawing/2014/main" id="{2DDC2102-59C6-EE96-BD49-6283D0C7765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305084" y="4723202"/>
            <a:ext cx="350103" cy="350103"/>
          </a:xfrm>
          <a:prstGeom prst="rect">
            <a:avLst/>
          </a:prstGeom>
        </p:spPr>
      </p:pic>
      <p:grpSp>
        <p:nvGrpSpPr>
          <p:cNvPr id="169" name="Group 168">
            <a:extLst>
              <a:ext uri="{FF2B5EF4-FFF2-40B4-BE49-F238E27FC236}">
                <a16:creationId xmlns:a16="http://schemas.microsoft.com/office/drawing/2014/main" id="{FE3C058C-24C0-57AF-19D4-8E92ACDB8627}"/>
              </a:ext>
            </a:extLst>
          </p:cNvPr>
          <p:cNvGrpSpPr/>
          <p:nvPr/>
        </p:nvGrpSpPr>
        <p:grpSpPr>
          <a:xfrm>
            <a:off x="7965574" y="4075891"/>
            <a:ext cx="695654" cy="782264"/>
            <a:chOff x="5278129" y="28821661"/>
            <a:chExt cx="1067912" cy="1200868"/>
          </a:xfrm>
          <a:solidFill>
            <a:srgbClr val="009ADE"/>
          </a:solidFill>
        </p:grpSpPr>
        <p:sp>
          <p:nvSpPr>
            <p:cNvPr id="170" name="Freeform: Shape 169">
              <a:extLst>
                <a:ext uri="{FF2B5EF4-FFF2-40B4-BE49-F238E27FC236}">
                  <a16:creationId xmlns:a16="http://schemas.microsoft.com/office/drawing/2014/main" id="{378B24C6-93E3-124A-8D9E-0D787E0A9643}"/>
                </a:ext>
              </a:extLst>
            </p:cNvPr>
            <p:cNvSpPr/>
            <p:nvPr/>
          </p:nvSpPr>
          <p:spPr>
            <a:xfrm rot="2535657">
              <a:off x="5278129" y="28821661"/>
              <a:ext cx="1067912" cy="1085786"/>
            </a:xfrm>
            <a:custGeom>
              <a:avLst/>
              <a:gdLst>
                <a:gd name="connsiteX0" fmla="*/ 864281 w 1575682"/>
                <a:gd name="connsiteY0" fmla="*/ 2838 h 1602051"/>
                <a:gd name="connsiteX1" fmla="*/ 1508416 w 1575682"/>
                <a:gd name="connsiteY1" fmla="*/ 182217 h 1602051"/>
                <a:gd name="connsiteX2" fmla="*/ 1512492 w 1575682"/>
                <a:gd name="connsiteY2" fmla="*/ 172025 h 1602051"/>
                <a:gd name="connsiteX3" fmla="*/ 1494147 w 1575682"/>
                <a:gd name="connsiteY3" fmla="*/ 19145 h 1602051"/>
                <a:gd name="connsiteX4" fmla="*/ 1538992 w 1575682"/>
                <a:gd name="connsiteY4" fmla="*/ 15068 h 1602051"/>
                <a:gd name="connsiteX5" fmla="*/ 1575683 w 1575682"/>
                <a:gd name="connsiteY5" fmla="*/ 263753 h 1602051"/>
                <a:gd name="connsiteX6" fmla="*/ 1549184 w 1575682"/>
                <a:gd name="connsiteY6" fmla="*/ 278022 h 1602051"/>
                <a:gd name="connsiteX7" fmla="*/ 1324960 w 1575682"/>
                <a:gd name="connsiteY7" fmla="*/ 310636 h 1602051"/>
                <a:gd name="connsiteX8" fmla="*/ 1310691 w 1575682"/>
                <a:gd name="connsiteY8" fmla="*/ 271907 h 1602051"/>
                <a:gd name="connsiteX9" fmla="*/ 1320883 w 1575682"/>
                <a:gd name="connsiteY9" fmla="*/ 261715 h 1602051"/>
                <a:gd name="connsiteX10" fmla="*/ 1488032 w 1575682"/>
                <a:gd name="connsiteY10" fmla="*/ 233177 h 1602051"/>
                <a:gd name="connsiteX11" fmla="*/ 595213 w 1575682"/>
                <a:gd name="connsiteY11" fmla="*/ 127180 h 1602051"/>
                <a:gd name="connsiteX12" fmla="*/ 59114 w 1575682"/>
                <a:gd name="connsiteY12" fmla="*/ 858966 h 1602051"/>
                <a:gd name="connsiteX13" fmla="*/ 193648 w 1575682"/>
                <a:gd name="connsiteY13" fmla="*/ 1429717 h 1602051"/>
                <a:gd name="connsiteX14" fmla="*/ 301683 w 1575682"/>
                <a:gd name="connsiteY14" fmla="*/ 1574444 h 1602051"/>
                <a:gd name="connsiteX15" fmla="*/ 260915 w 1575682"/>
                <a:gd name="connsiteY15" fmla="*/ 1598905 h 1602051"/>
                <a:gd name="connsiteX16" fmla="*/ 0 w 1575682"/>
                <a:gd name="connsiteY16" fmla="*/ 950694 h 1602051"/>
                <a:gd name="connsiteX17" fmla="*/ 440294 w 1575682"/>
                <a:gd name="connsiteY17" fmla="*/ 147564 h 1602051"/>
                <a:gd name="connsiteX18" fmla="*/ 864281 w 1575682"/>
                <a:gd name="connsiteY18" fmla="*/ 2838 h 160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75682" h="1602051">
                  <a:moveTo>
                    <a:pt x="864281" y="2838"/>
                  </a:moveTo>
                  <a:cubicBezTo>
                    <a:pt x="1101115" y="-14214"/>
                    <a:pt x="1315828" y="45579"/>
                    <a:pt x="1508416" y="182217"/>
                  </a:cubicBezTo>
                  <a:cubicBezTo>
                    <a:pt x="1509773" y="178820"/>
                    <a:pt x="1511135" y="175422"/>
                    <a:pt x="1512492" y="172025"/>
                  </a:cubicBezTo>
                  <a:cubicBezTo>
                    <a:pt x="1502125" y="121422"/>
                    <a:pt x="1496010" y="70463"/>
                    <a:pt x="1494147" y="19145"/>
                  </a:cubicBezTo>
                  <a:cubicBezTo>
                    <a:pt x="1507486" y="4486"/>
                    <a:pt x="1522432" y="3126"/>
                    <a:pt x="1538992" y="15068"/>
                  </a:cubicBezTo>
                  <a:cubicBezTo>
                    <a:pt x="1556110" y="97378"/>
                    <a:pt x="1568341" y="180272"/>
                    <a:pt x="1575683" y="263753"/>
                  </a:cubicBezTo>
                  <a:cubicBezTo>
                    <a:pt x="1569331" y="272997"/>
                    <a:pt x="1560501" y="277754"/>
                    <a:pt x="1549184" y="278022"/>
                  </a:cubicBezTo>
                  <a:cubicBezTo>
                    <a:pt x="1474562" y="291142"/>
                    <a:pt x="1399822" y="302014"/>
                    <a:pt x="1324960" y="310636"/>
                  </a:cubicBezTo>
                  <a:cubicBezTo>
                    <a:pt x="1309500" y="302268"/>
                    <a:pt x="1304747" y="289358"/>
                    <a:pt x="1310691" y="271907"/>
                  </a:cubicBezTo>
                  <a:cubicBezTo>
                    <a:pt x="1314087" y="268509"/>
                    <a:pt x="1317487" y="265112"/>
                    <a:pt x="1320883" y="261715"/>
                  </a:cubicBezTo>
                  <a:cubicBezTo>
                    <a:pt x="1376527" y="251761"/>
                    <a:pt x="1432245" y="242249"/>
                    <a:pt x="1488032" y="233177"/>
                  </a:cubicBezTo>
                  <a:cubicBezTo>
                    <a:pt x="1209582" y="38409"/>
                    <a:pt x="911976" y="3078"/>
                    <a:pt x="595213" y="127180"/>
                  </a:cubicBezTo>
                  <a:cubicBezTo>
                    <a:pt x="285291" y="274154"/>
                    <a:pt x="106592" y="518084"/>
                    <a:pt x="59114" y="858966"/>
                  </a:cubicBezTo>
                  <a:cubicBezTo>
                    <a:pt x="40137" y="1064436"/>
                    <a:pt x="84982" y="1254688"/>
                    <a:pt x="193648" y="1429717"/>
                  </a:cubicBezTo>
                  <a:cubicBezTo>
                    <a:pt x="228148" y="1479157"/>
                    <a:pt x="264160" y="1527398"/>
                    <a:pt x="301683" y="1574444"/>
                  </a:cubicBezTo>
                  <a:cubicBezTo>
                    <a:pt x="298281" y="1599064"/>
                    <a:pt x="284691" y="1607217"/>
                    <a:pt x="260915" y="1598905"/>
                  </a:cubicBezTo>
                  <a:cubicBezTo>
                    <a:pt x="90949" y="1417736"/>
                    <a:pt x="3977" y="1201665"/>
                    <a:pt x="0" y="950694"/>
                  </a:cubicBezTo>
                  <a:cubicBezTo>
                    <a:pt x="10886" y="606738"/>
                    <a:pt x="157651" y="339027"/>
                    <a:pt x="440294" y="147564"/>
                  </a:cubicBezTo>
                  <a:cubicBezTo>
                    <a:pt x="571001" y="67080"/>
                    <a:pt x="712331" y="18838"/>
                    <a:pt x="864281" y="2838"/>
                  </a:cubicBezTo>
                  <a:close/>
                </a:path>
              </a:pathLst>
            </a:custGeom>
            <a:grpFill/>
            <a:ln w="4074"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69DEB635-3073-641B-6DEF-E0DDB9FBBA0F}"/>
                </a:ext>
              </a:extLst>
            </p:cNvPr>
            <p:cNvSpPr/>
            <p:nvPr/>
          </p:nvSpPr>
          <p:spPr>
            <a:xfrm>
              <a:off x="5818883" y="29318773"/>
              <a:ext cx="450733" cy="450740"/>
            </a:xfrm>
            <a:custGeom>
              <a:avLst/>
              <a:gdLst>
                <a:gd name="connsiteX0" fmla="*/ 368812 w 660010"/>
                <a:gd name="connsiteY0" fmla="*/ 400057 h 660019"/>
                <a:gd name="connsiteX1" fmla="*/ 365854 w 660010"/>
                <a:gd name="connsiteY1" fmla="*/ 396366 h 660019"/>
                <a:gd name="connsiteX2" fmla="*/ 366588 w 660010"/>
                <a:gd name="connsiteY2" fmla="*/ 388250 h 660019"/>
                <a:gd name="connsiteX3" fmla="*/ 361405 w 660010"/>
                <a:gd name="connsiteY3" fmla="*/ 389741 h 660019"/>
                <a:gd name="connsiteX4" fmla="*/ 579322 w 660010"/>
                <a:gd name="connsiteY4" fmla="*/ 172868 h 660019"/>
                <a:gd name="connsiteX5" fmla="*/ 584495 w 660010"/>
                <a:gd name="connsiteY5" fmla="*/ 165485 h 660019"/>
                <a:gd name="connsiteX6" fmla="*/ 513581 w 660010"/>
                <a:gd name="connsiteY6" fmla="*/ 92469 h 660019"/>
                <a:gd name="connsiteX7" fmla="*/ 493639 w 660010"/>
                <a:gd name="connsiteY7" fmla="*/ 75505 h 660019"/>
                <a:gd name="connsiteX8" fmla="*/ 470747 w 660010"/>
                <a:gd name="connsiteY8" fmla="*/ 97627 h 660019"/>
                <a:gd name="connsiteX9" fmla="*/ 517275 w 660010"/>
                <a:gd name="connsiteY9" fmla="*/ 144830 h 660019"/>
                <a:gd name="connsiteX10" fmla="*/ 511366 w 660010"/>
                <a:gd name="connsiteY10" fmla="*/ 155170 h 660019"/>
                <a:gd name="connsiteX11" fmla="*/ 503241 w 660010"/>
                <a:gd name="connsiteY11" fmla="*/ 149988 h 660019"/>
                <a:gd name="connsiteX12" fmla="*/ 460406 w 660010"/>
                <a:gd name="connsiteY12" fmla="*/ 107943 h 660019"/>
                <a:gd name="connsiteX13" fmla="*/ 438235 w 660010"/>
                <a:gd name="connsiteY13" fmla="*/ 130823 h 660019"/>
                <a:gd name="connsiteX14" fmla="*/ 461140 w 660010"/>
                <a:gd name="connsiteY14" fmla="*/ 153679 h 660019"/>
                <a:gd name="connsiteX15" fmla="*/ 451533 w 660010"/>
                <a:gd name="connsiteY15" fmla="*/ 164752 h 660019"/>
                <a:gd name="connsiteX16" fmla="*/ 427895 w 660010"/>
                <a:gd name="connsiteY16" fmla="*/ 140405 h 660019"/>
                <a:gd name="connsiteX17" fmla="*/ 404257 w 660010"/>
                <a:gd name="connsiteY17" fmla="*/ 164752 h 660019"/>
                <a:gd name="connsiteX18" fmla="*/ 450800 w 660010"/>
                <a:gd name="connsiteY18" fmla="*/ 211222 h 660019"/>
                <a:gd name="connsiteX19" fmla="*/ 441193 w 660010"/>
                <a:gd name="connsiteY19" fmla="*/ 220804 h 660019"/>
                <a:gd name="connsiteX20" fmla="*/ 393917 w 660010"/>
                <a:gd name="connsiteY20" fmla="*/ 174334 h 660019"/>
                <a:gd name="connsiteX21" fmla="*/ 370279 w 660010"/>
                <a:gd name="connsiteY21" fmla="*/ 197215 h 660019"/>
                <a:gd name="connsiteX22" fmla="*/ 394650 w 660010"/>
                <a:gd name="connsiteY22" fmla="*/ 221537 h 660019"/>
                <a:gd name="connsiteX23" fmla="*/ 385043 w 660010"/>
                <a:gd name="connsiteY23" fmla="*/ 231144 h 660019"/>
                <a:gd name="connsiteX24" fmla="*/ 360672 w 660010"/>
                <a:gd name="connsiteY24" fmla="*/ 208264 h 660019"/>
                <a:gd name="connsiteX25" fmla="*/ 337768 w 660010"/>
                <a:gd name="connsiteY25" fmla="*/ 231144 h 660019"/>
                <a:gd name="connsiteX26" fmla="*/ 384310 w 660010"/>
                <a:gd name="connsiteY26" fmla="*/ 279080 h 660019"/>
                <a:gd name="connsiteX27" fmla="*/ 373237 w 660010"/>
                <a:gd name="connsiteY27" fmla="*/ 287196 h 660019"/>
                <a:gd name="connsiteX28" fmla="*/ 327427 w 660010"/>
                <a:gd name="connsiteY28" fmla="*/ 240726 h 660019"/>
                <a:gd name="connsiteX29" fmla="*/ 305280 w 660010"/>
                <a:gd name="connsiteY29" fmla="*/ 263582 h 660019"/>
                <a:gd name="connsiteX30" fmla="*/ 328185 w 660010"/>
                <a:gd name="connsiteY30" fmla="*/ 289420 h 660019"/>
                <a:gd name="connsiteX31" fmla="*/ 318578 w 660010"/>
                <a:gd name="connsiteY31" fmla="*/ 297536 h 660019"/>
                <a:gd name="connsiteX32" fmla="*/ 294207 w 660010"/>
                <a:gd name="connsiteY32" fmla="*/ 274656 h 660019"/>
                <a:gd name="connsiteX33" fmla="*/ 272036 w 660010"/>
                <a:gd name="connsiteY33" fmla="*/ 295311 h 660019"/>
                <a:gd name="connsiteX34" fmla="*/ 272036 w 660010"/>
                <a:gd name="connsiteY34" fmla="*/ 299736 h 660019"/>
                <a:gd name="connsiteX35" fmla="*/ 317087 w 660010"/>
                <a:gd name="connsiteY35" fmla="*/ 345472 h 660019"/>
                <a:gd name="connsiteX36" fmla="*/ 317087 w 660010"/>
                <a:gd name="connsiteY36" fmla="*/ 352854 h 660019"/>
                <a:gd name="connsiteX37" fmla="*/ 306747 w 660010"/>
                <a:gd name="connsiteY37" fmla="*/ 354321 h 660019"/>
                <a:gd name="connsiteX38" fmla="*/ 260229 w 660010"/>
                <a:gd name="connsiteY38" fmla="*/ 308585 h 660019"/>
                <a:gd name="connsiteX39" fmla="*/ 237324 w 660010"/>
                <a:gd name="connsiteY39" fmla="*/ 330708 h 660019"/>
                <a:gd name="connsiteX40" fmla="*/ 260229 w 660010"/>
                <a:gd name="connsiteY40" fmla="*/ 354321 h 660019"/>
                <a:gd name="connsiteX41" fmla="*/ 252089 w 660010"/>
                <a:gd name="connsiteY41" fmla="*/ 365395 h 660019"/>
                <a:gd name="connsiteX42" fmla="*/ 226984 w 660010"/>
                <a:gd name="connsiteY42" fmla="*/ 341048 h 660019"/>
                <a:gd name="connsiteX43" fmla="*/ 201855 w 660010"/>
                <a:gd name="connsiteY43" fmla="*/ 366128 h 660019"/>
                <a:gd name="connsiteX44" fmla="*/ 248398 w 660010"/>
                <a:gd name="connsiteY44" fmla="*/ 413331 h 660019"/>
                <a:gd name="connsiteX45" fmla="*/ 238791 w 660010"/>
                <a:gd name="connsiteY45" fmla="*/ 422913 h 660019"/>
                <a:gd name="connsiteX46" fmla="*/ 191515 w 660010"/>
                <a:gd name="connsiteY46" fmla="*/ 376444 h 660019"/>
                <a:gd name="connsiteX47" fmla="*/ 168635 w 660010"/>
                <a:gd name="connsiteY47" fmla="*/ 398590 h 660019"/>
                <a:gd name="connsiteX48" fmla="*/ 168635 w 660010"/>
                <a:gd name="connsiteY48" fmla="*/ 403015 h 660019"/>
                <a:gd name="connsiteX49" fmla="*/ 258738 w 660010"/>
                <a:gd name="connsiteY49" fmla="*/ 491529 h 660019"/>
                <a:gd name="connsiteX50" fmla="*/ 283867 w 660010"/>
                <a:gd name="connsiteY50" fmla="*/ 467916 h 660019"/>
                <a:gd name="connsiteX51" fmla="*/ 286067 w 660010"/>
                <a:gd name="connsiteY51" fmla="*/ 413331 h 660019"/>
                <a:gd name="connsiteX52" fmla="*/ 286800 w 660010"/>
                <a:gd name="connsiteY52" fmla="*/ 462025 h 660019"/>
                <a:gd name="connsiteX53" fmla="*/ 289025 w 660010"/>
                <a:gd name="connsiteY53" fmla="*/ 474565 h 660019"/>
                <a:gd name="connsiteX54" fmla="*/ 281642 w 660010"/>
                <a:gd name="connsiteY54" fmla="*/ 480456 h 660019"/>
                <a:gd name="connsiteX55" fmla="*/ 283867 w 660010"/>
                <a:gd name="connsiteY55" fmla="*/ 482680 h 660019"/>
                <a:gd name="connsiteX56" fmla="*/ 290516 w 660010"/>
                <a:gd name="connsiteY56" fmla="*/ 478256 h 660019"/>
                <a:gd name="connsiteX57" fmla="*/ 260962 w 660010"/>
                <a:gd name="connsiteY57" fmla="*/ 508494 h 660019"/>
                <a:gd name="connsiteX58" fmla="*/ 255046 w 660010"/>
                <a:gd name="connsiteY58" fmla="*/ 508494 h 660019"/>
                <a:gd name="connsiteX59" fmla="*/ 224760 w 660010"/>
                <a:gd name="connsiteY59" fmla="*/ 479723 h 660019"/>
                <a:gd name="connsiteX60" fmla="*/ 166410 w 660010"/>
                <a:gd name="connsiteY60" fmla="*/ 536532 h 660019"/>
                <a:gd name="connsiteX61" fmla="*/ 157537 w 660010"/>
                <a:gd name="connsiteY61" fmla="*/ 536532 h 660019"/>
                <a:gd name="connsiteX62" fmla="*/ 147197 w 660010"/>
                <a:gd name="connsiteY62" fmla="*/ 526192 h 660019"/>
                <a:gd name="connsiteX63" fmla="*/ 142772 w 660010"/>
                <a:gd name="connsiteY63" fmla="*/ 526192 h 660019"/>
                <a:gd name="connsiteX64" fmla="*/ 11284 w 660010"/>
                <a:gd name="connsiteY64" fmla="*/ 658976 h 660019"/>
                <a:gd name="connsiteX65" fmla="*/ 1678 w 660010"/>
                <a:gd name="connsiteY65" fmla="*/ 649369 h 660019"/>
                <a:gd name="connsiteX66" fmla="*/ 133165 w 660010"/>
                <a:gd name="connsiteY66" fmla="*/ 516610 h 660019"/>
                <a:gd name="connsiteX67" fmla="*/ 133165 w 660010"/>
                <a:gd name="connsiteY67" fmla="*/ 512185 h 660019"/>
                <a:gd name="connsiteX68" fmla="*/ 128741 w 660010"/>
                <a:gd name="connsiteY68" fmla="*/ 506269 h 660019"/>
                <a:gd name="connsiteX69" fmla="*/ 119868 w 660010"/>
                <a:gd name="connsiteY69" fmla="*/ 490038 h 660019"/>
                <a:gd name="connsiteX70" fmla="*/ 176750 w 660010"/>
                <a:gd name="connsiteY70" fmla="*/ 431786 h 660019"/>
                <a:gd name="connsiteX71" fmla="*/ 150888 w 660010"/>
                <a:gd name="connsiteY71" fmla="*/ 404482 h 660019"/>
                <a:gd name="connsiteX72" fmla="*/ 150888 w 660010"/>
                <a:gd name="connsiteY72" fmla="*/ 398590 h 660019"/>
                <a:gd name="connsiteX73" fmla="*/ 482553 w 660010"/>
                <a:gd name="connsiteY73" fmla="*/ 66656 h 660019"/>
                <a:gd name="connsiteX74" fmla="*/ 483297 w 660010"/>
                <a:gd name="connsiteY74" fmla="*/ 62206 h 660019"/>
                <a:gd name="connsiteX75" fmla="*/ 455224 w 660010"/>
                <a:gd name="connsiteY75" fmla="*/ 35660 h 660019"/>
                <a:gd name="connsiteX76" fmla="*/ 463364 w 660010"/>
                <a:gd name="connsiteY76" fmla="*/ 24586 h 660019"/>
                <a:gd name="connsiteX77" fmla="*/ 526879 w 660010"/>
                <a:gd name="connsiteY77" fmla="*/ 85820 h 660019"/>
                <a:gd name="connsiteX78" fmla="*/ 580063 w 660010"/>
                <a:gd name="connsiteY78" fmla="*/ 32702 h 660019"/>
                <a:gd name="connsiteX79" fmla="*/ 557163 w 660010"/>
                <a:gd name="connsiteY79" fmla="*/ 9113 h 660019"/>
                <a:gd name="connsiteX80" fmla="*/ 566765 w 660010"/>
                <a:gd name="connsiteY80" fmla="*/ -494 h 660019"/>
                <a:gd name="connsiteX81" fmla="*/ 660577 w 660010"/>
                <a:gd name="connsiteY81" fmla="*/ 93203 h 660019"/>
                <a:gd name="connsiteX82" fmla="*/ 652451 w 660010"/>
                <a:gd name="connsiteY82" fmla="*/ 104252 h 660019"/>
                <a:gd name="connsiteX83" fmla="*/ 633247 w 660010"/>
                <a:gd name="connsiteY83" fmla="*/ 85087 h 660019"/>
                <a:gd name="connsiteX84" fmla="*/ 628816 w 660010"/>
                <a:gd name="connsiteY84" fmla="*/ 85087 h 660019"/>
                <a:gd name="connsiteX85" fmla="*/ 578584 w 660010"/>
                <a:gd name="connsiteY85" fmla="*/ 136714 h 660019"/>
                <a:gd name="connsiteX86" fmla="*/ 636939 w 660010"/>
                <a:gd name="connsiteY86" fmla="*/ 196457 h 660019"/>
                <a:gd name="connsiteX87" fmla="*/ 636200 w 660010"/>
                <a:gd name="connsiteY87" fmla="*/ 203839 h 660019"/>
                <a:gd name="connsiteX88" fmla="*/ 625860 w 660010"/>
                <a:gd name="connsiteY88" fmla="*/ 205330 h 660019"/>
                <a:gd name="connsiteX89" fmla="*/ 597790 w 660010"/>
                <a:gd name="connsiteY89" fmla="*/ 177292 h 660019"/>
                <a:gd name="connsiteX90" fmla="*/ 593359 w 660010"/>
                <a:gd name="connsiteY90" fmla="*/ 176559 h 660019"/>
                <a:gd name="connsiteX91" fmla="*/ 376194 w 660010"/>
                <a:gd name="connsiteY91" fmla="*/ 394899 h 660019"/>
                <a:gd name="connsiteX92" fmla="*/ 368812 w 660010"/>
                <a:gd name="connsiteY92" fmla="*/ 400057 h 66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60010" h="660019">
                  <a:moveTo>
                    <a:pt x="368812" y="400057"/>
                  </a:moveTo>
                  <a:cubicBezTo>
                    <a:pt x="368128" y="398639"/>
                    <a:pt x="367150" y="397417"/>
                    <a:pt x="365854" y="396366"/>
                  </a:cubicBezTo>
                  <a:cubicBezTo>
                    <a:pt x="366099" y="393677"/>
                    <a:pt x="366343" y="390964"/>
                    <a:pt x="366588" y="388250"/>
                  </a:cubicBezTo>
                  <a:cubicBezTo>
                    <a:pt x="365097" y="389497"/>
                    <a:pt x="363361" y="389986"/>
                    <a:pt x="361405" y="389741"/>
                  </a:cubicBezTo>
                  <a:cubicBezTo>
                    <a:pt x="433517" y="316970"/>
                    <a:pt x="506147" y="244662"/>
                    <a:pt x="579322" y="172868"/>
                  </a:cubicBezTo>
                  <a:cubicBezTo>
                    <a:pt x="581334" y="170619"/>
                    <a:pt x="583058" y="168150"/>
                    <a:pt x="584495" y="165485"/>
                  </a:cubicBezTo>
                  <a:cubicBezTo>
                    <a:pt x="561461" y="140283"/>
                    <a:pt x="537823" y="115936"/>
                    <a:pt x="513581" y="92469"/>
                  </a:cubicBezTo>
                  <a:cubicBezTo>
                    <a:pt x="506917" y="86774"/>
                    <a:pt x="500271" y="81127"/>
                    <a:pt x="493639" y="75505"/>
                  </a:cubicBezTo>
                  <a:cubicBezTo>
                    <a:pt x="485311" y="82080"/>
                    <a:pt x="477689" y="89462"/>
                    <a:pt x="470747" y="97627"/>
                  </a:cubicBezTo>
                  <a:cubicBezTo>
                    <a:pt x="485983" y="113589"/>
                    <a:pt x="501495" y="129332"/>
                    <a:pt x="517275" y="144830"/>
                  </a:cubicBezTo>
                  <a:cubicBezTo>
                    <a:pt x="519367" y="150746"/>
                    <a:pt x="517397" y="154192"/>
                    <a:pt x="511366" y="155170"/>
                  </a:cubicBezTo>
                  <a:cubicBezTo>
                    <a:pt x="508526" y="153703"/>
                    <a:pt x="505817" y="151968"/>
                    <a:pt x="503241" y="149988"/>
                  </a:cubicBezTo>
                  <a:cubicBezTo>
                    <a:pt x="490165" y="134734"/>
                    <a:pt x="475880" y="120703"/>
                    <a:pt x="460406" y="107943"/>
                  </a:cubicBezTo>
                  <a:cubicBezTo>
                    <a:pt x="452217" y="114885"/>
                    <a:pt x="444835" y="122512"/>
                    <a:pt x="438235" y="130823"/>
                  </a:cubicBezTo>
                  <a:cubicBezTo>
                    <a:pt x="445055" y="139256"/>
                    <a:pt x="452682" y="146883"/>
                    <a:pt x="461140" y="153679"/>
                  </a:cubicBezTo>
                  <a:cubicBezTo>
                    <a:pt x="463609" y="162528"/>
                    <a:pt x="460406" y="166219"/>
                    <a:pt x="451533" y="164752"/>
                  </a:cubicBezTo>
                  <a:cubicBezTo>
                    <a:pt x="443955" y="156294"/>
                    <a:pt x="436060" y="148179"/>
                    <a:pt x="427895" y="140405"/>
                  </a:cubicBezTo>
                  <a:cubicBezTo>
                    <a:pt x="419242" y="147836"/>
                    <a:pt x="411346" y="155952"/>
                    <a:pt x="404257" y="164752"/>
                  </a:cubicBezTo>
                  <a:cubicBezTo>
                    <a:pt x="418948" y="181032"/>
                    <a:pt x="434446" y="196530"/>
                    <a:pt x="450800" y="211222"/>
                  </a:cubicBezTo>
                  <a:cubicBezTo>
                    <a:pt x="452511" y="219337"/>
                    <a:pt x="449308" y="222540"/>
                    <a:pt x="441193" y="220804"/>
                  </a:cubicBezTo>
                  <a:cubicBezTo>
                    <a:pt x="425671" y="205062"/>
                    <a:pt x="409904" y="189564"/>
                    <a:pt x="393917" y="174334"/>
                  </a:cubicBezTo>
                  <a:cubicBezTo>
                    <a:pt x="385826" y="181692"/>
                    <a:pt x="377930" y="189319"/>
                    <a:pt x="370279" y="197215"/>
                  </a:cubicBezTo>
                  <a:cubicBezTo>
                    <a:pt x="378395" y="205330"/>
                    <a:pt x="386535" y="213446"/>
                    <a:pt x="394650" y="221537"/>
                  </a:cubicBezTo>
                  <a:cubicBezTo>
                    <a:pt x="396386" y="229653"/>
                    <a:pt x="393183" y="232855"/>
                    <a:pt x="385043" y="231144"/>
                  </a:cubicBezTo>
                  <a:cubicBezTo>
                    <a:pt x="377368" y="222955"/>
                    <a:pt x="369228" y="215328"/>
                    <a:pt x="360672" y="208264"/>
                  </a:cubicBezTo>
                  <a:cubicBezTo>
                    <a:pt x="352068" y="214913"/>
                    <a:pt x="344416" y="222540"/>
                    <a:pt x="337768" y="231144"/>
                  </a:cubicBezTo>
                  <a:cubicBezTo>
                    <a:pt x="352752" y="247571"/>
                    <a:pt x="368274" y="263558"/>
                    <a:pt x="384310" y="279080"/>
                  </a:cubicBezTo>
                  <a:cubicBezTo>
                    <a:pt x="385043" y="287196"/>
                    <a:pt x="381328" y="289885"/>
                    <a:pt x="373237" y="287196"/>
                  </a:cubicBezTo>
                  <a:cubicBezTo>
                    <a:pt x="357788" y="271796"/>
                    <a:pt x="342510" y="256298"/>
                    <a:pt x="327427" y="240726"/>
                  </a:cubicBezTo>
                  <a:cubicBezTo>
                    <a:pt x="319263" y="247644"/>
                    <a:pt x="311880" y="255271"/>
                    <a:pt x="305280" y="263582"/>
                  </a:cubicBezTo>
                  <a:cubicBezTo>
                    <a:pt x="311880" y="273140"/>
                    <a:pt x="319507" y="281745"/>
                    <a:pt x="328185" y="289420"/>
                  </a:cubicBezTo>
                  <a:cubicBezTo>
                    <a:pt x="329163" y="296778"/>
                    <a:pt x="325961" y="299492"/>
                    <a:pt x="318578" y="297536"/>
                  </a:cubicBezTo>
                  <a:cubicBezTo>
                    <a:pt x="310878" y="289347"/>
                    <a:pt x="302763" y="281720"/>
                    <a:pt x="294207" y="274656"/>
                  </a:cubicBezTo>
                  <a:cubicBezTo>
                    <a:pt x="286385" y="280987"/>
                    <a:pt x="279002" y="287880"/>
                    <a:pt x="272036" y="295311"/>
                  </a:cubicBezTo>
                  <a:cubicBezTo>
                    <a:pt x="271058" y="296778"/>
                    <a:pt x="271058" y="298269"/>
                    <a:pt x="272036" y="299736"/>
                  </a:cubicBezTo>
                  <a:cubicBezTo>
                    <a:pt x="287094" y="315112"/>
                    <a:pt x="302103" y="330365"/>
                    <a:pt x="317087" y="345472"/>
                  </a:cubicBezTo>
                  <a:cubicBezTo>
                    <a:pt x="318847" y="347965"/>
                    <a:pt x="318847" y="350434"/>
                    <a:pt x="317087" y="352854"/>
                  </a:cubicBezTo>
                  <a:cubicBezTo>
                    <a:pt x="313983" y="355837"/>
                    <a:pt x="310536" y="356326"/>
                    <a:pt x="306747" y="354321"/>
                  </a:cubicBezTo>
                  <a:cubicBezTo>
                    <a:pt x="291934" y="338310"/>
                    <a:pt x="276436" y="323056"/>
                    <a:pt x="260229" y="308585"/>
                  </a:cubicBezTo>
                  <a:cubicBezTo>
                    <a:pt x="251893" y="315185"/>
                    <a:pt x="244267" y="322567"/>
                    <a:pt x="237324" y="330708"/>
                  </a:cubicBezTo>
                  <a:cubicBezTo>
                    <a:pt x="244682" y="338823"/>
                    <a:pt x="252309" y="346670"/>
                    <a:pt x="260229" y="354321"/>
                  </a:cubicBezTo>
                  <a:cubicBezTo>
                    <a:pt x="262918" y="362412"/>
                    <a:pt x="260205" y="366104"/>
                    <a:pt x="252089" y="365395"/>
                  </a:cubicBezTo>
                  <a:cubicBezTo>
                    <a:pt x="243949" y="357010"/>
                    <a:pt x="235564" y="348894"/>
                    <a:pt x="226984" y="341048"/>
                  </a:cubicBezTo>
                  <a:cubicBezTo>
                    <a:pt x="218111" y="348919"/>
                    <a:pt x="209751" y="357279"/>
                    <a:pt x="201855" y="366128"/>
                  </a:cubicBezTo>
                  <a:cubicBezTo>
                    <a:pt x="217109" y="382090"/>
                    <a:pt x="232631" y="397833"/>
                    <a:pt x="248398" y="413331"/>
                  </a:cubicBezTo>
                  <a:cubicBezTo>
                    <a:pt x="250133" y="421446"/>
                    <a:pt x="246931" y="424648"/>
                    <a:pt x="238791" y="422913"/>
                  </a:cubicBezTo>
                  <a:cubicBezTo>
                    <a:pt x="223268" y="407170"/>
                    <a:pt x="207502" y="391673"/>
                    <a:pt x="191515" y="376444"/>
                  </a:cubicBezTo>
                  <a:cubicBezTo>
                    <a:pt x="183668" y="383557"/>
                    <a:pt x="176041" y="390939"/>
                    <a:pt x="168635" y="398590"/>
                  </a:cubicBezTo>
                  <a:cubicBezTo>
                    <a:pt x="167633" y="400057"/>
                    <a:pt x="167633" y="401524"/>
                    <a:pt x="168635" y="403015"/>
                  </a:cubicBezTo>
                  <a:cubicBezTo>
                    <a:pt x="198237" y="433058"/>
                    <a:pt x="228280" y="462562"/>
                    <a:pt x="258738" y="491529"/>
                  </a:cubicBezTo>
                  <a:cubicBezTo>
                    <a:pt x="267098" y="483707"/>
                    <a:pt x="275483" y="475836"/>
                    <a:pt x="283867" y="467916"/>
                  </a:cubicBezTo>
                  <a:cubicBezTo>
                    <a:pt x="284111" y="449460"/>
                    <a:pt x="284845" y="431273"/>
                    <a:pt x="286067" y="413331"/>
                  </a:cubicBezTo>
                  <a:cubicBezTo>
                    <a:pt x="285823" y="429562"/>
                    <a:pt x="286067" y="445793"/>
                    <a:pt x="286800" y="462025"/>
                  </a:cubicBezTo>
                  <a:cubicBezTo>
                    <a:pt x="288952" y="466278"/>
                    <a:pt x="289685" y="470458"/>
                    <a:pt x="289025" y="474565"/>
                  </a:cubicBezTo>
                  <a:cubicBezTo>
                    <a:pt x="286140" y="475958"/>
                    <a:pt x="283671" y="477938"/>
                    <a:pt x="281642" y="480456"/>
                  </a:cubicBezTo>
                  <a:cubicBezTo>
                    <a:pt x="282376" y="481189"/>
                    <a:pt x="283109" y="481947"/>
                    <a:pt x="283867" y="482680"/>
                  </a:cubicBezTo>
                  <a:cubicBezTo>
                    <a:pt x="285089" y="478598"/>
                    <a:pt x="287314" y="477131"/>
                    <a:pt x="290516" y="478256"/>
                  </a:cubicBezTo>
                  <a:cubicBezTo>
                    <a:pt x="281056" y="488425"/>
                    <a:pt x="271229" y="498496"/>
                    <a:pt x="260962" y="508494"/>
                  </a:cubicBezTo>
                  <a:cubicBezTo>
                    <a:pt x="258982" y="509472"/>
                    <a:pt x="257027" y="509472"/>
                    <a:pt x="255046" y="508494"/>
                  </a:cubicBezTo>
                  <a:cubicBezTo>
                    <a:pt x="245342" y="498374"/>
                    <a:pt x="235246" y="488791"/>
                    <a:pt x="224760" y="479723"/>
                  </a:cubicBezTo>
                  <a:cubicBezTo>
                    <a:pt x="204886" y="498105"/>
                    <a:pt x="185428" y="517025"/>
                    <a:pt x="166410" y="536532"/>
                  </a:cubicBezTo>
                  <a:cubicBezTo>
                    <a:pt x="163452" y="537510"/>
                    <a:pt x="160495" y="537510"/>
                    <a:pt x="157537" y="536532"/>
                  </a:cubicBezTo>
                  <a:cubicBezTo>
                    <a:pt x="155092" y="532108"/>
                    <a:pt x="151646" y="528661"/>
                    <a:pt x="147197" y="526192"/>
                  </a:cubicBezTo>
                  <a:cubicBezTo>
                    <a:pt x="145730" y="525214"/>
                    <a:pt x="144239" y="525214"/>
                    <a:pt x="142772" y="526192"/>
                  </a:cubicBezTo>
                  <a:cubicBezTo>
                    <a:pt x="98405" y="569997"/>
                    <a:pt x="54576" y="614266"/>
                    <a:pt x="11284" y="658976"/>
                  </a:cubicBezTo>
                  <a:cubicBezTo>
                    <a:pt x="4146" y="659709"/>
                    <a:pt x="944" y="656507"/>
                    <a:pt x="1678" y="649369"/>
                  </a:cubicBezTo>
                  <a:cubicBezTo>
                    <a:pt x="44847" y="604782"/>
                    <a:pt x="88676" y="560537"/>
                    <a:pt x="133165" y="516610"/>
                  </a:cubicBezTo>
                  <a:cubicBezTo>
                    <a:pt x="134143" y="515118"/>
                    <a:pt x="134143" y="513652"/>
                    <a:pt x="133165" y="512185"/>
                  </a:cubicBezTo>
                  <a:cubicBezTo>
                    <a:pt x="131112" y="510621"/>
                    <a:pt x="129645" y="508665"/>
                    <a:pt x="128741" y="506269"/>
                  </a:cubicBezTo>
                  <a:cubicBezTo>
                    <a:pt x="121188" y="503214"/>
                    <a:pt x="118230" y="497787"/>
                    <a:pt x="119868" y="490038"/>
                  </a:cubicBezTo>
                  <a:cubicBezTo>
                    <a:pt x="139374" y="471069"/>
                    <a:pt x="158343" y="451636"/>
                    <a:pt x="176750" y="431786"/>
                  </a:cubicBezTo>
                  <a:cubicBezTo>
                    <a:pt x="168659" y="422277"/>
                    <a:pt x="160030" y="413184"/>
                    <a:pt x="150888" y="404482"/>
                  </a:cubicBezTo>
                  <a:cubicBezTo>
                    <a:pt x="149910" y="402526"/>
                    <a:pt x="149910" y="400546"/>
                    <a:pt x="150888" y="398590"/>
                  </a:cubicBezTo>
                  <a:cubicBezTo>
                    <a:pt x="260620" y="287294"/>
                    <a:pt x="371159" y="176657"/>
                    <a:pt x="482553" y="66656"/>
                  </a:cubicBezTo>
                  <a:cubicBezTo>
                    <a:pt x="484157" y="65360"/>
                    <a:pt x="484404" y="63893"/>
                    <a:pt x="483297" y="62206"/>
                  </a:cubicBezTo>
                  <a:cubicBezTo>
                    <a:pt x="473411" y="53822"/>
                    <a:pt x="464049" y="44973"/>
                    <a:pt x="455224" y="35660"/>
                  </a:cubicBezTo>
                  <a:cubicBezTo>
                    <a:pt x="451142" y="26957"/>
                    <a:pt x="453855" y="23266"/>
                    <a:pt x="463364" y="24586"/>
                  </a:cubicBezTo>
                  <a:cubicBezTo>
                    <a:pt x="483971" y="45927"/>
                    <a:pt x="505148" y="66338"/>
                    <a:pt x="526879" y="85820"/>
                  </a:cubicBezTo>
                  <a:cubicBezTo>
                    <a:pt x="545019" y="68684"/>
                    <a:pt x="562747" y="50986"/>
                    <a:pt x="580063" y="32702"/>
                  </a:cubicBezTo>
                  <a:cubicBezTo>
                    <a:pt x="572698" y="24610"/>
                    <a:pt x="565064" y="16739"/>
                    <a:pt x="557163" y="9113"/>
                  </a:cubicBezTo>
                  <a:cubicBezTo>
                    <a:pt x="555440" y="997"/>
                    <a:pt x="558640" y="-2205"/>
                    <a:pt x="566765" y="-494"/>
                  </a:cubicBezTo>
                  <a:cubicBezTo>
                    <a:pt x="598118" y="30820"/>
                    <a:pt x="629385" y="62060"/>
                    <a:pt x="660577" y="93203"/>
                  </a:cubicBezTo>
                  <a:cubicBezTo>
                    <a:pt x="663273" y="101294"/>
                    <a:pt x="660564" y="104985"/>
                    <a:pt x="652451" y="104252"/>
                  </a:cubicBezTo>
                  <a:cubicBezTo>
                    <a:pt x="646052" y="97872"/>
                    <a:pt x="639647" y="91467"/>
                    <a:pt x="633247" y="85087"/>
                  </a:cubicBezTo>
                  <a:cubicBezTo>
                    <a:pt x="631769" y="84109"/>
                    <a:pt x="630292" y="84109"/>
                    <a:pt x="628816" y="85087"/>
                  </a:cubicBezTo>
                  <a:cubicBezTo>
                    <a:pt x="611516" y="101856"/>
                    <a:pt x="594774" y="119065"/>
                    <a:pt x="578584" y="136714"/>
                  </a:cubicBezTo>
                  <a:cubicBezTo>
                    <a:pt x="596409" y="157957"/>
                    <a:pt x="615860" y="177879"/>
                    <a:pt x="636939" y="196457"/>
                  </a:cubicBezTo>
                  <a:cubicBezTo>
                    <a:pt x="638119" y="199072"/>
                    <a:pt x="637872" y="201517"/>
                    <a:pt x="636200" y="203839"/>
                  </a:cubicBezTo>
                  <a:cubicBezTo>
                    <a:pt x="633101" y="206822"/>
                    <a:pt x="629652" y="207310"/>
                    <a:pt x="625860" y="205330"/>
                  </a:cubicBezTo>
                  <a:cubicBezTo>
                    <a:pt x="615970" y="196433"/>
                    <a:pt x="606615" y="187095"/>
                    <a:pt x="597790" y="177292"/>
                  </a:cubicBezTo>
                  <a:cubicBezTo>
                    <a:pt x="596512" y="175703"/>
                    <a:pt x="595036" y="175459"/>
                    <a:pt x="593359" y="176559"/>
                  </a:cubicBezTo>
                  <a:cubicBezTo>
                    <a:pt x="521088" y="249209"/>
                    <a:pt x="448697" y="322005"/>
                    <a:pt x="376194" y="394899"/>
                  </a:cubicBezTo>
                  <a:cubicBezTo>
                    <a:pt x="373506" y="396366"/>
                    <a:pt x="371037" y="398077"/>
                    <a:pt x="368812" y="400057"/>
                  </a:cubicBezTo>
                  <a:close/>
                </a:path>
              </a:pathLst>
            </a:custGeom>
            <a:grpFill/>
            <a:ln w="2444"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75899BE0-A60A-C3A1-EC7C-3C7071158B0E}"/>
                </a:ext>
              </a:extLst>
            </p:cNvPr>
            <p:cNvSpPr/>
            <p:nvPr/>
          </p:nvSpPr>
          <p:spPr>
            <a:xfrm>
              <a:off x="6067622" y="29594224"/>
              <a:ext cx="73451" cy="1669"/>
            </a:xfrm>
            <a:custGeom>
              <a:avLst/>
              <a:gdLst>
                <a:gd name="connsiteX0" fmla="*/ 3066 w 107556"/>
                <a:gd name="connsiteY0" fmla="*/ -941 h 2444"/>
                <a:gd name="connsiteX1" fmla="*/ 109132 w 107556"/>
                <a:gd name="connsiteY1" fmla="*/ 1357 h 2444"/>
                <a:gd name="connsiteX2" fmla="*/ 1575 w 107556"/>
                <a:gd name="connsiteY2" fmla="*/ 208 h 2444"/>
                <a:gd name="connsiteX3" fmla="*/ 3066 w 107556"/>
                <a:gd name="connsiteY3" fmla="*/ -941 h 2444"/>
              </a:gdLst>
              <a:ahLst/>
              <a:cxnLst>
                <a:cxn ang="0">
                  <a:pos x="connsiteX0" y="connsiteY0"/>
                </a:cxn>
                <a:cxn ang="0">
                  <a:pos x="connsiteX1" y="connsiteY1"/>
                </a:cxn>
                <a:cxn ang="0">
                  <a:pos x="connsiteX2" y="connsiteY2"/>
                </a:cxn>
                <a:cxn ang="0">
                  <a:pos x="connsiteX3" y="connsiteY3"/>
                </a:cxn>
              </a:cxnLst>
              <a:rect l="l" t="t" r="r" b="b"/>
              <a:pathLst>
                <a:path w="107556" h="2444">
                  <a:moveTo>
                    <a:pt x="3066" y="-941"/>
                  </a:moveTo>
                  <a:cubicBezTo>
                    <a:pt x="38413" y="-183"/>
                    <a:pt x="73785" y="599"/>
                    <a:pt x="109132" y="1357"/>
                  </a:cubicBezTo>
                  <a:cubicBezTo>
                    <a:pt x="73271" y="1748"/>
                    <a:pt x="37411" y="1357"/>
                    <a:pt x="1575" y="208"/>
                  </a:cubicBezTo>
                  <a:cubicBezTo>
                    <a:pt x="1770" y="-477"/>
                    <a:pt x="2260" y="-868"/>
                    <a:pt x="3066" y="-941"/>
                  </a:cubicBezTo>
                  <a:close/>
                </a:path>
              </a:pathLst>
            </a:custGeom>
            <a:grpFill/>
            <a:ln w="2444"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FD027929-AD7C-58A9-7FEE-5D1800EDA13E}"/>
                </a:ext>
              </a:extLst>
            </p:cNvPr>
            <p:cNvSpPr/>
            <p:nvPr/>
          </p:nvSpPr>
          <p:spPr>
            <a:xfrm>
              <a:off x="5999177" y="29584208"/>
              <a:ext cx="165268" cy="285463"/>
            </a:xfrm>
            <a:custGeom>
              <a:avLst/>
              <a:gdLst>
                <a:gd name="connsiteX0" fmla="*/ 104023 w 242002"/>
                <a:gd name="connsiteY0" fmla="*/ 10915 h 418004"/>
                <a:gd name="connsiteX1" fmla="*/ 104023 w 242002"/>
                <a:gd name="connsiteY1" fmla="*/ 12406 h 418004"/>
                <a:gd name="connsiteX2" fmla="*/ 102532 w 242002"/>
                <a:gd name="connsiteY2" fmla="*/ 13873 h 418004"/>
                <a:gd name="connsiteX3" fmla="*/ 209428 w 242002"/>
                <a:gd name="connsiteY3" fmla="*/ 15364 h 418004"/>
                <a:gd name="connsiteX4" fmla="*/ 222049 w 242002"/>
                <a:gd name="connsiteY4" fmla="*/ 24262 h 418004"/>
                <a:gd name="connsiteX5" fmla="*/ 222049 w 242002"/>
                <a:gd name="connsiteY5" fmla="*/ 77624 h 418004"/>
                <a:gd name="connsiteX6" fmla="*/ 209428 w 242002"/>
                <a:gd name="connsiteY6" fmla="*/ 86522 h 418004"/>
                <a:gd name="connsiteX7" fmla="*/ 191608 w 242002"/>
                <a:gd name="connsiteY7" fmla="*/ 86522 h 418004"/>
                <a:gd name="connsiteX8" fmla="*/ 193099 w 242002"/>
                <a:gd name="connsiteY8" fmla="*/ 107276 h 418004"/>
                <a:gd name="connsiteX9" fmla="*/ 199039 w 242002"/>
                <a:gd name="connsiteY9" fmla="*/ 116907 h 418004"/>
                <a:gd name="connsiteX10" fmla="*/ 219822 w 242002"/>
                <a:gd name="connsiteY10" fmla="*/ 119865 h 418004"/>
                <a:gd name="connsiteX11" fmla="*/ 243577 w 242002"/>
                <a:gd name="connsiteY11" fmla="*/ 148758 h 418004"/>
                <a:gd name="connsiteX12" fmla="*/ 243577 w 242002"/>
                <a:gd name="connsiteY12" fmla="*/ 335541 h 418004"/>
                <a:gd name="connsiteX13" fmla="*/ 231700 w 242002"/>
                <a:gd name="connsiteY13" fmla="*/ 335541 h 418004"/>
                <a:gd name="connsiteX14" fmla="*/ 230216 w 242002"/>
                <a:gd name="connsiteY14" fmla="*/ 151741 h 418004"/>
                <a:gd name="connsiteX15" fmla="*/ 219822 w 242002"/>
                <a:gd name="connsiteY15" fmla="*/ 136169 h 418004"/>
                <a:gd name="connsiteX16" fmla="*/ 199039 w 242002"/>
                <a:gd name="connsiteY16" fmla="*/ 131721 h 418004"/>
                <a:gd name="connsiteX17" fmla="*/ 178995 w 242002"/>
                <a:gd name="connsiteY17" fmla="*/ 108742 h 418004"/>
                <a:gd name="connsiteX18" fmla="*/ 178261 w 242002"/>
                <a:gd name="connsiteY18" fmla="*/ 87989 h 418004"/>
                <a:gd name="connsiteX19" fmla="*/ 68382 w 242002"/>
                <a:gd name="connsiteY19" fmla="*/ 87989 h 418004"/>
                <a:gd name="connsiteX20" fmla="*/ 50562 w 242002"/>
                <a:gd name="connsiteY20" fmla="*/ 130229 h 418004"/>
                <a:gd name="connsiteX21" fmla="*/ 26826 w 242002"/>
                <a:gd name="connsiteY21" fmla="*/ 134678 h 418004"/>
                <a:gd name="connsiteX22" fmla="*/ 15680 w 242002"/>
                <a:gd name="connsiteY22" fmla="*/ 151741 h 418004"/>
                <a:gd name="connsiteX23" fmla="*/ 15680 w 242002"/>
                <a:gd name="connsiteY23" fmla="*/ 384455 h 418004"/>
                <a:gd name="connsiteX24" fmla="*/ 32742 w 242002"/>
                <a:gd name="connsiteY24" fmla="*/ 403717 h 418004"/>
                <a:gd name="connsiteX25" fmla="*/ 190141 w 242002"/>
                <a:gd name="connsiteY25" fmla="*/ 405208 h 418004"/>
                <a:gd name="connsiteX26" fmla="*/ 190141 w 242002"/>
                <a:gd name="connsiteY26" fmla="*/ 417064 h 418004"/>
                <a:gd name="connsiteX27" fmla="*/ 32742 w 242002"/>
                <a:gd name="connsiteY27" fmla="*/ 417064 h 418004"/>
                <a:gd name="connsiteX28" fmla="*/ 2308 w 242002"/>
                <a:gd name="connsiteY28" fmla="*/ 388903 h 418004"/>
                <a:gd name="connsiteX29" fmla="*/ 2308 w 242002"/>
                <a:gd name="connsiteY29" fmla="*/ 145801 h 418004"/>
                <a:gd name="connsiteX30" fmla="*/ 46847 w 242002"/>
                <a:gd name="connsiteY30" fmla="*/ 116149 h 418004"/>
                <a:gd name="connsiteX31" fmla="*/ 53544 w 242002"/>
                <a:gd name="connsiteY31" fmla="*/ 107276 h 418004"/>
                <a:gd name="connsiteX32" fmla="*/ 55035 w 242002"/>
                <a:gd name="connsiteY32" fmla="*/ 86522 h 418004"/>
                <a:gd name="connsiteX33" fmla="*/ 28293 w 242002"/>
                <a:gd name="connsiteY33" fmla="*/ 87989 h 418004"/>
                <a:gd name="connsiteX34" fmla="*/ 25335 w 242002"/>
                <a:gd name="connsiteY34" fmla="*/ 89480 h 418004"/>
                <a:gd name="connsiteX35" fmla="*/ 18637 w 242002"/>
                <a:gd name="connsiteY35" fmla="*/ 93929 h 418004"/>
                <a:gd name="connsiteX36" fmla="*/ 16413 w 242002"/>
                <a:gd name="connsiteY36" fmla="*/ 91705 h 418004"/>
                <a:gd name="connsiteX37" fmla="*/ 23844 w 242002"/>
                <a:gd name="connsiteY37" fmla="*/ 85764 h 418004"/>
                <a:gd name="connsiteX38" fmla="*/ 21619 w 242002"/>
                <a:gd name="connsiteY38" fmla="*/ 73175 h 418004"/>
                <a:gd name="connsiteX39" fmla="*/ 20886 w 242002"/>
                <a:gd name="connsiteY39" fmla="*/ 24262 h 418004"/>
                <a:gd name="connsiteX40" fmla="*/ 32742 w 242002"/>
                <a:gd name="connsiteY40" fmla="*/ 14630 h 418004"/>
                <a:gd name="connsiteX41" fmla="*/ 83245 w 242002"/>
                <a:gd name="connsiteY41" fmla="*/ 13139 h 418004"/>
                <a:gd name="connsiteX42" fmla="*/ 96591 w 242002"/>
                <a:gd name="connsiteY42" fmla="*/ 550 h 418004"/>
                <a:gd name="connsiteX43" fmla="*/ 101798 w 242002"/>
                <a:gd name="connsiteY43" fmla="*/ -941 h 418004"/>
                <a:gd name="connsiteX44" fmla="*/ 101040 w 242002"/>
                <a:gd name="connsiteY44" fmla="*/ 7223 h 418004"/>
                <a:gd name="connsiteX45" fmla="*/ 104023 w 242002"/>
                <a:gd name="connsiteY45" fmla="*/ 10915 h 41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42002" h="418004">
                  <a:moveTo>
                    <a:pt x="104023" y="10915"/>
                  </a:moveTo>
                  <a:cubicBezTo>
                    <a:pt x="104023" y="11404"/>
                    <a:pt x="104023" y="11917"/>
                    <a:pt x="104023" y="12406"/>
                  </a:cubicBezTo>
                  <a:cubicBezTo>
                    <a:pt x="103216" y="12479"/>
                    <a:pt x="102727" y="12992"/>
                    <a:pt x="102532" y="13873"/>
                  </a:cubicBezTo>
                  <a:cubicBezTo>
                    <a:pt x="138147" y="15364"/>
                    <a:pt x="173788" y="15853"/>
                    <a:pt x="209428" y="15364"/>
                  </a:cubicBezTo>
                  <a:cubicBezTo>
                    <a:pt x="214684" y="16904"/>
                    <a:pt x="218888" y="19886"/>
                    <a:pt x="222049" y="24262"/>
                  </a:cubicBezTo>
                  <a:cubicBezTo>
                    <a:pt x="223039" y="42057"/>
                    <a:pt x="223039" y="59829"/>
                    <a:pt x="222049" y="77624"/>
                  </a:cubicBezTo>
                  <a:cubicBezTo>
                    <a:pt x="218766" y="82171"/>
                    <a:pt x="214562" y="85129"/>
                    <a:pt x="209428" y="86522"/>
                  </a:cubicBezTo>
                  <a:cubicBezTo>
                    <a:pt x="203488" y="86522"/>
                    <a:pt x="197548" y="86522"/>
                    <a:pt x="191608" y="86522"/>
                  </a:cubicBezTo>
                  <a:cubicBezTo>
                    <a:pt x="191143" y="93733"/>
                    <a:pt x="191632" y="100651"/>
                    <a:pt x="193099" y="107276"/>
                  </a:cubicBezTo>
                  <a:cubicBezTo>
                    <a:pt x="193832" y="111211"/>
                    <a:pt x="195812" y="114414"/>
                    <a:pt x="199039" y="116907"/>
                  </a:cubicBezTo>
                  <a:cubicBezTo>
                    <a:pt x="205786" y="118691"/>
                    <a:pt x="212728" y="119694"/>
                    <a:pt x="219822" y="119865"/>
                  </a:cubicBezTo>
                  <a:cubicBezTo>
                    <a:pt x="232142" y="125952"/>
                    <a:pt x="240060" y="135583"/>
                    <a:pt x="243577" y="148758"/>
                  </a:cubicBezTo>
                  <a:cubicBezTo>
                    <a:pt x="243577" y="211019"/>
                    <a:pt x="243577" y="273280"/>
                    <a:pt x="243577" y="335541"/>
                  </a:cubicBezTo>
                  <a:cubicBezTo>
                    <a:pt x="239617" y="335541"/>
                    <a:pt x="235660" y="335541"/>
                    <a:pt x="231700" y="335541"/>
                  </a:cubicBezTo>
                  <a:cubicBezTo>
                    <a:pt x="232193" y="274013"/>
                    <a:pt x="231700" y="212755"/>
                    <a:pt x="230216" y="151741"/>
                  </a:cubicBezTo>
                  <a:cubicBezTo>
                    <a:pt x="229529" y="144676"/>
                    <a:pt x="226065" y="139494"/>
                    <a:pt x="219822" y="136169"/>
                  </a:cubicBezTo>
                  <a:cubicBezTo>
                    <a:pt x="213217" y="133285"/>
                    <a:pt x="206299" y="131818"/>
                    <a:pt x="199039" y="131721"/>
                  </a:cubicBezTo>
                  <a:cubicBezTo>
                    <a:pt x="188137" y="127761"/>
                    <a:pt x="181463" y="120109"/>
                    <a:pt x="178995" y="108742"/>
                  </a:cubicBezTo>
                  <a:cubicBezTo>
                    <a:pt x="178261" y="101849"/>
                    <a:pt x="178017" y="94931"/>
                    <a:pt x="178261" y="87989"/>
                  </a:cubicBezTo>
                  <a:cubicBezTo>
                    <a:pt x="141619" y="87989"/>
                    <a:pt x="105001" y="87989"/>
                    <a:pt x="68382" y="87989"/>
                  </a:cubicBezTo>
                  <a:cubicBezTo>
                    <a:pt x="71707" y="106249"/>
                    <a:pt x="65767" y="120329"/>
                    <a:pt x="50562" y="130229"/>
                  </a:cubicBezTo>
                  <a:cubicBezTo>
                    <a:pt x="42569" y="131525"/>
                    <a:pt x="34649" y="133016"/>
                    <a:pt x="26826" y="134678"/>
                  </a:cubicBezTo>
                  <a:cubicBezTo>
                    <a:pt x="20666" y="138834"/>
                    <a:pt x="16951" y="144530"/>
                    <a:pt x="15680" y="151741"/>
                  </a:cubicBezTo>
                  <a:cubicBezTo>
                    <a:pt x="14677" y="229304"/>
                    <a:pt x="14677" y="306892"/>
                    <a:pt x="15680" y="384455"/>
                  </a:cubicBezTo>
                  <a:cubicBezTo>
                    <a:pt x="17977" y="393915"/>
                    <a:pt x="23673" y="400344"/>
                    <a:pt x="32742" y="403717"/>
                  </a:cubicBezTo>
                  <a:cubicBezTo>
                    <a:pt x="84956" y="405208"/>
                    <a:pt x="137414" y="405697"/>
                    <a:pt x="190141" y="405208"/>
                  </a:cubicBezTo>
                  <a:cubicBezTo>
                    <a:pt x="190141" y="409168"/>
                    <a:pt x="190141" y="413104"/>
                    <a:pt x="190141" y="417064"/>
                  </a:cubicBezTo>
                  <a:cubicBezTo>
                    <a:pt x="137683" y="417064"/>
                    <a:pt x="85200" y="417064"/>
                    <a:pt x="32742" y="417064"/>
                  </a:cubicBezTo>
                  <a:cubicBezTo>
                    <a:pt x="17171" y="413617"/>
                    <a:pt x="7026" y="404230"/>
                    <a:pt x="2308" y="388903"/>
                  </a:cubicBezTo>
                  <a:cubicBezTo>
                    <a:pt x="1331" y="307869"/>
                    <a:pt x="1331" y="226835"/>
                    <a:pt x="2308" y="145801"/>
                  </a:cubicBezTo>
                  <a:cubicBezTo>
                    <a:pt x="10375" y="125952"/>
                    <a:pt x="25238" y="116076"/>
                    <a:pt x="46847" y="116149"/>
                  </a:cubicBezTo>
                  <a:cubicBezTo>
                    <a:pt x="49976" y="113802"/>
                    <a:pt x="52200" y="110820"/>
                    <a:pt x="53544" y="107276"/>
                  </a:cubicBezTo>
                  <a:cubicBezTo>
                    <a:pt x="55011" y="100651"/>
                    <a:pt x="55500" y="93733"/>
                    <a:pt x="55035" y="86522"/>
                  </a:cubicBezTo>
                  <a:cubicBezTo>
                    <a:pt x="45844" y="86033"/>
                    <a:pt x="36922" y="86522"/>
                    <a:pt x="28293" y="87989"/>
                  </a:cubicBezTo>
                  <a:cubicBezTo>
                    <a:pt x="27315" y="88478"/>
                    <a:pt x="26313" y="88991"/>
                    <a:pt x="25335" y="89480"/>
                  </a:cubicBezTo>
                  <a:cubicBezTo>
                    <a:pt x="22109" y="88356"/>
                    <a:pt x="19884" y="89847"/>
                    <a:pt x="18637" y="93929"/>
                  </a:cubicBezTo>
                  <a:cubicBezTo>
                    <a:pt x="17904" y="93196"/>
                    <a:pt x="17171" y="92438"/>
                    <a:pt x="16413" y="91705"/>
                  </a:cubicBezTo>
                  <a:cubicBezTo>
                    <a:pt x="18466" y="89162"/>
                    <a:pt x="20935" y="87182"/>
                    <a:pt x="23844" y="85764"/>
                  </a:cubicBezTo>
                  <a:cubicBezTo>
                    <a:pt x="24504" y="81658"/>
                    <a:pt x="23771" y="77453"/>
                    <a:pt x="21619" y="73175"/>
                  </a:cubicBezTo>
                  <a:cubicBezTo>
                    <a:pt x="20886" y="56871"/>
                    <a:pt x="20617" y="40566"/>
                    <a:pt x="20886" y="24262"/>
                  </a:cubicBezTo>
                  <a:cubicBezTo>
                    <a:pt x="22769" y="18688"/>
                    <a:pt x="26729" y="15486"/>
                    <a:pt x="32742" y="14630"/>
                  </a:cubicBezTo>
                  <a:cubicBezTo>
                    <a:pt x="49584" y="14142"/>
                    <a:pt x="66402" y="13628"/>
                    <a:pt x="83245" y="13139"/>
                  </a:cubicBezTo>
                  <a:cubicBezTo>
                    <a:pt x="87523" y="8739"/>
                    <a:pt x="91971" y="4535"/>
                    <a:pt x="96591" y="550"/>
                  </a:cubicBezTo>
                  <a:cubicBezTo>
                    <a:pt x="98547" y="794"/>
                    <a:pt x="100283" y="306"/>
                    <a:pt x="101798" y="-941"/>
                  </a:cubicBezTo>
                  <a:cubicBezTo>
                    <a:pt x="101554" y="1772"/>
                    <a:pt x="101285" y="4486"/>
                    <a:pt x="101040" y="7223"/>
                  </a:cubicBezTo>
                  <a:cubicBezTo>
                    <a:pt x="102360" y="8250"/>
                    <a:pt x="103338" y="9497"/>
                    <a:pt x="104023" y="10915"/>
                  </a:cubicBezTo>
                  <a:close/>
                </a:path>
              </a:pathLst>
            </a:custGeom>
            <a:grpFill/>
            <a:ln w="2444"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435CD7CC-A97F-B9FD-ACD9-823D8AE2C3C6}"/>
                </a:ext>
              </a:extLst>
            </p:cNvPr>
            <p:cNvSpPr/>
            <p:nvPr/>
          </p:nvSpPr>
          <p:spPr>
            <a:xfrm>
              <a:off x="6020880" y="29604241"/>
              <a:ext cx="118525" cy="31718"/>
            </a:xfrm>
            <a:custGeom>
              <a:avLst/>
              <a:gdLst>
                <a:gd name="connsiteX0" fmla="*/ 3042 w 173557"/>
                <a:gd name="connsiteY0" fmla="*/ -941 h 46444"/>
                <a:gd name="connsiteX1" fmla="*/ 4508 w 173557"/>
                <a:gd name="connsiteY1" fmla="*/ 43230 h 46444"/>
                <a:gd name="connsiteX2" fmla="*/ 175132 w 173557"/>
                <a:gd name="connsiteY2" fmla="*/ 43988 h 46444"/>
                <a:gd name="connsiteX3" fmla="*/ 3042 w 173557"/>
                <a:gd name="connsiteY3" fmla="*/ 44722 h 46444"/>
                <a:gd name="connsiteX4" fmla="*/ 3042 w 173557"/>
                <a:gd name="connsiteY4" fmla="*/ -941 h 464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57" h="46444">
                  <a:moveTo>
                    <a:pt x="3042" y="-941"/>
                  </a:moveTo>
                  <a:cubicBezTo>
                    <a:pt x="2577" y="13897"/>
                    <a:pt x="3066" y="28637"/>
                    <a:pt x="4508" y="43230"/>
                  </a:cubicBezTo>
                  <a:cubicBezTo>
                    <a:pt x="61391" y="43988"/>
                    <a:pt x="118249" y="44233"/>
                    <a:pt x="175132" y="43988"/>
                  </a:cubicBezTo>
                  <a:cubicBezTo>
                    <a:pt x="118029" y="45724"/>
                    <a:pt x="60658" y="45968"/>
                    <a:pt x="3042" y="44722"/>
                  </a:cubicBezTo>
                  <a:cubicBezTo>
                    <a:pt x="1086" y="29346"/>
                    <a:pt x="1086" y="14142"/>
                    <a:pt x="3042" y="-941"/>
                  </a:cubicBezTo>
                  <a:close/>
                </a:path>
              </a:pathLst>
            </a:custGeom>
            <a:grpFill/>
            <a:ln w="2444"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A92649A5-D5CC-3E35-CC91-97C6F39962BA}"/>
                </a:ext>
              </a:extLst>
            </p:cNvPr>
            <p:cNvSpPr/>
            <p:nvPr/>
          </p:nvSpPr>
          <p:spPr>
            <a:xfrm>
              <a:off x="6017540" y="29644303"/>
              <a:ext cx="18361" cy="13357"/>
            </a:xfrm>
            <a:custGeom>
              <a:avLst/>
              <a:gdLst>
                <a:gd name="connsiteX0" fmla="*/ 1575 w 26887"/>
                <a:gd name="connsiteY0" fmla="*/ 603 h 19559"/>
                <a:gd name="connsiteX1" fmla="*/ 28293 w 26887"/>
                <a:gd name="connsiteY1" fmla="*/ -767 h 19559"/>
                <a:gd name="connsiteX2" fmla="*/ 26802 w 26887"/>
                <a:gd name="connsiteY2" fmla="*/ 18618 h 19559"/>
                <a:gd name="connsiteX3" fmla="*/ 26802 w 26887"/>
                <a:gd name="connsiteY3" fmla="*/ 603 h 19559"/>
                <a:gd name="connsiteX4" fmla="*/ 1575 w 26887"/>
                <a:gd name="connsiteY4" fmla="*/ 603 h 19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87" h="19559">
                  <a:moveTo>
                    <a:pt x="1575" y="603"/>
                  </a:moveTo>
                  <a:cubicBezTo>
                    <a:pt x="10204" y="-767"/>
                    <a:pt x="19102" y="-1231"/>
                    <a:pt x="28293" y="-767"/>
                  </a:cubicBezTo>
                  <a:cubicBezTo>
                    <a:pt x="28757" y="5956"/>
                    <a:pt x="28269" y="12434"/>
                    <a:pt x="26802" y="18618"/>
                  </a:cubicBezTo>
                  <a:cubicBezTo>
                    <a:pt x="26802" y="12629"/>
                    <a:pt x="26802" y="6616"/>
                    <a:pt x="26802" y="603"/>
                  </a:cubicBezTo>
                  <a:cubicBezTo>
                    <a:pt x="18393" y="603"/>
                    <a:pt x="9984" y="603"/>
                    <a:pt x="1575" y="603"/>
                  </a:cubicBezTo>
                  <a:close/>
                </a:path>
              </a:pathLst>
            </a:custGeom>
            <a:grpFill/>
            <a:ln w="2444"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EF37CB9A-E35C-A54E-D0C5-D7BF104E797C}"/>
                </a:ext>
              </a:extLst>
            </p:cNvPr>
            <p:cNvSpPr/>
            <p:nvPr/>
          </p:nvSpPr>
          <p:spPr>
            <a:xfrm>
              <a:off x="6127724" y="29644306"/>
              <a:ext cx="13350" cy="13354"/>
            </a:xfrm>
            <a:custGeom>
              <a:avLst/>
              <a:gdLst>
                <a:gd name="connsiteX0" fmla="*/ 21123 w 19548"/>
                <a:gd name="connsiteY0" fmla="*/ -941 h 19555"/>
                <a:gd name="connsiteX1" fmla="*/ 3376 w 19548"/>
                <a:gd name="connsiteY1" fmla="*/ 452 h 19555"/>
                <a:gd name="connsiteX2" fmla="*/ 3376 w 19548"/>
                <a:gd name="connsiteY2" fmla="*/ 18615 h 19555"/>
                <a:gd name="connsiteX3" fmla="*/ 1763 w 19548"/>
                <a:gd name="connsiteY3" fmla="*/ -941 h 19555"/>
                <a:gd name="connsiteX4" fmla="*/ 21123 w 19548"/>
                <a:gd name="connsiteY4" fmla="*/ -941 h 19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8" h="19555">
                  <a:moveTo>
                    <a:pt x="21123" y="-941"/>
                  </a:moveTo>
                  <a:cubicBezTo>
                    <a:pt x="15525" y="428"/>
                    <a:pt x="9610" y="892"/>
                    <a:pt x="3376" y="452"/>
                  </a:cubicBezTo>
                  <a:cubicBezTo>
                    <a:pt x="3376" y="6515"/>
                    <a:pt x="3376" y="12553"/>
                    <a:pt x="3376" y="18615"/>
                  </a:cubicBezTo>
                  <a:cubicBezTo>
                    <a:pt x="1788" y="12381"/>
                    <a:pt x="1250" y="5855"/>
                    <a:pt x="1763" y="-941"/>
                  </a:cubicBezTo>
                  <a:cubicBezTo>
                    <a:pt x="8216" y="-941"/>
                    <a:pt x="14670" y="-941"/>
                    <a:pt x="21123" y="-941"/>
                  </a:cubicBezTo>
                  <a:close/>
                </a:path>
              </a:pathLst>
            </a:custGeom>
            <a:grpFill/>
            <a:ln w="2444"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39CADC4C-83CF-FBE7-27D8-CF891599A928}"/>
                </a:ext>
              </a:extLst>
            </p:cNvPr>
            <p:cNvSpPr/>
            <p:nvPr/>
          </p:nvSpPr>
          <p:spPr>
            <a:xfrm>
              <a:off x="5785500" y="29796216"/>
              <a:ext cx="43405" cy="53423"/>
            </a:xfrm>
            <a:custGeom>
              <a:avLst/>
              <a:gdLst>
                <a:gd name="connsiteX0" fmla="*/ 29171 w 63558"/>
                <a:gd name="connsiteY0" fmla="*/ -863 h 78227"/>
                <a:gd name="connsiteX1" fmla="*/ 36480 w 63558"/>
                <a:gd name="connsiteY1" fmla="*/ -130 h 78227"/>
                <a:gd name="connsiteX2" fmla="*/ 64983 w 63558"/>
                <a:gd name="connsiteY2" fmla="*/ 38224 h 78227"/>
                <a:gd name="connsiteX3" fmla="*/ 32105 w 63558"/>
                <a:gd name="connsiteY3" fmla="*/ 77287 h 78227"/>
                <a:gd name="connsiteX4" fmla="*/ 2135 w 63558"/>
                <a:gd name="connsiteY4" fmla="*/ 36782 h 78227"/>
                <a:gd name="connsiteX5" fmla="*/ 29171 w 63558"/>
                <a:gd name="connsiteY5" fmla="*/ -863 h 78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58" h="78227">
                  <a:moveTo>
                    <a:pt x="29171" y="-863"/>
                  </a:moveTo>
                  <a:cubicBezTo>
                    <a:pt x="31665" y="-1083"/>
                    <a:pt x="34085" y="-838"/>
                    <a:pt x="36480" y="-130"/>
                  </a:cubicBezTo>
                  <a:cubicBezTo>
                    <a:pt x="48311" y="11042"/>
                    <a:pt x="57820" y="23826"/>
                    <a:pt x="64983" y="38224"/>
                  </a:cubicBezTo>
                  <a:cubicBezTo>
                    <a:pt x="66572" y="61471"/>
                    <a:pt x="55620" y="74500"/>
                    <a:pt x="32105" y="77287"/>
                  </a:cubicBezTo>
                  <a:cubicBezTo>
                    <a:pt x="8980" y="73547"/>
                    <a:pt x="-994" y="60053"/>
                    <a:pt x="2135" y="36782"/>
                  </a:cubicBezTo>
                  <a:cubicBezTo>
                    <a:pt x="9835" y="23142"/>
                    <a:pt x="18855" y="10602"/>
                    <a:pt x="29171" y="-863"/>
                  </a:cubicBezTo>
                  <a:close/>
                </a:path>
              </a:pathLst>
            </a:custGeom>
            <a:grpFill/>
            <a:ln w="2444"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BEDD72F4-2354-1ED8-2B7D-96D4AF6FE025}"/>
                </a:ext>
              </a:extLst>
            </p:cNvPr>
            <p:cNvSpPr/>
            <p:nvPr/>
          </p:nvSpPr>
          <p:spPr>
            <a:xfrm>
              <a:off x="5793850" y="29807905"/>
              <a:ext cx="25039" cy="33391"/>
            </a:xfrm>
            <a:custGeom>
              <a:avLst/>
              <a:gdLst>
                <a:gd name="connsiteX0" fmla="*/ 36742 w 36665"/>
                <a:gd name="connsiteY0" fmla="*/ 21377 h 48894"/>
                <a:gd name="connsiteX1" fmla="*/ 38233 w 36665"/>
                <a:gd name="connsiteY1" fmla="*/ 31815 h 48894"/>
                <a:gd name="connsiteX2" fmla="*/ 13055 w 36665"/>
                <a:gd name="connsiteY2" fmla="*/ 47435 h 48894"/>
                <a:gd name="connsiteX3" fmla="*/ 6406 w 36665"/>
                <a:gd name="connsiteY3" fmla="*/ 15437 h 48894"/>
                <a:gd name="connsiteX4" fmla="*/ 20462 w 36665"/>
                <a:gd name="connsiteY4" fmla="*/ -941 h 48894"/>
                <a:gd name="connsiteX5" fmla="*/ 36742 w 36665"/>
                <a:gd name="connsiteY5" fmla="*/ 21377 h 48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65" h="48894">
                  <a:moveTo>
                    <a:pt x="36742" y="21377"/>
                  </a:moveTo>
                  <a:cubicBezTo>
                    <a:pt x="37818" y="24750"/>
                    <a:pt x="38307" y="28222"/>
                    <a:pt x="38233" y="31815"/>
                  </a:cubicBezTo>
                  <a:cubicBezTo>
                    <a:pt x="34737" y="44502"/>
                    <a:pt x="26353" y="49708"/>
                    <a:pt x="13055" y="47435"/>
                  </a:cubicBezTo>
                  <a:cubicBezTo>
                    <a:pt x="442" y="39002"/>
                    <a:pt x="-1783" y="28344"/>
                    <a:pt x="6406" y="15437"/>
                  </a:cubicBezTo>
                  <a:cubicBezTo>
                    <a:pt x="10391" y="9350"/>
                    <a:pt x="15084" y="3899"/>
                    <a:pt x="20462" y="-941"/>
                  </a:cubicBezTo>
                  <a:cubicBezTo>
                    <a:pt x="27624" y="5268"/>
                    <a:pt x="33051" y="12699"/>
                    <a:pt x="36742" y="21377"/>
                  </a:cubicBezTo>
                  <a:close/>
                </a:path>
              </a:pathLst>
            </a:custGeom>
            <a:grpFill/>
            <a:ln w="2444"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F4663852-FCF9-6CEB-F38D-3D9FFEFEF643}"/>
                </a:ext>
              </a:extLst>
            </p:cNvPr>
            <p:cNvSpPr/>
            <p:nvPr/>
          </p:nvSpPr>
          <p:spPr>
            <a:xfrm>
              <a:off x="5817216" y="29822929"/>
              <a:ext cx="3345" cy="6677"/>
            </a:xfrm>
            <a:custGeom>
              <a:avLst/>
              <a:gdLst>
                <a:gd name="connsiteX0" fmla="*/ 1575 w 4897"/>
                <a:gd name="connsiteY0" fmla="*/ -941 h 9777"/>
                <a:gd name="connsiteX1" fmla="*/ 6415 w 4897"/>
                <a:gd name="connsiteY1" fmla="*/ 4657 h 9777"/>
                <a:gd name="connsiteX2" fmla="*/ 3995 w 4897"/>
                <a:gd name="connsiteY2" fmla="*/ 8837 h 9777"/>
                <a:gd name="connsiteX3" fmla="*/ 1575 w 4897"/>
                <a:gd name="connsiteY3" fmla="*/ -941 h 9777"/>
              </a:gdLst>
              <a:ahLst/>
              <a:cxnLst>
                <a:cxn ang="0">
                  <a:pos x="connsiteX0" y="connsiteY0"/>
                </a:cxn>
                <a:cxn ang="0">
                  <a:pos x="connsiteX1" y="connsiteY1"/>
                </a:cxn>
                <a:cxn ang="0">
                  <a:pos x="connsiteX2" y="connsiteY2"/>
                </a:cxn>
                <a:cxn ang="0">
                  <a:pos x="connsiteX3" y="connsiteY3"/>
                </a:cxn>
              </a:cxnLst>
              <a:rect l="l" t="t" r="r" b="b"/>
              <a:pathLst>
                <a:path w="4897" h="9777">
                  <a:moveTo>
                    <a:pt x="1575" y="-941"/>
                  </a:moveTo>
                  <a:cubicBezTo>
                    <a:pt x="5193" y="183"/>
                    <a:pt x="6806" y="2066"/>
                    <a:pt x="6415" y="4657"/>
                  </a:cubicBezTo>
                  <a:cubicBezTo>
                    <a:pt x="6366" y="6368"/>
                    <a:pt x="5559" y="7761"/>
                    <a:pt x="3995" y="8837"/>
                  </a:cubicBezTo>
                  <a:cubicBezTo>
                    <a:pt x="4117" y="5488"/>
                    <a:pt x="3310" y="2212"/>
                    <a:pt x="1575" y="-941"/>
                  </a:cubicBezTo>
                  <a:close/>
                </a:path>
              </a:pathLst>
            </a:custGeom>
            <a:grpFill/>
            <a:ln w="2444"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F0411AD1-CB0C-2F38-F40B-56DBF0CDC871}"/>
                </a:ext>
              </a:extLst>
            </p:cNvPr>
            <p:cNvSpPr/>
            <p:nvPr/>
          </p:nvSpPr>
          <p:spPr>
            <a:xfrm>
              <a:off x="5473325" y="29868002"/>
              <a:ext cx="3345" cy="10015"/>
            </a:xfrm>
            <a:custGeom>
              <a:avLst/>
              <a:gdLst>
                <a:gd name="connsiteX0" fmla="*/ 1575 w 4897"/>
                <a:gd name="connsiteY0" fmla="*/ -941 h 14666"/>
                <a:gd name="connsiteX1" fmla="*/ 6415 w 4897"/>
                <a:gd name="connsiteY1" fmla="*/ 7444 h 14666"/>
                <a:gd name="connsiteX2" fmla="*/ 3995 w 4897"/>
                <a:gd name="connsiteY2" fmla="*/ 13726 h 14666"/>
                <a:gd name="connsiteX3" fmla="*/ 1575 w 4897"/>
                <a:gd name="connsiteY3" fmla="*/ -941 h 14666"/>
              </a:gdLst>
              <a:ahLst/>
              <a:cxnLst>
                <a:cxn ang="0">
                  <a:pos x="connsiteX0" y="connsiteY0"/>
                </a:cxn>
                <a:cxn ang="0">
                  <a:pos x="connsiteX1" y="connsiteY1"/>
                </a:cxn>
                <a:cxn ang="0">
                  <a:pos x="connsiteX2" y="connsiteY2"/>
                </a:cxn>
                <a:cxn ang="0">
                  <a:pos x="connsiteX3" y="connsiteY3"/>
                </a:cxn>
              </a:cxnLst>
              <a:rect l="l" t="t" r="r" b="b"/>
              <a:pathLst>
                <a:path w="4897" h="14666">
                  <a:moveTo>
                    <a:pt x="1575" y="-941"/>
                  </a:moveTo>
                  <a:cubicBezTo>
                    <a:pt x="5193" y="770"/>
                    <a:pt x="6806" y="3557"/>
                    <a:pt x="6415" y="7444"/>
                  </a:cubicBezTo>
                  <a:cubicBezTo>
                    <a:pt x="6366" y="10010"/>
                    <a:pt x="5559" y="12112"/>
                    <a:pt x="3995" y="13726"/>
                  </a:cubicBezTo>
                  <a:cubicBezTo>
                    <a:pt x="4117" y="8690"/>
                    <a:pt x="3310" y="3801"/>
                    <a:pt x="1575" y="-941"/>
                  </a:cubicBezTo>
                  <a:close/>
                </a:path>
              </a:pathLst>
            </a:custGeom>
            <a:grpFill/>
            <a:ln w="2444" cap="flat">
              <a:noFill/>
              <a:prstDash val="solid"/>
              <a:miter/>
            </a:ln>
          </p:spPr>
          <p:txBody>
            <a:bodyPr rtlCol="0" anchor="ctr"/>
            <a:lstStyle/>
            <a:p>
              <a:endParaRPr lang="en-US"/>
            </a:p>
          </p:txBody>
        </p:sp>
        <p:grpSp>
          <p:nvGrpSpPr>
            <p:cNvPr id="181" name="Graphic 20364">
              <a:extLst>
                <a:ext uri="{FF2B5EF4-FFF2-40B4-BE49-F238E27FC236}">
                  <a16:creationId xmlns:a16="http://schemas.microsoft.com/office/drawing/2014/main" id="{D9E9244E-2728-8726-B745-358F1B3686D7}"/>
                </a:ext>
              </a:extLst>
            </p:cNvPr>
            <p:cNvGrpSpPr/>
            <p:nvPr/>
          </p:nvGrpSpPr>
          <p:grpSpPr>
            <a:xfrm>
              <a:off x="5530082" y="28981590"/>
              <a:ext cx="363574" cy="456073"/>
              <a:chOff x="3757002" y="33466403"/>
              <a:chExt cx="532383" cy="667830"/>
            </a:xfrm>
            <a:grpFill/>
          </p:grpSpPr>
          <p:sp>
            <p:nvSpPr>
              <p:cNvPr id="189" name="Freeform: Shape 188">
                <a:extLst>
                  <a:ext uri="{FF2B5EF4-FFF2-40B4-BE49-F238E27FC236}">
                    <a16:creationId xmlns:a16="http://schemas.microsoft.com/office/drawing/2014/main" id="{D31C73DF-2206-897D-F423-A1434A6E6E8D}"/>
                  </a:ext>
                </a:extLst>
              </p:cNvPr>
              <p:cNvSpPr/>
              <p:nvPr/>
            </p:nvSpPr>
            <p:spPr>
              <a:xfrm>
                <a:off x="3789254" y="33589605"/>
                <a:ext cx="222504" cy="90567"/>
              </a:xfrm>
              <a:custGeom>
                <a:avLst/>
                <a:gdLst>
                  <a:gd name="connsiteX0" fmla="*/ 29428 w 222504"/>
                  <a:gd name="connsiteY0" fmla="*/ -1462 h 90567"/>
                  <a:gd name="connsiteX1" fmla="*/ 23722 w 222504"/>
                  <a:gd name="connsiteY1" fmla="*/ -289 h 90567"/>
                  <a:gd name="connsiteX2" fmla="*/ 18016 w 222504"/>
                  <a:gd name="connsiteY2" fmla="*/ 836 h 90567"/>
                  <a:gd name="connsiteX3" fmla="*/ 12335 w 222504"/>
                  <a:gd name="connsiteY3" fmla="*/ 4307 h 90567"/>
                  <a:gd name="connsiteX4" fmla="*/ 7731 w 222504"/>
                  <a:gd name="connsiteY4" fmla="*/ 7827 h 90567"/>
                  <a:gd name="connsiteX5" fmla="*/ 3201 w 222504"/>
                  <a:gd name="connsiteY5" fmla="*/ 12471 h 90567"/>
                  <a:gd name="connsiteX6" fmla="*/ 923 w 222504"/>
                  <a:gd name="connsiteY6" fmla="*/ 18289 h 90567"/>
                  <a:gd name="connsiteX7" fmla="*/ -1404 w 222504"/>
                  <a:gd name="connsiteY7" fmla="*/ 24083 h 90567"/>
                  <a:gd name="connsiteX8" fmla="*/ -2505 w 222504"/>
                  <a:gd name="connsiteY8" fmla="*/ 31049 h 90567"/>
                  <a:gd name="connsiteX9" fmla="*/ -2505 w 222504"/>
                  <a:gd name="connsiteY9" fmla="*/ 56594 h 90567"/>
                  <a:gd name="connsiteX10" fmla="*/ -1404 w 222504"/>
                  <a:gd name="connsiteY10" fmla="*/ 63536 h 90567"/>
                  <a:gd name="connsiteX11" fmla="*/ 923 w 222504"/>
                  <a:gd name="connsiteY11" fmla="*/ 69378 h 90567"/>
                  <a:gd name="connsiteX12" fmla="*/ 3201 w 222504"/>
                  <a:gd name="connsiteY12" fmla="*/ 75196 h 90567"/>
                  <a:gd name="connsiteX13" fmla="*/ 7731 w 222504"/>
                  <a:gd name="connsiteY13" fmla="*/ 79816 h 90567"/>
                  <a:gd name="connsiteX14" fmla="*/ 12335 w 222504"/>
                  <a:gd name="connsiteY14" fmla="*/ 84461 h 90567"/>
                  <a:gd name="connsiteX15" fmla="*/ 18016 w 222504"/>
                  <a:gd name="connsiteY15" fmla="*/ 86759 h 90567"/>
                  <a:gd name="connsiteX16" fmla="*/ 23722 w 222504"/>
                  <a:gd name="connsiteY16" fmla="*/ 89106 h 90567"/>
                  <a:gd name="connsiteX17" fmla="*/ 193723 w 222504"/>
                  <a:gd name="connsiteY17" fmla="*/ 89106 h 90567"/>
                  <a:gd name="connsiteX18" fmla="*/ 200579 w 222504"/>
                  <a:gd name="connsiteY18" fmla="*/ 86759 h 90567"/>
                  <a:gd name="connsiteX19" fmla="*/ 205110 w 222504"/>
                  <a:gd name="connsiteY19" fmla="*/ 84461 h 90567"/>
                  <a:gd name="connsiteX20" fmla="*/ 209714 w 222504"/>
                  <a:gd name="connsiteY20" fmla="*/ 79816 h 90567"/>
                  <a:gd name="connsiteX21" fmla="*/ 214268 w 222504"/>
                  <a:gd name="connsiteY21" fmla="*/ 75196 h 90567"/>
                  <a:gd name="connsiteX22" fmla="*/ 216570 w 222504"/>
                  <a:gd name="connsiteY22" fmla="*/ 69378 h 90567"/>
                  <a:gd name="connsiteX23" fmla="*/ 218824 w 222504"/>
                  <a:gd name="connsiteY23" fmla="*/ 63536 h 90567"/>
                  <a:gd name="connsiteX24" fmla="*/ 219999 w 222504"/>
                  <a:gd name="connsiteY24" fmla="*/ 56594 h 90567"/>
                  <a:gd name="connsiteX25" fmla="*/ 219999 w 222504"/>
                  <a:gd name="connsiteY25" fmla="*/ 31049 h 90567"/>
                  <a:gd name="connsiteX26" fmla="*/ 218824 w 222504"/>
                  <a:gd name="connsiteY26" fmla="*/ 24083 h 90567"/>
                  <a:gd name="connsiteX27" fmla="*/ 216570 w 222504"/>
                  <a:gd name="connsiteY27" fmla="*/ 18289 h 90567"/>
                  <a:gd name="connsiteX28" fmla="*/ 214268 w 222504"/>
                  <a:gd name="connsiteY28" fmla="*/ 12471 h 90567"/>
                  <a:gd name="connsiteX29" fmla="*/ 209714 w 222504"/>
                  <a:gd name="connsiteY29" fmla="*/ 7827 h 90567"/>
                  <a:gd name="connsiteX30" fmla="*/ 205110 w 222504"/>
                  <a:gd name="connsiteY30" fmla="*/ 4307 h 90567"/>
                  <a:gd name="connsiteX31" fmla="*/ 200579 w 222504"/>
                  <a:gd name="connsiteY31" fmla="*/ 836 h 90567"/>
                  <a:gd name="connsiteX32" fmla="*/ 193723 w 222504"/>
                  <a:gd name="connsiteY32" fmla="*/ -289 h 90567"/>
                  <a:gd name="connsiteX33" fmla="*/ 188017 w 222504"/>
                  <a:gd name="connsiteY33" fmla="*/ -1462 h 90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22504" h="90567">
                    <a:moveTo>
                      <a:pt x="29428" y="-1462"/>
                    </a:moveTo>
                    <a:lnTo>
                      <a:pt x="23722" y="-289"/>
                    </a:lnTo>
                    <a:lnTo>
                      <a:pt x="18016" y="836"/>
                    </a:lnTo>
                    <a:lnTo>
                      <a:pt x="12335" y="4307"/>
                    </a:lnTo>
                    <a:lnTo>
                      <a:pt x="7731" y="7827"/>
                    </a:lnTo>
                    <a:lnTo>
                      <a:pt x="3201" y="12471"/>
                    </a:lnTo>
                    <a:lnTo>
                      <a:pt x="923" y="18289"/>
                    </a:lnTo>
                    <a:lnTo>
                      <a:pt x="-1404" y="24083"/>
                    </a:lnTo>
                    <a:lnTo>
                      <a:pt x="-2505" y="31049"/>
                    </a:lnTo>
                    <a:lnTo>
                      <a:pt x="-2505" y="56594"/>
                    </a:lnTo>
                    <a:lnTo>
                      <a:pt x="-1404" y="63536"/>
                    </a:lnTo>
                    <a:lnTo>
                      <a:pt x="923" y="69378"/>
                    </a:lnTo>
                    <a:lnTo>
                      <a:pt x="3201" y="75196"/>
                    </a:lnTo>
                    <a:lnTo>
                      <a:pt x="7731" y="79816"/>
                    </a:lnTo>
                    <a:lnTo>
                      <a:pt x="12335" y="84461"/>
                    </a:lnTo>
                    <a:lnTo>
                      <a:pt x="18016" y="86759"/>
                    </a:lnTo>
                    <a:lnTo>
                      <a:pt x="23722" y="89106"/>
                    </a:lnTo>
                    <a:lnTo>
                      <a:pt x="193723" y="89106"/>
                    </a:lnTo>
                    <a:lnTo>
                      <a:pt x="200579" y="86759"/>
                    </a:lnTo>
                    <a:lnTo>
                      <a:pt x="205110" y="84461"/>
                    </a:lnTo>
                    <a:lnTo>
                      <a:pt x="209714" y="79816"/>
                    </a:lnTo>
                    <a:lnTo>
                      <a:pt x="214268" y="75196"/>
                    </a:lnTo>
                    <a:lnTo>
                      <a:pt x="216570" y="69378"/>
                    </a:lnTo>
                    <a:lnTo>
                      <a:pt x="218824" y="63536"/>
                    </a:lnTo>
                    <a:lnTo>
                      <a:pt x="219999" y="56594"/>
                    </a:lnTo>
                    <a:lnTo>
                      <a:pt x="219999" y="31049"/>
                    </a:lnTo>
                    <a:lnTo>
                      <a:pt x="218824" y="24083"/>
                    </a:lnTo>
                    <a:lnTo>
                      <a:pt x="216570" y="18289"/>
                    </a:lnTo>
                    <a:lnTo>
                      <a:pt x="214268" y="12471"/>
                    </a:lnTo>
                    <a:lnTo>
                      <a:pt x="209714" y="7827"/>
                    </a:lnTo>
                    <a:lnTo>
                      <a:pt x="205110" y="4307"/>
                    </a:lnTo>
                    <a:lnTo>
                      <a:pt x="200579" y="836"/>
                    </a:lnTo>
                    <a:lnTo>
                      <a:pt x="193723" y="-289"/>
                    </a:lnTo>
                    <a:lnTo>
                      <a:pt x="188017" y="-1462"/>
                    </a:lnTo>
                    <a:close/>
                  </a:path>
                </a:pathLst>
              </a:custGeom>
              <a:grpFill/>
              <a:ln w="2446"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0A267E75-82ED-4080-1604-80CE77B3458C}"/>
                  </a:ext>
                </a:extLst>
              </p:cNvPr>
              <p:cNvSpPr/>
              <p:nvPr/>
            </p:nvSpPr>
            <p:spPr>
              <a:xfrm>
                <a:off x="3757002" y="33867297"/>
                <a:ext cx="286933" cy="116870"/>
              </a:xfrm>
              <a:custGeom>
                <a:avLst/>
                <a:gdLst>
                  <a:gd name="connsiteX0" fmla="*/ 181551 w 286933"/>
                  <a:gd name="connsiteY0" fmla="*/ 41756 h 116870"/>
                  <a:gd name="connsiteX1" fmla="*/ 187257 w 286933"/>
                  <a:gd name="connsiteY1" fmla="*/ 42954 h 116870"/>
                  <a:gd name="connsiteX2" fmla="*/ 191812 w 286933"/>
                  <a:gd name="connsiteY2" fmla="*/ 46450 h 116870"/>
                  <a:gd name="connsiteX3" fmla="*/ 195265 w 286933"/>
                  <a:gd name="connsiteY3" fmla="*/ 51118 h 116870"/>
                  <a:gd name="connsiteX4" fmla="*/ 196392 w 286933"/>
                  <a:gd name="connsiteY4" fmla="*/ 56961 h 116870"/>
                  <a:gd name="connsiteX5" fmla="*/ 195265 w 286933"/>
                  <a:gd name="connsiteY5" fmla="*/ 62803 h 116870"/>
                  <a:gd name="connsiteX6" fmla="*/ 191812 w 286933"/>
                  <a:gd name="connsiteY6" fmla="*/ 67472 h 116870"/>
                  <a:gd name="connsiteX7" fmla="*/ 187257 w 286933"/>
                  <a:gd name="connsiteY7" fmla="*/ 70992 h 116870"/>
                  <a:gd name="connsiteX8" fmla="*/ 181551 w 286933"/>
                  <a:gd name="connsiteY8" fmla="*/ 72141 h 116870"/>
                  <a:gd name="connsiteX9" fmla="*/ 101498 w 286933"/>
                  <a:gd name="connsiteY9" fmla="*/ 72141 h 116870"/>
                  <a:gd name="connsiteX10" fmla="*/ 94690 w 286933"/>
                  <a:gd name="connsiteY10" fmla="*/ 70992 h 116870"/>
                  <a:gd name="connsiteX11" fmla="*/ 90086 w 286933"/>
                  <a:gd name="connsiteY11" fmla="*/ 67472 h 116870"/>
                  <a:gd name="connsiteX12" fmla="*/ 86658 w 286933"/>
                  <a:gd name="connsiteY12" fmla="*/ 62803 h 116870"/>
                  <a:gd name="connsiteX13" fmla="*/ 85556 w 286933"/>
                  <a:gd name="connsiteY13" fmla="*/ 56961 h 116870"/>
                  <a:gd name="connsiteX14" fmla="*/ 86658 w 286933"/>
                  <a:gd name="connsiteY14" fmla="*/ 51118 h 116870"/>
                  <a:gd name="connsiteX15" fmla="*/ 90086 w 286933"/>
                  <a:gd name="connsiteY15" fmla="*/ 46450 h 116870"/>
                  <a:gd name="connsiteX16" fmla="*/ 94690 w 286933"/>
                  <a:gd name="connsiteY16" fmla="*/ 42954 h 116870"/>
                  <a:gd name="connsiteX17" fmla="*/ 101498 w 286933"/>
                  <a:gd name="connsiteY17" fmla="*/ 41756 h 116870"/>
                  <a:gd name="connsiteX18" fmla="*/ -2505 w 286933"/>
                  <a:gd name="connsiteY18" fmla="*/ -1462 h 116870"/>
                  <a:gd name="connsiteX19" fmla="*/ -2505 w 286933"/>
                  <a:gd name="connsiteY19" fmla="*/ 115408 h 116870"/>
                  <a:gd name="connsiteX20" fmla="*/ 284428 w 286933"/>
                  <a:gd name="connsiteY20" fmla="*/ 115408 h 116870"/>
                  <a:gd name="connsiteX21" fmla="*/ 284428 w 286933"/>
                  <a:gd name="connsiteY21" fmla="*/ -1462 h 11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6933" h="116870">
                    <a:moveTo>
                      <a:pt x="181551" y="41756"/>
                    </a:moveTo>
                    <a:lnTo>
                      <a:pt x="187257" y="42954"/>
                    </a:lnTo>
                    <a:lnTo>
                      <a:pt x="191812" y="46450"/>
                    </a:lnTo>
                    <a:lnTo>
                      <a:pt x="195265" y="51118"/>
                    </a:lnTo>
                    <a:lnTo>
                      <a:pt x="196392" y="56961"/>
                    </a:lnTo>
                    <a:lnTo>
                      <a:pt x="195265" y="62803"/>
                    </a:lnTo>
                    <a:lnTo>
                      <a:pt x="191812" y="67472"/>
                    </a:lnTo>
                    <a:lnTo>
                      <a:pt x="187257" y="70992"/>
                    </a:lnTo>
                    <a:lnTo>
                      <a:pt x="181551" y="72141"/>
                    </a:lnTo>
                    <a:lnTo>
                      <a:pt x="101498" y="72141"/>
                    </a:lnTo>
                    <a:lnTo>
                      <a:pt x="94690" y="70992"/>
                    </a:lnTo>
                    <a:lnTo>
                      <a:pt x="90086" y="67472"/>
                    </a:lnTo>
                    <a:lnTo>
                      <a:pt x="86658" y="62803"/>
                    </a:lnTo>
                    <a:lnTo>
                      <a:pt x="85556" y="56961"/>
                    </a:lnTo>
                    <a:lnTo>
                      <a:pt x="86658" y="51118"/>
                    </a:lnTo>
                    <a:lnTo>
                      <a:pt x="90086" y="46450"/>
                    </a:lnTo>
                    <a:lnTo>
                      <a:pt x="94690" y="42954"/>
                    </a:lnTo>
                    <a:lnTo>
                      <a:pt x="101498" y="41756"/>
                    </a:lnTo>
                    <a:close/>
                    <a:moveTo>
                      <a:pt x="-2505" y="-1462"/>
                    </a:moveTo>
                    <a:lnTo>
                      <a:pt x="-2505" y="115408"/>
                    </a:lnTo>
                    <a:lnTo>
                      <a:pt x="284428" y="115408"/>
                    </a:lnTo>
                    <a:lnTo>
                      <a:pt x="284428" y="-1462"/>
                    </a:lnTo>
                    <a:close/>
                  </a:path>
                </a:pathLst>
              </a:custGeom>
              <a:grpFill/>
              <a:ln w="2446"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6E1D8F0E-84EB-CDD0-AA8F-00FA43A5CAE6}"/>
                  </a:ext>
                </a:extLst>
              </p:cNvPr>
              <p:cNvSpPr/>
              <p:nvPr/>
            </p:nvSpPr>
            <p:spPr>
              <a:xfrm>
                <a:off x="3757002" y="34013403"/>
                <a:ext cx="286933" cy="90592"/>
              </a:xfrm>
              <a:custGeom>
                <a:avLst/>
                <a:gdLst>
                  <a:gd name="connsiteX0" fmla="*/ -2505 w 286933"/>
                  <a:gd name="connsiteY0" fmla="*/ -1462 h 90592"/>
                  <a:gd name="connsiteX1" fmla="*/ -2505 w 286933"/>
                  <a:gd name="connsiteY1" fmla="*/ 40949 h 90592"/>
                  <a:gd name="connsiteX2" fmla="*/ -1330 w 286933"/>
                  <a:gd name="connsiteY2" fmla="*/ 51290 h 90592"/>
                  <a:gd name="connsiteX3" fmla="*/ 2098 w 286933"/>
                  <a:gd name="connsiteY3" fmla="*/ 59332 h 90592"/>
                  <a:gd name="connsiteX4" fmla="*/ 5527 w 286933"/>
                  <a:gd name="connsiteY4" fmla="*/ 67325 h 90592"/>
                  <a:gd name="connsiteX5" fmla="*/ 11232 w 286933"/>
                  <a:gd name="connsiteY5" fmla="*/ 75368 h 90592"/>
                  <a:gd name="connsiteX6" fmla="*/ 19240 w 286933"/>
                  <a:gd name="connsiteY6" fmla="*/ 81137 h 90592"/>
                  <a:gd name="connsiteX7" fmla="*/ 27248 w 286933"/>
                  <a:gd name="connsiteY7" fmla="*/ 84510 h 90592"/>
                  <a:gd name="connsiteX8" fmla="*/ 35256 w 286933"/>
                  <a:gd name="connsiteY8" fmla="*/ 87957 h 90592"/>
                  <a:gd name="connsiteX9" fmla="*/ 45517 w 286933"/>
                  <a:gd name="connsiteY9" fmla="*/ 89130 h 90592"/>
                  <a:gd name="connsiteX10" fmla="*/ 237533 w 286933"/>
                  <a:gd name="connsiteY10" fmla="*/ 89130 h 90592"/>
                  <a:gd name="connsiteX11" fmla="*/ 246716 w 286933"/>
                  <a:gd name="connsiteY11" fmla="*/ 87957 h 90592"/>
                  <a:gd name="connsiteX12" fmla="*/ 255875 w 286933"/>
                  <a:gd name="connsiteY12" fmla="*/ 84510 h 90592"/>
                  <a:gd name="connsiteX13" fmla="*/ 263834 w 286933"/>
                  <a:gd name="connsiteY13" fmla="*/ 81137 h 90592"/>
                  <a:gd name="connsiteX14" fmla="*/ 270715 w 286933"/>
                  <a:gd name="connsiteY14" fmla="*/ 75368 h 90592"/>
                  <a:gd name="connsiteX15" fmla="*/ 276421 w 286933"/>
                  <a:gd name="connsiteY15" fmla="*/ 67325 h 90592"/>
                  <a:gd name="connsiteX16" fmla="*/ 279849 w 286933"/>
                  <a:gd name="connsiteY16" fmla="*/ 59332 h 90592"/>
                  <a:gd name="connsiteX17" fmla="*/ 283277 w 286933"/>
                  <a:gd name="connsiteY17" fmla="*/ 51290 h 90592"/>
                  <a:gd name="connsiteX18" fmla="*/ 284428 w 286933"/>
                  <a:gd name="connsiteY18" fmla="*/ 40949 h 90592"/>
                  <a:gd name="connsiteX19" fmla="*/ 284428 w 286933"/>
                  <a:gd name="connsiteY19" fmla="*/ -1462 h 90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6933" h="90592">
                    <a:moveTo>
                      <a:pt x="-2505" y="-1462"/>
                    </a:moveTo>
                    <a:lnTo>
                      <a:pt x="-2505" y="40949"/>
                    </a:lnTo>
                    <a:lnTo>
                      <a:pt x="-1330" y="51290"/>
                    </a:lnTo>
                    <a:lnTo>
                      <a:pt x="2098" y="59332"/>
                    </a:lnTo>
                    <a:lnTo>
                      <a:pt x="5527" y="67325"/>
                    </a:lnTo>
                    <a:lnTo>
                      <a:pt x="11232" y="75368"/>
                    </a:lnTo>
                    <a:lnTo>
                      <a:pt x="19240" y="81137"/>
                    </a:lnTo>
                    <a:lnTo>
                      <a:pt x="27248" y="84510"/>
                    </a:lnTo>
                    <a:lnTo>
                      <a:pt x="35256" y="87957"/>
                    </a:lnTo>
                    <a:lnTo>
                      <a:pt x="45517" y="89130"/>
                    </a:lnTo>
                    <a:lnTo>
                      <a:pt x="237533" y="89130"/>
                    </a:lnTo>
                    <a:lnTo>
                      <a:pt x="246716" y="87957"/>
                    </a:lnTo>
                    <a:lnTo>
                      <a:pt x="255875" y="84510"/>
                    </a:lnTo>
                    <a:lnTo>
                      <a:pt x="263834" y="81137"/>
                    </a:lnTo>
                    <a:lnTo>
                      <a:pt x="270715" y="75368"/>
                    </a:lnTo>
                    <a:lnTo>
                      <a:pt x="276421" y="67325"/>
                    </a:lnTo>
                    <a:lnTo>
                      <a:pt x="279849" y="59332"/>
                    </a:lnTo>
                    <a:lnTo>
                      <a:pt x="283277" y="51290"/>
                    </a:lnTo>
                    <a:lnTo>
                      <a:pt x="284428" y="40949"/>
                    </a:lnTo>
                    <a:lnTo>
                      <a:pt x="284428" y="-1462"/>
                    </a:lnTo>
                    <a:close/>
                  </a:path>
                </a:pathLst>
              </a:custGeom>
              <a:grpFill/>
              <a:ln w="2446"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66A32B08-420E-00D1-F793-9DBD6385677B}"/>
                  </a:ext>
                </a:extLst>
              </p:cNvPr>
              <p:cNvSpPr/>
              <p:nvPr/>
            </p:nvSpPr>
            <p:spPr>
              <a:xfrm>
                <a:off x="3757002" y="33709433"/>
                <a:ext cx="286933" cy="128579"/>
              </a:xfrm>
              <a:custGeom>
                <a:avLst/>
                <a:gdLst>
                  <a:gd name="connsiteX0" fmla="*/ 77523 w 286933"/>
                  <a:gd name="connsiteY0" fmla="*/ -1462 h 128579"/>
                  <a:gd name="connsiteX1" fmla="*/ 77523 w 286933"/>
                  <a:gd name="connsiteY1" fmla="*/ 23594 h 128579"/>
                  <a:gd name="connsiteX2" fmla="*/ 69540 w 286933"/>
                  <a:gd name="connsiteY2" fmla="*/ 23594 h 128579"/>
                  <a:gd name="connsiteX3" fmla="*/ 61508 w 286933"/>
                  <a:gd name="connsiteY3" fmla="*/ 24718 h 128579"/>
                  <a:gd name="connsiteX4" fmla="*/ 53524 w 286933"/>
                  <a:gd name="connsiteY4" fmla="*/ 26991 h 128579"/>
                  <a:gd name="connsiteX5" fmla="*/ 45517 w 286933"/>
                  <a:gd name="connsiteY5" fmla="*/ 30389 h 128579"/>
                  <a:gd name="connsiteX6" fmla="*/ 38660 w 286933"/>
                  <a:gd name="connsiteY6" fmla="*/ 33812 h 128579"/>
                  <a:gd name="connsiteX7" fmla="*/ 31779 w 286933"/>
                  <a:gd name="connsiteY7" fmla="*/ 37234 h 128579"/>
                  <a:gd name="connsiteX8" fmla="*/ 26073 w 286933"/>
                  <a:gd name="connsiteY8" fmla="*/ 41756 h 128579"/>
                  <a:gd name="connsiteX9" fmla="*/ 20367 w 286933"/>
                  <a:gd name="connsiteY9" fmla="*/ 47452 h 128579"/>
                  <a:gd name="connsiteX10" fmla="*/ 15812 w 286933"/>
                  <a:gd name="connsiteY10" fmla="*/ 53123 h 128579"/>
                  <a:gd name="connsiteX11" fmla="*/ 11232 w 286933"/>
                  <a:gd name="connsiteY11" fmla="*/ 58867 h 128579"/>
                  <a:gd name="connsiteX12" fmla="*/ 6629 w 286933"/>
                  <a:gd name="connsiteY12" fmla="*/ 65638 h 128579"/>
                  <a:gd name="connsiteX13" fmla="*/ 4376 w 286933"/>
                  <a:gd name="connsiteY13" fmla="*/ 72483 h 128579"/>
                  <a:gd name="connsiteX14" fmla="*/ 923 w 286933"/>
                  <a:gd name="connsiteY14" fmla="*/ 79328 h 128579"/>
                  <a:gd name="connsiteX15" fmla="*/ -204 w 286933"/>
                  <a:gd name="connsiteY15" fmla="*/ 87272 h 128579"/>
                  <a:gd name="connsiteX16" fmla="*/ -1330 w 286933"/>
                  <a:gd name="connsiteY16" fmla="*/ 94117 h 128579"/>
                  <a:gd name="connsiteX17" fmla="*/ -2505 w 286933"/>
                  <a:gd name="connsiteY17" fmla="*/ 102086 h 128579"/>
                  <a:gd name="connsiteX18" fmla="*/ -2505 w 286933"/>
                  <a:gd name="connsiteY18" fmla="*/ 127117 h 128579"/>
                  <a:gd name="connsiteX19" fmla="*/ 284428 w 286933"/>
                  <a:gd name="connsiteY19" fmla="*/ 127117 h 128579"/>
                  <a:gd name="connsiteX20" fmla="*/ 284428 w 286933"/>
                  <a:gd name="connsiteY20" fmla="*/ 102086 h 128579"/>
                  <a:gd name="connsiteX21" fmla="*/ 283277 w 286933"/>
                  <a:gd name="connsiteY21" fmla="*/ 94117 h 128579"/>
                  <a:gd name="connsiteX22" fmla="*/ 282127 w 286933"/>
                  <a:gd name="connsiteY22" fmla="*/ 87272 h 128579"/>
                  <a:gd name="connsiteX23" fmla="*/ 280951 w 286933"/>
                  <a:gd name="connsiteY23" fmla="*/ 79328 h 128579"/>
                  <a:gd name="connsiteX24" fmla="*/ 277571 w 286933"/>
                  <a:gd name="connsiteY24" fmla="*/ 72483 h 128579"/>
                  <a:gd name="connsiteX25" fmla="*/ 275245 w 286933"/>
                  <a:gd name="connsiteY25" fmla="*/ 65638 h 128579"/>
                  <a:gd name="connsiteX26" fmla="*/ 270715 w 286933"/>
                  <a:gd name="connsiteY26" fmla="*/ 58867 h 128579"/>
                  <a:gd name="connsiteX27" fmla="*/ 266111 w 286933"/>
                  <a:gd name="connsiteY27" fmla="*/ 53123 h 128579"/>
                  <a:gd name="connsiteX28" fmla="*/ 261580 w 286933"/>
                  <a:gd name="connsiteY28" fmla="*/ 47452 h 128579"/>
                  <a:gd name="connsiteX29" fmla="*/ 255875 w 286933"/>
                  <a:gd name="connsiteY29" fmla="*/ 41756 h 128579"/>
                  <a:gd name="connsiteX30" fmla="*/ 250095 w 286933"/>
                  <a:gd name="connsiteY30" fmla="*/ 37234 h 128579"/>
                  <a:gd name="connsiteX31" fmla="*/ 243287 w 286933"/>
                  <a:gd name="connsiteY31" fmla="*/ 33812 h 128579"/>
                  <a:gd name="connsiteX32" fmla="*/ 236431 w 286933"/>
                  <a:gd name="connsiteY32" fmla="*/ 30389 h 128579"/>
                  <a:gd name="connsiteX33" fmla="*/ 228374 w 286933"/>
                  <a:gd name="connsiteY33" fmla="*/ 26991 h 128579"/>
                  <a:gd name="connsiteX34" fmla="*/ 220415 w 286933"/>
                  <a:gd name="connsiteY34" fmla="*/ 24718 h 128579"/>
                  <a:gd name="connsiteX35" fmla="*/ 212407 w 286933"/>
                  <a:gd name="connsiteY35" fmla="*/ 23594 h 128579"/>
                  <a:gd name="connsiteX36" fmla="*/ 204399 w 286933"/>
                  <a:gd name="connsiteY36" fmla="*/ 23594 h 128579"/>
                  <a:gd name="connsiteX37" fmla="*/ 204399 w 286933"/>
                  <a:gd name="connsiteY37" fmla="*/ -1462 h 128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86933" h="128579">
                    <a:moveTo>
                      <a:pt x="77523" y="-1462"/>
                    </a:moveTo>
                    <a:lnTo>
                      <a:pt x="77523" y="23594"/>
                    </a:lnTo>
                    <a:lnTo>
                      <a:pt x="69540" y="23594"/>
                    </a:lnTo>
                    <a:lnTo>
                      <a:pt x="61508" y="24718"/>
                    </a:lnTo>
                    <a:lnTo>
                      <a:pt x="53524" y="26991"/>
                    </a:lnTo>
                    <a:lnTo>
                      <a:pt x="45517" y="30389"/>
                    </a:lnTo>
                    <a:lnTo>
                      <a:pt x="38660" y="33812"/>
                    </a:lnTo>
                    <a:lnTo>
                      <a:pt x="31779" y="37234"/>
                    </a:lnTo>
                    <a:lnTo>
                      <a:pt x="26073" y="41756"/>
                    </a:lnTo>
                    <a:lnTo>
                      <a:pt x="20367" y="47452"/>
                    </a:lnTo>
                    <a:lnTo>
                      <a:pt x="15812" y="53123"/>
                    </a:lnTo>
                    <a:lnTo>
                      <a:pt x="11232" y="58867"/>
                    </a:lnTo>
                    <a:lnTo>
                      <a:pt x="6629" y="65638"/>
                    </a:lnTo>
                    <a:lnTo>
                      <a:pt x="4376" y="72483"/>
                    </a:lnTo>
                    <a:lnTo>
                      <a:pt x="923" y="79328"/>
                    </a:lnTo>
                    <a:lnTo>
                      <a:pt x="-204" y="87272"/>
                    </a:lnTo>
                    <a:lnTo>
                      <a:pt x="-1330" y="94117"/>
                    </a:lnTo>
                    <a:lnTo>
                      <a:pt x="-2505" y="102086"/>
                    </a:lnTo>
                    <a:lnTo>
                      <a:pt x="-2505" y="127117"/>
                    </a:lnTo>
                    <a:lnTo>
                      <a:pt x="284428" y="127117"/>
                    </a:lnTo>
                    <a:lnTo>
                      <a:pt x="284428" y="102086"/>
                    </a:lnTo>
                    <a:lnTo>
                      <a:pt x="283277" y="94117"/>
                    </a:lnTo>
                    <a:lnTo>
                      <a:pt x="282127" y="87272"/>
                    </a:lnTo>
                    <a:lnTo>
                      <a:pt x="280951" y="79328"/>
                    </a:lnTo>
                    <a:lnTo>
                      <a:pt x="277571" y="72483"/>
                    </a:lnTo>
                    <a:lnTo>
                      <a:pt x="275245" y="65638"/>
                    </a:lnTo>
                    <a:lnTo>
                      <a:pt x="270715" y="58867"/>
                    </a:lnTo>
                    <a:lnTo>
                      <a:pt x="266111" y="53123"/>
                    </a:lnTo>
                    <a:lnTo>
                      <a:pt x="261580" y="47452"/>
                    </a:lnTo>
                    <a:lnTo>
                      <a:pt x="255875" y="41756"/>
                    </a:lnTo>
                    <a:lnTo>
                      <a:pt x="250095" y="37234"/>
                    </a:lnTo>
                    <a:lnTo>
                      <a:pt x="243287" y="33812"/>
                    </a:lnTo>
                    <a:lnTo>
                      <a:pt x="236431" y="30389"/>
                    </a:lnTo>
                    <a:lnTo>
                      <a:pt x="228374" y="26991"/>
                    </a:lnTo>
                    <a:lnTo>
                      <a:pt x="220415" y="24718"/>
                    </a:lnTo>
                    <a:lnTo>
                      <a:pt x="212407" y="23594"/>
                    </a:lnTo>
                    <a:lnTo>
                      <a:pt x="204399" y="23594"/>
                    </a:lnTo>
                    <a:lnTo>
                      <a:pt x="204399" y="-1462"/>
                    </a:lnTo>
                    <a:close/>
                  </a:path>
                </a:pathLst>
              </a:custGeom>
              <a:grpFill/>
              <a:ln w="2446"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82C99D02-074E-ED7F-05E1-8621488A5A62}"/>
                  </a:ext>
                </a:extLst>
              </p:cNvPr>
              <p:cNvSpPr/>
              <p:nvPr/>
            </p:nvSpPr>
            <p:spPr>
              <a:xfrm>
                <a:off x="4077388" y="33659688"/>
                <a:ext cx="211998" cy="349070"/>
              </a:xfrm>
              <a:custGeom>
                <a:avLst/>
                <a:gdLst>
                  <a:gd name="connsiteX0" fmla="*/ 50953 w 211998"/>
                  <a:gd name="connsiteY0" fmla="*/ 3231 h 349070"/>
                  <a:gd name="connsiteX1" fmla="*/ 47648 w 211998"/>
                  <a:gd name="connsiteY1" fmla="*/ 8071 h 349070"/>
                  <a:gd name="connsiteX2" fmla="*/ 46815 w 211998"/>
                  <a:gd name="connsiteY2" fmla="*/ 13693 h 349070"/>
                  <a:gd name="connsiteX3" fmla="*/ 42970 w 211998"/>
                  <a:gd name="connsiteY3" fmla="*/ 315830 h 349070"/>
                  <a:gd name="connsiteX4" fmla="*/ 13045 w 211998"/>
                  <a:gd name="connsiteY4" fmla="*/ 314632 h 349070"/>
                  <a:gd name="connsiteX5" fmla="*/ 6580 w 211998"/>
                  <a:gd name="connsiteY5" fmla="*/ 316148 h 349070"/>
                  <a:gd name="connsiteX6" fmla="*/ 1633 w 211998"/>
                  <a:gd name="connsiteY6" fmla="*/ 319326 h 349070"/>
                  <a:gd name="connsiteX7" fmla="*/ -1648 w 211998"/>
                  <a:gd name="connsiteY7" fmla="*/ 324166 h 349070"/>
                  <a:gd name="connsiteX8" fmla="*/ -2505 w 211998"/>
                  <a:gd name="connsiteY8" fmla="*/ 329764 h 349070"/>
                  <a:gd name="connsiteX9" fmla="*/ -1796 w 211998"/>
                  <a:gd name="connsiteY9" fmla="*/ 335435 h 349070"/>
                  <a:gd name="connsiteX10" fmla="*/ 1364 w 211998"/>
                  <a:gd name="connsiteY10" fmla="*/ 340324 h 349070"/>
                  <a:gd name="connsiteX11" fmla="*/ 6212 w 211998"/>
                  <a:gd name="connsiteY11" fmla="*/ 343624 h 349070"/>
                  <a:gd name="connsiteX12" fmla="*/ 12678 w 211998"/>
                  <a:gd name="connsiteY12" fmla="*/ 345311 h 349070"/>
                  <a:gd name="connsiteX13" fmla="*/ 193918 w 211998"/>
                  <a:gd name="connsiteY13" fmla="*/ 347608 h 349070"/>
                  <a:gd name="connsiteX14" fmla="*/ 199599 w 211998"/>
                  <a:gd name="connsiteY14" fmla="*/ 346875 h 349070"/>
                  <a:gd name="connsiteX15" fmla="*/ 204497 w 211998"/>
                  <a:gd name="connsiteY15" fmla="*/ 343722 h 349070"/>
                  <a:gd name="connsiteX16" fmla="*/ 207779 w 211998"/>
                  <a:gd name="connsiteY16" fmla="*/ 338882 h 349070"/>
                  <a:gd name="connsiteX17" fmla="*/ 209493 w 211998"/>
                  <a:gd name="connsiteY17" fmla="*/ 332453 h 349070"/>
                  <a:gd name="connsiteX18" fmla="*/ 207926 w 211998"/>
                  <a:gd name="connsiteY18" fmla="*/ 325975 h 349070"/>
                  <a:gd name="connsiteX19" fmla="*/ 205600 w 211998"/>
                  <a:gd name="connsiteY19" fmla="*/ 321917 h 349070"/>
                  <a:gd name="connsiteX20" fmla="*/ 200726 w 211998"/>
                  <a:gd name="connsiteY20" fmla="*/ 318592 h 349070"/>
                  <a:gd name="connsiteX21" fmla="*/ 194286 w 211998"/>
                  <a:gd name="connsiteY21" fmla="*/ 316906 h 349070"/>
                  <a:gd name="connsiteX22" fmla="*/ 164336 w 211998"/>
                  <a:gd name="connsiteY22" fmla="*/ 317346 h 349070"/>
                  <a:gd name="connsiteX23" fmla="*/ 164091 w 211998"/>
                  <a:gd name="connsiteY23" fmla="*/ 272881 h 349070"/>
                  <a:gd name="connsiteX24" fmla="*/ 130101 w 211998"/>
                  <a:gd name="connsiteY24" fmla="*/ 272490 h 349070"/>
                  <a:gd name="connsiteX25" fmla="*/ 124493 w 211998"/>
                  <a:gd name="connsiteY25" fmla="*/ 271610 h 349070"/>
                  <a:gd name="connsiteX26" fmla="*/ 119644 w 211998"/>
                  <a:gd name="connsiteY26" fmla="*/ 268285 h 349070"/>
                  <a:gd name="connsiteX27" fmla="*/ 116460 w 211998"/>
                  <a:gd name="connsiteY27" fmla="*/ 263421 h 349070"/>
                  <a:gd name="connsiteX28" fmla="*/ 114942 w 211998"/>
                  <a:gd name="connsiteY28" fmla="*/ 256943 h 349070"/>
                  <a:gd name="connsiteX29" fmla="*/ 116632 w 211998"/>
                  <a:gd name="connsiteY29" fmla="*/ 250465 h 349070"/>
                  <a:gd name="connsiteX30" fmla="*/ 124028 w 211998"/>
                  <a:gd name="connsiteY30" fmla="*/ 243303 h 349070"/>
                  <a:gd name="connsiteX31" fmla="*/ 130492 w 211998"/>
                  <a:gd name="connsiteY31" fmla="*/ 241763 h 349070"/>
                  <a:gd name="connsiteX32" fmla="*/ 165266 w 211998"/>
                  <a:gd name="connsiteY32" fmla="*/ 243034 h 349070"/>
                  <a:gd name="connsiteX33" fmla="*/ 165781 w 211998"/>
                  <a:gd name="connsiteY33" fmla="*/ 204265 h 349070"/>
                  <a:gd name="connsiteX34" fmla="*/ 131007 w 211998"/>
                  <a:gd name="connsiteY34" fmla="*/ 204607 h 349070"/>
                  <a:gd name="connsiteX35" fmla="*/ 125326 w 211998"/>
                  <a:gd name="connsiteY35" fmla="*/ 203751 h 349070"/>
                  <a:gd name="connsiteX36" fmla="*/ 120501 w 211998"/>
                  <a:gd name="connsiteY36" fmla="*/ 200427 h 349070"/>
                  <a:gd name="connsiteX37" fmla="*/ 117342 w 211998"/>
                  <a:gd name="connsiteY37" fmla="*/ 195562 h 349070"/>
                  <a:gd name="connsiteX38" fmla="*/ 115824 w 211998"/>
                  <a:gd name="connsiteY38" fmla="*/ 189060 h 349070"/>
                  <a:gd name="connsiteX39" fmla="*/ 117513 w 211998"/>
                  <a:gd name="connsiteY39" fmla="*/ 182631 h 349070"/>
                  <a:gd name="connsiteX40" fmla="*/ 120795 w 211998"/>
                  <a:gd name="connsiteY40" fmla="*/ 177815 h 349070"/>
                  <a:gd name="connsiteX41" fmla="*/ 124860 w 211998"/>
                  <a:gd name="connsiteY41" fmla="*/ 175469 h 349070"/>
                  <a:gd name="connsiteX42" fmla="*/ 131374 w 211998"/>
                  <a:gd name="connsiteY42" fmla="*/ 173953 h 349070"/>
                  <a:gd name="connsiteX43" fmla="*/ 166173 w 211998"/>
                  <a:gd name="connsiteY43" fmla="*/ 175175 h 349070"/>
                  <a:gd name="connsiteX44" fmla="*/ 166613 w 211998"/>
                  <a:gd name="connsiteY44" fmla="*/ 136382 h 349070"/>
                  <a:gd name="connsiteX45" fmla="*/ 131839 w 211998"/>
                  <a:gd name="connsiteY45" fmla="*/ 136748 h 349070"/>
                  <a:gd name="connsiteX46" fmla="*/ 125375 w 211998"/>
                  <a:gd name="connsiteY46" fmla="*/ 135086 h 349070"/>
                  <a:gd name="connsiteX47" fmla="*/ 121334 w 211998"/>
                  <a:gd name="connsiteY47" fmla="*/ 132592 h 349070"/>
                  <a:gd name="connsiteX48" fmla="*/ 118150 w 211998"/>
                  <a:gd name="connsiteY48" fmla="*/ 127679 h 349070"/>
                  <a:gd name="connsiteX49" fmla="*/ 116632 w 211998"/>
                  <a:gd name="connsiteY49" fmla="*/ 121226 h 349070"/>
                  <a:gd name="connsiteX50" fmla="*/ 118346 w 211998"/>
                  <a:gd name="connsiteY50" fmla="*/ 114772 h 349070"/>
                  <a:gd name="connsiteX51" fmla="*/ 121652 w 211998"/>
                  <a:gd name="connsiteY51" fmla="*/ 110006 h 349070"/>
                  <a:gd name="connsiteX52" fmla="*/ 126526 w 211998"/>
                  <a:gd name="connsiteY52" fmla="*/ 106828 h 349070"/>
                  <a:gd name="connsiteX53" fmla="*/ 132206 w 211998"/>
                  <a:gd name="connsiteY53" fmla="*/ 106070 h 349070"/>
                  <a:gd name="connsiteX54" fmla="*/ 167005 w 211998"/>
                  <a:gd name="connsiteY54" fmla="*/ 107317 h 349070"/>
                  <a:gd name="connsiteX55" fmla="*/ 167495 w 211998"/>
                  <a:gd name="connsiteY55" fmla="*/ 68572 h 349070"/>
                  <a:gd name="connsiteX56" fmla="*/ 132672 w 211998"/>
                  <a:gd name="connsiteY56" fmla="*/ 68938 h 349070"/>
                  <a:gd name="connsiteX57" fmla="*/ 126280 w 211998"/>
                  <a:gd name="connsiteY57" fmla="*/ 67227 h 349070"/>
                  <a:gd name="connsiteX58" fmla="*/ 122240 w 211998"/>
                  <a:gd name="connsiteY58" fmla="*/ 63096 h 349070"/>
                  <a:gd name="connsiteX59" fmla="*/ 119081 w 211998"/>
                  <a:gd name="connsiteY59" fmla="*/ 59845 h 349070"/>
                  <a:gd name="connsiteX60" fmla="*/ 117513 w 211998"/>
                  <a:gd name="connsiteY60" fmla="*/ 53392 h 349070"/>
                  <a:gd name="connsiteX61" fmla="*/ 119203 w 211998"/>
                  <a:gd name="connsiteY61" fmla="*/ 46938 h 349070"/>
                  <a:gd name="connsiteX62" fmla="*/ 122485 w 211998"/>
                  <a:gd name="connsiteY62" fmla="*/ 42123 h 349070"/>
                  <a:gd name="connsiteX63" fmla="*/ 127407 w 211998"/>
                  <a:gd name="connsiteY63" fmla="*/ 38969 h 349070"/>
                  <a:gd name="connsiteX64" fmla="*/ 133064 w 211998"/>
                  <a:gd name="connsiteY64" fmla="*/ 38236 h 349070"/>
                  <a:gd name="connsiteX65" fmla="*/ 167079 w 211998"/>
                  <a:gd name="connsiteY65" fmla="*/ 38627 h 349070"/>
                  <a:gd name="connsiteX66" fmla="*/ 168181 w 211998"/>
                  <a:gd name="connsiteY66" fmla="*/ 15233 h 349070"/>
                  <a:gd name="connsiteX67" fmla="*/ 166613 w 211998"/>
                  <a:gd name="connsiteY67" fmla="*/ 8731 h 349070"/>
                  <a:gd name="connsiteX68" fmla="*/ 164238 w 211998"/>
                  <a:gd name="connsiteY68" fmla="*/ 4649 h 349070"/>
                  <a:gd name="connsiteX69" fmla="*/ 159438 w 211998"/>
                  <a:gd name="connsiteY69" fmla="*/ 1373 h 349070"/>
                  <a:gd name="connsiteX70" fmla="*/ 152973 w 211998"/>
                  <a:gd name="connsiteY70" fmla="*/ -313 h 349070"/>
                  <a:gd name="connsiteX71" fmla="*/ 62365 w 211998"/>
                  <a:gd name="connsiteY71" fmla="*/ -1462 h 349070"/>
                  <a:gd name="connsiteX72" fmla="*/ 55875 w 211998"/>
                  <a:gd name="connsiteY72" fmla="*/ 78 h 349070"/>
                  <a:gd name="connsiteX73" fmla="*/ 50953 w 211998"/>
                  <a:gd name="connsiteY73" fmla="*/ 3231 h 34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11998" h="349070">
                    <a:moveTo>
                      <a:pt x="50953" y="3231"/>
                    </a:moveTo>
                    <a:lnTo>
                      <a:pt x="47648" y="8071"/>
                    </a:lnTo>
                    <a:lnTo>
                      <a:pt x="46815" y="13693"/>
                    </a:lnTo>
                    <a:lnTo>
                      <a:pt x="42970" y="315830"/>
                    </a:lnTo>
                    <a:lnTo>
                      <a:pt x="13045" y="314632"/>
                    </a:lnTo>
                    <a:lnTo>
                      <a:pt x="6580" y="316148"/>
                    </a:lnTo>
                    <a:lnTo>
                      <a:pt x="1633" y="319326"/>
                    </a:lnTo>
                    <a:lnTo>
                      <a:pt x="-1648" y="324166"/>
                    </a:lnTo>
                    <a:lnTo>
                      <a:pt x="-2505" y="329764"/>
                    </a:lnTo>
                    <a:lnTo>
                      <a:pt x="-1796" y="335435"/>
                    </a:lnTo>
                    <a:lnTo>
                      <a:pt x="1364" y="340324"/>
                    </a:lnTo>
                    <a:lnTo>
                      <a:pt x="6212" y="343624"/>
                    </a:lnTo>
                    <a:lnTo>
                      <a:pt x="12678" y="345311"/>
                    </a:lnTo>
                    <a:lnTo>
                      <a:pt x="193918" y="347608"/>
                    </a:lnTo>
                    <a:lnTo>
                      <a:pt x="199599" y="346875"/>
                    </a:lnTo>
                    <a:lnTo>
                      <a:pt x="204497" y="343722"/>
                    </a:lnTo>
                    <a:lnTo>
                      <a:pt x="207779" y="338882"/>
                    </a:lnTo>
                    <a:lnTo>
                      <a:pt x="209493" y="332453"/>
                    </a:lnTo>
                    <a:lnTo>
                      <a:pt x="207926" y="325975"/>
                    </a:lnTo>
                    <a:lnTo>
                      <a:pt x="205600" y="321917"/>
                    </a:lnTo>
                    <a:lnTo>
                      <a:pt x="200726" y="318592"/>
                    </a:lnTo>
                    <a:lnTo>
                      <a:pt x="194286" y="316906"/>
                    </a:lnTo>
                    <a:lnTo>
                      <a:pt x="164336" y="317346"/>
                    </a:lnTo>
                    <a:lnTo>
                      <a:pt x="164091" y="272881"/>
                    </a:lnTo>
                    <a:lnTo>
                      <a:pt x="130101" y="272490"/>
                    </a:lnTo>
                    <a:lnTo>
                      <a:pt x="124493" y="271610"/>
                    </a:lnTo>
                    <a:lnTo>
                      <a:pt x="119644" y="268285"/>
                    </a:lnTo>
                    <a:lnTo>
                      <a:pt x="116460" y="263421"/>
                    </a:lnTo>
                    <a:lnTo>
                      <a:pt x="114942" y="256943"/>
                    </a:lnTo>
                    <a:lnTo>
                      <a:pt x="116632" y="250465"/>
                    </a:lnTo>
                    <a:lnTo>
                      <a:pt x="124028" y="243303"/>
                    </a:lnTo>
                    <a:lnTo>
                      <a:pt x="130492" y="241763"/>
                    </a:lnTo>
                    <a:lnTo>
                      <a:pt x="165266" y="243034"/>
                    </a:lnTo>
                    <a:lnTo>
                      <a:pt x="165781" y="204265"/>
                    </a:lnTo>
                    <a:lnTo>
                      <a:pt x="131007" y="204607"/>
                    </a:lnTo>
                    <a:lnTo>
                      <a:pt x="125326" y="203751"/>
                    </a:lnTo>
                    <a:lnTo>
                      <a:pt x="120501" y="200427"/>
                    </a:lnTo>
                    <a:lnTo>
                      <a:pt x="117342" y="195562"/>
                    </a:lnTo>
                    <a:lnTo>
                      <a:pt x="115824" y="189060"/>
                    </a:lnTo>
                    <a:lnTo>
                      <a:pt x="117513" y="182631"/>
                    </a:lnTo>
                    <a:lnTo>
                      <a:pt x="120795" y="177815"/>
                    </a:lnTo>
                    <a:lnTo>
                      <a:pt x="124860" y="175469"/>
                    </a:lnTo>
                    <a:lnTo>
                      <a:pt x="131374" y="173953"/>
                    </a:lnTo>
                    <a:lnTo>
                      <a:pt x="166173" y="175175"/>
                    </a:lnTo>
                    <a:lnTo>
                      <a:pt x="166613" y="136382"/>
                    </a:lnTo>
                    <a:lnTo>
                      <a:pt x="131839" y="136748"/>
                    </a:lnTo>
                    <a:lnTo>
                      <a:pt x="125375" y="135086"/>
                    </a:lnTo>
                    <a:lnTo>
                      <a:pt x="121334" y="132592"/>
                    </a:lnTo>
                    <a:lnTo>
                      <a:pt x="118150" y="127679"/>
                    </a:lnTo>
                    <a:lnTo>
                      <a:pt x="116632" y="121226"/>
                    </a:lnTo>
                    <a:lnTo>
                      <a:pt x="118346" y="114772"/>
                    </a:lnTo>
                    <a:lnTo>
                      <a:pt x="121652" y="110006"/>
                    </a:lnTo>
                    <a:lnTo>
                      <a:pt x="126526" y="106828"/>
                    </a:lnTo>
                    <a:lnTo>
                      <a:pt x="132206" y="106070"/>
                    </a:lnTo>
                    <a:lnTo>
                      <a:pt x="167005" y="107317"/>
                    </a:lnTo>
                    <a:lnTo>
                      <a:pt x="167495" y="68572"/>
                    </a:lnTo>
                    <a:lnTo>
                      <a:pt x="132672" y="68938"/>
                    </a:lnTo>
                    <a:lnTo>
                      <a:pt x="126280" y="67227"/>
                    </a:lnTo>
                    <a:lnTo>
                      <a:pt x="122240" y="63096"/>
                    </a:lnTo>
                    <a:lnTo>
                      <a:pt x="119081" y="59845"/>
                    </a:lnTo>
                    <a:lnTo>
                      <a:pt x="117513" y="53392"/>
                    </a:lnTo>
                    <a:lnTo>
                      <a:pt x="119203" y="46938"/>
                    </a:lnTo>
                    <a:lnTo>
                      <a:pt x="122485" y="42123"/>
                    </a:lnTo>
                    <a:lnTo>
                      <a:pt x="127407" y="38969"/>
                    </a:lnTo>
                    <a:lnTo>
                      <a:pt x="133064" y="38236"/>
                    </a:lnTo>
                    <a:lnTo>
                      <a:pt x="167079" y="38627"/>
                    </a:lnTo>
                    <a:lnTo>
                      <a:pt x="168181" y="15233"/>
                    </a:lnTo>
                    <a:lnTo>
                      <a:pt x="166613" y="8731"/>
                    </a:lnTo>
                    <a:lnTo>
                      <a:pt x="164238" y="4649"/>
                    </a:lnTo>
                    <a:lnTo>
                      <a:pt x="159438" y="1373"/>
                    </a:lnTo>
                    <a:lnTo>
                      <a:pt x="152973" y="-313"/>
                    </a:lnTo>
                    <a:lnTo>
                      <a:pt x="62365" y="-1462"/>
                    </a:lnTo>
                    <a:lnTo>
                      <a:pt x="55875" y="78"/>
                    </a:lnTo>
                    <a:lnTo>
                      <a:pt x="50953" y="3231"/>
                    </a:lnTo>
                    <a:close/>
                  </a:path>
                </a:pathLst>
              </a:custGeom>
              <a:grpFill/>
              <a:ln w="2446"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5B9EA88D-16EB-32B0-D8F4-90F2ADC80E4C}"/>
                  </a:ext>
                </a:extLst>
              </p:cNvPr>
              <p:cNvSpPr/>
              <p:nvPr/>
            </p:nvSpPr>
            <p:spPr>
              <a:xfrm>
                <a:off x="4146666" y="33466403"/>
                <a:ext cx="82551" cy="164488"/>
              </a:xfrm>
              <a:custGeom>
                <a:avLst/>
                <a:gdLst>
                  <a:gd name="connsiteX0" fmla="*/ 30261 w 82551"/>
                  <a:gd name="connsiteY0" fmla="*/ 2449 h 164488"/>
                  <a:gd name="connsiteX1" fmla="*/ 26955 w 82551"/>
                  <a:gd name="connsiteY1" fmla="*/ 7240 h 164488"/>
                  <a:gd name="connsiteX2" fmla="*/ 25290 w 82551"/>
                  <a:gd name="connsiteY2" fmla="*/ 13718 h 164488"/>
                  <a:gd name="connsiteX3" fmla="*/ 25167 w 82551"/>
                  <a:gd name="connsiteY3" fmla="*/ 85610 h 164488"/>
                  <a:gd name="connsiteX4" fmla="*/ -2505 w 82551"/>
                  <a:gd name="connsiteY4" fmla="*/ 162000 h 164488"/>
                  <a:gd name="connsiteX5" fmla="*/ 80047 w 82551"/>
                  <a:gd name="connsiteY5" fmla="*/ 163026 h 164488"/>
                  <a:gd name="connsiteX6" fmla="*/ 54334 w 82551"/>
                  <a:gd name="connsiteY6" fmla="*/ 85952 h 164488"/>
                  <a:gd name="connsiteX7" fmla="*/ 55215 w 82551"/>
                  <a:gd name="connsiteY7" fmla="*/ 13278 h 164488"/>
                  <a:gd name="connsiteX8" fmla="*/ 54505 w 82551"/>
                  <a:gd name="connsiteY8" fmla="*/ 7607 h 164488"/>
                  <a:gd name="connsiteX9" fmla="*/ 51345 w 82551"/>
                  <a:gd name="connsiteY9" fmla="*/ 2718 h 164488"/>
                  <a:gd name="connsiteX10" fmla="*/ 46472 w 82551"/>
                  <a:gd name="connsiteY10" fmla="*/ -582 h 164488"/>
                  <a:gd name="connsiteX11" fmla="*/ 40840 w 82551"/>
                  <a:gd name="connsiteY11" fmla="*/ -1462 h 164488"/>
                  <a:gd name="connsiteX12" fmla="*/ 35183 w 82551"/>
                  <a:gd name="connsiteY12" fmla="*/ -729 h 164488"/>
                  <a:gd name="connsiteX13" fmla="*/ 30261 w 82551"/>
                  <a:gd name="connsiteY13" fmla="*/ 2449 h 164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551" h="164488">
                    <a:moveTo>
                      <a:pt x="30261" y="2449"/>
                    </a:moveTo>
                    <a:lnTo>
                      <a:pt x="26955" y="7240"/>
                    </a:lnTo>
                    <a:lnTo>
                      <a:pt x="25290" y="13718"/>
                    </a:lnTo>
                    <a:lnTo>
                      <a:pt x="25167" y="85610"/>
                    </a:lnTo>
                    <a:lnTo>
                      <a:pt x="-2505" y="162000"/>
                    </a:lnTo>
                    <a:lnTo>
                      <a:pt x="80047" y="163026"/>
                    </a:lnTo>
                    <a:lnTo>
                      <a:pt x="54334" y="85952"/>
                    </a:lnTo>
                    <a:lnTo>
                      <a:pt x="55215" y="13278"/>
                    </a:lnTo>
                    <a:lnTo>
                      <a:pt x="54505" y="7607"/>
                    </a:lnTo>
                    <a:lnTo>
                      <a:pt x="51345" y="2718"/>
                    </a:lnTo>
                    <a:lnTo>
                      <a:pt x="46472" y="-582"/>
                    </a:lnTo>
                    <a:lnTo>
                      <a:pt x="40840" y="-1462"/>
                    </a:lnTo>
                    <a:lnTo>
                      <a:pt x="35183" y="-729"/>
                    </a:lnTo>
                    <a:lnTo>
                      <a:pt x="30261" y="2449"/>
                    </a:lnTo>
                    <a:close/>
                  </a:path>
                </a:pathLst>
              </a:custGeom>
              <a:grpFill/>
              <a:ln w="2446"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0663D6EC-1AC0-DED9-1F0A-3CE2CEC8E24F}"/>
                  </a:ext>
                </a:extLst>
              </p:cNvPr>
              <p:cNvSpPr/>
              <p:nvPr/>
            </p:nvSpPr>
            <p:spPr>
              <a:xfrm>
                <a:off x="4121075" y="34037334"/>
                <a:ext cx="121390" cy="96898"/>
              </a:xfrm>
              <a:custGeom>
                <a:avLst/>
                <a:gdLst>
                  <a:gd name="connsiteX0" fmla="*/ 43852 w 121390"/>
                  <a:gd name="connsiteY0" fmla="*/ -1462 h 96898"/>
                  <a:gd name="connsiteX1" fmla="*/ 42995 w 121390"/>
                  <a:gd name="connsiteY1" fmla="*/ 64709 h 96898"/>
                  <a:gd name="connsiteX2" fmla="*/ 13045 w 121390"/>
                  <a:gd name="connsiteY2" fmla="*/ 63536 h 96898"/>
                  <a:gd name="connsiteX3" fmla="*/ 6604 w 121390"/>
                  <a:gd name="connsiteY3" fmla="*/ 65125 h 96898"/>
                  <a:gd name="connsiteX4" fmla="*/ 1682 w 121390"/>
                  <a:gd name="connsiteY4" fmla="*/ 68279 h 96898"/>
                  <a:gd name="connsiteX5" fmla="*/ -1599 w 121390"/>
                  <a:gd name="connsiteY5" fmla="*/ 73070 h 96898"/>
                  <a:gd name="connsiteX6" fmla="*/ -2505 w 121390"/>
                  <a:gd name="connsiteY6" fmla="*/ 78717 h 96898"/>
                  <a:gd name="connsiteX7" fmla="*/ -1770 w 121390"/>
                  <a:gd name="connsiteY7" fmla="*/ 84388 h 96898"/>
                  <a:gd name="connsiteX8" fmla="*/ 1413 w 121390"/>
                  <a:gd name="connsiteY8" fmla="*/ 89252 h 96898"/>
                  <a:gd name="connsiteX9" fmla="*/ 6213 w 121390"/>
                  <a:gd name="connsiteY9" fmla="*/ 92552 h 96898"/>
                  <a:gd name="connsiteX10" fmla="*/ 12653 w 121390"/>
                  <a:gd name="connsiteY10" fmla="*/ 94263 h 96898"/>
                  <a:gd name="connsiteX11" fmla="*/ 103310 w 121390"/>
                  <a:gd name="connsiteY11" fmla="*/ 95437 h 96898"/>
                  <a:gd name="connsiteX12" fmla="*/ 108992 w 121390"/>
                  <a:gd name="connsiteY12" fmla="*/ 94654 h 96898"/>
                  <a:gd name="connsiteX13" fmla="*/ 113890 w 121390"/>
                  <a:gd name="connsiteY13" fmla="*/ 91477 h 96898"/>
                  <a:gd name="connsiteX14" fmla="*/ 117196 w 121390"/>
                  <a:gd name="connsiteY14" fmla="*/ 86710 h 96898"/>
                  <a:gd name="connsiteX15" fmla="*/ 118885 w 121390"/>
                  <a:gd name="connsiteY15" fmla="*/ 80257 h 96898"/>
                  <a:gd name="connsiteX16" fmla="*/ 117367 w 121390"/>
                  <a:gd name="connsiteY16" fmla="*/ 73779 h 96898"/>
                  <a:gd name="connsiteX17" fmla="*/ 113326 w 121390"/>
                  <a:gd name="connsiteY17" fmla="*/ 69672 h 96898"/>
                  <a:gd name="connsiteX18" fmla="*/ 109334 w 121390"/>
                  <a:gd name="connsiteY18" fmla="*/ 65590 h 96898"/>
                  <a:gd name="connsiteX19" fmla="*/ 103703 w 121390"/>
                  <a:gd name="connsiteY19" fmla="*/ 64709 h 96898"/>
                  <a:gd name="connsiteX20" fmla="*/ 72945 w 121390"/>
                  <a:gd name="connsiteY20" fmla="*/ 64319 h 96898"/>
                  <a:gd name="connsiteX21" fmla="*/ 74585 w 121390"/>
                  <a:gd name="connsiteY21" fmla="*/ -1096 h 96898"/>
                  <a:gd name="connsiteX22" fmla="*/ 43852 w 121390"/>
                  <a:gd name="connsiteY22" fmla="*/ -1462 h 96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390" h="96898">
                    <a:moveTo>
                      <a:pt x="43852" y="-1462"/>
                    </a:moveTo>
                    <a:lnTo>
                      <a:pt x="42995" y="64709"/>
                    </a:lnTo>
                    <a:lnTo>
                      <a:pt x="13045" y="63536"/>
                    </a:lnTo>
                    <a:lnTo>
                      <a:pt x="6604" y="65125"/>
                    </a:lnTo>
                    <a:lnTo>
                      <a:pt x="1682" y="68279"/>
                    </a:lnTo>
                    <a:lnTo>
                      <a:pt x="-1599" y="73070"/>
                    </a:lnTo>
                    <a:lnTo>
                      <a:pt x="-2505" y="78717"/>
                    </a:lnTo>
                    <a:lnTo>
                      <a:pt x="-1770" y="84388"/>
                    </a:lnTo>
                    <a:lnTo>
                      <a:pt x="1413" y="89252"/>
                    </a:lnTo>
                    <a:lnTo>
                      <a:pt x="6213" y="92552"/>
                    </a:lnTo>
                    <a:lnTo>
                      <a:pt x="12653" y="94263"/>
                    </a:lnTo>
                    <a:lnTo>
                      <a:pt x="103310" y="95437"/>
                    </a:lnTo>
                    <a:lnTo>
                      <a:pt x="108992" y="94654"/>
                    </a:lnTo>
                    <a:lnTo>
                      <a:pt x="113890" y="91477"/>
                    </a:lnTo>
                    <a:lnTo>
                      <a:pt x="117196" y="86710"/>
                    </a:lnTo>
                    <a:lnTo>
                      <a:pt x="118885" y="80257"/>
                    </a:lnTo>
                    <a:lnTo>
                      <a:pt x="117367" y="73779"/>
                    </a:lnTo>
                    <a:lnTo>
                      <a:pt x="113326" y="69672"/>
                    </a:lnTo>
                    <a:lnTo>
                      <a:pt x="109334" y="65590"/>
                    </a:lnTo>
                    <a:lnTo>
                      <a:pt x="103703" y="64709"/>
                    </a:lnTo>
                    <a:lnTo>
                      <a:pt x="72945" y="64319"/>
                    </a:lnTo>
                    <a:lnTo>
                      <a:pt x="74585" y="-1096"/>
                    </a:lnTo>
                    <a:lnTo>
                      <a:pt x="43852" y="-1462"/>
                    </a:lnTo>
                    <a:close/>
                  </a:path>
                </a:pathLst>
              </a:custGeom>
              <a:grpFill/>
              <a:ln w="2446" cap="flat">
                <a:noFill/>
                <a:prstDash val="solid"/>
                <a:miter/>
              </a:ln>
            </p:spPr>
            <p:txBody>
              <a:bodyPr rtlCol="0" anchor="ctr"/>
              <a:lstStyle/>
              <a:p>
                <a:endParaRPr lang="en-US"/>
              </a:p>
            </p:txBody>
          </p:sp>
        </p:grpSp>
        <p:grpSp>
          <p:nvGrpSpPr>
            <p:cNvPr id="182" name="Group 181">
              <a:extLst>
                <a:ext uri="{FF2B5EF4-FFF2-40B4-BE49-F238E27FC236}">
                  <a16:creationId xmlns:a16="http://schemas.microsoft.com/office/drawing/2014/main" id="{440D9307-DCC5-2266-4708-18A55A5C993B}"/>
                </a:ext>
              </a:extLst>
            </p:cNvPr>
            <p:cNvGrpSpPr/>
            <p:nvPr/>
          </p:nvGrpSpPr>
          <p:grpSpPr>
            <a:xfrm>
              <a:off x="5370084" y="29655311"/>
              <a:ext cx="385138" cy="367218"/>
              <a:chOff x="7005550" y="27959926"/>
              <a:chExt cx="1026873" cy="979091"/>
            </a:xfrm>
            <a:grpFill/>
          </p:grpSpPr>
          <p:sp>
            <p:nvSpPr>
              <p:cNvPr id="183" name="Freeform: Shape 182">
                <a:extLst>
                  <a:ext uri="{FF2B5EF4-FFF2-40B4-BE49-F238E27FC236}">
                    <a16:creationId xmlns:a16="http://schemas.microsoft.com/office/drawing/2014/main" id="{13BCAFCC-C685-CC68-8EBD-72F8982D50DE}"/>
                  </a:ext>
                </a:extLst>
              </p:cNvPr>
              <p:cNvSpPr/>
              <p:nvPr/>
            </p:nvSpPr>
            <p:spPr>
              <a:xfrm>
                <a:off x="7005550" y="27959926"/>
                <a:ext cx="831677" cy="497610"/>
              </a:xfrm>
              <a:custGeom>
                <a:avLst/>
                <a:gdLst>
                  <a:gd name="connsiteX0" fmla="*/ 770526 w 831677"/>
                  <a:gd name="connsiteY0" fmla="*/ 659 h 497610"/>
                  <a:gd name="connsiteX1" fmla="*/ 805179 w 831677"/>
                  <a:gd name="connsiteY1" fmla="*/ 16966 h 497610"/>
                  <a:gd name="connsiteX2" fmla="*/ 831678 w 831677"/>
                  <a:gd name="connsiteY2" fmla="*/ 129078 h 497610"/>
                  <a:gd name="connsiteX3" fmla="*/ 780718 w 831677"/>
                  <a:gd name="connsiteY3" fmla="*/ 143347 h 497610"/>
                  <a:gd name="connsiteX4" fmla="*/ 768487 w 831677"/>
                  <a:gd name="connsiteY4" fmla="*/ 98502 h 497610"/>
                  <a:gd name="connsiteX5" fmla="*/ 493304 w 831677"/>
                  <a:gd name="connsiteY5" fmla="*/ 381840 h 497610"/>
                  <a:gd name="connsiteX6" fmla="*/ 2049 w 831677"/>
                  <a:gd name="connsiteY6" fmla="*/ 489875 h 497610"/>
                  <a:gd name="connsiteX7" fmla="*/ 8164 w 831677"/>
                  <a:gd name="connsiteY7" fmla="*/ 451145 h 497610"/>
                  <a:gd name="connsiteX8" fmla="*/ 638030 w 831677"/>
                  <a:gd name="connsiteY8" fmla="*/ 180038 h 497610"/>
                  <a:gd name="connsiteX9" fmla="*/ 721604 w 831677"/>
                  <a:gd name="connsiteY9" fmla="*/ 72003 h 497610"/>
                  <a:gd name="connsiteX10" fmla="*/ 668606 w 831677"/>
                  <a:gd name="connsiteY10" fmla="*/ 76080 h 497610"/>
                  <a:gd name="connsiteX11" fmla="*/ 664529 w 831677"/>
                  <a:gd name="connsiteY11" fmla="*/ 27158 h 497610"/>
                  <a:gd name="connsiteX12" fmla="*/ 770526 w 831677"/>
                  <a:gd name="connsiteY12" fmla="*/ 659 h 497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1677" h="497610">
                    <a:moveTo>
                      <a:pt x="770526" y="659"/>
                    </a:moveTo>
                    <a:cubicBezTo>
                      <a:pt x="786242" y="-2010"/>
                      <a:pt x="797791" y="3426"/>
                      <a:pt x="805179" y="16966"/>
                    </a:cubicBezTo>
                    <a:cubicBezTo>
                      <a:pt x="813695" y="54421"/>
                      <a:pt x="822525" y="91792"/>
                      <a:pt x="831678" y="129078"/>
                    </a:cubicBezTo>
                    <a:cubicBezTo>
                      <a:pt x="821241" y="157873"/>
                      <a:pt x="804253" y="162630"/>
                      <a:pt x="780718" y="143347"/>
                    </a:cubicBezTo>
                    <a:cubicBezTo>
                      <a:pt x="776005" y="128577"/>
                      <a:pt x="771928" y="113631"/>
                      <a:pt x="768487" y="98502"/>
                    </a:cubicBezTo>
                    <a:cubicBezTo>
                      <a:pt x="693185" y="209134"/>
                      <a:pt x="601457" y="303582"/>
                      <a:pt x="493304" y="381840"/>
                    </a:cubicBezTo>
                    <a:cubicBezTo>
                      <a:pt x="342022" y="478969"/>
                      <a:pt x="178269" y="514984"/>
                      <a:pt x="2049" y="489875"/>
                    </a:cubicBezTo>
                    <a:cubicBezTo>
                      <a:pt x="-2044" y="475635"/>
                      <a:pt x="-5" y="462728"/>
                      <a:pt x="8164" y="451145"/>
                    </a:cubicBezTo>
                    <a:cubicBezTo>
                      <a:pt x="263511" y="463726"/>
                      <a:pt x="473466" y="373360"/>
                      <a:pt x="638030" y="180038"/>
                    </a:cubicBezTo>
                    <a:cubicBezTo>
                      <a:pt x="665887" y="144028"/>
                      <a:pt x="693747" y="108013"/>
                      <a:pt x="721604" y="72003"/>
                    </a:cubicBezTo>
                    <a:cubicBezTo>
                      <a:pt x="704037" y="74009"/>
                      <a:pt x="686368" y="75366"/>
                      <a:pt x="668606" y="76080"/>
                    </a:cubicBezTo>
                    <a:cubicBezTo>
                      <a:pt x="648589" y="61533"/>
                      <a:pt x="647231" y="45226"/>
                      <a:pt x="664529" y="27158"/>
                    </a:cubicBezTo>
                    <a:cubicBezTo>
                      <a:pt x="700682" y="19479"/>
                      <a:pt x="736012" y="10646"/>
                      <a:pt x="770526" y="659"/>
                    </a:cubicBezTo>
                    <a:close/>
                  </a:path>
                </a:pathLst>
              </a:custGeom>
              <a:grpFill/>
              <a:ln w="4074"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5FF542C8-F778-3964-07ED-7A43202D437A}"/>
                  </a:ext>
                </a:extLst>
              </p:cNvPr>
              <p:cNvSpPr/>
              <p:nvPr/>
            </p:nvSpPr>
            <p:spPr>
              <a:xfrm>
                <a:off x="7796459" y="28196784"/>
                <a:ext cx="207918" cy="672928"/>
              </a:xfrm>
              <a:custGeom>
                <a:avLst/>
                <a:gdLst>
                  <a:gd name="connsiteX0" fmla="*/ 12231 w 207918"/>
                  <a:gd name="connsiteY0" fmla="*/ 255 h 672928"/>
                  <a:gd name="connsiteX1" fmla="*/ 195687 w 207918"/>
                  <a:gd name="connsiteY1" fmla="*/ 2294 h 672928"/>
                  <a:gd name="connsiteX2" fmla="*/ 205879 w 207918"/>
                  <a:gd name="connsiteY2" fmla="*/ 20639 h 672928"/>
                  <a:gd name="connsiteX3" fmla="*/ 205879 w 207918"/>
                  <a:gd name="connsiteY3" fmla="*/ 648466 h 672928"/>
                  <a:gd name="connsiteX4" fmla="*/ 191611 w 207918"/>
                  <a:gd name="connsiteY4" fmla="*/ 670889 h 672928"/>
                  <a:gd name="connsiteX5" fmla="*/ 16308 w 207918"/>
                  <a:gd name="connsiteY5" fmla="*/ 670889 h 672928"/>
                  <a:gd name="connsiteX6" fmla="*/ 2039 w 207918"/>
                  <a:gd name="connsiteY6" fmla="*/ 656620 h 672928"/>
                  <a:gd name="connsiteX7" fmla="*/ 2039 w 207918"/>
                  <a:gd name="connsiteY7" fmla="*/ 12486 h 672928"/>
                  <a:gd name="connsiteX8" fmla="*/ 12231 w 207918"/>
                  <a:gd name="connsiteY8" fmla="*/ 255 h 672928"/>
                  <a:gd name="connsiteX9" fmla="*/ 52999 w 207918"/>
                  <a:gd name="connsiteY9" fmla="*/ 53254 h 672928"/>
                  <a:gd name="connsiteX10" fmla="*/ 154919 w 207918"/>
                  <a:gd name="connsiteY10" fmla="*/ 53254 h 672928"/>
                  <a:gd name="connsiteX11" fmla="*/ 154919 w 207918"/>
                  <a:gd name="connsiteY11" fmla="*/ 619929 h 672928"/>
                  <a:gd name="connsiteX12" fmla="*/ 52999 w 207918"/>
                  <a:gd name="connsiteY12" fmla="*/ 619929 h 672928"/>
                  <a:gd name="connsiteX13" fmla="*/ 52999 w 207918"/>
                  <a:gd name="connsiteY13" fmla="*/ 53254 h 67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918" h="672928">
                    <a:moveTo>
                      <a:pt x="12231" y="255"/>
                    </a:moveTo>
                    <a:cubicBezTo>
                      <a:pt x="73400" y="-425"/>
                      <a:pt x="134552" y="255"/>
                      <a:pt x="195687" y="2294"/>
                    </a:cubicBezTo>
                    <a:cubicBezTo>
                      <a:pt x="201366" y="7068"/>
                      <a:pt x="204766" y="13183"/>
                      <a:pt x="205879" y="20639"/>
                    </a:cubicBezTo>
                    <a:cubicBezTo>
                      <a:pt x="208599" y="229914"/>
                      <a:pt x="208599" y="439192"/>
                      <a:pt x="205879" y="648466"/>
                    </a:cubicBezTo>
                    <a:cubicBezTo>
                      <a:pt x="204469" y="658039"/>
                      <a:pt x="199711" y="665512"/>
                      <a:pt x="191611" y="670889"/>
                    </a:cubicBezTo>
                    <a:cubicBezTo>
                      <a:pt x="133178" y="673608"/>
                      <a:pt x="74741" y="673608"/>
                      <a:pt x="16308" y="670889"/>
                    </a:cubicBezTo>
                    <a:cubicBezTo>
                      <a:pt x="8835" y="668850"/>
                      <a:pt x="4078" y="664093"/>
                      <a:pt x="2039" y="656620"/>
                    </a:cubicBezTo>
                    <a:cubicBezTo>
                      <a:pt x="-680" y="441907"/>
                      <a:pt x="-680" y="227199"/>
                      <a:pt x="2039" y="12486"/>
                    </a:cubicBezTo>
                    <a:cubicBezTo>
                      <a:pt x="6300" y="8927"/>
                      <a:pt x="9696" y="4850"/>
                      <a:pt x="12231" y="255"/>
                    </a:cubicBezTo>
                    <a:close/>
                    <a:moveTo>
                      <a:pt x="52999" y="53254"/>
                    </a:moveTo>
                    <a:cubicBezTo>
                      <a:pt x="86971" y="53254"/>
                      <a:pt x="120947" y="53254"/>
                      <a:pt x="154919" y="53254"/>
                    </a:cubicBezTo>
                    <a:cubicBezTo>
                      <a:pt x="154919" y="242144"/>
                      <a:pt x="154919" y="431039"/>
                      <a:pt x="154919" y="619929"/>
                    </a:cubicBezTo>
                    <a:cubicBezTo>
                      <a:pt x="120947" y="619929"/>
                      <a:pt x="86971" y="619929"/>
                      <a:pt x="52999" y="619929"/>
                    </a:cubicBezTo>
                    <a:cubicBezTo>
                      <a:pt x="52999" y="431039"/>
                      <a:pt x="52999" y="242144"/>
                      <a:pt x="52999" y="53254"/>
                    </a:cubicBezTo>
                    <a:close/>
                  </a:path>
                </a:pathLst>
              </a:custGeom>
              <a:grpFill/>
              <a:ln w="4074"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93262FE1-C9E1-97E3-46F1-A54816DF2CD5}"/>
                  </a:ext>
                </a:extLst>
              </p:cNvPr>
              <p:cNvSpPr/>
              <p:nvPr/>
            </p:nvSpPr>
            <p:spPr>
              <a:xfrm>
                <a:off x="7543697" y="28396547"/>
                <a:ext cx="207918" cy="473165"/>
              </a:xfrm>
              <a:custGeom>
                <a:avLst/>
                <a:gdLst>
                  <a:gd name="connsiteX0" fmla="*/ 16308 w 207918"/>
                  <a:gd name="connsiteY0" fmla="*/ 255 h 473165"/>
                  <a:gd name="connsiteX1" fmla="*/ 191611 w 207918"/>
                  <a:gd name="connsiteY1" fmla="*/ 2294 h 473165"/>
                  <a:gd name="connsiteX2" fmla="*/ 205879 w 207918"/>
                  <a:gd name="connsiteY2" fmla="*/ 16563 h 473165"/>
                  <a:gd name="connsiteX3" fmla="*/ 205879 w 207918"/>
                  <a:gd name="connsiteY3" fmla="*/ 456857 h 473165"/>
                  <a:gd name="connsiteX4" fmla="*/ 191611 w 207918"/>
                  <a:gd name="connsiteY4" fmla="*/ 471126 h 473165"/>
                  <a:gd name="connsiteX5" fmla="*/ 16308 w 207918"/>
                  <a:gd name="connsiteY5" fmla="*/ 471126 h 473165"/>
                  <a:gd name="connsiteX6" fmla="*/ 2039 w 207918"/>
                  <a:gd name="connsiteY6" fmla="*/ 456857 h 473165"/>
                  <a:gd name="connsiteX7" fmla="*/ 2039 w 207918"/>
                  <a:gd name="connsiteY7" fmla="*/ 16563 h 473165"/>
                  <a:gd name="connsiteX8" fmla="*/ 16308 w 207918"/>
                  <a:gd name="connsiteY8" fmla="*/ 255 h 473165"/>
                  <a:gd name="connsiteX9" fmla="*/ 52999 w 207918"/>
                  <a:gd name="connsiteY9" fmla="*/ 53254 h 473165"/>
                  <a:gd name="connsiteX10" fmla="*/ 154919 w 207918"/>
                  <a:gd name="connsiteY10" fmla="*/ 53254 h 473165"/>
                  <a:gd name="connsiteX11" fmla="*/ 154919 w 207918"/>
                  <a:gd name="connsiteY11" fmla="*/ 420166 h 473165"/>
                  <a:gd name="connsiteX12" fmla="*/ 52999 w 207918"/>
                  <a:gd name="connsiteY12" fmla="*/ 420166 h 473165"/>
                  <a:gd name="connsiteX13" fmla="*/ 52999 w 207918"/>
                  <a:gd name="connsiteY13" fmla="*/ 53254 h 47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7918" h="473165">
                    <a:moveTo>
                      <a:pt x="16308" y="255"/>
                    </a:moveTo>
                    <a:cubicBezTo>
                      <a:pt x="74757" y="-425"/>
                      <a:pt x="133194" y="255"/>
                      <a:pt x="191611" y="2294"/>
                    </a:cubicBezTo>
                    <a:cubicBezTo>
                      <a:pt x="199083" y="4332"/>
                      <a:pt x="203841" y="9090"/>
                      <a:pt x="205879" y="16563"/>
                    </a:cubicBezTo>
                    <a:cubicBezTo>
                      <a:pt x="208599" y="163327"/>
                      <a:pt x="208599" y="310092"/>
                      <a:pt x="205879" y="456857"/>
                    </a:cubicBezTo>
                    <a:cubicBezTo>
                      <a:pt x="203841" y="464330"/>
                      <a:pt x="199083" y="469087"/>
                      <a:pt x="191611" y="471126"/>
                    </a:cubicBezTo>
                    <a:cubicBezTo>
                      <a:pt x="133178" y="473845"/>
                      <a:pt x="74741" y="473845"/>
                      <a:pt x="16308" y="471126"/>
                    </a:cubicBezTo>
                    <a:cubicBezTo>
                      <a:pt x="8835" y="469087"/>
                      <a:pt x="4078" y="464330"/>
                      <a:pt x="2039" y="456857"/>
                    </a:cubicBezTo>
                    <a:cubicBezTo>
                      <a:pt x="-680" y="310092"/>
                      <a:pt x="-680" y="163327"/>
                      <a:pt x="2039" y="16563"/>
                    </a:cubicBezTo>
                    <a:cubicBezTo>
                      <a:pt x="4852" y="9020"/>
                      <a:pt x="9606" y="3582"/>
                      <a:pt x="16308" y="255"/>
                    </a:cubicBezTo>
                    <a:close/>
                    <a:moveTo>
                      <a:pt x="52999" y="53254"/>
                    </a:moveTo>
                    <a:cubicBezTo>
                      <a:pt x="86971" y="53254"/>
                      <a:pt x="120947" y="53254"/>
                      <a:pt x="154919" y="53254"/>
                    </a:cubicBezTo>
                    <a:cubicBezTo>
                      <a:pt x="154919" y="175558"/>
                      <a:pt x="154919" y="297862"/>
                      <a:pt x="154919" y="420166"/>
                    </a:cubicBezTo>
                    <a:cubicBezTo>
                      <a:pt x="120947" y="420166"/>
                      <a:pt x="86971" y="420166"/>
                      <a:pt x="52999" y="420166"/>
                    </a:cubicBezTo>
                    <a:cubicBezTo>
                      <a:pt x="52999" y="297862"/>
                      <a:pt x="52999" y="175558"/>
                      <a:pt x="52999" y="53254"/>
                    </a:cubicBezTo>
                    <a:close/>
                  </a:path>
                </a:pathLst>
              </a:custGeom>
              <a:grpFill/>
              <a:ln w="4074"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32666673-5D4A-27B0-6DE2-401D6B7689A9}"/>
                  </a:ext>
                </a:extLst>
              </p:cNvPr>
              <p:cNvSpPr/>
              <p:nvPr/>
            </p:nvSpPr>
            <p:spPr>
              <a:xfrm>
                <a:off x="7290737" y="28527005"/>
                <a:ext cx="208222" cy="342866"/>
              </a:xfrm>
              <a:custGeom>
                <a:avLst/>
                <a:gdLst>
                  <a:gd name="connsiteX0" fmla="*/ 16507 w 208222"/>
                  <a:gd name="connsiteY0" fmla="*/ 255 h 342866"/>
                  <a:gd name="connsiteX1" fmla="*/ 195886 w 208222"/>
                  <a:gd name="connsiteY1" fmla="*/ 2294 h 342866"/>
                  <a:gd name="connsiteX2" fmla="*/ 202001 w 208222"/>
                  <a:gd name="connsiteY2" fmla="*/ 8409 h 342866"/>
                  <a:gd name="connsiteX3" fmla="*/ 208116 w 208222"/>
                  <a:gd name="connsiteY3" fmla="*/ 171481 h 342866"/>
                  <a:gd name="connsiteX4" fmla="*/ 206078 w 208222"/>
                  <a:gd name="connsiteY4" fmla="*/ 326399 h 342866"/>
                  <a:gd name="connsiteX5" fmla="*/ 199963 w 208222"/>
                  <a:gd name="connsiteY5" fmla="*/ 336591 h 342866"/>
                  <a:gd name="connsiteX6" fmla="*/ 16507 w 208222"/>
                  <a:gd name="connsiteY6" fmla="*/ 340668 h 342866"/>
                  <a:gd name="connsiteX7" fmla="*/ 6315 w 208222"/>
                  <a:gd name="connsiteY7" fmla="*/ 330476 h 342866"/>
                  <a:gd name="connsiteX8" fmla="*/ 2238 w 208222"/>
                  <a:gd name="connsiteY8" fmla="*/ 20639 h 342866"/>
                  <a:gd name="connsiteX9" fmla="*/ 16507 w 208222"/>
                  <a:gd name="connsiteY9" fmla="*/ 255 h 342866"/>
                  <a:gd name="connsiteX10" fmla="*/ 53198 w 208222"/>
                  <a:gd name="connsiteY10" fmla="*/ 53254 h 342866"/>
                  <a:gd name="connsiteX11" fmla="*/ 155118 w 208222"/>
                  <a:gd name="connsiteY11" fmla="*/ 53254 h 342866"/>
                  <a:gd name="connsiteX12" fmla="*/ 155118 w 208222"/>
                  <a:gd name="connsiteY12" fmla="*/ 289708 h 342866"/>
                  <a:gd name="connsiteX13" fmla="*/ 53198 w 208222"/>
                  <a:gd name="connsiteY13" fmla="*/ 289708 h 342866"/>
                  <a:gd name="connsiteX14" fmla="*/ 53198 w 208222"/>
                  <a:gd name="connsiteY14" fmla="*/ 53254 h 34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8222" h="342866">
                    <a:moveTo>
                      <a:pt x="16507" y="255"/>
                    </a:moveTo>
                    <a:cubicBezTo>
                      <a:pt x="76314" y="-425"/>
                      <a:pt x="136108" y="255"/>
                      <a:pt x="195886" y="2294"/>
                    </a:cubicBezTo>
                    <a:cubicBezTo>
                      <a:pt x="197924" y="4332"/>
                      <a:pt x="199963" y="6371"/>
                      <a:pt x="202001" y="8409"/>
                    </a:cubicBezTo>
                    <a:cubicBezTo>
                      <a:pt x="206690" y="62394"/>
                      <a:pt x="208728" y="116754"/>
                      <a:pt x="208116" y="171481"/>
                    </a:cubicBezTo>
                    <a:cubicBezTo>
                      <a:pt x="207436" y="223122"/>
                      <a:pt x="206759" y="274759"/>
                      <a:pt x="206078" y="326399"/>
                    </a:cubicBezTo>
                    <a:cubicBezTo>
                      <a:pt x="204553" y="330134"/>
                      <a:pt x="202515" y="333534"/>
                      <a:pt x="199963" y="336591"/>
                    </a:cubicBezTo>
                    <a:cubicBezTo>
                      <a:pt x="139190" y="343249"/>
                      <a:pt x="78038" y="344610"/>
                      <a:pt x="16507" y="340668"/>
                    </a:cubicBezTo>
                    <a:cubicBezTo>
                      <a:pt x="13111" y="337272"/>
                      <a:pt x="9711" y="333872"/>
                      <a:pt x="6315" y="330476"/>
                    </a:cubicBezTo>
                    <a:cubicBezTo>
                      <a:pt x="-400" y="227553"/>
                      <a:pt x="-1761" y="124276"/>
                      <a:pt x="2238" y="20639"/>
                    </a:cubicBezTo>
                    <a:cubicBezTo>
                      <a:pt x="3286" y="10827"/>
                      <a:pt x="8043" y="4035"/>
                      <a:pt x="16507" y="255"/>
                    </a:cubicBezTo>
                    <a:close/>
                    <a:moveTo>
                      <a:pt x="53198" y="53254"/>
                    </a:moveTo>
                    <a:cubicBezTo>
                      <a:pt x="87170" y="53254"/>
                      <a:pt x="121146" y="53254"/>
                      <a:pt x="155118" y="53254"/>
                    </a:cubicBezTo>
                    <a:cubicBezTo>
                      <a:pt x="155118" y="132071"/>
                      <a:pt x="155118" y="210891"/>
                      <a:pt x="155118" y="289708"/>
                    </a:cubicBezTo>
                    <a:cubicBezTo>
                      <a:pt x="121146" y="289708"/>
                      <a:pt x="87170" y="289708"/>
                      <a:pt x="53198" y="289708"/>
                    </a:cubicBezTo>
                    <a:cubicBezTo>
                      <a:pt x="53198" y="210891"/>
                      <a:pt x="53198" y="132071"/>
                      <a:pt x="53198" y="53254"/>
                    </a:cubicBezTo>
                    <a:close/>
                  </a:path>
                </a:pathLst>
              </a:custGeom>
              <a:grpFill/>
              <a:ln w="4074"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CE459FAF-E616-265F-4D50-92CFBBFF7A90}"/>
                  </a:ext>
                </a:extLst>
              </p:cNvPr>
              <p:cNvSpPr/>
              <p:nvPr/>
            </p:nvSpPr>
            <p:spPr>
              <a:xfrm>
                <a:off x="7042251" y="28620771"/>
                <a:ext cx="203885" cy="248941"/>
              </a:xfrm>
              <a:custGeom>
                <a:avLst/>
                <a:gdLst>
                  <a:gd name="connsiteX0" fmla="*/ 8155 w 203885"/>
                  <a:gd name="connsiteY0" fmla="*/ 255 h 248941"/>
                  <a:gd name="connsiteX1" fmla="*/ 191611 w 203885"/>
                  <a:gd name="connsiteY1" fmla="*/ 2294 h 248941"/>
                  <a:gd name="connsiteX2" fmla="*/ 199764 w 203885"/>
                  <a:gd name="connsiteY2" fmla="*/ 8409 h 248941"/>
                  <a:gd name="connsiteX3" fmla="*/ 201803 w 203885"/>
                  <a:gd name="connsiteY3" fmla="*/ 236710 h 248941"/>
                  <a:gd name="connsiteX4" fmla="*/ 191611 w 203885"/>
                  <a:gd name="connsiteY4" fmla="*/ 246902 h 248941"/>
                  <a:gd name="connsiteX5" fmla="*/ 12231 w 203885"/>
                  <a:gd name="connsiteY5" fmla="*/ 246902 h 248941"/>
                  <a:gd name="connsiteX6" fmla="*/ 2039 w 203885"/>
                  <a:gd name="connsiteY6" fmla="*/ 236710 h 248941"/>
                  <a:gd name="connsiteX7" fmla="*/ 2039 w 203885"/>
                  <a:gd name="connsiteY7" fmla="*/ 8409 h 248941"/>
                  <a:gd name="connsiteX8" fmla="*/ 8155 w 203885"/>
                  <a:gd name="connsiteY8" fmla="*/ 255 h 248941"/>
                  <a:gd name="connsiteX9" fmla="*/ 52999 w 203885"/>
                  <a:gd name="connsiteY9" fmla="*/ 49177 h 248941"/>
                  <a:gd name="connsiteX10" fmla="*/ 150843 w 203885"/>
                  <a:gd name="connsiteY10" fmla="*/ 49177 h 248941"/>
                  <a:gd name="connsiteX11" fmla="*/ 150843 w 203885"/>
                  <a:gd name="connsiteY11" fmla="*/ 195942 h 248941"/>
                  <a:gd name="connsiteX12" fmla="*/ 52999 w 203885"/>
                  <a:gd name="connsiteY12" fmla="*/ 195942 h 248941"/>
                  <a:gd name="connsiteX13" fmla="*/ 52999 w 203885"/>
                  <a:gd name="connsiteY13" fmla="*/ 49177 h 248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3885" h="248941">
                    <a:moveTo>
                      <a:pt x="8155" y="255"/>
                    </a:moveTo>
                    <a:cubicBezTo>
                      <a:pt x="69323" y="-425"/>
                      <a:pt x="130475" y="255"/>
                      <a:pt x="191611" y="2294"/>
                    </a:cubicBezTo>
                    <a:cubicBezTo>
                      <a:pt x="194905" y="3549"/>
                      <a:pt x="197624" y="5588"/>
                      <a:pt x="199764" y="8409"/>
                    </a:cubicBezTo>
                    <a:cubicBezTo>
                      <a:pt x="204465" y="84331"/>
                      <a:pt x="205146" y="160433"/>
                      <a:pt x="201803" y="236710"/>
                    </a:cubicBezTo>
                    <a:cubicBezTo>
                      <a:pt x="198407" y="240106"/>
                      <a:pt x="195007" y="243506"/>
                      <a:pt x="191611" y="246902"/>
                    </a:cubicBezTo>
                    <a:cubicBezTo>
                      <a:pt x="131816" y="249621"/>
                      <a:pt x="72026" y="249621"/>
                      <a:pt x="12231" y="246902"/>
                    </a:cubicBezTo>
                    <a:cubicBezTo>
                      <a:pt x="8835" y="243506"/>
                      <a:pt x="5435" y="240106"/>
                      <a:pt x="2039" y="236710"/>
                    </a:cubicBezTo>
                    <a:cubicBezTo>
                      <a:pt x="-680" y="160608"/>
                      <a:pt x="-680" y="84511"/>
                      <a:pt x="2039" y="8409"/>
                    </a:cubicBezTo>
                    <a:cubicBezTo>
                      <a:pt x="4962" y="6191"/>
                      <a:pt x="7001" y="3472"/>
                      <a:pt x="8155" y="255"/>
                    </a:cubicBezTo>
                    <a:close/>
                    <a:moveTo>
                      <a:pt x="52999" y="49177"/>
                    </a:moveTo>
                    <a:cubicBezTo>
                      <a:pt x="85614" y="49177"/>
                      <a:pt x="118228" y="49177"/>
                      <a:pt x="150843" y="49177"/>
                    </a:cubicBezTo>
                    <a:cubicBezTo>
                      <a:pt x="150843" y="98099"/>
                      <a:pt x="150843" y="147020"/>
                      <a:pt x="150843" y="195942"/>
                    </a:cubicBezTo>
                    <a:cubicBezTo>
                      <a:pt x="118228" y="195942"/>
                      <a:pt x="85614" y="195942"/>
                      <a:pt x="52999" y="195942"/>
                    </a:cubicBezTo>
                    <a:cubicBezTo>
                      <a:pt x="52999" y="147020"/>
                      <a:pt x="52999" y="98099"/>
                      <a:pt x="52999" y="49177"/>
                    </a:cubicBezTo>
                    <a:close/>
                  </a:path>
                </a:pathLst>
              </a:custGeom>
              <a:grpFill/>
              <a:ln w="4074"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52285B28-D65B-1E7A-7937-5146372910D3}"/>
                  </a:ext>
                </a:extLst>
              </p:cNvPr>
              <p:cNvSpPr/>
              <p:nvPr/>
            </p:nvSpPr>
            <p:spPr>
              <a:xfrm>
                <a:off x="7038375" y="28885763"/>
                <a:ext cx="994048" cy="53254"/>
              </a:xfrm>
              <a:custGeom>
                <a:avLst/>
                <a:gdLst>
                  <a:gd name="connsiteX0" fmla="*/ 16107 w 994048"/>
                  <a:gd name="connsiteY0" fmla="*/ 255 h 53254"/>
                  <a:gd name="connsiteX1" fmla="*/ 978232 w 994048"/>
                  <a:gd name="connsiteY1" fmla="*/ 2294 h 53254"/>
                  <a:gd name="connsiteX2" fmla="*/ 988424 w 994048"/>
                  <a:gd name="connsiteY2" fmla="*/ 45100 h 53254"/>
                  <a:gd name="connsiteX3" fmla="*/ 978232 w 994048"/>
                  <a:gd name="connsiteY3" fmla="*/ 51215 h 53254"/>
                  <a:gd name="connsiteX4" fmla="*/ 16107 w 994048"/>
                  <a:gd name="connsiteY4" fmla="*/ 51215 h 53254"/>
                  <a:gd name="connsiteX5" fmla="*/ 16107 w 994048"/>
                  <a:gd name="connsiteY5" fmla="*/ 255 h 5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4048" h="53254">
                    <a:moveTo>
                      <a:pt x="16107" y="255"/>
                    </a:moveTo>
                    <a:cubicBezTo>
                      <a:pt x="336817" y="-425"/>
                      <a:pt x="657527" y="255"/>
                      <a:pt x="978232" y="2294"/>
                    </a:cubicBezTo>
                    <a:cubicBezTo>
                      <a:pt x="995065" y="13020"/>
                      <a:pt x="998461" y="27289"/>
                      <a:pt x="988424" y="45100"/>
                    </a:cubicBezTo>
                    <a:cubicBezTo>
                      <a:pt x="985366" y="47652"/>
                      <a:pt x="981966" y="49691"/>
                      <a:pt x="978232" y="51215"/>
                    </a:cubicBezTo>
                    <a:cubicBezTo>
                      <a:pt x="657523" y="53935"/>
                      <a:pt x="336817" y="53935"/>
                      <a:pt x="16107" y="51215"/>
                    </a:cubicBezTo>
                    <a:cubicBezTo>
                      <a:pt x="-5369" y="34244"/>
                      <a:pt x="-5369" y="17260"/>
                      <a:pt x="16107" y="255"/>
                    </a:cubicBezTo>
                    <a:close/>
                  </a:path>
                </a:pathLst>
              </a:custGeom>
              <a:grpFill/>
              <a:ln w="4074" cap="flat">
                <a:noFill/>
                <a:prstDash val="solid"/>
                <a:miter/>
              </a:ln>
            </p:spPr>
            <p:txBody>
              <a:bodyPr rtlCol="0" anchor="ctr"/>
              <a:lstStyle/>
              <a:p>
                <a:endParaRPr lang="en-US"/>
              </a:p>
            </p:txBody>
          </p:sp>
        </p:grpSp>
      </p:grpSp>
      <p:pic>
        <p:nvPicPr>
          <p:cNvPr id="197" name="Graphic 196">
            <a:extLst>
              <a:ext uri="{FF2B5EF4-FFF2-40B4-BE49-F238E27FC236}">
                <a16:creationId xmlns:a16="http://schemas.microsoft.com/office/drawing/2014/main" id="{1A7E60F1-CA0B-59F6-F561-24B93A41D65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264937" y="4224619"/>
            <a:ext cx="698444" cy="698444"/>
          </a:xfrm>
          <a:prstGeom prst="rect">
            <a:avLst/>
          </a:prstGeom>
        </p:spPr>
      </p:pic>
      <p:pic>
        <p:nvPicPr>
          <p:cNvPr id="199" name="Graphic 198">
            <a:extLst>
              <a:ext uri="{FF2B5EF4-FFF2-40B4-BE49-F238E27FC236}">
                <a16:creationId xmlns:a16="http://schemas.microsoft.com/office/drawing/2014/main" id="{9623CE41-982E-C074-444C-BAF3006E85A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779400" y="4138376"/>
            <a:ext cx="857372" cy="857372"/>
          </a:xfrm>
          <a:prstGeom prst="rect">
            <a:avLst/>
          </a:prstGeom>
        </p:spPr>
      </p:pic>
    </p:spTree>
    <p:extLst>
      <p:ext uri="{BB962C8B-B14F-4D97-AF65-F5344CB8AC3E}">
        <p14:creationId xmlns:p14="http://schemas.microsoft.com/office/powerpoint/2010/main" val="3772580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0080E-821E-82E6-C09E-332998209660}"/>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AAE6138-61E4-D4EF-DA97-2E8BBEA12339}"/>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74353DE-78B2-C87F-3D17-B0F2604B5553}"/>
              </a:ext>
            </a:extLst>
          </p:cNvPr>
          <p:cNvGrpSpPr/>
          <p:nvPr/>
        </p:nvGrpSpPr>
        <p:grpSpPr>
          <a:xfrm>
            <a:off x="409056" y="411029"/>
            <a:ext cx="11434076" cy="953484"/>
            <a:chOff x="290184" y="400187"/>
            <a:chExt cx="11269728" cy="953484"/>
          </a:xfrm>
        </p:grpSpPr>
        <p:grpSp>
          <p:nvGrpSpPr>
            <p:cNvPr id="11" name="Group 10">
              <a:extLst>
                <a:ext uri="{FF2B5EF4-FFF2-40B4-BE49-F238E27FC236}">
                  <a16:creationId xmlns:a16="http://schemas.microsoft.com/office/drawing/2014/main" id="{BC0601C1-073D-A5D2-6EC2-167DFD30695C}"/>
                </a:ext>
              </a:extLst>
            </p:cNvPr>
            <p:cNvGrpSpPr/>
            <p:nvPr/>
          </p:nvGrpSpPr>
          <p:grpSpPr>
            <a:xfrm>
              <a:off x="334395" y="400187"/>
              <a:ext cx="11225517" cy="845516"/>
              <a:chOff x="4248669" y="401638"/>
              <a:chExt cx="11225517" cy="845516"/>
            </a:xfrm>
          </p:grpSpPr>
          <p:sp>
            <p:nvSpPr>
              <p:cNvPr id="15" name="Rectangle 14">
                <a:extLst>
                  <a:ext uri="{FF2B5EF4-FFF2-40B4-BE49-F238E27FC236}">
                    <a16:creationId xmlns:a16="http://schemas.microsoft.com/office/drawing/2014/main" id="{9A7698FA-D076-3FC5-C58C-C74C782D723B}"/>
                  </a:ext>
                </a:extLst>
              </p:cNvPr>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a:rPr>
                  <a:t>III. REDEVABILITE FINANCIERE</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a:rPr>
                  <a:t> </a:t>
                </a:r>
                <a:endParaRPr lang="en-US" sz="2000" b="1" dirty="0">
                  <a:solidFill>
                    <a:srgbClr val="009ADE"/>
                  </a:solidFill>
                  <a:latin typeface="Source Sans Pro" panose="020B0503030403020204" pitchFamily="34" charset="0"/>
                </a:endParaRPr>
              </a:p>
            </p:txBody>
          </p:sp>
          <p:sp>
            <p:nvSpPr>
              <p:cNvPr id="16" name="Flowchart: Off-page Connector 15">
                <a:extLst>
                  <a:ext uri="{FF2B5EF4-FFF2-40B4-BE49-F238E27FC236}">
                    <a16:creationId xmlns:a16="http://schemas.microsoft.com/office/drawing/2014/main" id="{F3EC4C6A-6F17-8E9B-E9D1-D8D3B14D3562}"/>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a:extLst>
                  <a:ext uri="{FF2B5EF4-FFF2-40B4-BE49-F238E27FC236}">
                    <a16:creationId xmlns:a16="http://schemas.microsoft.com/office/drawing/2014/main" id="{C2E550AD-9D96-14CB-F66C-0FC10E116911}"/>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11B8178C-AA04-8A6A-A000-EC4567BED377}"/>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a:extLst>
              <a:ext uri="{FF2B5EF4-FFF2-40B4-BE49-F238E27FC236}">
                <a16:creationId xmlns:a16="http://schemas.microsoft.com/office/drawing/2014/main" id="{1703C112-7BF0-6179-F05E-802362A0F0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819" y="540464"/>
            <a:ext cx="692109" cy="692109"/>
          </a:xfrm>
          <a:prstGeom prst="rect">
            <a:avLst/>
          </a:prstGeom>
        </p:spPr>
      </p:pic>
      <p:graphicFrame>
        <p:nvGraphicFramePr>
          <p:cNvPr id="3" name="Content Placeholder 3">
            <a:extLst>
              <a:ext uri="{FF2B5EF4-FFF2-40B4-BE49-F238E27FC236}">
                <a16:creationId xmlns:a16="http://schemas.microsoft.com/office/drawing/2014/main" id="{93A5735C-31AC-53F6-9D97-0D0062762363}"/>
              </a:ext>
            </a:extLst>
          </p:cNvPr>
          <p:cNvGraphicFramePr>
            <a:graphicFrameLocks/>
          </p:cNvGraphicFramePr>
          <p:nvPr>
            <p:custDataLst>
              <p:tags r:id="rId1"/>
            </p:custDataLst>
            <p:extLst>
              <p:ext uri="{D42A27DB-BD31-4B8C-83A1-F6EECF244321}">
                <p14:modId xmlns:p14="http://schemas.microsoft.com/office/powerpoint/2010/main" val="1474795989"/>
              </p:ext>
            </p:extLst>
          </p:nvPr>
        </p:nvGraphicFramePr>
        <p:xfrm>
          <a:off x="30192" y="1315189"/>
          <a:ext cx="12131615" cy="5513848"/>
        </p:xfrm>
        <a:graphic>
          <a:graphicData uri="http://schemas.openxmlformats.org/drawingml/2006/table">
            <a:tbl>
              <a:tblPr firstRow="1" bandRow="1">
                <a:tableStyleId>{BC89EF96-8CEA-46FF-86C4-4CE0E7609802}</a:tableStyleId>
              </a:tblPr>
              <a:tblGrid>
                <a:gridCol w="3715197">
                  <a:extLst>
                    <a:ext uri="{9D8B030D-6E8A-4147-A177-3AD203B41FA5}">
                      <a16:colId xmlns:a16="http://schemas.microsoft.com/office/drawing/2014/main" val="20000"/>
                    </a:ext>
                  </a:extLst>
                </a:gridCol>
                <a:gridCol w="2870034">
                  <a:extLst>
                    <a:ext uri="{9D8B030D-6E8A-4147-A177-3AD203B41FA5}">
                      <a16:colId xmlns:a16="http://schemas.microsoft.com/office/drawing/2014/main" val="20001"/>
                    </a:ext>
                  </a:extLst>
                </a:gridCol>
                <a:gridCol w="2513480">
                  <a:extLst>
                    <a:ext uri="{9D8B030D-6E8A-4147-A177-3AD203B41FA5}">
                      <a16:colId xmlns:a16="http://schemas.microsoft.com/office/drawing/2014/main" val="20003"/>
                    </a:ext>
                  </a:extLst>
                </a:gridCol>
                <a:gridCol w="3032904">
                  <a:extLst>
                    <a:ext uri="{9D8B030D-6E8A-4147-A177-3AD203B41FA5}">
                      <a16:colId xmlns:a16="http://schemas.microsoft.com/office/drawing/2014/main" val="20004"/>
                    </a:ext>
                  </a:extLst>
                </a:gridCol>
              </a:tblGrid>
              <a:tr h="736630">
                <a:tc>
                  <a:txBody>
                    <a:bodyPr/>
                    <a:lstStyle/>
                    <a:p>
                      <a:pPr algn="l"/>
                      <a:r>
                        <a:rPr lang="fr-FR" dirty="0">
                          <a:solidFill>
                            <a:srgbClr val="FEF3E3"/>
                          </a:solidFill>
                          <a:latin typeface="Source Sans Pro" panose="020B0503030403020204" pitchFamily="34" charset="0"/>
                        </a:rPr>
                        <a:t>Subventions</a:t>
                      </a:r>
                    </a:p>
                  </a:txBody>
                  <a:tcPr anchor="ctr">
                    <a:solidFill>
                      <a:srgbClr val="002060"/>
                    </a:solidFill>
                  </a:tcPr>
                </a:tc>
                <a:tc>
                  <a:txBody>
                    <a:bodyPr/>
                    <a:lstStyle/>
                    <a:p>
                      <a:pPr algn="l"/>
                      <a:r>
                        <a:rPr lang="fr-FR" dirty="0">
                          <a:solidFill>
                            <a:srgbClr val="FEF3E3"/>
                          </a:solidFill>
                          <a:latin typeface="Source Sans Pro" panose="020B0503030403020204" pitchFamily="34" charset="0"/>
                        </a:rPr>
                        <a:t>Montant reçu de GAVI</a:t>
                      </a:r>
                    </a:p>
                  </a:txBody>
                  <a:tcPr anchor="ctr">
                    <a:solidFill>
                      <a:srgbClr val="002060"/>
                    </a:solidFill>
                  </a:tcPr>
                </a:tc>
                <a:tc>
                  <a:txBody>
                    <a:bodyPr/>
                    <a:lstStyle/>
                    <a:p>
                      <a:pPr algn="l"/>
                      <a:r>
                        <a:rPr lang="fr-FR" dirty="0">
                          <a:solidFill>
                            <a:srgbClr val="FEF3E3"/>
                          </a:solidFill>
                          <a:latin typeface="Source Sans Pro" panose="020B0503030403020204" pitchFamily="34" charset="0"/>
                        </a:rPr>
                        <a:t>Total des fonds engagés</a:t>
                      </a:r>
                    </a:p>
                  </a:txBody>
                  <a:tcPr anchor="ctr">
                    <a:solidFill>
                      <a:srgbClr val="002060"/>
                    </a:solidFill>
                  </a:tcPr>
                </a:tc>
                <a:tc>
                  <a:txBody>
                    <a:bodyPr/>
                    <a:lstStyle/>
                    <a:p>
                      <a:pPr algn="l"/>
                      <a:r>
                        <a:rPr lang="fr-FR" dirty="0">
                          <a:solidFill>
                            <a:srgbClr val="FEF3E3"/>
                          </a:solidFill>
                          <a:latin typeface="Source Sans Pro" panose="020B0503030403020204" pitchFamily="34" charset="0"/>
                        </a:rPr>
                        <a:t>Taux de décaissement (%)</a:t>
                      </a:r>
                    </a:p>
                  </a:txBody>
                  <a:tcPr anchor="ctr">
                    <a:solidFill>
                      <a:srgbClr val="002060"/>
                    </a:solidFill>
                  </a:tcPr>
                </a:tc>
                <a:extLst>
                  <a:ext uri="{0D108BD9-81ED-4DB2-BD59-A6C34878D82A}">
                    <a16:rowId xmlns:a16="http://schemas.microsoft.com/office/drawing/2014/main" val="10000"/>
                  </a:ext>
                </a:extLst>
              </a:tr>
              <a:tr h="847522">
                <a:tc>
                  <a:txBody>
                    <a:bodyPr/>
                    <a:lstStyle/>
                    <a:p>
                      <a:r>
                        <a:rPr lang="fr-FR" dirty="0">
                          <a:latin typeface="Source Sans Pro" panose="020B0503030403020204" pitchFamily="34" charset="0"/>
                        </a:rPr>
                        <a:t>RSS3</a:t>
                      </a:r>
                    </a:p>
                  </a:txBody>
                  <a:tcPr anchor="ctr">
                    <a:solidFill>
                      <a:srgbClr val="FEF3E3"/>
                    </a:solidFill>
                  </a:tcPr>
                </a:tc>
                <a:tc>
                  <a:txBody>
                    <a:bodyPr/>
                    <a:lstStyle/>
                    <a:p>
                      <a:r>
                        <a:rPr lang="fr-FR" dirty="0">
                          <a:latin typeface="Source Sans Pro" panose="020B0503030403020204" pitchFamily="34" charset="0"/>
                        </a:rPr>
                        <a:t>2 656 978</a:t>
                      </a:r>
                    </a:p>
                  </a:txBody>
                  <a:tcPr anchor="ctr">
                    <a:solidFill>
                      <a:srgbClr val="FEF3E3"/>
                    </a:solidFill>
                  </a:tcPr>
                </a:tc>
                <a:tc>
                  <a:txBody>
                    <a:bodyPr/>
                    <a:lstStyle/>
                    <a:p>
                      <a:r>
                        <a:rPr lang="fr-FR" dirty="0">
                          <a:latin typeface="Source Sans Pro" panose="020B0503030403020204" pitchFamily="34" charset="0"/>
                        </a:rPr>
                        <a:t>2 640 148</a:t>
                      </a:r>
                    </a:p>
                  </a:txBody>
                  <a:tcPr anchor="ctr">
                    <a:solidFill>
                      <a:srgbClr val="FEF3E3"/>
                    </a:solidFill>
                  </a:tcPr>
                </a:tc>
                <a:tc>
                  <a:txBody>
                    <a:bodyPr/>
                    <a:lstStyle/>
                    <a:p>
                      <a:r>
                        <a:rPr lang="fr-FR" dirty="0">
                          <a:latin typeface="Source Sans Pro" panose="020B0503030403020204" pitchFamily="34" charset="0"/>
                        </a:rPr>
                        <a:t>99.4%</a:t>
                      </a:r>
                    </a:p>
                  </a:txBody>
                  <a:tcPr anchor="ctr">
                    <a:solidFill>
                      <a:srgbClr val="FEF3E3"/>
                    </a:solidFill>
                  </a:tcPr>
                </a:tc>
                <a:extLst>
                  <a:ext uri="{0D108BD9-81ED-4DB2-BD59-A6C34878D82A}">
                    <a16:rowId xmlns:a16="http://schemas.microsoft.com/office/drawing/2014/main" val="10001"/>
                  </a:ext>
                </a:extLst>
              </a:tr>
              <a:tr h="491212">
                <a:tc>
                  <a:txBody>
                    <a:bodyPr/>
                    <a:lstStyle/>
                    <a:p>
                      <a:r>
                        <a:rPr lang="fr-FR" dirty="0">
                          <a:latin typeface="Source Sans Pro" panose="020B0503030403020204" pitchFamily="34" charset="0"/>
                        </a:rPr>
                        <a:t>FAE</a:t>
                      </a:r>
                    </a:p>
                  </a:txBody>
                  <a:tcPr anchor="ctr">
                    <a:solidFill>
                      <a:srgbClr val="FEF3E3"/>
                    </a:solidFill>
                  </a:tcPr>
                </a:tc>
                <a:tc>
                  <a:txBody>
                    <a:bodyPr/>
                    <a:lstStyle/>
                    <a:p>
                      <a:r>
                        <a:rPr lang="fr-FR" dirty="0">
                          <a:latin typeface="Source Sans Pro" panose="020B0503030403020204" pitchFamily="34" charset="0"/>
                        </a:rPr>
                        <a:t>3 692 620</a:t>
                      </a:r>
                    </a:p>
                  </a:txBody>
                  <a:tcPr anchor="ctr">
                    <a:solidFill>
                      <a:srgbClr val="FEF3E3"/>
                    </a:solidFill>
                  </a:tcPr>
                </a:tc>
                <a:tc>
                  <a:txBody>
                    <a:bodyPr/>
                    <a:lstStyle/>
                    <a:p>
                      <a:r>
                        <a:rPr lang="fr-FR" dirty="0">
                          <a:latin typeface="Source Sans Pro" panose="020B0503030403020204" pitchFamily="34" charset="0"/>
                        </a:rPr>
                        <a:t>3 321 572</a:t>
                      </a:r>
                    </a:p>
                  </a:txBody>
                  <a:tcPr anchor="ctr">
                    <a:solidFill>
                      <a:srgbClr val="FEF3E3"/>
                    </a:solidFill>
                  </a:tcPr>
                </a:tc>
                <a:tc>
                  <a:txBody>
                    <a:bodyPr/>
                    <a:lstStyle/>
                    <a:p>
                      <a:r>
                        <a:rPr lang="fr-FR" dirty="0">
                          <a:latin typeface="Source Sans Pro" panose="020B0503030403020204" pitchFamily="34" charset="0"/>
                        </a:rPr>
                        <a:t>90%</a:t>
                      </a:r>
                    </a:p>
                  </a:txBody>
                  <a:tcPr anchor="ctr">
                    <a:solidFill>
                      <a:srgbClr val="FEF3E3"/>
                    </a:solidFill>
                  </a:tcPr>
                </a:tc>
                <a:extLst>
                  <a:ext uri="{0D108BD9-81ED-4DB2-BD59-A6C34878D82A}">
                    <a16:rowId xmlns:a16="http://schemas.microsoft.com/office/drawing/2014/main" val="10002"/>
                  </a:ext>
                </a:extLst>
              </a:tr>
              <a:tr h="491212">
                <a:tc>
                  <a:txBody>
                    <a:bodyPr/>
                    <a:lstStyle/>
                    <a:p>
                      <a:r>
                        <a:rPr lang="fr-FR" dirty="0">
                          <a:latin typeface="Source Sans Pro" panose="020B0503030403020204" pitchFamily="34" charset="0"/>
                        </a:rPr>
                        <a:t>CDS2 ( BCU)</a:t>
                      </a:r>
                    </a:p>
                  </a:txBody>
                  <a:tcPr anchor="ctr">
                    <a:solidFill>
                      <a:srgbClr val="FEF3E3"/>
                    </a:solidFill>
                  </a:tcPr>
                </a:tc>
                <a:tc>
                  <a:txBody>
                    <a:bodyPr/>
                    <a:lstStyle/>
                    <a:p>
                      <a:r>
                        <a:rPr lang="fr-FR" dirty="0">
                          <a:latin typeface="Source Sans Pro" panose="020B0503030403020204" pitchFamily="34" charset="0"/>
                        </a:rPr>
                        <a:t>384 950</a:t>
                      </a:r>
                    </a:p>
                  </a:txBody>
                  <a:tcPr anchor="ctr">
                    <a:solidFill>
                      <a:srgbClr val="FEF3E3"/>
                    </a:solidFill>
                  </a:tcPr>
                </a:tc>
                <a:tc>
                  <a:txBody>
                    <a:bodyPr/>
                    <a:lstStyle/>
                    <a:p>
                      <a:r>
                        <a:rPr lang="fr-FR" dirty="0">
                          <a:latin typeface="Source Sans Pro" panose="020B0503030403020204" pitchFamily="34" charset="0"/>
                        </a:rPr>
                        <a:t>18 115</a:t>
                      </a:r>
                    </a:p>
                  </a:txBody>
                  <a:tcPr anchor="ctr">
                    <a:solidFill>
                      <a:srgbClr val="FEF3E3"/>
                    </a:solidFill>
                  </a:tcPr>
                </a:tc>
                <a:tc>
                  <a:txBody>
                    <a:bodyPr/>
                    <a:lstStyle/>
                    <a:p>
                      <a:r>
                        <a:rPr lang="fr-FR" dirty="0">
                          <a:latin typeface="Source Sans Pro" panose="020B0503030403020204" pitchFamily="34" charset="0"/>
                        </a:rPr>
                        <a:t>4.7%</a:t>
                      </a:r>
                    </a:p>
                  </a:txBody>
                  <a:tcPr anchor="ctr">
                    <a:solidFill>
                      <a:srgbClr val="FEF3E3"/>
                    </a:solidFill>
                  </a:tcPr>
                </a:tc>
                <a:extLst>
                  <a:ext uri="{0D108BD9-81ED-4DB2-BD59-A6C34878D82A}">
                    <a16:rowId xmlns:a16="http://schemas.microsoft.com/office/drawing/2014/main" val="10003"/>
                  </a:ext>
                </a:extLst>
              </a:tr>
              <a:tr h="491212">
                <a:tc>
                  <a:txBody>
                    <a:bodyPr/>
                    <a:lstStyle/>
                    <a:p>
                      <a:r>
                        <a:rPr lang="fr-FR" dirty="0">
                          <a:solidFill>
                            <a:schemeClr val="tx1"/>
                          </a:solidFill>
                          <a:latin typeface="Source Sans Pro" panose="020B0503030403020204" pitchFamily="34" charset="0"/>
                        </a:rPr>
                        <a:t>Introduction VAP</a:t>
                      </a:r>
                    </a:p>
                  </a:txBody>
                  <a:tcPr anchor="ctr">
                    <a:solidFill>
                      <a:srgbClr val="FEF3E3"/>
                    </a:solidFill>
                  </a:tcPr>
                </a:tc>
                <a:tc>
                  <a:txBody>
                    <a:bodyPr/>
                    <a:lstStyle/>
                    <a:p>
                      <a:r>
                        <a:rPr lang="fr-FR" dirty="0">
                          <a:solidFill>
                            <a:schemeClr val="tx1"/>
                          </a:solidFill>
                          <a:latin typeface="Source Sans Pro" panose="020B0503030403020204" pitchFamily="34" charset="0"/>
                        </a:rPr>
                        <a:t>35 254</a:t>
                      </a:r>
                    </a:p>
                  </a:txBody>
                  <a:tcPr anchor="ctr">
                    <a:solidFill>
                      <a:srgbClr val="FEF3E3"/>
                    </a:solidFill>
                  </a:tcPr>
                </a:tc>
                <a:tc>
                  <a:txBody>
                    <a:bodyPr/>
                    <a:lstStyle/>
                    <a:p>
                      <a:r>
                        <a:rPr lang="fr-FR" dirty="0">
                          <a:solidFill>
                            <a:schemeClr val="tx1"/>
                          </a:solidFill>
                          <a:latin typeface="Source Sans Pro" panose="020B0503030403020204" pitchFamily="34" charset="0"/>
                        </a:rPr>
                        <a:t>0</a:t>
                      </a:r>
                    </a:p>
                  </a:txBody>
                  <a:tcPr anchor="ctr">
                    <a:solidFill>
                      <a:srgbClr val="FEF3E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dirty="0">
                          <a:solidFill>
                            <a:schemeClr val="tx1"/>
                          </a:solidFill>
                          <a:latin typeface="Source Sans Pro" panose="020B0503030403020204" pitchFamily="34" charset="0"/>
                        </a:rPr>
                        <a:t>0%</a:t>
                      </a:r>
                    </a:p>
                  </a:txBody>
                  <a:tcPr anchor="ctr">
                    <a:solidFill>
                      <a:srgbClr val="FEF3E3"/>
                    </a:solidFill>
                  </a:tcPr>
                </a:tc>
                <a:extLst>
                  <a:ext uri="{0D108BD9-81ED-4DB2-BD59-A6C34878D82A}">
                    <a16:rowId xmlns:a16="http://schemas.microsoft.com/office/drawing/2014/main" val="10004"/>
                  </a:ext>
                </a:extLst>
              </a:tr>
              <a:tr h="491212">
                <a:tc>
                  <a:txBody>
                    <a:bodyPr/>
                    <a:lstStyle/>
                    <a:p>
                      <a:pPr marL="0" algn="l" defTabSz="914400" rtl="0" eaLnBrk="1" latinLnBrk="0" hangingPunct="1"/>
                      <a:r>
                        <a:rPr lang="fr-FR" sz="1800" kern="1200" dirty="0" err="1">
                          <a:solidFill>
                            <a:schemeClr val="tx1"/>
                          </a:solidFill>
                          <a:latin typeface="Source Sans Pro" panose="020B0503030403020204" pitchFamily="34" charset="0"/>
                          <a:ea typeface="+mn-ea"/>
                          <a:cs typeface="+mn-cs"/>
                        </a:rPr>
                        <a:t>Vacc</a:t>
                      </a:r>
                      <a:r>
                        <a:rPr lang="fr-FR" sz="1800" kern="1200" dirty="0">
                          <a:solidFill>
                            <a:schemeClr val="tx1"/>
                          </a:solidFill>
                          <a:latin typeface="Source Sans Pro" panose="020B0503030403020204" pitchFamily="34" charset="0"/>
                          <a:ea typeface="+mn-ea"/>
                          <a:cs typeface="+mn-cs"/>
                        </a:rPr>
                        <a:t> préventive Choléra</a:t>
                      </a:r>
                    </a:p>
                  </a:txBody>
                  <a:tcPr anchor="ctr">
                    <a:solidFill>
                      <a:srgbClr val="FEF3E3"/>
                    </a:solidFill>
                  </a:tcPr>
                </a:tc>
                <a:tc>
                  <a:txBody>
                    <a:bodyPr/>
                    <a:lstStyle/>
                    <a:p>
                      <a:r>
                        <a:rPr lang="en-US" sz="1800" b="0" i="0" u="none" strike="noStrike" kern="1200" baseline="0" dirty="0">
                          <a:solidFill>
                            <a:schemeClr val="tx1"/>
                          </a:solidFill>
                          <a:latin typeface="+mn-lt"/>
                          <a:ea typeface="+mn-ea"/>
                          <a:cs typeface="+mn-cs"/>
                        </a:rPr>
                        <a:t>1 439 359	</a:t>
                      </a:r>
                    </a:p>
                  </a:txBody>
                  <a:tcPr anchor="ctr">
                    <a:solidFill>
                      <a:srgbClr val="FEF3E3"/>
                    </a:solidFill>
                  </a:tcPr>
                </a:tc>
                <a:tc>
                  <a:txBody>
                    <a:bodyPr/>
                    <a:lstStyle/>
                    <a:p>
                      <a:r>
                        <a:rPr lang="fr-FR" dirty="0">
                          <a:solidFill>
                            <a:schemeClr val="tx1"/>
                          </a:solidFill>
                          <a:latin typeface="Source Sans Pro" panose="020B0503030403020204" pitchFamily="34" charset="0"/>
                        </a:rPr>
                        <a:t>55 510</a:t>
                      </a:r>
                    </a:p>
                  </a:txBody>
                  <a:tcPr anchor="ctr">
                    <a:solidFill>
                      <a:srgbClr val="FEF3E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fr-FR" dirty="0">
                          <a:solidFill>
                            <a:schemeClr val="tx1"/>
                          </a:solidFill>
                          <a:latin typeface="Source Sans Pro" panose="020B0503030403020204" pitchFamily="34" charset="0"/>
                        </a:rPr>
                        <a:t>4% </a:t>
                      </a:r>
                    </a:p>
                  </a:txBody>
                  <a:tcPr anchor="ctr">
                    <a:solidFill>
                      <a:srgbClr val="FEF3E3"/>
                    </a:solidFill>
                  </a:tcPr>
                </a:tc>
                <a:extLst>
                  <a:ext uri="{0D108BD9-81ED-4DB2-BD59-A6C34878D82A}">
                    <a16:rowId xmlns:a16="http://schemas.microsoft.com/office/drawing/2014/main" val="10005"/>
                  </a:ext>
                </a:extLst>
              </a:tr>
              <a:tr h="491212">
                <a:tc>
                  <a:txBody>
                    <a:bodyPr/>
                    <a:lstStyle/>
                    <a:p>
                      <a:r>
                        <a:rPr lang="fr-FR" dirty="0" err="1">
                          <a:latin typeface="Source Sans Pro" panose="020B0503030403020204" pitchFamily="34" charset="0"/>
                        </a:rPr>
                        <a:t>Vacc</a:t>
                      </a:r>
                      <a:r>
                        <a:rPr lang="fr-FR" dirty="0">
                          <a:latin typeface="Source Sans Pro" panose="020B0503030403020204" pitchFamily="34" charset="0"/>
                        </a:rPr>
                        <a:t> préventive FJ</a:t>
                      </a:r>
                    </a:p>
                  </a:txBody>
                  <a:tcPr anchor="ctr">
                    <a:solidFill>
                      <a:srgbClr val="FEF3E3"/>
                    </a:solidFill>
                  </a:tcPr>
                </a:tc>
                <a:tc>
                  <a:txBody>
                    <a:bodyPr/>
                    <a:lstStyle/>
                    <a:p>
                      <a:r>
                        <a:rPr lang="fr-FR" dirty="0">
                          <a:latin typeface="Source Sans Pro" panose="020B0503030403020204" pitchFamily="34" charset="0"/>
                        </a:rPr>
                        <a:t>3 108 614</a:t>
                      </a:r>
                    </a:p>
                  </a:txBody>
                  <a:tcPr anchor="ctr">
                    <a:solidFill>
                      <a:srgbClr val="FEF3E3"/>
                    </a:solidFill>
                  </a:tcPr>
                </a:tc>
                <a:tc>
                  <a:txBody>
                    <a:bodyPr/>
                    <a:lstStyle/>
                    <a:p>
                      <a:r>
                        <a:rPr lang="fr-FR" dirty="0">
                          <a:latin typeface="Source Sans Pro" panose="020B0503030403020204" pitchFamily="34" charset="0"/>
                        </a:rPr>
                        <a:t>2 179 264</a:t>
                      </a:r>
                    </a:p>
                  </a:txBody>
                  <a:tcPr anchor="ctr">
                    <a:solidFill>
                      <a:srgbClr val="FEF3E3"/>
                    </a:solidFill>
                  </a:tcPr>
                </a:tc>
                <a:tc>
                  <a:txBody>
                    <a:bodyPr/>
                    <a:lstStyle/>
                    <a:p>
                      <a:r>
                        <a:rPr lang="fr-FR" dirty="0">
                          <a:latin typeface="Source Sans Pro" panose="020B0503030403020204" pitchFamily="34" charset="0"/>
                        </a:rPr>
                        <a:t>70.1%</a:t>
                      </a:r>
                    </a:p>
                  </a:txBody>
                  <a:tcPr anchor="ctr">
                    <a:solidFill>
                      <a:srgbClr val="FEF3E3"/>
                    </a:solidFill>
                  </a:tcPr>
                </a:tc>
                <a:extLst>
                  <a:ext uri="{0D108BD9-81ED-4DB2-BD59-A6C34878D82A}">
                    <a16:rowId xmlns:a16="http://schemas.microsoft.com/office/drawing/2014/main" val="10006"/>
                  </a:ext>
                </a:extLst>
              </a:tr>
              <a:tr h="491212">
                <a:tc>
                  <a:txBody>
                    <a:bodyPr/>
                    <a:lstStyle/>
                    <a:p>
                      <a:r>
                        <a:rPr lang="fr-FR" dirty="0">
                          <a:latin typeface="Source Sans Pro" panose="020B0503030403020204" pitchFamily="34" charset="0"/>
                        </a:rPr>
                        <a:t>TCA</a:t>
                      </a:r>
                    </a:p>
                  </a:txBody>
                  <a:tcPr anchor="ctr">
                    <a:solidFill>
                      <a:srgbClr val="FEF3E3"/>
                    </a:solidFill>
                  </a:tcPr>
                </a:tc>
                <a:tc>
                  <a:txBody>
                    <a:bodyPr/>
                    <a:lstStyle/>
                    <a:p>
                      <a:r>
                        <a:rPr lang="fr-FR" dirty="0">
                          <a:latin typeface="Source Sans Pro" panose="020B0503030403020204" pitchFamily="34" charset="0"/>
                        </a:rPr>
                        <a:t>2 999 779</a:t>
                      </a:r>
                    </a:p>
                  </a:txBody>
                  <a:tcPr anchor="ctr">
                    <a:solidFill>
                      <a:srgbClr val="FEF3E3"/>
                    </a:solidFill>
                  </a:tcPr>
                </a:tc>
                <a:tc>
                  <a:txBody>
                    <a:bodyPr/>
                    <a:lstStyle/>
                    <a:p>
                      <a:r>
                        <a:rPr lang="fr-FR" dirty="0">
                          <a:latin typeface="Source Sans Pro" panose="020B0503030403020204" pitchFamily="34" charset="0"/>
                        </a:rPr>
                        <a:t>1 090 990</a:t>
                      </a:r>
                    </a:p>
                  </a:txBody>
                  <a:tcPr anchor="ctr">
                    <a:solidFill>
                      <a:srgbClr val="FEF3E3"/>
                    </a:solidFill>
                  </a:tcPr>
                </a:tc>
                <a:tc>
                  <a:txBody>
                    <a:bodyPr/>
                    <a:lstStyle/>
                    <a:p>
                      <a:r>
                        <a:rPr lang="fr-FR" dirty="0">
                          <a:latin typeface="Source Sans Pro" panose="020B0503030403020204" pitchFamily="34" charset="0"/>
                        </a:rPr>
                        <a:t>51,2%</a:t>
                      </a:r>
                    </a:p>
                  </a:txBody>
                  <a:tcPr anchor="ctr">
                    <a:solidFill>
                      <a:srgbClr val="FEF3E3"/>
                    </a:solidFill>
                  </a:tcPr>
                </a:tc>
                <a:extLst>
                  <a:ext uri="{0D108BD9-81ED-4DB2-BD59-A6C34878D82A}">
                    <a16:rowId xmlns:a16="http://schemas.microsoft.com/office/drawing/2014/main" val="10007"/>
                  </a:ext>
                </a:extLst>
              </a:tr>
              <a:tr h="491212">
                <a:tc>
                  <a:txBody>
                    <a:bodyPr/>
                    <a:lstStyle/>
                    <a:p>
                      <a:r>
                        <a:rPr lang="fr-FR" dirty="0">
                          <a:latin typeface="Source Sans Pro" panose="020B0503030403020204" pitchFamily="34" charset="0"/>
                        </a:rPr>
                        <a:t>RR (</a:t>
                      </a:r>
                      <a:r>
                        <a:rPr lang="fr-FR" dirty="0" err="1">
                          <a:latin typeface="Source Sans Pro" panose="020B0503030403020204" pitchFamily="34" charset="0"/>
                        </a:rPr>
                        <a:t>vacc</a:t>
                      </a:r>
                      <a:r>
                        <a:rPr lang="fr-FR" dirty="0">
                          <a:latin typeface="Source Sans Pro" panose="020B0503030403020204" pitchFamily="34" charset="0"/>
                        </a:rPr>
                        <a:t> rattrapage + introduction)</a:t>
                      </a:r>
                    </a:p>
                  </a:txBody>
                  <a:tcPr anchor="ctr">
                    <a:solidFill>
                      <a:srgbClr val="FEF3E3"/>
                    </a:solidFill>
                  </a:tcPr>
                </a:tc>
                <a:tc>
                  <a:txBody>
                    <a:bodyPr/>
                    <a:lstStyle/>
                    <a:p>
                      <a:r>
                        <a:rPr lang="fr-FR" dirty="0">
                          <a:latin typeface="Source Sans Pro" panose="020B0503030403020204" pitchFamily="34" charset="0"/>
                        </a:rPr>
                        <a:t>2 580 570</a:t>
                      </a:r>
                    </a:p>
                  </a:txBody>
                  <a:tcPr anchor="ctr">
                    <a:solidFill>
                      <a:srgbClr val="FEF3E3"/>
                    </a:solidFill>
                  </a:tcPr>
                </a:tc>
                <a:tc>
                  <a:txBody>
                    <a:bodyPr/>
                    <a:lstStyle/>
                    <a:p>
                      <a:r>
                        <a:rPr lang="fr-FR" dirty="0">
                          <a:latin typeface="Source Sans Pro" panose="020B0503030403020204" pitchFamily="34" charset="0"/>
                        </a:rPr>
                        <a:t>797 720</a:t>
                      </a:r>
                    </a:p>
                  </a:txBody>
                  <a:tcPr anchor="ctr">
                    <a:solidFill>
                      <a:srgbClr val="FEF3E3"/>
                    </a:solidFill>
                  </a:tcPr>
                </a:tc>
                <a:tc>
                  <a:txBody>
                    <a:bodyPr/>
                    <a:lstStyle/>
                    <a:p>
                      <a:r>
                        <a:rPr lang="fr-FR" dirty="0">
                          <a:latin typeface="Source Sans Pro" panose="020B0503030403020204" pitchFamily="34" charset="0"/>
                        </a:rPr>
                        <a:t>30.91</a:t>
                      </a:r>
                    </a:p>
                  </a:txBody>
                  <a:tcPr anchor="ctr">
                    <a:solidFill>
                      <a:srgbClr val="FEF3E3"/>
                    </a:solidFill>
                  </a:tcPr>
                </a:tc>
                <a:extLst>
                  <a:ext uri="{0D108BD9-81ED-4DB2-BD59-A6C34878D82A}">
                    <a16:rowId xmlns:a16="http://schemas.microsoft.com/office/drawing/2014/main" val="2215182917"/>
                  </a:ext>
                </a:extLst>
              </a:tr>
              <a:tr h="491212">
                <a:tc>
                  <a:txBody>
                    <a:bodyPr/>
                    <a:lstStyle/>
                    <a:p>
                      <a:r>
                        <a:rPr lang="fr-FR" b="1" dirty="0">
                          <a:latin typeface="Source Sans Pro" panose="020B0503030403020204" pitchFamily="34" charset="0"/>
                        </a:rPr>
                        <a:t>Total</a:t>
                      </a:r>
                    </a:p>
                  </a:txBody>
                  <a:tcPr anchor="ctr">
                    <a:solidFill>
                      <a:srgbClr val="FEF3E3"/>
                    </a:solidFill>
                  </a:tcPr>
                </a:tc>
                <a:tc>
                  <a:txBody>
                    <a:bodyPr/>
                    <a:lstStyle/>
                    <a:p>
                      <a:r>
                        <a:rPr lang="fr-FR" b="1" dirty="0">
                          <a:latin typeface="Source Sans Pro" panose="020B0503030403020204" pitchFamily="34" charset="0"/>
                        </a:rPr>
                        <a:t>16 898 124</a:t>
                      </a:r>
                    </a:p>
                  </a:txBody>
                  <a:tcPr anchor="ctr">
                    <a:solidFill>
                      <a:srgbClr val="FEF3E3"/>
                    </a:solidFill>
                  </a:tcPr>
                </a:tc>
                <a:tc>
                  <a:txBody>
                    <a:bodyPr/>
                    <a:lstStyle/>
                    <a:p>
                      <a:r>
                        <a:rPr lang="fr-FR" b="1" dirty="0">
                          <a:latin typeface="Source Sans Pro" panose="020B0503030403020204" pitchFamily="34" charset="0"/>
                        </a:rPr>
                        <a:t>10 103 419</a:t>
                      </a:r>
                    </a:p>
                  </a:txBody>
                  <a:tcPr anchor="ctr">
                    <a:solidFill>
                      <a:srgbClr val="FEF3E3"/>
                    </a:solidFill>
                  </a:tcPr>
                </a:tc>
                <a:tc>
                  <a:txBody>
                    <a:bodyPr/>
                    <a:lstStyle/>
                    <a:p>
                      <a:r>
                        <a:rPr lang="fr-FR" b="1" dirty="0">
                          <a:latin typeface="Source Sans Pro" panose="020B0503030403020204" pitchFamily="34" charset="0"/>
                        </a:rPr>
                        <a:t>60%</a:t>
                      </a:r>
                    </a:p>
                  </a:txBody>
                  <a:tcPr anchor="ctr">
                    <a:solidFill>
                      <a:srgbClr val="FEF3E3"/>
                    </a:solidFill>
                  </a:tcPr>
                </a:tc>
                <a:extLst>
                  <a:ext uri="{0D108BD9-81ED-4DB2-BD59-A6C34878D82A}">
                    <a16:rowId xmlns:a16="http://schemas.microsoft.com/office/drawing/2014/main" val="3034107195"/>
                  </a:ext>
                </a:extLst>
              </a:tr>
            </a:tbl>
          </a:graphicData>
        </a:graphic>
      </p:graphicFrame>
    </p:spTree>
    <p:extLst>
      <p:ext uri="{BB962C8B-B14F-4D97-AF65-F5344CB8AC3E}">
        <p14:creationId xmlns:p14="http://schemas.microsoft.com/office/powerpoint/2010/main" val="2580738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20619-E4EA-DB34-DEFE-A553946908B2}"/>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A32C553-6CA0-A5E5-CED5-840085012F33}"/>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59B47233-04E4-C2B3-CF9F-C9BAD89CCD87}"/>
              </a:ext>
            </a:extLst>
          </p:cNvPr>
          <p:cNvGrpSpPr/>
          <p:nvPr/>
        </p:nvGrpSpPr>
        <p:grpSpPr>
          <a:xfrm>
            <a:off x="409056" y="411029"/>
            <a:ext cx="11434076" cy="953484"/>
            <a:chOff x="290184" y="400187"/>
            <a:chExt cx="11269728" cy="953484"/>
          </a:xfrm>
        </p:grpSpPr>
        <p:grpSp>
          <p:nvGrpSpPr>
            <p:cNvPr id="11" name="Group 10">
              <a:extLst>
                <a:ext uri="{FF2B5EF4-FFF2-40B4-BE49-F238E27FC236}">
                  <a16:creationId xmlns:a16="http://schemas.microsoft.com/office/drawing/2014/main" id="{F8D92330-057B-6EC4-DB3A-A54EBF4009BA}"/>
                </a:ext>
              </a:extLst>
            </p:cNvPr>
            <p:cNvGrpSpPr/>
            <p:nvPr/>
          </p:nvGrpSpPr>
          <p:grpSpPr>
            <a:xfrm>
              <a:off x="334395" y="400187"/>
              <a:ext cx="11225517" cy="845516"/>
              <a:chOff x="4248669" y="401638"/>
              <a:chExt cx="11225517" cy="845516"/>
            </a:xfrm>
          </p:grpSpPr>
          <p:sp>
            <p:nvSpPr>
              <p:cNvPr id="15" name="Rectangle 14">
                <a:extLst>
                  <a:ext uri="{FF2B5EF4-FFF2-40B4-BE49-F238E27FC236}">
                    <a16:creationId xmlns:a16="http://schemas.microsoft.com/office/drawing/2014/main" id="{DD560C70-54E6-1FC3-D801-8C7296A6B894}"/>
                  </a:ext>
                </a:extLst>
              </p:cNvPr>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a:rPr>
                  <a:t>IV. REDEVABILITE FINANCIERE</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a:rPr>
                  <a:t> </a:t>
                </a:r>
                <a:endParaRPr lang="en-US" sz="2000" b="1" dirty="0">
                  <a:solidFill>
                    <a:srgbClr val="009ADE"/>
                  </a:solidFill>
                  <a:latin typeface="Source Sans Pro" panose="020B0503030403020204" pitchFamily="34" charset="0"/>
                </a:endParaRPr>
              </a:p>
            </p:txBody>
          </p:sp>
          <p:sp>
            <p:nvSpPr>
              <p:cNvPr id="16" name="Flowchart: Off-page Connector 15">
                <a:extLst>
                  <a:ext uri="{FF2B5EF4-FFF2-40B4-BE49-F238E27FC236}">
                    <a16:creationId xmlns:a16="http://schemas.microsoft.com/office/drawing/2014/main" id="{F17AC8E4-4AD2-3F9B-9126-2B15F7669287}"/>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a:extLst>
                  <a:ext uri="{FF2B5EF4-FFF2-40B4-BE49-F238E27FC236}">
                    <a16:creationId xmlns:a16="http://schemas.microsoft.com/office/drawing/2014/main" id="{68CBA7AB-5B12-35D6-42C0-711A293FE2C0}"/>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B11249EA-C1F9-1659-BC9E-C8F205E7FF5D}"/>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a:extLst>
              <a:ext uri="{FF2B5EF4-FFF2-40B4-BE49-F238E27FC236}">
                <a16:creationId xmlns:a16="http://schemas.microsoft.com/office/drawing/2014/main" id="{6E5EF5FB-7983-BBF0-6EEB-DFEF60216C1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819" y="540464"/>
            <a:ext cx="692109" cy="692109"/>
          </a:xfrm>
          <a:prstGeom prst="rect">
            <a:avLst/>
          </a:prstGeom>
        </p:spPr>
      </p:pic>
      <p:sp>
        <p:nvSpPr>
          <p:cNvPr id="2" name="TextBox 1">
            <a:extLst>
              <a:ext uri="{FF2B5EF4-FFF2-40B4-BE49-F238E27FC236}">
                <a16:creationId xmlns:a16="http://schemas.microsoft.com/office/drawing/2014/main" id="{E0FCF7BC-CE58-EDB7-0D1B-8F7648BA0405}"/>
              </a:ext>
            </a:extLst>
          </p:cNvPr>
          <p:cNvSpPr txBox="1"/>
          <p:nvPr/>
        </p:nvSpPr>
        <p:spPr>
          <a:xfrm>
            <a:off x="496819" y="1570008"/>
            <a:ext cx="11346313" cy="369332"/>
          </a:xfrm>
          <a:prstGeom prst="rect">
            <a:avLst/>
          </a:prstGeom>
          <a:noFill/>
        </p:spPr>
        <p:txBody>
          <a:bodyPr wrap="square" rtlCol="0">
            <a:spAutoFit/>
          </a:bodyPr>
          <a:lstStyle/>
          <a:p>
            <a:r>
              <a:rPr lang="fr-FR" b="1" dirty="0"/>
              <a:t>Avances ouvertes ( dates limites de rapports dépassées)</a:t>
            </a:r>
            <a:endParaRPr lang="en-US" b="1" dirty="0"/>
          </a:p>
        </p:txBody>
      </p:sp>
      <p:graphicFrame>
        <p:nvGraphicFramePr>
          <p:cNvPr id="5" name="Table 4">
            <a:extLst>
              <a:ext uri="{FF2B5EF4-FFF2-40B4-BE49-F238E27FC236}">
                <a16:creationId xmlns:a16="http://schemas.microsoft.com/office/drawing/2014/main" id="{4CA48844-92EC-ABF1-546F-FDB04F19535D}"/>
              </a:ext>
            </a:extLst>
          </p:cNvPr>
          <p:cNvGraphicFramePr>
            <a:graphicFrameLocks noGrp="1"/>
          </p:cNvGraphicFramePr>
          <p:nvPr>
            <p:extLst>
              <p:ext uri="{D42A27DB-BD31-4B8C-83A1-F6EECF244321}">
                <p14:modId xmlns:p14="http://schemas.microsoft.com/office/powerpoint/2010/main" val="4282071751"/>
              </p:ext>
            </p:extLst>
          </p:nvPr>
        </p:nvGraphicFramePr>
        <p:xfrm>
          <a:off x="164593" y="2066544"/>
          <a:ext cx="11763599" cy="4729519"/>
        </p:xfrm>
        <a:graphic>
          <a:graphicData uri="http://schemas.openxmlformats.org/drawingml/2006/table">
            <a:tbl>
              <a:tblPr/>
              <a:tblGrid>
                <a:gridCol w="2711050">
                  <a:extLst>
                    <a:ext uri="{9D8B030D-6E8A-4147-A177-3AD203B41FA5}">
                      <a16:colId xmlns:a16="http://schemas.microsoft.com/office/drawing/2014/main" val="2798728727"/>
                    </a:ext>
                  </a:extLst>
                </a:gridCol>
                <a:gridCol w="1956671">
                  <a:extLst>
                    <a:ext uri="{9D8B030D-6E8A-4147-A177-3AD203B41FA5}">
                      <a16:colId xmlns:a16="http://schemas.microsoft.com/office/drawing/2014/main" val="3782889973"/>
                    </a:ext>
                  </a:extLst>
                </a:gridCol>
                <a:gridCol w="5280654">
                  <a:extLst>
                    <a:ext uri="{9D8B030D-6E8A-4147-A177-3AD203B41FA5}">
                      <a16:colId xmlns:a16="http://schemas.microsoft.com/office/drawing/2014/main" val="1878651082"/>
                    </a:ext>
                  </a:extLst>
                </a:gridCol>
                <a:gridCol w="1815224">
                  <a:extLst>
                    <a:ext uri="{9D8B030D-6E8A-4147-A177-3AD203B41FA5}">
                      <a16:colId xmlns:a16="http://schemas.microsoft.com/office/drawing/2014/main" val="3109538122"/>
                    </a:ext>
                  </a:extLst>
                </a:gridCol>
              </a:tblGrid>
              <a:tr h="518213">
                <a:tc>
                  <a:txBody>
                    <a:bodyPr/>
                    <a:lstStyle/>
                    <a:p>
                      <a:pPr algn="l" fontAlgn="ctr"/>
                      <a:r>
                        <a:rPr lang="en-US" sz="1600" b="1" i="0" u="none" strike="noStrike">
                          <a:solidFill>
                            <a:srgbClr val="000000"/>
                          </a:solidFill>
                          <a:effectLst/>
                          <a:latin typeface="Aptos Narrow" panose="020B0004020202020204" pitchFamily="34" charset="0"/>
                        </a:rPr>
                        <a:t>Partenaire du Mini Santé</a:t>
                      </a:r>
                    </a:p>
                  </a:txBody>
                  <a:tcPr marL="6350" marR="6350" marT="635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fr-FR" sz="1600" b="1" i="0" u="none" strike="noStrike">
                          <a:solidFill>
                            <a:srgbClr val="000000"/>
                          </a:solidFill>
                          <a:effectLst/>
                          <a:latin typeface="Aptos Narrow" panose="020B0004020202020204" pitchFamily="34" charset="0"/>
                        </a:rPr>
                        <a:t>Date limite attendu du rapport </a:t>
                      </a:r>
                    </a:p>
                  </a:txBody>
                  <a:tcPr marL="6350" marR="6350" marT="635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sz="1600" b="1" i="0" u="none" strike="noStrike">
                          <a:solidFill>
                            <a:srgbClr val="000000"/>
                          </a:solidFill>
                          <a:effectLst/>
                          <a:latin typeface="Aptos Narrow" panose="020B0004020202020204" pitchFamily="34" charset="0"/>
                        </a:rPr>
                        <a:t> Description</a:t>
                      </a:r>
                    </a:p>
                  </a:txBody>
                  <a:tcPr marL="6350" marR="6350" marT="635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sz="1600" b="1" i="0" u="none" strike="noStrike">
                          <a:solidFill>
                            <a:srgbClr val="000000"/>
                          </a:solidFill>
                          <a:effectLst/>
                          <a:latin typeface="Aptos Narrow" panose="020B0004020202020204" pitchFamily="34" charset="0"/>
                        </a:rPr>
                        <a:t> Montant USD </a:t>
                      </a:r>
                    </a:p>
                  </a:txBody>
                  <a:tcPr marL="6350" marR="6350" marT="635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5560784"/>
                  </a:ext>
                </a:extLst>
              </a:tr>
              <a:tr h="258451">
                <a:tc>
                  <a:txBody>
                    <a:bodyPr/>
                    <a:lstStyle/>
                    <a:p>
                      <a:pPr algn="l" fontAlgn="b"/>
                      <a:r>
                        <a:rPr lang="en-US" sz="1600" b="0" i="0" u="none" strike="noStrike" dirty="0">
                          <a:solidFill>
                            <a:srgbClr val="000000"/>
                          </a:solidFill>
                          <a:effectLst/>
                          <a:latin typeface="Aptos Narrow" panose="020B0004020202020204" pitchFamily="34" charset="0"/>
                        </a:rPr>
                        <a:t>DPS  HAUT-LOMAMI</a:t>
                      </a:r>
                    </a:p>
                  </a:txBody>
                  <a:tcPr marL="6350" marR="6350" marT="63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10 août 2025</a:t>
                      </a: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r>
                        <a:rPr lang="fr-FR" sz="1600" b="0" i="0" u="none" strike="noStrike">
                          <a:solidFill>
                            <a:srgbClr val="000000"/>
                          </a:solidFill>
                          <a:effectLst/>
                          <a:latin typeface="Aptos Narrow" panose="020B0004020202020204" pitchFamily="34" charset="0"/>
                        </a:rPr>
                        <a:t>Campagne de vaccination réactive contre la rougeole</a:t>
                      </a: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52,257 </a:t>
                      </a:r>
                    </a:p>
                  </a:txBody>
                  <a:tcPr marL="6350" marR="6350" marT="63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09495055"/>
                  </a:ext>
                </a:extLst>
              </a:tr>
              <a:tr h="258451">
                <a:tc>
                  <a:txBody>
                    <a:bodyPr/>
                    <a:lstStyle/>
                    <a:p>
                      <a:pPr algn="l" fontAlgn="b"/>
                      <a:r>
                        <a:rPr lang="en-US" sz="1600" b="0" i="0" u="none" strike="noStrike">
                          <a:solidFill>
                            <a:srgbClr val="000000"/>
                          </a:solidFill>
                          <a:effectLst/>
                          <a:latin typeface="Aptos Narrow" panose="020B0004020202020204" pitchFamily="34" charset="0"/>
                        </a:rPr>
                        <a:t>DPS  KWILU</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dirty="0">
                          <a:solidFill>
                            <a:srgbClr val="000000"/>
                          </a:solidFill>
                          <a:effectLst/>
                          <a:latin typeface="Aptos Narrow" panose="020B0004020202020204" pitchFamily="34" charset="0"/>
                        </a:rPr>
                        <a:t>8 </a:t>
                      </a:r>
                      <a:r>
                        <a:rPr lang="en-US" sz="1600" b="0" i="0" u="none" strike="noStrike" dirty="0" err="1">
                          <a:solidFill>
                            <a:srgbClr val="000000"/>
                          </a:solidFill>
                          <a:effectLst/>
                          <a:latin typeface="Aptos Narrow" panose="020B0004020202020204" pitchFamily="34" charset="0"/>
                        </a:rPr>
                        <a:t>août</a:t>
                      </a:r>
                      <a:r>
                        <a:rPr lang="en-US" sz="1600" b="0" i="0" u="none" strike="noStrike" dirty="0">
                          <a:solidFill>
                            <a:srgbClr val="000000"/>
                          </a:solidFill>
                          <a:effectLst/>
                          <a:latin typeface="Aptos Narrow" panose="020B0004020202020204" pitchFamily="34" charset="0"/>
                        </a:rPr>
                        <a:t> 2025</a:t>
                      </a: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15,150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83414069"/>
                  </a:ext>
                </a:extLst>
              </a:tr>
              <a:tr h="258451">
                <a:tc>
                  <a:txBody>
                    <a:bodyPr/>
                    <a:lstStyle/>
                    <a:p>
                      <a:pPr algn="l" fontAlgn="b"/>
                      <a:r>
                        <a:rPr lang="en-US" sz="1600" b="0" i="0" u="none" strike="noStrike">
                          <a:solidFill>
                            <a:srgbClr val="000000"/>
                          </a:solidFill>
                          <a:effectLst/>
                          <a:latin typeface="Aptos Narrow" panose="020B0004020202020204" pitchFamily="34" charset="0"/>
                        </a:rPr>
                        <a:t>DPS TANGANYIKA</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10 août 2025</a:t>
                      </a: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29,114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28226781"/>
                  </a:ext>
                </a:extLst>
              </a:tr>
              <a:tr h="258451">
                <a:tc>
                  <a:txBody>
                    <a:bodyPr/>
                    <a:lstStyle/>
                    <a:p>
                      <a:pPr algn="l" fontAlgn="b"/>
                      <a:r>
                        <a:rPr lang="en-US" sz="1600" b="0" i="0" u="none" strike="noStrike">
                          <a:solidFill>
                            <a:srgbClr val="000000"/>
                          </a:solidFill>
                          <a:effectLst/>
                          <a:latin typeface="Aptos Narrow" panose="020B0004020202020204" pitchFamily="34" charset="0"/>
                        </a:rPr>
                        <a:t>DPS  EQUATEUR</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20 août 2025</a:t>
                      </a: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35,356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871601265"/>
                  </a:ext>
                </a:extLst>
              </a:tr>
              <a:tr h="258451">
                <a:tc>
                  <a:txBody>
                    <a:bodyPr/>
                    <a:lstStyle/>
                    <a:p>
                      <a:pPr algn="l" fontAlgn="b"/>
                      <a:r>
                        <a:rPr lang="en-US" sz="1600" b="0" i="0" u="none" strike="noStrike">
                          <a:solidFill>
                            <a:srgbClr val="000000"/>
                          </a:solidFill>
                          <a:effectLst/>
                          <a:latin typeface="Aptos Narrow" panose="020B0004020202020204" pitchFamily="34" charset="0"/>
                        </a:rPr>
                        <a:t>DPS  ITURI</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7 août 2025</a:t>
                      </a: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37,017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02648411"/>
                  </a:ext>
                </a:extLst>
              </a:tr>
              <a:tr h="258451">
                <a:tc>
                  <a:txBody>
                    <a:bodyPr/>
                    <a:lstStyle/>
                    <a:p>
                      <a:pPr algn="l" fontAlgn="b"/>
                      <a:r>
                        <a:rPr lang="en-US" sz="1600" b="0" i="0" u="none" strike="noStrike">
                          <a:solidFill>
                            <a:srgbClr val="000000"/>
                          </a:solidFill>
                          <a:effectLst/>
                          <a:latin typeface="Aptos Narrow" panose="020B0004020202020204" pitchFamily="34" charset="0"/>
                        </a:rPr>
                        <a:t>DPS LUALABA </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10 août 2025</a:t>
                      </a: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32,819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712024496"/>
                  </a:ext>
                </a:extLst>
              </a:tr>
              <a:tr h="258451">
                <a:tc>
                  <a:txBody>
                    <a:bodyPr/>
                    <a:lstStyle/>
                    <a:p>
                      <a:pPr algn="l" fontAlgn="b"/>
                      <a:r>
                        <a:rPr lang="en-US" sz="1600" b="0" i="0" u="none" strike="noStrike">
                          <a:solidFill>
                            <a:srgbClr val="000000"/>
                          </a:solidFill>
                          <a:effectLst/>
                          <a:latin typeface="Aptos Narrow" panose="020B0004020202020204" pitchFamily="34" charset="0"/>
                        </a:rPr>
                        <a:t>DPS HAUT KATANGA</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10 août 2025</a:t>
                      </a: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126,305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56225032"/>
                  </a:ext>
                </a:extLst>
              </a:tr>
              <a:tr h="258451">
                <a:tc>
                  <a:txBody>
                    <a:bodyPr/>
                    <a:lstStyle/>
                    <a:p>
                      <a:pPr algn="l" fontAlgn="b"/>
                      <a:r>
                        <a:rPr lang="en-US" sz="1600" b="0" i="0" u="none" strike="noStrike">
                          <a:solidFill>
                            <a:srgbClr val="000000"/>
                          </a:solidFill>
                          <a:effectLst/>
                          <a:latin typeface="Aptos Narrow" panose="020B0004020202020204" pitchFamily="34" charset="0"/>
                        </a:rPr>
                        <a:t>PEV</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11 août 2025</a:t>
                      </a:r>
                    </a:p>
                  </a:txBody>
                  <a:tcPr marL="6350" marR="6350" marT="6350" marB="0" anchor="b">
                    <a:lnL>
                      <a:noFill/>
                    </a:lnL>
                    <a:lnR>
                      <a:noFill/>
                    </a:lnR>
                    <a:lnT>
                      <a:noFill/>
                    </a:lnT>
                    <a:lnB>
                      <a:noFill/>
                    </a:lnB>
                    <a:noFill/>
                  </a:tcPr>
                </a:tc>
                <a:tc>
                  <a:txBody>
                    <a:bodyPr/>
                    <a:lstStyle/>
                    <a:p>
                      <a:pPr algn="l" fontAlgn="b"/>
                      <a:r>
                        <a:rPr lang="fr-FR" sz="1600" b="0" i="0" u="none" strike="noStrike" dirty="0">
                          <a:solidFill>
                            <a:srgbClr val="000000"/>
                          </a:solidFill>
                          <a:effectLst/>
                          <a:latin typeface="Aptos Narrow" panose="020B0004020202020204" pitchFamily="34" charset="0"/>
                        </a:rPr>
                        <a:t>Campagne de vaccination réactive contre la rougeole</a:t>
                      </a:r>
                    </a:p>
                  </a:txBody>
                  <a:tcPr marL="6350" marR="6350" marT="6350" marB="0" anchor="b">
                    <a:lnL>
                      <a:noFill/>
                    </a:lnL>
                    <a:lnR>
                      <a:noFill/>
                    </a:lnR>
                    <a:lnT>
                      <a:noFill/>
                    </a:lnT>
                    <a:lnB>
                      <a:noFill/>
                    </a:lnB>
                    <a:noFill/>
                  </a:tcPr>
                </a:tc>
                <a:tc>
                  <a:txBody>
                    <a:bodyPr/>
                    <a:lstStyle/>
                    <a:p>
                      <a:pPr algn="l" fontAlgn="b"/>
                      <a:r>
                        <a:rPr lang="en-US" sz="1600" b="0" i="0" u="none" strike="noStrike" dirty="0">
                          <a:solidFill>
                            <a:srgbClr val="000000"/>
                          </a:solidFill>
                          <a:effectLst/>
                          <a:latin typeface="Aptos Narrow" panose="020B0004020202020204" pitchFamily="34" charset="0"/>
                        </a:rPr>
                        <a:t>                   144,519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303093940"/>
                  </a:ext>
                </a:extLst>
              </a:tr>
              <a:tr h="258451">
                <a:tc>
                  <a:txBody>
                    <a:bodyPr/>
                    <a:lstStyle/>
                    <a:p>
                      <a:pPr algn="l" fontAlgn="b"/>
                      <a:r>
                        <a:rPr lang="en-US" sz="1600" b="0" i="0" u="none" strike="noStrike">
                          <a:solidFill>
                            <a:srgbClr val="000000"/>
                          </a:solidFill>
                          <a:effectLst/>
                          <a:latin typeface="Aptos Narrow" panose="020B0004020202020204" pitchFamily="34" charset="0"/>
                        </a:rPr>
                        <a:t>DPS  EQUATEUR</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27 juillet 2025</a:t>
                      </a:r>
                    </a:p>
                  </a:txBody>
                  <a:tcPr marL="6350" marR="6350" marT="6350" marB="0" anchor="b">
                    <a:lnL>
                      <a:noFill/>
                    </a:lnL>
                    <a:lnR>
                      <a:noFill/>
                    </a:lnR>
                    <a:lnT>
                      <a:noFill/>
                    </a:lnT>
                    <a:lnB>
                      <a:noFill/>
                    </a:lnB>
                    <a:noFill/>
                  </a:tcPr>
                </a:tc>
                <a:tc>
                  <a:txBody>
                    <a:bodyPr/>
                    <a:lstStyle/>
                    <a:p>
                      <a:pPr algn="l" fontAlgn="b"/>
                      <a:r>
                        <a:rPr lang="en-US" sz="1600" b="0" i="0" u="none" strike="noStrike" dirty="0">
                          <a:solidFill>
                            <a:srgbClr val="000000"/>
                          </a:solidFill>
                          <a:effectLst/>
                          <a:latin typeface="Aptos Narrow" panose="020B0004020202020204" pitchFamily="34" charset="0"/>
                        </a:rPr>
                        <a:t>Orientations </a:t>
                      </a:r>
                      <a:r>
                        <a:rPr lang="en-US" sz="1600" b="0" i="0" u="none" strike="noStrike" dirty="0" err="1">
                          <a:solidFill>
                            <a:srgbClr val="000000"/>
                          </a:solidFill>
                          <a:effectLst/>
                          <a:latin typeface="Aptos Narrow" panose="020B0004020202020204" pitchFamily="34" charset="0"/>
                        </a:rPr>
                        <a:t>Mashako</a:t>
                      </a:r>
                      <a:r>
                        <a:rPr lang="en-US" sz="1600" b="0" i="0" u="none" strike="noStrike" dirty="0">
                          <a:solidFill>
                            <a:srgbClr val="000000"/>
                          </a:solidFill>
                          <a:effectLst/>
                          <a:latin typeface="Aptos Narrow" panose="020B0004020202020204" pitchFamily="34" charset="0"/>
                        </a:rPr>
                        <a:t> + </a:t>
                      </a:r>
                      <a:r>
                        <a:rPr lang="en-US" sz="1600" b="0" i="0" u="none" strike="noStrike" dirty="0" err="1">
                          <a:solidFill>
                            <a:srgbClr val="000000"/>
                          </a:solidFill>
                          <a:effectLst/>
                          <a:latin typeface="Aptos Narrow" panose="020B0004020202020204" pitchFamily="34" charset="0"/>
                        </a:rPr>
                        <a:t>microplanification</a:t>
                      </a:r>
                      <a:r>
                        <a:rPr lang="en-US" sz="1600" b="0" i="0" u="none" strike="noStrike" dirty="0">
                          <a:solidFill>
                            <a:srgbClr val="000000"/>
                          </a:solidFill>
                          <a:effectLst/>
                          <a:latin typeface="Aptos Narrow" panose="020B0004020202020204" pitchFamily="34" charset="0"/>
                        </a:rPr>
                        <a:t> </a:t>
                      </a:r>
                      <a:r>
                        <a:rPr lang="en-US" sz="1600" b="0" i="0" u="none" strike="noStrike" dirty="0" err="1">
                          <a:solidFill>
                            <a:srgbClr val="000000"/>
                          </a:solidFill>
                          <a:effectLst/>
                          <a:latin typeface="Aptos Narrow" panose="020B0004020202020204" pitchFamily="34" charset="0"/>
                        </a:rPr>
                        <a:t>intégrée</a:t>
                      </a:r>
                      <a:endParaRPr lang="en-US" sz="1600" b="0" i="0" u="none" strike="noStrike" dirty="0">
                        <a:solidFill>
                          <a:srgbClr val="000000"/>
                        </a:solidFill>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l" fontAlgn="b"/>
                      <a:r>
                        <a:rPr lang="en-US" sz="1600" b="0" i="0" u="none" strike="noStrike" dirty="0">
                          <a:solidFill>
                            <a:srgbClr val="000000"/>
                          </a:solidFill>
                          <a:effectLst/>
                          <a:latin typeface="Aptos Narrow" panose="020B0004020202020204" pitchFamily="34" charset="0"/>
                        </a:rPr>
                        <a:t>                   260,751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102352727"/>
                  </a:ext>
                </a:extLst>
              </a:tr>
              <a:tr h="258451">
                <a:tc>
                  <a:txBody>
                    <a:bodyPr/>
                    <a:lstStyle/>
                    <a:p>
                      <a:pPr algn="l" fontAlgn="b"/>
                      <a:r>
                        <a:rPr lang="en-US" sz="1600" b="0" i="0" u="none" strike="noStrike">
                          <a:solidFill>
                            <a:srgbClr val="000000"/>
                          </a:solidFill>
                          <a:effectLst/>
                          <a:latin typeface="Aptos Narrow" panose="020B0004020202020204" pitchFamily="34" charset="0"/>
                        </a:rPr>
                        <a:t>DPS  MAINDOMBE</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27 juillet 2025</a:t>
                      </a: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Orientations Mashako + microplanification intégrée</a:t>
                      </a: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228,860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532609840"/>
                  </a:ext>
                </a:extLst>
              </a:tr>
              <a:tr h="341102">
                <a:tc>
                  <a:txBody>
                    <a:bodyPr/>
                    <a:lstStyle/>
                    <a:p>
                      <a:pPr algn="l" fontAlgn="b"/>
                      <a:r>
                        <a:rPr lang="en-US" sz="1600" b="0" i="0" u="none" strike="noStrike">
                          <a:solidFill>
                            <a:srgbClr val="000000"/>
                          </a:solidFill>
                          <a:effectLst/>
                          <a:latin typeface="Aptos Narrow" panose="020B0004020202020204" pitchFamily="34" charset="0"/>
                        </a:rPr>
                        <a:t>PEV</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20 août 2025</a:t>
                      </a:r>
                    </a:p>
                  </a:txBody>
                  <a:tcPr marL="6350" marR="6350" marT="6350" marB="0" anchor="b">
                    <a:lnL>
                      <a:noFill/>
                    </a:lnL>
                    <a:lnR>
                      <a:noFill/>
                    </a:lnR>
                    <a:lnT>
                      <a:noFill/>
                    </a:lnT>
                    <a:lnB>
                      <a:noFill/>
                    </a:lnB>
                    <a:noFill/>
                  </a:tcPr>
                </a:tc>
                <a:tc>
                  <a:txBody>
                    <a:bodyPr/>
                    <a:lstStyle/>
                    <a:p>
                      <a:pPr algn="l" fontAlgn="b"/>
                      <a:r>
                        <a:rPr lang="fr-FR" sz="1600" b="0" i="0" u="none" strike="noStrike">
                          <a:solidFill>
                            <a:srgbClr val="000000"/>
                          </a:solidFill>
                          <a:effectLst/>
                          <a:latin typeface="Aptos Narrow" panose="020B0004020202020204" pitchFamily="34" charset="0"/>
                        </a:rPr>
                        <a:t>Révision du cadre organique et de l’organigramme du PEV.</a:t>
                      </a: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37,126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08730826"/>
                  </a:ext>
                </a:extLst>
              </a:tr>
              <a:tr h="510341">
                <a:tc>
                  <a:txBody>
                    <a:bodyPr/>
                    <a:lstStyle/>
                    <a:p>
                      <a:pPr algn="l" fontAlgn="b"/>
                      <a:r>
                        <a:rPr lang="en-US" sz="1600" b="0" i="0" u="none" strike="noStrike">
                          <a:solidFill>
                            <a:srgbClr val="000000"/>
                          </a:solidFill>
                          <a:effectLst/>
                          <a:latin typeface="Aptos Narrow" panose="020B0004020202020204" pitchFamily="34" charset="0"/>
                        </a:rPr>
                        <a:t>PEV</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15 septembre 2025</a:t>
                      </a:r>
                    </a:p>
                  </a:txBody>
                  <a:tcPr marL="6350" marR="6350" marT="6350" marB="0" anchor="b">
                    <a:lnL>
                      <a:noFill/>
                    </a:lnL>
                    <a:lnR>
                      <a:noFill/>
                    </a:lnR>
                    <a:lnT>
                      <a:noFill/>
                    </a:lnT>
                    <a:lnB>
                      <a:noFill/>
                    </a:lnB>
                    <a:noFill/>
                  </a:tcPr>
                </a:tc>
                <a:tc>
                  <a:txBody>
                    <a:bodyPr/>
                    <a:lstStyle/>
                    <a:p>
                      <a:pPr algn="l" fontAlgn="b"/>
                      <a:r>
                        <a:rPr lang="fr-FR" sz="1600" b="0" i="0" u="none" strike="noStrike">
                          <a:solidFill>
                            <a:srgbClr val="000000"/>
                          </a:solidFill>
                          <a:effectLst/>
                          <a:latin typeface="Aptos Narrow" panose="020B0004020202020204" pitchFamily="34" charset="0"/>
                        </a:rPr>
                        <a:t>Fonctionnement et Supervisin des sites de surveillance Sentinelle</a:t>
                      </a: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103,100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0291918"/>
                  </a:ext>
                </a:extLst>
              </a:tr>
              <a:tr h="258451">
                <a:tc>
                  <a:txBody>
                    <a:bodyPr/>
                    <a:lstStyle/>
                    <a:p>
                      <a:pPr algn="l" fontAlgn="b"/>
                      <a:r>
                        <a:rPr lang="en-US" sz="1600" b="0" i="0" u="none" strike="noStrike">
                          <a:solidFill>
                            <a:srgbClr val="000000"/>
                          </a:solidFill>
                          <a:effectLst/>
                          <a:latin typeface="Aptos Narrow" panose="020B0004020202020204" pitchFamily="34" charset="0"/>
                        </a:rPr>
                        <a:t>PEV</a:t>
                      </a:r>
                    </a:p>
                  </a:txBody>
                  <a:tcPr marL="6350" marR="6350" marT="635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12 octobre 2025</a:t>
                      </a: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RDQA septembre - novembre 2025</a:t>
                      </a:r>
                    </a:p>
                  </a:txBody>
                  <a:tcPr marL="6350" marR="6350" marT="6350" marB="0" anchor="b">
                    <a:lnL>
                      <a:noFill/>
                    </a:lnL>
                    <a:lnR>
                      <a:noFill/>
                    </a:lnR>
                    <a:lnT>
                      <a:noFill/>
                    </a:lnT>
                    <a:lnB>
                      <a:noFill/>
                    </a:lnB>
                    <a:noFill/>
                  </a:tcPr>
                </a:tc>
                <a:tc>
                  <a:txBody>
                    <a:bodyPr/>
                    <a:lstStyle/>
                    <a:p>
                      <a:pPr algn="l" fontAlgn="b"/>
                      <a:r>
                        <a:rPr lang="en-US" sz="1600" b="0" i="0" u="none" strike="noStrike">
                          <a:solidFill>
                            <a:srgbClr val="000000"/>
                          </a:solidFill>
                          <a:effectLst/>
                          <a:latin typeface="Aptos Narrow" panose="020B0004020202020204" pitchFamily="34" charset="0"/>
                        </a:rPr>
                        <a:t>                     33,060 </a:t>
                      </a:r>
                    </a:p>
                  </a:txBody>
                  <a:tcPr marL="6350" marR="6350" marT="635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592909719"/>
                  </a:ext>
                </a:extLst>
              </a:tr>
              <a:tr h="258451">
                <a:tc>
                  <a:txBody>
                    <a:bodyPr/>
                    <a:lstStyle/>
                    <a:p>
                      <a:pPr algn="l" fontAlgn="b"/>
                      <a:r>
                        <a:rPr lang="en-US" sz="1600" b="0" i="0" u="none" strike="noStrike" dirty="0">
                          <a:solidFill>
                            <a:srgbClr val="000000"/>
                          </a:solidFill>
                          <a:effectLst/>
                          <a:highlight>
                            <a:srgbClr val="FF0000"/>
                          </a:highlight>
                          <a:latin typeface="Aptos Narrow" panose="020B0004020202020204" pitchFamily="34" charset="0"/>
                        </a:rPr>
                        <a:t>DPS TSHUAPA</a:t>
                      </a:r>
                    </a:p>
                  </a:txBody>
                  <a:tcPr marL="6350" marR="6350" marT="63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dirty="0">
                          <a:solidFill>
                            <a:srgbClr val="000000"/>
                          </a:solidFill>
                          <a:effectLst/>
                          <a:highlight>
                            <a:srgbClr val="FF0000"/>
                          </a:highlight>
                          <a:latin typeface="Aptos Narrow" panose="020B0004020202020204" pitchFamily="34" charset="0"/>
                        </a:rPr>
                        <a:t>1 </a:t>
                      </a:r>
                      <a:r>
                        <a:rPr lang="en-US" sz="1600" b="0" i="0" u="none" strike="noStrike" dirty="0" err="1">
                          <a:solidFill>
                            <a:srgbClr val="000000"/>
                          </a:solidFill>
                          <a:effectLst/>
                          <a:highlight>
                            <a:srgbClr val="FF0000"/>
                          </a:highlight>
                          <a:latin typeface="Aptos Narrow" panose="020B0004020202020204" pitchFamily="34" charset="0"/>
                        </a:rPr>
                        <a:t>septembre</a:t>
                      </a:r>
                      <a:r>
                        <a:rPr lang="en-US" sz="1600" b="0" i="0" u="none" strike="noStrike" dirty="0">
                          <a:solidFill>
                            <a:srgbClr val="000000"/>
                          </a:solidFill>
                          <a:effectLst/>
                          <a:highlight>
                            <a:srgbClr val="FF0000"/>
                          </a:highlight>
                          <a:latin typeface="Aptos Narrow" panose="020B0004020202020204" pitchFamily="34" charset="0"/>
                        </a:rPr>
                        <a:t> 2024</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dirty="0">
                          <a:solidFill>
                            <a:srgbClr val="000000"/>
                          </a:solidFill>
                          <a:effectLst/>
                          <a:highlight>
                            <a:srgbClr val="FF0000"/>
                          </a:highlight>
                          <a:latin typeface="Aptos Narrow" panose="020B0004020202020204" pitchFamily="34" charset="0"/>
                        </a:rPr>
                        <a:t>Vaccination des populations </a:t>
                      </a:r>
                      <a:r>
                        <a:rPr lang="en-US" sz="1600" b="0" i="0" u="none" strike="noStrike" dirty="0" err="1">
                          <a:solidFill>
                            <a:srgbClr val="000000"/>
                          </a:solidFill>
                          <a:effectLst/>
                          <a:highlight>
                            <a:srgbClr val="FF0000"/>
                          </a:highlight>
                          <a:latin typeface="Aptos Narrow" panose="020B0004020202020204" pitchFamily="34" charset="0"/>
                        </a:rPr>
                        <a:t>spéciales</a:t>
                      </a:r>
                      <a:r>
                        <a:rPr lang="en-US" sz="1600" b="0" i="0" u="none" strike="noStrike" dirty="0">
                          <a:solidFill>
                            <a:srgbClr val="000000"/>
                          </a:solidFill>
                          <a:effectLst/>
                          <a:highlight>
                            <a:srgbClr val="FF0000"/>
                          </a:highlight>
                          <a:latin typeface="Aptos Narrow" panose="020B0004020202020204" pitchFamily="34" charset="0"/>
                        </a:rPr>
                        <a:t> </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b"/>
                      <a:r>
                        <a:rPr lang="en-US" sz="1600" b="0" i="0" u="none" strike="noStrike" dirty="0">
                          <a:solidFill>
                            <a:srgbClr val="000000"/>
                          </a:solidFill>
                          <a:effectLst/>
                          <a:highlight>
                            <a:srgbClr val="FF0000"/>
                          </a:highlight>
                          <a:latin typeface="Aptos Narrow" panose="020B0004020202020204" pitchFamily="34" charset="0"/>
                        </a:rPr>
                        <a:t>                     54,613 </a:t>
                      </a:r>
                    </a:p>
                  </a:txBody>
                  <a:tcPr marL="6350" marR="6350" marT="635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563152"/>
                  </a:ext>
                </a:extLst>
              </a:tr>
              <a:tr h="258451">
                <a:tc>
                  <a:txBody>
                    <a:bodyPr/>
                    <a:lstStyle/>
                    <a:p>
                      <a:pPr algn="l" fontAlgn="b"/>
                      <a:r>
                        <a:rPr lang="en-US" sz="1600" b="1" i="0" u="none" strike="noStrike">
                          <a:solidFill>
                            <a:srgbClr val="000000"/>
                          </a:solidFill>
                          <a:effectLst/>
                          <a:latin typeface="Aptos Narrow" panose="020B0004020202020204" pitchFamily="34" charset="0"/>
                        </a:rPr>
                        <a:t>Total </a:t>
                      </a:r>
                    </a:p>
                  </a:txBody>
                  <a:tcPr marL="6350" marR="6350" marT="635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1600" b="1" i="0" u="none" strike="noStrike" dirty="0">
                          <a:solidFill>
                            <a:srgbClr val="000000"/>
                          </a:solidFill>
                          <a:effectLst/>
                          <a:latin typeface="Aptos Narrow" panose="020B0004020202020204" pitchFamily="34" charset="0"/>
                        </a:rPr>
                        <a:t> </a:t>
                      </a:r>
                    </a:p>
                  </a:txBody>
                  <a:tcPr marL="6350" marR="6350" marT="63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1600" b="1" i="0" u="none" strike="noStrike" dirty="0">
                          <a:solidFill>
                            <a:srgbClr val="000000"/>
                          </a:solidFill>
                          <a:effectLst/>
                          <a:latin typeface="Aptos Narrow" panose="020B0004020202020204" pitchFamily="34" charset="0"/>
                        </a:rPr>
                        <a:t> </a:t>
                      </a:r>
                    </a:p>
                  </a:txBody>
                  <a:tcPr marL="6350" marR="6350" marT="63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r>
                        <a:rPr lang="en-US" sz="1600" b="1" i="0" u="none" strike="noStrike" dirty="0">
                          <a:solidFill>
                            <a:srgbClr val="000000"/>
                          </a:solidFill>
                          <a:effectLst/>
                          <a:latin typeface="Aptos Narrow" panose="020B0004020202020204" pitchFamily="34" charset="0"/>
                        </a:rPr>
                        <a:t>               1,190,047 </a:t>
                      </a:r>
                    </a:p>
                  </a:txBody>
                  <a:tcPr marL="6350" marR="6350" marT="635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2896988"/>
                  </a:ext>
                </a:extLst>
              </a:tr>
            </a:tbl>
          </a:graphicData>
        </a:graphic>
      </p:graphicFrame>
    </p:spTree>
    <p:extLst>
      <p:ext uri="{BB962C8B-B14F-4D97-AF65-F5344CB8AC3E}">
        <p14:creationId xmlns:p14="http://schemas.microsoft.com/office/powerpoint/2010/main" val="2080125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C25B3-768E-A59B-6B39-8697951AE569}"/>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DD4A5A4-AA91-BCB3-A7B3-5CBD933135AF}"/>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545A1CB-F3A4-52F4-E357-3783F277FB39}"/>
              </a:ext>
            </a:extLst>
          </p:cNvPr>
          <p:cNvGrpSpPr/>
          <p:nvPr/>
        </p:nvGrpSpPr>
        <p:grpSpPr>
          <a:xfrm>
            <a:off x="409056" y="411029"/>
            <a:ext cx="11434076" cy="953484"/>
            <a:chOff x="290184" y="400187"/>
            <a:chExt cx="11269728" cy="953484"/>
          </a:xfrm>
        </p:grpSpPr>
        <p:grpSp>
          <p:nvGrpSpPr>
            <p:cNvPr id="11" name="Group 10">
              <a:extLst>
                <a:ext uri="{FF2B5EF4-FFF2-40B4-BE49-F238E27FC236}">
                  <a16:creationId xmlns:a16="http://schemas.microsoft.com/office/drawing/2014/main" id="{A880D053-4A3F-DD21-C03F-F24E7713F710}"/>
                </a:ext>
              </a:extLst>
            </p:cNvPr>
            <p:cNvGrpSpPr/>
            <p:nvPr/>
          </p:nvGrpSpPr>
          <p:grpSpPr>
            <a:xfrm>
              <a:off x="334395" y="400187"/>
              <a:ext cx="11225517" cy="845516"/>
              <a:chOff x="4248669" y="401638"/>
              <a:chExt cx="11225517" cy="845516"/>
            </a:xfrm>
          </p:grpSpPr>
          <p:sp>
            <p:nvSpPr>
              <p:cNvPr id="15" name="Rectangle 14">
                <a:extLst>
                  <a:ext uri="{FF2B5EF4-FFF2-40B4-BE49-F238E27FC236}">
                    <a16:creationId xmlns:a16="http://schemas.microsoft.com/office/drawing/2014/main" id="{80689717-8C2F-53E1-6522-508A022F16DA}"/>
                  </a:ext>
                </a:extLst>
              </p:cNvPr>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a:rPr>
                  <a:t>IV. Réalisations majeures en 2025</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a:rPr>
                  <a:t> </a:t>
                </a:r>
                <a:endParaRPr lang="en-US" sz="2000" b="1" dirty="0">
                  <a:solidFill>
                    <a:srgbClr val="009ADE"/>
                  </a:solidFill>
                  <a:latin typeface="Source Sans Pro" panose="020B0503030403020204" pitchFamily="34" charset="0"/>
                </a:endParaRPr>
              </a:p>
            </p:txBody>
          </p:sp>
          <p:sp>
            <p:nvSpPr>
              <p:cNvPr id="16" name="Flowchart: Off-page Connector 15">
                <a:extLst>
                  <a:ext uri="{FF2B5EF4-FFF2-40B4-BE49-F238E27FC236}">
                    <a16:creationId xmlns:a16="http://schemas.microsoft.com/office/drawing/2014/main" id="{7E595F7B-37DF-9CCA-ECFA-36858646AC9C}"/>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a:extLst>
                  <a:ext uri="{FF2B5EF4-FFF2-40B4-BE49-F238E27FC236}">
                    <a16:creationId xmlns:a16="http://schemas.microsoft.com/office/drawing/2014/main" id="{D6F7E0D8-6E6F-4765-F81B-CCDC7EF1A274}"/>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AE9EB76A-9C43-C25E-CC58-E0543C209BF4}"/>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a:extLst>
              <a:ext uri="{FF2B5EF4-FFF2-40B4-BE49-F238E27FC236}">
                <a16:creationId xmlns:a16="http://schemas.microsoft.com/office/drawing/2014/main" id="{D2649CA6-91EC-032A-73C3-BAEC370859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819" y="540464"/>
            <a:ext cx="692109" cy="692109"/>
          </a:xfrm>
          <a:prstGeom prst="rect">
            <a:avLst/>
          </a:prstGeom>
        </p:spPr>
      </p:pic>
      <p:graphicFrame>
        <p:nvGraphicFramePr>
          <p:cNvPr id="3" name="Table 2">
            <a:extLst>
              <a:ext uri="{FF2B5EF4-FFF2-40B4-BE49-F238E27FC236}">
                <a16:creationId xmlns:a16="http://schemas.microsoft.com/office/drawing/2014/main" id="{3C0AA91B-CDEF-957F-0AC5-6F3E142BB47E}"/>
              </a:ext>
            </a:extLst>
          </p:cNvPr>
          <p:cNvGraphicFramePr>
            <a:graphicFrameLocks noGrp="1"/>
          </p:cNvGraphicFramePr>
          <p:nvPr>
            <p:extLst>
              <p:ext uri="{D42A27DB-BD31-4B8C-83A1-F6EECF244321}">
                <p14:modId xmlns:p14="http://schemas.microsoft.com/office/powerpoint/2010/main" val="759485574"/>
              </p:ext>
            </p:extLst>
          </p:nvPr>
        </p:nvGraphicFramePr>
        <p:xfrm>
          <a:off x="0" y="1337339"/>
          <a:ext cx="12192000" cy="54185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494590296"/>
                    </a:ext>
                  </a:extLst>
                </a:gridCol>
                <a:gridCol w="1371333">
                  <a:extLst>
                    <a:ext uri="{9D8B030D-6E8A-4147-A177-3AD203B41FA5}">
                      <a16:colId xmlns:a16="http://schemas.microsoft.com/office/drawing/2014/main" val="627234415"/>
                    </a:ext>
                  </a:extLst>
                </a:gridCol>
                <a:gridCol w="2458029">
                  <a:extLst>
                    <a:ext uri="{9D8B030D-6E8A-4147-A177-3AD203B41FA5}">
                      <a16:colId xmlns:a16="http://schemas.microsoft.com/office/drawing/2014/main" val="834904639"/>
                    </a:ext>
                  </a:extLst>
                </a:gridCol>
                <a:gridCol w="3485838">
                  <a:extLst>
                    <a:ext uri="{9D8B030D-6E8A-4147-A177-3AD203B41FA5}">
                      <a16:colId xmlns:a16="http://schemas.microsoft.com/office/drawing/2014/main" val="3721979876"/>
                    </a:ext>
                  </a:extLst>
                </a:gridCol>
                <a:gridCol w="2438400">
                  <a:extLst>
                    <a:ext uri="{9D8B030D-6E8A-4147-A177-3AD203B41FA5}">
                      <a16:colId xmlns:a16="http://schemas.microsoft.com/office/drawing/2014/main" val="3505905623"/>
                    </a:ext>
                  </a:extLst>
                </a:gridCol>
              </a:tblGrid>
              <a:tr h="755100">
                <a:tc>
                  <a:txBody>
                    <a:bodyPr/>
                    <a:lstStyle/>
                    <a:p>
                      <a:r>
                        <a:rPr lang="fr-FR" dirty="0"/>
                        <a:t>Stratégie PAO</a:t>
                      </a:r>
                      <a:endParaRPr lang="en-US" dirty="0"/>
                    </a:p>
                  </a:txBody>
                  <a:tcPr/>
                </a:tc>
                <a:tc>
                  <a:txBody>
                    <a:bodyPr/>
                    <a:lstStyle/>
                    <a:p>
                      <a:r>
                        <a:rPr lang="fr-FR" dirty="0"/>
                        <a:t>N° Activité</a:t>
                      </a:r>
                      <a:endParaRPr lang="en-US" dirty="0"/>
                    </a:p>
                  </a:txBody>
                  <a:tcPr/>
                </a:tc>
                <a:tc>
                  <a:txBody>
                    <a:bodyPr/>
                    <a:lstStyle/>
                    <a:p>
                      <a:r>
                        <a:rPr lang="fr-FR" dirty="0"/>
                        <a:t>Activité</a:t>
                      </a:r>
                      <a:endParaRPr lang="en-US" dirty="0"/>
                    </a:p>
                  </a:txBody>
                  <a:tcPr/>
                </a:tc>
                <a:tc>
                  <a:txBody>
                    <a:bodyPr/>
                    <a:lstStyle/>
                    <a:p>
                      <a:r>
                        <a:rPr lang="fr-FR" dirty="0"/>
                        <a:t>Réalisations de l’OMS</a:t>
                      </a:r>
                      <a:endParaRPr lang="en-US" dirty="0"/>
                    </a:p>
                  </a:txBody>
                  <a:tcPr/>
                </a:tc>
                <a:tc>
                  <a:txBody>
                    <a:bodyPr/>
                    <a:lstStyle/>
                    <a:p>
                      <a:r>
                        <a:rPr lang="fr-FR" dirty="0"/>
                        <a:t>Contribution aux résultats du PEV</a:t>
                      </a:r>
                      <a:endParaRPr lang="en-US" dirty="0"/>
                    </a:p>
                  </a:txBody>
                  <a:tcPr/>
                </a:tc>
                <a:extLst>
                  <a:ext uri="{0D108BD9-81ED-4DB2-BD59-A6C34878D82A}">
                    <a16:rowId xmlns:a16="http://schemas.microsoft.com/office/drawing/2014/main" val="3977408072"/>
                  </a:ext>
                </a:extLst>
              </a:tr>
              <a:tr h="755100">
                <a:tc>
                  <a:txBody>
                    <a:bodyPr/>
                    <a:lstStyle/>
                    <a:p>
                      <a:r>
                        <a:rPr lang="fr-FR" dirty="0"/>
                        <a:t>Amélioration de la l’atteinte des populations cibles à travers traditionnelles de VR</a:t>
                      </a:r>
                      <a:endParaRPr lang="en-US" dirty="0"/>
                    </a:p>
                  </a:txBody>
                  <a:tcPr/>
                </a:tc>
                <a:tc>
                  <a:txBody>
                    <a:bodyPr/>
                    <a:lstStyle/>
                    <a:p>
                      <a:r>
                        <a:rPr lang="fr-FR" dirty="0"/>
                        <a:t>1</a:t>
                      </a:r>
                      <a:endParaRPr lang="en-US" dirty="0"/>
                    </a:p>
                  </a:txBody>
                  <a:tcPr/>
                </a:tc>
                <a:tc>
                  <a:txBody>
                    <a:bodyPr/>
                    <a:lstStyle/>
                    <a:p>
                      <a:r>
                        <a:rPr lang="fr-FR" dirty="0"/>
                        <a:t>Appui à la micro-planification intégrée</a:t>
                      </a:r>
                      <a:endParaRPr lang="en-US" dirty="0"/>
                    </a:p>
                  </a:txBody>
                  <a:tcPr/>
                </a:tc>
                <a:tc>
                  <a:txBody>
                    <a:bodyPr/>
                    <a:lstStyle/>
                    <a:p>
                      <a:r>
                        <a:rPr lang="fr-FR" dirty="0">
                          <a:solidFill>
                            <a:schemeClr val="bg1"/>
                          </a:solidFill>
                          <a:highlight>
                            <a:srgbClr val="008000"/>
                          </a:highlight>
                        </a:rPr>
                        <a:t>Appui aux ateliers d’orientation </a:t>
                      </a:r>
                      <a:r>
                        <a:rPr lang="fr-FR" dirty="0" err="1">
                          <a:solidFill>
                            <a:schemeClr val="bg1"/>
                          </a:solidFill>
                          <a:highlight>
                            <a:srgbClr val="008000"/>
                          </a:highlight>
                        </a:rPr>
                        <a:t>Mashako</a:t>
                      </a:r>
                      <a:r>
                        <a:rPr lang="fr-FR" dirty="0">
                          <a:solidFill>
                            <a:schemeClr val="bg1"/>
                          </a:solidFill>
                          <a:highlight>
                            <a:srgbClr val="008000"/>
                          </a:highlight>
                        </a:rPr>
                        <a:t> 3.0 + Micro-planification intégrée dans </a:t>
                      </a:r>
                      <a:r>
                        <a:rPr lang="fr-FR" dirty="0" err="1">
                          <a:solidFill>
                            <a:schemeClr val="bg1"/>
                          </a:solidFill>
                          <a:highlight>
                            <a:srgbClr val="008000"/>
                          </a:highlight>
                        </a:rPr>
                        <a:t>dans</a:t>
                      </a:r>
                      <a:r>
                        <a:rPr lang="fr-FR" dirty="0">
                          <a:solidFill>
                            <a:schemeClr val="bg1"/>
                          </a:solidFill>
                          <a:highlight>
                            <a:srgbClr val="008000"/>
                          </a:highlight>
                        </a:rPr>
                        <a:t> 4 provinces: </a:t>
                      </a:r>
                      <a:r>
                        <a:rPr lang="fr-FR" dirty="0" err="1">
                          <a:solidFill>
                            <a:schemeClr val="bg1"/>
                          </a:solidFill>
                          <a:highlight>
                            <a:srgbClr val="008000"/>
                          </a:highlight>
                        </a:rPr>
                        <a:t>Tshuapa</a:t>
                      </a:r>
                      <a:r>
                        <a:rPr lang="fr-FR" dirty="0">
                          <a:solidFill>
                            <a:schemeClr val="bg1"/>
                          </a:solidFill>
                          <a:highlight>
                            <a:srgbClr val="008000"/>
                          </a:highlight>
                        </a:rPr>
                        <a:t>, </a:t>
                      </a:r>
                      <a:r>
                        <a:rPr lang="fr-FR" dirty="0" err="1">
                          <a:solidFill>
                            <a:schemeClr val="bg1"/>
                          </a:solidFill>
                          <a:highlight>
                            <a:srgbClr val="008000"/>
                          </a:highlight>
                        </a:rPr>
                        <a:t>Mongala</a:t>
                      </a:r>
                      <a:r>
                        <a:rPr lang="fr-FR" dirty="0">
                          <a:solidFill>
                            <a:schemeClr val="bg1"/>
                          </a:solidFill>
                          <a:highlight>
                            <a:srgbClr val="008000"/>
                          </a:highlight>
                        </a:rPr>
                        <a:t>, </a:t>
                      </a:r>
                      <a:r>
                        <a:rPr lang="fr-FR" dirty="0" err="1">
                          <a:solidFill>
                            <a:schemeClr val="bg1"/>
                          </a:solidFill>
                          <a:highlight>
                            <a:srgbClr val="008000"/>
                          </a:highlight>
                        </a:rPr>
                        <a:t>Maindombe</a:t>
                      </a:r>
                      <a:r>
                        <a:rPr lang="fr-FR" dirty="0">
                          <a:solidFill>
                            <a:schemeClr val="bg1"/>
                          </a:solidFill>
                          <a:highlight>
                            <a:srgbClr val="008000"/>
                          </a:highlight>
                        </a:rPr>
                        <a:t>, Equateur.</a:t>
                      </a:r>
                      <a:endParaRPr lang="en-US" dirty="0">
                        <a:solidFill>
                          <a:schemeClr val="bg1"/>
                        </a:solidFill>
                        <a:highlight>
                          <a:srgbClr val="008000"/>
                        </a:highlight>
                      </a:endParaRPr>
                    </a:p>
                  </a:txBody>
                  <a:tcPr/>
                </a:tc>
                <a:tc>
                  <a:txBody>
                    <a:bodyPr/>
                    <a:lstStyle/>
                    <a:p>
                      <a:r>
                        <a:rPr lang="fr-FR" dirty="0"/>
                        <a:t>56 ZS dans les 4 provinces disposent ou sont en cours de finalisation des micro-plans intégrés.</a:t>
                      </a:r>
                      <a:endParaRPr lang="en-US" dirty="0"/>
                    </a:p>
                  </a:txBody>
                  <a:tcPr/>
                </a:tc>
                <a:extLst>
                  <a:ext uri="{0D108BD9-81ED-4DB2-BD59-A6C34878D82A}">
                    <a16:rowId xmlns:a16="http://schemas.microsoft.com/office/drawing/2014/main" val="2342003505"/>
                  </a:ext>
                </a:extLst>
              </a:tr>
              <a:tr h="755100">
                <a:tc>
                  <a:txBody>
                    <a:bodyPr/>
                    <a:lstStyle/>
                    <a:p>
                      <a:r>
                        <a:rPr lang="fr-FR" dirty="0"/>
                        <a:t>Vaccination de routine et campagne</a:t>
                      </a:r>
                      <a:endParaRPr lang="en-US" dirty="0"/>
                    </a:p>
                  </a:txBody>
                  <a:tcPr/>
                </a:tc>
                <a:tc>
                  <a:txBody>
                    <a:bodyPr/>
                    <a:lstStyle/>
                    <a:p>
                      <a:r>
                        <a:rPr lang="fr-FR" dirty="0"/>
                        <a:t>4</a:t>
                      </a:r>
                      <a:endParaRPr lang="en-US" dirty="0"/>
                    </a:p>
                  </a:txBody>
                  <a:tcPr/>
                </a:tc>
                <a:tc>
                  <a:txBody>
                    <a:bodyPr/>
                    <a:lstStyle/>
                    <a:p>
                      <a:r>
                        <a:rPr lang="fr-FR" dirty="0"/>
                        <a:t>Introduire les vaccins RR et VAP</a:t>
                      </a:r>
                      <a:endParaRPr lang="en-US" dirty="0"/>
                    </a:p>
                  </a:txBody>
                  <a:tcPr/>
                </a:tc>
                <a:tc>
                  <a:txBody>
                    <a:bodyPr/>
                    <a:lstStyle/>
                    <a:p>
                      <a:r>
                        <a:rPr lang="fr-FR" dirty="0">
                          <a:solidFill>
                            <a:schemeClr val="bg1"/>
                          </a:solidFill>
                          <a:highlight>
                            <a:srgbClr val="FF0000"/>
                          </a:highlight>
                        </a:rPr>
                        <a:t>VAP: Evaluation post-introduction reportée en février 2026 (lancement du bloc 2 en aout 2025 + gap dans le financement de la RIA) </a:t>
                      </a:r>
                      <a:endParaRPr lang="en-US" dirty="0">
                        <a:solidFill>
                          <a:schemeClr val="bg1"/>
                        </a:solidFill>
                        <a:highlight>
                          <a:srgbClr val="FF0000"/>
                        </a:highlight>
                      </a:endParaRPr>
                    </a:p>
                  </a:txBody>
                  <a:tcPr/>
                </a:tc>
                <a:tc>
                  <a:txBody>
                    <a:bodyPr/>
                    <a:lstStyle/>
                    <a:p>
                      <a:endParaRPr lang="en-US" dirty="0"/>
                    </a:p>
                  </a:txBody>
                  <a:tcPr/>
                </a:tc>
                <a:extLst>
                  <a:ext uri="{0D108BD9-81ED-4DB2-BD59-A6C34878D82A}">
                    <a16:rowId xmlns:a16="http://schemas.microsoft.com/office/drawing/2014/main" val="1237191945"/>
                  </a:ext>
                </a:extLst>
              </a:tr>
              <a:tr h="755100">
                <a:tc>
                  <a:txBody>
                    <a:bodyPr/>
                    <a:lstStyle/>
                    <a:p>
                      <a:r>
                        <a:rPr lang="fr-FR" dirty="0"/>
                        <a:t>Organisation des AVS de qualité</a:t>
                      </a:r>
                      <a:endParaRPr lang="en-US" dirty="0"/>
                    </a:p>
                  </a:txBody>
                  <a:tcPr/>
                </a:tc>
                <a:tc>
                  <a:txBody>
                    <a:bodyPr/>
                    <a:lstStyle/>
                    <a:p>
                      <a:r>
                        <a:rPr lang="fr-FR" dirty="0"/>
                        <a:t>2</a:t>
                      </a:r>
                      <a:endParaRPr lang="en-US" dirty="0"/>
                    </a:p>
                  </a:txBody>
                  <a:tcPr/>
                </a:tc>
                <a:tc>
                  <a:txBody>
                    <a:bodyPr/>
                    <a:lstStyle/>
                    <a:p>
                      <a:r>
                        <a:rPr lang="fr-FR" dirty="0"/>
                        <a:t>Organiser la campagne de vaccination préventive contre le FJ dans les 4 provinces du Grand Katanga (Bloc 6) </a:t>
                      </a:r>
                      <a:endParaRPr lang="en-US" dirty="0"/>
                    </a:p>
                  </a:txBody>
                  <a:tcPr/>
                </a:tc>
                <a:tc>
                  <a:txBody>
                    <a:bodyPr/>
                    <a:lstStyle/>
                    <a:p>
                      <a:r>
                        <a:rPr lang="fr-FR" dirty="0">
                          <a:solidFill>
                            <a:schemeClr val="bg1"/>
                          </a:solidFill>
                          <a:highlight>
                            <a:srgbClr val="008000"/>
                          </a:highlight>
                        </a:rPr>
                        <a:t>Appui au bloc 6 de la campagne: préparation, supervision, monitorage indépendant, ECV post-campagne.</a:t>
                      </a:r>
                      <a:endParaRPr lang="en-US" dirty="0">
                        <a:solidFill>
                          <a:schemeClr val="bg1"/>
                        </a:solidFill>
                        <a:highlight>
                          <a:srgbClr val="008000"/>
                        </a:highlight>
                      </a:endParaRPr>
                    </a:p>
                  </a:txBody>
                  <a:tcPr/>
                </a:tc>
                <a:tc>
                  <a:txBody>
                    <a:bodyPr/>
                    <a:lstStyle/>
                    <a:p>
                      <a:r>
                        <a:rPr lang="fr-FR" dirty="0"/>
                        <a:t>Rapport monitorage indépendant disponible.</a:t>
                      </a:r>
                    </a:p>
                    <a:p>
                      <a:r>
                        <a:rPr lang="fr-FR" dirty="0"/>
                        <a:t>Rapport ECV post-campagne en cours de finalisation par l’ESPK.</a:t>
                      </a:r>
                      <a:endParaRPr lang="en-US" dirty="0"/>
                    </a:p>
                  </a:txBody>
                  <a:tcPr/>
                </a:tc>
                <a:extLst>
                  <a:ext uri="{0D108BD9-81ED-4DB2-BD59-A6C34878D82A}">
                    <a16:rowId xmlns:a16="http://schemas.microsoft.com/office/drawing/2014/main" val="2995441724"/>
                  </a:ext>
                </a:extLst>
              </a:tr>
            </a:tbl>
          </a:graphicData>
        </a:graphic>
      </p:graphicFrame>
    </p:spTree>
    <p:extLst>
      <p:ext uri="{BB962C8B-B14F-4D97-AF65-F5344CB8AC3E}">
        <p14:creationId xmlns:p14="http://schemas.microsoft.com/office/powerpoint/2010/main" val="1040233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C7426-5C8F-A8D3-0706-F677F454193E}"/>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36C560C-7367-B58B-2274-8E4D8DD7AC77}"/>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655CE527-E637-539E-05F0-7EDE9F044E38}"/>
              </a:ext>
            </a:extLst>
          </p:cNvPr>
          <p:cNvGrpSpPr/>
          <p:nvPr/>
        </p:nvGrpSpPr>
        <p:grpSpPr>
          <a:xfrm>
            <a:off x="409056" y="411029"/>
            <a:ext cx="11434076" cy="953484"/>
            <a:chOff x="290184" y="400187"/>
            <a:chExt cx="11269728" cy="953484"/>
          </a:xfrm>
        </p:grpSpPr>
        <p:grpSp>
          <p:nvGrpSpPr>
            <p:cNvPr id="11" name="Group 10">
              <a:extLst>
                <a:ext uri="{FF2B5EF4-FFF2-40B4-BE49-F238E27FC236}">
                  <a16:creationId xmlns:a16="http://schemas.microsoft.com/office/drawing/2014/main" id="{4C69E1E7-4CAA-70D8-6E71-648D941E1001}"/>
                </a:ext>
              </a:extLst>
            </p:cNvPr>
            <p:cNvGrpSpPr/>
            <p:nvPr/>
          </p:nvGrpSpPr>
          <p:grpSpPr>
            <a:xfrm>
              <a:off x="334395" y="400187"/>
              <a:ext cx="11225517" cy="845516"/>
              <a:chOff x="4248669" y="401638"/>
              <a:chExt cx="11225517" cy="845516"/>
            </a:xfrm>
          </p:grpSpPr>
          <p:sp>
            <p:nvSpPr>
              <p:cNvPr id="15" name="Rectangle 14">
                <a:extLst>
                  <a:ext uri="{FF2B5EF4-FFF2-40B4-BE49-F238E27FC236}">
                    <a16:creationId xmlns:a16="http://schemas.microsoft.com/office/drawing/2014/main" id="{27C509D0-CC80-717B-9AFA-AA1BA60C8D61}"/>
                  </a:ext>
                </a:extLst>
              </p:cNvPr>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a:rPr>
                  <a:t>IV. Réalisations majeures en 2025</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a:rPr>
                  <a:t> </a:t>
                </a:r>
                <a:endParaRPr lang="en-US" sz="2000" b="1" dirty="0">
                  <a:solidFill>
                    <a:srgbClr val="009ADE"/>
                  </a:solidFill>
                  <a:latin typeface="Source Sans Pro" panose="020B0503030403020204" pitchFamily="34" charset="0"/>
                </a:endParaRPr>
              </a:p>
            </p:txBody>
          </p:sp>
          <p:sp>
            <p:nvSpPr>
              <p:cNvPr id="16" name="Flowchart: Off-page Connector 15">
                <a:extLst>
                  <a:ext uri="{FF2B5EF4-FFF2-40B4-BE49-F238E27FC236}">
                    <a16:creationId xmlns:a16="http://schemas.microsoft.com/office/drawing/2014/main" id="{1ECB3AC8-89AA-EEF0-E9FC-FB0B88D02A98}"/>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a:extLst>
                  <a:ext uri="{FF2B5EF4-FFF2-40B4-BE49-F238E27FC236}">
                    <a16:creationId xmlns:a16="http://schemas.microsoft.com/office/drawing/2014/main" id="{5FD15B47-C59A-D1C6-3802-4371FAC4519F}"/>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9646C2A6-ED87-3C16-DDB1-AED3E922939B}"/>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a:extLst>
              <a:ext uri="{FF2B5EF4-FFF2-40B4-BE49-F238E27FC236}">
                <a16:creationId xmlns:a16="http://schemas.microsoft.com/office/drawing/2014/main" id="{909D2602-6A90-3161-811A-DB432D583D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819" y="540464"/>
            <a:ext cx="692109" cy="692109"/>
          </a:xfrm>
          <a:prstGeom prst="rect">
            <a:avLst/>
          </a:prstGeom>
        </p:spPr>
      </p:pic>
      <p:graphicFrame>
        <p:nvGraphicFramePr>
          <p:cNvPr id="3" name="Table 2">
            <a:extLst>
              <a:ext uri="{FF2B5EF4-FFF2-40B4-BE49-F238E27FC236}">
                <a16:creationId xmlns:a16="http://schemas.microsoft.com/office/drawing/2014/main" id="{898826E2-9D9A-DF91-D527-5070F17175A8}"/>
              </a:ext>
            </a:extLst>
          </p:cNvPr>
          <p:cNvGraphicFramePr>
            <a:graphicFrameLocks noGrp="1"/>
          </p:cNvGraphicFramePr>
          <p:nvPr>
            <p:extLst>
              <p:ext uri="{D42A27DB-BD31-4B8C-83A1-F6EECF244321}">
                <p14:modId xmlns:p14="http://schemas.microsoft.com/office/powerpoint/2010/main" val="4080099614"/>
              </p:ext>
            </p:extLst>
          </p:nvPr>
        </p:nvGraphicFramePr>
        <p:xfrm>
          <a:off x="115823" y="1367738"/>
          <a:ext cx="11960354" cy="5394960"/>
        </p:xfrm>
        <a:graphic>
          <a:graphicData uri="http://schemas.openxmlformats.org/drawingml/2006/table">
            <a:tbl>
              <a:tblPr firstRow="1" bandRow="1">
                <a:tableStyleId>{5C22544A-7EE6-4342-B048-85BDC9FD1C3A}</a:tableStyleId>
              </a:tblPr>
              <a:tblGrid>
                <a:gridCol w="2392071">
                  <a:extLst>
                    <a:ext uri="{9D8B030D-6E8A-4147-A177-3AD203B41FA5}">
                      <a16:colId xmlns:a16="http://schemas.microsoft.com/office/drawing/2014/main" val="1494590296"/>
                    </a:ext>
                  </a:extLst>
                </a:gridCol>
                <a:gridCol w="1345278">
                  <a:extLst>
                    <a:ext uri="{9D8B030D-6E8A-4147-A177-3AD203B41FA5}">
                      <a16:colId xmlns:a16="http://schemas.microsoft.com/office/drawing/2014/main" val="627234415"/>
                    </a:ext>
                  </a:extLst>
                </a:gridCol>
                <a:gridCol w="2411327">
                  <a:extLst>
                    <a:ext uri="{9D8B030D-6E8A-4147-A177-3AD203B41FA5}">
                      <a16:colId xmlns:a16="http://schemas.microsoft.com/office/drawing/2014/main" val="834904639"/>
                    </a:ext>
                  </a:extLst>
                </a:gridCol>
                <a:gridCol w="3419607">
                  <a:extLst>
                    <a:ext uri="{9D8B030D-6E8A-4147-A177-3AD203B41FA5}">
                      <a16:colId xmlns:a16="http://schemas.microsoft.com/office/drawing/2014/main" val="3721979876"/>
                    </a:ext>
                  </a:extLst>
                </a:gridCol>
                <a:gridCol w="2392071">
                  <a:extLst>
                    <a:ext uri="{9D8B030D-6E8A-4147-A177-3AD203B41FA5}">
                      <a16:colId xmlns:a16="http://schemas.microsoft.com/office/drawing/2014/main" val="3505905623"/>
                    </a:ext>
                  </a:extLst>
                </a:gridCol>
              </a:tblGrid>
              <a:tr h="731520">
                <a:tc>
                  <a:txBody>
                    <a:bodyPr/>
                    <a:lstStyle/>
                    <a:p>
                      <a:r>
                        <a:rPr lang="fr-FR" sz="1600" dirty="0"/>
                        <a:t>Stratégie PAO</a:t>
                      </a:r>
                      <a:endParaRPr lang="en-US" sz="1600" dirty="0"/>
                    </a:p>
                  </a:txBody>
                  <a:tcPr/>
                </a:tc>
                <a:tc>
                  <a:txBody>
                    <a:bodyPr/>
                    <a:lstStyle/>
                    <a:p>
                      <a:r>
                        <a:rPr lang="fr-FR" sz="1600" dirty="0"/>
                        <a:t>N° Activité</a:t>
                      </a:r>
                      <a:endParaRPr lang="en-US" sz="1600" dirty="0"/>
                    </a:p>
                  </a:txBody>
                  <a:tcPr/>
                </a:tc>
                <a:tc>
                  <a:txBody>
                    <a:bodyPr/>
                    <a:lstStyle/>
                    <a:p>
                      <a:r>
                        <a:rPr lang="fr-FR" sz="1600" dirty="0"/>
                        <a:t>Activité</a:t>
                      </a:r>
                      <a:endParaRPr lang="en-US" sz="1600" dirty="0"/>
                    </a:p>
                  </a:txBody>
                  <a:tcPr/>
                </a:tc>
                <a:tc>
                  <a:txBody>
                    <a:bodyPr/>
                    <a:lstStyle/>
                    <a:p>
                      <a:r>
                        <a:rPr lang="fr-FR" sz="1600" dirty="0"/>
                        <a:t>Réalisations de l’OMS</a:t>
                      </a:r>
                      <a:endParaRPr lang="en-US" sz="1600" dirty="0"/>
                    </a:p>
                  </a:txBody>
                  <a:tcPr/>
                </a:tc>
                <a:tc>
                  <a:txBody>
                    <a:bodyPr/>
                    <a:lstStyle/>
                    <a:p>
                      <a:r>
                        <a:rPr lang="fr-FR" sz="1600" dirty="0"/>
                        <a:t>Contribution aux résultats du PEV</a:t>
                      </a:r>
                      <a:endParaRPr lang="en-US" sz="1600" dirty="0"/>
                    </a:p>
                  </a:txBody>
                  <a:tcPr/>
                </a:tc>
                <a:extLst>
                  <a:ext uri="{0D108BD9-81ED-4DB2-BD59-A6C34878D82A}">
                    <a16:rowId xmlns:a16="http://schemas.microsoft.com/office/drawing/2014/main" val="3977408072"/>
                  </a:ext>
                </a:extLst>
              </a:tr>
              <a:tr h="75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Organisation des AVS de qualité</a:t>
                      </a:r>
                      <a:endParaRPr lang="en-US" sz="1600" dirty="0"/>
                    </a:p>
                    <a:p>
                      <a:endParaRPr lang="en-US" sz="1600" dirty="0"/>
                    </a:p>
                  </a:txBody>
                  <a:tcPr/>
                </a:tc>
                <a:tc>
                  <a:txBody>
                    <a:bodyPr/>
                    <a:lstStyle/>
                    <a:p>
                      <a:r>
                        <a:rPr lang="fr-FR" sz="1600" dirty="0"/>
                        <a:t>5</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Organiser la campagne de vaccination préventive contre le FJ dans Ituri et Nord Kivu</a:t>
                      </a:r>
                      <a:endParaRPr lang="en-US" sz="1600" dirty="0"/>
                    </a:p>
                    <a:p>
                      <a:endParaRPr lang="en-US" sz="1600" dirty="0"/>
                    </a:p>
                  </a:txBody>
                  <a:tcPr/>
                </a:tc>
                <a:tc>
                  <a:txBody>
                    <a:bodyPr/>
                    <a:lstStyle/>
                    <a:p>
                      <a:r>
                        <a:rPr lang="fr-FR" sz="1600" dirty="0">
                          <a:highlight>
                            <a:srgbClr val="FF0000"/>
                          </a:highlight>
                        </a:rPr>
                        <a:t>Bloc 7 reporté en 2026</a:t>
                      </a:r>
                      <a:endParaRPr lang="en-US" sz="1600" dirty="0">
                        <a:highlight>
                          <a:srgbClr val="FF0000"/>
                        </a:highlight>
                      </a:endParaRPr>
                    </a:p>
                  </a:txBody>
                  <a:tcPr/>
                </a:tc>
                <a:tc>
                  <a:txBody>
                    <a:bodyPr/>
                    <a:lstStyle/>
                    <a:p>
                      <a:endParaRPr lang="en-US" sz="1600" dirty="0"/>
                    </a:p>
                  </a:txBody>
                  <a:tcPr/>
                </a:tc>
                <a:extLst>
                  <a:ext uri="{0D108BD9-81ED-4DB2-BD59-A6C34878D82A}">
                    <a16:rowId xmlns:a16="http://schemas.microsoft.com/office/drawing/2014/main" val="3204636608"/>
                  </a:ext>
                </a:extLst>
              </a:tr>
              <a:tr h="75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Organisation des AVS de qualité</a:t>
                      </a:r>
                      <a:endParaRPr lang="en-US" sz="1600" dirty="0"/>
                    </a:p>
                    <a:p>
                      <a:endParaRPr lang="en-US" sz="1600" dirty="0"/>
                    </a:p>
                  </a:txBody>
                  <a:tcPr/>
                </a:tc>
                <a:tc>
                  <a:txBody>
                    <a:bodyPr/>
                    <a:lstStyle/>
                    <a:p>
                      <a:r>
                        <a:rPr lang="fr-FR" sz="1600" dirty="0"/>
                        <a:t>3</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Organiser la campagne de vaccination préventive contre le choléra dans les 2 prov du Kivu</a:t>
                      </a:r>
                      <a:endParaRPr lang="en-US" sz="1600" dirty="0"/>
                    </a:p>
                    <a:p>
                      <a:endParaRPr lang="en-US" sz="1600" dirty="0"/>
                    </a:p>
                  </a:txBody>
                  <a:tcPr/>
                </a:tc>
                <a:tc>
                  <a:txBody>
                    <a:bodyPr/>
                    <a:lstStyle/>
                    <a:p>
                      <a:r>
                        <a:rPr lang="fr-FR" sz="1600" dirty="0">
                          <a:highlight>
                            <a:srgbClr val="FF0000"/>
                          </a:highlight>
                        </a:rPr>
                        <a:t>Campagne préventive reporté en 2026.</a:t>
                      </a:r>
                      <a:endParaRPr lang="en-US" sz="1600" dirty="0">
                        <a:highlight>
                          <a:srgbClr val="FF0000"/>
                        </a:highlight>
                      </a:endParaRPr>
                    </a:p>
                  </a:txBody>
                  <a:tcPr/>
                </a:tc>
                <a:tc>
                  <a:txBody>
                    <a:bodyPr/>
                    <a:lstStyle/>
                    <a:p>
                      <a:endParaRPr lang="en-US" sz="1600" dirty="0"/>
                    </a:p>
                  </a:txBody>
                  <a:tcPr/>
                </a:tc>
                <a:extLst>
                  <a:ext uri="{0D108BD9-81ED-4DB2-BD59-A6C34878D82A}">
                    <a16:rowId xmlns:a16="http://schemas.microsoft.com/office/drawing/2014/main" val="1062818299"/>
                  </a:ext>
                </a:extLst>
              </a:tr>
              <a:tr h="75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Organisation des AVS de qualité</a:t>
                      </a:r>
                      <a:endParaRPr lang="en-US" sz="1600" dirty="0"/>
                    </a:p>
                    <a:p>
                      <a:endParaRPr lang="en-US" sz="1600" dirty="0"/>
                    </a:p>
                  </a:txBody>
                  <a:tcPr/>
                </a:tc>
                <a:tc>
                  <a:txBody>
                    <a:bodyPr/>
                    <a:lstStyle/>
                    <a:p>
                      <a:r>
                        <a:rPr lang="fr-FR" sz="1600" dirty="0"/>
                        <a:t>6</a:t>
                      </a:r>
                      <a:endParaRPr lang="en-US" sz="1600" dirty="0"/>
                    </a:p>
                  </a:txBody>
                  <a:tcPr/>
                </a:tc>
                <a:tc>
                  <a:txBody>
                    <a:bodyPr/>
                    <a:lstStyle/>
                    <a:p>
                      <a:r>
                        <a:rPr lang="fr-FR" sz="1600" dirty="0"/>
                        <a:t>Organiser la campagne de vaccination préventive contre la RR</a:t>
                      </a:r>
                      <a:endParaRPr lang="en-US" sz="1600" dirty="0"/>
                    </a:p>
                  </a:txBody>
                  <a:tcPr/>
                </a:tc>
                <a:tc>
                  <a:txBody>
                    <a:bodyPr/>
                    <a:lstStyle/>
                    <a:p>
                      <a:r>
                        <a:rPr lang="fr-FR" sz="1600" dirty="0">
                          <a:highlight>
                            <a:srgbClr val="FFFF00"/>
                          </a:highlight>
                        </a:rPr>
                        <a:t>Appui apporté au bloc 1 dans 7 provinces: appui à la préparation au niveau central et provincial (déploiement de 7 consultants), appui à la gestion des MAPI, monitorage indépendant, ECV post-campagne en cours de préparation.</a:t>
                      </a:r>
                      <a:endParaRPr lang="en-US" sz="1600" dirty="0">
                        <a:highlight>
                          <a:srgbClr val="FFFF00"/>
                        </a:highlight>
                      </a:endParaRPr>
                    </a:p>
                  </a:txBody>
                  <a:tcPr/>
                </a:tc>
                <a:tc>
                  <a:txBody>
                    <a:bodyPr/>
                    <a:lstStyle/>
                    <a:p>
                      <a:r>
                        <a:rPr lang="fr-FR" sz="1600" dirty="0"/>
                        <a:t>Rapport de monitorage indépendant en cours de finalisation.</a:t>
                      </a:r>
                      <a:endParaRPr lang="en-US" sz="1600" dirty="0"/>
                    </a:p>
                  </a:txBody>
                  <a:tcPr/>
                </a:tc>
                <a:extLst>
                  <a:ext uri="{0D108BD9-81ED-4DB2-BD59-A6C34878D82A}">
                    <a16:rowId xmlns:a16="http://schemas.microsoft.com/office/drawing/2014/main" val="4014643667"/>
                  </a:ext>
                </a:extLst>
              </a:tr>
            </a:tbl>
          </a:graphicData>
        </a:graphic>
      </p:graphicFrame>
    </p:spTree>
    <p:extLst>
      <p:ext uri="{BB962C8B-B14F-4D97-AF65-F5344CB8AC3E}">
        <p14:creationId xmlns:p14="http://schemas.microsoft.com/office/powerpoint/2010/main" val="111321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72F35-B699-1639-AD2D-BE2452717226}"/>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76C0DA9-F58A-8831-CEF1-CB7B96DDE11B}"/>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3CA2A30D-F1E9-75FA-3DAB-1B5FC1F9D2BE}"/>
              </a:ext>
            </a:extLst>
          </p:cNvPr>
          <p:cNvGrpSpPr/>
          <p:nvPr/>
        </p:nvGrpSpPr>
        <p:grpSpPr>
          <a:xfrm>
            <a:off x="409056" y="411029"/>
            <a:ext cx="11434076" cy="953484"/>
            <a:chOff x="290184" y="400187"/>
            <a:chExt cx="11269728" cy="953484"/>
          </a:xfrm>
        </p:grpSpPr>
        <p:grpSp>
          <p:nvGrpSpPr>
            <p:cNvPr id="11" name="Group 10">
              <a:extLst>
                <a:ext uri="{FF2B5EF4-FFF2-40B4-BE49-F238E27FC236}">
                  <a16:creationId xmlns:a16="http://schemas.microsoft.com/office/drawing/2014/main" id="{5DB94BF4-9833-6CFE-A4F8-5D72712C1B72}"/>
                </a:ext>
              </a:extLst>
            </p:cNvPr>
            <p:cNvGrpSpPr/>
            <p:nvPr/>
          </p:nvGrpSpPr>
          <p:grpSpPr>
            <a:xfrm>
              <a:off x="334395" y="400187"/>
              <a:ext cx="11225517" cy="845516"/>
              <a:chOff x="4248669" y="401638"/>
              <a:chExt cx="11225517" cy="845516"/>
            </a:xfrm>
          </p:grpSpPr>
          <p:sp>
            <p:nvSpPr>
              <p:cNvPr id="15" name="Rectangle 14">
                <a:extLst>
                  <a:ext uri="{FF2B5EF4-FFF2-40B4-BE49-F238E27FC236}">
                    <a16:creationId xmlns:a16="http://schemas.microsoft.com/office/drawing/2014/main" id="{BA12639E-0C6D-4F42-8D59-4366D162C626}"/>
                  </a:ext>
                </a:extLst>
              </p:cNvPr>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a:rPr>
                  <a:t>IV. Réalisations majeures en 2025</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a:rPr>
                  <a:t> </a:t>
                </a:r>
                <a:endParaRPr lang="en-US" sz="2000" b="1" dirty="0">
                  <a:solidFill>
                    <a:srgbClr val="009ADE"/>
                  </a:solidFill>
                  <a:latin typeface="Source Sans Pro" panose="020B0503030403020204" pitchFamily="34" charset="0"/>
                </a:endParaRPr>
              </a:p>
            </p:txBody>
          </p:sp>
          <p:sp>
            <p:nvSpPr>
              <p:cNvPr id="16" name="Flowchart: Off-page Connector 15">
                <a:extLst>
                  <a:ext uri="{FF2B5EF4-FFF2-40B4-BE49-F238E27FC236}">
                    <a16:creationId xmlns:a16="http://schemas.microsoft.com/office/drawing/2014/main" id="{40FC3D8A-B893-A7BE-B7AD-8B703E8A56CC}"/>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a:extLst>
                  <a:ext uri="{FF2B5EF4-FFF2-40B4-BE49-F238E27FC236}">
                    <a16:creationId xmlns:a16="http://schemas.microsoft.com/office/drawing/2014/main" id="{BBBDABAA-F4C8-33CA-7925-6EB3F4750B84}"/>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C8E9DF31-AC07-4678-AD82-40A33134C7F6}"/>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a:extLst>
              <a:ext uri="{FF2B5EF4-FFF2-40B4-BE49-F238E27FC236}">
                <a16:creationId xmlns:a16="http://schemas.microsoft.com/office/drawing/2014/main" id="{80F872FF-7D7D-2840-FC2B-C5B822777EC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819" y="540464"/>
            <a:ext cx="692109" cy="692109"/>
          </a:xfrm>
          <a:prstGeom prst="rect">
            <a:avLst/>
          </a:prstGeom>
        </p:spPr>
      </p:pic>
      <p:graphicFrame>
        <p:nvGraphicFramePr>
          <p:cNvPr id="3" name="Table 2">
            <a:extLst>
              <a:ext uri="{FF2B5EF4-FFF2-40B4-BE49-F238E27FC236}">
                <a16:creationId xmlns:a16="http://schemas.microsoft.com/office/drawing/2014/main" id="{D7F115FE-31DA-A3EE-1CC0-793F32827BB4}"/>
              </a:ext>
            </a:extLst>
          </p:cNvPr>
          <p:cNvGraphicFramePr>
            <a:graphicFrameLocks noGrp="1"/>
          </p:cNvGraphicFramePr>
          <p:nvPr>
            <p:extLst>
              <p:ext uri="{D42A27DB-BD31-4B8C-83A1-F6EECF244321}">
                <p14:modId xmlns:p14="http://schemas.microsoft.com/office/powerpoint/2010/main" val="2979249582"/>
              </p:ext>
            </p:extLst>
          </p:nvPr>
        </p:nvGraphicFramePr>
        <p:xfrm>
          <a:off x="115823" y="1367738"/>
          <a:ext cx="11960354" cy="5212080"/>
        </p:xfrm>
        <a:graphic>
          <a:graphicData uri="http://schemas.openxmlformats.org/drawingml/2006/table">
            <a:tbl>
              <a:tblPr firstRow="1" bandRow="1">
                <a:tableStyleId>{5C22544A-7EE6-4342-B048-85BDC9FD1C3A}</a:tableStyleId>
              </a:tblPr>
              <a:tblGrid>
                <a:gridCol w="2392071">
                  <a:extLst>
                    <a:ext uri="{9D8B030D-6E8A-4147-A177-3AD203B41FA5}">
                      <a16:colId xmlns:a16="http://schemas.microsoft.com/office/drawing/2014/main" val="1494590296"/>
                    </a:ext>
                  </a:extLst>
                </a:gridCol>
                <a:gridCol w="1345278">
                  <a:extLst>
                    <a:ext uri="{9D8B030D-6E8A-4147-A177-3AD203B41FA5}">
                      <a16:colId xmlns:a16="http://schemas.microsoft.com/office/drawing/2014/main" val="627234415"/>
                    </a:ext>
                  </a:extLst>
                </a:gridCol>
                <a:gridCol w="2411327">
                  <a:extLst>
                    <a:ext uri="{9D8B030D-6E8A-4147-A177-3AD203B41FA5}">
                      <a16:colId xmlns:a16="http://schemas.microsoft.com/office/drawing/2014/main" val="834904639"/>
                    </a:ext>
                  </a:extLst>
                </a:gridCol>
                <a:gridCol w="3419607">
                  <a:extLst>
                    <a:ext uri="{9D8B030D-6E8A-4147-A177-3AD203B41FA5}">
                      <a16:colId xmlns:a16="http://schemas.microsoft.com/office/drawing/2014/main" val="3721979876"/>
                    </a:ext>
                  </a:extLst>
                </a:gridCol>
                <a:gridCol w="2392071">
                  <a:extLst>
                    <a:ext uri="{9D8B030D-6E8A-4147-A177-3AD203B41FA5}">
                      <a16:colId xmlns:a16="http://schemas.microsoft.com/office/drawing/2014/main" val="3505905623"/>
                    </a:ext>
                  </a:extLst>
                </a:gridCol>
              </a:tblGrid>
              <a:tr h="731520">
                <a:tc>
                  <a:txBody>
                    <a:bodyPr/>
                    <a:lstStyle/>
                    <a:p>
                      <a:r>
                        <a:rPr lang="fr-FR" dirty="0"/>
                        <a:t>Stratégie PAO</a:t>
                      </a:r>
                      <a:endParaRPr lang="en-US" dirty="0"/>
                    </a:p>
                  </a:txBody>
                  <a:tcPr/>
                </a:tc>
                <a:tc>
                  <a:txBody>
                    <a:bodyPr/>
                    <a:lstStyle/>
                    <a:p>
                      <a:r>
                        <a:rPr lang="fr-FR" dirty="0"/>
                        <a:t>N° Activité</a:t>
                      </a:r>
                      <a:endParaRPr lang="en-US" dirty="0"/>
                    </a:p>
                  </a:txBody>
                  <a:tcPr/>
                </a:tc>
                <a:tc>
                  <a:txBody>
                    <a:bodyPr/>
                    <a:lstStyle/>
                    <a:p>
                      <a:r>
                        <a:rPr lang="fr-FR" dirty="0"/>
                        <a:t>Activité</a:t>
                      </a:r>
                      <a:endParaRPr lang="en-US" dirty="0"/>
                    </a:p>
                  </a:txBody>
                  <a:tcPr/>
                </a:tc>
                <a:tc>
                  <a:txBody>
                    <a:bodyPr/>
                    <a:lstStyle/>
                    <a:p>
                      <a:r>
                        <a:rPr lang="fr-FR" dirty="0"/>
                        <a:t>Réalisations de l’OMS</a:t>
                      </a:r>
                      <a:endParaRPr lang="en-US" dirty="0"/>
                    </a:p>
                  </a:txBody>
                  <a:tcPr/>
                </a:tc>
                <a:tc>
                  <a:txBody>
                    <a:bodyPr/>
                    <a:lstStyle/>
                    <a:p>
                      <a:r>
                        <a:rPr lang="fr-FR" dirty="0"/>
                        <a:t>Contribution aux résultats du PEV</a:t>
                      </a:r>
                      <a:endParaRPr lang="en-US" dirty="0"/>
                    </a:p>
                  </a:txBody>
                  <a:tcPr/>
                </a:tc>
                <a:extLst>
                  <a:ext uri="{0D108BD9-81ED-4DB2-BD59-A6C34878D82A}">
                    <a16:rowId xmlns:a16="http://schemas.microsoft.com/office/drawing/2014/main" val="3977408072"/>
                  </a:ext>
                </a:extLst>
              </a:tr>
              <a:tr h="75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Amélioration de la qualité des données</a:t>
                      </a:r>
                      <a:endParaRPr lang="en-US" dirty="0"/>
                    </a:p>
                    <a:p>
                      <a:endParaRPr lang="en-US" dirty="0"/>
                    </a:p>
                  </a:txBody>
                  <a:tcPr/>
                </a:tc>
                <a:tc>
                  <a:txBody>
                    <a:bodyPr/>
                    <a:lstStyle/>
                    <a:p>
                      <a:r>
                        <a:rPr lang="fr-FR" dirty="0"/>
                        <a:t>5</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Appuyer l’impression des outils intégrés SNIS</a:t>
                      </a:r>
                      <a:endParaRPr lang="en-US" dirty="0"/>
                    </a:p>
                    <a:p>
                      <a:endParaRPr lang="en-US" dirty="0"/>
                    </a:p>
                  </a:txBody>
                  <a:tcPr/>
                </a:tc>
                <a:tc>
                  <a:txBody>
                    <a:bodyPr/>
                    <a:lstStyle/>
                    <a:p>
                      <a:r>
                        <a:rPr lang="fr-FR" dirty="0">
                          <a:highlight>
                            <a:srgbClr val="FFFF00"/>
                          </a:highlight>
                        </a:rPr>
                        <a:t>653 374 exemplaires du canevas SNIS et intégrés et 27 224 registrés imprimés.</a:t>
                      </a:r>
                    </a:p>
                    <a:p>
                      <a:r>
                        <a:rPr lang="fr-FR" dirty="0">
                          <a:highlight>
                            <a:srgbClr val="FFFF00"/>
                          </a:highlight>
                        </a:rPr>
                        <a:t>Distribution prévue dans 24 749 ESS.</a:t>
                      </a:r>
                      <a:endParaRPr lang="en-US" dirty="0">
                        <a:highlight>
                          <a:srgbClr val="FFFF00"/>
                        </a:highlight>
                      </a:endParaRPr>
                    </a:p>
                  </a:txBody>
                  <a:tcPr/>
                </a:tc>
                <a:tc>
                  <a:txBody>
                    <a:bodyPr/>
                    <a:lstStyle/>
                    <a:p>
                      <a:r>
                        <a:rPr lang="fr-FR" dirty="0"/>
                        <a:t>Disponibilité des canevas SNIS et registres PEV dans les ESS.</a:t>
                      </a:r>
                      <a:endParaRPr lang="en-US" dirty="0"/>
                    </a:p>
                  </a:txBody>
                  <a:tcPr/>
                </a:tc>
                <a:extLst>
                  <a:ext uri="{0D108BD9-81ED-4DB2-BD59-A6C34878D82A}">
                    <a16:rowId xmlns:a16="http://schemas.microsoft.com/office/drawing/2014/main" val="3204636608"/>
                  </a:ext>
                </a:extLst>
              </a:tr>
              <a:tr h="75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Amélioration de la qualité des données</a:t>
                      </a:r>
                      <a:endParaRPr lang="en-US" dirty="0"/>
                    </a:p>
                    <a:p>
                      <a:endParaRPr lang="en-US" dirty="0"/>
                    </a:p>
                  </a:txBody>
                  <a:tcPr/>
                </a:tc>
                <a:tc>
                  <a:txBody>
                    <a:bodyPr/>
                    <a:lstStyle/>
                    <a:p>
                      <a:r>
                        <a:rPr lang="fr-FR" dirty="0"/>
                        <a:t>14</a:t>
                      </a:r>
                      <a:endParaRPr lang="en-US" dirty="0"/>
                    </a:p>
                  </a:txBody>
                  <a:tcPr/>
                </a:tc>
                <a:tc>
                  <a:txBody>
                    <a:bodyPr/>
                    <a:lstStyle/>
                    <a:p>
                      <a:r>
                        <a:rPr lang="fr-FR" dirty="0"/>
                        <a:t>Réaliser les ESNIC</a:t>
                      </a:r>
                      <a:endParaRPr lang="en-US" dirty="0"/>
                    </a:p>
                  </a:txBody>
                  <a:tcPr/>
                </a:tc>
                <a:tc>
                  <a:txBody>
                    <a:bodyPr/>
                    <a:lstStyle/>
                    <a:p>
                      <a:r>
                        <a:rPr lang="fr-FR" dirty="0">
                          <a:highlight>
                            <a:srgbClr val="008000"/>
                          </a:highlight>
                        </a:rPr>
                        <a:t>Appui à la conduite de l’exercice d’estimation des CV sous-nationales 2024 en utilisant la méthodologie WUENIC.</a:t>
                      </a:r>
                      <a:endParaRPr lang="en-US" dirty="0">
                        <a:highlight>
                          <a:srgbClr val="0080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ESNIC 2024 réalisées et utilisées dans les estimations WUENIC</a:t>
                      </a:r>
                      <a:endParaRPr lang="en-US" dirty="0"/>
                    </a:p>
                    <a:p>
                      <a:endParaRPr lang="en-US" dirty="0"/>
                    </a:p>
                  </a:txBody>
                  <a:tcPr/>
                </a:tc>
                <a:extLst>
                  <a:ext uri="{0D108BD9-81ED-4DB2-BD59-A6C34878D82A}">
                    <a16:rowId xmlns:a16="http://schemas.microsoft.com/office/drawing/2014/main" val="1062818299"/>
                  </a:ext>
                </a:extLst>
              </a:tr>
              <a:tr h="75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Amélioration de la qualité des données</a:t>
                      </a:r>
                      <a:endParaRPr lang="en-US" dirty="0"/>
                    </a:p>
                    <a:p>
                      <a:endParaRPr lang="en-US" dirty="0"/>
                    </a:p>
                  </a:txBody>
                  <a:tcPr/>
                </a:tc>
                <a:tc>
                  <a:txBody>
                    <a:bodyPr/>
                    <a:lstStyle/>
                    <a:p>
                      <a:r>
                        <a:rPr lang="fr-FR" dirty="0"/>
                        <a:t>15</a:t>
                      </a:r>
                      <a:endParaRPr lang="en-US" dirty="0"/>
                    </a:p>
                  </a:txBody>
                  <a:tcPr/>
                </a:tc>
                <a:tc>
                  <a:txBody>
                    <a:bodyPr/>
                    <a:lstStyle/>
                    <a:p>
                      <a:r>
                        <a:rPr lang="fr-FR" dirty="0"/>
                        <a:t>Appuyer la réalisation trimestrielle des LQAS</a:t>
                      </a:r>
                      <a:endParaRPr lang="en-US" dirty="0"/>
                    </a:p>
                  </a:txBody>
                  <a:tcPr/>
                </a:tc>
                <a:tc>
                  <a:txBody>
                    <a:bodyPr/>
                    <a:lstStyle/>
                    <a:p>
                      <a:r>
                        <a:rPr lang="fr-FR" dirty="0">
                          <a:highlight>
                            <a:srgbClr val="FF0000"/>
                          </a:highlight>
                        </a:rPr>
                        <a:t>Activité reportée à Janvier 2026 –Fonds disponibles au PEV</a:t>
                      </a:r>
                      <a:endParaRPr lang="en-US" dirty="0">
                        <a:highlight>
                          <a:srgbClr val="FF0000"/>
                        </a:highlight>
                      </a:endParaRPr>
                    </a:p>
                  </a:txBody>
                  <a:tcPr/>
                </a:tc>
                <a:tc>
                  <a:txBody>
                    <a:bodyPr/>
                    <a:lstStyle/>
                    <a:p>
                      <a:endParaRPr lang="en-US" dirty="0"/>
                    </a:p>
                  </a:txBody>
                  <a:tcPr/>
                </a:tc>
                <a:extLst>
                  <a:ext uri="{0D108BD9-81ED-4DB2-BD59-A6C34878D82A}">
                    <a16:rowId xmlns:a16="http://schemas.microsoft.com/office/drawing/2014/main" val="4014643667"/>
                  </a:ext>
                </a:extLst>
              </a:tr>
              <a:tr h="75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Amélioration de la qualité des données</a:t>
                      </a:r>
                      <a:endParaRPr lang="en-US" dirty="0"/>
                    </a:p>
                    <a:p>
                      <a:endParaRPr lang="en-US" dirty="0"/>
                    </a:p>
                  </a:txBody>
                  <a:tcPr/>
                </a:tc>
                <a:tc>
                  <a:txBody>
                    <a:bodyPr/>
                    <a:lstStyle/>
                    <a:p>
                      <a:r>
                        <a:rPr lang="fr-FR" dirty="0"/>
                        <a:t>16</a:t>
                      </a:r>
                      <a:endParaRPr lang="en-US" dirty="0"/>
                    </a:p>
                  </a:txBody>
                  <a:tcPr/>
                </a:tc>
                <a:tc>
                  <a:txBody>
                    <a:bodyPr/>
                    <a:lstStyle/>
                    <a:p>
                      <a:r>
                        <a:rPr lang="fr-FR" dirty="0"/>
                        <a:t>Appuyer la réalisation des RDQA intégré trimestriels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highlight>
                            <a:srgbClr val="FF0000"/>
                          </a:highlight>
                        </a:rPr>
                        <a:t>Activité reportée à Janvier 2026 –Fonds disponibles au PEV</a:t>
                      </a:r>
                      <a:endParaRPr lang="en-US" dirty="0">
                        <a:highlight>
                          <a:srgbClr val="FF0000"/>
                        </a:highlight>
                      </a:endParaRPr>
                    </a:p>
                    <a:p>
                      <a:endParaRPr lang="en-US" dirty="0"/>
                    </a:p>
                  </a:txBody>
                  <a:tcPr/>
                </a:tc>
                <a:tc>
                  <a:txBody>
                    <a:bodyPr/>
                    <a:lstStyle/>
                    <a:p>
                      <a:endParaRPr lang="en-US" dirty="0"/>
                    </a:p>
                  </a:txBody>
                  <a:tcPr/>
                </a:tc>
                <a:extLst>
                  <a:ext uri="{0D108BD9-81ED-4DB2-BD59-A6C34878D82A}">
                    <a16:rowId xmlns:a16="http://schemas.microsoft.com/office/drawing/2014/main" val="3660880638"/>
                  </a:ext>
                </a:extLst>
              </a:tr>
            </a:tbl>
          </a:graphicData>
        </a:graphic>
      </p:graphicFrame>
    </p:spTree>
    <p:extLst>
      <p:ext uri="{BB962C8B-B14F-4D97-AF65-F5344CB8AC3E}">
        <p14:creationId xmlns:p14="http://schemas.microsoft.com/office/powerpoint/2010/main" val="2921091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BE43F-8767-938B-11B2-ED0431213902}"/>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86901E3-CF58-B607-8485-DC971B799882}"/>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25CC956-08AB-FBD4-17BA-85AC625224CD}"/>
              </a:ext>
            </a:extLst>
          </p:cNvPr>
          <p:cNvGrpSpPr/>
          <p:nvPr/>
        </p:nvGrpSpPr>
        <p:grpSpPr>
          <a:xfrm>
            <a:off x="409056" y="411029"/>
            <a:ext cx="11434076" cy="953484"/>
            <a:chOff x="290184" y="400187"/>
            <a:chExt cx="11269728" cy="953484"/>
          </a:xfrm>
        </p:grpSpPr>
        <p:grpSp>
          <p:nvGrpSpPr>
            <p:cNvPr id="11" name="Group 10">
              <a:extLst>
                <a:ext uri="{FF2B5EF4-FFF2-40B4-BE49-F238E27FC236}">
                  <a16:creationId xmlns:a16="http://schemas.microsoft.com/office/drawing/2014/main" id="{46042310-D427-A602-82FF-8D4190F3D1B4}"/>
                </a:ext>
              </a:extLst>
            </p:cNvPr>
            <p:cNvGrpSpPr/>
            <p:nvPr/>
          </p:nvGrpSpPr>
          <p:grpSpPr>
            <a:xfrm>
              <a:off x="334395" y="400187"/>
              <a:ext cx="11225517" cy="845516"/>
              <a:chOff x="4248669" y="401638"/>
              <a:chExt cx="11225517" cy="845516"/>
            </a:xfrm>
          </p:grpSpPr>
          <p:sp>
            <p:nvSpPr>
              <p:cNvPr id="15" name="Rectangle 14">
                <a:extLst>
                  <a:ext uri="{FF2B5EF4-FFF2-40B4-BE49-F238E27FC236}">
                    <a16:creationId xmlns:a16="http://schemas.microsoft.com/office/drawing/2014/main" id="{860466DC-8677-7EE2-8E2A-2AB53860D9A9}"/>
                  </a:ext>
                </a:extLst>
              </p:cNvPr>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a:rPr>
                  <a:t>IV. Réalisations majeures en 2025</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a:rPr>
                  <a:t> </a:t>
                </a:r>
                <a:endParaRPr lang="en-US" sz="2000" b="1" dirty="0">
                  <a:solidFill>
                    <a:srgbClr val="009ADE"/>
                  </a:solidFill>
                  <a:latin typeface="Source Sans Pro" panose="020B0503030403020204" pitchFamily="34" charset="0"/>
                </a:endParaRPr>
              </a:p>
            </p:txBody>
          </p:sp>
          <p:sp>
            <p:nvSpPr>
              <p:cNvPr id="16" name="Flowchart: Off-page Connector 15">
                <a:extLst>
                  <a:ext uri="{FF2B5EF4-FFF2-40B4-BE49-F238E27FC236}">
                    <a16:creationId xmlns:a16="http://schemas.microsoft.com/office/drawing/2014/main" id="{03D9EA16-7ECA-3E55-2B0A-2CBDF8209346}"/>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a:extLst>
                  <a:ext uri="{FF2B5EF4-FFF2-40B4-BE49-F238E27FC236}">
                    <a16:creationId xmlns:a16="http://schemas.microsoft.com/office/drawing/2014/main" id="{B58A89A3-036D-FD77-F5B3-41FF2A980B7A}"/>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F0E09173-9B0E-AE86-2610-6D3CD7EE2460}"/>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a:extLst>
              <a:ext uri="{FF2B5EF4-FFF2-40B4-BE49-F238E27FC236}">
                <a16:creationId xmlns:a16="http://schemas.microsoft.com/office/drawing/2014/main" id="{EE8F8D12-F859-11C2-0BE9-6B632C0AC9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819" y="540464"/>
            <a:ext cx="692109" cy="692109"/>
          </a:xfrm>
          <a:prstGeom prst="rect">
            <a:avLst/>
          </a:prstGeom>
        </p:spPr>
      </p:pic>
      <p:graphicFrame>
        <p:nvGraphicFramePr>
          <p:cNvPr id="3" name="Table 2">
            <a:extLst>
              <a:ext uri="{FF2B5EF4-FFF2-40B4-BE49-F238E27FC236}">
                <a16:creationId xmlns:a16="http://schemas.microsoft.com/office/drawing/2014/main" id="{4D4E4FCE-C68B-32DA-3D18-EE32531FA845}"/>
              </a:ext>
            </a:extLst>
          </p:cNvPr>
          <p:cNvGraphicFramePr>
            <a:graphicFrameLocks noGrp="1"/>
          </p:cNvGraphicFramePr>
          <p:nvPr>
            <p:extLst>
              <p:ext uri="{D42A27DB-BD31-4B8C-83A1-F6EECF244321}">
                <p14:modId xmlns:p14="http://schemas.microsoft.com/office/powerpoint/2010/main" val="3222997643"/>
              </p:ext>
            </p:extLst>
          </p:nvPr>
        </p:nvGraphicFramePr>
        <p:xfrm>
          <a:off x="0" y="1367738"/>
          <a:ext cx="12191999" cy="48089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494590296"/>
                    </a:ext>
                  </a:extLst>
                </a:gridCol>
                <a:gridCol w="1371333">
                  <a:extLst>
                    <a:ext uri="{9D8B030D-6E8A-4147-A177-3AD203B41FA5}">
                      <a16:colId xmlns:a16="http://schemas.microsoft.com/office/drawing/2014/main" val="627234415"/>
                    </a:ext>
                  </a:extLst>
                </a:gridCol>
                <a:gridCol w="2458029">
                  <a:extLst>
                    <a:ext uri="{9D8B030D-6E8A-4147-A177-3AD203B41FA5}">
                      <a16:colId xmlns:a16="http://schemas.microsoft.com/office/drawing/2014/main" val="834904639"/>
                    </a:ext>
                  </a:extLst>
                </a:gridCol>
                <a:gridCol w="3485837">
                  <a:extLst>
                    <a:ext uri="{9D8B030D-6E8A-4147-A177-3AD203B41FA5}">
                      <a16:colId xmlns:a16="http://schemas.microsoft.com/office/drawing/2014/main" val="3721979876"/>
                    </a:ext>
                  </a:extLst>
                </a:gridCol>
                <a:gridCol w="2438400">
                  <a:extLst>
                    <a:ext uri="{9D8B030D-6E8A-4147-A177-3AD203B41FA5}">
                      <a16:colId xmlns:a16="http://schemas.microsoft.com/office/drawing/2014/main" val="3505905623"/>
                    </a:ext>
                  </a:extLst>
                </a:gridCol>
              </a:tblGrid>
              <a:tr h="731520">
                <a:tc>
                  <a:txBody>
                    <a:bodyPr/>
                    <a:lstStyle/>
                    <a:p>
                      <a:r>
                        <a:rPr lang="fr-FR" sz="1600" dirty="0"/>
                        <a:t>Stratégie PAO</a:t>
                      </a:r>
                      <a:endParaRPr lang="en-US" sz="1600" dirty="0"/>
                    </a:p>
                  </a:txBody>
                  <a:tcPr/>
                </a:tc>
                <a:tc>
                  <a:txBody>
                    <a:bodyPr/>
                    <a:lstStyle/>
                    <a:p>
                      <a:r>
                        <a:rPr lang="fr-FR" sz="1600" dirty="0"/>
                        <a:t>N° Activité</a:t>
                      </a:r>
                      <a:endParaRPr lang="en-US" sz="1600" dirty="0"/>
                    </a:p>
                  </a:txBody>
                  <a:tcPr/>
                </a:tc>
                <a:tc>
                  <a:txBody>
                    <a:bodyPr/>
                    <a:lstStyle/>
                    <a:p>
                      <a:r>
                        <a:rPr lang="fr-FR" sz="1600" dirty="0"/>
                        <a:t>Activité</a:t>
                      </a:r>
                      <a:endParaRPr lang="en-US" sz="1600" dirty="0"/>
                    </a:p>
                  </a:txBody>
                  <a:tcPr/>
                </a:tc>
                <a:tc>
                  <a:txBody>
                    <a:bodyPr/>
                    <a:lstStyle/>
                    <a:p>
                      <a:r>
                        <a:rPr lang="fr-FR" sz="1600" dirty="0"/>
                        <a:t>Réalisations de l’OMS</a:t>
                      </a:r>
                      <a:endParaRPr lang="en-US" sz="1600" dirty="0"/>
                    </a:p>
                  </a:txBody>
                  <a:tcPr/>
                </a:tc>
                <a:tc>
                  <a:txBody>
                    <a:bodyPr/>
                    <a:lstStyle/>
                    <a:p>
                      <a:r>
                        <a:rPr lang="fr-FR" sz="1600" dirty="0"/>
                        <a:t>Contribution aux résultats du PEV</a:t>
                      </a:r>
                      <a:endParaRPr lang="en-US" sz="1600" dirty="0"/>
                    </a:p>
                  </a:txBody>
                  <a:tcPr/>
                </a:tc>
                <a:extLst>
                  <a:ext uri="{0D108BD9-81ED-4DB2-BD59-A6C34878D82A}">
                    <a16:rowId xmlns:a16="http://schemas.microsoft.com/office/drawing/2014/main" val="3977408072"/>
                  </a:ext>
                </a:extLst>
              </a:tr>
              <a:tr h="75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Amélioration de la qualité des données </a:t>
                      </a:r>
                      <a:endParaRPr lang="en-US" sz="1600" dirty="0"/>
                    </a:p>
                    <a:p>
                      <a:endParaRPr lang="en-US" sz="1600" dirty="0"/>
                    </a:p>
                  </a:txBody>
                  <a:tcPr/>
                </a:tc>
                <a:tc>
                  <a:txBody>
                    <a:bodyPr/>
                    <a:lstStyle/>
                    <a:p>
                      <a:endParaRPr lang="en-US" sz="1600" dirty="0"/>
                    </a:p>
                  </a:txBody>
                  <a:tcPr/>
                </a:tc>
                <a:tc>
                  <a:txBody>
                    <a:bodyPr/>
                    <a:lstStyle/>
                    <a:p>
                      <a:pPr lvl="0"/>
                      <a:r>
                        <a:rPr lang="fr-FR" sz="1600" dirty="0"/>
                        <a:t>Appuyer</a:t>
                      </a:r>
                      <a:r>
                        <a:rPr lang="fr-FR" sz="1800" kern="1200" dirty="0">
                          <a:solidFill>
                            <a:schemeClr val="dk1"/>
                          </a:solidFill>
                          <a:effectLst/>
                          <a:latin typeface="+mn-lt"/>
                          <a:ea typeface="+mn-ea"/>
                          <a:cs typeface="+mn-cs"/>
                        </a:rPr>
                        <a:t> la décentralisation du DHIS2 des Aire de Santé</a:t>
                      </a:r>
                      <a:endParaRPr lang="en-US" sz="1800" kern="1200" dirty="0">
                        <a:solidFill>
                          <a:schemeClr val="dk1"/>
                        </a:solidFill>
                        <a:effectLst/>
                        <a:latin typeface="+mn-lt"/>
                        <a:ea typeface="+mn-ea"/>
                        <a:cs typeface="+mn-cs"/>
                      </a:endParaRPr>
                    </a:p>
                    <a:p>
                      <a:endParaRPr lang="en-US" sz="1600" dirty="0"/>
                    </a:p>
                  </a:txBody>
                  <a:tcPr/>
                </a:tc>
                <a:tc>
                  <a:txBody>
                    <a:bodyPr/>
                    <a:lstStyle/>
                    <a:p>
                      <a:r>
                        <a:rPr lang="fr-FR" sz="1600" dirty="0">
                          <a:highlight>
                            <a:srgbClr val="008000"/>
                          </a:highlight>
                        </a:rPr>
                        <a:t>Appui aux expériences pilotes à Kinshasa et dans le Sud Ubangi: formations en cascade, début effectif de la saisie des données </a:t>
                      </a:r>
                      <a:endParaRPr lang="en-US" sz="1600" dirty="0">
                        <a:highlight>
                          <a:srgbClr val="008000"/>
                        </a:highlight>
                      </a:endParaRPr>
                    </a:p>
                  </a:txBody>
                  <a:tcPr/>
                </a:tc>
                <a:tc>
                  <a:txBody>
                    <a:bodyPr/>
                    <a:lstStyle/>
                    <a:p>
                      <a:r>
                        <a:rPr lang="fr-FR" sz="1600" dirty="0"/>
                        <a:t>Nécessité d’évaluer l’impact de la décentralisation sur la promptitude, complétude et qualité des données.</a:t>
                      </a:r>
                      <a:endParaRPr lang="en-US" sz="1600" dirty="0"/>
                    </a:p>
                  </a:txBody>
                  <a:tcPr/>
                </a:tc>
                <a:extLst>
                  <a:ext uri="{0D108BD9-81ED-4DB2-BD59-A6C34878D82A}">
                    <a16:rowId xmlns:a16="http://schemas.microsoft.com/office/drawing/2014/main" val="3204636608"/>
                  </a:ext>
                </a:extLst>
              </a:tr>
              <a:tr h="75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Surveillance des MPV et MAPI</a:t>
                      </a:r>
                      <a:endParaRPr lang="en-US" sz="1600" dirty="0"/>
                    </a:p>
                  </a:txBody>
                  <a:tcPr/>
                </a:tc>
                <a:tc>
                  <a:txBody>
                    <a:bodyPr/>
                    <a:lstStyle/>
                    <a:p>
                      <a:r>
                        <a:rPr lang="fr-FR" sz="1600" dirty="0"/>
                        <a:t>3</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Appuyer la gestion et la prise en charge des MAPI</a:t>
                      </a:r>
                      <a:endParaRPr lang="en-US" sz="1600" dirty="0"/>
                    </a:p>
                  </a:txBody>
                  <a:tcPr/>
                </a:tc>
                <a:tc>
                  <a:txBody>
                    <a:bodyPr/>
                    <a:lstStyle/>
                    <a:p>
                      <a:r>
                        <a:rPr lang="fr-FR" sz="1600" dirty="0">
                          <a:highlight>
                            <a:srgbClr val="008000"/>
                          </a:highlight>
                        </a:rPr>
                        <a:t>Appui à 2 réunions du Comité National Indépendants d’Experts MAPI.</a:t>
                      </a:r>
                      <a:endParaRPr lang="en-US" sz="1600" dirty="0">
                        <a:highlight>
                          <a:srgbClr val="008000"/>
                        </a:highlight>
                      </a:endParaRPr>
                    </a:p>
                  </a:txBody>
                  <a:tcPr/>
                </a:tc>
                <a:tc>
                  <a:txBody>
                    <a:bodyPr/>
                    <a:lstStyle/>
                    <a:p>
                      <a:r>
                        <a:rPr lang="fr-FR" sz="1600" dirty="0"/>
                        <a:t>Mécanisme national d’investigation et classification des MAPI.</a:t>
                      </a:r>
                      <a:endParaRPr lang="en-US" sz="1600" dirty="0"/>
                    </a:p>
                  </a:txBody>
                  <a:tcPr/>
                </a:tc>
                <a:extLst>
                  <a:ext uri="{0D108BD9-81ED-4DB2-BD59-A6C34878D82A}">
                    <a16:rowId xmlns:a16="http://schemas.microsoft.com/office/drawing/2014/main" val="1062818299"/>
                  </a:ext>
                </a:extLst>
              </a:tr>
              <a:tr h="7551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Surveillance des MPV et MAPI</a:t>
                      </a:r>
                      <a:endParaRPr lang="en-US" sz="1600" dirty="0"/>
                    </a:p>
                  </a:txBody>
                  <a:tcPr/>
                </a:tc>
                <a:tc>
                  <a:txBody>
                    <a:bodyPr/>
                    <a:lstStyle/>
                    <a:p>
                      <a:r>
                        <a:rPr lang="fr-FR" sz="1600" dirty="0"/>
                        <a:t>5</a:t>
                      </a:r>
                      <a:endParaRPr lang="en-US" sz="1600" dirty="0"/>
                    </a:p>
                  </a:txBody>
                  <a:tcPr/>
                </a:tc>
                <a:tc>
                  <a:txBody>
                    <a:bodyPr/>
                    <a:lstStyle/>
                    <a:p>
                      <a:r>
                        <a:rPr lang="fr-FR" sz="1600" dirty="0"/>
                        <a:t>Renforcer  les activités de surveillance sentinelle</a:t>
                      </a:r>
                      <a:endParaRPr lang="en-US" sz="1600" dirty="0"/>
                    </a:p>
                  </a:txBody>
                  <a:tcPr/>
                </a:tc>
                <a:tc>
                  <a:txBody>
                    <a:bodyPr/>
                    <a:lstStyle/>
                    <a:p>
                      <a:r>
                        <a:rPr lang="fr-FR" sz="1600" dirty="0">
                          <a:highlight>
                            <a:srgbClr val="FFFF00"/>
                          </a:highlight>
                        </a:rPr>
                        <a:t>Financement du fonctionnement des sites sentinelles Rota et Méningites</a:t>
                      </a:r>
                      <a:endParaRPr lang="en-US" sz="1600" dirty="0">
                        <a:highlight>
                          <a:srgbClr val="FFFF00"/>
                        </a:highlight>
                      </a:endParaRPr>
                    </a:p>
                  </a:txBody>
                  <a:tcPr/>
                </a:tc>
                <a:tc>
                  <a:txBody>
                    <a:bodyPr/>
                    <a:lstStyle/>
                    <a:p>
                      <a:r>
                        <a:rPr lang="fr-FR" sz="1600" dirty="0"/>
                        <a:t>Continuité des services des sites sentinelles </a:t>
                      </a:r>
                      <a:endParaRPr lang="en-US" sz="1600" dirty="0"/>
                    </a:p>
                  </a:txBody>
                  <a:tcPr/>
                </a:tc>
                <a:extLst>
                  <a:ext uri="{0D108BD9-81ED-4DB2-BD59-A6C34878D82A}">
                    <a16:rowId xmlns:a16="http://schemas.microsoft.com/office/drawing/2014/main" val="4014643667"/>
                  </a:ext>
                </a:extLst>
              </a:tr>
              <a:tr h="755100">
                <a:tc>
                  <a:txBody>
                    <a:bodyPr/>
                    <a:lstStyle/>
                    <a:p>
                      <a:r>
                        <a:rPr lang="fr-FR" sz="1600" dirty="0"/>
                        <a:t>Gestion du programme/Plaidoyer et partenariat en faveur du PEV</a:t>
                      </a:r>
                      <a:endParaRPr lang="en-US" sz="1600" dirty="0"/>
                    </a:p>
                  </a:txBody>
                  <a:tcPr/>
                </a:tc>
                <a:tc>
                  <a:txBody>
                    <a:bodyPr/>
                    <a:lstStyle/>
                    <a:p>
                      <a:r>
                        <a:rPr lang="fr-FR" sz="1600" dirty="0"/>
                        <a:t>9</a:t>
                      </a:r>
                      <a:endParaRPr lang="en-US" sz="1600" dirty="0"/>
                    </a:p>
                  </a:txBody>
                  <a:tcPr/>
                </a:tc>
                <a:tc>
                  <a:txBody>
                    <a:bodyPr/>
                    <a:lstStyle/>
                    <a:p>
                      <a:r>
                        <a:rPr lang="fr-FR" sz="1600" dirty="0"/>
                        <a:t>Appuyer les sessions du GTCV</a:t>
                      </a:r>
                      <a:endParaRPr lang="en-US" sz="1600" dirty="0"/>
                    </a:p>
                  </a:txBody>
                  <a:tcPr/>
                </a:tc>
                <a:tc>
                  <a:txBody>
                    <a:bodyPr/>
                    <a:lstStyle/>
                    <a:p>
                      <a:r>
                        <a:rPr lang="fr-FR" sz="1600" dirty="0">
                          <a:highlight>
                            <a:srgbClr val="008000"/>
                          </a:highlight>
                        </a:rPr>
                        <a:t>Appui aux 2 réunions du GTCV planifiées en 2025 + Evaluation externe du GTCV.</a:t>
                      </a:r>
                      <a:endParaRPr lang="en-US" sz="1600" dirty="0">
                        <a:highlight>
                          <a:srgbClr val="008000"/>
                        </a:highlight>
                      </a:endParaRPr>
                    </a:p>
                  </a:txBody>
                  <a:tcPr/>
                </a:tc>
                <a:tc>
                  <a:txBody>
                    <a:bodyPr/>
                    <a:lstStyle/>
                    <a:p>
                      <a:r>
                        <a:rPr lang="fr-FR" sz="1600" dirty="0"/>
                        <a:t>GTCV fonctionnel</a:t>
                      </a:r>
                      <a:endParaRPr lang="en-US" sz="1600" dirty="0"/>
                    </a:p>
                  </a:txBody>
                  <a:tcPr/>
                </a:tc>
                <a:extLst>
                  <a:ext uri="{0D108BD9-81ED-4DB2-BD59-A6C34878D82A}">
                    <a16:rowId xmlns:a16="http://schemas.microsoft.com/office/drawing/2014/main" val="3660880638"/>
                  </a:ext>
                </a:extLst>
              </a:tr>
            </a:tbl>
          </a:graphicData>
        </a:graphic>
      </p:graphicFrame>
    </p:spTree>
    <p:extLst>
      <p:ext uri="{BB962C8B-B14F-4D97-AF65-F5344CB8AC3E}">
        <p14:creationId xmlns:p14="http://schemas.microsoft.com/office/powerpoint/2010/main" val="370380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3940-8722-5E76-00BD-8979C5009FA9}"/>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CF5D1AB-AE2B-D119-EEB8-5F407139DBC8}"/>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C3042CE-D01C-AE7D-6FFF-940F67BE591F}"/>
              </a:ext>
            </a:extLst>
          </p:cNvPr>
          <p:cNvGrpSpPr/>
          <p:nvPr/>
        </p:nvGrpSpPr>
        <p:grpSpPr>
          <a:xfrm>
            <a:off x="409056" y="411029"/>
            <a:ext cx="11434076" cy="953484"/>
            <a:chOff x="290184" y="400187"/>
            <a:chExt cx="11269728" cy="953484"/>
          </a:xfrm>
        </p:grpSpPr>
        <p:grpSp>
          <p:nvGrpSpPr>
            <p:cNvPr id="11" name="Group 10">
              <a:extLst>
                <a:ext uri="{FF2B5EF4-FFF2-40B4-BE49-F238E27FC236}">
                  <a16:creationId xmlns:a16="http://schemas.microsoft.com/office/drawing/2014/main" id="{95C80D29-C2FB-19FF-EDD4-75EAAEB440A5}"/>
                </a:ext>
              </a:extLst>
            </p:cNvPr>
            <p:cNvGrpSpPr/>
            <p:nvPr/>
          </p:nvGrpSpPr>
          <p:grpSpPr>
            <a:xfrm>
              <a:off x="334395" y="400187"/>
              <a:ext cx="11225517" cy="845516"/>
              <a:chOff x="4248669" y="401638"/>
              <a:chExt cx="11225517" cy="845516"/>
            </a:xfrm>
          </p:grpSpPr>
          <p:sp>
            <p:nvSpPr>
              <p:cNvPr id="15" name="Rectangle 14">
                <a:extLst>
                  <a:ext uri="{FF2B5EF4-FFF2-40B4-BE49-F238E27FC236}">
                    <a16:creationId xmlns:a16="http://schemas.microsoft.com/office/drawing/2014/main" id="{19FF77CE-1E29-3D3C-F7BE-663363928F5A}"/>
                  </a:ext>
                </a:extLst>
              </p:cNvPr>
              <p:cNvSpPr/>
              <p:nvPr/>
            </p:nvSpPr>
            <p:spPr>
              <a:xfrm>
                <a:off x="5069528" y="554037"/>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a:rPr>
                  <a:t>IV. Réalisations majeures en 2025</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a:rPr>
                  <a:t> </a:t>
                </a:r>
                <a:endParaRPr lang="en-US" sz="2000" b="1" dirty="0">
                  <a:solidFill>
                    <a:srgbClr val="009ADE"/>
                  </a:solidFill>
                  <a:latin typeface="Source Sans Pro" panose="020B0503030403020204" pitchFamily="34" charset="0"/>
                </a:endParaRPr>
              </a:p>
            </p:txBody>
          </p:sp>
          <p:sp>
            <p:nvSpPr>
              <p:cNvPr id="16" name="Flowchart: Off-page Connector 15">
                <a:extLst>
                  <a:ext uri="{FF2B5EF4-FFF2-40B4-BE49-F238E27FC236}">
                    <a16:creationId xmlns:a16="http://schemas.microsoft.com/office/drawing/2014/main" id="{8C363730-5A70-C3FA-D2C8-EBD1BC64BAD6}"/>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17" name="Right Triangle 16">
                <a:extLst>
                  <a:ext uri="{FF2B5EF4-FFF2-40B4-BE49-F238E27FC236}">
                    <a16:creationId xmlns:a16="http://schemas.microsoft.com/office/drawing/2014/main" id="{19228E60-A93F-EEFC-CCFF-AF8013D4104E}"/>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72997C7A-F52D-6737-D4C4-84C67224DBA3}"/>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a:extLst>
              <a:ext uri="{FF2B5EF4-FFF2-40B4-BE49-F238E27FC236}">
                <a16:creationId xmlns:a16="http://schemas.microsoft.com/office/drawing/2014/main" id="{E35791B4-2C28-BC6D-AEB7-05AC7A47EB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819" y="540464"/>
            <a:ext cx="692109" cy="692109"/>
          </a:xfrm>
          <a:prstGeom prst="rect">
            <a:avLst/>
          </a:prstGeom>
        </p:spPr>
      </p:pic>
      <p:graphicFrame>
        <p:nvGraphicFramePr>
          <p:cNvPr id="3" name="Table 2">
            <a:extLst>
              <a:ext uri="{FF2B5EF4-FFF2-40B4-BE49-F238E27FC236}">
                <a16:creationId xmlns:a16="http://schemas.microsoft.com/office/drawing/2014/main" id="{6EEB3CA0-1255-6018-C29C-9DF983374C08}"/>
              </a:ext>
            </a:extLst>
          </p:cNvPr>
          <p:cNvGraphicFramePr>
            <a:graphicFrameLocks noGrp="1"/>
          </p:cNvGraphicFramePr>
          <p:nvPr>
            <p:extLst>
              <p:ext uri="{D42A27DB-BD31-4B8C-83A1-F6EECF244321}">
                <p14:modId xmlns:p14="http://schemas.microsoft.com/office/powerpoint/2010/main" val="4138020553"/>
              </p:ext>
            </p:extLst>
          </p:nvPr>
        </p:nvGraphicFramePr>
        <p:xfrm>
          <a:off x="0" y="1367738"/>
          <a:ext cx="12191999" cy="42672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494590296"/>
                    </a:ext>
                  </a:extLst>
                </a:gridCol>
                <a:gridCol w="1371333">
                  <a:extLst>
                    <a:ext uri="{9D8B030D-6E8A-4147-A177-3AD203B41FA5}">
                      <a16:colId xmlns:a16="http://schemas.microsoft.com/office/drawing/2014/main" val="627234415"/>
                    </a:ext>
                  </a:extLst>
                </a:gridCol>
                <a:gridCol w="2458029">
                  <a:extLst>
                    <a:ext uri="{9D8B030D-6E8A-4147-A177-3AD203B41FA5}">
                      <a16:colId xmlns:a16="http://schemas.microsoft.com/office/drawing/2014/main" val="834904639"/>
                    </a:ext>
                  </a:extLst>
                </a:gridCol>
                <a:gridCol w="3485837">
                  <a:extLst>
                    <a:ext uri="{9D8B030D-6E8A-4147-A177-3AD203B41FA5}">
                      <a16:colId xmlns:a16="http://schemas.microsoft.com/office/drawing/2014/main" val="3721979876"/>
                    </a:ext>
                  </a:extLst>
                </a:gridCol>
                <a:gridCol w="2438400">
                  <a:extLst>
                    <a:ext uri="{9D8B030D-6E8A-4147-A177-3AD203B41FA5}">
                      <a16:colId xmlns:a16="http://schemas.microsoft.com/office/drawing/2014/main" val="3505905623"/>
                    </a:ext>
                  </a:extLst>
                </a:gridCol>
              </a:tblGrid>
              <a:tr h="731520">
                <a:tc>
                  <a:txBody>
                    <a:bodyPr/>
                    <a:lstStyle/>
                    <a:p>
                      <a:r>
                        <a:rPr lang="fr-FR" dirty="0"/>
                        <a:t>Stratégie PAO</a:t>
                      </a:r>
                      <a:endParaRPr lang="en-US" dirty="0"/>
                    </a:p>
                  </a:txBody>
                  <a:tcPr/>
                </a:tc>
                <a:tc>
                  <a:txBody>
                    <a:bodyPr/>
                    <a:lstStyle/>
                    <a:p>
                      <a:r>
                        <a:rPr lang="fr-FR" dirty="0"/>
                        <a:t>N° Activité</a:t>
                      </a:r>
                      <a:endParaRPr lang="en-US" dirty="0"/>
                    </a:p>
                  </a:txBody>
                  <a:tcPr/>
                </a:tc>
                <a:tc>
                  <a:txBody>
                    <a:bodyPr/>
                    <a:lstStyle/>
                    <a:p>
                      <a:r>
                        <a:rPr lang="fr-FR" dirty="0"/>
                        <a:t>Activité</a:t>
                      </a:r>
                      <a:endParaRPr lang="en-US" dirty="0"/>
                    </a:p>
                  </a:txBody>
                  <a:tcPr/>
                </a:tc>
                <a:tc>
                  <a:txBody>
                    <a:bodyPr/>
                    <a:lstStyle/>
                    <a:p>
                      <a:r>
                        <a:rPr lang="fr-FR" dirty="0"/>
                        <a:t>Réalisations de l’OMS</a:t>
                      </a:r>
                      <a:endParaRPr lang="en-US" dirty="0"/>
                    </a:p>
                  </a:txBody>
                  <a:tcPr/>
                </a:tc>
                <a:tc>
                  <a:txBody>
                    <a:bodyPr/>
                    <a:lstStyle/>
                    <a:p>
                      <a:r>
                        <a:rPr lang="fr-FR" dirty="0"/>
                        <a:t>Contribution aux résultats du PEV</a:t>
                      </a:r>
                      <a:endParaRPr lang="en-US" dirty="0"/>
                    </a:p>
                  </a:txBody>
                  <a:tcPr/>
                </a:tc>
                <a:extLst>
                  <a:ext uri="{0D108BD9-81ED-4DB2-BD59-A6C34878D82A}">
                    <a16:rowId xmlns:a16="http://schemas.microsoft.com/office/drawing/2014/main" val="3977408072"/>
                  </a:ext>
                </a:extLst>
              </a:tr>
              <a:tr h="755100">
                <a:tc>
                  <a:txBody>
                    <a:bodyPr/>
                    <a:lstStyle/>
                    <a:p>
                      <a:r>
                        <a:rPr lang="fr-FR" sz="1600" dirty="0"/>
                        <a:t>Gestion du programme/ renforcement des capacités institutionnelles</a:t>
                      </a:r>
                      <a:endParaRPr lang="en-US" sz="1600" dirty="0"/>
                    </a:p>
                  </a:txBody>
                  <a:tcPr/>
                </a:tc>
                <a:tc>
                  <a:txBody>
                    <a:bodyPr/>
                    <a:lstStyle/>
                    <a:p>
                      <a:r>
                        <a:rPr lang="fr-FR" sz="1600" dirty="0"/>
                        <a:t>11</a:t>
                      </a:r>
                      <a:endParaRPr lang="en-US" sz="1600" dirty="0"/>
                    </a:p>
                  </a:txBody>
                  <a:tcPr/>
                </a:tc>
                <a:tc>
                  <a:txBody>
                    <a:bodyPr/>
                    <a:lstStyle/>
                    <a:p>
                      <a:r>
                        <a:rPr lang="fr-FR" sz="1600" dirty="0"/>
                        <a:t>Introduire le PEV dans le curricula des ISTM/ITM</a:t>
                      </a:r>
                      <a:endParaRPr lang="en-US" sz="1600" dirty="0"/>
                    </a:p>
                  </a:txBody>
                  <a:tcPr/>
                </a:tc>
                <a:tc>
                  <a:txBody>
                    <a:bodyPr/>
                    <a:lstStyle/>
                    <a:p>
                      <a:pPr marL="171450" indent="-171450" algn="just" defTabSz="914400" rtl="0" eaLnBrk="1" fontAlgn="ctr" latinLnBrk="0" hangingPunct="1">
                        <a:buFontTx/>
                        <a:buChar char="-"/>
                      </a:pPr>
                      <a:r>
                        <a:rPr lang="fr-FR" altLang="en-US" sz="1600" kern="1200" dirty="0">
                          <a:solidFill>
                            <a:schemeClr val="dk1"/>
                          </a:solidFill>
                          <a:highlight>
                            <a:srgbClr val="FFFF00"/>
                          </a:highlight>
                          <a:latin typeface="+mn-lt"/>
                          <a:ea typeface="+mn-ea"/>
                          <a:cs typeface="+mn-cs"/>
                        </a:rPr>
                        <a:t>Organisation de l’atelier sur l’intégration dans le curricula des ITM et IM des modules sur la vaccination.</a:t>
                      </a:r>
                    </a:p>
                    <a:p>
                      <a:pPr marL="171450" indent="-171450" algn="just" defTabSz="914400" rtl="0" eaLnBrk="1" fontAlgn="ctr" latinLnBrk="0" hangingPunct="1">
                        <a:buFontTx/>
                        <a:buChar char="-"/>
                      </a:pPr>
                      <a:r>
                        <a:rPr lang="fr-FR" altLang="en-US" sz="1600" kern="1200" dirty="0">
                          <a:solidFill>
                            <a:schemeClr val="dk1"/>
                          </a:solidFill>
                          <a:highlight>
                            <a:srgbClr val="FFFF00"/>
                          </a:highlight>
                          <a:latin typeface="+mn-lt"/>
                          <a:ea typeface="+mn-ea"/>
                          <a:cs typeface="+mn-cs"/>
                        </a:rPr>
                        <a:t>Élaboration d’un rapport final sur le l’intégration de la vaccination dans le curricula des ITM et IM.</a:t>
                      </a:r>
                    </a:p>
                  </a:txBody>
                  <a:tcPr/>
                </a:tc>
                <a:tc>
                  <a:txBody>
                    <a:bodyPr/>
                    <a:lstStyle/>
                    <a:p>
                      <a:r>
                        <a:rPr lang="fr-FR" sz="1600" dirty="0"/>
                        <a:t>Processus d’intégration du cours sur le PEV dans le curricula des ITM et IM amorcé.</a:t>
                      </a:r>
                      <a:endParaRPr lang="en-US" sz="1600" dirty="0"/>
                    </a:p>
                  </a:txBody>
                  <a:tcPr/>
                </a:tc>
                <a:extLst>
                  <a:ext uri="{0D108BD9-81ED-4DB2-BD59-A6C34878D82A}">
                    <a16:rowId xmlns:a16="http://schemas.microsoft.com/office/drawing/2014/main" val="3204636608"/>
                  </a:ext>
                </a:extLst>
              </a:tr>
              <a:tr h="755100">
                <a:tc>
                  <a:txBody>
                    <a:bodyPr/>
                    <a:lstStyle/>
                    <a:p>
                      <a:r>
                        <a:rPr lang="fr-FR" dirty="0"/>
                        <a:t>Gestion du programme/ renforcement des capacités institutionnelles</a:t>
                      </a:r>
                      <a:endParaRPr lang="en-US" dirty="0"/>
                    </a:p>
                  </a:txBody>
                  <a:tcPr/>
                </a:tc>
                <a:tc>
                  <a:txBody>
                    <a:bodyPr/>
                    <a:lstStyle/>
                    <a:p>
                      <a:r>
                        <a:rPr lang="fr-FR" dirty="0"/>
                        <a:t>14</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Organiser les supervisions formatives en cascade (NC, NP, NO)</a:t>
                      </a:r>
                      <a:endParaRPr lang="en-US" dirty="0"/>
                    </a:p>
                  </a:txBody>
                  <a:tcPr/>
                </a:tc>
                <a:tc>
                  <a:txBody>
                    <a:bodyPr/>
                    <a:lstStyle/>
                    <a:p>
                      <a:r>
                        <a:rPr lang="fr-FR" dirty="0"/>
                        <a:t>Appui aux supervisions conjointes MCA/MCZ/AT OMS dans 9 Antennes + Développement d’un Dashboard de visualisation des résultats des supervisions</a:t>
                      </a:r>
                      <a:endParaRPr lang="en-US" dirty="0"/>
                    </a:p>
                  </a:txBody>
                  <a:tcPr/>
                </a:tc>
                <a:tc>
                  <a:txBody>
                    <a:bodyPr/>
                    <a:lstStyle/>
                    <a:p>
                      <a:r>
                        <a:rPr lang="fr-FR" dirty="0"/>
                        <a:t>Amélioration de la qualité des données, identification des enfants ayant manqué des rendez-vous du calendrier vaccinal.</a:t>
                      </a:r>
                      <a:endParaRPr lang="en-US" dirty="0"/>
                    </a:p>
                  </a:txBody>
                  <a:tcPr/>
                </a:tc>
                <a:extLst>
                  <a:ext uri="{0D108BD9-81ED-4DB2-BD59-A6C34878D82A}">
                    <a16:rowId xmlns:a16="http://schemas.microsoft.com/office/drawing/2014/main" val="615611470"/>
                  </a:ext>
                </a:extLst>
              </a:tr>
            </a:tbl>
          </a:graphicData>
        </a:graphic>
      </p:graphicFrame>
    </p:spTree>
    <p:extLst>
      <p:ext uri="{BB962C8B-B14F-4D97-AF65-F5344CB8AC3E}">
        <p14:creationId xmlns:p14="http://schemas.microsoft.com/office/powerpoint/2010/main" val="2081843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568F4-3B04-AAE5-CAFF-4A1A89E9324B}"/>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1185C7B-B421-2D8A-0757-792355649E33}"/>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48B6879A-ECFC-5ED9-3864-83F0E4DD61AC}"/>
              </a:ext>
            </a:extLst>
          </p:cNvPr>
          <p:cNvGrpSpPr/>
          <p:nvPr/>
        </p:nvGrpSpPr>
        <p:grpSpPr>
          <a:xfrm>
            <a:off x="409056" y="411029"/>
            <a:ext cx="11511542" cy="953484"/>
            <a:chOff x="290184" y="400187"/>
            <a:chExt cx="11346081" cy="953484"/>
          </a:xfrm>
        </p:grpSpPr>
        <p:grpSp>
          <p:nvGrpSpPr>
            <p:cNvPr id="22" name="Group 21">
              <a:extLst>
                <a:ext uri="{FF2B5EF4-FFF2-40B4-BE49-F238E27FC236}">
                  <a16:creationId xmlns:a16="http://schemas.microsoft.com/office/drawing/2014/main" id="{D32319EF-2E33-3605-DFF3-011A59598756}"/>
                </a:ext>
              </a:extLst>
            </p:cNvPr>
            <p:cNvGrpSpPr/>
            <p:nvPr/>
          </p:nvGrpSpPr>
          <p:grpSpPr>
            <a:xfrm>
              <a:off x="334395" y="400187"/>
              <a:ext cx="11301870" cy="848374"/>
              <a:chOff x="4248669" y="401638"/>
              <a:chExt cx="11301870" cy="848374"/>
            </a:xfrm>
          </p:grpSpPr>
          <p:sp>
            <p:nvSpPr>
              <p:cNvPr id="29" name="Rectangle 28">
                <a:extLst>
                  <a:ext uri="{FF2B5EF4-FFF2-40B4-BE49-F238E27FC236}">
                    <a16:creationId xmlns:a16="http://schemas.microsoft.com/office/drawing/2014/main" id="{BB56CD1B-8DA8-C0D8-28DD-E9FD6DA36C71}"/>
                  </a:ext>
                </a:extLst>
              </p:cNvPr>
              <p:cNvSpPr/>
              <p:nvPr/>
            </p:nvSpPr>
            <p:spPr>
              <a:xfrm>
                <a:off x="5145881" y="556895"/>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r>
                  <a:rPr lang="fr-FR" sz="2000" b="1" dirty="0">
                    <a:solidFill>
                      <a:srgbClr val="009ADE"/>
                    </a:solidFill>
                    <a:latin typeface="Source Sans Pro" panose="020B0503030403020204" pitchFamily="34" charset="0"/>
                    <a:sym typeface="Times New Roman"/>
                  </a:rPr>
                  <a:t>V. Difficultés rencontrées </a:t>
                </a:r>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a:rPr>
                  <a:t> </a:t>
                </a:r>
                <a:endParaRPr lang="en-US" sz="2000" b="1" dirty="0">
                  <a:solidFill>
                    <a:srgbClr val="009ADE"/>
                  </a:solidFill>
                  <a:latin typeface="Source Sans Pro" panose="020B0503030403020204" pitchFamily="34" charset="0"/>
                </a:endParaRPr>
              </a:p>
            </p:txBody>
          </p:sp>
          <p:sp>
            <p:nvSpPr>
              <p:cNvPr id="30" name="Flowchart: Off-page Connector 29">
                <a:extLst>
                  <a:ext uri="{FF2B5EF4-FFF2-40B4-BE49-F238E27FC236}">
                    <a16:creationId xmlns:a16="http://schemas.microsoft.com/office/drawing/2014/main" id="{81190469-57CF-6ED2-7FE8-729FAEDF3826}"/>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31" name="Right Triangle 30">
                <a:extLst>
                  <a:ext uri="{FF2B5EF4-FFF2-40B4-BE49-F238E27FC236}">
                    <a16:creationId xmlns:a16="http://schemas.microsoft.com/office/drawing/2014/main" id="{B5EC6218-EFD5-CE0E-15AF-4B3514EB336D}"/>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a:extLst>
                <a:ext uri="{FF2B5EF4-FFF2-40B4-BE49-F238E27FC236}">
                  <a16:creationId xmlns:a16="http://schemas.microsoft.com/office/drawing/2014/main" id="{A99615AA-06EA-9504-0535-BC33682A2DCA}"/>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a:extLst>
              <a:ext uri="{FF2B5EF4-FFF2-40B4-BE49-F238E27FC236}">
                <a16:creationId xmlns:a16="http://schemas.microsoft.com/office/drawing/2014/main" id="{359AA289-C10E-A737-BAFC-DFC3433957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819" y="540464"/>
            <a:ext cx="692109" cy="692109"/>
          </a:xfrm>
          <a:prstGeom prst="rect">
            <a:avLst/>
          </a:prstGeom>
        </p:spPr>
      </p:pic>
      <p:grpSp>
        <p:nvGrpSpPr>
          <p:cNvPr id="3" name="Group 2">
            <a:extLst>
              <a:ext uri="{FF2B5EF4-FFF2-40B4-BE49-F238E27FC236}">
                <a16:creationId xmlns:a16="http://schemas.microsoft.com/office/drawing/2014/main" id="{D0766DE5-6128-9A15-CD62-BB48F5B33ABD}"/>
              </a:ext>
            </a:extLst>
          </p:cNvPr>
          <p:cNvGrpSpPr/>
          <p:nvPr/>
        </p:nvGrpSpPr>
        <p:grpSpPr>
          <a:xfrm>
            <a:off x="394987" y="1500027"/>
            <a:ext cx="5515995" cy="5179071"/>
            <a:chOff x="394987" y="1856911"/>
            <a:chExt cx="4287520" cy="4215898"/>
          </a:xfrm>
        </p:grpSpPr>
        <p:sp>
          <p:nvSpPr>
            <p:cNvPr id="4" name="Rectangle 3">
              <a:extLst>
                <a:ext uri="{FF2B5EF4-FFF2-40B4-BE49-F238E27FC236}">
                  <a16:creationId xmlns:a16="http://schemas.microsoft.com/office/drawing/2014/main" id="{900EEE10-6254-7884-C815-2F343AE64D7D}"/>
                </a:ext>
              </a:extLst>
            </p:cNvPr>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6F0986E-D0E8-DF79-4F73-BAA4B99181D9}"/>
                </a:ext>
              </a:extLst>
            </p:cNvPr>
            <p:cNvSpPr/>
            <p:nvPr/>
          </p:nvSpPr>
          <p:spPr>
            <a:xfrm>
              <a:off x="561603" y="2078462"/>
              <a:ext cx="3945393" cy="3758071"/>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Retard dans la signature des </a:t>
              </a:r>
              <a:r>
                <a:rPr lang="fr-FR" sz="1600" dirty="0" err="1">
                  <a:latin typeface="Source Sans Pro" panose="020B0503030403020204" pitchFamily="34" charset="0"/>
                </a:rPr>
                <a:t>MoU</a:t>
              </a:r>
              <a:r>
                <a:rPr lang="fr-FR" sz="1600" dirty="0">
                  <a:latin typeface="Source Sans Pro" panose="020B0503030403020204" pitchFamily="34" charset="0"/>
                </a:rPr>
                <a:t> RSS3 et FAE (Avril 2025)</a:t>
              </a:r>
            </a:p>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Conflits de priorités pour les responsables de gestion de données du PEV et DSNIS, ayant entrainé un retard dans la mise en œuvre des activités d’amélioration de la qualité des données.</a:t>
              </a:r>
            </a:p>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 Retards dans l’organisation des ateliers d’orientation </a:t>
              </a:r>
              <a:r>
                <a:rPr lang="fr-FR" sz="1600" dirty="0" err="1">
                  <a:latin typeface="Source Sans Pro" panose="020B0503030403020204" pitchFamily="34" charset="0"/>
                </a:rPr>
                <a:t>Mashako</a:t>
              </a:r>
              <a:r>
                <a:rPr lang="fr-FR" sz="1600" dirty="0">
                  <a:latin typeface="Source Sans Pro" panose="020B0503030403020204" pitchFamily="34" charset="0"/>
                </a:rPr>
                <a:t> 3.0 qui ont entrainé un retard dans le démarrage des IPVS dans le cadre du Grand Rattrapage.</a:t>
              </a:r>
            </a:p>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Problèmes d’accessibilité de certaines zones de santé dans les deux Kivu et Ituri qui ont compromis la mise en œuvre des activités planifiées.</a:t>
              </a:r>
            </a:p>
            <a:p>
              <a:pPr>
                <a:buClr>
                  <a:srgbClr val="009ADE"/>
                </a:buClr>
              </a:pPr>
              <a:endParaRPr lang="en-US" sz="1600" dirty="0">
                <a:latin typeface="Source Sans Pro" panose="020B0503030403020204" pitchFamily="34" charset="0"/>
              </a:endParaRPr>
            </a:p>
          </p:txBody>
        </p:sp>
      </p:grpSp>
      <p:grpSp>
        <p:nvGrpSpPr>
          <p:cNvPr id="6" name="Group 5">
            <a:extLst>
              <a:ext uri="{FF2B5EF4-FFF2-40B4-BE49-F238E27FC236}">
                <a16:creationId xmlns:a16="http://schemas.microsoft.com/office/drawing/2014/main" id="{76F0D9DF-8FB7-3979-C88E-694537778EAB}"/>
              </a:ext>
            </a:extLst>
          </p:cNvPr>
          <p:cNvGrpSpPr/>
          <p:nvPr/>
        </p:nvGrpSpPr>
        <p:grpSpPr>
          <a:xfrm>
            <a:off x="6330967" y="1478072"/>
            <a:ext cx="5515996" cy="5204838"/>
            <a:chOff x="394987" y="1856911"/>
            <a:chExt cx="4287520" cy="4215898"/>
          </a:xfrm>
        </p:grpSpPr>
        <p:sp>
          <p:nvSpPr>
            <p:cNvPr id="7" name="Rectangle 6">
              <a:extLst>
                <a:ext uri="{FF2B5EF4-FFF2-40B4-BE49-F238E27FC236}">
                  <a16:creationId xmlns:a16="http://schemas.microsoft.com/office/drawing/2014/main" id="{1CB3AC1A-AA7F-DF39-CFF3-4FE7B646A66E}"/>
                </a:ext>
              </a:extLst>
            </p:cNvPr>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34CE7DB-FEE1-08DC-66AE-F81B599AA91F}"/>
                </a:ext>
              </a:extLst>
            </p:cNvPr>
            <p:cNvSpPr/>
            <p:nvPr/>
          </p:nvSpPr>
          <p:spPr>
            <a:xfrm>
              <a:off x="561602" y="2250728"/>
              <a:ext cx="3995153" cy="2742276"/>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Difficulté à synchroniser le financement des supervisions des MCA/MCZ (fourni par la CAGF) et celui des AT OMS, en vue de l’organisation des supervisions conjointes.</a:t>
              </a:r>
            </a:p>
            <a:p>
              <a:pPr marL="285750" indent="-285750">
                <a:spcBef>
                  <a:spcPts val="1200"/>
                </a:spcBef>
                <a:spcAft>
                  <a:spcPts val="1200"/>
                </a:spcAft>
                <a:buClr>
                  <a:srgbClr val="009ADE"/>
                </a:buClr>
                <a:buFont typeface="Source Sans Pro" panose="020B0503030403020204" pitchFamily="34" charset="0"/>
                <a:buChar char="◉"/>
              </a:pPr>
              <a:r>
                <a:rPr lang="fr-FR" sz="1600" dirty="0">
                  <a:latin typeface="Source Sans Pro" panose="020B0503030403020204" pitchFamily="34" charset="0"/>
                </a:rPr>
                <a:t> Introduction du R21 dans le deuxième bloc intervenu en août 2025, entrainant un report de la mini-PIE à février 2025.</a:t>
              </a:r>
            </a:p>
            <a:p>
              <a:pPr marL="285750" indent="-285750">
                <a:spcBef>
                  <a:spcPts val="1200"/>
                </a:spcBef>
                <a:spcAft>
                  <a:spcPts val="1200"/>
                </a:spcAft>
                <a:buClr>
                  <a:srgbClr val="009ADE"/>
                </a:buClr>
                <a:buFont typeface="Source Sans Pro" panose="020B0503030403020204" pitchFamily="34" charset="0"/>
                <a:buChar char="◉"/>
              </a:pPr>
              <a:r>
                <a:rPr lang="fr-FR" sz="1600" dirty="0">
                  <a:solidFill>
                    <a:srgbClr val="C00000"/>
                  </a:solidFill>
                  <a:latin typeface="Source Sans Pro" panose="020B0503030403020204" pitchFamily="34" charset="0"/>
                </a:rPr>
                <a:t> </a:t>
              </a:r>
              <a:r>
                <a:rPr lang="fr-FR" sz="1600" dirty="0">
                  <a:latin typeface="Source Sans Pro" panose="020B0503030403020204" pitchFamily="34" charset="0"/>
                </a:rPr>
                <a:t>Gap de financement de la mini-PIE du fait de l’absence de financement de l’étape RIA. </a:t>
              </a:r>
            </a:p>
            <a:p>
              <a:endParaRPr lang="fr-FR" sz="2000" dirty="0"/>
            </a:p>
          </p:txBody>
        </p:sp>
      </p:grpSp>
    </p:spTree>
    <p:extLst>
      <p:ext uri="{BB962C8B-B14F-4D97-AF65-F5344CB8AC3E}">
        <p14:creationId xmlns:p14="http://schemas.microsoft.com/office/powerpoint/2010/main" val="415536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C94EF-BB38-3330-7AC5-878BB74AA95D}"/>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E31EBAA4-7E0B-1276-C586-C93721FB78E6}"/>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6DCE402D-6926-14A8-0301-4EEFFA59787C}"/>
              </a:ext>
            </a:extLst>
          </p:cNvPr>
          <p:cNvGrpSpPr/>
          <p:nvPr/>
        </p:nvGrpSpPr>
        <p:grpSpPr>
          <a:xfrm>
            <a:off x="409056" y="411029"/>
            <a:ext cx="11511542" cy="953484"/>
            <a:chOff x="290184" y="400187"/>
            <a:chExt cx="11346081" cy="953484"/>
          </a:xfrm>
        </p:grpSpPr>
        <p:grpSp>
          <p:nvGrpSpPr>
            <p:cNvPr id="22" name="Group 21">
              <a:extLst>
                <a:ext uri="{FF2B5EF4-FFF2-40B4-BE49-F238E27FC236}">
                  <a16:creationId xmlns:a16="http://schemas.microsoft.com/office/drawing/2014/main" id="{60357678-6AC6-1623-E34F-3C8BF2505623}"/>
                </a:ext>
              </a:extLst>
            </p:cNvPr>
            <p:cNvGrpSpPr/>
            <p:nvPr/>
          </p:nvGrpSpPr>
          <p:grpSpPr>
            <a:xfrm>
              <a:off x="334395" y="400187"/>
              <a:ext cx="11301870" cy="848374"/>
              <a:chOff x="4248669" y="401638"/>
              <a:chExt cx="11301870" cy="848374"/>
            </a:xfrm>
          </p:grpSpPr>
          <p:sp>
            <p:nvSpPr>
              <p:cNvPr id="29" name="Rectangle 28">
                <a:extLst>
                  <a:ext uri="{FF2B5EF4-FFF2-40B4-BE49-F238E27FC236}">
                    <a16:creationId xmlns:a16="http://schemas.microsoft.com/office/drawing/2014/main" id="{03AF76FE-8CC6-875A-B53E-F53DC4364243}"/>
                  </a:ext>
                </a:extLst>
              </p:cNvPr>
              <p:cNvSpPr/>
              <p:nvPr/>
            </p:nvSpPr>
            <p:spPr>
              <a:xfrm>
                <a:off x="5145881" y="556895"/>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p>
              <a:p>
                <a:r>
                  <a:rPr lang="fr-FR" sz="2000" b="1" dirty="0">
                    <a:solidFill>
                      <a:srgbClr val="009ADE"/>
                    </a:solidFill>
                    <a:latin typeface="Source Sans Pro" panose="020B0503030403020204" pitchFamily="34" charset="0"/>
                    <a:sym typeface="Times New Roman"/>
                  </a:rPr>
                  <a:t>VI. </a:t>
                </a:r>
                <a:r>
                  <a:rPr lang="fr-FR" sz="2000" b="1" dirty="0">
                    <a:solidFill>
                      <a:srgbClr val="009ADE"/>
                    </a:solidFill>
                    <a:latin typeface="Source Sans Pro" panose="020B0503030403020204" pitchFamily="34" charset="0"/>
                  </a:rPr>
                  <a:t>Solutions apportées/leçons apprises/Bonnes pratiques</a:t>
                </a:r>
              </a:p>
              <a:p>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a:rPr>
                  <a:t> </a:t>
                </a:r>
                <a:endParaRPr lang="en-US" sz="2000" b="1" dirty="0">
                  <a:solidFill>
                    <a:srgbClr val="009ADE"/>
                  </a:solidFill>
                  <a:latin typeface="Source Sans Pro" panose="020B0503030403020204" pitchFamily="34" charset="0"/>
                </a:endParaRPr>
              </a:p>
            </p:txBody>
          </p:sp>
          <p:sp>
            <p:nvSpPr>
              <p:cNvPr id="30" name="Flowchart: Off-page Connector 29">
                <a:extLst>
                  <a:ext uri="{FF2B5EF4-FFF2-40B4-BE49-F238E27FC236}">
                    <a16:creationId xmlns:a16="http://schemas.microsoft.com/office/drawing/2014/main" id="{FD916DF0-41D7-EC62-D669-F92F720582AA}"/>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31" name="Right Triangle 30">
                <a:extLst>
                  <a:ext uri="{FF2B5EF4-FFF2-40B4-BE49-F238E27FC236}">
                    <a16:creationId xmlns:a16="http://schemas.microsoft.com/office/drawing/2014/main" id="{EF7BE94B-43A2-2B70-BCD2-AA852A5D779D}"/>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a:extLst>
                <a:ext uri="{FF2B5EF4-FFF2-40B4-BE49-F238E27FC236}">
                  <a16:creationId xmlns:a16="http://schemas.microsoft.com/office/drawing/2014/main" id="{CC8DC4F8-E140-84A8-B277-F32B964FE2EB}"/>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a:extLst>
              <a:ext uri="{FF2B5EF4-FFF2-40B4-BE49-F238E27FC236}">
                <a16:creationId xmlns:a16="http://schemas.microsoft.com/office/drawing/2014/main" id="{D1EAB5EE-85D5-1AD1-F240-F30C0D71EED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819" y="540464"/>
            <a:ext cx="692109" cy="692109"/>
          </a:xfrm>
          <a:prstGeom prst="rect">
            <a:avLst/>
          </a:prstGeom>
        </p:spPr>
      </p:pic>
      <p:grpSp>
        <p:nvGrpSpPr>
          <p:cNvPr id="2" name="Group 1">
            <a:extLst>
              <a:ext uri="{FF2B5EF4-FFF2-40B4-BE49-F238E27FC236}">
                <a16:creationId xmlns:a16="http://schemas.microsoft.com/office/drawing/2014/main" id="{5B9BCD55-5BBA-5FDF-9D40-FA0D2264E58C}"/>
              </a:ext>
            </a:extLst>
          </p:cNvPr>
          <p:cNvGrpSpPr/>
          <p:nvPr/>
        </p:nvGrpSpPr>
        <p:grpSpPr>
          <a:xfrm>
            <a:off x="394987" y="1500027"/>
            <a:ext cx="6600173" cy="5179072"/>
            <a:chOff x="394987" y="1856911"/>
            <a:chExt cx="4287520" cy="4215898"/>
          </a:xfrm>
        </p:grpSpPr>
        <p:sp>
          <p:nvSpPr>
            <p:cNvPr id="3" name="Rectangle 2">
              <a:extLst>
                <a:ext uri="{FF2B5EF4-FFF2-40B4-BE49-F238E27FC236}">
                  <a16:creationId xmlns:a16="http://schemas.microsoft.com/office/drawing/2014/main" id="{7F3F42BA-E7F6-99D7-E4BE-E456A965D513}"/>
                </a:ext>
              </a:extLst>
            </p:cNvPr>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FAAB8A5-328E-4A3B-7557-8938947ED50C}"/>
                </a:ext>
              </a:extLst>
            </p:cNvPr>
            <p:cNvSpPr/>
            <p:nvPr/>
          </p:nvSpPr>
          <p:spPr>
            <a:xfrm>
              <a:off x="561603" y="2087336"/>
              <a:ext cx="3945393" cy="3733017"/>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Dashboard intégré du PEV: </a:t>
              </a:r>
              <a:r>
                <a:rPr lang="fr-FR" sz="1600" dirty="0">
                  <a:latin typeface="Source Sans Pro" panose="020B0503030403020204" pitchFamily="34" charset="0"/>
                  <a:sym typeface="Arial"/>
                </a:rPr>
                <a:t>définition du contenu par le PEV, mise en place d’un plan d’appropriation par le PEV, acquisition d’un serveur géré par le PEV pour le déploiement du Dashboard.</a:t>
              </a:r>
            </a:p>
            <a:p>
              <a:pPr>
                <a:spcBef>
                  <a:spcPts val="1200"/>
                </a:spcBef>
                <a:spcAft>
                  <a:spcPts val="1200"/>
                </a:spcAft>
                <a:buClr>
                  <a:srgbClr val="009ADE"/>
                </a:buClr>
              </a:pPr>
              <a:r>
                <a:rPr lang="fr-FR" sz="1600" dirty="0">
                  <a:latin typeface="Source Sans Pro" panose="020B0503030403020204" pitchFamily="34" charset="0"/>
                </a:rPr>
                <a:t>Lien du Dashboard du PEV en cours de développement: </a:t>
              </a:r>
              <a:r>
                <a:rPr lang="en-US" sz="1600" dirty="0">
                  <a:solidFill>
                    <a:srgbClr val="467886"/>
                  </a:solidFill>
                  <a:latin typeface="Source Sans Pro" panose="020B0503030403020204" pitchFamily="34" charset="0"/>
                  <a:hlinkClick r:id="rId4">
                    <a:extLst>
                      <a:ext uri="{A12FA001-AC4F-418D-AE19-62706E023703}">
                        <ahyp:hlinkClr xmlns:ahyp="http://schemas.microsoft.com/office/drawing/2018/hyperlinkcolor" val="tx"/>
                      </a:ext>
                    </a:extLst>
                  </a:hlinkClick>
                </a:rPr>
                <a:t>worldhealthorg.shinyapps.io/</a:t>
              </a:r>
              <a:r>
                <a:rPr lang="en-US" sz="1600" dirty="0" err="1">
                  <a:solidFill>
                    <a:srgbClr val="467886"/>
                  </a:solidFill>
                  <a:latin typeface="Source Sans Pro" panose="020B0503030403020204" pitchFamily="34" charset="0"/>
                  <a:hlinkClick r:id="rId4">
                    <a:extLst>
                      <a:ext uri="{A12FA001-AC4F-418D-AE19-62706E023703}">
                        <ahyp:hlinkClr xmlns:ahyp="http://schemas.microsoft.com/office/drawing/2018/hyperlinkcolor" val="tx"/>
                      </a:ext>
                    </a:extLst>
                  </a:hlinkClick>
                </a:rPr>
                <a:t>Plateforme</a:t>
              </a:r>
              <a:r>
                <a:rPr lang="en-US" sz="1600" dirty="0">
                  <a:solidFill>
                    <a:srgbClr val="467886"/>
                  </a:solidFill>
                  <a:latin typeface="Source Sans Pro" panose="020B0503030403020204" pitchFamily="34" charset="0"/>
                  <a:hlinkClick r:id="rId4">
                    <a:extLst>
                      <a:ext uri="{A12FA001-AC4F-418D-AE19-62706E023703}">
                        <ahyp:hlinkClr xmlns:ahyp="http://schemas.microsoft.com/office/drawing/2018/hyperlinkcolor" val="tx"/>
                      </a:ext>
                    </a:extLst>
                  </a:hlinkClick>
                </a:rPr>
                <a:t>-Performances-Pev-RDC</a:t>
              </a:r>
              <a:r>
                <a:rPr lang="en-US" sz="1600" dirty="0">
                  <a:solidFill>
                    <a:srgbClr val="009ADE"/>
                  </a:solidFill>
                  <a:latin typeface="Source Sans Pro" panose="020B0503030403020204" pitchFamily="34" charset="0"/>
                  <a:hlinkClick r:id="rId4">
                    <a:extLst>
                      <a:ext uri="{A12FA001-AC4F-418D-AE19-62706E023703}">
                        <ahyp:hlinkClr xmlns:ahyp="http://schemas.microsoft.com/office/drawing/2018/hyperlinkcolor" val="tx"/>
                      </a:ext>
                    </a:extLst>
                  </a:hlinkClick>
                </a:rPr>
                <a:t>/</a:t>
              </a:r>
              <a:endParaRPr lang="en-US" sz="1600" dirty="0">
                <a:solidFill>
                  <a:srgbClr val="009ADE"/>
                </a:solidFill>
                <a:latin typeface="Source Sans Pro" panose="020B0503030403020204" pitchFamily="34" charset="0"/>
              </a:endParaRP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Supervisions conjointes Antennes/AT: </a:t>
              </a:r>
            </a:p>
            <a:p>
              <a:pPr marL="285750" indent="-285750">
                <a:spcBef>
                  <a:spcPts val="1200"/>
                </a:spcBef>
                <a:spcAft>
                  <a:spcPts val="1200"/>
                </a:spcAft>
                <a:buClr>
                  <a:srgbClr val="009ADE"/>
                </a:buClr>
                <a:buFont typeface="Wingdings" panose="05000000000000000000" pitchFamily="2" charset="2"/>
                <a:buChar char="ü"/>
              </a:pPr>
              <a:r>
                <a:rPr lang="fr-FR" sz="1600" dirty="0" err="1">
                  <a:latin typeface="Source Sans Pro" panose="020B0503030403020204" pitchFamily="34" charset="0"/>
                  <a:sym typeface="Arial"/>
                </a:rPr>
                <a:t>Co-conception</a:t>
              </a:r>
              <a:r>
                <a:rPr lang="fr-FR" sz="1600" dirty="0">
                  <a:latin typeface="Source Sans Pro" panose="020B0503030403020204" pitchFamily="34" charset="0"/>
                  <a:sym typeface="Arial"/>
                </a:rPr>
                <a:t> de l’approche entre le PEV et l’OMS; </a:t>
              </a: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a:rPr>
                <a:t>Utilisation du Dashboard intégré pour identifier les zones de santé et aires de santé prioritaires pour les supervisions conjointes, </a:t>
              </a: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a:rPr>
                <a:t>Contrôle de qualité des données au niveau des ESS et monitorage rapide de convenance systématiquement organisé lors des supervisions conjointes des aires de santé. </a:t>
              </a:r>
              <a:endParaRPr lang="en-US" sz="1600" dirty="0">
                <a:latin typeface="Source Sans Pro" panose="020B0503030403020204" pitchFamily="34" charset="0"/>
              </a:endParaRPr>
            </a:p>
          </p:txBody>
        </p:sp>
      </p:grpSp>
      <p:grpSp>
        <p:nvGrpSpPr>
          <p:cNvPr id="5" name="Group 4">
            <a:extLst>
              <a:ext uri="{FF2B5EF4-FFF2-40B4-BE49-F238E27FC236}">
                <a16:creationId xmlns:a16="http://schemas.microsoft.com/office/drawing/2014/main" id="{CD8B3DAF-3058-0766-361F-D12190462DCA}"/>
              </a:ext>
            </a:extLst>
          </p:cNvPr>
          <p:cNvGrpSpPr/>
          <p:nvPr/>
        </p:nvGrpSpPr>
        <p:grpSpPr>
          <a:xfrm>
            <a:off x="7242047" y="1478072"/>
            <a:ext cx="4604915" cy="5204838"/>
            <a:chOff x="394987" y="1856911"/>
            <a:chExt cx="4287520" cy="4215898"/>
          </a:xfrm>
        </p:grpSpPr>
        <p:sp>
          <p:nvSpPr>
            <p:cNvPr id="6" name="Rectangle 5">
              <a:extLst>
                <a:ext uri="{FF2B5EF4-FFF2-40B4-BE49-F238E27FC236}">
                  <a16:creationId xmlns:a16="http://schemas.microsoft.com/office/drawing/2014/main" id="{1B788EBC-8B49-C0FD-7D00-EB2C4443802E}"/>
                </a:ext>
              </a:extLst>
            </p:cNvPr>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8FFF04B-CE63-7E1D-7C94-4BF4117BEA38}"/>
                </a:ext>
              </a:extLst>
            </p:cNvPr>
            <p:cNvSpPr/>
            <p:nvPr/>
          </p:nvSpPr>
          <p:spPr>
            <a:xfrm>
              <a:off x="561602" y="1984427"/>
              <a:ext cx="3995153" cy="1520716"/>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RCM BCU: u</a:t>
              </a:r>
              <a:r>
                <a:rPr lang="fr-FR" sz="1600" dirty="0">
                  <a:latin typeface="Source Sans Pro" panose="020B0503030403020204" pitchFamily="34" charset="0"/>
                  <a:sym typeface="Arial"/>
                </a:rPr>
                <a:t>tilisation des pairs  IT (en </a:t>
              </a:r>
              <a:r>
                <a:rPr lang="fr-FR" sz="1600" dirty="0" err="1">
                  <a:latin typeface="Source Sans Pro" panose="020B0503030403020204" pitchFamily="34" charset="0"/>
                  <a:sym typeface="Arial"/>
                </a:rPr>
                <a:t>crossing</a:t>
              </a:r>
              <a:r>
                <a:rPr lang="fr-FR" sz="1600" dirty="0">
                  <a:latin typeface="Source Sans Pro" panose="020B0503030403020204" pitchFamily="34" charset="0"/>
                  <a:sym typeface="Arial"/>
                </a:rPr>
                <a:t>) pour la collecte des données dans les ménages.</a:t>
              </a: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E-learning:</a:t>
              </a:r>
              <a:r>
                <a:rPr lang="fr-FR" sz="1600" dirty="0">
                  <a:latin typeface="Source Sans Pro" panose="020B0503030403020204" pitchFamily="34" charset="0"/>
                  <a:sym typeface="Arial"/>
                </a:rPr>
                <a:t> remboursement des frais internet des IT en lieu et place de l’organisation des sessions de regroupement, permettant de former plus de personnes avec le budget </a:t>
              </a:r>
              <a:r>
                <a:rPr lang="fr-FR" sz="1600" dirty="0">
                  <a:latin typeface="Source Sans Pro" panose="020B0503030403020204" pitchFamily="34" charset="0"/>
                </a:rPr>
                <a:t>disponible. </a:t>
              </a:r>
            </a:p>
          </p:txBody>
        </p:sp>
      </p:grpSp>
    </p:spTree>
    <p:extLst>
      <p:ext uri="{BB962C8B-B14F-4D97-AF65-F5344CB8AC3E}">
        <p14:creationId xmlns:p14="http://schemas.microsoft.com/office/powerpoint/2010/main" val="476017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B9A6E-90FE-C1D2-D121-BAB2E85676A3}"/>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078CBC79-674A-D2AB-1D1F-9D8FAF3CB468}"/>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0FBBA4E1-F06B-73EF-1218-90D9B94AF61F}"/>
              </a:ext>
            </a:extLst>
          </p:cNvPr>
          <p:cNvGrpSpPr/>
          <p:nvPr/>
        </p:nvGrpSpPr>
        <p:grpSpPr>
          <a:xfrm>
            <a:off x="409056" y="411029"/>
            <a:ext cx="11511542" cy="953484"/>
            <a:chOff x="290184" y="400187"/>
            <a:chExt cx="11346081" cy="953484"/>
          </a:xfrm>
        </p:grpSpPr>
        <p:grpSp>
          <p:nvGrpSpPr>
            <p:cNvPr id="22" name="Group 21">
              <a:extLst>
                <a:ext uri="{FF2B5EF4-FFF2-40B4-BE49-F238E27FC236}">
                  <a16:creationId xmlns:a16="http://schemas.microsoft.com/office/drawing/2014/main" id="{05AD183F-31ED-A23C-74E9-AB8300F92659}"/>
                </a:ext>
              </a:extLst>
            </p:cNvPr>
            <p:cNvGrpSpPr/>
            <p:nvPr/>
          </p:nvGrpSpPr>
          <p:grpSpPr>
            <a:xfrm>
              <a:off x="334395" y="400187"/>
              <a:ext cx="11301870" cy="848374"/>
              <a:chOff x="4248669" y="401638"/>
              <a:chExt cx="11301870" cy="848374"/>
            </a:xfrm>
          </p:grpSpPr>
          <p:sp>
            <p:nvSpPr>
              <p:cNvPr id="29" name="Rectangle 28">
                <a:extLst>
                  <a:ext uri="{FF2B5EF4-FFF2-40B4-BE49-F238E27FC236}">
                    <a16:creationId xmlns:a16="http://schemas.microsoft.com/office/drawing/2014/main" id="{4CA90070-0C52-CEF1-DD36-5A8C618553B0}"/>
                  </a:ext>
                </a:extLst>
              </p:cNvPr>
              <p:cNvSpPr/>
              <p:nvPr/>
            </p:nvSpPr>
            <p:spPr>
              <a:xfrm>
                <a:off x="5145881" y="556895"/>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p>
              <a:p>
                <a:r>
                  <a:rPr lang="fr-FR" sz="2000" b="1" dirty="0">
                    <a:solidFill>
                      <a:srgbClr val="009ADE"/>
                    </a:solidFill>
                    <a:latin typeface="Source Sans Pro" panose="020B0503030403020204" pitchFamily="34" charset="0"/>
                    <a:sym typeface="Times New Roman"/>
                  </a:rPr>
                  <a:t>VII. </a:t>
                </a:r>
                <a:r>
                  <a:rPr lang="fr-FR" sz="2000" b="1" dirty="0">
                    <a:solidFill>
                      <a:srgbClr val="009ADE"/>
                    </a:solidFill>
                    <a:latin typeface="Source Sans Pro" panose="020B0503030403020204" pitchFamily="34" charset="0"/>
                  </a:rPr>
                  <a:t>Priorités et engagements en 2026</a:t>
                </a:r>
              </a:p>
              <a:p>
                <a:endParaRPr lang="fr-FR" sz="2000" b="1" dirty="0">
                  <a:solidFill>
                    <a:srgbClr val="009ADE"/>
                  </a:solidFill>
                  <a:latin typeface="Source Sans Pro" panose="020B0503030403020204" pitchFamily="34" charset="0"/>
                </a:endParaRPr>
              </a:p>
              <a:p>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a:rPr>
                  <a:t> </a:t>
                </a:r>
                <a:endParaRPr lang="en-US" sz="2000" b="1" dirty="0">
                  <a:solidFill>
                    <a:srgbClr val="009ADE"/>
                  </a:solidFill>
                  <a:latin typeface="Source Sans Pro" panose="020B0503030403020204" pitchFamily="34" charset="0"/>
                </a:endParaRPr>
              </a:p>
            </p:txBody>
          </p:sp>
          <p:sp>
            <p:nvSpPr>
              <p:cNvPr id="30" name="Flowchart: Off-page Connector 29">
                <a:extLst>
                  <a:ext uri="{FF2B5EF4-FFF2-40B4-BE49-F238E27FC236}">
                    <a16:creationId xmlns:a16="http://schemas.microsoft.com/office/drawing/2014/main" id="{2C84ECC4-9495-37F8-BC13-3A9F26A29771}"/>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31" name="Right Triangle 30">
                <a:extLst>
                  <a:ext uri="{FF2B5EF4-FFF2-40B4-BE49-F238E27FC236}">
                    <a16:creationId xmlns:a16="http://schemas.microsoft.com/office/drawing/2014/main" id="{92C73596-B705-F889-C869-B6D265E3870B}"/>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a:extLst>
                <a:ext uri="{FF2B5EF4-FFF2-40B4-BE49-F238E27FC236}">
                  <a16:creationId xmlns:a16="http://schemas.microsoft.com/office/drawing/2014/main" id="{EC890095-D754-8F84-9664-17EC0BC0D261}"/>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a:extLst>
              <a:ext uri="{FF2B5EF4-FFF2-40B4-BE49-F238E27FC236}">
                <a16:creationId xmlns:a16="http://schemas.microsoft.com/office/drawing/2014/main" id="{48EDE3F3-45D5-928D-76EF-0F6411CBF2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819" y="540464"/>
            <a:ext cx="692109" cy="692109"/>
          </a:xfrm>
          <a:prstGeom prst="rect">
            <a:avLst/>
          </a:prstGeom>
        </p:spPr>
      </p:pic>
      <p:grpSp>
        <p:nvGrpSpPr>
          <p:cNvPr id="2" name="Group 1">
            <a:extLst>
              <a:ext uri="{FF2B5EF4-FFF2-40B4-BE49-F238E27FC236}">
                <a16:creationId xmlns:a16="http://schemas.microsoft.com/office/drawing/2014/main" id="{39B423C6-8D30-CB14-03B4-8E335BEDB8DD}"/>
              </a:ext>
            </a:extLst>
          </p:cNvPr>
          <p:cNvGrpSpPr/>
          <p:nvPr/>
        </p:nvGrpSpPr>
        <p:grpSpPr>
          <a:xfrm>
            <a:off x="394987" y="1500027"/>
            <a:ext cx="11373341" cy="5179072"/>
            <a:chOff x="394987" y="1856911"/>
            <a:chExt cx="4287520" cy="4215898"/>
          </a:xfrm>
        </p:grpSpPr>
        <p:sp>
          <p:nvSpPr>
            <p:cNvPr id="3" name="Rectangle 2">
              <a:extLst>
                <a:ext uri="{FF2B5EF4-FFF2-40B4-BE49-F238E27FC236}">
                  <a16:creationId xmlns:a16="http://schemas.microsoft.com/office/drawing/2014/main" id="{607B4ACC-65AE-5D6B-1862-C799F8C309DB}"/>
                </a:ext>
              </a:extLst>
            </p:cNvPr>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FEED158-39E9-CA73-3216-4A8C6B9B90F3}"/>
                </a:ext>
              </a:extLst>
            </p:cNvPr>
            <p:cNvSpPr/>
            <p:nvPr/>
          </p:nvSpPr>
          <p:spPr>
            <a:xfrm>
              <a:off x="433376" y="1981770"/>
              <a:ext cx="3945393" cy="3833232"/>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Poursuite d’appui aux supervisions conjointes MCA/MCZ/AT OMS et documentation de l’impact sur la qualité des données, le rattrapage des enfants et la couverture vaccinale</a:t>
              </a:r>
              <a:r>
                <a:rPr lang="fr-FR" sz="1600" dirty="0">
                  <a:latin typeface="Source Sans Pro" panose="020B0503030403020204" pitchFamily="34" charset="0"/>
                  <a:sym typeface="Arial"/>
                </a:rPr>
                <a:t>.</a:t>
              </a: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Poursuite de l’appui à l’amélioration de la qualité des données</a:t>
              </a: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a:rPr>
                <a:t>Réalisation effective des LQAS et RDQA.</a:t>
              </a: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a:rPr>
                <a:t>Systématisation de l’appui aux ateliers de validation des données aux différents niveaux de la pyramide sanitaire.</a:t>
              </a: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a:rPr>
                <a:t>Ajustement des cibles 2026 et appui aux ESNIC 2025.</a:t>
              </a: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a:rPr>
                <a:t>Appui à l’appropriation et vulgarisation du Dashboard intégrée du PEV.</a:t>
              </a:r>
            </a:p>
            <a:p>
              <a:pPr marL="285750" indent="-285750">
                <a:spcBef>
                  <a:spcPts val="1200"/>
                </a:spcBef>
                <a:spcAft>
                  <a:spcPts val="1200"/>
                </a:spcAft>
                <a:buClr>
                  <a:srgbClr val="009ADE"/>
                </a:buClr>
                <a:buFont typeface="Wingdings" panose="05000000000000000000" pitchFamily="2" charset="2"/>
                <a:buChar char="ü"/>
              </a:pPr>
              <a:r>
                <a:rPr lang="fr-FR" sz="1600" dirty="0">
                  <a:latin typeface="Source Sans Pro" panose="020B0503030403020204" pitchFamily="34" charset="0"/>
                  <a:sym typeface="Arial"/>
                </a:rPr>
                <a:t>Poursuite de l’appui à la préparation et diffusion du bulletin mensuel du PEV.</a:t>
              </a: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Appui à l’évaluation post-introduction dans les bloc 1 et 2, et à la mobilisation des ressources pour les 78 zones de santé à faible transmission.</a:t>
              </a:r>
              <a:endParaRPr lang="en-US" sz="1600" dirty="0">
                <a:latin typeface="Source Sans Pro" panose="020B0503030403020204" pitchFamily="34" charset="0"/>
              </a:endParaRPr>
            </a:p>
          </p:txBody>
        </p:sp>
      </p:grpSp>
    </p:spTree>
    <p:extLst>
      <p:ext uri="{BB962C8B-B14F-4D97-AF65-F5344CB8AC3E}">
        <p14:creationId xmlns:p14="http://schemas.microsoft.com/office/powerpoint/2010/main" val="1360009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61B83-EBD2-F716-9879-8F4AF1B23337}"/>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E2646BCE-3B6E-58EF-5A05-E73B1774F8C7}"/>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5E6E4B1B-B9FA-27E6-4178-A36CAE4FA651}"/>
              </a:ext>
            </a:extLst>
          </p:cNvPr>
          <p:cNvGrpSpPr/>
          <p:nvPr/>
        </p:nvGrpSpPr>
        <p:grpSpPr>
          <a:xfrm>
            <a:off x="409056" y="411029"/>
            <a:ext cx="11511542" cy="953484"/>
            <a:chOff x="290184" y="400187"/>
            <a:chExt cx="11346081" cy="953484"/>
          </a:xfrm>
        </p:grpSpPr>
        <p:grpSp>
          <p:nvGrpSpPr>
            <p:cNvPr id="22" name="Group 21">
              <a:extLst>
                <a:ext uri="{FF2B5EF4-FFF2-40B4-BE49-F238E27FC236}">
                  <a16:creationId xmlns:a16="http://schemas.microsoft.com/office/drawing/2014/main" id="{635A6687-299B-FB04-6DFB-D1AE3089D3A0}"/>
                </a:ext>
              </a:extLst>
            </p:cNvPr>
            <p:cNvGrpSpPr/>
            <p:nvPr/>
          </p:nvGrpSpPr>
          <p:grpSpPr>
            <a:xfrm>
              <a:off x="334395" y="400187"/>
              <a:ext cx="11301870" cy="848374"/>
              <a:chOff x="4248669" y="401638"/>
              <a:chExt cx="11301870" cy="848374"/>
            </a:xfrm>
          </p:grpSpPr>
          <p:sp>
            <p:nvSpPr>
              <p:cNvPr id="29" name="Rectangle 28">
                <a:extLst>
                  <a:ext uri="{FF2B5EF4-FFF2-40B4-BE49-F238E27FC236}">
                    <a16:creationId xmlns:a16="http://schemas.microsoft.com/office/drawing/2014/main" id="{98B25124-E327-4A5B-B1E4-B56AEDAF37EE}"/>
                  </a:ext>
                </a:extLst>
              </p:cNvPr>
              <p:cNvSpPr/>
              <p:nvPr/>
            </p:nvSpPr>
            <p:spPr>
              <a:xfrm>
                <a:off x="5145881" y="556895"/>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p>
              <a:p>
                <a:r>
                  <a:rPr lang="fr-FR" sz="2000" b="1" dirty="0">
                    <a:solidFill>
                      <a:srgbClr val="009ADE"/>
                    </a:solidFill>
                    <a:latin typeface="Source Sans Pro" panose="020B0503030403020204" pitchFamily="34" charset="0"/>
                    <a:sym typeface="Times New Roman"/>
                  </a:rPr>
                  <a:t>VII. </a:t>
                </a:r>
                <a:r>
                  <a:rPr lang="fr-FR" sz="2000" b="1" dirty="0">
                    <a:solidFill>
                      <a:srgbClr val="009ADE"/>
                    </a:solidFill>
                    <a:latin typeface="Source Sans Pro" panose="020B0503030403020204" pitchFamily="34" charset="0"/>
                  </a:rPr>
                  <a:t>Priorités et engagements en 2026</a:t>
                </a:r>
              </a:p>
              <a:p>
                <a:endParaRPr lang="fr-FR" sz="2000" b="1" dirty="0">
                  <a:solidFill>
                    <a:srgbClr val="009ADE"/>
                  </a:solidFill>
                  <a:latin typeface="Source Sans Pro" panose="020B0503030403020204" pitchFamily="34" charset="0"/>
                </a:endParaRPr>
              </a:p>
              <a:p>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a:rPr>
                  <a:t> </a:t>
                </a:r>
                <a:endParaRPr lang="en-US" sz="2000" b="1" dirty="0">
                  <a:solidFill>
                    <a:srgbClr val="009ADE"/>
                  </a:solidFill>
                  <a:latin typeface="Source Sans Pro" panose="020B0503030403020204" pitchFamily="34" charset="0"/>
                </a:endParaRPr>
              </a:p>
            </p:txBody>
          </p:sp>
          <p:sp>
            <p:nvSpPr>
              <p:cNvPr id="30" name="Flowchart: Off-page Connector 29">
                <a:extLst>
                  <a:ext uri="{FF2B5EF4-FFF2-40B4-BE49-F238E27FC236}">
                    <a16:creationId xmlns:a16="http://schemas.microsoft.com/office/drawing/2014/main" id="{4DDA42A0-1D7F-2161-FAAE-FD427752E5FB}"/>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31" name="Right Triangle 30">
                <a:extLst>
                  <a:ext uri="{FF2B5EF4-FFF2-40B4-BE49-F238E27FC236}">
                    <a16:creationId xmlns:a16="http://schemas.microsoft.com/office/drawing/2014/main" id="{F885C06B-D0B8-96A7-DB49-C04866FBBE1D}"/>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a:extLst>
                <a:ext uri="{FF2B5EF4-FFF2-40B4-BE49-F238E27FC236}">
                  <a16:creationId xmlns:a16="http://schemas.microsoft.com/office/drawing/2014/main" id="{BB635B42-FD23-51E0-7459-843A8A07E82F}"/>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a:extLst>
              <a:ext uri="{FF2B5EF4-FFF2-40B4-BE49-F238E27FC236}">
                <a16:creationId xmlns:a16="http://schemas.microsoft.com/office/drawing/2014/main" id="{471FAACD-3397-3483-F9F9-F10E9BAF566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819" y="540464"/>
            <a:ext cx="692109" cy="692109"/>
          </a:xfrm>
          <a:prstGeom prst="rect">
            <a:avLst/>
          </a:prstGeom>
        </p:spPr>
      </p:pic>
      <p:grpSp>
        <p:nvGrpSpPr>
          <p:cNvPr id="2" name="Group 1">
            <a:extLst>
              <a:ext uri="{FF2B5EF4-FFF2-40B4-BE49-F238E27FC236}">
                <a16:creationId xmlns:a16="http://schemas.microsoft.com/office/drawing/2014/main" id="{E9B6DC74-2950-93FA-8376-F0888960209F}"/>
              </a:ext>
            </a:extLst>
          </p:cNvPr>
          <p:cNvGrpSpPr/>
          <p:nvPr/>
        </p:nvGrpSpPr>
        <p:grpSpPr>
          <a:xfrm>
            <a:off x="394987" y="1500027"/>
            <a:ext cx="11373341" cy="5179072"/>
            <a:chOff x="394987" y="1856911"/>
            <a:chExt cx="4287520" cy="4215898"/>
          </a:xfrm>
        </p:grpSpPr>
        <p:sp>
          <p:nvSpPr>
            <p:cNvPr id="3" name="Rectangle 2">
              <a:extLst>
                <a:ext uri="{FF2B5EF4-FFF2-40B4-BE49-F238E27FC236}">
                  <a16:creationId xmlns:a16="http://schemas.microsoft.com/office/drawing/2014/main" id="{3D51EF52-7E77-F34B-4B6D-4FAB0FB6BF5B}"/>
                </a:ext>
              </a:extLst>
            </p:cNvPr>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951C846-1133-C96C-DC11-6BD499A509E4}"/>
                </a:ext>
              </a:extLst>
            </p:cNvPr>
            <p:cNvSpPr/>
            <p:nvPr/>
          </p:nvSpPr>
          <p:spPr>
            <a:xfrm>
              <a:off x="433376" y="1981770"/>
              <a:ext cx="4197424" cy="4033663"/>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Appui à la campagne de vaccination  préventive contre la fièvre jaune dans le bloc 7: suivi de la préparation, supervisions, acquisition et distribution des kits MAPI, monitorage indépendant et ECV post-campagne.</a:t>
              </a: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Appui à la campagne de vaccination  rattrapage/Introduction RR dans les blocs 2 et 3: suivi de la préparation, supervisions, gestion des données, acquisition et distribution des kits MAPI, monitorage indépendant et ECV post-campagne.</a:t>
              </a: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Appui à l’introduction du HPV en complémentarité avec le projet Cancer du col/HPV financé par la Banque mondiale.</a:t>
              </a: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Appui à renforcement de la prise en compte de la dimension genre dans le PEV.</a:t>
              </a: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Appui au suivi de la mise en œuvre de l’ECV 2025.</a:t>
              </a: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Appui aux opérations de clôture de l’Initiative BCU.</a:t>
              </a: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Poursuite de l’appui au financement des sessions du GTCV et du Comité National Indépendants des Experts MAPI.</a:t>
              </a: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Poursuite de l’appui au fonctionnement des sites sentinelles Rota et Méningites.</a:t>
              </a:r>
            </a:p>
          </p:txBody>
        </p:sp>
      </p:grpSp>
    </p:spTree>
    <p:extLst>
      <p:ext uri="{BB962C8B-B14F-4D97-AF65-F5344CB8AC3E}">
        <p14:creationId xmlns:p14="http://schemas.microsoft.com/office/powerpoint/2010/main" val="3451067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A26F5-2FBA-8DE5-8351-21FDBBB7547F}"/>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0EBC6D14-AE4B-0ABC-86FA-1688CE2C55DC}"/>
              </a:ext>
            </a:extLst>
          </p:cNvPr>
          <p:cNvCxnSpPr>
            <a:cxnSpLocks/>
          </p:cNvCxnSpPr>
          <p:nvPr/>
        </p:nvCxnSpPr>
        <p:spPr>
          <a:xfrm>
            <a:off x="417499" y="277196"/>
            <a:ext cx="11431373" cy="0"/>
          </a:xfrm>
          <a:prstGeom prst="line">
            <a:avLst/>
          </a:prstGeom>
          <a:ln w="28575">
            <a:solidFill>
              <a:srgbClr val="009ADE"/>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AD81089E-43AB-8F1E-A638-05A87D27B42C}"/>
              </a:ext>
            </a:extLst>
          </p:cNvPr>
          <p:cNvGrpSpPr/>
          <p:nvPr/>
        </p:nvGrpSpPr>
        <p:grpSpPr>
          <a:xfrm>
            <a:off x="409056" y="411029"/>
            <a:ext cx="11511542" cy="953484"/>
            <a:chOff x="290184" y="400187"/>
            <a:chExt cx="11346081" cy="953484"/>
          </a:xfrm>
        </p:grpSpPr>
        <p:grpSp>
          <p:nvGrpSpPr>
            <p:cNvPr id="22" name="Group 21">
              <a:extLst>
                <a:ext uri="{FF2B5EF4-FFF2-40B4-BE49-F238E27FC236}">
                  <a16:creationId xmlns:a16="http://schemas.microsoft.com/office/drawing/2014/main" id="{09185907-1CCB-D215-6AC2-90394C3624D4}"/>
                </a:ext>
              </a:extLst>
            </p:cNvPr>
            <p:cNvGrpSpPr/>
            <p:nvPr/>
          </p:nvGrpSpPr>
          <p:grpSpPr>
            <a:xfrm>
              <a:off x="334395" y="400187"/>
              <a:ext cx="11301870" cy="848374"/>
              <a:chOff x="4248669" y="401638"/>
              <a:chExt cx="11301870" cy="848374"/>
            </a:xfrm>
          </p:grpSpPr>
          <p:sp>
            <p:nvSpPr>
              <p:cNvPr id="29" name="Rectangle 28">
                <a:extLst>
                  <a:ext uri="{FF2B5EF4-FFF2-40B4-BE49-F238E27FC236}">
                    <a16:creationId xmlns:a16="http://schemas.microsoft.com/office/drawing/2014/main" id="{A1F7D097-18BA-2132-8C0F-60A3FB4A8D69}"/>
                  </a:ext>
                </a:extLst>
              </p:cNvPr>
              <p:cNvSpPr/>
              <p:nvPr/>
            </p:nvSpPr>
            <p:spPr>
              <a:xfrm>
                <a:off x="5145881" y="556895"/>
                <a:ext cx="10404658" cy="693117"/>
              </a:xfrm>
              <a:prstGeom prst="rect">
                <a:avLst/>
              </a:prstGeom>
              <a:solidFill>
                <a:srgbClr val="E9F1F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tIns="0" rIns="0" bIns="0" rtlCol="0" anchor="ctr"/>
              <a:lstStyle/>
              <a:p>
                <a:endParaRPr lang="fr-FR" sz="2000" b="1" dirty="0">
                  <a:solidFill>
                    <a:srgbClr val="009ADE"/>
                  </a:solidFill>
                  <a:latin typeface="Source Sans Pro" panose="020B0503030403020204" pitchFamily="34" charset="0"/>
                  <a:sym typeface="Times New Roman"/>
                </a:endParaRPr>
              </a:p>
              <a:p>
                <a:r>
                  <a:rPr lang="fr-FR" sz="2000" b="1" dirty="0">
                    <a:solidFill>
                      <a:srgbClr val="009ADE"/>
                    </a:solidFill>
                    <a:latin typeface="Source Sans Pro" panose="020B0503030403020204" pitchFamily="34" charset="0"/>
                  </a:rPr>
                  <a:t> </a:t>
                </a:r>
              </a:p>
              <a:p>
                <a:r>
                  <a:rPr lang="fr-FR" sz="2000" b="1" dirty="0">
                    <a:solidFill>
                      <a:srgbClr val="009ADE"/>
                    </a:solidFill>
                    <a:latin typeface="Source Sans Pro" panose="020B0503030403020204" pitchFamily="34" charset="0"/>
                    <a:sym typeface="Times New Roman"/>
                  </a:rPr>
                  <a:t>VIII. </a:t>
                </a:r>
                <a:r>
                  <a:rPr lang="fr-FR" sz="2000" b="1" dirty="0">
                    <a:solidFill>
                      <a:srgbClr val="009ADE"/>
                    </a:solidFill>
                    <a:latin typeface="Source Sans Pro" panose="020B0503030403020204" pitchFamily="34" charset="0"/>
                  </a:rPr>
                  <a:t>Besoins de collaboration et plaidoyer</a:t>
                </a:r>
              </a:p>
              <a:p>
                <a:endParaRPr lang="en-US" sz="2000" b="1" dirty="0">
                  <a:solidFill>
                    <a:srgbClr val="009ADE"/>
                  </a:solidFill>
                  <a:latin typeface="Source Sans Pro" panose="020B0503030403020204" pitchFamily="34" charset="0"/>
                </a:endParaRPr>
              </a:p>
              <a:p>
                <a:r>
                  <a:rPr lang="fr-FR" sz="2000" b="1" dirty="0">
                    <a:solidFill>
                      <a:srgbClr val="009ADE"/>
                    </a:solidFill>
                    <a:latin typeface="Source Sans Pro" panose="020B0503030403020204" pitchFamily="34" charset="0"/>
                    <a:sym typeface="Times New Roman"/>
                  </a:rPr>
                  <a:t> </a:t>
                </a:r>
                <a:endParaRPr lang="en-US" sz="2000" b="1" dirty="0">
                  <a:solidFill>
                    <a:srgbClr val="009ADE"/>
                  </a:solidFill>
                  <a:latin typeface="Source Sans Pro" panose="020B0503030403020204" pitchFamily="34" charset="0"/>
                </a:endParaRPr>
              </a:p>
            </p:txBody>
          </p:sp>
          <p:sp>
            <p:nvSpPr>
              <p:cNvPr id="30" name="Flowchart: Off-page Connector 29">
                <a:extLst>
                  <a:ext uri="{FF2B5EF4-FFF2-40B4-BE49-F238E27FC236}">
                    <a16:creationId xmlns:a16="http://schemas.microsoft.com/office/drawing/2014/main" id="{9855EFF8-3CCB-411E-A543-F23D61868BEC}"/>
                  </a:ext>
                </a:extLst>
              </p:cNvPr>
              <p:cNvSpPr/>
              <p:nvPr/>
            </p:nvSpPr>
            <p:spPr>
              <a:xfrm>
                <a:off x="4248669" y="401638"/>
                <a:ext cx="800100" cy="800100"/>
              </a:xfrm>
              <a:prstGeom prst="flowChartOffpageConnector">
                <a:avLst/>
              </a:prstGeom>
              <a:solidFill>
                <a:srgbClr val="F2F2F2"/>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mj-lt"/>
                </a:endParaRPr>
              </a:p>
            </p:txBody>
          </p:sp>
          <p:sp>
            <p:nvSpPr>
              <p:cNvPr id="31" name="Right Triangle 30">
                <a:extLst>
                  <a:ext uri="{FF2B5EF4-FFF2-40B4-BE49-F238E27FC236}">
                    <a16:creationId xmlns:a16="http://schemas.microsoft.com/office/drawing/2014/main" id="{B6FF919C-00D0-9BA1-03FE-0F3CEC0BAF31}"/>
                  </a:ext>
                </a:extLst>
              </p:cNvPr>
              <p:cNvSpPr/>
              <p:nvPr/>
            </p:nvSpPr>
            <p:spPr>
              <a:xfrm>
                <a:off x="5048769" y="401638"/>
                <a:ext cx="97112" cy="152400"/>
              </a:xfrm>
              <a:prstGeom prst="r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a:extLst>
                <a:ext uri="{FF2B5EF4-FFF2-40B4-BE49-F238E27FC236}">
                  <a16:creationId xmlns:a16="http://schemas.microsoft.com/office/drawing/2014/main" id="{6E357BB7-5F61-FCDA-F369-73E219D5566B}"/>
                </a:ext>
              </a:extLst>
            </p:cNvPr>
            <p:cNvSpPr/>
            <p:nvPr/>
          </p:nvSpPr>
          <p:spPr>
            <a:xfrm>
              <a:off x="290184" y="403412"/>
              <a:ext cx="842682" cy="950259"/>
            </a:xfrm>
            <a:prstGeom prst="rect">
              <a:avLst/>
            </a:prstGeom>
            <a:solidFill>
              <a:srgbClr val="E9F1FA"/>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c 31">
            <a:extLst>
              <a:ext uri="{FF2B5EF4-FFF2-40B4-BE49-F238E27FC236}">
                <a16:creationId xmlns:a16="http://schemas.microsoft.com/office/drawing/2014/main" id="{608C0D47-92BF-6331-498A-1AF24CC7790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6819" y="540464"/>
            <a:ext cx="692109" cy="692109"/>
          </a:xfrm>
          <a:prstGeom prst="rect">
            <a:avLst/>
          </a:prstGeom>
        </p:spPr>
      </p:pic>
      <p:grpSp>
        <p:nvGrpSpPr>
          <p:cNvPr id="2" name="Group 1">
            <a:extLst>
              <a:ext uri="{FF2B5EF4-FFF2-40B4-BE49-F238E27FC236}">
                <a16:creationId xmlns:a16="http://schemas.microsoft.com/office/drawing/2014/main" id="{FCA5F462-3245-9240-6757-09BBDDE89273}"/>
              </a:ext>
            </a:extLst>
          </p:cNvPr>
          <p:cNvGrpSpPr/>
          <p:nvPr/>
        </p:nvGrpSpPr>
        <p:grpSpPr>
          <a:xfrm>
            <a:off x="394987" y="1500027"/>
            <a:ext cx="11373341" cy="5179072"/>
            <a:chOff x="394987" y="1856911"/>
            <a:chExt cx="4287520" cy="4215898"/>
          </a:xfrm>
        </p:grpSpPr>
        <p:sp>
          <p:nvSpPr>
            <p:cNvPr id="3" name="Rectangle 2">
              <a:extLst>
                <a:ext uri="{FF2B5EF4-FFF2-40B4-BE49-F238E27FC236}">
                  <a16:creationId xmlns:a16="http://schemas.microsoft.com/office/drawing/2014/main" id="{5AE22632-5357-9702-F45F-68F1BD10E109}"/>
                </a:ext>
              </a:extLst>
            </p:cNvPr>
            <p:cNvSpPr/>
            <p:nvPr/>
          </p:nvSpPr>
          <p:spPr>
            <a:xfrm>
              <a:off x="394987" y="1856911"/>
              <a:ext cx="4287520" cy="4215898"/>
            </a:xfrm>
            <a:prstGeom prst="rect">
              <a:avLst/>
            </a:prstGeom>
            <a:solidFill>
              <a:srgbClr val="D3EE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C482D7E-F9A1-AEBA-CEDF-741A3E1E0613}"/>
                </a:ext>
              </a:extLst>
            </p:cNvPr>
            <p:cNvSpPr/>
            <p:nvPr/>
          </p:nvSpPr>
          <p:spPr>
            <a:xfrm>
              <a:off x="433376" y="1981770"/>
              <a:ext cx="4197424" cy="2229788"/>
            </a:xfrm>
            <a:prstGeom prst="rect">
              <a:avLst/>
            </a:prstGeom>
          </p:spPr>
          <p:txBody>
            <a:bodyPr wrap="square">
              <a:spAutoFit/>
            </a:bodyPr>
            <a:lstStyle/>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Plaidoyer pour la mobilisation des ressources pour le financement de l’introduction du VAP dans les 78 zones de santé à faible transmission.</a:t>
              </a: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 Plaidoyer pour la systématisation de l’utilisation des cibles ajustées pour le suivi des performances du PEV aux différents niveaux.</a:t>
              </a:r>
            </a:p>
            <a:p>
              <a:pPr marL="285750" indent="-285750">
                <a:spcBef>
                  <a:spcPts val="1200"/>
                </a:spcBef>
                <a:spcAft>
                  <a:spcPts val="1200"/>
                </a:spcAft>
                <a:buClr>
                  <a:srgbClr val="009ADE"/>
                </a:buClr>
                <a:buFont typeface="Source Sans Pro" panose="020B0503030403020204" pitchFamily="34" charset="0"/>
                <a:buChar char="◉"/>
              </a:pPr>
              <a:r>
                <a:rPr lang="fr-FR" sz="1600" b="1" dirty="0">
                  <a:latin typeface="Source Sans Pro" panose="020B0503030403020204" pitchFamily="34" charset="0"/>
                  <a:sym typeface="Arial"/>
                </a:rPr>
                <a:t> Plaidoyer pour le développement d’une stratégie de l’appui à la continuité des services de vaccination dans les zones non accessibles du fait des problèmes de sécurité. </a:t>
              </a:r>
            </a:p>
            <a:p>
              <a:pPr marL="285750" indent="-285750">
                <a:spcBef>
                  <a:spcPts val="1200"/>
                </a:spcBef>
                <a:spcAft>
                  <a:spcPts val="1200"/>
                </a:spcAft>
                <a:buClr>
                  <a:srgbClr val="009ADE"/>
                </a:buClr>
                <a:buFont typeface="Source Sans Pro" panose="020B0503030403020204" pitchFamily="34" charset="0"/>
                <a:buChar char="◉"/>
              </a:pPr>
              <a:endParaRPr lang="fr-FR" sz="1600" b="1" dirty="0">
                <a:latin typeface="Source Sans Pro" panose="020B0503030403020204" pitchFamily="34" charset="0"/>
                <a:sym typeface="Arial"/>
              </a:endParaRPr>
            </a:p>
          </p:txBody>
        </p:sp>
      </p:grpSp>
    </p:spTree>
    <p:extLst>
      <p:ext uri="{BB962C8B-B14F-4D97-AF65-F5344CB8AC3E}">
        <p14:creationId xmlns:p14="http://schemas.microsoft.com/office/powerpoint/2010/main" val="1608378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octor giving a baby a vaccination&#10;&#10;AI-generated content may be incorrect.">
            <a:extLst>
              <a:ext uri="{FF2B5EF4-FFF2-40B4-BE49-F238E27FC236}">
                <a16:creationId xmlns:a16="http://schemas.microsoft.com/office/drawing/2014/main" id="{8A840461-A34A-8A08-4B72-7D8D4FB8EF5F}"/>
              </a:ext>
            </a:extLst>
          </p:cNvPr>
          <p:cNvPicPr>
            <a:picLocks noChangeAspect="1"/>
          </p:cNvPicPr>
          <p:nvPr/>
        </p:nvPicPr>
        <p:blipFill>
          <a:blip r:embed="rId2">
            <a:extLst>
              <a:ext uri="{28A0092B-C50C-407E-A947-70E740481C1C}">
                <a14:useLocalDpi xmlns:a14="http://schemas.microsoft.com/office/drawing/2010/main" val="0"/>
              </a:ext>
            </a:extLst>
          </a:blip>
          <a:srcRect t="7814" b="7812"/>
          <a:stretch/>
        </p:blipFill>
        <p:spPr>
          <a:xfrm>
            <a:off x="0" y="1"/>
            <a:ext cx="12192000" cy="6858000"/>
          </a:xfrm>
          <a:prstGeom prst="rect">
            <a:avLst/>
          </a:prstGeom>
        </p:spPr>
      </p:pic>
      <p:sp>
        <p:nvSpPr>
          <p:cNvPr id="6" name="Rectangle 5">
            <a:extLst>
              <a:ext uri="{FF2B5EF4-FFF2-40B4-BE49-F238E27FC236}">
                <a16:creationId xmlns:a16="http://schemas.microsoft.com/office/drawing/2014/main" id="{8C03CAC6-181D-4FC1-E81E-5BA68C8DED7C}"/>
              </a:ext>
            </a:extLst>
          </p:cNvPr>
          <p:cNvSpPr/>
          <p:nvPr/>
        </p:nvSpPr>
        <p:spPr>
          <a:xfrm>
            <a:off x="0" y="0"/>
            <a:ext cx="12192000" cy="6858000"/>
          </a:xfrm>
          <a:prstGeom prst="rect">
            <a:avLst/>
          </a:prstGeom>
          <a:solidFill>
            <a:srgbClr val="009ADE">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5">
            <a:extLst>
              <a:ext uri="{FF2B5EF4-FFF2-40B4-BE49-F238E27FC236}">
                <a16:creationId xmlns:a16="http://schemas.microsoft.com/office/drawing/2014/main" id="{08BB3939-2B41-DA00-394D-5D853462ACAF}"/>
              </a:ext>
            </a:extLst>
          </p:cNvPr>
          <p:cNvSpPr/>
          <p:nvPr/>
        </p:nvSpPr>
        <p:spPr>
          <a:xfrm>
            <a:off x="1063172" y="-13547"/>
            <a:ext cx="10065658" cy="6895610"/>
          </a:xfrm>
          <a:custGeom>
            <a:avLst/>
            <a:gdLst>
              <a:gd name="connsiteX0" fmla="*/ 0 w 10065658"/>
              <a:gd name="connsiteY0" fmla="*/ 5032829 h 10065658"/>
              <a:gd name="connsiteX1" fmla="*/ 5032829 w 10065658"/>
              <a:gd name="connsiteY1" fmla="*/ 0 h 10065658"/>
              <a:gd name="connsiteX2" fmla="*/ 10065658 w 10065658"/>
              <a:gd name="connsiteY2" fmla="*/ 5032829 h 10065658"/>
              <a:gd name="connsiteX3" fmla="*/ 5032829 w 10065658"/>
              <a:gd name="connsiteY3" fmla="*/ 10065658 h 10065658"/>
              <a:gd name="connsiteX4" fmla="*/ 0 w 10065658"/>
              <a:gd name="connsiteY4" fmla="*/ 5032829 h 10065658"/>
              <a:gd name="connsiteX0" fmla="*/ 0 w 10065658"/>
              <a:gd name="connsiteY0" fmla="*/ 5032829 h 10065658"/>
              <a:gd name="connsiteX1" fmla="*/ 5032829 w 10065658"/>
              <a:gd name="connsiteY1" fmla="*/ 0 h 10065658"/>
              <a:gd name="connsiteX2" fmla="*/ 6638108 w 10065658"/>
              <a:gd name="connsiteY2" fmla="*/ 1597055 h 10065658"/>
              <a:gd name="connsiteX3" fmla="*/ 10065658 w 10065658"/>
              <a:gd name="connsiteY3" fmla="*/ 5032829 h 10065658"/>
              <a:gd name="connsiteX4" fmla="*/ 5032829 w 10065658"/>
              <a:gd name="connsiteY4" fmla="*/ 10065658 h 10065658"/>
              <a:gd name="connsiteX5" fmla="*/ 0 w 10065658"/>
              <a:gd name="connsiteY5" fmla="*/ 5032829 h 10065658"/>
              <a:gd name="connsiteX0" fmla="*/ 0 w 10065658"/>
              <a:gd name="connsiteY0" fmla="*/ 5032829 h 10065658"/>
              <a:gd name="connsiteX1" fmla="*/ 3447868 w 10065658"/>
              <a:gd name="connsiteY1" fmla="*/ 1590281 h 10065658"/>
              <a:gd name="connsiteX2" fmla="*/ 5032829 w 10065658"/>
              <a:gd name="connsiteY2" fmla="*/ 0 h 10065658"/>
              <a:gd name="connsiteX3" fmla="*/ 6638108 w 10065658"/>
              <a:gd name="connsiteY3" fmla="*/ 1597055 h 10065658"/>
              <a:gd name="connsiteX4" fmla="*/ 10065658 w 10065658"/>
              <a:gd name="connsiteY4" fmla="*/ 5032829 h 10065658"/>
              <a:gd name="connsiteX5" fmla="*/ 5032829 w 10065658"/>
              <a:gd name="connsiteY5" fmla="*/ 10065658 h 10065658"/>
              <a:gd name="connsiteX6" fmla="*/ 0 w 10065658"/>
              <a:gd name="connsiteY6" fmla="*/ 5032829 h 10065658"/>
              <a:gd name="connsiteX0" fmla="*/ 0 w 10065658"/>
              <a:gd name="connsiteY0" fmla="*/ 3442548 h 8475377"/>
              <a:gd name="connsiteX1" fmla="*/ 3447868 w 10065658"/>
              <a:gd name="connsiteY1" fmla="*/ 0 h 8475377"/>
              <a:gd name="connsiteX2" fmla="*/ 6638108 w 10065658"/>
              <a:gd name="connsiteY2" fmla="*/ 6774 h 8475377"/>
              <a:gd name="connsiteX3" fmla="*/ 10065658 w 10065658"/>
              <a:gd name="connsiteY3" fmla="*/ 3442548 h 8475377"/>
              <a:gd name="connsiteX4" fmla="*/ 5032829 w 10065658"/>
              <a:gd name="connsiteY4" fmla="*/ 8475377 h 8475377"/>
              <a:gd name="connsiteX5" fmla="*/ 0 w 10065658"/>
              <a:gd name="connsiteY5" fmla="*/ 3442548 h 8475377"/>
              <a:gd name="connsiteX0" fmla="*/ 0 w 10065658"/>
              <a:gd name="connsiteY0" fmla="*/ 3442548 h 8475377"/>
              <a:gd name="connsiteX1" fmla="*/ 3447868 w 10065658"/>
              <a:gd name="connsiteY1" fmla="*/ 0 h 8475377"/>
              <a:gd name="connsiteX2" fmla="*/ 6638108 w 10065658"/>
              <a:gd name="connsiteY2" fmla="*/ 6774 h 8475377"/>
              <a:gd name="connsiteX3" fmla="*/ 10065658 w 10065658"/>
              <a:gd name="connsiteY3" fmla="*/ 3442548 h 8475377"/>
              <a:gd name="connsiteX4" fmla="*/ 6604954 w 10065658"/>
              <a:gd name="connsiteY4" fmla="*/ 6895610 h 8475377"/>
              <a:gd name="connsiteX5" fmla="*/ 5032829 w 10065658"/>
              <a:gd name="connsiteY5" fmla="*/ 8475377 h 8475377"/>
              <a:gd name="connsiteX6" fmla="*/ 0 w 10065658"/>
              <a:gd name="connsiteY6" fmla="*/ 3442548 h 8475377"/>
              <a:gd name="connsiteX0" fmla="*/ 0 w 10065658"/>
              <a:gd name="connsiteY0" fmla="*/ 3442548 h 8475377"/>
              <a:gd name="connsiteX1" fmla="*/ 3447868 w 10065658"/>
              <a:gd name="connsiteY1" fmla="*/ 0 h 8475377"/>
              <a:gd name="connsiteX2" fmla="*/ 6638108 w 10065658"/>
              <a:gd name="connsiteY2" fmla="*/ 6774 h 8475377"/>
              <a:gd name="connsiteX3" fmla="*/ 10065658 w 10065658"/>
              <a:gd name="connsiteY3" fmla="*/ 3442548 h 8475377"/>
              <a:gd name="connsiteX4" fmla="*/ 6604954 w 10065658"/>
              <a:gd name="connsiteY4" fmla="*/ 6895610 h 8475377"/>
              <a:gd name="connsiteX5" fmla="*/ 5032829 w 10065658"/>
              <a:gd name="connsiteY5" fmla="*/ 8475377 h 8475377"/>
              <a:gd name="connsiteX6" fmla="*/ 3428617 w 10065658"/>
              <a:gd name="connsiteY6" fmla="*/ 6879568 h 8475377"/>
              <a:gd name="connsiteX7" fmla="*/ 0 w 10065658"/>
              <a:gd name="connsiteY7" fmla="*/ 3442548 h 8475377"/>
              <a:gd name="connsiteX0" fmla="*/ 0 w 10065658"/>
              <a:gd name="connsiteY0" fmla="*/ 3442548 h 6895610"/>
              <a:gd name="connsiteX1" fmla="*/ 3447868 w 10065658"/>
              <a:gd name="connsiteY1" fmla="*/ 0 h 6895610"/>
              <a:gd name="connsiteX2" fmla="*/ 6638108 w 10065658"/>
              <a:gd name="connsiteY2" fmla="*/ 6774 h 6895610"/>
              <a:gd name="connsiteX3" fmla="*/ 10065658 w 10065658"/>
              <a:gd name="connsiteY3" fmla="*/ 3442548 h 6895610"/>
              <a:gd name="connsiteX4" fmla="*/ 6604954 w 10065658"/>
              <a:gd name="connsiteY4" fmla="*/ 6895610 h 6895610"/>
              <a:gd name="connsiteX5" fmla="*/ 3428617 w 10065658"/>
              <a:gd name="connsiteY5" fmla="*/ 6879568 h 6895610"/>
              <a:gd name="connsiteX6" fmla="*/ 0 w 10065658"/>
              <a:gd name="connsiteY6" fmla="*/ 3442548 h 689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65658" h="6895610">
                <a:moveTo>
                  <a:pt x="0" y="3442548"/>
                </a:moveTo>
                <a:lnTo>
                  <a:pt x="3447868" y="0"/>
                </a:lnTo>
                <a:lnTo>
                  <a:pt x="6638108" y="6774"/>
                </a:lnTo>
                <a:lnTo>
                  <a:pt x="10065658" y="3442548"/>
                </a:lnTo>
                <a:lnTo>
                  <a:pt x="6604954" y="6895610"/>
                </a:lnTo>
                <a:lnTo>
                  <a:pt x="3428617" y="6879568"/>
                </a:lnTo>
                <a:lnTo>
                  <a:pt x="0" y="3442548"/>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83A546FC-2973-243A-CEFE-87C8A9D140EB}"/>
              </a:ext>
            </a:extLst>
          </p:cNvPr>
          <p:cNvSpPr txBox="1">
            <a:spLocks/>
          </p:cNvSpPr>
          <p:nvPr/>
        </p:nvSpPr>
        <p:spPr>
          <a:xfrm>
            <a:off x="3189742" y="2692544"/>
            <a:ext cx="5812517"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1" i="0" u="none" strike="noStrike" kern="1200" cap="none" spc="0" normalizeH="0" baseline="0" noProof="0" dirty="0">
                <a:ln>
                  <a:noFill/>
                </a:ln>
                <a:solidFill>
                  <a:prstClr val="white"/>
                </a:solidFill>
                <a:effectLst/>
                <a:uLnTx/>
                <a:uFillTx/>
                <a:latin typeface="Source Sans Pro" panose="020B0503030403020204" pitchFamily="34" charset="0"/>
                <a:ea typeface="Segoe UI" panose="020B0502040204020203" pitchFamily="34" charset="0"/>
                <a:cs typeface="Segoe UI" panose="020B0502040204020203" pitchFamily="34" charset="0"/>
              </a:rPr>
              <a:t>MERCI!</a:t>
            </a:r>
          </a:p>
        </p:txBody>
      </p:sp>
      <p:sp>
        <p:nvSpPr>
          <p:cNvPr id="11" name="Oval 10">
            <a:extLst>
              <a:ext uri="{FF2B5EF4-FFF2-40B4-BE49-F238E27FC236}">
                <a16:creationId xmlns:a16="http://schemas.microsoft.com/office/drawing/2014/main" id="{C3983870-4C36-894C-2ECD-54F8F6DDCDB3}"/>
              </a:ext>
            </a:extLst>
          </p:cNvPr>
          <p:cNvSpPr/>
          <p:nvPr/>
        </p:nvSpPr>
        <p:spPr>
          <a:xfrm>
            <a:off x="10889342" y="3189514"/>
            <a:ext cx="478972" cy="47897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0799375-7E47-456B-6000-B84143BCA406}"/>
              </a:ext>
            </a:extLst>
          </p:cNvPr>
          <p:cNvSpPr/>
          <p:nvPr/>
        </p:nvSpPr>
        <p:spPr>
          <a:xfrm>
            <a:off x="823687" y="3189514"/>
            <a:ext cx="478972" cy="47897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767;p38">
            <a:extLst>
              <a:ext uri="{FF2B5EF4-FFF2-40B4-BE49-F238E27FC236}">
                <a16:creationId xmlns:a16="http://schemas.microsoft.com/office/drawing/2014/main" id="{C7ECEE67-A43A-7391-6FE0-406490839583}"/>
              </a:ext>
            </a:extLst>
          </p:cNvPr>
          <p:cNvSpPr txBox="1"/>
          <p:nvPr/>
        </p:nvSpPr>
        <p:spPr>
          <a:xfrm>
            <a:off x="4736307" y="6269271"/>
            <a:ext cx="2993226" cy="40299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GB" sz="1200" b="0" i="0" u="none" strike="noStrike" cap="none" dirty="0" err="1">
                <a:solidFill>
                  <a:schemeClr val="bg1"/>
                </a:solidFill>
                <a:latin typeface="Source Sans Pro" panose="020B0503030403020204" pitchFamily="34" charset="0"/>
                <a:ea typeface="Times New Roman"/>
                <a:cs typeface="Times New Roman"/>
                <a:sym typeface="Times New Roman"/>
              </a:rPr>
              <a:t>vacciner</a:t>
            </a:r>
            <a:r>
              <a:rPr lang="en-GB" sz="1200" b="0" i="0" u="none" strike="noStrike" cap="none" dirty="0">
                <a:solidFill>
                  <a:schemeClr val="bg1"/>
                </a:solidFill>
                <a:latin typeface="Source Sans Pro" panose="020B0503030403020204" pitchFamily="34" charset="0"/>
                <a:ea typeface="Times New Roman"/>
                <a:cs typeface="Times New Roman"/>
                <a:sym typeface="Times New Roman"/>
              </a:rPr>
              <a:t> </a:t>
            </a:r>
            <a:r>
              <a:rPr lang="en-GB" sz="1200" b="0" i="0" u="none" strike="noStrike" cap="none" dirty="0" err="1">
                <a:solidFill>
                  <a:schemeClr val="bg1"/>
                </a:solidFill>
                <a:latin typeface="Source Sans Pro" panose="020B0503030403020204" pitchFamily="34" charset="0"/>
                <a:ea typeface="Times New Roman"/>
                <a:cs typeface="Times New Roman"/>
                <a:sym typeface="Times New Roman"/>
              </a:rPr>
              <a:t>c'est</a:t>
            </a:r>
            <a:r>
              <a:rPr lang="en-GB" sz="1200" b="0" i="0" u="none" strike="noStrike" cap="none" dirty="0">
                <a:solidFill>
                  <a:schemeClr val="bg1"/>
                </a:solidFill>
                <a:latin typeface="Source Sans Pro" panose="020B0503030403020204" pitchFamily="34" charset="0"/>
                <a:ea typeface="Times New Roman"/>
                <a:cs typeface="Times New Roman"/>
                <a:sym typeface="Times New Roman"/>
              </a:rPr>
              <a:t> </a:t>
            </a:r>
            <a:r>
              <a:rPr lang="en-GB" sz="1200" b="1" i="0" u="none" strike="noStrike" cap="none" dirty="0">
                <a:solidFill>
                  <a:schemeClr val="bg1"/>
                </a:solidFill>
                <a:latin typeface="Source Sans Pro" panose="020B0503030403020204" pitchFamily="34" charset="0"/>
                <a:ea typeface="Times New Roman"/>
                <a:cs typeface="Times New Roman"/>
                <a:sym typeface="Times New Roman"/>
              </a:rPr>
              <a:t>aimer,</a:t>
            </a:r>
            <a:r>
              <a:rPr lang="en-GB" sz="1200" b="0" i="0" u="none" strike="noStrike" cap="none" dirty="0">
                <a:solidFill>
                  <a:schemeClr val="bg1"/>
                </a:solidFill>
                <a:latin typeface="Source Sans Pro" panose="020B0503030403020204" pitchFamily="34" charset="0"/>
                <a:ea typeface="Times New Roman"/>
                <a:cs typeface="Times New Roman"/>
                <a:sym typeface="Times New Roman"/>
              </a:rPr>
              <a:t> </a:t>
            </a:r>
            <a:r>
              <a:rPr lang="en-GB" sz="1200" b="0" i="0" u="none" strike="noStrike" cap="none" dirty="0" err="1">
                <a:solidFill>
                  <a:schemeClr val="bg1"/>
                </a:solidFill>
                <a:latin typeface="Source Sans Pro" panose="020B0503030403020204" pitchFamily="34" charset="0"/>
                <a:ea typeface="Times New Roman"/>
                <a:cs typeface="Times New Roman"/>
                <a:sym typeface="Times New Roman"/>
              </a:rPr>
              <a:t>vacciner</a:t>
            </a:r>
            <a:r>
              <a:rPr lang="en-GB" sz="1200" b="0" i="0" u="none" strike="noStrike" cap="none" dirty="0">
                <a:solidFill>
                  <a:schemeClr val="bg1"/>
                </a:solidFill>
                <a:latin typeface="Source Sans Pro" panose="020B0503030403020204" pitchFamily="34" charset="0"/>
                <a:ea typeface="Times New Roman"/>
                <a:cs typeface="Times New Roman"/>
                <a:sym typeface="Times New Roman"/>
              </a:rPr>
              <a:t> </a:t>
            </a:r>
            <a:r>
              <a:rPr lang="en-GB" sz="1200" b="0" i="0" u="none" strike="noStrike" cap="none" dirty="0" err="1">
                <a:solidFill>
                  <a:schemeClr val="bg1"/>
                </a:solidFill>
                <a:latin typeface="Source Sans Pro" panose="020B0503030403020204" pitchFamily="34" charset="0"/>
                <a:ea typeface="Times New Roman"/>
                <a:cs typeface="Times New Roman"/>
                <a:sym typeface="Times New Roman"/>
              </a:rPr>
              <a:t>c'est</a:t>
            </a:r>
            <a:r>
              <a:rPr lang="en-GB" sz="1200" b="0" i="0" u="none" strike="noStrike" cap="none" dirty="0">
                <a:solidFill>
                  <a:schemeClr val="bg1"/>
                </a:solidFill>
                <a:latin typeface="Source Sans Pro" panose="020B0503030403020204" pitchFamily="34" charset="0"/>
                <a:ea typeface="Times New Roman"/>
                <a:cs typeface="Times New Roman"/>
                <a:sym typeface="Times New Roman"/>
              </a:rPr>
              <a:t> </a:t>
            </a:r>
            <a:r>
              <a:rPr lang="en-GB" sz="1200" b="1" i="0" u="none" strike="noStrike" cap="none" dirty="0" err="1">
                <a:solidFill>
                  <a:schemeClr val="bg1"/>
                </a:solidFill>
                <a:latin typeface="Source Sans Pro" panose="020B0503030403020204" pitchFamily="34" charset="0"/>
                <a:ea typeface="Times New Roman"/>
                <a:cs typeface="Times New Roman"/>
                <a:sym typeface="Times New Roman"/>
              </a:rPr>
              <a:t>protéger</a:t>
            </a:r>
            <a:endParaRPr sz="1200" b="1" i="0" u="none" strike="noStrike" cap="none" dirty="0">
              <a:solidFill>
                <a:schemeClr val="bg1"/>
              </a:solidFill>
              <a:latin typeface="Source Sans Pro" panose="020B0503030403020204" pitchFamily="34" charset="0"/>
              <a:ea typeface="Times New Roman"/>
              <a:cs typeface="Times New Roman"/>
              <a:sym typeface="Times New Roman"/>
            </a:endParaRPr>
          </a:p>
        </p:txBody>
      </p:sp>
    </p:spTree>
    <p:extLst>
      <p:ext uri="{BB962C8B-B14F-4D97-AF65-F5344CB8AC3E}">
        <p14:creationId xmlns:p14="http://schemas.microsoft.com/office/powerpoint/2010/main" val="36990100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918*413"/>
  <p:tag name="TABLE_ENDDRAG_RECT" val="24*87*918*41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2083</TotalTime>
  <Words>2212</Words>
  <Application>Microsoft Office PowerPoint</Application>
  <PresentationFormat>Widescreen</PresentationFormat>
  <Paragraphs>349</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Aptos</vt:lpstr>
      <vt:lpstr>Aptos Display</vt:lpstr>
      <vt:lpstr>Aptos Narrow</vt:lpstr>
      <vt:lpstr>Arial</vt:lpstr>
      <vt:lpstr>Calibri</vt:lpstr>
      <vt:lpstr>Palatino Linotype</vt:lpstr>
      <vt:lpstr>Source Sans Pro</vt:lpstr>
      <vt:lpstr>Wingdings</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NZABARINDA, Vivian</dc:creator>
  <cp:lastModifiedBy>MBOUSSOU, Franck Fortune Roland</cp:lastModifiedBy>
  <cp:revision>42</cp:revision>
  <dcterms:created xsi:type="dcterms:W3CDTF">2025-09-29T08:45:09Z</dcterms:created>
  <dcterms:modified xsi:type="dcterms:W3CDTF">2025-12-14T17:36:33Z</dcterms:modified>
</cp:coreProperties>
</file>