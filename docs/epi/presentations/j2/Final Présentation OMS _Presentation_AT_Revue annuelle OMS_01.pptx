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6"/>
  </p:notesMasterIdLst>
  <p:sldIdLst>
    <p:sldId id="256" r:id="rId4"/>
    <p:sldId id="268" r:id="rId5"/>
    <p:sldId id="282" r:id="rId6"/>
    <p:sldId id="269" r:id="rId7"/>
    <p:sldId id="270" r:id="rId8"/>
    <p:sldId id="284" r:id="rId9"/>
    <p:sldId id="285" r:id="rId10"/>
    <p:sldId id="283" r:id="rId11"/>
    <p:sldId id="286" r:id="rId12"/>
    <p:sldId id="287" r:id="rId13"/>
    <p:sldId id="288" r:id="rId14"/>
    <p:sldId id="297" r:id="rId15"/>
    <p:sldId id="295" r:id="rId17"/>
    <p:sldId id="293" r:id="rId18"/>
    <p:sldId id="296" r:id="rId19"/>
    <p:sldId id="271" r:id="rId20"/>
    <p:sldId id="289" r:id="rId21"/>
    <p:sldId id="290" r:id="rId22"/>
    <p:sldId id="292" r:id="rId23"/>
    <p:sldId id="291"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ADE"/>
    <a:srgbClr val="FEF3E3"/>
    <a:srgbClr val="D3EEF9"/>
    <a:srgbClr val="E9F1FA"/>
    <a:srgbClr val="6BAFE3"/>
    <a:srgbClr val="DEF2FB"/>
    <a:srgbClr val="B5E2F5"/>
    <a:srgbClr val="B3B3B3"/>
    <a:srgbClr val="C9DEF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4" autoAdjust="0"/>
    <p:restoredTop sz="94404" autoAdjust="0"/>
  </p:normalViewPr>
  <p:slideViewPr>
    <p:cSldViewPr snapToGrid="0" showGuides="1">
      <p:cViewPr varScale="1">
        <p:scale>
          <a:sx n="70" d="100"/>
          <a:sy n="70" d="100"/>
        </p:scale>
        <p:origin x="39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9CED96-068A-4274-8614-CE8858D45159}" type="datetimeFigureOut">
              <a:rPr lang="fr-FR" smtClean="0"/>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9DBC96-224C-4F47-B1D0-6020CB55D1D9}"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A766D16-1630-4A30-B716-B94555F0854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A766D16-1630-4A30-B716-B94555F0854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66D16-1630-4A30-B716-B94555F0854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A766D16-1630-4A30-B716-B94555F0854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A766D16-1630-4A30-B716-B94555F0854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66D16-1630-4A30-B716-B94555F0854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A766D16-1630-4A30-B716-B94555F0854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66D16-1630-4A30-B716-B94555F0854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9FCE91-88AF-4F5B-A2FB-4C63AF8906D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766D16-1630-4A30-B716-B94555F0854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9FCE91-88AF-4F5B-A2FB-4C63AF8906D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766D16-1630-4A30-B716-B94555F0854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9FCE91-88AF-4F5B-A2FB-4C63AF8906D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13.png"/><Relationship Id="rId7" Type="http://schemas.openxmlformats.org/officeDocument/2006/relationships/tags" Target="../tags/tag6.xml"/><Relationship Id="rId69" Type="http://schemas.openxmlformats.org/officeDocument/2006/relationships/slideLayout" Target="../slideLayouts/slideLayout2.xml"/><Relationship Id="rId68" Type="http://schemas.openxmlformats.org/officeDocument/2006/relationships/tags" Target="../tags/tag53.xml"/><Relationship Id="rId67" Type="http://schemas.openxmlformats.org/officeDocument/2006/relationships/image" Target="../media/image26.svg"/><Relationship Id="rId66" Type="http://schemas.openxmlformats.org/officeDocument/2006/relationships/image" Target="../media/image25.png"/><Relationship Id="rId65" Type="http://schemas.openxmlformats.org/officeDocument/2006/relationships/tags" Target="../tags/tag52.xml"/><Relationship Id="rId64" Type="http://schemas.openxmlformats.org/officeDocument/2006/relationships/image" Target="../media/image24.svg"/><Relationship Id="rId63" Type="http://schemas.openxmlformats.org/officeDocument/2006/relationships/image" Target="../media/image23.png"/><Relationship Id="rId62" Type="http://schemas.openxmlformats.org/officeDocument/2006/relationships/tags" Target="../tags/tag51.xml"/><Relationship Id="rId61" Type="http://schemas.openxmlformats.org/officeDocument/2006/relationships/tags" Target="../tags/tag50.xml"/><Relationship Id="rId60" Type="http://schemas.openxmlformats.org/officeDocument/2006/relationships/tags" Target="../tags/tag49.xml"/><Relationship Id="rId6" Type="http://schemas.openxmlformats.org/officeDocument/2006/relationships/tags" Target="../tags/tag5.xml"/><Relationship Id="rId59" Type="http://schemas.openxmlformats.org/officeDocument/2006/relationships/tags" Target="../tags/tag48.xml"/><Relationship Id="rId58" Type="http://schemas.openxmlformats.org/officeDocument/2006/relationships/tags" Target="../tags/tag47.xml"/><Relationship Id="rId57" Type="http://schemas.openxmlformats.org/officeDocument/2006/relationships/tags" Target="../tags/tag46.xml"/><Relationship Id="rId56" Type="http://schemas.openxmlformats.org/officeDocument/2006/relationships/tags" Target="../tags/tag45.xml"/><Relationship Id="rId55" Type="http://schemas.openxmlformats.org/officeDocument/2006/relationships/tags" Target="../tags/tag44.xml"/><Relationship Id="rId54" Type="http://schemas.openxmlformats.org/officeDocument/2006/relationships/tags" Target="../tags/tag43.xml"/><Relationship Id="rId53" Type="http://schemas.openxmlformats.org/officeDocument/2006/relationships/tags" Target="../tags/tag42.xml"/><Relationship Id="rId52" Type="http://schemas.openxmlformats.org/officeDocument/2006/relationships/tags" Target="../tags/tag41.xml"/><Relationship Id="rId51" Type="http://schemas.openxmlformats.org/officeDocument/2006/relationships/tags" Target="../tags/tag40.xml"/><Relationship Id="rId50" Type="http://schemas.openxmlformats.org/officeDocument/2006/relationships/tags" Target="../tags/tag39.xml"/><Relationship Id="rId5" Type="http://schemas.openxmlformats.org/officeDocument/2006/relationships/tags" Target="../tags/tag4.xml"/><Relationship Id="rId49" Type="http://schemas.openxmlformats.org/officeDocument/2006/relationships/tags" Target="../tags/tag38.xml"/><Relationship Id="rId48" Type="http://schemas.openxmlformats.org/officeDocument/2006/relationships/tags" Target="../tags/tag37.xml"/><Relationship Id="rId47" Type="http://schemas.openxmlformats.org/officeDocument/2006/relationships/tags" Target="../tags/tag36.xml"/><Relationship Id="rId46" Type="http://schemas.openxmlformats.org/officeDocument/2006/relationships/tags" Target="../tags/tag35.xml"/><Relationship Id="rId45" Type="http://schemas.openxmlformats.org/officeDocument/2006/relationships/tags" Target="../tags/tag34.xml"/><Relationship Id="rId44" Type="http://schemas.openxmlformats.org/officeDocument/2006/relationships/tags" Target="../tags/tag33.xml"/><Relationship Id="rId43" Type="http://schemas.openxmlformats.org/officeDocument/2006/relationships/tags" Target="../tags/tag32.xml"/><Relationship Id="rId42" Type="http://schemas.openxmlformats.org/officeDocument/2006/relationships/tags" Target="../tags/tag31.xml"/><Relationship Id="rId41" Type="http://schemas.openxmlformats.org/officeDocument/2006/relationships/tags" Target="../tags/tag30.xml"/><Relationship Id="rId40" Type="http://schemas.openxmlformats.org/officeDocument/2006/relationships/tags" Target="../tags/tag29.xml"/><Relationship Id="rId4" Type="http://schemas.openxmlformats.org/officeDocument/2006/relationships/image" Target="../media/image12.svg"/><Relationship Id="rId39" Type="http://schemas.openxmlformats.org/officeDocument/2006/relationships/tags" Target="../tags/tag28.xml"/><Relationship Id="rId38" Type="http://schemas.openxmlformats.org/officeDocument/2006/relationships/tags" Target="../tags/tag27.xml"/><Relationship Id="rId37" Type="http://schemas.openxmlformats.org/officeDocument/2006/relationships/tags" Target="../tags/tag26.xml"/><Relationship Id="rId36" Type="http://schemas.openxmlformats.org/officeDocument/2006/relationships/image" Target="../media/image22.svg"/><Relationship Id="rId35" Type="http://schemas.openxmlformats.org/officeDocument/2006/relationships/image" Target="../media/image21.png"/><Relationship Id="rId34" Type="http://schemas.openxmlformats.org/officeDocument/2006/relationships/tags" Target="../tags/tag25.xml"/><Relationship Id="rId33" Type="http://schemas.openxmlformats.org/officeDocument/2006/relationships/tags" Target="../tags/tag24.xml"/><Relationship Id="rId32" Type="http://schemas.openxmlformats.org/officeDocument/2006/relationships/image" Target="../media/image20.svg"/><Relationship Id="rId31" Type="http://schemas.openxmlformats.org/officeDocument/2006/relationships/image" Target="../media/image19.png"/><Relationship Id="rId30" Type="http://schemas.openxmlformats.org/officeDocument/2006/relationships/image" Target="../media/image18.svg"/><Relationship Id="rId3" Type="http://schemas.openxmlformats.org/officeDocument/2006/relationships/image" Target="../media/image11.png"/><Relationship Id="rId29" Type="http://schemas.openxmlformats.org/officeDocument/2006/relationships/image" Target="../media/image17.png"/><Relationship Id="rId28" Type="http://schemas.openxmlformats.org/officeDocument/2006/relationships/tags" Target="../tags/tag23.xml"/><Relationship Id="rId27" Type="http://schemas.openxmlformats.org/officeDocument/2006/relationships/tags" Target="../tags/tag22.xml"/><Relationship Id="rId26" Type="http://schemas.openxmlformats.org/officeDocument/2006/relationships/tags" Target="../tags/tag21.xml"/><Relationship Id="rId25" Type="http://schemas.openxmlformats.org/officeDocument/2006/relationships/tags" Target="../tags/tag20.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image" Target="../media/image16.svg"/><Relationship Id="rId21" Type="http://schemas.openxmlformats.org/officeDocument/2006/relationships/image" Target="../media/image15.png"/><Relationship Id="rId20" Type="http://schemas.openxmlformats.org/officeDocument/2006/relationships/tags" Target="../tags/tag17.xml"/><Relationship Id="rId2" Type="http://schemas.openxmlformats.org/officeDocument/2006/relationships/tags" Target="../tags/tag3.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4.xml"/><Relationship Id="rId2" Type="http://schemas.openxmlformats.org/officeDocument/2006/relationships/image" Target="../media/image28.svg"/><Relationship Id="rId1"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svg"/><Relationship Id="rId1" Type="http://schemas.openxmlformats.org/officeDocument/2006/relationships/image" Target="../media/image27.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5.xml"/><Relationship Id="rId2" Type="http://schemas.openxmlformats.org/officeDocument/2006/relationships/image" Target="../media/image28.svg"/><Relationship Id="rId1" Type="http://schemas.openxmlformats.org/officeDocument/2006/relationships/image" Target="../media/image27.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6.xml"/><Relationship Id="rId2" Type="http://schemas.openxmlformats.org/officeDocument/2006/relationships/image" Target="../media/image28.svg"/><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7.xml"/><Relationship Id="rId2" Type="http://schemas.openxmlformats.org/officeDocument/2006/relationships/image" Target="../media/image28.sv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8.xml"/><Relationship Id="rId2" Type="http://schemas.openxmlformats.org/officeDocument/2006/relationships/image" Target="../media/image28.svg"/><Relationship Id="rId1" Type="http://schemas.openxmlformats.org/officeDocument/2006/relationships/image" Target="../media/image2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9.xml"/><Relationship Id="rId2" Type="http://schemas.openxmlformats.org/officeDocument/2006/relationships/image" Target="../media/image28.svg"/><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6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1.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62.xml"/><Relationship Id="rId2" Type="http://schemas.openxmlformats.org/officeDocument/2006/relationships/image" Target="../media/image30.sv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svg"/><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orldhealthorg.shinyapps.io/Plateforme-Performances-Pev-RDC/" TargetMode="External"/><Relationship Id="rId2" Type="http://schemas.openxmlformats.org/officeDocument/2006/relationships/image" Target="../media/image28.svg"/><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sv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sv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sv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74956" y="-292963"/>
            <a:ext cx="6419857"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5877272"/>
            <a:ext cx="12192000" cy="980728"/>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61"/>
          <p:cNvPicPr/>
          <p:nvPr/>
        </p:nvPicPr>
        <p:blipFill>
          <a:blip r:embed="rId1"/>
          <a:stretch>
            <a:fillRect/>
          </a:stretch>
        </p:blipFill>
        <p:spPr>
          <a:xfrm>
            <a:off x="9863279" y="6012050"/>
            <a:ext cx="2032840" cy="656900"/>
          </a:xfrm>
          <a:prstGeom prst="rect">
            <a:avLst/>
          </a:prstGeom>
        </p:spPr>
      </p:pic>
      <p:pic>
        <p:nvPicPr>
          <p:cNvPr id="15" name="Picture 14"/>
          <p:cNvPicPr>
            <a:picLocks noChangeAspect="1"/>
          </p:cNvPicPr>
          <p:nvPr/>
        </p:nvPicPr>
        <p:blipFill>
          <a:blip r:embed="rId2"/>
          <a:stretch>
            <a:fillRect/>
          </a:stretch>
        </p:blipFill>
        <p:spPr>
          <a:xfrm>
            <a:off x="232076" y="5983672"/>
            <a:ext cx="2007280" cy="656226"/>
          </a:xfrm>
          <a:prstGeom prst="rect">
            <a:avLst/>
          </a:prstGeom>
        </p:spPr>
      </p:pic>
      <p:pic>
        <p:nvPicPr>
          <p:cNvPr id="16" name="Graphique 222"/>
          <p:cNvPicPr>
            <a:picLocks noChangeAspect="1"/>
          </p:cNvPicPr>
          <p:nvPr/>
        </p:nvPicPr>
        <p:blipFill>
          <a:blip r:embed="rId3">
            <a:extLst>
              <a:ext uri="{96DAC541-7B7A-43D3-8B79-37D633B846F1}">
                <asvg:svgBlip xmlns:asvg="http://schemas.microsoft.com/office/drawing/2016/SVG/main" r:embed="rId4"/>
              </a:ext>
            </a:extLst>
          </a:blip>
          <a:srcRect t="25360" b="29168"/>
          <a:stretch>
            <a:fillRect/>
          </a:stretch>
        </p:blipFill>
        <p:spPr>
          <a:xfrm>
            <a:off x="7264657" y="5983672"/>
            <a:ext cx="1507942" cy="685688"/>
          </a:xfrm>
          <a:prstGeom prst="rect">
            <a:avLst/>
          </a:prstGeom>
        </p:spPr>
      </p:pic>
      <p:grpSp>
        <p:nvGrpSpPr>
          <p:cNvPr id="17" name="Google Shape;746;p65"/>
          <p:cNvGrpSpPr/>
          <p:nvPr/>
        </p:nvGrpSpPr>
        <p:grpSpPr>
          <a:xfrm>
            <a:off x="3433291" y="6127688"/>
            <a:ext cx="2666780" cy="365338"/>
            <a:chOff x="238125" y="2363000"/>
            <a:chExt cx="7122300" cy="975725"/>
          </a:xfrm>
        </p:grpSpPr>
        <p:sp>
          <p:nvSpPr>
            <p:cNvPr id="18" name="Google Shape;747;p65"/>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 name="Google Shape;748;p65"/>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 name="Google Shape;749;p65"/>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 name="Google Shape;750;p65"/>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 name="Google Shape;751;p65"/>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 name="Google Shape;752;p65"/>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 name="Google Shape;753;p65"/>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 name="Google Shape;754;p65"/>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 name="Google Shape;755;p65"/>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 name="Google Shape;756;p65"/>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 name="Google Shape;757;p65"/>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758;p65"/>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 name="Google Shape;759;p65"/>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 name="Google Shape;760;p65"/>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 name="Google Shape;761;p65"/>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Google Shape;762;p65"/>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4" name="Google Shape;763;p65"/>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5" name="Google Shape;764;p65"/>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6" name="Google Shape;765;p65"/>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 name="Google Shape;766;p65"/>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Google Shape;767;p65"/>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9" name="Google Shape;768;p65"/>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0" name="Google Shape;769;p65"/>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 name="Google Shape;770;p65"/>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 name="Google Shape;771;p65"/>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3" name="Google Shape;772;p65"/>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 name="Google Shape;773;p65"/>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 name="Google Shape;774;p65"/>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 name="Google Shape;775;p65"/>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7" name="Google Shape;776;p65"/>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8" name="Google Shape;777;p65"/>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9" name="Google Shape;778;p65"/>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0" name="Google Shape;779;p65"/>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1" name="Google Shape;780;p65"/>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2" name="Google Shape;781;p65"/>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3" name="Google Shape;782;p65"/>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4" name="Google Shape;783;p65"/>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5" name="Google Shape;784;p65"/>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6" name="Google Shape;785;p65"/>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7" name="Google Shape;786;p65"/>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8" name="Google Shape;787;p65"/>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9" name="Google Shape;788;p65"/>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0" name="Google Shape;789;p65"/>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1" name="Google Shape;790;p65"/>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2" name="Google Shape;791;p65"/>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3" name="Google Shape;792;p65"/>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4" name="Google Shape;793;p65"/>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5" name="Google Shape;794;p65"/>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6" name="Google Shape;795;p65"/>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 name="Google Shape;796;p65"/>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8" name="Google Shape;797;p65"/>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 name="Google Shape;798;p65"/>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 name="Google Shape;799;p65"/>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1" name="Google Shape;800;p65"/>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2" name="Google Shape;801;p65"/>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 name="Google Shape;802;p65"/>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4" name="Google Shape;803;p65"/>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5" name="Google Shape;804;p65"/>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 name="Google Shape;805;p65"/>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 name="Google Shape;806;p65"/>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8" name="Google Shape;807;p65"/>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9" name="Google Shape;808;p65"/>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 name="Google Shape;809;p65"/>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panose="020F050202020403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 name="Group 1"/>
          <p:cNvGrpSpPr/>
          <p:nvPr/>
        </p:nvGrpSpPr>
        <p:grpSpPr>
          <a:xfrm>
            <a:off x="121878" y="265451"/>
            <a:ext cx="5478822" cy="5439449"/>
            <a:chOff x="164741" y="94001"/>
            <a:chExt cx="5731092" cy="5689906"/>
          </a:xfrm>
        </p:grpSpPr>
        <p:grpSp>
          <p:nvGrpSpPr>
            <p:cNvPr id="89" name="Group 88"/>
            <p:cNvGrpSpPr/>
            <p:nvPr/>
          </p:nvGrpSpPr>
          <p:grpSpPr>
            <a:xfrm>
              <a:off x="187516" y="94001"/>
              <a:ext cx="5695965" cy="4069529"/>
              <a:chOff x="359388" y="932292"/>
              <a:chExt cx="6127146" cy="4349991"/>
            </a:xfrm>
          </p:grpSpPr>
          <p:pic>
            <p:nvPicPr>
              <p:cNvPr id="93" name="Picture 92"/>
              <p:cNvPicPr>
                <a:picLocks noChangeAspect="1"/>
              </p:cNvPicPr>
              <p:nvPr/>
            </p:nvPicPr>
            <p:blipFill>
              <a:blip r:embed="rId5" cstate="print">
                <a:extLst>
                  <a:ext uri="{28A0092B-C50C-407E-A947-70E740481C1C}">
                    <a14:useLocalDpi xmlns:a14="http://schemas.microsoft.com/office/drawing/2010/main" val="0"/>
                  </a:ext>
                </a:extLst>
              </a:blip>
              <a:srcRect l="31314" t="957" r="12379" b="2227"/>
              <a:stretch>
                <a:fillRect/>
              </a:stretch>
            </p:blipFill>
            <p:spPr>
              <a:xfrm>
                <a:off x="3574951" y="932292"/>
                <a:ext cx="2911583" cy="3337534"/>
              </a:xfrm>
              <a:custGeom>
                <a:avLst/>
                <a:gdLst>
                  <a:gd name="connsiteX0" fmla="*/ 1031828 w 2911583"/>
                  <a:gd name="connsiteY0" fmla="*/ 0 h 3337534"/>
                  <a:gd name="connsiteX1" fmla="*/ 1163314 w 2911583"/>
                  <a:gd name="connsiteY1" fmla="*/ 48794 h 3337534"/>
                  <a:gd name="connsiteX2" fmla="*/ 1280190 w 2911583"/>
                  <a:gd name="connsiteY2" fmla="*/ 34156 h 3337534"/>
                  <a:gd name="connsiteX3" fmla="*/ 1440894 w 2911583"/>
                  <a:gd name="connsiteY3" fmla="*/ 87830 h 3337534"/>
                  <a:gd name="connsiteX4" fmla="*/ 1577249 w 2911583"/>
                  <a:gd name="connsiteY4" fmla="*/ 34156 h 3337534"/>
                  <a:gd name="connsiteX5" fmla="*/ 1723344 w 2911583"/>
                  <a:gd name="connsiteY5" fmla="*/ 146383 h 3337534"/>
                  <a:gd name="connsiteX6" fmla="*/ 1835351 w 2911583"/>
                  <a:gd name="connsiteY6" fmla="*/ 248851 h 3337534"/>
                  <a:gd name="connsiteX7" fmla="*/ 1952226 w 2911583"/>
                  <a:gd name="connsiteY7" fmla="*/ 326922 h 3337534"/>
                  <a:gd name="connsiteX8" fmla="*/ 2064233 w 2911583"/>
                  <a:gd name="connsiteY8" fmla="*/ 278128 h 3337534"/>
                  <a:gd name="connsiteX9" fmla="*/ 2132410 w 2911583"/>
                  <a:gd name="connsiteY9" fmla="*/ 253730 h 3337534"/>
                  <a:gd name="connsiteX10" fmla="*/ 2268765 w 2911583"/>
                  <a:gd name="connsiteY10" fmla="*/ 297645 h 3337534"/>
                  <a:gd name="connsiteX11" fmla="*/ 2380772 w 2911583"/>
                  <a:gd name="connsiteY11" fmla="*/ 190298 h 3337534"/>
                  <a:gd name="connsiteX12" fmla="*/ 2468429 w 2911583"/>
                  <a:gd name="connsiteY12" fmla="*/ 297645 h 3337534"/>
                  <a:gd name="connsiteX13" fmla="*/ 2575565 w 2911583"/>
                  <a:gd name="connsiteY13" fmla="*/ 429390 h 3337534"/>
                  <a:gd name="connsiteX14" fmla="*/ 2668092 w 2911583"/>
                  <a:gd name="connsiteY14" fmla="*/ 507461 h 3337534"/>
                  <a:gd name="connsiteX15" fmla="*/ 2760619 w 2911583"/>
                  <a:gd name="connsiteY15" fmla="*/ 526979 h 3337534"/>
                  <a:gd name="connsiteX16" fmla="*/ 2780098 w 2911583"/>
                  <a:gd name="connsiteY16" fmla="*/ 634327 h 3337534"/>
                  <a:gd name="connsiteX17" fmla="*/ 2741140 w 2911583"/>
                  <a:gd name="connsiteY17" fmla="*/ 756312 h 3337534"/>
                  <a:gd name="connsiteX18" fmla="*/ 2770358 w 2911583"/>
                  <a:gd name="connsiteY18" fmla="*/ 849021 h 3337534"/>
                  <a:gd name="connsiteX19" fmla="*/ 2755749 w 2911583"/>
                  <a:gd name="connsiteY19" fmla="*/ 922213 h 3337534"/>
                  <a:gd name="connsiteX20" fmla="*/ 2911583 w 2911583"/>
                  <a:gd name="connsiteY20" fmla="*/ 1019802 h 3337534"/>
                  <a:gd name="connsiteX21" fmla="*/ 2784968 w 2911583"/>
                  <a:gd name="connsiteY21" fmla="*/ 1195462 h 3337534"/>
                  <a:gd name="connsiteX22" fmla="*/ 2624263 w 2911583"/>
                  <a:gd name="connsiteY22" fmla="*/ 1356483 h 3337534"/>
                  <a:gd name="connsiteX23" fmla="*/ 2526867 w 2911583"/>
                  <a:gd name="connsiteY23" fmla="*/ 1424795 h 3337534"/>
                  <a:gd name="connsiteX24" fmla="*/ 2478168 w 2911583"/>
                  <a:gd name="connsiteY24" fmla="*/ 1507746 h 3337534"/>
                  <a:gd name="connsiteX25" fmla="*/ 2463558 w 2911583"/>
                  <a:gd name="connsiteY25" fmla="*/ 1600455 h 3337534"/>
                  <a:gd name="connsiteX26" fmla="*/ 2424600 w 2911583"/>
                  <a:gd name="connsiteY26" fmla="*/ 1654129 h 3337534"/>
                  <a:gd name="connsiteX27" fmla="*/ 2424600 w 2911583"/>
                  <a:gd name="connsiteY27" fmla="*/ 1727321 h 3337534"/>
                  <a:gd name="connsiteX28" fmla="*/ 2405121 w 2911583"/>
                  <a:gd name="connsiteY28" fmla="*/ 1854185 h 3337534"/>
                  <a:gd name="connsiteX29" fmla="*/ 2366162 w 2911583"/>
                  <a:gd name="connsiteY29" fmla="*/ 2103037 h 3337534"/>
                  <a:gd name="connsiteX30" fmla="*/ 2327204 w 2911583"/>
                  <a:gd name="connsiteY30" fmla="*/ 2220143 h 3337534"/>
                  <a:gd name="connsiteX31" fmla="*/ 2249286 w 2911583"/>
                  <a:gd name="connsiteY31" fmla="*/ 2283576 h 3337534"/>
                  <a:gd name="connsiteX32" fmla="*/ 2234676 w 2911583"/>
                  <a:gd name="connsiteY32" fmla="*/ 2405561 h 3337534"/>
                  <a:gd name="connsiteX33" fmla="*/ 2200588 w 2911583"/>
                  <a:gd name="connsiteY33" fmla="*/ 2488512 h 3337534"/>
                  <a:gd name="connsiteX34" fmla="*/ 2142150 w 2911583"/>
                  <a:gd name="connsiteY34" fmla="*/ 2488512 h 3337534"/>
                  <a:gd name="connsiteX35" fmla="*/ 2147020 w 2911583"/>
                  <a:gd name="connsiteY35" fmla="*/ 2576342 h 3337534"/>
                  <a:gd name="connsiteX36" fmla="*/ 2205458 w 2911583"/>
                  <a:gd name="connsiteY36" fmla="*/ 2630016 h 3337534"/>
                  <a:gd name="connsiteX37" fmla="*/ 2259026 w 2911583"/>
                  <a:gd name="connsiteY37" fmla="*/ 2708087 h 3337534"/>
                  <a:gd name="connsiteX38" fmla="*/ 2278505 w 2911583"/>
                  <a:gd name="connsiteY38" fmla="*/ 2913023 h 3337534"/>
                  <a:gd name="connsiteX39" fmla="*/ 2268765 w 2911583"/>
                  <a:gd name="connsiteY39" fmla="*/ 3039888 h 3337534"/>
                  <a:gd name="connsiteX40" fmla="*/ 2278505 w 2911583"/>
                  <a:gd name="connsiteY40" fmla="*/ 3239946 h 3337534"/>
                  <a:gd name="connsiteX41" fmla="*/ 2259026 w 2911583"/>
                  <a:gd name="connsiteY41" fmla="*/ 3337534 h 3337534"/>
                  <a:gd name="connsiteX42" fmla="*/ 1255840 w 2911583"/>
                  <a:gd name="connsiteY42" fmla="*/ 3337534 h 3337534"/>
                  <a:gd name="connsiteX43" fmla="*/ 855649 w 2911583"/>
                  <a:gd name="connsiteY43" fmla="*/ 3334388 h 3337534"/>
                  <a:gd name="connsiteX44" fmla="*/ 867608 w 2911583"/>
                  <a:gd name="connsiteY44" fmla="*/ 3159651 h 3337534"/>
                  <a:gd name="connsiteX45" fmla="*/ 840607 w 2911583"/>
                  <a:gd name="connsiteY45" fmla="*/ 3044768 h 3337534"/>
                  <a:gd name="connsiteX46" fmla="*/ 802946 w 2911583"/>
                  <a:gd name="connsiteY46" fmla="*/ 2927662 h 3337534"/>
                  <a:gd name="connsiteX47" fmla="*/ 792062 w 2911583"/>
                  <a:gd name="connsiteY47" fmla="*/ 2574553 h 3337534"/>
                  <a:gd name="connsiteX48" fmla="*/ 811011 w 2911583"/>
                  <a:gd name="connsiteY48" fmla="*/ 2507941 h 3337534"/>
                  <a:gd name="connsiteX49" fmla="*/ 770387 w 2911583"/>
                  <a:gd name="connsiteY49" fmla="*/ 2468995 h 3337534"/>
                  <a:gd name="connsiteX50" fmla="*/ 731253 w 2911583"/>
                  <a:gd name="connsiteY50" fmla="*/ 2371406 h 3337534"/>
                  <a:gd name="connsiteX51" fmla="*/ 674601 w 2911583"/>
                  <a:gd name="connsiteY51" fmla="*/ 2250229 h 3337534"/>
                  <a:gd name="connsiteX52" fmla="*/ 623904 w 2911583"/>
                  <a:gd name="connsiteY52" fmla="*/ 2191934 h 3337534"/>
                  <a:gd name="connsiteX53" fmla="*/ 554585 w 2911583"/>
                  <a:gd name="connsiteY53" fmla="*/ 2157954 h 3337534"/>
                  <a:gd name="connsiteX54" fmla="*/ 429379 w 2911583"/>
                  <a:gd name="connsiteY54" fmla="*/ 2097668 h 3337534"/>
                  <a:gd name="connsiteX55" fmla="*/ 319968 w 2911583"/>
                  <a:gd name="connsiteY55" fmla="*/ 1984574 h 3337534"/>
                  <a:gd name="connsiteX56" fmla="*/ 270761 w 2911583"/>
                  <a:gd name="connsiteY56" fmla="*/ 1849306 h 3337534"/>
                  <a:gd name="connsiteX57" fmla="*/ 219920 w 2911583"/>
                  <a:gd name="connsiteY57" fmla="*/ 1618617 h 3337534"/>
                  <a:gd name="connsiteX58" fmla="*/ 147660 w 2911583"/>
                  <a:gd name="connsiteY58" fmla="*/ 1395518 h 3337534"/>
                  <a:gd name="connsiteX59" fmla="*/ 0 w 2911583"/>
                  <a:gd name="connsiteY59" fmla="*/ 1172302 h 3337534"/>
                  <a:gd name="connsiteX60" fmla="*/ 98627 w 2911583"/>
                  <a:gd name="connsiteY60" fmla="*/ 641019 h 3337534"/>
                  <a:gd name="connsiteX61" fmla="*/ 114609 w 2911583"/>
                  <a:gd name="connsiteY61" fmla="*/ 480752 h 3337534"/>
                  <a:gd name="connsiteX62" fmla="*/ 111114 w 2911583"/>
                  <a:gd name="connsiteY62" fmla="*/ 446972 h 3337534"/>
                  <a:gd name="connsiteX63" fmla="*/ 4294 w 2911583"/>
                  <a:gd name="connsiteY63" fmla="*/ 375717 h 3337534"/>
                  <a:gd name="connsiteX64" fmla="*/ 145519 w 2911583"/>
                  <a:gd name="connsiteY64" fmla="*/ 243972 h 3337534"/>
                  <a:gd name="connsiteX65" fmla="*/ 223437 w 2911583"/>
                  <a:gd name="connsiteY65" fmla="*/ 156142 h 3337534"/>
                  <a:gd name="connsiteX66" fmla="*/ 335442 w 2911583"/>
                  <a:gd name="connsiteY66" fmla="*/ 214695 h 3337534"/>
                  <a:gd name="connsiteX67" fmla="*/ 578934 w 2911583"/>
                  <a:gd name="connsiteY67" fmla="*/ 112227 h 3337534"/>
                  <a:gd name="connsiteX68" fmla="*/ 705550 w 2911583"/>
                  <a:gd name="connsiteY68" fmla="*/ 58553 h 3337534"/>
                  <a:gd name="connsiteX69" fmla="*/ 827296 w 2911583"/>
                  <a:gd name="connsiteY69" fmla="*/ 136624 h 3337534"/>
                  <a:gd name="connsiteX70" fmla="*/ 958781 w 2911583"/>
                  <a:gd name="connsiteY70" fmla="*/ 68312 h 333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911583" h="3337534">
                    <a:moveTo>
                      <a:pt x="1031828" y="0"/>
                    </a:moveTo>
                    <a:lnTo>
                      <a:pt x="1163314" y="48794"/>
                    </a:lnTo>
                    <a:lnTo>
                      <a:pt x="1280190" y="34156"/>
                    </a:lnTo>
                    <a:lnTo>
                      <a:pt x="1440894" y="87830"/>
                    </a:lnTo>
                    <a:lnTo>
                      <a:pt x="1577249" y="34156"/>
                    </a:lnTo>
                    <a:lnTo>
                      <a:pt x="1723344" y="146383"/>
                    </a:lnTo>
                    <a:lnTo>
                      <a:pt x="1835351" y="248851"/>
                    </a:lnTo>
                    <a:lnTo>
                      <a:pt x="1952226" y="326922"/>
                    </a:lnTo>
                    <a:lnTo>
                      <a:pt x="2064233" y="278128"/>
                    </a:lnTo>
                    <a:lnTo>
                      <a:pt x="2132410" y="253730"/>
                    </a:lnTo>
                    <a:lnTo>
                      <a:pt x="2268765" y="297645"/>
                    </a:lnTo>
                    <a:lnTo>
                      <a:pt x="2380772" y="190298"/>
                    </a:lnTo>
                    <a:lnTo>
                      <a:pt x="2468429" y="297645"/>
                    </a:lnTo>
                    <a:lnTo>
                      <a:pt x="2575565" y="429390"/>
                    </a:lnTo>
                    <a:lnTo>
                      <a:pt x="2668092" y="507461"/>
                    </a:lnTo>
                    <a:lnTo>
                      <a:pt x="2760619" y="526979"/>
                    </a:lnTo>
                    <a:lnTo>
                      <a:pt x="2780098" y="634327"/>
                    </a:lnTo>
                    <a:lnTo>
                      <a:pt x="2741140" y="756312"/>
                    </a:lnTo>
                    <a:lnTo>
                      <a:pt x="2770358" y="849021"/>
                    </a:lnTo>
                    <a:lnTo>
                      <a:pt x="2755749" y="922213"/>
                    </a:lnTo>
                    <a:lnTo>
                      <a:pt x="2911583" y="1019802"/>
                    </a:lnTo>
                    <a:lnTo>
                      <a:pt x="2784968" y="1195462"/>
                    </a:lnTo>
                    <a:lnTo>
                      <a:pt x="2624263" y="1356483"/>
                    </a:lnTo>
                    <a:lnTo>
                      <a:pt x="2526867" y="1424795"/>
                    </a:lnTo>
                    <a:lnTo>
                      <a:pt x="2478168" y="1507746"/>
                    </a:lnTo>
                    <a:lnTo>
                      <a:pt x="2463558" y="1600455"/>
                    </a:lnTo>
                    <a:lnTo>
                      <a:pt x="2424600" y="1654129"/>
                    </a:lnTo>
                    <a:lnTo>
                      <a:pt x="2424600" y="1727321"/>
                    </a:lnTo>
                    <a:lnTo>
                      <a:pt x="2405121" y="1854185"/>
                    </a:lnTo>
                    <a:lnTo>
                      <a:pt x="2366162" y="2103037"/>
                    </a:lnTo>
                    <a:lnTo>
                      <a:pt x="2327204" y="2220143"/>
                    </a:lnTo>
                    <a:lnTo>
                      <a:pt x="2249286" y="2283576"/>
                    </a:lnTo>
                    <a:lnTo>
                      <a:pt x="2234676" y="2405561"/>
                    </a:lnTo>
                    <a:lnTo>
                      <a:pt x="2200588" y="2488512"/>
                    </a:lnTo>
                    <a:lnTo>
                      <a:pt x="2142150" y="2488512"/>
                    </a:lnTo>
                    <a:lnTo>
                      <a:pt x="2147020" y="2576342"/>
                    </a:lnTo>
                    <a:lnTo>
                      <a:pt x="2205458" y="2630016"/>
                    </a:lnTo>
                    <a:lnTo>
                      <a:pt x="2259026" y="2708087"/>
                    </a:lnTo>
                    <a:lnTo>
                      <a:pt x="2278505" y="2913023"/>
                    </a:lnTo>
                    <a:lnTo>
                      <a:pt x="2268765" y="3039888"/>
                    </a:lnTo>
                    <a:lnTo>
                      <a:pt x="2278505" y="3239946"/>
                    </a:lnTo>
                    <a:lnTo>
                      <a:pt x="2259026" y="3337534"/>
                    </a:lnTo>
                    <a:lnTo>
                      <a:pt x="1255840" y="3337534"/>
                    </a:lnTo>
                    <a:lnTo>
                      <a:pt x="855649" y="3334388"/>
                    </a:lnTo>
                    <a:cubicBezTo>
                      <a:pt x="855217" y="3276142"/>
                      <a:pt x="868041" y="3217896"/>
                      <a:pt x="867608" y="3159651"/>
                    </a:cubicBezTo>
                    <a:lnTo>
                      <a:pt x="840607" y="3044768"/>
                    </a:lnTo>
                    <a:lnTo>
                      <a:pt x="802946" y="2927662"/>
                    </a:lnTo>
                    <a:lnTo>
                      <a:pt x="792062" y="2574553"/>
                    </a:lnTo>
                    <a:lnTo>
                      <a:pt x="811011" y="2507941"/>
                    </a:lnTo>
                    <a:lnTo>
                      <a:pt x="770387" y="2468995"/>
                    </a:lnTo>
                    <a:lnTo>
                      <a:pt x="731253" y="2371406"/>
                    </a:lnTo>
                    <a:lnTo>
                      <a:pt x="674601" y="2250229"/>
                    </a:lnTo>
                    <a:lnTo>
                      <a:pt x="623904" y="2191934"/>
                    </a:lnTo>
                    <a:lnTo>
                      <a:pt x="554585" y="2157954"/>
                    </a:lnTo>
                    <a:lnTo>
                      <a:pt x="429379" y="2097668"/>
                    </a:lnTo>
                    <a:lnTo>
                      <a:pt x="319968" y="1984574"/>
                    </a:lnTo>
                    <a:lnTo>
                      <a:pt x="270761" y="1849306"/>
                    </a:lnTo>
                    <a:lnTo>
                      <a:pt x="219920" y="1618617"/>
                    </a:lnTo>
                    <a:lnTo>
                      <a:pt x="147660" y="1395518"/>
                    </a:lnTo>
                    <a:lnTo>
                      <a:pt x="0" y="1172302"/>
                    </a:lnTo>
                    <a:lnTo>
                      <a:pt x="98627" y="641019"/>
                    </a:lnTo>
                    <a:lnTo>
                      <a:pt x="114609" y="480752"/>
                    </a:lnTo>
                    <a:lnTo>
                      <a:pt x="111114" y="446972"/>
                    </a:lnTo>
                    <a:lnTo>
                      <a:pt x="4294" y="375717"/>
                    </a:lnTo>
                    <a:lnTo>
                      <a:pt x="145519" y="243972"/>
                    </a:lnTo>
                    <a:lnTo>
                      <a:pt x="223437" y="156142"/>
                    </a:lnTo>
                    <a:lnTo>
                      <a:pt x="335442" y="214695"/>
                    </a:lnTo>
                    <a:lnTo>
                      <a:pt x="578934" y="112227"/>
                    </a:lnTo>
                    <a:lnTo>
                      <a:pt x="705550" y="58553"/>
                    </a:lnTo>
                    <a:lnTo>
                      <a:pt x="827296" y="136624"/>
                    </a:lnTo>
                    <a:lnTo>
                      <a:pt x="958781" y="68312"/>
                    </a:lnTo>
                    <a:close/>
                  </a:path>
                </a:pathLst>
              </a:custGeom>
            </p:spPr>
          </p:pic>
          <p:pic>
            <p:nvPicPr>
              <p:cNvPr id="94" name="Picture 93" descr="A person and person holding a baby&#10;&#10;AI-generated content may be incorrect."/>
              <p:cNvPicPr>
                <a:picLocks noChangeAspect="1"/>
              </p:cNvPicPr>
              <p:nvPr/>
            </p:nvPicPr>
            <p:blipFill>
              <a:blip r:embed="rId6" cstate="print">
                <a:extLst>
                  <a:ext uri="{28A0092B-C50C-407E-A947-70E740481C1C}">
                    <a14:useLocalDpi xmlns:a14="http://schemas.microsoft.com/office/drawing/2010/main" val="0"/>
                  </a:ext>
                </a:extLst>
              </a:blip>
              <a:srcRect l="15800" t="2488" r="11584" b="235"/>
              <a:stretch>
                <a:fillRect/>
              </a:stretch>
            </p:blipFill>
            <p:spPr>
              <a:xfrm>
                <a:off x="359388" y="982412"/>
                <a:ext cx="4469915" cy="4299871"/>
              </a:xfrm>
              <a:custGeom>
                <a:avLst/>
                <a:gdLst>
                  <a:gd name="connsiteX0" fmla="*/ 2366596 w 4469915"/>
                  <a:gd name="connsiteY0" fmla="*/ 0 h 4299871"/>
                  <a:gd name="connsiteX1" fmla="*/ 2656668 w 4469915"/>
                  <a:gd name="connsiteY1" fmla="*/ 226531 h 4299871"/>
                  <a:gd name="connsiteX2" fmla="*/ 2933343 w 4469915"/>
                  <a:gd name="connsiteY2" fmla="*/ 283309 h 4299871"/>
                  <a:gd name="connsiteX3" fmla="*/ 3220290 w 4469915"/>
                  <a:gd name="connsiteY3" fmla="*/ 326399 h 4299871"/>
                  <a:gd name="connsiteX4" fmla="*/ 3337123 w 4469915"/>
                  <a:gd name="connsiteY4" fmla="*/ 424857 h 4299871"/>
                  <a:gd name="connsiteX5" fmla="*/ 3397863 w 4469915"/>
                  <a:gd name="connsiteY5" fmla="*/ 676034 h 4299871"/>
                  <a:gd name="connsiteX6" fmla="*/ 3256425 w 4469915"/>
                  <a:gd name="connsiteY6" fmla="*/ 989922 h 4299871"/>
                  <a:gd name="connsiteX7" fmla="*/ 3386566 w 4469915"/>
                  <a:gd name="connsiteY7" fmla="*/ 1359960 h 4299871"/>
                  <a:gd name="connsiteX8" fmla="*/ 3490105 w 4469915"/>
                  <a:gd name="connsiteY8" fmla="*/ 1799914 h 4299871"/>
                  <a:gd name="connsiteX9" fmla="*/ 3533357 w 4469915"/>
                  <a:gd name="connsiteY9" fmla="*/ 1919814 h 4299871"/>
                  <a:gd name="connsiteX10" fmla="*/ 3619892 w 4469915"/>
                  <a:gd name="connsiteY10" fmla="*/ 2019940 h 4299871"/>
                  <a:gd name="connsiteX11" fmla="*/ 3856077 w 4469915"/>
                  <a:gd name="connsiteY11" fmla="*/ 2150912 h 4299871"/>
                  <a:gd name="connsiteX12" fmla="*/ 3959693 w 4469915"/>
                  <a:gd name="connsiteY12" fmla="*/ 2266628 h 4299871"/>
                  <a:gd name="connsiteX13" fmla="*/ 4043999 w 4469915"/>
                  <a:gd name="connsiteY13" fmla="*/ 2487121 h 4299871"/>
                  <a:gd name="connsiteX14" fmla="*/ 4045918 w 4469915"/>
                  <a:gd name="connsiteY14" fmla="*/ 2928381 h 4299871"/>
                  <a:gd name="connsiteX15" fmla="*/ 4141445 w 4469915"/>
                  <a:gd name="connsiteY15" fmla="*/ 3269949 h 4299871"/>
                  <a:gd name="connsiteX16" fmla="*/ 4456197 w 4469915"/>
                  <a:gd name="connsiteY16" fmla="*/ 3289918 h 4299871"/>
                  <a:gd name="connsiteX17" fmla="*/ 4453201 w 4469915"/>
                  <a:gd name="connsiteY17" fmla="*/ 3379898 h 4299871"/>
                  <a:gd name="connsiteX18" fmla="*/ 4469915 w 4469915"/>
                  <a:gd name="connsiteY18" fmla="*/ 3689712 h 4299871"/>
                  <a:gd name="connsiteX19" fmla="*/ 4379580 w 4469915"/>
                  <a:gd name="connsiteY19" fmla="*/ 3673256 h 4299871"/>
                  <a:gd name="connsiteX20" fmla="*/ 4199875 w 4469915"/>
                  <a:gd name="connsiteY20" fmla="*/ 3719889 h 4299871"/>
                  <a:gd name="connsiteX21" fmla="*/ 4219746 w 4469915"/>
                  <a:gd name="connsiteY21" fmla="*/ 3869740 h 4299871"/>
                  <a:gd name="connsiteX22" fmla="*/ 4113211 w 4469915"/>
                  <a:gd name="connsiteY22" fmla="*/ 3853218 h 4299871"/>
                  <a:gd name="connsiteX23" fmla="*/ 4013214 w 4469915"/>
                  <a:gd name="connsiteY23" fmla="*/ 3866550 h 4299871"/>
                  <a:gd name="connsiteX24" fmla="*/ 3866552 w 4469915"/>
                  <a:gd name="connsiteY24" fmla="*/ 3993214 h 4299871"/>
                  <a:gd name="connsiteX25" fmla="*/ 3806554 w 4469915"/>
                  <a:gd name="connsiteY25" fmla="*/ 3933215 h 4299871"/>
                  <a:gd name="connsiteX26" fmla="*/ 3746555 w 4469915"/>
                  <a:gd name="connsiteY26" fmla="*/ 4079878 h 4299871"/>
                  <a:gd name="connsiteX27" fmla="*/ 3706621 w 4469915"/>
                  <a:gd name="connsiteY27" fmla="*/ 4246540 h 4299871"/>
                  <a:gd name="connsiteX28" fmla="*/ 3566561 w 4469915"/>
                  <a:gd name="connsiteY28" fmla="*/ 4246540 h 4299871"/>
                  <a:gd name="connsiteX29" fmla="*/ 3446564 w 4469915"/>
                  <a:gd name="connsiteY29" fmla="*/ 4233206 h 4299871"/>
                  <a:gd name="connsiteX30" fmla="*/ 3316423 w 4469915"/>
                  <a:gd name="connsiteY30" fmla="*/ 4186508 h 4299871"/>
                  <a:gd name="connsiteX31" fmla="*/ 3206571 w 4469915"/>
                  <a:gd name="connsiteY31" fmla="*/ 4239873 h 4299871"/>
                  <a:gd name="connsiteX32" fmla="*/ 3126573 w 4469915"/>
                  <a:gd name="connsiteY32" fmla="*/ 4173208 h 4299871"/>
                  <a:gd name="connsiteX33" fmla="*/ 3059909 w 4469915"/>
                  <a:gd name="connsiteY33" fmla="*/ 4119877 h 4299871"/>
                  <a:gd name="connsiteX34" fmla="*/ 3059909 w 4469915"/>
                  <a:gd name="connsiteY34" fmla="*/ 3986547 h 4299871"/>
                  <a:gd name="connsiteX35" fmla="*/ 2966578 w 4469915"/>
                  <a:gd name="connsiteY35" fmla="*/ 3993214 h 4299871"/>
                  <a:gd name="connsiteX36" fmla="*/ 2646588 w 4469915"/>
                  <a:gd name="connsiteY36" fmla="*/ 4019880 h 4299871"/>
                  <a:gd name="connsiteX37" fmla="*/ 2666587 w 4469915"/>
                  <a:gd name="connsiteY37" fmla="*/ 3913216 h 4299871"/>
                  <a:gd name="connsiteX38" fmla="*/ 2593256 w 4469915"/>
                  <a:gd name="connsiteY38" fmla="*/ 3859884 h 4299871"/>
                  <a:gd name="connsiteX39" fmla="*/ 2553258 w 4469915"/>
                  <a:gd name="connsiteY39" fmla="*/ 3899883 h 4299871"/>
                  <a:gd name="connsiteX40" fmla="*/ 2526592 w 4469915"/>
                  <a:gd name="connsiteY40" fmla="*/ 3946548 h 4299871"/>
                  <a:gd name="connsiteX41" fmla="*/ 2453261 w 4469915"/>
                  <a:gd name="connsiteY41" fmla="*/ 3946548 h 4299871"/>
                  <a:gd name="connsiteX42" fmla="*/ 2309980 w 4469915"/>
                  <a:gd name="connsiteY42" fmla="*/ 3949930 h 4299871"/>
                  <a:gd name="connsiteX43" fmla="*/ 2293265 w 4469915"/>
                  <a:gd name="connsiteY43" fmla="*/ 4139876 h 4299871"/>
                  <a:gd name="connsiteX44" fmla="*/ 2219934 w 4469915"/>
                  <a:gd name="connsiteY44" fmla="*/ 4266539 h 4299871"/>
                  <a:gd name="connsiteX45" fmla="*/ 2073272 w 4469915"/>
                  <a:gd name="connsiteY45" fmla="*/ 4266539 h 4299871"/>
                  <a:gd name="connsiteX46" fmla="*/ 2006607 w 4469915"/>
                  <a:gd name="connsiteY46" fmla="*/ 4239873 h 4299871"/>
                  <a:gd name="connsiteX47" fmla="*/ 1886611 w 4469915"/>
                  <a:gd name="connsiteY47" fmla="*/ 4279872 h 4299871"/>
                  <a:gd name="connsiteX48" fmla="*/ 1833279 w 4469915"/>
                  <a:gd name="connsiteY48" fmla="*/ 4266539 h 4299871"/>
                  <a:gd name="connsiteX49" fmla="*/ 1759948 w 4469915"/>
                  <a:gd name="connsiteY49" fmla="*/ 4299871 h 4299871"/>
                  <a:gd name="connsiteX50" fmla="*/ 1706616 w 4469915"/>
                  <a:gd name="connsiteY50" fmla="*/ 4293205 h 4299871"/>
                  <a:gd name="connsiteX51" fmla="*/ 1539954 w 4469915"/>
                  <a:gd name="connsiteY51" fmla="*/ 4039879 h 4299871"/>
                  <a:gd name="connsiteX52" fmla="*/ 1493289 w 4469915"/>
                  <a:gd name="connsiteY52" fmla="*/ 3979881 h 4299871"/>
                  <a:gd name="connsiteX53" fmla="*/ 1493289 w 4469915"/>
                  <a:gd name="connsiteY53" fmla="*/ 3899883 h 4299871"/>
                  <a:gd name="connsiteX54" fmla="*/ 1393292 w 4469915"/>
                  <a:gd name="connsiteY54" fmla="*/ 3693223 h 4299871"/>
                  <a:gd name="connsiteX55" fmla="*/ 1393292 w 4469915"/>
                  <a:gd name="connsiteY55" fmla="*/ 3580021 h 4299871"/>
                  <a:gd name="connsiteX56" fmla="*/ 1313294 w 4469915"/>
                  <a:gd name="connsiteY56" fmla="*/ 3559894 h 4299871"/>
                  <a:gd name="connsiteX57" fmla="*/ 979971 w 4469915"/>
                  <a:gd name="connsiteY57" fmla="*/ 3553227 h 4299871"/>
                  <a:gd name="connsiteX58" fmla="*/ 719979 w 4469915"/>
                  <a:gd name="connsiteY58" fmla="*/ 3559894 h 4299871"/>
                  <a:gd name="connsiteX59" fmla="*/ 573317 w 4469915"/>
                  <a:gd name="connsiteY59" fmla="*/ 3546560 h 4299871"/>
                  <a:gd name="connsiteX60" fmla="*/ 426654 w 4469915"/>
                  <a:gd name="connsiteY60" fmla="*/ 3553227 h 4299871"/>
                  <a:gd name="connsiteX61" fmla="*/ 233327 w 4469915"/>
                  <a:gd name="connsiteY61" fmla="*/ 3533227 h 4299871"/>
                  <a:gd name="connsiteX62" fmla="*/ 99997 w 4469915"/>
                  <a:gd name="connsiteY62" fmla="*/ 3593226 h 4299871"/>
                  <a:gd name="connsiteX63" fmla="*/ 66665 w 4469915"/>
                  <a:gd name="connsiteY63" fmla="*/ 3613225 h 4299871"/>
                  <a:gd name="connsiteX64" fmla="*/ 0 w 4469915"/>
                  <a:gd name="connsiteY64" fmla="*/ 3533227 h 4299871"/>
                  <a:gd name="connsiteX65" fmla="*/ 53332 w 4469915"/>
                  <a:gd name="connsiteY65" fmla="*/ 3519829 h 4299871"/>
                  <a:gd name="connsiteX66" fmla="*/ 79998 w 4469915"/>
                  <a:gd name="connsiteY66" fmla="*/ 3293235 h 4299871"/>
                  <a:gd name="connsiteX67" fmla="*/ 226660 w 4469915"/>
                  <a:gd name="connsiteY67" fmla="*/ 3179904 h 4299871"/>
                  <a:gd name="connsiteX68" fmla="*/ 360022 w 4469915"/>
                  <a:gd name="connsiteY68" fmla="*/ 3259774 h 4299871"/>
                  <a:gd name="connsiteX69" fmla="*/ 466653 w 4469915"/>
                  <a:gd name="connsiteY69" fmla="*/ 3179904 h 4299871"/>
                  <a:gd name="connsiteX70" fmla="*/ 519984 w 4469915"/>
                  <a:gd name="connsiteY70" fmla="*/ 3099907 h 4299871"/>
                  <a:gd name="connsiteX71" fmla="*/ 659980 w 4469915"/>
                  <a:gd name="connsiteY71" fmla="*/ 3093241 h 4299871"/>
                  <a:gd name="connsiteX72" fmla="*/ 686646 w 4469915"/>
                  <a:gd name="connsiteY72" fmla="*/ 3073241 h 4299871"/>
                  <a:gd name="connsiteX73" fmla="*/ 659980 w 4469915"/>
                  <a:gd name="connsiteY73" fmla="*/ 3179904 h 4299871"/>
                  <a:gd name="connsiteX74" fmla="*/ 713312 w 4469915"/>
                  <a:gd name="connsiteY74" fmla="*/ 3279901 h 4299871"/>
                  <a:gd name="connsiteX75" fmla="*/ 866641 w 4469915"/>
                  <a:gd name="connsiteY75" fmla="*/ 3199904 h 4299871"/>
                  <a:gd name="connsiteX76" fmla="*/ 1026636 w 4469915"/>
                  <a:gd name="connsiteY76" fmla="*/ 2999910 h 4299871"/>
                  <a:gd name="connsiteX77" fmla="*/ 1126633 w 4469915"/>
                  <a:gd name="connsiteY77" fmla="*/ 2933246 h 4299871"/>
                  <a:gd name="connsiteX78" fmla="*/ 1219964 w 4469915"/>
                  <a:gd name="connsiteY78" fmla="*/ 2819915 h 4299871"/>
                  <a:gd name="connsiteX79" fmla="*/ 1246565 w 4469915"/>
                  <a:gd name="connsiteY79" fmla="*/ 2606589 h 4299871"/>
                  <a:gd name="connsiteX80" fmla="*/ 1253296 w 4469915"/>
                  <a:gd name="connsiteY80" fmla="*/ 2366596 h 4299871"/>
                  <a:gd name="connsiteX81" fmla="*/ 1366626 w 4469915"/>
                  <a:gd name="connsiteY81" fmla="*/ 2213267 h 4299871"/>
                  <a:gd name="connsiteX82" fmla="*/ 1499956 w 4469915"/>
                  <a:gd name="connsiteY82" fmla="*/ 2039939 h 4299871"/>
                  <a:gd name="connsiteX83" fmla="*/ 1686617 w 4469915"/>
                  <a:gd name="connsiteY83" fmla="*/ 1919943 h 4299871"/>
                  <a:gd name="connsiteX84" fmla="*/ 1726616 w 4469915"/>
                  <a:gd name="connsiteY84" fmla="*/ 1773280 h 4299871"/>
                  <a:gd name="connsiteX85" fmla="*/ 1753281 w 4469915"/>
                  <a:gd name="connsiteY85" fmla="*/ 1586619 h 4299871"/>
                  <a:gd name="connsiteX86" fmla="*/ 1779947 w 4469915"/>
                  <a:gd name="connsiteY86" fmla="*/ 1519955 h 4299871"/>
                  <a:gd name="connsiteX87" fmla="*/ 1773280 w 4469915"/>
                  <a:gd name="connsiteY87" fmla="*/ 1393292 h 4299871"/>
                  <a:gd name="connsiteX88" fmla="*/ 1846612 w 4469915"/>
                  <a:gd name="connsiteY88" fmla="*/ 1153299 h 4299871"/>
                  <a:gd name="connsiteX89" fmla="*/ 1853278 w 4469915"/>
                  <a:gd name="connsiteY89" fmla="*/ 966638 h 4299871"/>
                  <a:gd name="connsiteX90" fmla="*/ 1973274 w 4469915"/>
                  <a:gd name="connsiteY90" fmla="*/ 733312 h 4299871"/>
                  <a:gd name="connsiteX91" fmla="*/ 2026704 w 4469915"/>
                  <a:gd name="connsiteY91" fmla="*/ 559983 h 4299871"/>
                  <a:gd name="connsiteX92" fmla="*/ 2016816 w 4469915"/>
                  <a:gd name="connsiteY92" fmla="*/ 346495 h 4299871"/>
                  <a:gd name="connsiteX93" fmla="*/ 2066541 w 4469915"/>
                  <a:gd name="connsiteY93" fmla="*/ 236547 h 4299871"/>
                  <a:gd name="connsiteX94" fmla="*/ 2213268 w 4469915"/>
                  <a:gd name="connsiteY94" fmla="*/ 53332 h 42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469915" h="4299871">
                    <a:moveTo>
                      <a:pt x="2366596" y="0"/>
                    </a:moveTo>
                    <a:cubicBezTo>
                      <a:pt x="2466604" y="81039"/>
                      <a:pt x="2579881" y="112320"/>
                      <a:pt x="2656668" y="226531"/>
                    </a:cubicBezTo>
                    <a:lnTo>
                      <a:pt x="2933343" y="283309"/>
                    </a:lnTo>
                    <a:lnTo>
                      <a:pt x="3220290" y="326399"/>
                    </a:lnTo>
                    <a:cubicBezTo>
                      <a:pt x="3280021" y="352152"/>
                      <a:pt x="3321579" y="370908"/>
                      <a:pt x="3337123" y="424857"/>
                    </a:cubicBezTo>
                    <a:cubicBezTo>
                      <a:pt x="3352667" y="478806"/>
                      <a:pt x="3403747" y="584019"/>
                      <a:pt x="3397863" y="676034"/>
                    </a:cubicBezTo>
                    <a:lnTo>
                      <a:pt x="3256425" y="989922"/>
                    </a:lnTo>
                    <a:lnTo>
                      <a:pt x="3386566" y="1359960"/>
                    </a:lnTo>
                    <a:lnTo>
                      <a:pt x="3490105" y="1799914"/>
                    </a:lnTo>
                    <a:lnTo>
                      <a:pt x="3533357" y="1919814"/>
                    </a:lnTo>
                    <a:lnTo>
                      <a:pt x="3619892" y="2019940"/>
                    </a:lnTo>
                    <a:lnTo>
                      <a:pt x="3856077" y="2150912"/>
                    </a:lnTo>
                    <a:cubicBezTo>
                      <a:pt x="3904064" y="2189865"/>
                      <a:pt x="3935938" y="2210593"/>
                      <a:pt x="3959693" y="2266628"/>
                    </a:cubicBezTo>
                    <a:cubicBezTo>
                      <a:pt x="3983448" y="2322663"/>
                      <a:pt x="4020982" y="2374667"/>
                      <a:pt x="4043999" y="2487121"/>
                    </a:cubicBezTo>
                    <a:cubicBezTo>
                      <a:pt x="4067017" y="2599575"/>
                      <a:pt x="4032919" y="2797910"/>
                      <a:pt x="4045918" y="2928381"/>
                    </a:cubicBezTo>
                    <a:lnTo>
                      <a:pt x="4141445" y="3269949"/>
                    </a:lnTo>
                    <a:cubicBezTo>
                      <a:pt x="4148563" y="3274394"/>
                      <a:pt x="4303126" y="3275522"/>
                      <a:pt x="4456197" y="3289918"/>
                    </a:cubicBezTo>
                    <a:lnTo>
                      <a:pt x="4453201" y="3379898"/>
                    </a:lnTo>
                    <a:lnTo>
                      <a:pt x="4469915" y="3689712"/>
                    </a:lnTo>
                    <a:lnTo>
                      <a:pt x="4379580" y="3673256"/>
                    </a:lnTo>
                    <a:lnTo>
                      <a:pt x="4199875" y="3719889"/>
                    </a:lnTo>
                    <a:lnTo>
                      <a:pt x="4219746" y="3869740"/>
                    </a:lnTo>
                    <a:lnTo>
                      <a:pt x="4113211" y="3853218"/>
                    </a:lnTo>
                    <a:lnTo>
                      <a:pt x="4013214" y="3866550"/>
                    </a:lnTo>
                    <a:lnTo>
                      <a:pt x="3866552" y="3993214"/>
                    </a:lnTo>
                    <a:lnTo>
                      <a:pt x="3806554" y="3933215"/>
                    </a:lnTo>
                    <a:lnTo>
                      <a:pt x="3746555" y="4079878"/>
                    </a:lnTo>
                    <a:lnTo>
                      <a:pt x="3706621" y="4246540"/>
                    </a:lnTo>
                    <a:lnTo>
                      <a:pt x="3566561" y="4246540"/>
                    </a:lnTo>
                    <a:lnTo>
                      <a:pt x="3446564" y="4233206"/>
                    </a:lnTo>
                    <a:lnTo>
                      <a:pt x="3316423" y="4186508"/>
                    </a:lnTo>
                    <a:lnTo>
                      <a:pt x="3206571" y="4239873"/>
                    </a:lnTo>
                    <a:lnTo>
                      <a:pt x="3126573" y="4173208"/>
                    </a:lnTo>
                    <a:lnTo>
                      <a:pt x="3059909" y="4119877"/>
                    </a:lnTo>
                    <a:lnTo>
                      <a:pt x="3059909" y="3986547"/>
                    </a:lnTo>
                    <a:lnTo>
                      <a:pt x="2966578" y="3993214"/>
                    </a:lnTo>
                    <a:lnTo>
                      <a:pt x="2646588" y="4019880"/>
                    </a:lnTo>
                    <a:lnTo>
                      <a:pt x="2666587" y="3913216"/>
                    </a:lnTo>
                    <a:lnTo>
                      <a:pt x="2593256" y="3859884"/>
                    </a:lnTo>
                    <a:lnTo>
                      <a:pt x="2553258" y="3899883"/>
                    </a:lnTo>
                    <a:lnTo>
                      <a:pt x="2526592" y="3946548"/>
                    </a:lnTo>
                    <a:lnTo>
                      <a:pt x="2453261" y="3946548"/>
                    </a:lnTo>
                    <a:lnTo>
                      <a:pt x="2309980" y="3949930"/>
                    </a:lnTo>
                    <a:lnTo>
                      <a:pt x="2293265" y="4139876"/>
                    </a:lnTo>
                    <a:lnTo>
                      <a:pt x="2219934" y="4266539"/>
                    </a:lnTo>
                    <a:lnTo>
                      <a:pt x="2073272" y="4266539"/>
                    </a:lnTo>
                    <a:lnTo>
                      <a:pt x="2006607" y="4239873"/>
                    </a:lnTo>
                    <a:lnTo>
                      <a:pt x="1886611" y="4279872"/>
                    </a:lnTo>
                    <a:lnTo>
                      <a:pt x="1833279" y="4266539"/>
                    </a:lnTo>
                    <a:lnTo>
                      <a:pt x="1759948" y="4299871"/>
                    </a:lnTo>
                    <a:lnTo>
                      <a:pt x="1706616" y="4293205"/>
                    </a:lnTo>
                    <a:lnTo>
                      <a:pt x="1539954" y="4039879"/>
                    </a:lnTo>
                    <a:lnTo>
                      <a:pt x="1493289" y="3979881"/>
                    </a:lnTo>
                    <a:lnTo>
                      <a:pt x="1493289" y="3899883"/>
                    </a:lnTo>
                    <a:lnTo>
                      <a:pt x="1393292" y="3693223"/>
                    </a:lnTo>
                    <a:lnTo>
                      <a:pt x="1393292" y="3580021"/>
                    </a:lnTo>
                    <a:lnTo>
                      <a:pt x="1313294" y="3559894"/>
                    </a:lnTo>
                    <a:lnTo>
                      <a:pt x="979971" y="3553227"/>
                    </a:lnTo>
                    <a:lnTo>
                      <a:pt x="719979" y="3559894"/>
                    </a:lnTo>
                    <a:lnTo>
                      <a:pt x="573317" y="3546560"/>
                    </a:lnTo>
                    <a:lnTo>
                      <a:pt x="426654" y="3553227"/>
                    </a:lnTo>
                    <a:lnTo>
                      <a:pt x="233327" y="3533227"/>
                    </a:lnTo>
                    <a:lnTo>
                      <a:pt x="99997" y="3593226"/>
                    </a:lnTo>
                    <a:lnTo>
                      <a:pt x="66665" y="3613225"/>
                    </a:lnTo>
                    <a:lnTo>
                      <a:pt x="0" y="3533227"/>
                    </a:lnTo>
                    <a:lnTo>
                      <a:pt x="53332" y="3519829"/>
                    </a:lnTo>
                    <a:lnTo>
                      <a:pt x="79998" y="3293235"/>
                    </a:lnTo>
                    <a:lnTo>
                      <a:pt x="226660" y="3179904"/>
                    </a:lnTo>
                    <a:lnTo>
                      <a:pt x="360022" y="3259774"/>
                    </a:lnTo>
                    <a:lnTo>
                      <a:pt x="466653" y="3179904"/>
                    </a:lnTo>
                    <a:lnTo>
                      <a:pt x="519984" y="3099907"/>
                    </a:lnTo>
                    <a:lnTo>
                      <a:pt x="659980" y="3093241"/>
                    </a:lnTo>
                    <a:lnTo>
                      <a:pt x="686646" y="3073241"/>
                    </a:lnTo>
                    <a:lnTo>
                      <a:pt x="659980" y="3179904"/>
                    </a:lnTo>
                    <a:cubicBezTo>
                      <a:pt x="634635" y="3259677"/>
                      <a:pt x="695535" y="3246569"/>
                      <a:pt x="713312" y="3279901"/>
                    </a:cubicBezTo>
                    <a:lnTo>
                      <a:pt x="866641" y="3199904"/>
                    </a:lnTo>
                    <a:lnTo>
                      <a:pt x="1026636" y="2999910"/>
                    </a:lnTo>
                    <a:lnTo>
                      <a:pt x="1126633" y="2933246"/>
                    </a:lnTo>
                    <a:lnTo>
                      <a:pt x="1219964" y="2819915"/>
                    </a:lnTo>
                    <a:lnTo>
                      <a:pt x="1246565" y="2606589"/>
                    </a:lnTo>
                    <a:lnTo>
                      <a:pt x="1253296" y="2366596"/>
                    </a:lnTo>
                    <a:lnTo>
                      <a:pt x="1366626" y="2213267"/>
                    </a:lnTo>
                    <a:lnTo>
                      <a:pt x="1499956" y="2039939"/>
                    </a:lnTo>
                    <a:lnTo>
                      <a:pt x="1686617" y="1919943"/>
                    </a:lnTo>
                    <a:lnTo>
                      <a:pt x="1726616" y="1773280"/>
                    </a:lnTo>
                    <a:lnTo>
                      <a:pt x="1753281" y="1586619"/>
                    </a:lnTo>
                    <a:lnTo>
                      <a:pt x="1779947" y="1519955"/>
                    </a:lnTo>
                    <a:lnTo>
                      <a:pt x="1773280" y="1393292"/>
                    </a:lnTo>
                    <a:lnTo>
                      <a:pt x="1846612" y="1153299"/>
                    </a:lnTo>
                    <a:lnTo>
                      <a:pt x="1853278" y="966638"/>
                    </a:lnTo>
                    <a:lnTo>
                      <a:pt x="1973274" y="733312"/>
                    </a:lnTo>
                    <a:lnTo>
                      <a:pt x="2026704" y="559983"/>
                    </a:lnTo>
                    <a:lnTo>
                      <a:pt x="2016816" y="346495"/>
                    </a:lnTo>
                    <a:lnTo>
                      <a:pt x="2066541" y="236547"/>
                    </a:lnTo>
                    <a:lnTo>
                      <a:pt x="2213268" y="53332"/>
                    </a:lnTo>
                    <a:close/>
                  </a:path>
                </a:pathLst>
              </a:custGeom>
            </p:spPr>
          </p:pic>
        </p:grpSp>
        <p:grpSp>
          <p:nvGrpSpPr>
            <p:cNvPr id="90" name="Group 89"/>
            <p:cNvGrpSpPr/>
            <p:nvPr/>
          </p:nvGrpSpPr>
          <p:grpSpPr>
            <a:xfrm>
              <a:off x="164741" y="102792"/>
              <a:ext cx="5731092" cy="5681115"/>
              <a:chOff x="563745" y="1344610"/>
              <a:chExt cx="6060574" cy="6007723"/>
            </a:xfrm>
          </p:grpSpPr>
          <p:pic>
            <p:nvPicPr>
              <p:cNvPr id="91" name="Picture 90" descr="A person receiving an injection&#10;&#10;AI-generated content may be incorrect."/>
              <p:cNvPicPr>
                <a:picLocks noChangeAspect="1"/>
              </p:cNvPicPr>
              <p:nvPr/>
            </p:nvPicPr>
            <p:blipFill>
              <a:blip r:embed="rId7">
                <a:extLst>
                  <a:ext uri="{28A0092B-C50C-407E-A947-70E740481C1C}">
                    <a14:useLocalDpi xmlns:a14="http://schemas.microsoft.com/office/drawing/2010/main" val="0"/>
                  </a:ext>
                </a:extLst>
              </a:blip>
              <a:srcRect l="12233" t="13237" r="27685" b="1502"/>
              <a:stretch>
                <a:fillRect/>
              </a:stretch>
            </p:blipFill>
            <p:spPr>
              <a:xfrm>
                <a:off x="3566579" y="4607383"/>
                <a:ext cx="2898916" cy="2740505"/>
              </a:xfrm>
              <a:custGeom>
                <a:avLst/>
                <a:gdLst>
                  <a:gd name="connsiteX0" fmla="*/ 3248246 w 3891516"/>
                  <a:gd name="connsiteY0" fmla="*/ 0 h 3678865"/>
                  <a:gd name="connsiteX1" fmla="*/ 3322674 w 3891516"/>
                  <a:gd name="connsiteY1" fmla="*/ 175437 h 3678865"/>
                  <a:gd name="connsiteX2" fmla="*/ 3370521 w 3891516"/>
                  <a:gd name="connsiteY2" fmla="*/ 345558 h 3678865"/>
                  <a:gd name="connsiteX3" fmla="*/ 3349255 w 3891516"/>
                  <a:gd name="connsiteY3" fmla="*/ 494414 h 3678865"/>
                  <a:gd name="connsiteX4" fmla="*/ 3391786 w 3891516"/>
                  <a:gd name="connsiteY4" fmla="*/ 637954 h 3678865"/>
                  <a:gd name="connsiteX5" fmla="*/ 3450265 w 3891516"/>
                  <a:gd name="connsiteY5" fmla="*/ 723014 h 3678865"/>
                  <a:gd name="connsiteX6" fmla="*/ 3535325 w 3891516"/>
                  <a:gd name="connsiteY6" fmla="*/ 797442 h 3678865"/>
                  <a:gd name="connsiteX7" fmla="*/ 3620386 w 3891516"/>
                  <a:gd name="connsiteY7" fmla="*/ 845289 h 3678865"/>
                  <a:gd name="connsiteX8" fmla="*/ 3657600 w 3891516"/>
                  <a:gd name="connsiteY8" fmla="*/ 951614 h 3678865"/>
                  <a:gd name="connsiteX9" fmla="*/ 3726711 w 3891516"/>
                  <a:gd name="connsiteY9" fmla="*/ 1095154 h 3678865"/>
                  <a:gd name="connsiteX10" fmla="*/ 3790507 w 3891516"/>
                  <a:gd name="connsiteY10" fmla="*/ 1286540 h 3678865"/>
                  <a:gd name="connsiteX11" fmla="*/ 3822404 w 3891516"/>
                  <a:gd name="connsiteY11" fmla="*/ 1318437 h 3678865"/>
                  <a:gd name="connsiteX12" fmla="*/ 3891516 w 3891516"/>
                  <a:gd name="connsiteY12" fmla="*/ 1424763 h 3678865"/>
                  <a:gd name="connsiteX13" fmla="*/ 3070522 w 3891516"/>
                  <a:gd name="connsiteY13" fmla="*/ 1531089 h 3678865"/>
                  <a:gd name="connsiteX14" fmla="*/ 3072809 w 3891516"/>
                  <a:gd name="connsiteY14" fmla="*/ 1663996 h 3678865"/>
                  <a:gd name="connsiteX15" fmla="*/ 2890087 w 3891516"/>
                  <a:gd name="connsiteY15" fmla="*/ 1844962 h 3678865"/>
                  <a:gd name="connsiteX16" fmla="*/ 2913321 w 3891516"/>
                  <a:gd name="connsiteY16" fmla="*/ 1919177 h 3678865"/>
                  <a:gd name="connsiteX17" fmla="*/ 2955851 w 3891516"/>
                  <a:gd name="connsiteY17" fmla="*/ 1993605 h 3678865"/>
                  <a:gd name="connsiteX18" fmla="*/ 2987748 w 3891516"/>
                  <a:gd name="connsiteY18" fmla="*/ 2110563 h 3678865"/>
                  <a:gd name="connsiteX19" fmla="*/ 2929587 w 3891516"/>
                  <a:gd name="connsiteY19" fmla="*/ 2277973 h 3678865"/>
                  <a:gd name="connsiteX20" fmla="*/ 2952927 w 3891516"/>
                  <a:gd name="connsiteY20" fmla="*/ 2397642 h 3678865"/>
                  <a:gd name="connsiteX21" fmla="*/ 2958350 w 3891516"/>
                  <a:gd name="connsiteY21" fmla="*/ 2488019 h 3678865"/>
                  <a:gd name="connsiteX22" fmla="*/ 2908322 w 3891516"/>
                  <a:gd name="connsiteY22" fmla="*/ 2610293 h 3678865"/>
                  <a:gd name="connsiteX23" fmla="*/ 2881423 w 3891516"/>
                  <a:gd name="connsiteY23" fmla="*/ 2732568 h 3678865"/>
                  <a:gd name="connsiteX24" fmla="*/ 2860158 w 3891516"/>
                  <a:gd name="connsiteY24" fmla="*/ 2828261 h 3678865"/>
                  <a:gd name="connsiteX25" fmla="*/ 2855478 w 3891516"/>
                  <a:gd name="connsiteY25" fmla="*/ 2937298 h 3678865"/>
                  <a:gd name="connsiteX26" fmla="*/ 2870790 w 3891516"/>
                  <a:gd name="connsiteY26" fmla="*/ 2993065 h 3678865"/>
                  <a:gd name="connsiteX27" fmla="*/ 2886739 w 3891516"/>
                  <a:gd name="connsiteY27" fmla="*/ 3040912 h 3678865"/>
                  <a:gd name="connsiteX28" fmla="*/ 2987748 w 3891516"/>
                  <a:gd name="connsiteY28" fmla="*/ 3083442 h 3678865"/>
                  <a:gd name="connsiteX29" fmla="*/ 3094074 w 3891516"/>
                  <a:gd name="connsiteY29" fmla="*/ 3195084 h 3678865"/>
                  <a:gd name="connsiteX30" fmla="*/ 3168502 w 3891516"/>
                  <a:gd name="connsiteY30" fmla="*/ 3269512 h 3678865"/>
                  <a:gd name="connsiteX31" fmla="*/ 3221665 w 3891516"/>
                  <a:gd name="connsiteY31" fmla="*/ 3264196 h 3678865"/>
                  <a:gd name="connsiteX32" fmla="*/ 3280144 w 3891516"/>
                  <a:gd name="connsiteY32" fmla="*/ 3274828 h 3678865"/>
                  <a:gd name="connsiteX33" fmla="*/ 3333307 w 3891516"/>
                  <a:gd name="connsiteY33" fmla="*/ 3280144 h 3678865"/>
                  <a:gd name="connsiteX34" fmla="*/ 3306725 w 3891516"/>
                  <a:gd name="connsiteY34" fmla="*/ 3211033 h 3678865"/>
                  <a:gd name="connsiteX35" fmla="*/ 3370521 w 3891516"/>
                  <a:gd name="connsiteY35" fmla="*/ 3179135 h 3678865"/>
                  <a:gd name="connsiteX36" fmla="*/ 3439632 w 3891516"/>
                  <a:gd name="connsiteY36" fmla="*/ 3147237 h 3678865"/>
                  <a:gd name="connsiteX37" fmla="*/ 3444948 w 3891516"/>
                  <a:gd name="connsiteY37" fmla="*/ 3631867 h 3678865"/>
                  <a:gd name="connsiteX38" fmla="*/ 3354572 w 3891516"/>
                  <a:gd name="connsiteY38" fmla="*/ 3593805 h 3678865"/>
                  <a:gd name="connsiteX39" fmla="*/ 3301409 w 3891516"/>
                  <a:gd name="connsiteY39" fmla="*/ 3631019 h 3678865"/>
                  <a:gd name="connsiteX40" fmla="*/ 3200400 w 3891516"/>
                  <a:gd name="connsiteY40" fmla="*/ 3678865 h 3678865"/>
                  <a:gd name="connsiteX41" fmla="*/ 3168502 w 3891516"/>
                  <a:gd name="connsiteY41" fmla="*/ 3673549 h 3678865"/>
                  <a:gd name="connsiteX42" fmla="*/ 3104494 w 3891516"/>
                  <a:gd name="connsiteY42" fmla="*/ 3673761 h 3678865"/>
                  <a:gd name="connsiteX43" fmla="*/ 3083335 w 3891516"/>
                  <a:gd name="connsiteY43" fmla="*/ 3599015 h 3678865"/>
                  <a:gd name="connsiteX44" fmla="*/ 2987748 w 3891516"/>
                  <a:gd name="connsiteY44" fmla="*/ 3439633 h 3678865"/>
                  <a:gd name="connsiteX45" fmla="*/ 2910503 w 3891516"/>
                  <a:gd name="connsiteY45" fmla="*/ 3418368 h 3678865"/>
                  <a:gd name="connsiteX46" fmla="*/ 2881423 w 3891516"/>
                  <a:gd name="connsiteY46" fmla="*/ 3296093 h 3678865"/>
                  <a:gd name="connsiteX47" fmla="*/ 2764147 w 3891516"/>
                  <a:gd name="connsiteY47" fmla="*/ 3237933 h 3678865"/>
                  <a:gd name="connsiteX48" fmla="*/ 2647507 w 3891516"/>
                  <a:gd name="connsiteY48" fmla="*/ 3173819 h 3678865"/>
                  <a:gd name="connsiteX49" fmla="*/ 2562446 w 3891516"/>
                  <a:gd name="connsiteY49" fmla="*/ 3173819 h 3678865"/>
                  <a:gd name="connsiteX50" fmla="*/ 2509283 w 3891516"/>
                  <a:gd name="connsiteY50" fmla="*/ 3152554 h 3678865"/>
                  <a:gd name="connsiteX51" fmla="*/ 2413590 w 3891516"/>
                  <a:gd name="connsiteY51" fmla="*/ 3062177 h 3678865"/>
                  <a:gd name="connsiteX52" fmla="*/ 2376376 w 3891516"/>
                  <a:gd name="connsiteY52" fmla="*/ 2971800 h 3678865"/>
                  <a:gd name="connsiteX53" fmla="*/ 2365744 w 3891516"/>
                  <a:gd name="connsiteY53" fmla="*/ 2918637 h 3678865"/>
                  <a:gd name="connsiteX54" fmla="*/ 2328530 w 3891516"/>
                  <a:gd name="connsiteY54" fmla="*/ 2876107 h 3678865"/>
                  <a:gd name="connsiteX55" fmla="*/ 2246605 w 3891516"/>
                  <a:gd name="connsiteY55" fmla="*/ 2924589 h 3678865"/>
                  <a:gd name="connsiteX56" fmla="*/ 2200939 w 3891516"/>
                  <a:gd name="connsiteY56" fmla="*/ 3035596 h 3678865"/>
                  <a:gd name="connsiteX57" fmla="*/ 2115879 w 3891516"/>
                  <a:gd name="connsiteY57" fmla="*/ 3067705 h 3678865"/>
                  <a:gd name="connsiteX58" fmla="*/ 1892595 w 3891516"/>
                  <a:gd name="connsiteY58" fmla="*/ 3040912 h 3678865"/>
                  <a:gd name="connsiteX59" fmla="*/ 1775637 w 3891516"/>
                  <a:gd name="connsiteY59" fmla="*/ 2977117 h 3678865"/>
                  <a:gd name="connsiteX60" fmla="*/ 1594883 w 3891516"/>
                  <a:gd name="connsiteY60" fmla="*/ 2939903 h 3678865"/>
                  <a:gd name="connsiteX61" fmla="*/ 1552353 w 3891516"/>
                  <a:gd name="connsiteY61" fmla="*/ 2870791 h 3678865"/>
                  <a:gd name="connsiteX62" fmla="*/ 1515139 w 3891516"/>
                  <a:gd name="connsiteY62" fmla="*/ 2721935 h 3678865"/>
                  <a:gd name="connsiteX63" fmla="*/ 1360967 w 3891516"/>
                  <a:gd name="connsiteY63" fmla="*/ 2753833 h 3678865"/>
                  <a:gd name="connsiteX64" fmla="*/ 1275907 w 3891516"/>
                  <a:gd name="connsiteY64" fmla="*/ 2780414 h 3678865"/>
                  <a:gd name="connsiteX65" fmla="*/ 1121735 w 3891516"/>
                  <a:gd name="connsiteY65" fmla="*/ 2817628 h 3678865"/>
                  <a:gd name="connsiteX66" fmla="*/ 1143000 w 3891516"/>
                  <a:gd name="connsiteY66" fmla="*/ 2663456 h 3678865"/>
                  <a:gd name="connsiteX67" fmla="*/ 1015409 w 3891516"/>
                  <a:gd name="connsiteY67" fmla="*/ 2631558 h 3678865"/>
                  <a:gd name="connsiteX68" fmla="*/ 1031358 w 3891516"/>
                  <a:gd name="connsiteY68" fmla="*/ 2573079 h 3678865"/>
                  <a:gd name="connsiteX69" fmla="*/ 967562 w 3891516"/>
                  <a:gd name="connsiteY69" fmla="*/ 2557130 h 3678865"/>
                  <a:gd name="connsiteX70" fmla="*/ 893135 w 3891516"/>
                  <a:gd name="connsiteY70" fmla="*/ 2620926 h 3678865"/>
                  <a:gd name="connsiteX71" fmla="*/ 728330 w 3891516"/>
                  <a:gd name="connsiteY71" fmla="*/ 2573079 h 3678865"/>
                  <a:gd name="connsiteX72" fmla="*/ 648586 w 3891516"/>
                  <a:gd name="connsiteY72" fmla="*/ 2604977 h 3678865"/>
                  <a:gd name="connsiteX73" fmla="*/ 505046 w 3891516"/>
                  <a:gd name="connsiteY73" fmla="*/ 2647507 h 3678865"/>
                  <a:gd name="connsiteX74" fmla="*/ 404037 w 3891516"/>
                  <a:gd name="connsiteY74" fmla="*/ 2674089 h 3678865"/>
                  <a:gd name="connsiteX75" fmla="*/ 318976 w 3891516"/>
                  <a:gd name="connsiteY75" fmla="*/ 2620926 h 3678865"/>
                  <a:gd name="connsiteX76" fmla="*/ 249865 w 3891516"/>
                  <a:gd name="connsiteY76" fmla="*/ 2705986 h 3678865"/>
                  <a:gd name="connsiteX77" fmla="*/ 239232 w 3891516"/>
                  <a:gd name="connsiteY77" fmla="*/ 2684721 h 3678865"/>
                  <a:gd name="connsiteX78" fmla="*/ 212651 w 3891516"/>
                  <a:gd name="connsiteY78" fmla="*/ 2642191 h 3678865"/>
                  <a:gd name="connsiteX79" fmla="*/ 212651 w 3891516"/>
                  <a:gd name="connsiteY79" fmla="*/ 2567763 h 3678865"/>
                  <a:gd name="connsiteX80" fmla="*/ 249865 w 3891516"/>
                  <a:gd name="connsiteY80" fmla="*/ 2509284 h 3678865"/>
                  <a:gd name="connsiteX81" fmla="*/ 233916 w 3891516"/>
                  <a:gd name="connsiteY81" fmla="*/ 2402958 h 3678865"/>
                  <a:gd name="connsiteX82" fmla="*/ 217967 w 3891516"/>
                  <a:gd name="connsiteY82" fmla="*/ 2296633 h 3678865"/>
                  <a:gd name="connsiteX83" fmla="*/ 196702 w 3891516"/>
                  <a:gd name="connsiteY83" fmla="*/ 2211572 h 3678865"/>
                  <a:gd name="connsiteX84" fmla="*/ 164804 w 3891516"/>
                  <a:gd name="connsiteY84" fmla="*/ 2147777 h 3678865"/>
                  <a:gd name="connsiteX85" fmla="*/ 111642 w 3891516"/>
                  <a:gd name="connsiteY85" fmla="*/ 2105247 h 3678865"/>
                  <a:gd name="connsiteX86" fmla="*/ 58479 w 3891516"/>
                  <a:gd name="connsiteY86" fmla="*/ 2062717 h 3678865"/>
                  <a:gd name="connsiteX87" fmla="*/ 26581 w 3891516"/>
                  <a:gd name="connsiteY87" fmla="*/ 1924493 h 3678865"/>
                  <a:gd name="connsiteX88" fmla="*/ 26581 w 3891516"/>
                  <a:gd name="connsiteY88" fmla="*/ 1786270 h 3678865"/>
                  <a:gd name="connsiteX89" fmla="*/ 58479 w 3891516"/>
                  <a:gd name="connsiteY89" fmla="*/ 1706526 h 3678865"/>
                  <a:gd name="connsiteX90" fmla="*/ 42530 w 3891516"/>
                  <a:gd name="connsiteY90" fmla="*/ 1616149 h 3678865"/>
                  <a:gd name="connsiteX91" fmla="*/ 58479 w 3891516"/>
                  <a:gd name="connsiteY91" fmla="*/ 1547037 h 3678865"/>
                  <a:gd name="connsiteX92" fmla="*/ 58479 w 3891516"/>
                  <a:gd name="connsiteY92" fmla="*/ 1456661 h 3678865"/>
                  <a:gd name="connsiteX93" fmla="*/ 0 w 3891516"/>
                  <a:gd name="connsiteY93" fmla="*/ 1350335 h 3678865"/>
                  <a:gd name="connsiteX94" fmla="*/ 0 w 3891516"/>
                  <a:gd name="connsiteY94" fmla="*/ 1100470 h 3678865"/>
                  <a:gd name="connsiteX95" fmla="*/ 202018 w 3891516"/>
                  <a:gd name="connsiteY95" fmla="*/ 1275907 h 3678865"/>
                  <a:gd name="connsiteX96" fmla="*/ 345558 w 3891516"/>
                  <a:gd name="connsiteY96" fmla="*/ 1233377 h 3678865"/>
                  <a:gd name="connsiteX97" fmla="*/ 515679 w 3891516"/>
                  <a:gd name="connsiteY97" fmla="*/ 1275907 h 3678865"/>
                  <a:gd name="connsiteX98" fmla="*/ 887818 w 3891516"/>
                  <a:gd name="connsiteY98" fmla="*/ 1291856 h 3678865"/>
                  <a:gd name="connsiteX99" fmla="*/ 1010093 w 3891516"/>
                  <a:gd name="connsiteY99" fmla="*/ 871870 h 3678865"/>
                  <a:gd name="connsiteX100" fmla="*/ 1095153 w 3891516"/>
                  <a:gd name="connsiteY100" fmla="*/ 956930 h 3678865"/>
                  <a:gd name="connsiteX101" fmla="*/ 1297172 w 3891516"/>
                  <a:gd name="connsiteY101" fmla="*/ 792126 h 3678865"/>
                  <a:gd name="connsiteX102" fmla="*/ 1376916 w 3891516"/>
                  <a:gd name="connsiteY102" fmla="*/ 770861 h 3678865"/>
                  <a:gd name="connsiteX103" fmla="*/ 1573618 w 3891516"/>
                  <a:gd name="connsiteY103" fmla="*/ 813391 h 3678865"/>
                  <a:gd name="connsiteX104" fmla="*/ 1547037 w 3891516"/>
                  <a:gd name="connsiteY104" fmla="*/ 595423 h 3678865"/>
                  <a:gd name="connsiteX105" fmla="*/ 1749055 w 3891516"/>
                  <a:gd name="connsiteY105" fmla="*/ 536944 h 3678865"/>
                  <a:gd name="connsiteX106" fmla="*/ 1900411 w 3891516"/>
                  <a:gd name="connsiteY106" fmla="*/ 558210 h 3678865"/>
                  <a:gd name="connsiteX107" fmla="*/ 1893724 w 3891516"/>
                  <a:gd name="connsiteY107" fmla="*/ 3624 h 3678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891516" h="3678865">
                    <a:moveTo>
                      <a:pt x="3248246" y="0"/>
                    </a:moveTo>
                    <a:lnTo>
                      <a:pt x="3322674" y="175437"/>
                    </a:lnTo>
                    <a:lnTo>
                      <a:pt x="3370521" y="345558"/>
                    </a:lnTo>
                    <a:lnTo>
                      <a:pt x="3349255" y="494414"/>
                    </a:lnTo>
                    <a:lnTo>
                      <a:pt x="3391786" y="637954"/>
                    </a:lnTo>
                    <a:lnTo>
                      <a:pt x="3450265" y="723014"/>
                    </a:lnTo>
                    <a:lnTo>
                      <a:pt x="3535325" y="797442"/>
                    </a:lnTo>
                    <a:lnTo>
                      <a:pt x="3620386" y="845289"/>
                    </a:lnTo>
                    <a:lnTo>
                      <a:pt x="3657600" y="951614"/>
                    </a:lnTo>
                    <a:lnTo>
                      <a:pt x="3726711" y="1095154"/>
                    </a:lnTo>
                    <a:lnTo>
                      <a:pt x="3790507" y="1286540"/>
                    </a:lnTo>
                    <a:lnTo>
                      <a:pt x="3822404" y="1318437"/>
                    </a:lnTo>
                    <a:lnTo>
                      <a:pt x="3891516" y="1424763"/>
                    </a:lnTo>
                    <a:lnTo>
                      <a:pt x="3070522" y="1531089"/>
                    </a:lnTo>
                    <a:cubicBezTo>
                      <a:pt x="3037417" y="1557155"/>
                      <a:pt x="3069442" y="1619694"/>
                      <a:pt x="3072809" y="1663996"/>
                    </a:cubicBezTo>
                    <a:lnTo>
                      <a:pt x="2890087" y="1844962"/>
                    </a:lnTo>
                    <a:lnTo>
                      <a:pt x="2913321" y="1919177"/>
                    </a:lnTo>
                    <a:lnTo>
                      <a:pt x="2955851" y="1993605"/>
                    </a:lnTo>
                    <a:lnTo>
                      <a:pt x="2987748" y="2110563"/>
                    </a:lnTo>
                    <a:lnTo>
                      <a:pt x="2929587" y="2277973"/>
                    </a:lnTo>
                    <a:lnTo>
                      <a:pt x="2952927" y="2397642"/>
                    </a:lnTo>
                    <a:cubicBezTo>
                      <a:pt x="2952130" y="2427768"/>
                      <a:pt x="2959147" y="2457893"/>
                      <a:pt x="2958350" y="2488019"/>
                    </a:cubicBezTo>
                    <a:lnTo>
                      <a:pt x="2908322" y="2610293"/>
                    </a:lnTo>
                    <a:lnTo>
                      <a:pt x="2881423" y="2732568"/>
                    </a:lnTo>
                    <a:lnTo>
                      <a:pt x="2860158" y="2828261"/>
                    </a:lnTo>
                    <a:lnTo>
                      <a:pt x="2855478" y="2937298"/>
                    </a:lnTo>
                    <a:lnTo>
                      <a:pt x="2870790" y="2993065"/>
                    </a:lnTo>
                    <a:lnTo>
                      <a:pt x="2886739" y="3040912"/>
                    </a:lnTo>
                    <a:lnTo>
                      <a:pt x="2987748" y="3083442"/>
                    </a:lnTo>
                    <a:lnTo>
                      <a:pt x="3094074" y="3195084"/>
                    </a:lnTo>
                    <a:cubicBezTo>
                      <a:pt x="3118883" y="3219893"/>
                      <a:pt x="3091590" y="3283780"/>
                      <a:pt x="3168502" y="3269512"/>
                    </a:cubicBezTo>
                    <a:lnTo>
                      <a:pt x="3221665" y="3264196"/>
                    </a:lnTo>
                    <a:lnTo>
                      <a:pt x="3280144" y="3274828"/>
                    </a:lnTo>
                    <a:lnTo>
                      <a:pt x="3333307" y="3280144"/>
                    </a:lnTo>
                    <a:lnTo>
                      <a:pt x="3306725" y="3211033"/>
                    </a:lnTo>
                    <a:lnTo>
                      <a:pt x="3370521" y="3179135"/>
                    </a:lnTo>
                    <a:lnTo>
                      <a:pt x="3439632" y="3147237"/>
                    </a:lnTo>
                    <a:lnTo>
                      <a:pt x="3444948" y="3631867"/>
                    </a:lnTo>
                    <a:lnTo>
                      <a:pt x="3354572" y="3593805"/>
                    </a:lnTo>
                    <a:lnTo>
                      <a:pt x="3301409" y="3631019"/>
                    </a:lnTo>
                    <a:lnTo>
                      <a:pt x="3200400" y="3678865"/>
                    </a:lnTo>
                    <a:lnTo>
                      <a:pt x="3168502" y="3673549"/>
                    </a:lnTo>
                    <a:lnTo>
                      <a:pt x="3104494" y="3673761"/>
                    </a:lnTo>
                    <a:lnTo>
                      <a:pt x="3083335" y="3599015"/>
                    </a:lnTo>
                    <a:lnTo>
                      <a:pt x="2987748" y="3439633"/>
                    </a:lnTo>
                    <a:lnTo>
                      <a:pt x="2910503" y="3418368"/>
                    </a:lnTo>
                    <a:cubicBezTo>
                      <a:pt x="2903415" y="3377610"/>
                      <a:pt x="2956245" y="3386348"/>
                      <a:pt x="2881423" y="3296093"/>
                    </a:cubicBezTo>
                    <a:lnTo>
                      <a:pt x="2764147" y="3237933"/>
                    </a:lnTo>
                    <a:lnTo>
                      <a:pt x="2647507" y="3173819"/>
                    </a:lnTo>
                    <a:cubicBezTo>
                      <a:pt x="2595707" y="3137347"/>
                      <a:pt x="2590800" y="3173819"/>
                      <a:pt x="2562446" y="3173819"/>
                    </a:cubicBezTo>
                    <a:lnTo>
                      <a:pt x="2509283" y="3152554"/>
                    </a:lnTo>
                    <a:lnTo>
                      <a:pt x="2413590" y="3062177"/>
                    </a:lnTo>
                    <a:lnTo>
                      <a:pt x="2376376" y="2971800"/>
                    </a:lnTo>
                    <a:lnTo>
                      <a:pt x="2365744" y="2918637"/>
                    </a:lnTo>
                    <a:lnTo>
                      <a:pt x="2328530" y="2876107"/>
                    </a:lnTo>
                    <a:cubicBezTo>
                      <a:pt x="2301222" y="2892268"/>
                      <a:pt x="2245257" y="2895403"/>
                      <a:pt x="2246605" y="2924589"/>
                    </a:cubicBezTo>
                    <a:lnTo>
                      <a:pt x="2200939" y="3035596"/>
                    </a:lnTo>
                    <a:lnTo>
                      <a:pt x="2115879" y="3067705"/>
                    </a:lnTo>
                    <a:cubicBezTo>
                      <a:pt x="2018004" y="3019697"/>
                      <a:pt x="1967023" y="3049843"/>
                      <a:pt x="1892595" y="3040912"/>
                    </a:cubicBezTo>
                    <a:lnTo>
                      <a:pt x="1775637" y="2977117"/>
                    </a:lnTo>
                    <a:lnTo>
                      <a:pt x="1594883" y="2939903"/>
                    </a:lnTo>
                    <a:lnTo>
                      <a:pt x="1552353" y="2870791"/>
                    </a:lnTo>
                    <a:lnTo>
                      <a:pt x="1515139" y="2721935"/>
                    </a:lnTo>
                    <a:lnTo>
                      <a:pt x="1360967" y="2753833"/>
                    </a:lnTo>
                    <a:lnTo>
                      <a:pt x="1275907" y="2780414"/>
                    </a:lnTo>
                    <a:lnTo>
                      <a:pt x="1121735" y="2817628"/>
                    </a:lnTo>
                    <a:lnTo>
                      <a:pt x="1143000" y="2663456"/>
                    </a:lnTo>
                    <a:lnTo>
                      <a:pt x="1015409" y="2631558"/>
                    </a:lnTo>
                    <a:lnTo>
                      <a:pt x="1031358" y="2573079"/>
                    </a:lnTo>
                    <a:lnTo>
                      <a:pt x="967562" y="2557130"/>
                    </a:lnTo>
                    <a:lnTo>
                      <a:pt x="893135" y="2620926"/>
                    </a:lnTo>
                    <a:lnTo>
                      <a:pt x="728330" y="2573079"/>
                    </a:lnTo>
                    <a:lnTo>
                      <a:pt x="648586" y="2604977"/>
                    </a:lnTo>
                    <a:lnTo>
                      <a:pt x="505046" y="2647507"/>
                    </a:lnTo>
                    <a:lnTo>
                      <a:pt x="404037" y="2674089"/>
                    </a:lnTo>
                    <a:lnTo>
                      <a:pt x="318976" y="2620926"/>
                    </a:lnTo>
                    <a:lnTo>
                      <a:pt x="249865" y="2705986"/>
                    </a:lnTo>
                    <a:lnTo>
                      <a:pt x="239232" y="2684721"/>
                    </a:lnTo>
                    <a:cubicBezTo>
                      <a:pt x="218066" y="2684721"/>
                      <a:pt x="234708" y="2686306"/>
                      <a:pt x="212651" y="2642191"/>
                    </a:cubicBezTo>
                    <a:lnTo>
                      <a:pt x="212651" y="2567763"/>
                    </a:lnTo>
                    <a:lnTo>
                      <a:pt x="249865" y="2509284"/>
                    </a:lnTo>
                    <a:lnTo>
                      <a:pt x="233916" y="2402958"/>
                    </a:lnTo>
                    <a:lnTo>
                      <a:pt x="217967" y="2296633"/>
                    </a:lnTo>
                    <a:lnTo>
                      <a:pt x="196702" y="2211572"/>
                    </a:lnTo>
                    <a:lnTo>
                      <a:pt x="164804" y="2147777"/>
                    </a:lnTo>
                    <a:lnTo>
                      <a:pt x="111642" y="2105247"/>
                    </a:lnTo>
                    <a:lnTo>
                      <a:pt x="58479" y="2062717"/>
                    </a:lnTo>
                    <a:lnTo>
                      <a:pt x="26581" y="1924493"/>
                    </a:lnTo>
                    <a:lnTo>
                      <a:pt x="26581" y="1786270"/>
                    </a:lnTo>
                    <a:lnTo>
                      <a:pt x="58479" y="1706526"/>
                    </a:lnTo>
                    <a:lnTo>
                      <a:pt x="42530" y="1616149"/>
                    </a:lnTo>
                    <a:lnTo>
                      <a:pt x="58479" y="1547037"/>
                    </a:lnTo>
                    <a:lnTo>
                      <a:pt x="58479" y="1456661"/>
                    </a:lnTo>
                    <a:lnTo>
                      <a:pt x="0" y="1350335"/>
                    </a:lnTo>
                    <a:lnTo>
                      <a:pt x="0" y="1100470"/>
                    </a:lnTo>
                    <a:lnTo>
                      <a:pt x="202018" y="1275907"/>
                    </a:lnTo>
                    <a:lnTo>
                      <a:pt x="345558" y="1233377"/>
                    </a:lnTo>
                    <a:lnTo>
                      <a:pt x="515679" y="1275907"/>
                    </a:lnTo>
                    <a:lnTo>
                      <a:pt x="887818" y="1291856"/>
                    </a:lnTo>
                    <a:lnTo>
                      <a:pt x="1010093" y="871870"/>
                    </a:lnTo>
                    <a:lnTo>
                      <a:pt x="1095153" y="956930"/>
                    </a:lnTo>
                    <a:lnTo>
                      <a:pt x="1297172" y="792126"/>
                    </a:lnTo>
                    <a:lnTo>
                      <a:pt x="1376916" y="770861"/>
                    </a:lnTo>
                    <a:lnTo>
                      <a:pt x="1573618" y="813391"/>
                    </a:lnTo>
                    <a:lnTo>
                      <a:pt x="1547037" y="595423"/>
                    </a:lnTo>
                    <a:lnTo>
                      <a:pt x="1749055" y="536944"/>
                    </a:lnTo>
                    <a:lnTo>
                      <a:pt x="1900411" y="558210"/>
                    </a:lnTo>
                    <a:lnTo>
                      <a:pt x="1893724" y="3624"/>
                    </a:lnTo>
                    <a:close/>
                  </a:path>
                </a:pathLst>
              </a:custGeom>
              <a:ln w="28575">
                <a:noFill/>
              </a:ln>
            </p:spPr>
          </p:pic>
          <p:sp>
            <p:nvSpPr>
              <p:cNvPr id="92" name="Freeform: Shape 91"/>
              <p:cNvSpPr/>
              <p:nvPr/>
            </p:nvSpPr>
            <p:spPr>
              <a:xfrm>
                <a:off x="563745" y="1344610"/>
                <a:ext cx="6060574" cy="6007723"/>
              </a:xfrm>
              <a:custGeom>
                <a:avLst/>
                <a:gdLst>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59382 w 10460182"/>
                  <a:gd name="connsiteY125" fmla="*/ 6844146 h 10487891"/>
                  <a:gd name="connsiteX126" fmla="*/ 3976254 w 10460182"/>
                  <a:gd name="connsiteY126" fmla="*/ 7148946 h 10487891"/>
                  <a:gd name="connsiteX127" fmla="*/ 3906982 w 10460182"/>
                  <a:gd name="connsiteY127" fmla="*/ 7370618 h 10487891"/>
                  <a:gd name="connsiteX128" fmla="*/ 3879272 w 10460182"/>
                  <a:gd name="connsiteY128" fmla="*/ 7426037 h 10487891"/>
                  <a:gd name="connsiteX129" fmla="*/ 3616036 w 10460182"/>
                  <a:gd name="connsiteY129" fmla="*/ 7384473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1" fmla="*/ 83127 w 10460182"/>
                  <a:gd name="connsiteY0-2" fmla="*/ 6317673 h 10487891"/>
                  <a:gd name="connsiteX1-3" fmla="*/ 96982 w 10460182"/>
                  <a:gd name="connsiteY1-4" fmla="*/ 5874327 h 10487891"/>
                  <a:gd name="connsiteX2-5" fmla="*/ 401782 w 10460182"/>
                  <a:gd name="connsiteY2-6" fmla="*/ 5611091 h 10487891"/>
                  <a:gd name="connsiteX3-7" fmla="*/ 651163 w 10460182"/>
                  <a:gd name="connsiteY3-8" fmla="*/ 5749637 h 10487891"/>
                  <a:gd name="connsiteX4-9" fmla="*/ 858982 w 10460182"/>
                  <a:gd name="connsiteY4-10" fmla="*/ 5583382 h 10487891"/>
                  <a:gd name="connsiteX5-11" fmla="*/ 997527 w 10460182"/>
                  <a:gd name="connsiteY5-12" fmla="*/ 5430982 h 10487891"/>
                  <a:gd name="connsiteX6-13" fmla="*/ 1080654 w 10460182"/>
                  <a:gd name="connsiteY6-14" fmla="*/ 5514109 h 10487891"/>
                  <a:gd name="connsiteX7-15" fmla="*/ 1191491 w 10460182"/>
                  <a:gd name="connsiteY7-16" fmla="*/ 5791200 h 10487891"/>
                  <a:gd name="connsiteX8-17" fmla="*/ 1510145 w 10460182"/>
                  <a:gd name="connsiteY8-18" fmla="*/ 5624946 h 10487891"/>
                  <a:gd name="connsiteX9-19" fmla="*/ 1731818 w 10460182"/>
                  <a:gd name="connsiteY9-20" fmla="*/ 5375564 h 10487891"/>
                  <a:gd name="connsiteX10-21" fmla="*/ 2022763 w 10460182"/>
                  <a:gd name="connsiteY10-22" fmla="*/ 5140037 h 10487891"/>
                  <a:gd name="connsiteX11-23" fmla="*/ 2119745 w 10460182"/>
                  <a:gd name="connsiteY11-24" fmla="*/ 4710546 h 10487891"/>
                  <a:gd name="connsiteX12-25" fmla="*/ 2133600 w 10460182"/>
                  <a:gd name="connsiteY12-26" fmla="*/ 4308764 h 10487891"/>
                  <a:gd name="connsiteX13-27" fmla="*/ 2355272 w 10460182"/>
                  <a:gd name="connsiteY13-28" fmla="*/ 3934691 h 10487891"/>
                  <a:gd name="connsiteX14-29" fmla="*/ 2715491 w 10460182"/>
                  <a:gd name="connsiteY14-30" fmla="*/ 3532909 h 10487891"/>
                  <a:gd name="connsiteX15-31" fmla="*/ 2978727 w 10460182"/>
                  <a:gd name="connsiteY15-32" fmla="*/ 3338946 h 10487891"/>
                  <a:gd name="connsiteX16-33" fmla="*/ 3006436 w 10460182"/>
                  <a:gd name="connsiteY16-34" fmla="*/ 2895600 h 10487891"/>
                  <a:gd name="connsiteX17-35" fmla="*/ 3075709 w 10460182"/>
                  <a:gd name="connsiteY17-36" fmla="*/ 2604655 h 10487891"/>
                  <a:gd name="connsiteX18-37" fmla="*/ 3075709 w 10460182"/>
                  <a:gd name="connsiteY18-38" fmla="*/ 2396837 h 10487891"/>
                  <a:gd name="connsiteX19-39" fmla="*/ 3214254 w 10460182"/>
                  <a:gd name="connsiteY19-40" fmla="*/ 2064327 h 10487891"/>
                  <a:gd name="connsiteX20-41" fmla="*/ 3214254 w 10460182"/>
                  <a:gd name="connsiteY20-42" fmla="*/ 1773382 h 10487891"/>
                  <a:gd name="connsiteX21-43" fmla="*/ 3532909 w 10460182"/>
                  <a:gd name="connsiteY21-44" fmla="*/ 1205346 h 10487891"/>
                  <a:gd name="connsiteX22-45" fmla="*/ 3463636 w 10460182"/>
                  <a:gd name="connsiteY22-46" fmla="*/ 831273 h 10487891"/>
                  <a:gd name="connsiteX23-47" fmla="*/ 3491345 w 10460182"/>
                  <a:gd name="connsiteY23-48" fmla="*/ 623455 h 10487891"/>
                  <a:gd name="connsiteX24-49" fmla="*/ 3823854 w 10460182"/>
                  <a:gd name="connsiteY24-50" fmla="*/ 263237 h 10487891"/>
                  <a:gd name="connsiteX25-51" fmla="*/ 4017818 w 10460182"/>
                  <a:gd name="connsiteY25-52" fmla="*/ 138546 h 10487891"/>
                  <a:gd name="connsiteX26-53" fmla="*/ 4433454 w 10460182"/>
                  <a:gd name="connsiteY26-54" fmla="*/ 374073 h 10487891"/>
                  <a:gd name="connsiteX27-55" fmla="*/ 4599709 w 10460182"/>
                  <a:gd name="connsiteY27-56" fmla="*/ 568037 h 10487891"/>
                  <a:gd name="connsiteX28-57" fmla="*/ 5070763 w 10460182"/>
                  <a:gd name="connsiteY28-58" fmla="*/ 623455 h 10487891"/>
                  <a:gd name="connsiteX29-59" fmla="*/ 5417127 w 10460182"/>
                  <a:gd name="connsiteY29-60" fmla="*/ 637309 h 10487891"/>
                  <a:gd name="connsiteX30-61" fmla="*/ 5680363 w 10460182"/>
                  <a:gd name="connsiteY30-62" fmla="*/ 692727 h 10487891"/>
                  <a:gd name="connsiteX31-63" fmla="*/ 5860472 w 10460182"/>
                  <a:gd name="connsiteY31-64" fmla="*/ 360218 h 10487891"/>
                  <a:gd name="connsiteX32-65" fmla="*/ 6123709 w 10460182"/>
                  <a:gd name="connsiteY32-66" fmla="*/ 401782 h 10487891"/>
                  <a:gd name="connsiteX33-67" fmla="*/ 6594763 w 10460182"/>
                  <a:gd name="connsiteY33-68" fmla="*/ 263237 h 10487891"/>
                  <a:gd name="connsiteX34-69" fmla="*/ 6761018 w 10460182"/>
                  <a:gd name="connsiteY34-70" fmla="*/ 207818 h 10487891"/>
                  <a:gd name="connsiteX35-71" fmla="*/ 7038109 w 10460182"/>
                  <a:gd name="connsiteY35-72" fmla="*/ 277091 h 10487891"/>
                  <a:gd name="connsiteX36-73" fmla="*/ 7232072 w 10460182"/>
                  <a:gd name="connsiteY36-74" fmla="*/ 96982 h 10487891"/>
                  <a:gd name="connsiteX37-75" fmla="*/ 7356763 w 10460182"/>
                  <a:gd name="connsiteY37-76" fmla="*/ 0 h 10487891"/>
                  <a:gd name="connsiteX38-77" fmla="*/ 7606145 w 10460182"/>
                  <a:gd name="connsiteY38-78" fmla="*/ 83127 h 10487891"/>
                  <a:gd name="connsiteX39-79" fmla="*/ 7910945 w 10460182"/>
                  <a:gd name="connsiteY39-80" fmla="*/ 207818 h 10487891"/>
                  <a:gd name="connsiteX40-81" fmla="*/ 8312727 w 10460182"/>
                  <a:gd name="connsiteY40-82" fmla="*/ 138546 h 10487891"/>
                  <a:gd name="connsiteX41-83" fmla="*/ 8672945 w 10460182"/>
                  <a:gd name="connsiteY41-84" fmla="*/ 443346 h 10487891"/>
                  <a:gd name="connsiteX42-85" fmla="*/ 8908472 w 10460182"/>
                  <a:gd name="connsiteY42-86" fmla="*/ 623455 h 10487891"/>
                  <a:gd name="connsiteX43-87" fmla="*/ 9088582 w 10460182"/>
                  <a:gd name="connsiteY43-88" fmla="*/ 526473 h 10487891"/>
                  <a:gd name="connsiteX44-89" fmla="*/ 9351818 w 10460182"/>
                  <a:gd name="connsiteY44-90" fmla="*/ 471055 h 10487891"/>
                  <a:gd name="connsiteX45-91" fmla="*/ 9518072 w 10460182"/>
                  <a:gd name="connsiteY45-92" fmla="*/ 498764 h 10487891"/>
                  <a:gd name="connsiteX46-93" fmla="*/ 9698182 w 10460182"/>
                  <a:gd name="connsiteY46-94" fmla="*/ 526473 h 10487891"/>
                  <a:gd name="connsiteX47-95" fmla="*/ 10002982 w 10460182"/>
                  <a:gd name="connsiteY47-96" fmla="*/ 872837 h 10487891"/>
                  <a:gd name="connsiteX48-97" fmla="*/ 10238509 w 10460182"/>
                  <a:gd name="connsiteY48-98" fmla="*/ 1066800 h 10487891"/>
                  <a:gd name="connsiteX49-99" fmla="*/ 10224654 w 10460182"/>
                  <a:gd name="connsiteY49-100" fmla="*/ 1330037 h 10487891"/>
                  <a:gd name="connsiteX50-101" fmla="*/ 10238509 w 10460182"/>
                  <a:gd name="connsiteY50-102" fmla="*/ 1524000 h 10487891"/>
                  <a:gd name="connsiteX51-103" fmla="*/ 10280072 w 10460182"/>
                  <a:gd name="connsiteY51-104" fmla="*/ 1648691 h 10487891"/>
                  <a:gd name="connsiteX52-105" fmla="*/ 10460182 w 10460182"/>
                  <a:gd name="connsiteY52-106" fmla="*/ 1884218 h 10487891"/>
                  <a:gd name="connsiteX53-107" fmla="*/ 10099963 w 10460182"/>
                  <a:gd name="connsiteY53-108" fmla="*/ 2341418 h 10487891"/>
                  <a:gd name="connsiteX54-109" fmla="*/ 9781309 w 10460182"/>
                  <a:gd name="connsiteY54-110" fmla="*/ 2576946 h 10487891"/>
                  <a:gd name="connsiteX55-111" fmla="*/ 9601200 w 10460182"/>
                  <a:gd name="connsiteY55-112" fmla="*/ 3505200 h 10487891"/>
                  <a:gd name="connsiteX56-113" fmla="*/ 9601200 w 10460182"/>
                  <a:gd name="connsiteY56-114" fmla="*/ 3796146 h 10487891"/>
                  <a:gd name="connsiteX57-115" fmla="*/ 9365672 w 10460182"/>
                  <a:gd name="connsiteY57-116" fmla="*/ 3990109 h 10487891"/>
                  <a:gd name="connsiteX58-117" fmla="*/ 9310254 w 10460182"/>
                  <a:gd name="connsiteY58-118" fmla="*/ 4156364 h 10487891"/>
                  <a:gd name="connsiteX59-119" fmla="*/ 9199418 w 10460182"/>
                  <a:gd name="connsiteY59-120" fmla="*/ 4364182 h 10487891"/>
                  <a:gd name="connsiteX60-121" fmla="*/ 9268691 w 10460182"/>
                  <a:gd name="connsiteY60-122" fmla="*/ 4530437 h 10487891"/>
                  <a:gd name="connsiteX61-123" fmla="*/ 9337963 w 10460182"/>
                  <a:gd name="connsiteY61-124" fmla="*/ 4738255 h 10487891"/>
                  <a:gd name="connsiteX62-125" fmla="*/ 9421091 w 10460182"/>
                  <a:gd name="connsiteY62-126" fmla="*/ 4987637 h 10487891"/>
                  <a:gd name="connsiteX63-127" fmla="*/ 9434945 w 10460182"/>
                  <a:gd name="connsiteY63-128" fmla="*/ 5292437 h 10487891"/>
                  <a:gd name="connsiteX64-129" fmla="*/ 9462654 w 10460182"/>
                  <a:gd name="connsiteY64-130" fmla="*/ 5694218 h 10487891"/>
                  <a:gd name="connsiteX65-131" fmla="*/ 9587345 w 10460182"/>
                  <a:gd name="connsiteY65-132" fmla="*/ 6054437 h 10487891"/>
                  <a:gd name="connsiteX66-133" fmla="*/ 9545782 w 10460182"/>
                  <a:gd name="connsiteY66-134" fmla="*/ 6456218 h 10487891"/>
                  <a:gd name="connsiteX67-135" fmla="*/ 9933709 w 10460182"/>
                  <a:gd name="connsiteY67-136" fmla="*/ 6941127 h 10487891"/>
                  <a:gd name="connsiteX68-137" fmla="*/ 10113818 w 10460182"/>
                  <a:gd name="connsiteY68-138" fmla="*/ 7287491 h 10487891"/>
                  <a:gd name="connsiteX69-139" fmla="*/ 10252363 w 10460182"/>
                  <a:gd name="connsiteY69-140" fmla="*/ 7620000 h 10487891"/>
                  <a:gd name="connsiteX70-141" fmla="*/ 9670472 w 10460182"/>
                  <a:gd name="connsiteY70-142" fmla="*/ 7620000 h 10487891"/>
                  <a:gd name="connsiteX71-143" fmla="*/ 9337963 w 10460182"/>
                  <a:gd name="connsiteY71-144" fmla="*/ 7730837 h 10487891"/>
                  <a:gd name="connsiteX72-145" fmla="*/ 9102436 w 10460182"/>
                  <a:gd name="connsiteY72-146" fmla="*/ 7869382 h 10487891"/>
                  <a:gd name="connsiteX73-147" fmla="*/ 9019309 w 10460182"/>
                  <a:gd name="connsiteY73-148" fmla="*/ 8077200 h 10487891"/>
                  <a:gd name="connsiteX74-149" fmla="*/ 8936182 w 10460182"/>
                  <a:gd name="connsiteY74-150" fmla="*/ 8174182 h 10487891"/>
                  <a:gd name="connsiteX75-151" fmla="*/ 8991600 w 10460182"/>
                  <a:gd name="connsiteY75-152" fmla="*/ 8603673 h 10487891"/>
                  <a:gd name="connsiteX76-153" fmla="*/ 8963891 w 10460182"/>
                  <a:gd name="connsiteY76-154" fmla="*/ 8811491 h 10487891"/>
                  <a:gd name="connsiteX77-155" fmla="*/ 8991600 w 10460182"/>
                  <a:gd name="connsiteY77-156" fmla="*/ 9047018 h 10487891"/>
                  <a:gd name="connsiteX78-157" fmla="*/ 8894618 w 10460182"/>
                  <a:gd name="connsiteY78-158" fmla="*/ 9351818 h 10487891"/>
                  <a:gd name="connsiteX79-159" fmla="*/ 8922327 w 10460182"/>
                  <a:gd name="connsiteY79-160" fmla="*/ 9615055 h 10487891"/>
                  <a:gd name="connsiteX80-161" fmla="*/ 9144000 w 10460182"/>
                  <a:gd name="connsiteY80-162" fmla="*/ 9781309 h 10487891"/>
                  <a:gd name="connsiteX81-163" fmla="*/ 9337963 w 10460182"/>
                  <a:gd name="connsiteY81-164" fmla="*/ 9947564 h 10487891"/>
                  <a:gd name="connsiteX82-165" fmla="*/ 9504218 w 10460182"/>
                  <a:gd name="connsiteY82-166" fmla="*/ 9850582 h 10487891"/>
                  <a:gd name="connsiteX83-167" fmla="*/ 9615054 w 10460182"/>
                  <a:gd name="connsiteY83-168" fmla="*/ 9767455 h 10487891"/>
                  <a:gd name="connsiteX84-169" fmla="*/ 9698182 w 10460182"/>
                  <a:gd name="connsiteY84-170" fmla="*/ 9795164 h 10487891"/>
                  <a:gd name="connsiteX85-171" fmla="*/ 9684327 w 10460182"/>
                  <a:gd name="connsiteY85-172" fmla="*/ 10335491 h 10487891"/>
                  <a:gd name="connsiteX86-173" fmla="*/ 9490363 w 10460182"/>
                  <a:gd name="connsiteY86-174" fmla="*/ 10487891 h 10487891"/>
                  <a:gd name="connsiteX87-175" fmla="*/ 9310254 w 10460182"/>
                  <a:gd name="connsiteY87-176" fmla="*/ 10474037 h 10487891"/>
                  <a:gd name="connsiteX88-177" fmla="*/ 9227127 w 10460182"/>
                  <a:gd name="connsiteY88-178" fmla="*/ 10321637 h 10487891"/>
                  <a:gd name="connsiteX89-179" fmla="*/ 9033163 w 10460182"/>
                  <a:gd name="connsiteY89-180" fmla="*/ 10072255 h 10487891"/>
                  <a:gd name="connsiteX90-181" fmla="*/ 8825345 w 10460182"/>
                  <a:gd name="connsiteY90-182" fmla="*/ 9892146 h 10487891"/>
                  <a:gd name="connsiteX91-183" fmla="*/ 8534400 w 10460182"/>
                  <a:gd name="connsiteY91-184" fmla="*/ 9781309 h 10487891"/>
                  <a:gd name="connsiteX92-185" fmla="*/ 8423563 w 10460182"/>
                  <a:gd name="connsiteY92-186" fmla="*/ 9725891 h 10487891"/>
                  <a:gd name="connsiteX93-187" fmla="*/ 8285018 w 10460182"/>
                  <a:gd name="connsiteY93-188" fmla="*/ 9559637 h 10487891"/>
                  <a:gd name="connsiteX94-189" fmla="*/ 8257309 w 10460182"/>
                  <a:gd name="connsiteY94-190" fmla="*/ 9421091 h 10487891"/>
                  <a:gd name="connsiteX95-191" fmla="*/ 8146472 w 10460182"/>
                  <a:gd name="connsiteY95-192" fmla="*/ 9434946 h 10487891"/>
                  <a:gd name="connsiteX96-193" fmla="*/ 8091054 w 10460182"/>
                  <a:gd name="connsiteY96-194" fmla="*/ 9656618 h 10487891"/>
                  <a:gd name="connsiteX97-195" fmla="*/ 7744691 w 10460182"/>
                  <a:gd name="connsiteY97-196" fmla="*/ 9559637 h 10487891"/>
                  <a:gd name="connsiteX98-197" fmla="*/ 7536872 w 10460182"/>
                  <a:gd name="connsiteY98-198" fmla="*/ 9573491 h 10487891"/>
                  <a:gd name="connsiteX99-199" fmla="*/ 7481454 w 10460182"/>
                  <a:gd name="connsiteY99-200" fmla="*/ 9504218 h 10487891"/>
                  <a:gd name="connsiteX100-201" fmla="*/ 7439891 w 10460182"/>
                  <a:gd name="connsiteY100-202" fmla="*/ 9240982 h 10487891"/>
                  <a:gd name="connsiteX101-203" fmla="*/ 7356763 w 10460182"/>
                  <a:gd name="connsiteY101-204" fmla="*/ 9434946 h 10487891"/>
                  <a:gd name="connsiteX102-205" fmla="*/ 7287491 w 10460182"/>
                  <a:gd name="connsiteY102-206" fmla="*/ 9421091 h 10487891"/>
                  <a:gd name="connsiteX103-207" fmla="*/ 7232072 w 10460182"/>
                  <a:gd name="connsiteY103-208" fmla="*/ 9185564 h 10487891"/>
                  <a:gd name="connsiteX104-209" fmla="*/ 6954982 w 10460182"/>
                  <a:gd name="connsiteY104-210" fmla="*/ 9268691 h 10487891"/>
                  <a:gd name="connsiteX105-211" fmla="*/ 6705600 w 10460182"/>
                  <a:gd name="connsiteY105-212" fmla="*/ 9310255 h 10487891"/>
                  <a:gd name="connsiteX106-213" fmla="*/ 6705600 w 10460182"/>
                  <a:gd name="connsiteY106-214" fmla="*/ 9116291 h 10487891"/>
                  <a:gd name="connsiteX107-215" fmla="*/ 6511636 w 10460182"/>
                  <a:gd name="connsiteY107-216" fmla="*/ 9033164 h 10487891"/>
                  <a:gd name="connsiteX108-217" fmla="*/ 6428509 w 10460182"/>
                  <a:gd name="connsiteY108-218" fmla="*/ 9033164 h 10487891"/>
                  <a:gd name="connsiteX109-219" fmla="*/ 6289963 w 10460182"/>
                  <a:gd name="connsiteY109-220" fmla="*/ 9074727 h 10487891"/>
                  <a:gd name="connsiteX110-221" fmla="*/ 6234545 w 10460182"/>
                  <a:gd name="connsiteY110-222" fmla="*/ 9047018 h 10487891"/>
                  <a:gd name="connsiteX111-223" fmla="*/ 5971309 w 10460182"/>
                  <a:gd name="connsiteY111-224" fmla="*/ 9116291 h 10487891"/>
                  <a:gd name="connsiteX112-225" fmla="*/ 5749636 w 10460182"/>
                  <a:gd name="connsiteY112-226" fmla="*/ 9130146 h 10487891"/>
                  <a:gd name="connsiteX113-227" fmla="*/ 5638800 w 10460182"/>
                  <a:gd name="connsiteY113-228" fmla="*/ 9130146 h 10487891"/>
                  <a:gd name="connsiteX114-229" fmla="*/ 5527963 w 10460182"/>
                  <a:gd name="connsiteY114-230" fmla="*/ 9130146 h 10487891"/>
                  <a:gd name="connsiteX115-231" fmla="*/ 5541818 w 10460182"/>
                  <a:gd name="connsiteY115-232" fmla="*/ 8950037 h 10487891"/>
                  <a:gd name="connsiteX116-233" fmla="*/ 5541818 w 10460182"/>
                  <a:gd name="connsiteY116-234" fmla="*/ 8672946 h 10487891"/>
                  <a:gd name="connsiteX117-235" fmla="*/ 5361709 w 10460182"/>
                  <a:gd name="connsiteY117-236" fmla="*/ 8340437 h 10487891"/>
                  <a:gd name="connsiteX118-237" fmla="*/ 5250872 w 10460182"/>
                  <a:gd name="connsiteY118-238" fmla="*/ 8146473 h 10487891"/>
                  <a:gd name="connsiteX119-239" fmla="*/ 5347854 w 10460182"/>
                  <a:gd name="connsiteY119-240" fmla="*/ 7689273 h 10487891"/>
                  <a:gd name="connsiteX120-241" fmla="*/ 5237018 w 10460182"/>
                  <a:gd name="connsiteY120-242" fmla="*/ 7342909 h 10487891"/>
                  <a:gd name="connsiteX121-243" fmla="*/ 5250872 w 10460182"/>
                  <a:gd name="connsiteY121-244" fmla="*/ 7148946 h 10487891"/>
                  <a:gd name="connsiteX122-245" fmla="*/ 5250872 w 10460182"/>
                  <a:gd name="connsiteY122-246" fmla="*/ 7010400 h 10487891"/>
                  <a:gd name="connsiteX123-247" fmla="*/ 4613563 w 10460182"/>
                  <a:gd name="connsiteY123-248" fmla="*/ 7051964 h 10487891"/>
                  <a:gd name="connsiteX124-249" fmla="*/ 4502727 w 10460182"/>
                  <a:gd name="connsiteY124-250" fmla="*/ 6858000 h 10487891"/>
                  <a:gd name="connsiteX125-251" fmla="*/ 4059382 w 10460182"/>
                  <a:gd name="connsiteY125-252" fmla="*/ 6844146 h 10487891"/>
                  <a:gd name="connsiteX126-253" fmla="*/ 3976254 w 10460182"/>
                  <a:gd name="connsiteY126-254" fmla="*/ 7148946 h 10487891"/>
                  <a:gd name="connsiteX127-255" fmla="*/ 3906982 w 10460182"/>
                  <a:gd name="connsiteY127-256" fmla="*/ 7370618 h 10487891"/>
                  <a:gd name="connsiteX128-257" fmla="*/ 3879272 w 10460182"/>
                  <a:gd name="connsiteY128-258" fmla="*/ 7426037 h 10487891"/>
                  <a:gd name="connsiteX129-259" fmla="*/ 3559528 w 10460182"/>
                  <a:gd name="connsiteY129-260" fmla="*/ 7476941 h 10487891"/>
                  <a:gd name="connsiteX130-261" fmla="*/ 3311236 w 10460182"/>
                  <a:gd name="connsiteY130-262" fmla="*/ 7481455 h 10487891"/>
                  <a:gd name="connsiteX131-263" fmla="*/ 2895600 w 10460182"/>
                  <a:gd name="connsiteY131-264" fmla="*/ 7467600 h 10487891"/>
                  <a:gd name="connsiteX132-265" fmla="*/ 2784763 w 10460182"/>
                  <a:gd name="connsiteY132-266" fmla="*/ 7218218 h 10487891"/>
                  <a:gd name="connsiteX133-267" fmla="*/ 2604654 w 10460182"/>
                  <a:gd name="connsiteY133-268" fmla="*/ 6941127 h 10487891"/>
                  <a:gd name="connsiteX134-269" fmla="*/ 2410691 w 10460182"/>
                  <a:gd name="connsiteY134-270" fmla="*/ 6442364 h 10487891"/>
                  <a:gd name="connsiteX135-271" fmla="*/ 2327563 w 10460182"/>
                  <a:gd name="connsiteY135-272" fmla="*/ 6303818 h 10487891"/>
                  <a:gd name="connsiteX136-273" fmla="*/ 1662545 w 10460182"/>
                  <a:gd name="connsiteY136-274" fmla="*/ 6276109 h 10487891"/>
                  <a:gd name="connsiteX137-275" fmla="*/ 1233054 w 10460182"/>
                  <a:gd name="connsiteY137-276" fmla="*/ 6276109 h 10487891"/>
                  <a:gd name="connsiteX138-277" fmla="*/ 1136072 w 10460182"/>
                  <a:gd name="connsiteY138-278" fmla="*/ 6331527 h 10487891"/>
                  <a:gd name="connsiteX139-279" fmla="*/ 706582 w 10460182"/>
                  <a:gd name="connsiteY139-280" fmla="*/ 6289964 h 10487891"/>
                  <a:gd name="connsiteX140-281" fmla="*/ 318654 w 10460182"/>
                  <a:gd name="connsiteY140-282" fmla="*/ 6317673 h 10487891"/>
                  <a:gd name="connsiteX141-283" fmla="*/ 96982 w 10460182"/>
                  <a:gd name="connsiteY141-284" fmla="*/ 6470073 h 10487891"/>
                  <a:gd name="connsiteX142-285" fmla="*/ 0 w 10460182"/>
                  <a:gd name="connsiteY142-286" fmla="*/ 6373091 h 10487891"/>
                  <a:gd name="connsiteX143-287" fmla="*/ 83127 w 10460182"/>
                  <a:gd name="connsiteY143-288" fmla="*/ 6317673 h 10487891"/>
                  <a:gd name="connsiteX0-289" fmla="*/ 83127 w 10460182"/>
                  <a:gd name="connsiteY0-290" fmla="*/ 6317673 h 10487891"/>
                  <a:gd name="connsiteX1-291" fmla="*/ 96982 w 10460182"/>
                  <a:gd name="connsiteY1-292" fmla="*/ 5874327 h 10487891"/>
                  <a:gd name="connsiteX2-293" fmla="*/ 401782 w 10460182"/>
                  <a:gd name="connsiteY2-294" fmla="*/ 5611091 h 10487891"/>
                  <a:gd name="connsiteX3-295" fmla="*/ 651163 w 10460182"/>
                  <a:gd name="connsiteY3-296" fmla="*/ 5749637 h 10487891"/>
                  <a:gd name="connsiteX4-297" fmla="*/ 858982 w 10460182"/>
                  <a:gd name="connsiteY4-298" fmla="*/ 5583382 h 10487891"/>
                  <a:gd name="connsiteX5-299" fmla="*/ 997527 w 10460182"/>
                  <a:gd name="connsiteY5-300" fmla="*/ 5430982 h 10487891"/>
                  <a:gd name="connsiteX6-301" fmla="*/ 1080654 w 10460182"/>
                  <a:gd name="connsiteY6-302" fmla="*/ 5514109 h 10487891"/>
                  <a:gd name="connsiteX7-303" fmla="*/ 1191491 w 10460182"/>
                  <a:gd name="connsiteY7-304" fmla="*/ 5791200 h 10487891"/>
                  <a:gd name="connsiteX8-305" fmla="*/ 1510145 w 10460182"/>
                  <a:gd name="connsiteY8-306" fmla="*/ 5624946 h 10487891"/>
                  <a:gd name="connsiteX9-307" fmla="*/ 1731818 w 10460182"/>
                  <a:gd name="connsiteY9-308" fmla="*/ 5375564 h 10487891"/>
                  <a:gd name="connsiteX10-309" fmla="*/ 2022763 w 10460182"/>
                  <a:gd name="connsiteY10-310" fmla="*/ 5140037 h 10487891"/>
                  <a:gd name="connsiteX11-311" fmla="*/ 2119745 w 10460182"/>
                  <a:gd name="connsiteY11-312" fmla="*/ 4710546 h 10487891"/>
                  <a:gd name="connsiteX12-313" fmla="*/ 2133600 w 10460182"/>
                  <a:gd name="connsiteY12-314" fmla="*/ 4308764 h 10487891"/>
                  <a:gd name="connsiteX13-315" fmla="*/ 2355272 w 10460182"/>
                  <a:gd name="connsiteY13-316" fmla="*/ 3934691 h 10487891"/>
                  <a:gd name="connsiteX14-317" fmla="*/ 2715491 w 10460182"/>
                  <a:gd name="connsiteY14-318" fmla="*/ 3532909 h 10487891"/>
                  <a:gd name="connsiteX15-319" fmla="*/ 2978727 w 10460182"/>
                  <a:gd name="connsiteY15-320" fmla="*/ 3338946 h 10487891"/>
                  <a:gd name="connsiteX16-321" fmla="*/ 3006436 w 10460182"/>
                  <a:gd name="connsiteY16-322" fmla="*/ 2895600 h 10487891"/>
                  <a:gd name="connsiteX17-323" fmla="*/ 3075709 w 10460182"/>
                  <a:gd name="connsiteY17-324" fmla="*/ 2604655 h 10487891"/>
                  <a:gd name="connsiteX18-325" fmla="*/ 3075709 w 10460182"/>
                  <a:gd name="connsiteY18-326" fmla="*/ 2396837 h 10487891"/>
                  <a:gd name="connsiteX19-327" fmla="*/ 3214254 w 10460182"/>
                  <a:gd name="connsiteY19-328" fmla="*/ 2064327 h 10487891"/>
                  <a:gd name="connsiteX20-329" fmla="*/ 3214254 w 10460182"/>
                  <a:gd name="connsiteY20-330" fmla="*/ 1773382 h 10487891"/>
                  <a:gd name="connsiteX21-331" fmla="*/ 3532909 w 10460182"/>
                  <a:gd name="connsiteY21-332" fmla="*/ 1205346 h 10487891"/>
                  <a:gd name="connsiteX22-333" fmla="*/ 3463636 w 10460182"/>
                  <a:gd name="connsiteY22-334" fmla="*/ 831273 h 10487891"/>
                  <a:gd name="connsiteX23-335" fmla="*/ 3491345 w 10460182"/>
                  <a:gd name="connsiteY23-336" fmla="*/ 623455 h 10487891"/>
                  <a:gd name="connsiteX24-337" fmla="*/ 3823854 w 10460182"/>
                  <a:gd name="connsiteY24-338" fmla="*/ 263237 h 10487891"/>
                  <a:gd name="connsiteX25-339" fmla="*/ 4017818 w 10460182"/>
                  <a:gd name="connsiteY25-340" fmla="*/ 138546 h 10487891"/>
                  <a:gd name="connsiteX26-341" fmla="*/ 4433454 w 10460182"/>
                  <a:gd name="connsiteY26-342" fmla="*/ 374073 h 10487891"/>
                  <a:gd name="connsiteX27-343" fmla="*/ 4599709 w 10460182"/>
                  <a:gd name="connsiteY27-344" fmla="*/ 568037 h 10487891"/>
                  <a:gd name="connsiteX28-345" fmla="*/ 5070763 w 10460182"/>
                  <a:gd name="connsiteY28-346" fmla="*/ 623455 h 10487891"/>
                  <a:gd name="connsiteX29-347" fmla="*/ 5417127 w 10460182"/>
                  <a:gd name="connsiteY29-348" fmla="*/ 637309 h 10487891"/>
                  <a:gd name="connsiteX30-349" fmla="*/ 5680363 w 10460182"/>
                  <a:gd name="connsiteY30-350" fmla="*/ 692727 h 10487891"/>
                  <a:gd name="connsiteX31-351" fmla="*/ 5860472 w 10460182"/>
                  <a:gd name="connsiteY31-352" fmla="*/ 360218 h 10487891"/>
                  <a:gd name="connsiteX32-353" fmla="*/ 6123709 w 10460182"/>
                  <a:gd name="connsiteY32-354" fmla="*/ 401782 h 10487891"/>
                  <a:gd name="connsiteX33-355" fmla="*/ 6594763 w 10460182"/>
                  <a:gd name="connsiteY33-356" fmla="*/ 263237 h 10487891"/>
                  <a:gd name="connsiteX34-357" fmla="*/ 6761018 w 10460182"/>
                  <a:gd name="connsiteY34-358" fmla="*/ 207818 h 10487891"/>
                  <a:gd name="connsiteX35-359" fmla="*/ 7038109 w 10460182"/>
                  <a:gd name="connsiteY35-360" fmla="*/ 277091 h 10487891"/>
                  <a:gd name="connsiteX36-361" fmla="*/ 7232072 w 10460182"/>
                  <a:gd name="connsiteY36-362" fmla="*/ 96982 h 10487891"/>
                  <a:gd name="connsiteX37-363" fmla="*/ 7356763 w 10460182"/>
                  <a:gd name="connsiteY37-364" fmla="*/ 0 h 10487891"/>
                  <a:gd name="connsiteX38-365" fmla="*/ 7606145 w 10460182"/>
                  <a:gd name="connsiteY38-366" fmla="*/ 83127 h 10487891"/>
                  <a:gd name="connsiteX39-367" fmla="*/ 7910945 w 10460182"/>
                  <a:gd name="connsiteY39-368" fmla="*/ 207818 h 10487891"/>
                  <a:gd name="connsiteX40-369" fmla="*/ 8312727 w 10460182"/>
                  <a:gd name="connsiteY40-370" fmla="*/ 138546 h 10487891"/>
                  <a:gd name="connsiteX41-371" fmla="*/ 8672945 w 10460182"/>
                  <a:gd name="connsiteY41-372" fmla="*/ 443346 h 10487891"/>
                  <a:gd name="connsiteX42-373" fmla="*/ 8908472 w 10460182"/>
                  <a:gd name="connsiteY42-374" fmla="*/ 623455 h 10487891"/>
                  <a:gd name="connsiteX43-375" fmla="*/ 9088582 w 10460182"/>
                  <a:gd name="connsiteY43-376" fmla="*/ 526473 h 10487891"/>
                  <a:gd name="connsiteX44-377" fmla="*/ 9351818 w 10460182"/>
                  <a:gd name="connsiteY44-378" fmla="*/ 471055 h 10487891"/>
                  <a:gd name="connsiteX45-379" fmla="*/ 9518072 w 10460182"/>
                  <a:gd name="connsiteY45-380" fmla="*/ 498764 h 10487891"/>
                  <a:gd name="connsiteX46-381" fmla="*/ 9698182 w 10460182"/>
                  <a:gd name="connsiteY46-382" fmla="*/ 526473 h 10487891"/>
                  <a:gd name="connsiteX47-383" fmla="*/ 10002982 w 10460182"/>
                  <a:gd name="connsiteY47-384" fmla="*/ 872837 h 10487891"/>
                  <a:gd name="connsiteX48-385" fmla="*/ 10238509 w 10460182"/>
                  <a:gd name="connsiteY48-386" fmla="*/ 1066800 h 10487891"/>
                  <a:gd name="connsiteX49-387" fmla="*/ 10224654 w 10460182"/>
                  <a:gd name="connsiteY49-388" fmla="*/ 1330037 h 10487891"/>
                  <a:gd name="connsiteX50-389" fmla="*/ 10238509 w 10460182"/>
                  <a:gd name="connsiteY50-390" fmla="*/ 1524000 h 10487891"/>
                  <a:gd name="connsiteX51-391" fmla="*/ 10280072 w 10460182"/>
                  <a:gd name="connsiteY51-392" fmla="*/ 1648691 h 10487891"/>
                  <a:gd name="connsiteX52-393" fmla="*/ 10460182 w 10460182"/>
                  <a:gd name="connsiteY52-394" fmla="*/ 1884218 h 10487891"/>
                  <a:gd name="connsiteX53-395" fmla="*/ 10099963 w 10460182"/>
                  <a:gd name="connsiteY53-396" fmla="*/ 2341418 h 10487891"/>
                  <a:gd name="connsiteX54-397" fmla="*/ 9781309 w 10460182"/>
                  <a:gd name="connsiteY54-398" fmla="*/ 2576946 h 10487891"/>
                  <a:gd name="connsiteX55-399" fmla="*/ 9601200 w 10460182"/>
                  <a:gd name="connsiteY55-400" fmla="*/ 3505200 h 10487891"/>
                  <a:gd name="connsiteX56-401" fmla="*/ 9601200 w 10460182"/>
                  <a:gd name="connsiteY56-402" fmla="*/ 3796146 h 10487891"/>
                  <a:gd name="connsiteX57-403" fmla="*/ 9365672 w 10460182"/>
                  <a:gd name="connsiteY57-404" fmla="*/ 3990109 h 10487891"/>
                  <a:gd name="connsiteX58-405" fmla="*/ 9310254 w 10460182"/>
                  <a:gd name="connsiteY58-406" fmla="*/ 4156364 h 10487891"/>
                  <a:gd name="connsiteX59-407" fmla="*/ 9199418 w 10460182"/>
                  <a:gd name="connsiteY59-408" fmla="*/ 4364182 h 10487891"/>
                  <a:gd name="connsiteX60-409" fmla="*/ 9268691 w 10460182"/>
                  <a:gd name="connsiteY60-410" fmla="*/ 4530437 h 10487891"/>
                  <a:gd name="connsiteX61-411" fmla="*/ 9337963 w 10460182"/>
                  <a:gd name="connsiteY61-412" fmla="*/ 4738255 h 10487891"/>
                  <a:gd name="connsiteX62-413" fmla="*/ 9421091 w 10460182"/>
                  <a:gd name="connsiteY62-414" fmla="*/ 4987637 h 10487891"/>
                  <a:gd name="connsiteX63-415" fmla="*/ 9434945 w 10460182"/>
                  <a:gd name="connsiteY63-416" fmla="*/ 5292437 h 10487891"/>
                  <a:gd name="connsiteX64-417" fmla="*/ 9462654 w 10460182"/>
                  <a:gd name="connsiteY64-418" fmla="*/ 5694218 h 10487891"/>
                  <a:gd name="connsiteX65-419" fmla="*/ 9587345 w 10460182"/>
                  <a:gd name="connsiteY65-420" fmla="*/ 6054437 h 10487891"/>
                  <a:gd name="connsiteX66-421" fmla="*/ 9545782 w 10460182"/>
                  <a:gd name="connsiteY66-422" fmla="*/ 6456218 h 10487891"/>
                  <a:gd name="connsiteX67-423" fmla="*/ 9933709 w 10460182"/>
                  <a:gd name="connsiteY67-424" fmla="*/ 6941127 h 10487891"/>
                  <a:gd name="connsiteX68-425" fmla="*/ 10113818 w 10460182"/>
                  <a:gd name="connsiteY68-426" fmla="*/ 7287491 h 10487891"/>
                  <a:gd name="connsiteX69-427" fmla="*/ 10252363 w 10460182"/>
                  <a:gd name="connsiteY69-428" fmla="*/ 7620000 h 10487891"/>
                  <a:gd name="connsiteX70-429" fmla="*/ 9670472 w 10460182"/>
                  <a:gd name="connsiteY70-430" fmla="*/ 7620000 h 10487891"/>
                  <a:gd name="connsiteX71-431" fmla="*/ 9337963 w 10460182"/>
                  <a:gd name="connsiteY71-432" fmla="*/ 7730837 h 10487891"/>
                  <a:gd name="connsiteX72-433" fmla="*/ 9102436 w 10460182"/>
                  <a:gd name="connsiteY72-434" fmla="*/ 7869382 h 10487891"/>
                  <a:gd name="connsiteX73-435" fmla="*/ 9019309 w 10460182"/>
                  <a:gd name="connsiteY73-436" fmla="*/ 8077200 h 10487891"/>
                  <a:gd name="connsiteX74-437" fmla="*/ 8936182 w 10460182"/>
                  <a:gd name="connsiteY74-438" fmla="*/ 8174182 h 10487891"/>
                  <a:gd name="connsiteX75-439" fmla="*/ 8991600 w 10460182"/>
                  <a:gd name="connsiteY75-440" fmla="*/ 8603673 h 10487891"/>
                  <a:gd name="connsiteX76-441" fmla="*/ 8963891 w 10460182"/>
                  <a:gd name="connsiteY76-442" fmla="*/ 8811491 h 10487891"/>
                  <a:gd name="connsiteX77-443" fmla="*/ 8991600 w 10460182"/>
                  <a:gd name="connsiteY77-444" fmla="*/ 9047018 h 10487891"/>
                  <a:gd name="connsiteX78-445" fmla="*/ 8894618 w 10460182"/>
                  <a:gd name="connsiteY78-446" fmla="*/ 9351818 h 10487891"/>
                  <a:gd name="connsiteX79-447" fmla="*/ 8922327 w 10460182"/>
                  <a:gd name="connsiteY79-448" fmla="*/ 9615055 h 10487891"/>
                  <a:gd name="connsiteX80-449" fmla="*/ 9144000 w 10460182"/>
                  <a:gd name="connsiteY80-450" fmla="*/ 9781309 h 10487891"/>
                  <a:gd name="connsiteX81-451" fmla="*/ 9337963 w 10460182"/>
                  <a:gd name="connsiteY81-452" fmla="*/ 9947564 h 10487891"/>
                  <a:gd name="connsiteX82-453" fmla="*/ 9504218 w 10460182"/>
                  <a:gd name="connsiteY82-454" fmla="*/ 9850582 h 10487891"/>
                  <a:gd name="connsiteX83-455" fmla="*/ 9615054 w 10460182"/>
                  <a:gd name="connsiteY83-456" fmla="*/ 9767455 h 10487891"/>
                  <a:gd name="connsiteX84-457" fmla="*/ 9698182 w 10460182"/>
                  <a:gd name="connsiteY84-458" fmla="*/ 9795164 h 10487891"/>
                  <a:gd name="connsiteX85-459" fmla="*/ 9684327 w 10460182"/>
                  <a:gd name="connsiteY85-460" fmla="*/ 10335491 h 10487891"/>
                  <a:gd name="connsiteX86-461" fmla="*/ 9490363 w 10460182"/>
                  <a:gd name="connsiteY86-462" fmla="*/ 10487891 h 10487891"/>
                  <a:gd name="connsiteX87-463" fmla="*/ 9310254 w 10460182"/>
                  <a:gd name="connsiteY87-464" fmla="*/ 10474037 h 10487891"/>
                  <a:gd name="connsiteX88-465" fmla="*/ 9227127 w 10460182"/>
                  <a:gd name="connsiteY88-466" fmla="*/ 10321637 h 10487891"/>
                  <a:gd name="connsiteX89-467" fmla="*/ 9033163 w 10460182"/>
                  <a:gd name="connsiteY89-468" fmla="*/ 10072255 h 10487891"/>
                  <a:gd name="connsiteX90-469" fmla="*/ 8825345 w 10460182"/>
                  <a:gd name="connsiteY90-470" fmla="*/ 9892146 h 10487891"/>
                  <a:gd name="connsiteX91-471" fmla="*/ 8534400 w 10460182"/>
                  <a:gd name="connsiteY91-472" fmla="*/ 9781309 h 10487891"/>
                  <a:gd name="connsiteX92-473" fmla="*/ 8423563 w 10460182"/>
                  <a:gd name="connsiteY92-474" fmla="*/ 9725891 h 10487891"/>
                  <a:gd name="connsiteX93-475" fmla="*/ 8285018 w 10460182"/>
                  <a:gd name="connsiteY93-476" fmla="*/ 9559637 h 10487891"/>
                  <a:gd name="connsiteX94-477" fmla="*/ 8257309 w 10460182"/>
                  <a:gd name="connsiteY94-478" fmla="*/ 9421091 h 10487891"/>
                  <a:gd name="connsiteX95-479" fmla="*/ 8146472 w 10460182"/>
                  <a:gd name="connsiteY95-480" fmla="*/ 9434946 h 10487891"/>
                  <a:gd name="connsiteX96-481" fmla="*/ 8091054 w 10460182"/>
                  <a:gd name="connsiteY96-482" fmla="*/ 9656618 h 10487891"/>
                  <a:gd name="connsiteX97-483" fmla="*/ 7744691 w 10460182"/>
                  <a:gd name="connsiteY97-484" fmla="*/ 9559637 h 10487891"/>
                  <a:gd name="connsiteX98-485" fmla="*/ 7536872 w 10460182"/>
                  <a:gd name="connsiteY98-486" fmla="*/ 9573491 h 10487891"/>
                  <a:gd name="connsiteX99-487" fmla="*/ 7481454 w 10460182"/>
                  <a:gd name="connsiteY99-488" fmla="*/ 9504218 h 10487891"/>
                  <a:gd name="connsiteX100-489" fmla="*/ 7439891 w 10460182"/>
                  <a:gd name="connsiteY100-490" fmla="*/ 9240982 h 10487891"/>
                  <a:gd name="connsiteX101-491" fmla="*/ 7356763 w 10460182"/>
                  <a:gd name="connsiteY101-492" fmla="*/ 9434946 h 10487891"/>
                  <a:gd name="connsiteX102-493" fmla="*/ 7287491 w 10460182"/>
                  <a:gd name="connsiteY102-494" fmla="*/ 9421091 h 10487891"/>
                  <a:gd name="connsiteX103-495" fmla="*/ 7232072 w 10460182"/>
                  <a:gd name="connsiteY103-496" fmla="*/ 9185564 h 10487891"/>
                  <a:gd name="connsiteX104-497" fmla="*/ 6954982 w 10460182"/>
                  <a:gd name="connsiteY104-498" fmla="*/ 9268691 h 10487891"/>
                  <a:gd name="connsiteX105-499" fmla="*/ 6705600 w 10460182"/>
                  <a:gd name="connsiteY105-500" fmla="*/ 9310255 h 10487891"/>
                  <a:gd name="connsiteX106-501" fmla="*/ 6705600 w 10460182"/>
                  <a:gd name="connsiteY106-502" fmla="*/ 9116291 h 10487891"/>
                  <a:gd name="connsiteX107-503" fmla="*/ 6511636 w 10460182"/>
                  <a:gd name="connsiteY107-504" fmla="*/ 9033164 h 10487891"/>
                  <a:gd name="connsiteX108-505" fmla="*/ 6428509 w 10460182"/>
                  <a:gd name="connsiteY108-506" fmla="*/ 9033164 h 10487891"/>
                  <a:gd name="connsiteX109-507" fmla="*/ 6289963 w 10460182"/>
                  <a:gd name="connsiteY109-508" fmla="*/ 9074727 h 10487891"/>
                  <a:gd name="connsiteX110-509" fmla="*/ 6234545 w 10460182"/>
                  <a:gd name="connsiteY110-510" fmla="*/ 9047018 h 10487891"/>
                  <a:gd name="connsiteX111-511" fmla="*/ 5971309 w 10460182"/>
                  <a:gd name="connsiteY111-512" fmla="*/ 9116291 h 10487891"/>
                  <a:gd name="connsiteX112-513" fmla="*/ 5749636 w 10460182"/>
                  <a:gd name="connsiteY112-514" fmla="*/ 9130146 h 10487891"/>
                  <a:gd name="connsiteX113-515" fmla="*/ 5638800 w 10460182"/>
                  <a:gd name="connsiteY113-516" fmla="*/ 9130146 h 10487891"/>
                  <a:gd name="connsiteX114-517" fmla="*/ 5527963 w 10460182"/>
                  <a:gd name="connsiteY114-518" fmla="*/ 9130146 h 10487891"/>
                  <a:gd name="connsiteX115-519" fmla="*/ 5541818 w 10460182"/>
                  <a:gd name="connsiteY115-520" fmla="*/ 8950037 h 10487891"/>
                  <a:gd name="connsiteX116-521" fmla="*/ 5541818 w 10460182"/>
                  <a:gd name="connsiteY116-522" fmla="*/ 8672946 h 10487891"/>
                  <a:gd name="connsiteX117-523" fmla="*/ 5361709 w 10460182"/>
                  <a:gd name="connsiteY117-524" fmla="*/ 8340437 h 10487891"/>
                  <a:gd name="connsiteX118-525" fmla="*/ 5250872 w 10460182"/>
                  <a:gd name="connsiteY118-526" fmla="*/ 8146473 h 10487891"/>
                  <a:gd name="connsiteX119-527" fmla="*/ 5347854 w 10460182"/>
                  <a:gd name="connsiteY119-528" fmla="*/ 7689273 h 10487891"/>
                  <a:gd name="connsiteX120-529" fmla="*/ 5237018 w 10460182"/>
                  <a:gd name="connsiteY120-530" fmla="*/ 7342909 h 10487891"/>
                  <a:gd name="connsiteX121-531" fmla="*/ 5250872 w 10460182"/>
                  <a:gd name="connsiteY121-532" fmla="*/ 7148946 h 10487891"/>
                  <a:gd name="connsiteX122-533" fmla="*/ 5250872 w 10460182"/>
                  <a:gd name="connsiteY122-534" fmla="*/ 7010400 h 10487891"/>
                  <a:gd name="connsiteX123-535" fmla="*/ 4613563 w 10460182"/>
                  <a:gd name="connsiteY123-536" fmla="*/ 7051964 h 10487891"/>
                  <a:gd name="connsiteX124-537" fmla="*/ 4502727 w 10460182"/>
                  <a:gd name="connsiteY124-538" fmla="*/ 6858000 h 10487891"/>
                  <a:gd name="connsiteX125-539" fmla="*/ 4059382 w 10460182"/>
                  <a:gd name="connsiteY125-540" fmla="*/ 6844146 h 10487891"/>
                  <a:gd name="connsiteX126-541" fmla="*/ 3976254 w 10460182"/>
                  <a:gd name="connsiteY126-542" fmla="*/ 7148946 h 10487891"/>
                  <a:gd name="connsiteX127-543" fmla="*/ 3906982 w 10460182"/>
                  <a:gd name="connsiteY127-544" fmla="*/ 7370618 h 10487891"/>
                  <a:gd name="connsiteX128-545" fmla="*/ 3910095 w 10460182"/>
                  <a:gd name="connsiteY128-546" fmla="*/ 7482545 h 10487891"/>
                  <a:gd name="connsiteX129-547" fmla="*/ 3559528 w 10460182"/>
                  <a:gd name="connsiteY129-548" fmla="*/ 7476941 h 10487891"/>
                  <a:gd name="connsiteX130-549" fmla="*/ 3311236 w 10460182"/>
                  <a:gd name="connsiteY130-550" fmla="*/ 7481455 h 10487891"/>
                  <a:gd name="connsiteX131-551" fmla="*/ 2895600 w 10460182"/>
                  <a:gd name="connsiteY131-552" fmla="*/ 7467600 h 10487891"/>
                  <a:gd name="connsiteX132-553" fmla="*/ 2784763 w 10460182"/>
                  <a:gd name="connsiteY132-554" fmla="*/ 7218218 h 10487891"/>
                  <a:gd name="connsiteX133-555" fmla="*/ 2604654 w 10460182"/>
                  <a:gd name="connsiteY133-556" fmla="*/ 6941127 h 10487891"/>
                  <a:gd name="connsiteX134-557" fmla="*/ 2410691 w 10460182"/>
                  <a:gd name="connsiteY134-558" fmla="*/ 6442364 h 10487891"/>
                  <a:gd name="connsiteX135-559" fmla="*/ 2327563 w 10460182"/>
                  <a:gd name="connsiteY135-560" fmla="*/ 6303818 h 10487891"/>
                  <a:gd name="connsiteX136-561" fmla="*/ 1662545 w 10460182"/>
                  <a:gd name="connsiteY136-562" fmla="*/ 6276109 h 10487891"/>
                  <a:gd name="connsiteX137-563" fmla="*/ 1233054 w 10460182"/>
                  <a:gd name="connsiteY137-564" fmla="*/ 6276109 h 10487891"/>
                  <a:gd name="connsiteX138-565" fmla="*/ 1136072 w 10460182"/>
                  <a:gd name="connsiteY138-566" fmla="*/ 6331527 h 10487891"/>
                  <a:gd name="connsiteX139-567" fmla="*/ 706582 w 10460182"/>
                  <a:gd name="connsiteY139-568" fmla="*/ 6289964 h 10487891"/>
                  <a:gd name="connsiteX140-569" fmla="*/ 318654 w 10460182"/>
                  <a:gd name="connsiteY140-570" fmla="*/ 6317673 h 10487891"/>
                  <a:gd name="connsiteX141-571" fmla="*/ 96982 w 10460182"/>
                  <a:gd name="connsiteY141-572" fmla="*/ 6470073 h 10487891"/>
                  <a:gd name="connsiteX142-573" fmla="*/ 0 w 10460182"/>
                  <a:gd name="connsiteY142-574" fmla="*/ 6373091 h 10487891"/>
                  <a:gd name="connsiteX143-575" fmla="*/ 83127 w 10460182"/>
                  <a:gd name="connsiteY143-576" fmla="*/ 6317673 h 10487891"/>
                  <a:gd name="connsiteX0-577" fmla="*/ 83127 w 10460182"/>
                  <a:gd name="connsiteY0-578" fmla="*/ 6317673 h 10487891"/>
                  <a:gd name="connsiteX1-579" fmla="*/ 96982 w 10460182"/>
                  <a:gd name="connsiteY1-580" fmla="*/ 5874327 h 10487891"/>
                  <a:gd name="connsiteX2-581" fmla="*/ 401782 w 10460182"/>
                  <a:gd name="connsiteY2-582" fmla="*/ 5611091 h 10487891"/>
                  <a:gd name="connsiteX3-583" fmla="*/ 651163 w 10460182"/>
                  <a:gd name="connsiteY3-584" fmla="*/ 5749637 h 10487891"/>
                  <a:gd name="connsiteX4-585" fmla="*/ 858982 w 10460182"/>
                  <a:gd name="connsiteY4-586" fmla="*/ 5583382 h 10487891"/>
                  <a:gd name="connsiteX5-587" fmla="*/ 997527 w 10460182"/>
                  <a:gd name="connsiteY5-588" fmla="*/ 5430982 h 10487891"/>
                  <a:gd name="connsiteX6-589" fmla="*/ 1080654 w 10460182"/>
                  <a:gd name="connsiteY6-590" fmla="*/ 5514109 h 10487891"/>
                  <a:gd name="connsiteX7-591" fmla="*/ 1191491 w 10460182"/>
                  <a:gd name="connsiteY7-592" fmla="*/ 5791200 h 10487891"/>
                  <a:gd name="connsiteX8-593" fmla="*/ 1510145 w 10460182"/>
                  <a:gd name="connsiteY8-594" fmla="*/ 5624946 h 10487891"/>
                  <a:gd name="connsiteX9-595" fmla="*/ 1731818 w 10460182"/>
                  <a:gd name="connsiteY9-596" fmla="*/ 5375564 h 10487891"/>
                  <a:gd name="connsiteX10-597" fmla="*/ 2022763 w 10460182"/>
                  <a:gd name="connsiteY10-598" fmla="*/ 5140037 h 10487891"/>
                  <a:gd name="connsiteX11-599" fmla="*/ 2119745 w 10460182"/>
                  <a:gd name="connsiteY11-600" fmla="*/ 4710546 h 10487891"/>
                  <a:gd name="connsiteX12-601" fmla="*/ 2133600 w 10460182"/>
                  <a:gd name="connsiteY12-602" fmla="*/ 4308764 h 10487891"/>
                  <a:gd name="connsiteX13-603" fmla="*/ 2355272 w 10460182"/>
                  <a:gd name="connsiteY13-604" fmla="*/ 3934691 h 10487891"/>
                  <a:gd name="connsiteX14-605" fmla="*/ 2715491 w 10460182"/>
                  <a:gd name="connsiteY14-606" fmla="*/ 3532909 h 10487891"/>
                  <a:gd name="connsiteX15-607" fmla="*/ 2978727 w 10460182"/>
                  <a:gd name="connsiteY15-608" fmla="*/ 3338946 h 10487891"/>
                  <a:gd name="connsiteX16-609" fmla="*/ 3006436 w 10460182"/>
                  <a:gd name="connsiteY16-610" fmla="*/ 2895600 h 10487891"/>
                  <a:gd name="connsiteX17-611" fmla="*/ 3075709 w 10460182"/>
                  <a:gd name="connsiteY17-612" fmla="*/ 2604655 h 10487891"/>
                  <a:gd name="connsiteX18-613" fmla="*/ 3075709 w 10460182"/>
                  <a:gd name="connsiteY18-614" fmla="*/ 2396837 h 10487891"/>
                  <a:gd name="connsiteX19-615" fmla="*/ 3214254 w 10460182"/>
                  <a:gd name="connsiteY19-616" fmla="*/ 2064327 h 10487891"/>
                  <a:gd name="connsiteX20-617" fmla="*/ 3214254 w 10460182"/>
                  <a:gd name="connsiteY20-618" fmla="*/ 1773382 h 10487891"/>
                  <a:gd name="connsiteX21-619" fmla="*/ 3532909 w 10460182"/>
                  <a:gd name="connsiteY21-620" fmla="*/ 1205346 h 10487891"/>
                  <a:gd name="connsiteX22-621" fmla="*/ 3463636 w 10460182"/>
                  <a:gd name="connsiteY22-622" fmla="*/ 831273 h 10487891"/>
                  <a:gd name="connsiteX23-623" fmla="*/ 3491345 w 10460182"/>
                  <a:gd name="connsiteY23-624" fmla="*/ 623455 h 10487891"/>
                  <a:gd name="connsiteX24-625" fmla="*/ 3823854 w 10460182"/>
                  <a:gd name="connsiteY24-626" fmla="*/ 263237 h 10487891"/>
                  <a:gd name="connsiteX25-627" fmla="*/ 4017818 w 10460182"/>
                  <a:gd name="connsiteY25-628" fmla="*/ 138546 h 10487891"/>
                  <a:gd name="connsiteX26-629" fmla="*/ 4433454 w 10460182"/>
                  <a:gd name="connsiteY26-630" fmla="*/ 374073 h 10487891"/>
                  <a:gd name="connsiteX27-631" fmla="*/ 4599709 w 10460182"/>
                  <a:gd name="connsiteY27-632" fmla="*/ 568037 h 10487891"/>
                  <a:gd name="connsiteX28-633" fmla="*/ 5070763 w 10460182"/>
                  <a:gd name="connsiteY28-634" fmla="*/ 623455 h 10487891"/>
                  <a:gd name="connsiteX29-635" fmla="*/ 5417127 w 10460182"/>
                  <a:gd name="connsiteY29-636" fmla="*/ 637309 h 10487891"/>
                  <a:gd name="connsiteX30-637" fmla="*/ 5680363 w 10460182"/>
                  <a:gd name="connsiteY30-638" fmla="*/ 692727 h 10487891"/>
                  <a:gd name="connsiteX31-639" fmla="*/ 5860472 w 10460182"/>
                  <a:gd name="connsiteY31-640" fmla="*/ 360218 h 10487891"/>
                  <a:gd name="connsiteX32-641" fmla="*/ 6123709 w 10460182"/>
                  <a:gd name="connsiteY32-642" fmla="*/ 401782 h 10487891"/>
                  <a:gd name="connsiteX33-643" fmla="*/ 6594763 w 10460182"/>
                  <a:gd name="connsiteY33-644" fmla="*/ 263237 h 10487891"/>
                  <a:gd name="connsiteX34-645" fmla="*/ 6761018 w 10460182"/>
                  <a:gd name="connsiteY34-646" fmla="*/ 207818 h 10487891"/>
                  <a:gd name="connsiteX35-647" fmla="*/ 7038109 w 10460182"/>
                  <a:gd name="connsiteY35-648" fmla="*/ 277091 h 10487891"/>
                  <a:gd name="connsiteX36-649" fmla="*/ 7232072 w 10460182"/>
                  <a:gd name="connsiteY36-650" fmla="*/ 96982 h 10487891"/>
                  <a:gd name="connsiteX37-651" fmla="*/ 7356763 w 10460182"/>
                  <a:gd name="connsiteY37-652" fmla="*/ 0 h 10487891"/>
                  <a:gd name="connsiteX38-653" fmla="*/ 7606145 w 10460182"/>
                  <a:gd name="connsiteY38-654" fmla="*/ 83127 h 10487891"/>
                  <a:gd name="connsiteX39-655" fmla="*/ 7910945 w 10460182"/>
                  <a:gd name="connsiteY39-656" fmla="*/ 207818 h 10487891"/>
                  <a:gd name="connsiteX40-657" fmla="*/ 8312727 w 10460182"/>
                  <a:gd name="connsiteY40-658" fmla="*/ 138546 h 10487891"/>
                  <a:gd name="connsiteX41-659" fmla="*/ 8672945 w 10460182"/>
                  <a:gd name="connsiteY41-660" fmla="*/ 443346 h 10487891"/>
                  <a:gd name="connsiteX42-661" fmla="*/ 8908472 w 10460182"/>
                  <a:gd name="connsiteY42-662" fmla="*/ 623455 h 10487891"/>
                  <a:gd name="connsiteX43-663" fmla="*/ 9088582 w 10460182"/>
                  <a:gd name="connsiteY43-664" fmla="*/ 526473 h 10487891"/>
                  <a:gd name="connsiteX44-665" fmla="*/ 9351818 w 10460182"/>
                  <a:gd name="connsiteY44-666" fmla="*/ 471055 h 10487891"/>
                  <a:gd name="connsiteX45-667" fmla="*/ 9518072 w 10460182"/>
                  <a:gd name="connsiteY45-668" fmla="*/ 498764 h 10487891"/>
                  <a:gd name="connsiteX46-669" fmla="*/ 9698182 w 10460182"/>
                  <a:gd name="connsiteY46-670" fmla="*/ 526473 h 10487891"/>
                  <a:gd name="connsiteX47-671" fmla="*/ 10002982 w 10460182"/>
                  <a:gd name="connsiteY47-672" fmla="*/ 872837 h 10487891"/>
                  <a:gd name="connsiteX48-673" fmla="*/ 10238509 w 10460182"/>
                  <a:gd name="connsiteY48-674" fmla="*/ 1066800 h 10487891"/>
                  <a:gd name="connsiteX49-675" fmla="*/ 10224654 w 10460182"/>
                  <a:gd name="connsiteY49-676" fmla="*/ 1330037 h 10487891"/>
                  <a:gd name="connsiteX50-677" fmla="*/ 10238509 w 10460182"/>
                  <a:gd name="connsiteY50-678" fmla="*/ 1524000 h 10487891"/>
                  <a:gd name="connsiteX51-679" fmla="*/ 10280072 w 10460182"/>
                  <a:gd name="connsiteY51-680" fmla="*/ 1648691 h 10487891"/>
                  <a:gd name="connsiteX52-681" fmla="*/ 10460182 w 10460182"/>
                  <a:gd name="connsiteY52-682" fmla="*/ 1884218 h 10487891"/>
                  <a:gd name="connsiteX53-683" fmla="*/ 10099963 w 10460182"/>
                  <a:gd name="connsiteY53-684" fmla="*/ 2341418 h 10487891"/>
                  <a:gd name="connsiteX54-685" fmla="*/ 9781309 w 10460182"/>
                  <a:gd name="connsiteY54-686" fmla="*/ 2576946 h 10487891"/>
                  <a:gd name="connsiteX55-687" fmla="*/ 9601200 w 10460182"/>
                  <a:gd name="connsiteY55-688" fmla="*/ 3505200 h 10487891"/>
                  <a:gd name="connsiteX56-689" fmla="*/ 9601200 w 10460182"/>
                  <a:gd name="connsiteY56-690" fmla="*/ 3796146 h 10487891"/>
                  <a:gd name="connsiteX57-691" fmla="*/ 9365672 w 10460182"/>
                  <a:gd name="connsiteY57-692" fmla="*/ 3990109 h 10487891"/>
                  <a:gd name="connsiteX58-693" fmla="*/ 9310254 w 10460182"/>
                  <a:gd name="connsiteY58-694" fmla="*/ 4156364 h 10487891"/>
                  <a:gd name="connsiteX59-695" fmla="*/ 9199418 w 10460182"/>
                  <a:gd name="connsiteY59-696" fmla="*/ 4364182 h 10487891"/>
                  <a:gd name="connsiteX60-697" fmla="*/ 9268691 w 10460182"/>
                  <a:gd name="connsiteY60-698" fmla="*/ 4530437 h 10487891"/>
                  <a:gd name="connsiteX61-699" fmla="*/ 9337963 w 10460182"/>
                  <a:gd name="connsiteY61-700" fmla="*/ 4738255 h 10487891"/>
                  <a:gd name="connsiteX62-701" fmla="*/ 9421091 w 10460182"/>
                  <a:gd name="connsiteY62-702" fmla="*/ 4987637 h 10487891"/>
                  <a:gd name="connsiteX63-703" fmla="*/ 9434945 w 10460182"/>
                  <a:gd name="connsiteY63-704" fmla="*/ 5292437 h 10487891"/>
                  <a:gd name="connsiteX64-705" fmla="*/ 9462654 w 10460182"/>
                  <a:gd name="connsiteY64-706" fmla="*/ 5694218 h 10487891"/>
                  <a:gd name="connsiteX65-707" fmla="*/ 9587345 w 10460182"/>
                  <a:gd name="connsiteY65-708" fmla="*/ 6054437 h 10487891"/>
                  <a:gd name="connsiteX66-709" fmla="*/ 9545782 w 10460182"/>
                  <a:gd name="connsiteY66-710" fmla="*/ 6456218 h 10487891"/>
                  <a:gd name="connsiteX67-711" fmla="*/ 9933709 w 10460182"/>
                  <a:gd name="connsiteY67-712" fmla="*/ 6941127 h 10487891"/>
                  <a:gd name="connsiteX68-713" fmla="*/ 10113818 w 10460182"/>
                  <a:gd name="connsiteY68-714" fmla="*/ 7287491 h 10487891"/>
                  <a:gd name="connsiteX69-715" fmla="*/ 10252363 w 10460182"/>
                  <a:gd name="connsiteY69-716" fmla="*/ 7620000 h 10487891"/>
                  <a:gd name="connsiteX70-717" fmla="*/ 9670472 w 10460182"/>
                  <a:gd name="connsiteY70-718" fmla="*/ 7620000 h 10487891"/>
                  <a:gd name="connsiteX71-719" fmla="*/ 9337963 w 10460182"/>
                  <a:gd name="connsiteY71-720" fmla="*/ 7730837 h 10487891"/>
                  <a:gd name="connsiteX72-721" fmla="*/ 9102436 w 10460182"/>
                  <a:gd name="connsiteY72-722" fmla="*/ 7869382 h 10487891"/>
                  <a:gd name="connsiteX73-723" fmla="*/ 9019309 w 10460182"/>
                  <a:gd name="connsiteY73-724" fmla="*/ 8077200 h 10487891"/>
                  <a:gd name="connsiteX74-725" fmla="*/ 8936182 w 10460182"/>
                  <a:gd name="connsiteY74-726" fmla="*/ 8174182 h 10487891"/>
                  <a:gd name="connsiteX75-727" fmla="*/ 8991600 w 10460182"/>
                  <a:gd name="connsiteY75-728" fmla="*/ 8603673 h 10487891"/>
                  <a:gd name="connsiteX76-729" fmla="*/ 8963891 w 10460182"/>
                  <a:gd name="connsiteY76-730" fmla="*/ 8811491 h 10487891"/>
                  <a:gd name="connsiteX77-731" fmla="*/ 8991600 w 10460182"/>
                  <a:gd name="connsiteY77-732" fmla="*/ 9047018 h 10487891"/>
                  <a:gd name="connsiteX78-733" fmla="*/ 8894618 w 10460182"/>
                  <a:gd name="connsiteY78-734" fmla="*/ 9351818 h 10487891"/>
                  <a:gd name="connsiteX79-735" fmla="*/ 8922327 w 10460182"/>
                  <a:gd name="connsiteY79-736" fmla="*/ 9615055 h 10487891"/>
                  <a:gd name="connsiteX80-737" fmla="*/ 9144000 w 10460182"/>
                  <a:gd name="connsiteY80-738" fmla="*/ 9781309 h 10487891"/>
                  <a:gd name="connsiteX81-739" fmla="*/ 9337963 w 10460182"/>
                  <a:gd name="connsiteY81-740" fmla="*/ 9947564 h 10487891"/>
                  <a:gd name="connsiteX82-741" fmla="*/ 9504218 w 10460182"/>
                  <a:gd name="connsiteY82-742" fmla="*/ 9850582 h 10487891"/>
                  <a:gd name="connsiteX83-743" fmla="*/ 9615054 w 10460182"/>
                  <a:gd name="connsiteY83-744" fmla="*/ 9767455 h 10487891"/>
                  <a:gd name="connsiteX84-745" fmla="*/ 9698182 w 10460182"/>
                  <a:gd name="connsiteY84-746" fmla="*/ 9795164 h 10487891"/>
                  <a:gd name="connsiteX85-747" fmla="*/ 9684327 w 10460182"/>
                  <a:gd name="connsiteY85-748" fmla="*/ 10335491 h 10487891"/>
                  <a:gd name="connsiteX86-749" fmla="*/ 9490363 w 10460182"/>
                  <a:gd name="connsiteY86-750" fmla="*/ 10487891 h 10487891"/>
                  <a:gd name="connsiteX87-751" fmla="*/ 9310254 w 10460182"/>
                  <a:gd name="connsiteY87-752" fmla="*/ 10474037 h 10487891"/>
                  <a:gd name="connsiteX88-753" fmla="*/ 9227127 w 10460182"/>
                  <a:gd name="connsiteY88-754" fmla="*/ 10321637 h 10487891"/>
                  <a:gd name="connsiteX89-755" fmla="*/ 9033163 w 10460182"/>
                  <a:gd name="connsiteY89-756" fmla="*/ 10072255 h 10487891"/>
                  <a:gd name="connsiteX90-757" fmla="*/ 8825345 w 10460182"/>
                  <a:gd name="connsiteY90-758" fmla="*/ 9892146 h 10487891"/>
                  <a:gd name="connsiteX91-759" fmla="*/ 8534400 w 10460182"/>
                  <a:gd name="connsiteY91-760" fmla="*/ 9781309 h 10487891"/>
                  <a:gd name="connsiteX92-761" fmla="*/ 8423563 w 10460182"/>
                  <a:gd name="connsiteY92-762" fmla="*/ 9725891 h 10487891"/>
                  <a:gd name="connsiteX93-763" fmla="*/ 8285018 w 10460182"/>
                  <a:gd name="connsiteY93-764" fmla="*/ 9559637 h 10487891"/>
                  <a:gd name="connsiteX94-765" fmla="*/ 8257309 w 10460182"/>
                  <a:gd name="connsiteY94-766" fmla="*/ 9421091 h 10487891"/>
                  <a:gd name="connsiteX95-767" fmla="*/ 8146472 w 10460182"/>
                  <a:gd name="connsiteY95-768" fmla="*/ 9434946 h 10487891"/>
                  <a:gd name="connsiteX96-769" fmla="*/ 8091054 w 10460182"/>
                  <a:gd name="connsiteY96-770" fmla="*/ 9656618 h 10487891"/>
                  <a:gd name="connsiteX97-771" fmla="*/ 7744691 w 10460182"/>
                  <a:gd name="connsiteY97-772" fmla="*/ 9559637 h 10487891"/>
                  <a:gd name="connsiteX98-773" fmla="*/ 7536872 w 10460182"/>
                  <a:gd name="connsiteY98-774" fmla="*/ 9573491 h 10487891"/>
                  <a:gd name="connsiteX99-775" fmla="*/ 7481454 w 10460182"/>
                  <a:gd name="connsiteY99-776" fmla="*/ 9504218 h 10487891"/>
                  <a:gd name="connsiteX100-777" fmla="*/ 7439891 w 10460182"/>
                  <a:gd name="connsiteY100-778" fmla="*/ 9240982 h 10487891"/>
                  <a:gd name="connsiteX101-779" fmla="*/ 7356763 w 10460182"/>
                  <a:gd name="connsiteY101-780" fmla="*/ 9434946 h 10487891"/>
                  <a:gd name="connsiteX102-781" fmla="*/ 7287491 w 10460182"/>
                  <a:gd name="connsiteY102-782" fmla="*/ 9421091 h 10487891"/>
                  <a:gd name="connsiteX103-783" fmla="*/ 7232072 w 10460182"/>
                  <a:gd name="connsiteY103-784" fmla="*/ 9185564 h 10487891"/>
                  <a:gd name="connsiteX104-785" fmla="*/ 6954982 w 10460182"/>
                  <a:gd name="connsiteY104-786" fmla="*/ 9268691 h 10487891"/>
                  <a:gd name="connsiteX105-787" fmla="*/ 6705600 w 10460182"/>
                  <a:gd name="connsiteY105-788" fmla="*/ 9310255 h 10487891"/>
                  <a:gd name="connsiteX106-789" fmla="*/ 6705600 w 10460182"/>
                  <a:gd name="connsiteY106-790" fmla="*/ 9116291 h 10487891"/>
                  <a:gd name="connsiteX107-791" fmla="*/ 6511636 w 10460182"/>
                  <a:gd name="connsiteY107-792" fmla="*/ 9033164 h 10487891"/>
                  <a:gd name="connsiteX108-793" fmla="*/ 6428509 w 10460182"/>
                  <a:gd name="connsiteY108-794" fmla="*/ 9033164 h 10487891"/>
                  <a:gd name="connsiteX109-795" fmla="*/ 6289963 w 10460182"/>
                  <a:gd name="connsiteY109-796" fmla="*/ 9074727 h 10487891"/>
                  <a:gd name="connsiteX110-797" fmla="*/ 6234545 w 10460182"/>
                  <a:gd name="connsiteY110-798" fmla="*/ 9047018 h 10487891"/>
                  <a:gd name="connsiteX111-799" fmla="*/ 5971309 w 10460182"/>
                  <a:gd name="connsiteY111-800" fmla="*/ 9116291 h 10487891"/>
                  <a:gd name="connsiteX112-801" fmla="*/ 5749636 w 10460182"/>
                  <a:gd name="connsiteY112-802" fmla="*/ 9130146 h 10487891"/>
                  <a:gd name="connsiteX113-803" fmla="*/ 5638800 w 10460182"/>
                  <a:gd name="connsiteY113-804" fmla="*/ 9130146 h 10487891"/>
                  <a:gd name="connsiteX114-805" fmla="*/ 5527963 w 10460182"/>
                  <a:gd name="connsiteY114-806" fmla="*/ 9130146 h 10487891"/>
                  <a:gd name="connsiteX115-807" fmla="*/ 5541818 w 10460182"/>
                  <a:gd name="connsiteY115-808" fmla="*/ 8950037 h 10487891"/>
                  <a:gd name="connsiteX116-809" fmla="*/ 5541818 w 10460182"/>
                  <a:gd name="connsiteY116-810" fmla="*/ 8672946 h 10487891"/>
                  <a:gd name="connsiteX117-811" fmla="*/ 5361709 w 10460182"/>
                  <a:gd name="connsiteY117-812" fmla="*/ 8340437 h 10487891"/>
                  <a:gd name="connsiteX118-813" fmla="*/ 5250872 w 10460182"/>
                  <a:gd name="connsiteY118-814" fmla="*/ 8146473 h 10487891"/>
                  <a:gd name="connsiteX119-815" fmla="*/ 5347854 w 10460182"/>
                  <a:gd name="connsiteY119-816" fmla="*/ 7689273 h 10487891"/>
                  <a:gd name="connsiteX120-817" fmla="*/ 5237018 w 10460182"/>
                  <a:gd name="connsiteY120-818" fmla="*/ 7342909 h 10487891"/>
                  <a:gd name="connsiteX121-819" fmla="*/ 5250872 w 10460182"/>
                  <a:gd name="connsiteY121-820" fmla="*/ 7148946 h 10487891"/>
                  <a:gd name="connsiteX122-821" fmla="*/ 5250872 w 10460182"/>
                  <a:gd name="connsiteY122-822" fmla="*/ 7010400 h 10487891"/>
                  <a:gd name="connsiteX123-823" fmla="*/ 4613563 w 10460182"/>
                  <a:gd name="connsiteY123-824" fmla="*/ 7051964 h 10487891"/>
                  <a:gd name="connsiteX124-825" fmla="*/ 4502727 w 10460182"/>
                  <a:gd name="connsiteY124-826" fmla="*/ 6858000 h 10487891"/>
                  <a:gd name="connsiteX125-827" fmla="*/ 4059382 w 10460182"/>
                  <a:gd name="connsiteY125-828" fmla="*/ 6844146 h 10487891"/>
                  <a:gd name="connsiteX126-829" fmla="*/ 3976254 w 10460182"/>
                  <a:gd name="connsiteY126-830" fmla="*/ 7148946 h 10487891"/>
                  <a:gd name="connsiteX127-831" fmla="*/ 3932667 w 10460182"/>
                  <a:gd name="connsiteY127-832" fmla="*/ 7360344 h 10487891"/>
                  <a:gd name="connsiteX128-833" fmla="*/ 3910095 w 10460182"/>
                  <a:gd name="connsiteY128-834" fmla="*/ 7482545 h 10487891"/>
                  <a:gd name="connsiteX129-835" fmla="*/ 3559528 w 10460182"/>
                  <a:gd name="connsiteY129-836" fmla="*/ 7476941 h 10487891"/>
                  <a:gd name="connsiteX130-837" fmla="*/ 3311236 w 10460182"/>
                  <a:gd name="connsiteY130-838" fmla="*/ 7481455 h 10487891"/>
                  <a:gd name="connsiteX131-839" fmla="*/ 2895600 w 10460182"/>
                  <a:gd name="connsiteY131-840" fmla="*/ 7467600 h 10487891"/>
                  <a:gd name="connsiteX132-841" fmla="*/ 2784763 w 10460182"/>
                  <a:gd name="connsiteY132-842" fmla="*/ 7218218 h 10487891"/>
                  <a:gd name="connsiteX133-843" fmla="*/ 2604654 w 10460182"/>
                  <a:gd name="connsiteY133-844" fmla="*/ 6941127 h 10487891"/>
                  <a:gd name="connsiteX134-845" fmla="*/ 2410691 w 10460182"/>
                  <a:gd name="connsiteY134-846" fmla="*/ 6442364 h 10487891"/>
                  <a:gd name="connsiteX135-847" fmla="*/ 2327563 w 10460182"/>
                  <a:gd name="connsiteY135-848" fmla="*/ 6303818 h 10487891"/>
                  <a:gd name="connsiteX136-849" fmla="*/ 1662545 w 10460182"/>
                  <a:gd name="connsiteY136-850" fmla="*/ 6276109 h 10487891"/>
                  <a:gd name="connsiteX137-851" fmla="*/ 1233054 w 10460182"/>
                  <a:gd name="connsiteY137-852" fmla="*/ 6276109 h 10487891"/>
                  <a:gd name="connsiteX138-853" fmla="*/ 1136072 w 10460182"/>
                  <a:gd name="connsiteY138-854" fmla="*/ 6331527 h 10487891"/>
                  <a:gd name="connsiteX139-855" fmla="*/ 706582 w 10460182"/>
                  <a:gd name="connsiteY139-856" fmla="*/ 6289964 h 10487891"/>
                  <a:gd name="connsiteX140-857" fmla="*/ 318654 w 10460182"/>
                  <a:gd name="connsiteY140-858" fmla="*/ 6317673 h 10487891"/>
                  <a:gd name="connsiteX141-859" fmla="*/ 96982 w 10460182"/>
                  <a:gd name="connsiteY141-860" fmla="*/ 6470073 h 10487891"/>
                  <a:gd name="connsiteX142-861" fmla="*/ 0 w 10460182"/>
                  <a:gd name="connsiteY142-862" fmla="*/ 6373091 h 10487891"/>
                  <a:gd name="connsiteX143-863" fmla="*/ 83127 w 10460182"/>
                  <a:gd name="connsiteY143-864" fmla="*/ 6317673 h 10487891"/>
                  <a:gd name="connsiteX0-865" fmla="*/ 83127 w 10460182"/>
                  <a:gd name="connsiteY0-866" fmla="*/ 6317673 h 10487891"/>
                  <a:gd name="connsiteX1-867" fmla="*/ 96982 w 10460182"/>
                  <a:gd name="connsiteY1-868" fmla="*/ 5874327 h 10487891"/>
                  <a:gd name="connsiteX2-869" fmla="*/ 401782 w 10460182"/>
                  <a:gd name="connsiteY2-870" fmla="*/ 5611091 h 10487891"/>
                  <a:gd name="connsiteX3-871" fmla="*/ 651163 w 10460182"/>
                  <a:gd name="connsiteY3-872" fmla="*/ 5749637 h 10487891"/>
                  <a:gd name="connsiteX4-873" fmla="*/ 858982 w 10460182"/>
                  <a:gd name="connsiteY4-874" fmla="*/ 5583382 h 10487891"/>
                  <a:gd name="connsiteX5-875" fmla="*/ 997527 w 10460182"/>
                  <a:gd name="connsiteY5-876" fmla="*/ 5430982 h 10487891"/>
                  <a:gd name="connsiteX6-877" fmla="*/ 1080654 w 10460182"/>
                  <a:gd name="connsiteY6-878" fmla="*/ 5514109 h 10487891"/>
                  <a:gd name="connsiteX7-879" fmla="*/ 1191491 w 10460182"/>
                  <a:gd name="connsiteY7-880" fmla="*/ 5791200 h 10487891"/>
                  <a:gd name="connsiteX8-881" fmla="*/ 1510145 w 10460182"/>
                  <a:gd name="connsiteY8-882" fmla="*/ 5624946 h 10487891"/>
                  <a:gd name="connsiteX9-883" fmla="*/ 1731818 w 10460182"/>
                  <a:gd name="connsiteY9-884" fmla="*/ 5375564 h 10487891"/>
                  <a:gd name="connsiteX10-885" fmla="*/ 2022763 w 10460182"/>
                  <a:gd name="connsiteY10-886" fmla="*/ 5140037 h 10487891"/>
                  <a:gd name="connsiteX11-887" fmla="*/ 2119745 w 10460182"/>
                  <a:gd name="connsiteY11-888" fmla="*/ 4710546 h 10487891"/>
                  <a:gd name="connsiteX12-889" fmla="*/ 2133600 w 10460182"/>
                  <a:gd name="connsiteY12-890" fmla="*/ 4308764 h 10487891"/>
                  <a:gd name="connsiteX13-891" fmla="*/ 2355272 w 10460182"/>
                  <a:gd name="connsiteY13-892" fmla="*/ 3934691 h 10487891"/>
                  <a:gd name="connsiteX14-893" fmla="*/ 2715491 w 10460182"/>
                  <a:gd name="connsiteY14-894" fmla="*/ 3532909 h 10487891"/>
                  <a:gd name="connsiteX15-895" fmla="*/ 2978727 w 10460182"/>
                  <a:gd name="connsiteY15-896" fmla="*/ 3338946 h 10487891"/>
                  <a:gd name="connsiteX16-897" fmla="*/ 3006436 w 10460182"/>
                  <a:gd name="connsiteY16-898" fmla="*/ 2895600 h 10487891"/>
                  <a:gd name="connsiteX17-899" fmla="*/ 3075709 w 10460182"/>
                  <a:gd name="connsiteY17-900" fmla="*/ 2604655 h 10487891"/>
                  <a:gd name="connsiteX18-901" fmla="*/ 3075709 w 10460182"/>
                  <a:gd name="connsiteY18-902" fmla="*/ 2396837 h 10487891"/>
                  <a:gd name="connsiteX19-903" fmla="*/ 3214254 w 10460182"/>
                  <a:gd name="connsiteY19-904" fmla="*/ 2064327 h 10487891"/>
                  <a:gd name="connsiteX20-905" fmla="*/ 3214254 w 10460182"/>
                  <a:gd name="connsiteY20-906" fmla="*/ 1773382 h 10487891"/>
                  <a:gd name="connsiteX21-907" fmla="*/ 3532909 w 10460182"/>
                  <a:gd name="connsiteY21-908" fmla="*/ 1205346 h 10487891"/>
                  <a:gd name="connsiteX22-909" fmla="*/ 3463636 w 10460182"/>
                  <a:gd name="connsiteY22-910" fmla="*/ 831273 h 10487891"/>
                  <a:gd name="connsiteX23-911" fmla="*/ 3491345 w 10460182"/>
                  <a:gd name="connsiteY23-912" fmla="*/ 623455 h 10487891"/>
                  <a:gd name="connsiteX24-913" fmla="*/ 3823854 w 10460182"/>
                  <a:gd name="connsiteY24-914" fmla="*/ 263237 h 10487891"/>
                  <a:gd name="connsiteX25-915" fmla="*/ 4017818 w 10460182"/>
                  <a:gd name="connsiteY25-916" fmla="*/ 138546 h 10487891"/>
                  <a:gd name="connsiteX26-917" fmla="*/ 4433454 w 10460182"/>
                  <a:gd name="connsiteY26-918" fmla="*/ 374073 h 10487891"/>
                  <a:gd name="connsiteX27-919" fmla="*/ 4599709 w 10460182"/>
                  <a:gd name="connsiteY27-920" fmla="*/ 568037 h 10487891"/>
                  <a:gd name="connsiteX28-921" fmla="*/ 5070763 w 10460182"/>
                  <a:gd name="connsiteY28-922" fmla="*/ 623455 h 10487891"/>
                  <a:gd name="connsiteX29-923" fmla="*/ 5417127 w 10460182"/>
                  <a:gd name="connsiteY29-924" fmla="*/ 637309 h 10487891"/>
                  <a:gd name="connsiteX30-925" fmla="*/ 5680363 w 10460182"/>
                  <a:gd name="connsiteY30-926" fmla="*/ 692727 h 10487891"/>
                  <a:gd name="connsiteX31-927" fmla="*/ 5860472 w 10460182"/>
                  <a:gd name="connsiteY31-928" fmla="*/ 360218 h 10487891"/>
                  <a:gd name="connsiteX32-929" fmla="*/ 6123709 w 10460182"/>
                  <a:gd name="connsiteY32-930" fmla="*/ 401782 h 10487891"/>
                  <a:gd name="connsiteX33-931" fmla="*/ 6594763 w 10460182"/>
                  <a:gd name="connsiteY33-932" fmla="*/ 263237 h 10487891"/>
                  <a:gd name="connsiteX34-933" fmla="*/ 6761018 w 10460182"/>
                  <a:gd name="connsiteY34-934" fmla="*/ 207818 h 10487891"/>
                  <a:gd name="connsiteX35-935" fmla="*/ 7038109 w 10460182"/>
                  <a:gd name="connsiteY35-936" fmla="*/ 277091 h 10487891"/>
                  <a:gd name="connsiteX36-937" fmla="*/ 7232072 w 10460182"/>
                  <a:gd name="connsiteY36-938" fmla="*/ 96982 h 10487891"/>
                  <a:gd name="connsiteX37-939" fmla="*/ 7356763 w 10460182"/>
                  <a:gd name="connsiteY37-940" fmla="*/ 0 h 10487891"/>
                  <a:gd name="connsiteX38-941" fmla="*/ 7606145 w 10460182"/>
                  <a:gd name="connsiteY38-942" fmla="*/ 83127 h 10487891"/>
                  <a:gd name="connsiteX39-943" fmla="*/ 7910945 w 10460182"/>
                  <a:gd name="connsiteY39-944" fmla="*/ 207818 h 10487891"/>
                  <a:gd name="connsiteX40-945" fmla="*/ 8312727 w 10460182"/>
                  <a:gd name="connsiteY40-946" fmla="*/ 138546 h 10487891"/>
                  <a:gd name="connsiteX41-947" fmla="*/ 8672945 w 10460182"/>
                  <a:gd name="connsiteY41-948" fmla="*/ 443346 h 10487891"/>
                  <a:gd name="connsiteX42-949" fmla="*/ 8908472 w 10460182"/>
                  <a:gd name="connsiteY42-950" fmla="*/ 623455 h 10487891"/>
                  <a:gd name="connsiteX43-951" fmla="*/ 9088582 w 10460182"/>
                  <a:gd name="connsiteY43-952" fmla="*/ 526473 h 10487891"/>
                  <a:gd name="connsiteX44-953" fmla="*/ 9351818 w 10460182"/>
                  <a:gd name="connsiteY44-954" fmla="*/ 471055 h 10487891"/>
                  <a:gd name="connsiteX45-955" fmla="*/ 9518072 w 10460182"/>
                  <a:gd name="connsiteY45-956" fmla="*/ 498764 h 10487891"/>
                  <a:gd name="connsiteX46-957" fmla="*/ 9698182 w 10460182"/>
                  <a:gd name="connsiteY46-958" fmla="*/ 526473 h 10487891"/>
                  <a:gd name="connsiteX47-959" fmla="*/ 10002982 w 10460182"/>
                  <a:gd name="connsiteY47-960" fmla="*/ 872837 h 10487891"/>
                  <a:gd name="connsiteX48-961" fmla="*/ 10238509 w 10460182"/>
                  <a:gd name="connsiteY48-962" fmla="*/ 1066800 h 10487891"/>
                  <a:gd name="connsiteX49-963" fmla="*/ 10224654 w 10460182"/>
                  <a:gd name="connsiteY49-964" fmla="*/ 1330037 h 10487891"/>
                  <a:gd name="connsiteX50-965" fmla="*/ 10238509 w 10460182"/>
                  <a:gd name="connsiteY50-966" fmla="*/ 1524000 h 10487891"/>
                  <a:gd name="connsiteX51-967" fmla="*/ 10280072 w 10460182"/>
                  <a:gd name="connsiteY51-968" fmla="*/ 1648691 h 10487891"/>
                  <a:gd name="connsiteX52-969" fmla="*/ 10460182 w 10460182"/>
                  <a:gd name="connsiteY52-970" fmla="*/ 1884218 h 10487891"/>
                  <a:gd name="connsiteX53-971" fmla="*/ 10099963 w 10460182"/>
                  <a:gd name="connsiteY53-972" fmla="*/ 2341418 h 10487891"/>
                  <a:gd name="connsiteX54-973" fmla="*/ 9781309 w 10460182"/>
                  <a:gd name="connsiteY54-974" fmla="*/ 2576946 h 10487891"/>
                  <a:gd name="connsiteX55-975" fmla="*/ 9601200 w 10460182"/>
                  <a:gd name="connsiteY55-976" fmla="*/ 3505200 h 10487891"/>
                  <a:gd name="connsiteX56-977" fmla="*/ 9601200 w 10460182"/>
                  <a:gd name="connsiteY56-978" fmla="*/ 3796146 h 10487891"/>
                  <a:gd name="connsiteX57-979" fmla="*/ 9365672 w 10460182"/>
                  <a:gd name="connsiteY57-980" fmla="*/ 3990109 h 10487891"/>
                  <a:gd name="connsiteX58-981" fmla="*/ 9310254 w 10460182"/>
                  <a:gd name="connsiteY58-982" fmla="*/ 4156364 h 10487891"/>
                  <a:gd name="connsiteX59-983" fmla="*/ 9199418 w 10460182"/>
                  <a:gd name="connsiteY59-984" fmla="*/ 4364182 h 10487891"/>
                  <a:gd name="connsiteX60-985" fmla="*/ 9268691 w 10460182"/>
                  <a:gd name="connsiteY60-986" fmla="*/ 4530437 h 10487891"/>
                  <a:gd name="connsiteX61-987" fmla="*/ 9337963 w 10460182"/>
                  <a:gd name="connsiteY61-988" fmla="*/ 4738255 h 10487891"/>
                  <a:gd name="connsiteX62-989" fmla="*/ 9421091 w 10460182"/>
                  <a:gd name="connsiteY62-990" fmla="*/ 4987637 h 10487891"/>
                  <a:gd name="connsiteX63-991" fmla="*/ 9434945 w 10460182"/>
                  <a:gd name="connsiteY63-992" fmla="*/ 5292437 h 10487891"/>
                  <a:gd name="connsiteX64-993" fmla="*/ 9462654 w 10460182"/>
                  <a:gd name="connsiteY64-994" fmla="*/ 5694218 h 10487891"/>
                  <a:gd name="connsiteX65-995" fmla="*/ 9587345 w 10460182"/>
                  <a:gd name="connsiteY65-996" fmla="*/ 6054437 h 10487891"/>
                  <a:gd name="connsiteX66-997" fmla="*/ 9545782 w 10460182"/>
                  <a:gd name="connsiteY66-998" fmla="*/ 6456218 h 10487891"/>
                  <a:gd name="connsiteX67-999" fmla="*/ 9933709 w 10460182"/>
                  <a:gd name="connsiteY67-1000" fmla="*/ 6941127 h 10487891"/>
                  <a:gd name="connsiteX68-1001" fmla="*/ 10113818 w 10460182"/>
                  <a:gd name="connsiteY68-1002" fmla="*/ 7287491 h 10487891"/>
                  <a:gd name="connsiteX69-1003" fmla="*/ 10252363 w 10460182"/>
                  <a:gd name="connsiteY69-1004" fmla="*/ 7620000 h 10487891"/>
                  <a:gd name="connsiteX70-1005" fmla="*/ 9670472 w 10460182"/>
                  <a:gd name="connsiteY70-1006" fmla="*/ 7620000 h 10487891"/>
                  <a:gd name="connsiteX71-1007" fmla="*/ 9337963 w 10460182"/>
                  <a:gd name="connsiteY71-1008" fmla="*/ 7730837 h 10487891"/>
                  <a:gd name="connsiteX72-1009" fmla="*/ 9102436 w 10460182"/>
                  <a:gd name="connsiteY72-1010" fmla="*/ 7869382 h 10487891"/>
                  <a:gd name="connsiteX73-1011" fmla="*/ 9019309 w 10460182"/>
                  <a:gd name="connsiteY73-1012" fmla="*/ 8077200 h 10487891"/>
                  <a:gd name="connsiteX74-1013" fmla="*/ 8936182 w 10460182"/>
                  <a:gd name="connsiteY74-1014" fmla="*/ 8174182 h 10487891"/>
                  <a:gd name="connsiteX75-1015" fmla="*/ 8991600 w 10460182"/>
                  <a:gd name="connsiteY75-1016" fmla="*/ 8603673 h 10487891"/>
                  <a:gd name="connsiteX76-1017" fmla="*/ 8963891 w 10460182"/>
                  <a:gd name="connsiteY76-1018" fmla="*/ 8811491 h 10487891"/>
                  <a:gd name="connsiteX77-1019" fmla="*/ 8991600 w 10460182"/>
                  <a:gd name="connsiteY77-1020" fmla="*/ 9047018 h 10487891"/>
                  <a:gd name="connsiteX78-1021" fmla="*/ 8894618 w 10460182"/>
                  <a:gd name="connsiteY78-1022" fmla="*/ 9351818 h 10487891"/>
                  <a:gd name="connsiteX79-1023" fmla="*/ 8922327 w 10460182"/>
                  <a:gd name="connsiteY79-1024" fmla="*/ 9615055 h 10487891"/>
                  <a:gd name="connsiteX80-1025" fmla="*/ 9144000 w 10460182"/>
                  <a:gd name="connsiteY80-1026" fmla="*/ 9781309 h 10487891"/>
                  <a:gd name="connsiteX81-1027" fmla="*/ 9337963 w 10460182"/>
                  <a:gd name="connsiteY81-1028" fmla="*/ 9947564 h 10487891"/>
                  <a:gd name="connsiteX82-1029" fmla="*/ 9504218 w 10460182"/>
                  <a:gd name="connsiteY82-1030" fmla="*/ 9850582 h 10487891"/>
                  <a:gd name="connsiteX83-1031" fmla="*/ 9615054 w 10460182"/>
                  <a:gd name="connsiteY83-1032" fmla="*/ 9767455 h 10487891"/>
                  <a:gd name="connsiteX84-1033" fmla="*/ 9698182 w 10460182"/>
                  <a:gd name="connsiteY84-1034" fmla="*/ 9795164 h 10487891"/>
                  <a:gd name="connsiteX85-1035" fmla="*/ 9684327 w 10460182"/>
                  <a:gd name="connsiteY85-1036" fmla="*/ 10335491 h 10487891"/>
                  <a:gd name="connsiteX86-1037" fmla="*/ 9490363 w 10460182"/>
                  <a:gd name="connsiteY86-1038" fmla="*/ 10487891 h 10487891"/>
                  <a:gd name="connsiteX87-1039" fmla="*/ 9310254 w 10460182"/>
                  <a:gd name="connsiteY87-1040" fmla="*/ 10474037 h 10487891"/>
                  <a:gd name="connsiteX88-1041" fmla="*/ 9227127 w 10460182"/>
                  <a:gd name="connsiteY88-1042" fmla="*/ 10321637 h 10487891"/>
                  <a:gd name="connsiteX89-1043" fmla="*/ 9033163 w 10460182"/>
                  <a:gd name="connsiteY89-1044" fmla="*/ 10072255 h 10487891"/>
                  <a:gd name="connsiteX90-1045" fmla="*/ 8825345 w 10460182"/>
                  <a:gd name="connsiteY90-1046" fmla="*/ 9892146 h 10487891"/>
                  <a:gd name="connsiteX91-1047" fmla="*/ 8534400 w 10460182"/>
                  <a:gd name="connsiteY91-1048" fmla="*/ 9781309 h 10487891"/>
                  <a:gd name="connsiteX92-1049" fmla="*/ 8423563 w 10460182"/>
                  <a:gd name="connsiteY92-1050" fmla="*/ 9725891 h 10487891"/>
                  <a:gd name="connsiteX93-1051" fmla="*/ 8285018 w 10460182"/>
                  <a:gd name="connsiteY93-1052" fmla="*/ 9559637 h 10487891"/>
                  <a:gd name="connsiteX94-1053" fmla="*/ 8257309 w 10460182"/>
                  <a:gd name="connsiteY94-1054" fmla="*/ 9421091 h 10487891"/>
                  <a:gd name="connsiteX95-1055" fmla="*/ 8146472 w 10460182"/>
                  <a:gd name="connsiteY95-1056" fmla="*/ 9434946 h 10487891"/>
                  <a:gd name="connsiteX96-1057" fmla="*/ 8091054 w 10460182"/>
                  <a:gd name="connsiteY96-1058" fmla="*/ 9656618 h 10487891"/>
                  <a:gd name="connsiteX97-1059" fmla="*/ 7744691 w 10460182"/>
                  <a:gd name="connsiteY97-1060" fmla="*/ 9559637 h 10487891"/>
                  <a:gd name="connsiteX98-1061" fmla="*/ 7536872 w 10460182"/>
                  <a:gd name="connsiteY98-1062" fmla="*/ 9573491 h 10487891"/>
                  <a:gd name="connsiteX99-1063" fmla="*/ 7481454 w 10460182"/>
                  <a:gd name="connsiteY99-1064" fmla="*/ 9504218 h 10487891"/>
                  <a:gd name="connsiteX100-1065" fmla="*/ 7439891 w 10460182"/>
                  <a:gd name="connsiteY100-1066" fmla="*/ 9240982 h 10487891"/>
                  <a:gd name="connsiteX101-1067" fmla="*/ 7356763 w 10460182"/>
                  <a:gd name="connsiteY101-1068" fmla="*/ 9434946 h 10487891"/>
                  <a:gd name="connsiteX102-1069" fmla="*/ 7287491 w 10460182"/>
                  <a:gd name="connsiteY102-1070" fmla="*/ 9421091 h 10487891"/>
                  <a:gd name="connsiteX103-1071" fmla="*/ 7232072 w 10460182"/>
                  <a:gd name="connsiteY103-1072" fmla="*/ 9185564 h 10487891"/>
                  <a:gd name="connsiteX104-1073" fmla="*/ 6954982 w 10460182"/>
                  <a:gd name="connsiteY104-1074" fmla="*/ 9268691 h 10487891"/>
                  <a:gd name="connsiteX105-1075" fmla="*/ 6705600 w 10460182"/>
                  <a:gd name="connsiteY105-1076" fmla="*/ 9310255 h 10487891"/>
                  <a:gd name="connsiteX106-1077" fmla="*/ 6705600 w 10460182"/>
                  <a:gd name="connsiteY106-1078" fmla="*/ 9116291 h 10487891"/>
                  <a:gd name="connsiteX107-1079" fmla="*/ 6511636 w 10460182"/>
                  <a:gd name="connsiteY107-1080" fmla="*/ 9033164 h 10487891"/>
                  <a:gd name="connsiteX108-1081" fmla="*/ 6428509 w 10460182"/>
                  <a:gd name="connsiteY108-1082" fmla="*/ 9033164 h 10487891"/>
                  <a:gd name="connsiteX109-1083" fmla="*/ 6289963 w 10460182"/>
                  <a:gd name="connsiteY109-1084" fmla="*/ 9074727 h 10487891"/>
                  <a:gd name="connsiteX110-1085" fmla="*/ 6234545 w 10460182"/>
                  <a:gd name="connsiteY110-1086" fmla="*/ 9047018 h 10487891"/>
                  <a:gd name="connsiteX111-1087" fmla="*/ 5971309 w 10460182"/>
                  <a:gd name="connsiteY111-1088" fmla="*/ 9116291 h 10487891"/>
                  <a:gd name="connsiteX112-1089" fmla="*/ 5749636 w 10460182"/>
                  <a:gd name="connsiteY112-1090" fmla="*/ 9130146 h 10487891"/>
                  <a:gd name="connsiteX113-1091" fmla="*/ 5638800 w 10460182"/>
                  <a:gd name="connsiteY113-1092" fmla="*/ 9130146 h 10487891"/>
                  <a:gd name="connsiteX114-1093" fmla="*/ 5527963 w 10460182"/>
                  <a:gd name="connsiteY114-1094" fmla="*/ 9130146 h 10487891"/>
                  <a:gd name="connsiteX115-1095" fmla="*/ 5541818 w 10460182"/>
                  <a:gd name="connsiteY115-1096" fmla="*/ 8950037 h 10487891"/>
                  <a:gd name="connsiteX116-1097" fmla="*/ 5541818 w 10460182"/>
                  <a:gd name="connsiteY116-1098" fmla="*/ 8672946 h 10487891"/>
                  <a:gd name="connsiteX117-1099" fmla="*/ 5361709 w 10460182"/>
                  <a:gd name="connsiteY117-1100" fmla="*/ 8340437 h 10487891"/>
                  <a:gd name="connsiteX118-1101" fmla="*/ 5250872 w 10460182"/>
                  <a:gd name="connsiteY118-1102" fmla="*/ 8146473 h 10487891"/>
                  <a:gd name="connsiteX119-1103" fmla="*/ 5347854 w 10460182"/>
                  <a:gd name="connsiteY119-1104" fmla="*/ 7689273 h 10487891"/>
                  <a:gd name="connsiteX120-1105" fmla="*/ 5237018 w 10460182"/>
                  <a:gd name="connsiteY120-1106" fmla="*/ 7342909 h 10487891"/>
                  <a:gd name="connsiteX121-1107" fmla="*/ 5250872 w 10460182"/>
                  <a:gd name="connsiteY121-1108" fmla="*/ 7148946 h 10487891"/>
                  <a:gd name="connsiteX122-1109" fmla="*/ 5250872 w 10460182"/>
                  <a:gd name="connsiteY122-1110" fmla="*/ 7010400 h 10487891"/>
                  <a:gd name="connsiteX123-1111" fmla="*/ 4613563 w 10460182"/>
                  <a:gd name="connsiteY123-1112" fmla="*/ 7051964 h 10487891"/>
                  <a:gd name="connsiteX124-1113" fmla="*/ 4502727 w 10460182"/>
                  <a:gd name="connsiteY124-1114" fmla="*/ 6858000 h 10487891"/>
                  <a:gd name="connsiteX125-1115" fmla="*/ 4038834 w 10460182"/>
                  <a:gd name="connsiteY125-1116" fmla="*/ 6895517 h 10487891"/>
                  <a:gd name="connsiteX126-1117" fmla="*/ 3976254 w 10460182"/>
                  <a:gd name="connsiteY126-1118" fmla="*/ 7148946 h 10487891"/>
                  <a:gd name="connsiteX127-1119" fmla="*/ 3932667 w 10460182"/>
                  <a:gd name="connsiteY127-1120" fmla="*/ 7360344 h 10487891"/>
                  <a:gd name="connsiteX128-1121" fmla="*/ 3910095 w 10460182"/>
                  <a:gd name="connsiteY128-1122" fmla="*/ 7482545 h 10487891"/>
                  <a:gd name="connsiteX129-1123" fmla="*/ 3559528 w 10460182"/>
                  <a:gd name="connsiteY129-1124" fmla="*/ 7476941 h 10487891"/>
                  <a:gd name="connsiteX130-1125" fmla="*/ 3311236 w 10460182"/>
                  <a:gd name="connsiteY130-1126" fmla="*/ 7481455 h 10487891"/>
                  <a:gd name="connsiteX131-1127" fmla="*/ 2895600 w 10460182"/>
                  <a:gd name="connsiteY131-1128" fmla="*/ 7467600 h 10487891"/>
                  <a:gd name="connsiteX132-1129" fmla="*/ 2784763 w 10460182"/>
                  <a:gd name="connsiteY132-1130" fmla="*/ 7218218 h 10487891"/>
                  <a:gd name="connsiteX133-1131" fmla="*/ 2604654 w 10460182"/>
                  <a:gd name="connsiteY133-1132" fmla="*/ 6941127 h 10487891"/>
                  <a:gd name="connsiteX134-1133" fmla="*/ 2410691 w 10460182"/>
                  <a:gd name="connsiteY134-1134" fmla="*/ 6442364 h 10487891"/>
                  <a:gd name="connsiteX135-1135" fmla="*/ 2327563 w 10460182"/>
                  <a:gd name="connsiteY135-1136" fmla="*/ 6303818 h 10487891"/>
                  <a:gd name="connsiteX136-1137" fmla="*/ 1662545 w 10460182"/>
                  <a:gd name="connsiteY136-1138" fmla="*/ 6276109 h 10487891"/>
                  <a:gd name="connsiteX137-1139" fmla="*/ 1233054 w 10460182"/>
                  <a:gd name="connsiteY137-1140" fmla="*/ 6276109 h 10487891"/>
                  <a:gd name="connsiteX138-1141" fmla="*/ 1136072 w 10460182"/>
                  <a:gd name="connsiteY138-1142" fmla="*/ 6331527 h 10487891"/>
                  <a:gd name="connsiteX139-1143" fmla="*/ 706582 w 10460182"/>
                  <a:gd name="connsiteY139-1144" fmla="*/ 6289964 h 10487891"/>
                  <a:gd name="connsiteX140-1145" fmla="*/ 318654 w 10460182"/>
                  <a:gd name="connsiteY140-1146" fmla="*/ 6317673 h 10487891"/>
                  <a:gd name="connsiteX141-1147" fmla="*/ 96982 w 10460182"/>
                  <a:gd name="connsiteY141-1148" fmla="*/ 6470073 h 10487891"/>
                  <a:gd name="connsiteX142-1149" fmla="*/ 0 w 10460182"/>
                  <a:gd name="connsiteY142-1150" fmla="*/ 6373091 h 10487891"/>
                  <a:gd name="connsiteX143-1151" fmla="*/ 83127 w 10460182"/>
                  <a:gd name="connsiteY143-1152" fmla="*/ 6317673 h 10487891"/>
                  <a:gd name="connsiteX0-1153" fmla="*/ 83127 w 10460182"/>
                  <a:gd name="connsiteY0-1154" fmla="*/ 6317673 h 10487891"/>
                  <a:gd name="connsiteX1-1155" fmla="*/ 96982 w 10460182"/>
                  <a:gd name="connsiteY1-1156" fmla="*/ 5874327 h 10487891"/>
                  <a:gd name="connsiteX2-1157" fmla="*/ 401782 w 10460182"/>
                  <a:gd name="connsiteY2-1158" fmla="*/ 5611091 h 10487891"/>
                  <a:gd name="connsiteX3-1159" fmla="*/ 651163 w 10460182"/>
                  <a:gd name="connsiteY3-1160" fmla="*/ 5749637 h 10487891"/>
                  <a:gd name="connsiteX4-1161" fmla="*/ 858982 w 10460182"/>
                  <a:gd name="connsiteY4-1162" fmla="*/ 5583382 h 10487891"/>
                  <a:gd name="connsiteX5-1163" fmla="*/ 997527 w 10460182"/>
                  <a:gd name="connsiteY5-1164" fmla="*/ 5430982 h 10487891"/>
                  <a:gd name="connsiteX6-1165" fmla="*/ 1080654 w 10460182"/>
                  <a:gd name="connsiteY6-1166" fmla="*/ 5514109 h 10487891"/>
                  <a:gd name="connsiteX7-1167" fmla="*/ 1191491 w 10460182"/>
                  <a:gd name="connsiteY7-1168" fmla="*/ 5791200 h 10487891"/>
                  <a:gd name="connsiteX8-1169" fmla="*/ 1510145 w 10460182"/>
                  <a:gd name="connsiteY8-1170" fmla="*/ 5624946 h 10487891"/>
                  <a:gd name="connsiteX9-1171" fmla="*/ 1731818 w 10460182"/>
                  <a:gd name="connsiteY9-1172" fmla="*/ 5375564 h 10487891"/>
                  <a:gd name="connsiteX10-1173" fmla="*/ 2022763 w 10460182"/>
                  <a:gd name="connsiteY10-1174" fmla="*/ 5140037 h 10487891"/>
                  <a:gd name="connsiteX11-1175" fmla="*/ 2119745 w 10460182"/>
                  <a:gd name="connsiteY11-1176" fmla="*/ 4710546 h 10487891"/>
                  <a:gd name="connsiteX12-1177" fmla="*/ 2133600 w 10460182"/>
                  <a:gd name="connsiteY12-1178" fmla="*/ 4308764 h 10487891"/>
                  <a:gd name="connsiteX13-1179" fmla="*/ 2355272 w 10460182"/>
                  <a:gd name="connsiteY13-1180" fmla="*/ 3934691 h 10487891"/>
                  <a:gd name="connsiteX14-1181" fmla="*/ 2715491 w 10460182"/>
                  <a:gd name="connsiteY14-1182" fmla="*/ 3532909 h 10487891"/>
                  <a:gd name="connsiteX15-1183" fmla="*/ 2978727 w 10460182"/>
                  <a:gd name="connsiteY15-1184" fmla="*/ 3338946 h 10487891"/>
                  <a:gd name="connsiteX16-1185" fmla="*/ 3006436 w 10460182"/>
                  <a:gd name="connsiteY16-1186" fmla="*/ 2895600 h 10487891"/>
                  <a:gd name="connsiteX17-1187" fmla="*/ 3075709 w 10460182"/>
                  <a:gd name="connsiteY17-1188" fmla="*/ 2604655 h 10487891"/>
                  <a:gd name="connsiteX18-1189" fmla="*/ 3075709 w 10460182"/>
                  <a:gd name="connsiteY18-1190" fmla="*/ 2396837 h 10487891"/>
                  <a:gd name="connsiteX19-1191" fmla="*/ 3214254 w 10460182"/>
                  <a:gd name="connsiteY19-1192" fmla="*/ 2064327 h 10487891"/>
                  <a:gd name="connsiteX20-1193" fmla="*/ 3214254 w 10460182"/>
                  <a:gd name="connsiteY20-1194" fmla="*/ 1773382 h 10487891"/>
                  <a:gd name="connsiteX21-1195" fmla="*/ 3532909 w 10460182"/>
                  <a:gd name="connsiteY21-1196" fmla="*/ 1205346 h 10487891"/>
                  <a:gd name="connsiteX22-1197" fmla="*/ 3463636 w 10460182"/>
                  <a:gd name="connsiteY22-1198" fmla="*/ 831273 h 10487891"/>
                  <a:gd name="connsiteX23-1199" fmla="*/ 3491345 w 10460182"/>
                  <a:gd name="connsiteY23-1200" fmla="*/ 623455 h 10487891"/>
                  <a:gd name="connsiteX24-1201" fmla="*/ 3823854 w 10460182"/>
                  <a:gd name="connsiteY24-1202" fmla="*/ 263237 h 10487891"/>
                  <a:gd name="connsiteX25-1203" fmla="*/ 4017818 w 10460182"/>
                  <a:gd name="connsiteY25-1204" fmla="*/ 138546 h 10487891"/>
                  <a:gd name="connsiteX26-1205" fmla="*/ 4433454 w 10460182"/>
                  <a:gd name="connsiteY26-1206" fmla="*/ 374073 h 10487891"/>
                  <a:gd name="connsiteX27-1207" fmla="*/ 4599709 w 10460182"/>
                  <a:gd name="connsiteY27-1208" fmla="*/ 568037 h 10487891"/>
                  <a:gd name="connsiteX28-1209" fmla="*/ 5070763 w 10460182"/>
                  <a:gd name="connsiteY28-1210" fmla="*/ 623455 h 10487891"/>
                  <a:gd name="connsiteX29-1211" fmla="*/ 5417127 w 10460182"/>
                  <a:gd name="connsiteY29-1212" fmla="*/ 637309 h 10487891"/>
                  <a:gd name="connsiteX30-1213" fmla="*/ 5680363 w 10460182"/>
                  <a:gd name="connsiteY30-1214" fmla="*/ 692727 h 10487891"/>
                  <a:gd name="connsiteX31-1215" fmla="*/ 5860472 w 10460182"/>
                  <a:gd name="connsiteY31-1216" fmla="*/ 360218 h 10487891"/>
                  <a:gd name="connsiteX32-1217" fmla="*/ 6123709 w 10460182"/>
                  <a:gd name="connsiteY32-1218" fmla="*/ 401782 h 10487891"/>
                  <a:gd name="connsiteX33-1219" fmla="*/ 6594763 w 10460182"/>
                  <a:gd name="connsiteY33-1220" fmla="*/ 263237 h 10487891"/>
                  <a:gd name="connsiteX34-1221" fmla="*/ 6761018 w 10460182"/>
                  <a:gd name="connsiteY34-1222" fmla="*/ 207818 h 10487891"/>
                  <a:gd name="connsiteX35-1223" fmla="*/ 7038109 w 10460182"/>
                  <a:gd name="connsiteY35-1224" fmla="*/ 277091 h 10487891"/>
                  <a:gd name="connsiteX36-1225" fmla="*/ 7232072 w 10460182"/>
                  <a:gd name="connsiteY36-1226" fmla="*/ 96982 h 10487891"/>
                  <a:gd name="connsiteX37-1227" fmla="*/ 7356763 w 10460182"/>
                  <a:gd name="connsiteY37-1228" fmla="*/ 0 h 10487891"/>
                  <a:gd name="connsiteX38-1229" fmla="*/ 7606145 w 10460182"/>
                  <a:gd name="connsiteY38-1230" fmla="*/ 83127 h 10487891"/>
                  <a:gd name="connsiteX39-1231" fmla="*/ 7910945 w 10460182"/>
                  <a:gd name="connsiteY39-1232" fmla="*/ 207818 h 10487891"/>
                  <a:gd name="connsiteX40-1233" fmla="*/ 8312727 w 10460182"/>
                  <a:gd name="connsiteY40-1234" fmla="*/ 138546 h 10487891"/>
                  <a:gd name="connsiteX41-1235" fmla="*/ 8672945 w 10460182"/>
                  <a:gd name="connsiteY41-1236" fmla="*/ 443346 h 10487891"/>
                  <a:gd name="connsiteX42-1237" fmla="*/ 8908472 w 10460182"/>
                  <a:gd name="connsiteY42-1238" fmla="*/ 623455 h 10487891"/>
                  <a:gd name="connsiteX43-1239" fmla="*/ 9088582 w 10460182"/>
                  <a:gd name="connsiteY43-1240" fmla="*/ 526473 h 10487891"/>
                  <a:gd name="connsiteX44-1241" fmla="*/ 9351818 w 10460182"/>
                  <a:gd name="connsiteY44-1242" fmla="*/ 471055 h 10487891"/>
                  <a:gd name="connsiteX45-1243" fmla="*/ 9518072 w 10460182"/>
                  <a:gd name="connsiteY45-1244" fmla="*/ 498764 h 10487891"/>
                  <a:gd name="connsiteX46-1245" fmla="*/ 9698182 w 10460182"/>
                  <a:gd name="connsiteY46-1246" fmla="*/ 526473 h 10487891"/>
                  <a:gd name="connsiteX47-1247" fmla="*/ 10002982 w 10460182"/>
                  <a:gd name="connsiteY47-1248" fmla="*/ 872837 h 10487891"/>
                  <a:gd name="connsiteX48-1249" fmla="*/ 10238509 w 10460182"/>
                  <a:gd name="connsiteY48-1250" fmla="*/ 1066800 h 10487891"/>
                  <a:gd name="connsiteX49-1251" fmla="*/ 10224654 w 10460182"/>
                  <a:gd name="connsiteY49-1252" fmla="*/ 1330037 h 10487891"/>
                  <a:gd name="connsiteX50-1253" fmla="*/ 10238509 w 10460182"/>
                  <a:gd name="connsiteY50-1254" fmla="*/ 1524000 h 10487891"/>
                  <a:gd name="connsiteX51-1255" fmla="*/ 10280072 w 10460182"/>
                  <a:gd name="connsiteY51-1256" fmla="*/ 1648691 h 10487891"/>
                  <a:gd name="connsiteX52-1257" fmla="*/ 10460182 w 10460182"/>
                  <a:gd name="connsiteY52-1258" fmla="*/ 1884218 h 10487891"/>
                  <a:gd name="connsiteX53-1259" fmla="*/ 10099963 w 10460182"/>
                  <a:gd name="connsiteY53-1260" fmla="*/ 2341418 h 10487891"/>
                  <a:gd name="connsiteX54-1261" fmla="*/ 9781309 w 10460182"/>
                  <a:gd name="connsiteY54-1262" fmla="*/ 2576946 h 10487891"/>
                  <a:gd name="connsiteX55-1263" fmla="*/ 9601200 w 10460182"/>
                  <a:gd name="connsiteY55-1264" fmla="*/ 3505200 h 10487891"/>
                  <a:gd name="connsiteX56-1265" fmla="*/ 9601200 w 10460182"/>
                  <a:gd name="connsiteY56-1266" fmla="*/ 3796146 h 10487891"/>
                  <a:gd name="connsiteX57-1267" fmla="*/ 9365672 w 10460182"/>
                  <a:gd name="connsiteY57-1268" fmla="*/ 3990109 h 10487891"/>
                  <a:gd name="connsiteX58-1269" fmla="*/ 9310254 w 10460182"/>
                  <a:gd name="connsiteY58-1270" fmla="*/ 4156364 h 10487891"/>
                  <a:gd name="connsiteX59-1271" fmla="*/ 9199418 w 10460182"/>
                  <a:gd name="connsiteY59-1272" fmla="*/ 4364182 h 10487891"/>
                  <a:gd name="connsiteX60-1273" fmla="*/ 9268691 w 10460182"/>
                  <a:gd name="connsiteY60-1274" fmla="*/ 4530437 h 10487891"/>
                  <a:gd name="connsiteX61-1275" fmla="*/ 9337963 w 10460182"/>
                  <a:gd name="connsiteY61-1276" fmla="*/ 4738255 h 10487891"/>
                  <a:gd name="connsiteX62-1277" fmla="*/ 9421091 w 10460182"/>
                  <a:gd name="connsiteY62-1278" fmla="*/ 4987637 h 10487891"/>
                  <a:gd name="connsiteX63-1279" fmla="*/ 9434945 w 10460182"/>
                  <a:gd name="connsiteY63-1280" fmla="*/ 5292437 h 10487891"/>
                  <a:gd name="connsiteX64-1281" fmla="*/ 9462654 w 10460182"/>
                  <a:gd name="connsiteY64-1282" fmla="*/ 5694218 h 10487891"/>
                  <a:gd name="connsiteX65-1283" fmla="*/ 9587345 w 10460182"/>
                  <a:gd name="connsiteY65-1284" fmla="*/ 6054437 h 10487891"/>
                  <a:gd name="connsiteX66-1285" fmla="*/ 9545782 w 10460182"/>
                  <a:gd name="connsiteY66-1286" fmla="*/ 6456218 h 10487891"/>
                  <a:gd name="connsiteX67-1287" fmla="*/ 9933709 w 10460182"/>
                  <a:gd name="connsiteY67-1288" fmla="*/ 6941127 h 10487891"/>
                  <a:gd name="connsiteX68-1289" fmla="*/ 10113818 w 10460182"/>
                  <a:gd name="connsiteY68-1290" fmla="*/ 7287491 h 10487891"/>
                  <a:gd name="connsiteX69-1291" fmla="*/ 10252363 w 10460182"/>
                  <a:gd name="connsiteY69-1292" fmla="*/ 7620000 h 10487891"/>
                  <a:gd name="connsiteX70-1293" fmla="*/ 9670472 w 10460182"/>
                  <a:gd name="connsiteY70-1294" fmla="*/ 7620000 h 10487891"/>
                  <a:gd name="connsiteX71-1295" fmla="*/ 9337963 w 10460182"/>
                  <a:gd name="connsiteY71-1296" fmla="*/ 7730837 h 10487891"/>
                  <a:gd name="connsiteX72-1297" fmla="*/ 9102436 w 10460182"/>
                  <a:gd name="connsiteY72-1298" fmla="*/ 7869382 h 10487891"/>
                  <a:gd name="connsiteX73-1299" fmla="*/ 9019309 w 10460182"/>
                  <a:gd name="connsiteY73-1300" fmla="*/ 8077200 h 10487891"/>
                  <a:gd name="connsiteX74-1301" fmla="*/ 8936182 w 10460182"/>
                  <a:gd name="connsiteY74-1302" fmla="*/ 8174182 h 10487891"/>
                  <a:gd name="connsiteX75-1303" fmla="*/ 8991600 w 10460182"/>
                  <a:gd name="connsiteY75-1304" fmla="*/ 8603673 h 10487891"/>
                  <a:gd name="connsiteX76-1305" fmla="*/ 8963891 w 10460182"/>
                  <a:gd name="connsiteY76-1306" fmla="*/ 8811491 h 10487891"/>
                  <a:gd name="connsiteX77-1307" fmla="*/ 8991600 w 10460182"/>
                  <a:gd name="connsiteY77-1308" fmla="*/ 9047018 h 10487891"/>
                  <a:gd name="connsiteX78-1309" fmla="*/ 8894618 w 10460182"/>
                  <a:gd name="connsiteY78-1310" fmla="*/ 9351818 h 10487891"/>
                  <a:gd name="connsiteX79-1311" fmla="*/ 8922327 w 10460182"/>
                  <a:gd name="connsiteY79-1312" fmla="*/ 9615055 h 10487891"/>
                  <a:gd name="connsiteX80-1313" fmla="*/ 9144000 w 10460182"/>
                  <a:gd name="connsiteY80-1314" fmla="*/ 9781309 h 10487891"/>
                  <a:gd name="connsiteX81-1315" fmla="*/ 9337963 w 10460182"/>
                  <a:gd name="connsiteY81-1316" fmla="*/ 9947564 h 10487891"/>
                  <a:gd name="connsiteX82-1317" fmla="*/ 9504218 w 10460182"/>
                  <a:gd name="connsiteY82-1318" fmla="*/ 9850582 h 10487891"/>
                  <a:gd name="connsiteX83-1319" fmla="*/ 9615054 w 10460182"/>
                  <a:gd name="connsiteY83-1320" fmla="*/ 9767455 h 10487891"/>
                  <a:gd name="connsiteX84-1321" fmla="*/ 9698182 w 10460182"/>
                  <a:gd name="connsiteY84-1322" fmla="*/ 9795164 h 10487891"/>
                  <a:gd name="connsiteX85-1323" fmla="*/ 9684327 w 10460182"/>
                  <a:gd name="connsiteY85-1324" fmla="*/ 10335491 h 10487891"/>
                  <a:gd name="connsiteX86-1325" fmla="*/ 9490363 w 10460182"/>
                  <a:gd name="connsiteY86-1326" fmla="*/ 10487891 h 10487891"/>
                  <a:gd name="connsiteX87-1327" fmla="*/ 9310254 w 10460182"/>
                  <a:gd name="connsiteY87-1328" fmla="*/ 10474037 h 10487891"/>
                  <a:gd name="connsiteX88-1329" fmla="*/ 9227127 w 10460182"/>
                  <a:gd name="connsiteY88-1330" fmla="*/ 10321637 h 10487891"/>
                  <a:gd name="connsiteX89-1331" fmla="*/ 9033163 w 10460182"/>
                  <a:gd name="connsiteY89-1332" fmla="*/ 10072255 h 10487891"/>
                  <a:gd name="connsiteX90-1333" fmla="*/ 8825345 w 10460182"/>
                  <a:gd name="connsiteY90-1334" fmla="*/ 9892146 h 10487891"/>
                  <a:gd name="connsiteX91-1335" fmla="*/ 8534400 w 10460182"/>
                  <a:gd name="connsiteY91-1336" fmla="*/ 9781309 h 10487891"/>
                  <a:gd name="connsiteX92-1337" fmla="*/ 8423563 w 10460182"/>
                  <a:gd name="connsiteY92-1338" fmla="*/ 9725891 h 10487891"/>
                  <a:gd name="connsiteX93-1339" fmla="*/ 8285018 w 10460182"/>
                  <a:gd name="connsiteY93-1340" fmla="*/ 9559637 h 10487891"/>
                  <a:gd name="connsiteX94-1341" fmla="*/ 8257309 w 10460182"/>
                  <a:gd name="connsiteY94-1342" fmla="*/ 9421091 h 10487891"/>
                  <a:gd name="connsiteX95-1343" fmla="*/ 8146472 w 10460182"/>
                  <a:gd name="connsiteY95-1344" fmla="*/ 9434946 h 10487891"/>
                  <a:gd name="connsiteX96-1345" fmla="*/ 8091054 w 10460182"/>
                  <a:gd name="connsiteY96-1346" fmla="*/ 9656618 h 10487891"/>
                  <a:gd name="connsiteX97-1347" fmla="*/ 7744691 w 10460182"/>
                  <a:gd name="connsiteY97-1348" fmla="*/ 9559637 h 10487891"/>
                  <a:gd name="connsiteX98-1349" fmla="*/ 7536872 w 10460182"/>
                  <a:gd name="connsiteY98-1350" fmla="*/ 9573491 h 10487891"/>
                  <a:gd name="connsiteX99-1351" fmla="*/ 7481454 w 10460182"/>
                  <a:gd name="connsiteY99-1352" fmla="*/ 9504218 h 10487891"/>
                  <a:gd name="connsiteX100-1353" fmla="*/ 7439891 w 10460182"/>
                  <a:gd name="connsiteY100-1354" fmla="*/ 9240982 h 10487891"/>
                  <a:gd name="connsiteX101-1355" fmla="*/ 7356763 w 10460182"/>
                  <a:gd name="connsiteY101-1356" fmla="*/ 9434946 h 10487891"/>
                  <a:gd name="connsiteX102-1357" fmla="*/ 7287491 w 10460182"/>
                  <a:gd name="connsiteY102-1358" fmla="*/ 9421091 h 10487891"/>
                  <a:gd name="connsiteX103-1359" fmla="*/ 7232072 w 10460182"/>
                  <a:gd name="connsiteY103-1360" fmla="*/ 9185564 h 10487891"/>
                  <a:gd name="connsiteX104-1361" fmla="*/ 6954982 w 10460182"/>
                  <a:gd name="connsiteY104-1362" fmla="*/ 9268691 h 10487891"/>
                  <a:gd name="connsiteX105-1363" fmla="*/ 6705600 w 10460182"/>
                  <a:gd name="connsiteY105-1364" fmla="*/ 9310255 h 10487891"/>
                  <a:gd name="connsiteX106-1365" fmla="*/ 6705600 w 10460182"/>
                  <a:gd name="connsiteY106-1366" fmla="*/ 9116291 h 10487891"/>
                  <a:gd name="connsiteX107-1367" fmla="*/ 6511636 w 10460182"/>
                  <a:gd name="connsiteY107-1368" fmla="*/ 9033164 h 10487891"/>
                  <a:gd name="connsiteX108-1369" fmla="*/ 6428509 w 10460182"/>
                  <a:gd name="connsiteY108-1370" fmla="*/ 9033164 h 10487891"/>
                  <a:gd name="connsiteX109-1371" fmla="*/ 6289963 w 10460182"/>
                  <a:gd name="connsiteY109-1372" fmla="*/ 9074727 h 10487891"/>
                  <a:gd name="connsiteX110-1373" fmla="*/ 6234545 w 10460182"/>
                  <a:gd name="connsiteY110-1374" fmla="*/ 9047018 h 10487891"/>
                  <a:gd name="connsiteX111-1375" fmla="*/ 5971309 w 10460182"/>
                  <a:gd name="connsiteY111-1376" fmla="*/ 9116291 h 10487891"/>
                  <a:gd name="connsiteX112-1377" fmla="*/ 5749636 w 10460182"/>
                  <a:gd name="connsiteY112-1378" fmla="*/ 9130146 h 10487891"/>
                  <a:gd name="connsiteX113-1379" fmla="*/ 5638800 w 10460182"/>
                  <a:gd name="connsiteY113-1380" fmla="*/ 9130146 h 10487891"/>
                  <a:gd name="connsiteX114-1381" fmla="*/ 5527963 w 10460182"/>
                  <a:gd name="connsiteY114-1382" fmla="*/ 9130146 h 10487891"/>
                  <a:gd name="connsiteX115-1383" fmla="*/ 5541818 w 10460182"/>
                  <a:gd name="connsiteY115-1384" fmla="*/ 8950037 h 10487891"/>
                  <a:gd name="connsiteX116-1385" fmla="*/ 5541818 w 10460182"/>
                  <a:gd name="connsiteY116-1386" fmla="*/ 8672946 h 10487891"/>
                  <a:gd name="connsiteX117-1387" fmla="*/ 5361709 w 10460182"/>
                  <a:gd name="connsiteY117-1388" fmla="*/ 8340437 h 10487891"/>
                  <a:gd name="connsiteX118-1389" fmla="*/ 5250872 w 10460182"/>
                  <a:gd name="connsiteY118-1390" fmla="*/ 8146473 h 10487891"/>
                  <a:gd name="connsiteX119-1391" fmla="*/ 5347854 w 10460182"/>
                  <a:gd name="connsiteY119-1392" fmla="*/ 7689273 h 10487891"/>
                  <a:gd name="connsiteX120-1393" fmla="*/ 5237018 w 10460182"/>
                  <a:gd name="connsiteY120-1394" fmla="*/ 7342909 h 10487891"/>
                  <a:gd name="connsiteX121-1395" fmla="*/ 5250872 w 10460182"/>
                  <a:gd name="connsiteY121-1396" fmla="*/ 7148946 h 10487891"/>
                  <a:gd name="connsiteX122-1397" fmla="*/ 5250872 w 10460182"/>
                  <a:gd name="connsiteY122-1398" fmla="*/ 7010400 h 10487891"/>
                  <a:gd name="connsiteX123-1399" fmla="*/ 4613563 w 10460182"/>
                  <a:gd name="connsiteY123-1400" fmla="*/ 7051964 h 10487891"/>
                  <a:gd name="connsiteX124-1401" fmla="*/ 4528412 w 10460182"/>
                  <a:gd name="connsiteY124-1402" fmla="*/ 6919645 h 10487891"/>
                  <a:gd name="connsiteX125-1403" fmla="*/ 4038834 w 10460182"/>
                  <a:gd name="connsiteY125-1404" fmla="*/ 6895517 h 10487891"/>
                  <a:gd name="connsiteX126-1405" fmla="*/ 3976254 w 10460182"/>
                  <a:gd name="connsiteY126-1406" fmla="*/ 7148946 h 10487891"/>
                  <a:gd name="connsiteX127-1407" fmla="*/ 3932667 w 10460182"/>
                  <a:gd name="connsiteY127-1408" fmla="*/ 7360344 h 10487891"/>
                  <a:gd name="connsiteX128-1409" fmla="*/ 3910095 w 10460182"/>
                  <a:gd name="connsiteY128-1410" fmla="*/ 7482545 h 10487891"/>
                  <a:gd name="connsiteX129-1411" fmla="*/ 3559528 w 10460182"/>
                  <a:gd name="connsiteY129-1412" fmla="*/ 7476941 h 10487891"/>
                  <a:gd name="connsiteX130-1413" fmla="*/ 3311236 w 10460182"/>
                  <a:gd name="connsiteY130-1414" fmla="*/ 7481455 h 10487891"/>
                  <a:gd name="connsiteX131-1415" fmla="*/ 2895600 w 10460182"/>
                  <a:gd name="connsiteY131-1416" fmla="*/ 7467600 h 10487891"/>
                  <a:gd name="connsiteX132-1417" fmla="*/ 2784763 w 10460182"/>
                  <a:gd name="connsiteY132-1418" fmla="*/ 7218218 h 10487891"/>
                  <a:gd name="connsiteX133-1419" fmla="*/ 2604654 w 10460182"/>
                  <a:gd name="connsiteY133-1420" fmla="*/ 6941127 h 10487891"/>
                  <a:gd name="connsiteX134-1421" fmla="*/ 2410691 w 10460182"/>
                  <a:gd name="connsiteY134-1422" fmla="*/ 6442364 h 10487891"/>
                  <a:gd name="connsiteX135-1423" fmla="*/ 2327563 w 10460182"/>
                  <a:gd name="connsiteY135-1424" fmla="*/ 6303818 h 10487891"/>
                  <a:gd name="connsiteX136-1425" fmla="*/ 1662545 w 10460182"/>
                  <a:gd name="connsiteY136-1426" fmla="*/ 6276109 h 10487891"/>
                  <a:gd name="connsiteX137-1427" fmla="*/ 1233054 w 10460182"/>
                  <a:gd name="connsiteY137-1428" fmla="*/ 6276109 h 10487891"/>
                  <a:gd name="connsiteX138-1429" fmla="*/ 1136072 w 10460182"/>
                  <a:gd name="connsiteY138-1430" fmla="*/ 6331527 h 10487891"/>
                  <a:gd name="connsiteX139-1431" fmla="*/ 706582 w 10460182"/>
                  <a:gd name="connsiteY139-1432" fmla="*/ 6289964 h 10487891"/>
                  <a:gd name="connsiteX140-1433" fmla="*/ 318654 w 10460182"/>
                  <a:gd name="connsiteY140-1434" fmla="*/ 6317673 h 10487891"/>
                  <a:gd name="connsiteX141-1435" fmla="*/ 96982 w 10460182"/>
                  <a:gd name="connsiteY141-1436" fmla="*/ 6470073 h 10487891"/>
                  <a:gd name="connsiteX142-1437" fmla="*/ 0 w 10460182"/>
                  <a:gd name="connsiteY142-1438" fmla="*/ 6373091 h 10487891"/>
                  <a:gd name="connsiteX143-1439" fmla="*/ 83127 w 10460182"/>
                  <a:gd name="connsiteY143-1440" fmla="*/ 6317673 h 10487891"/>
                  <a:gd name="connsiteX0-1441" fmla="*/ 83127 w 10460182"/>
                  <a:gd name="connsiteY0-1442" fmla="*/ 6317673 h 10487891"/>
                  <a:gd name="connsiteX1-1443" fmla="*/ 96982 w 10460182"/>
                  <a:gd name="connsiteY1-1444" fmla="*/ 5874327 h 10487891"/>
                  <a:gd name="connsiteX2-1445" fmla="*/ 401782 w 10460182"/>
                  <a:gd name="connsiteY2-1446" fmla="*/ 5611091 h 10487891"/>
                  <a:gd name="connsiteX3-1447" fmla="*/ 651163 w 10460182"/>
                  <a:gd name="connsiteY3-1448" fmla="*/ 5749637 h 10487891"/>
                  <a:gd name="connsiteX4-1449" fmla="*/ 858982 w 10460182"/>
                  <a:gd name="connsiteY4-1450" fmla="*/ 5583382 h 10487891"/>
                  <a:gd name="connsiteX5-1451" fmla="*/ 997527 w 10460182"/>
                  <a:gd name="connsiteY5-1452" fmla="*/ 5430982 h 10487891"/>
                  <a:gd name="connsiteX6-1453" fmla="*/ 1080654 w 10460182"/>
                  <a:gd name="connsiteY6-1454" fmla="*/ 5514109 h 10487891"/>
                  <a:gd name="connsiteX7-1455" fmla="*/ 1191491 w 10460182"/>
                  <a:gd name="connsiteY7-1456" fmla="*/ 5791200 h 10487891"/>
                  <a:gd name="connsiteX8-1457" fmla="*/ 1510145 w 10460182"/>
                  <a:gd name="connsiteY8-1458" fmla="*/ 5624946 h 10487891"/>
                  <a:gd name="connsiteX9-1459" fmla="*/ 1731818 w 10460182"/>
                  <a:gd name="connsiteY9-1460" fmla="*/ 5375564 h 10487891"/>
                  <a:gd name="connsiteX10-1461" fmla="*/ 2022763 w 10460182"/>
                  <a:gd name="connsiteY10-1462" fmla="*/ 5140037 h 10487891"/>
                  <a:gd name="connsiteX11-1463" fmla="*/ 2119745 w 10460182"/>
                  <a:gd name="connsiteY11-1464" fmla="*/ 4710546 h 10487891"/>
                  <a:gd name="connsiteX12-1465" fmla="*/ 2133600 w 10460182"/>
                  <a:gd name="connsiteY12-1466" fmla="*/ 4308764 h 10487891"/>
                  <a:gd name="connsiteX13-1467" fmla="*/ 2355272 w 10460182"/>
                  <a:gd name="connsiteY13-1468" fmla="*/ 3934691 h 10487891"/>
                  <a:gd name="connsiteX14-1469" fmla="*/ 2715491 w 10460182"/>
                  <a:gd name="connsiteY14-1470" fmla="*/ 3532909 h 10487891"/>
                  <a:gd name="connsiteX15-1471" fmla="*/ 2978727 w 10460182"/>
                  <a:gd name="connsiteY15-1472" fmla="*/ 3338946 h 10487891"/>
                  <a:gd name="connsiteX16-1473" fmla="*/ 3006436 w 10460182"/>
                  <a:gd name="connsiteY16-1474" fmla="*/ 2895600 h 10487891"/>
                  <a:gd name="connsiteX17-1475" fmla="*/ 3075709 w 10460182"/>
                  <a:gd name="connsiteY17-1476" fmla="*/ 2604655 h 10487891"/>
                  <a:gd name="connsiteX18-1477" fmla="*/ 3075709 w 10460182"/>
                  <a:gd name="connsiteY18-1478" fmla="*/ 2396837 h 10487891"/>
                  <a:gd name="connsiteX19-1479" fmla="*/ 3214254 w 10460182"/>
                  <a:gd name="connsiteY19-1480" fmla="*/ 2064327 h 10487891"/>
                  <a:gd name="connsiteX20-1481" fmla="*/ 3214254 w 10460182"/>
                  <a:gd name="connsiteY20-1482" fmla="*/ 1773382 h 10487891"/>
                  <a:gd name="connsiteX21-1483" fmla="*/ 3532909 w 10460182"/>
                  <a:gd name="connsiteY21-1484" fmla="*/ 1205346 h 10487891"/>
                  <a:gd name="connsiteX22-1485" fmla="*/ 3463636 w 10460182"/>
                  <a:gd name="connsiteY22-1486" fmla="*/ 831273 h 10487891"/>
                  <a:gd name="connsiteX23-1487" fmla="*/ 3491345 w 10460182"/>
                  <a:gd name="connsiteY23-1488" fmla="*/ 623455 h 10487891"/>
                  <a:gd name="connsiteX24-1489" fmla="*/ 3823854 w 10460182"/>
                  <a:gd name="connsiteY24-1490" fmla="*/ 263237 h 10487891"/>
                  <a:gd name="connsiteX25-1491" fmla="*/ 4017818 w 10460182"/>
                  <a:gd name="connsiteY25-1492" fmla="*/ 138546 h 10487891"/>
                  <a:gd name="connsiteX26-1493" fmla="*/ 4433454 w 10460182"/>
                  <a:gd name="connsiteY26-1494" fmla="*/ 374073 h 10487891"/>
                  <a:gd name="connsiteX27-1495" fmla="*/ 4599709 w 10460182"/>
                  <a:gd name="connsiteY27-1496" fmla="*/ 568037 h 10487891"/>
                  <a:gd name="connsiteX28-1497" fmla="*/ 5070763 w 10460182"/>
                  <a:gd name="connsiteY28-1498" fmla="*/ 623455 h 10487891"/>
                  <a:gd name="connsiteX29-1499" fmla="*/ 5417127 w 10460182"/>
                  <a:gd name="connsiteY29-1500" fmla="*/ 637309 h 10487891"/>
                  <a:gd name="connsiteX30-1501" fmla="*/ 5680363 w 10460182"/>
                  <a:gd name="connsiteY30-1502" fmla="*/ 692727 h 10487891"/>
                  <a:gd name="connsiteX31-1503" fmla="*/ 5860472 w 10460182"/>
                  <a:gd name="connsiteY31-1504" fmla="*/ 360218 h 10487891"/>
                  <a:gd name="connsiteX32-1505" fmla="*/ 6123709 w 10460182"/>
                  <a:gd name="connsiteY32-1506" fmla="*/ 401782 h 10487891"/>
                  <a:gd name="connsiteX33-1507" fmla="*/ 6594763 w 10460182"/>
                  <a:gd name="connsiteY33-1508" fmla="*/ 263237 h 10487891"/>
                  <a:gd name="connsiteX34-1509" fmla="*/ 6761018 w 10460182"/>
                  <a:gd name="connsiteY34-1510" fmla="*/ 207818 h 10487891"/>
                  <a:gd name="connsiteX35-1511" fmla="*/ 7038109 w 10460182"/>
                  <a:gd name="connsiteY35-1512" fmla="*/ 277091 h 10487891"/>
                  <a:gd name="connsiteX36-1513" fmla="*/ 7232072 w 10460182"/>
                  <a:gd name="connsiteY36-1514" fmla="*/ 96982 h 10487891"/>
                  <a:gd name="connsiteX37-1515" fmla="*/ 7356763 w 10460182"/>
                  <a:gd name="connsiteY37-1516" fmla="*/ 0 h 10487891"/>
                  <a:gd name="connsiteX38-1517" fmla="*/ 7606145 w 10460182"/>
                  <a:gd name="connsiteY38-1518" fmla="*/ 83127 h 10487891"/>
                  <a:gd name="connsiteX39-1519" fmla="*/ 7910945 w 10460182"/>
                  <a:gd name="connsiteY39-1520" fmla="*/ 207818 h 10487891"/>
                  <a:gd name="connsiteX40-1521" fmla="*/ 8312727 w 10460182"/>
                  <a:gd name="connsiteY40-1522" fmla="*/ 138546 h 10487891"/>
                  <a:gd name="connsiteX41-1523" fmla="*/ 8672945 w 10460182"/>
                  <a:gd name="connsiteY41-1524" fmla="*/ 443346 h 10487891"/>
                  <a:gd name="connsiteX42-1525" fmla="*/ 8908472 w 10460182"/>
                  <a:gd name="connsiteY42-1526" fmla="*/ 623455 h 10487891"/>
                  <a:gd name="connsiteX43-1527" fmla="*/ 9088582 w 10460182"/>
                  <a:gd name="connsiteY43-1528" fmla="*/ 526473 h 10487891"/>
                  <a:gd name="connsiteX44-1529" fmla="*/ 9351818 w 10460182"/>
                  <a:gd name="connsiteY44-1530" fmla="*/ 471055 h 10487891"/>
                  <a:gd name="connsiteX45-1531" fmla="*/ 9518072 w 10460182"/>
                  <a:gd name="connsiteY45-1532" fmla="*/ 498764 h 10487891"/>
                  <a:gd name="connsiteX46-1533" fmla="*/ 9698182 w 10460182"/>
                  <a:gd name="connsiteY46-1534" fmla="*/ 526473 h 10487891"/>
                  <a:gd name="connsiteX47-1535" fmla="*/ 10002982 w 10460182"/>
                  <a:gd name="connsiteY47-1536" fmla="*/ 872837 h 10487891"/>
                  <a:gd name="connsiteX48-1537" fmla="*/ 10238509 w 10460182"/>
                  <a:gd name="connsiteY48-1538" fmla="*/ 1066800 h 10487891"/>
                  <a:gd name="connsiteX49-1539" fmla="*/ 10224654 w 10460182"/>
                  <a:gd name="connsiteY49-1540" fmla="*/ 1330037 h 10487891"/>
                  <a:gd name="connsiteX50-1541" fmla="*/ 10238509 w 10460182"/>
                  <a:gd name="connsiteY50-1542" fmla="*/ 1524000 h 10487891"/>
                  <a:gd name="connsiteX51-1543" fmla="*/ 10280072 w 10460182"/>
                  <a:gd name="connsiteY51-1544" fmla="*/ 1648691 h 10487891"/>
                  <a:gd name="connsiteX52-1545" fmla="*/ 10460182 w 10460182"/>
                  <a:gd name="connsiteY52-1546" fmla="*/ 1884218 h 10487891"/>
                  <a:gd name="connsiteX53-1547" fmla="*/ 10099963 w 10460182"/>
                  <a:gd name="connsiteY53-1548" fmla="*/ 2341418 h 10487891"/>
                  <a:gd name="connsiteX54-1549" fmla="*/ 9781309 w 10460182"/>
                  <a:gd name="connsiteY54-1550" fmla="*/ 2576946 h 10487891"/>
                  <a:gd name="connsiteX55-1551" fmla="*/ 9601200 w 10460182"/>
                  <a:gd name="connsiteY55-1552" fmla="*/ 3505200 h 10487891"/>
                  <a:gd name="connsiteX56-1553" fmla="*/ 9601200 w 10460182"/>
                  <a:gd name="connsiteY56-1554" fmla="*/ 3796146 h 10487891"/>
                  <a:gd name="connsiteX57-1555" fmla="*/ 9365672 w 10460182"/>
                  <a:gd name="connsiteY57-1556" fmla="*/ 3990109 h 10487891"/>
                  <a:gd name="connsiteX58-1557" fmla="*/ 9310254 w 10460182"/>
                  <a:gd name="connsiteY58-1558" fmla="*/ 4156364 h 10487891"/>
                  <a:gd name="connsiteX59-1559" fmla="*/ 9199418 w 10460182"/>
                  <a:gd name="connsiteY59-1560" fmla="*/ 4364182 h 10487891"/>
                  <a:gd name="connsiteX60-1561" fmla="*/ 9268691 w 10460182"/>
                  <a:gd name="connsiteY60-1562" fmla="*/ 4530437 h 10487891"/>
                  <a:gd name="connsiteX61-1563" fmla="*/ 9337963 w 10460182"/>
                  <a:gd name="connsiteY61-1564" fmla="*/ 4738255 h 10487891"/>
                  <a:gd name="connsiteX62-1565" fmla="*/ 9421091 w 10460182"/>
                  <a:gd name="connsiteY62-1566" fmla="*/ 4987637 h 10487891"/>
                  <a:gd name="connsiteX63-1567" fmla="*/ 9434945 w 10460182"/>
                  <a:gd name="connsiteY63-1568" fmla="*/ 5292437 h 10487891"/>
                  <a:gd name="connsiteX64-1569" fmla="*/ 9462654 w 10460182"/>
                  <a:gd name="connsiteY64-1570" fmla="*/ 5694218 h 10487891"/>
                  <a:gd name="connsiteX65-1571" fmla="*/ 9587345 w 10460182"/>
                  <a:gd name="connsiteY65-1572" fmla="*/ 6054437 h 10487891"/>
                  <a:gd name="connsiteX66-1573" fmla="*/ 9545782 w 10460182"/>
                  <a:gd name="connsiteY66-1574" fmla="*/ 6456218 h 10487891"/>
                  <a:gd name="connsiteX67-1575" fmla="*/ 9933709 w 10460182"/>
                  <a:gd name="connsiteY67-1576" fmla="*/ 6941127 h 10487891"/>
                  <a:gd name="connsiteX68-1577" fmla="*/ 10113818 w 10460182"/>
                  <a:gd name="connsiteY68-1578" fmla="*/ 7287491 h 10487891"/>
                  <a:gd name="connsiteX69-1579" fmla="*/ 10252363 w 10460182"/>
                  <a:gd name="connsiteY69-1580" fmla="*/ 7620000 h 10487891"/>
                  <a:gd name="connsiteX70-1581" fmla="*/ 9670472 w 10460182"/>
                  <a:gd name="connsiteY70-1582" fmla="*/ 7620000 h 10487891"/>
                  <a:gd name="connsiteX71-1583" fmla="*/ 9337963 w 10460182"/>
                  <a:gd name="connsiteY71-1584" fmla="*/ 7730837 h 10487891"/>
                  <a:gd name="connsiteX72-1585" fmla="*/ 9102436 w 10460182"/>
                  <a:gd name="connsiteY72-1586" fmla="*/ 7869382 h 10487891"/>
                  <a:gd name="connsiteX73-1587" fmla="*/ 9019309 w 10460182"/>
                  <a:gd name="connsiteY73-1588" fmla="*/ 8077200 h 10487891"/>
                  <a:gd name="connsiteX74-1589" fmla="*/ 8936182 w 10460182"/>
                  <a:gd name="connsiteY74-1590" fmla="*/ 8174182 h 10487891"/>
                  <a:gd name="connsiteX75-1591" fmla="*/ 8991600 w 10460182"/>
                  <a:gd name="connsiteY75-1592" fmla="*/ 8603673 h 10487891"/>
                  <a:gd name="connsiteX76-1593" fmla="*/ 8963891 w 10460182"/>
                  <a:gd name="connsiteY76-1594" fmla="*/ 8811491 h 10487891"/>
                  <a:gd name="connsiteX77-1595" fmla="*/ 8991600 w 10460182"/>
                  <a:gd name="connsiteY77-1596" fmla="*/ 9047018 h 10487891"/>
                  <a:gd name="connsiteX78-1597" fmla="*/ 8894618 w 10460182"/>
                  <a:gd name="connsiteY78-1598" fmla="*/ 9351818 h 10487891"/>
                  <a:gd name="connsiteX79-1599" fmla="*/ 8922327 w 10460182"/>
                  <a:gd name="connsiteY79-1600" fmla="*/ 9615055 h 10487891"/>
                  <a:gd name="connsiteX80-1601" fmla="*/ 9144000 w 10460182"/>
                  <a:gd name="connsiteY80-1602" fmla="*/ 9781309 h 10487891"/>
                  <a:gd name="connsiteX81-1603" fmla="*/ 9337963 w 10460182"/>
                  <a:gd name="connsiteY81-1604" fmla="*/ 9947564 h 10487891"/>
                  <a:gd name="connsiteX82-1605" fmla="*/ 9504218 w 10460182"/>
                  <a:gd name="connsiteY82-1606" fmla="*/ 9850582 h 10487891"/>
                  <a:gd name="connsiteX83-1607" fmla="*/ 9615054 w 10460182"/>
                  <a:gd name="connsiteY83-1608" fmla="*/ 9767455 h 10487891"/>
                  <a:gd name="connsiteX84-1609" fmla="*/ 9698182 w 10460182"/>
                  <a:gd name="connsiteY84-1610" fmla="*/ 9795164 h 10487891"/>
                  <a:gd name="connsiteX85-1611" fmla="*/ 9684327 w 10460182"/>
                  <a:gd name="connsiteY85-1612" fmla="*/ 10335491 h 10487891"/>
                  <a:gd name="connsiteX86-1613" fmla="*/ 9490363 w 10460182"/>
                  <a:gd name="connsiteY86-1614" fmla="*/ 10487891 h 10487891"/>
                  <a:gd name="connsiteX87-1615" fmla="*/ 9310254 w 10460182"/>
                  <a:gd name="connsiteY87-1616" fmla="*/ 10474037 h 10487891"/>
                  <a:gd name="connsiteX88-1617" fmla="*/ 9227127 w 10460182"/>
                  <a:gd name="connsiteY88-1618" fmla="*/ 10321637 h 10487891"/>
                  <a:gd name="connsiteX89-1619" fmla="*/ 9033163 w 10460182"/>
                  <a:gd name="connsiteY89-1620" fmla="*/ 10072255 h 10487891"/>
                  <a:gd name="connsiteX90-1621" fmla="*/ 8825345 w 10460182"/>
                  <a:gd name="connsiteY90-1622" fmla="*/ 9892146 h 10487891"/>
                  <a:gd name="connsiteX91-1623" fmla="*/ 8534400 w 10460182"/>
                  <a:gd name="connsiteY91-1624" fmla="*/ 9781309 h 10487891"/>
                  <a:gd name="connsiteX92-1625" fmla="*/ 8423563 w 10460182"/>
                  <a:gd name="connsiteY92-1626" fmla="*/ 9725891 h 10487891"/>
                  <a:gd name="connsiteX93-1627" fmla="*/ 8285018 w 10460182"/>
                  <a:gd name="connsiteY93-1628" fmla="*/ 9559637 h 10487891"/>
                  <a:gd name="connsiteX94-1629" fmla="*/ 8257309 w 10460182"/>
                  <a:gd name="connsiteY94-1630" fmla="*/ 9421091 h 10487891"/>
                  <a:gd name="connsiteX95-1631" fmla="*/ 8146472 w 10460182"/>
                  <a:gd name="connsiteY95-1632" fmla="*/ 9434946 h 10487891"/>
                  <a:gd name="connsiteX96-1633" fmla="*/ 8091054 w 10460182"/>
                  <a:gd name="connsiteY96-1634" fmla="*/ 9656618 h 10487891"/>
                  <a:gd name="connsiteX97-1635" fmla="*/ 7744691 w 10460182"/>
                  <a:gd name="connsiteY97-1636" fmla="*/ 9559637 h 10487891"/>
                  <a:gd name="connsiteX98-1637" fmla="*/ 7536872 w 10460182"/>
                  <a:gd name="connsiteY98-1638" fmla="*/ 9573491 h 10487891"/>
                  <a:gd name="connsiteX99-1639" fmla="*/ 7481454 w 10460182"/>
                  <a:gd name="connsiteY99-1640" fmla="*/ 9504218 h 10487891"/>
                  <a:gd name="connsiteX100-1641" fmla="*/ 7439891 w 10460182"/>
                  <a:gd name="connsiteY100-1642" fmla="*/ 9240982 h 10487891"/>
                  <a:gd name="connsiteX101-1643" fmla="*/ 7356763 w 10460182"/>
                  <a:gd name="connsiteY101-1644" fmla="*/ 9434946 h 10487891"/>
                  <a:gd name="connsiteX102-1645" fmla="*/ 7287491 w 10460182"/>
                  <a:gd name="connsiteY102-1646" fmla="*/ 9421091 h 10487891"/>
                  <a:gd name="connsiteX103-1647" fmla="*/ 7232072 w 10460182"/>
                  <a:gd name="connsiteY103-1648" fmla="*/ 9185564 h 10487891"/>
                  <a:gd name="connsiteX104-1649" fmla="*/ 6954982 w 10460182"/>
                  <a:gd name="connsiteY104-1650" fmla="*/ 9268691 h 10487891"/>
                  <a:gd name="connsiteX105-1651" fmla="*/ 6705600 w 10460182"/>
                  <a:gd name="connsiteY105-1652" fmla="*/ 9310255 h 10487891"/>
                  <a:gd name="connsiteX106-1653" fmla="*/ 6705600 w 10460182"/>
                  <a:gd name="connsiteY106-1654" fmla="*/ 9116291 h 10487891"/>
                  <a:gd name="connsiteX107-1655" fmla="*/ 6511636 w 10460182"/>
                  <a:gd name="connsiteY107-1656" fmla="*/ 9033164 h 10487891"/>
                  <a:gd name="connsiteX108-1657" fmla="*/ 6428509 w 10460182"/>
                  <a:gd name="connsiteY108-1658" fmla="*/ 9033164 h 10487891"/>
                  <a:gd name="connsiteX109-1659" fmla="*/ 6289963 w 10460182"/>
                  <a:gd name="connsiteY109-1660" fmla="*/ 9074727 h 10487891"/>
                  <a:gd name="connsiteX110-1661" fmla="*/ 6234545 w 10460182"/>
                  <a:gd name="connsiteY110-1662" fmla="*/ 9047018 h 10487891"/>
                  <a:gd name="connsiteX111-1663" fmla="*/ 5971309 w 10460182"/>
                  <a:gd name="connsiteY111-1664" fmla="*/ 9116291 h 10487891"/>
                  <a:gd name="connsiteX112-1665" fmla="*/ 5749636 w 10460182"/>
                  <a:gd name="connsiteY112-1666" fmla="*/ 9130146 h 10487891"/>
                  <a:gd name="connsiteX113-1667" fmla="*/ 5638800 w 10460182"/>
                  <a:gd name="connsiteY113-1668" fmla="*/ 9130146 h 10487891"/>
                  <a:gd name="connsiteX114-1669" fmla="*/ 5527963 w 10460182"/>
                  <a:gd name="connsiteY114-1670" fmla="*/ 9130146 h 10487891"/>
                  <a:gd name="connsiteX115-1671" fmla="*/ 5541818 w 10460182"/>
                  <a:gd name="connsiteY115-1672" fmla="*/ 8950037 h 10487891"/>
                  <a:gd name="connsiteX116-1673" fmla="*/ 5541818 w 10460182"/>
                  <a:gd name="connsiteY116-1674" fmla="*/ 8672946 h 10487891"/>
                  <a:gd name="connsiteX117-1675" fmla="*/ 5361709 w 10460182"/>
                  <a:gd name="connsiteY117-1676" fmla="*/ 8340437 h 10487891"/>
                  <a:gd name="connsiteX118-1677" fmla="*/ 5250872 w 10460182"/>
                  <a:gd name="connsiteY118-1678" fmla="*/ 8146473 h 10487891"/>
                  <a:gd name="connsiteX119-1679" fmla="*/ 5347854 w 10460182"/>
                  <a:gd name="connsiteY119-1680" fmla="*/ 7689273 h 10487891"/>
                  <a:gd name="connsiteX120-1681" fmla="*/ 5237018 w 10460182"/>
                  <a:gd name="connsiteY120-1682" fmla="*/ 7342909 h 10487891"/>
                  <a:gd name="connsiteX121-1683" fmla="*/ 5250872 w 10460182"/>
                  <a:gd name="connsiteY121-1684" fmla="*/ 7148946 h 10487891"/>
                  <a:gd name="connsiteX122-1685" fmla="*/ 5250872 w 10460182"/>
                  <a:gd name="connsiteY122-1686" fmla="*/ 7010400 h 10487891"/>
                  <a:gd name="connsiteX123-1687" fmla="*/ 4577603 w 10460182"/>
                  <a:gd name="connsiteY123-1688" fmla="*/ 7093061 h 10487891"/>
                  <a:gd name="connsiteX124-1689" fmla="*/ 4528412 w 10460182"/>
                  <a:gd name="connsiteY124-1690" fmla="*/ 6919645 h 10487891"/>
                  <a:gd name="connsiteX125-1691" fmla="*/ 4038834 w 10460182"/>
                  <a:gd name="connsiteY125-1692" fmla="*/ 6895517 h 10487891"/>
                  <a:gd name="connsiteX126-1693" fmla="*/ 3976254 w 10460182"/>
                  <a:gd name="connsiteY126-1694" fmla="*/ 7148946 h 10487891"/>
                  <a:gd name="connsiteX127-1695" fmla="*/ 3932667 w 10460182"/>
                  <a:gd name="connsiteY127-1696" fmla="*/ 7360344 h 10487891"/>
                  <a:gd name="connsiteX128-1697" fmla="*/ 3910095 w 10460182"/>
                  <a:gd name="connsiteY128-1698" fmla="*/ 7482545 h 10487891"/>
                  <a:gd name="connsiteX129-1699" fmla="*/ 3559528 w 10460182"/>
                  <a:gd name="connsiteY129-1700" fmla="*/ 7476941 h 10487891"/>
                  <a:gd name="connsiteX130-1701" fmla="*/ 3311236 w 10460182"/>
                  <a:gd name="connsiteY130-1702" fmla="*/ 7481455 h 10487891"/>
                  <a:gd name="connsiteX131-1703" fmla="*/ 2895600 w 10460182"/>
                  <a:gd name="connsiteY131-1704" fmla="*/ 7467600 h 10487891"/>
                  <a:gd name="connsiteX132-1705" fmla="*/ 2784763 w 10460182"/>
                  <a:gd name="connsiteY132-1706" fmla="*/ 7218218 h 10487891"/>
                  <a:gd name="connsiteX133-1707" fmla="*/ 2604654 w 10460182"/>
                  <a:gd name="connsiteY133-1708" fmla="*/ 6941127 h 10487891"/>
                  <a:gd name="connsiteX134-1709" fmla="*/ 2410691 w 10460182"/>
                  <a:gd name="connsiteY134-1710" fmla="*/ 6442364 h 10487891"/>
                  <a:gd name="connsiteX135-1711" fmla="*/ 2327563 w 10460182"/>
                  <a:gd name="connsiteY135-1712" fmla="*/ 6303818 h 10487891"/>
                  <a:gd name="connsiteX136-1713" fmla="*/ 1662545 w 10460182"/>
                  <a:gd name="connsiteY136-1714" fmla="*/ 6276109 h 10487891"/>
                  <a:gd name="connsiteX137-1715" fmla="*/ 1233054 w 10460182"/>
                  <a:gd name="connsiteY137-1716" fmla="*/ 6276109 h 10487891"/>
                  <a:gd name="connsiteX138-1717" fmla="*/ 1136072 w 10460182"/>
                  <a:gd name="connsiteY138-1718" fmla="*/ 6331527 h 10487891"/>
                  <a:gd name="connsiteX139-1719" fmla="*/ 706582 w 10460182"/>
                  <a:gd name="connsiteY139-1720" fmla="*/ 6289964 h 10487891"/>
                  <a:gd name="connsiteX140-1721" fmla="*/ 318654 w 10460182"/>
                  <a:gd name="connsiteY140-1722" fmla="*/ 6317673 h 10487891"/>
                  <a:gd name="connsiteX141-1723" fmla="*/ 96982 w 10460182"/>
                  <a:gd name="connsiteY141-1724" fmla="*/ 6470073 h 10487891"/>
                  <a:gd name="connsiteX142-1725" fmla="*/ 0 w 10460182"/>
                  <a:gd name="connsiteY142-1726" fmla="*/ 6373091 h 10487891"/>
                  <a:gd name="connsiteX143-1727" fmla="*/ 83127 w 10460182"/>
                  <a:gd name="connsiteY143-1728" fmla="*/ 6317673 h 10487891"/>
                  <a:gd name="connsiteX0-1729" fmla="*/ 83127 w 10460182"/>
                  <a:gd name="connsiteY0-1730" fmla="*/ 6317673 h 10487891"/>
                  <a:gd name="connsiteX1-1731" fmla="*/ 96982 w 10460182"/>
                  <a:gd name="connsiteY1-1732" fmla="*/ 5874327 h 10487891"/>
                  <a:gd name="connsiteX2-1733" fmla="*/ 401782 w 10460182"/>
                  <a:gd name="connsiteY2-1734" fmla="*/ 5611091 h 10487891"/>
                  <a:gd name="connsiteX3-1735" fmla="*/ 651163 w 10460182"/>
                  <a:gd name="connsiteY3-1736" fmla="*/ 5749637 h 10487891"/>
                  <a:gd name="connsiteX4-1737" fmla="*/ 858982 w 10460182"/>
                  <a:gd name="connsiteY4-1738" fmla="*/ 5583382 h 10487891"/>
                  <a:gd name="connsiteX5-1739" fmla="*/ 997527 w 10460182"/>
                  <a:gd name="connsiteY5-1740" fmla="*/ 5430982 h 10487891"/>
                  <a:gd name="connsiteX6-1741" fmla="*/ 1080654 w 10460182"/>
                  <a:gd name="connsiteY6-1742" fmla="*/ 5514109 h 10487891"/>
                  <a:gd name="connsiteX7-1743" fmla="*/ 1191491 w 10460182"/>
                  <a:gd name="connsiteY7-1744" fmla="*/ 5791200 h 10487891"/>
                  <a:gd name="connsiteX8-1745" fmla="*/ 1510145 w 10460182"/>
                  <a:gd name="connsiteY8-1746" fmla="*/ 5624946 h 10487891"/>
                  <a:gd name="connsiteX9-1747" fmla="*/ 1731818 w 10460182"/>
                  <a:gd name="connsiteY9-1748" fmla="*/ 5375564 h 10487891"/>
                  <a:gd name="connsiteX10-1749" fmla="*/ 2022763 w 10460182"/>
                  <a:gd name="connsiteY10-1750" fmla="*/ 5140037 h 10487891"/>
                  <a:gd name="connsiteX11-1751" fmla="*/ 2119745 w 10460182"/>
                  <a:gd name="connsiteY11-1752" fmla="*/ 4710546 h 10487891"/>
                  <a:gd name="connsiteX12-1753" fmla="*/ 2133600 w 10460182"/>
                  <a:gd name="connsiteY12-1754" fmla="*/ 4308764 h 10487891"/>
                  <a:gd name="connsiteX13-1755" fmla="*/ 2355272 w 10460182"/>
                  <a:gd name="connsiteY13-1756" fmla="*/ 3934691 h 10487891"/>
                  <a:gd name="connsiteX14-1757" fmla="*/ 2715491 w 10460182"/>
                  <a:gd name="connsiteY14-1758" fmla="*/ 3532909 h 10487891"/>
                  <a:gd name="connsiteX15-1759" fmla="*/ 2978727 w 10460182"/>
                  <a:gd name="connsiteY15-1760" fmla="*/ 3338946 h 10487891"/>
                  <a:gd name="connsiteX16-1761" fmla="*/ 3006436 w 10460182"/>
                  <a:gd name="connsiteY16-1762" fmla="*/ 2895600 h 10487891"/>
                  <a:gd name="connsiteX17-1763" fmla="*/ 3075709 w 10460182"/>
                  <a:gd name="connsiteY17-1764" fmla="*/ 2604655 h 10487891"/>
                  <a:gd name="connsiteX18-1765" fmla="*/ 3075709 w 10460182"/>
                  <a:gd name="connsiteY18-1766" fmla="*/ 2396837 h 10487891"/>
                  <a:gd name="connsiteX19-1767" fmla="*/ 3214254 w 10460182"/>
                  <a:gd name="connsiteY19-1768" fmla="*/ 2064327 h 10487891"/>
                  <a:gd name="connsiteX20-1769" fmla="*/ 3214254 w 10460182"/>
                  <a:gd name="connsiteY20-1770" fmla="*/ 1773382 h 10487891"/>
                  <a:gd name="connsiteX21-1771" fmla="*/ 3532909 w 10460182"/>
                  <a:gd name="connsiteY21-1772" fmla="*/ 1205346 h 10487891"/>
                  <a:gd name="connsiteX22-1773" fmla="*/ 3463636 w 10460182"/>
                  <a:gd name="connsiteY22-1774" fmla="*/ 831273 h 10487891"/>
                  <a:gd name="connsiteX23-1775" fmla="*/ 3491345 w 10460182"/>
                  <a:gd name="connsiteY23-1776" fmla="*/ 623455 h 10487891"/>
                  <a:gd name="connsiteX24-1777" fmla="*/ 3823854 w 10460182"/>
                  <a:gd name="connsiteY24-1778" fmla="*/ 263237 h 10487891"/>
                  <a:gd name="connsiteX25-1779" fmla="*/ 4017818 w 10460182"/>
                  <a:gd name="connsiteY25-1780" fmla="*/ 138546 h 10487891"/>
                  <a:gd name="connsiteX26-1781" fmla="*/ 4433454 w 10460182"/>
                  <a:gd name="connsiteY26-1782" fmla="*/ 374073 h 10487891"/>
                  <a:gd name="connsiteX27-1783" fmla="*/ 4599709 w 10460182"/>
                  <a:gd name="connsiteY27-1784" fmla="*/ 568037 h 10487891"/>
                  <a:gd name="connsiteX28-1785" fmla="*/ 5070763 w 10460182"/>
                  <a:gd name="connsiteY28-1786" fmla="*/ 623455 h 10487891"/>
                  <a:gd name="connsiteX29-1787" fmla="*/ 5417127 w 10460182"/>
                  <a:gd name="connsiteY29-1788" fmla="*/ 637309 h 10487891"/>
                  <a:gd name="connsiteX30-1789" fmla="*/ 5680363 w 10460182"/>
                  <a:gd name="connsiteY30-1790" fmla="*/ 692727 h 10487891"/>
                  <a:gd name="connsiteX31-1791" fmla="*/ 5860472 w 10460182"/>
                  <a:gd name="connsiteY31-1792" fmla="*/ 360218 h 10487891"/>
                  <a:gd name="connsiteX32-1793" fmla="*/ 6123709 w 10460182"/>
                  <a:gd name="connsiteY32-1794" fmla="*/ 401782 h 10487891"/>
                  <a:gd name="connsiteX33-1795" fmla="*/ 6594763 w 10460182"/>
                  <a:gd name="connsiteY33-1796" fmla="*/ 263237 h 10487891"/>
                  <a:gd name="connsiteX34-1797" fmla="*/ 6761018 w 10460182"/>
                  <a:gd name="connsiteY34-1798" fmla="*/ 207818 h 10487891"/>
                  <a:gd name="connsiteX35-1799" fmla="*/ 7038109 w 10460182"/>
                  <a:gd name="connsiteY35-1800" fmla="*/ 277091 h 10487891"/>
                  <a:gd name="connsiteX36-1801" fmla="*/ 7232072 w 10460182"/>
                  <a:gd name="connsiteY36-1802" fmla="*/ 96982 h 10487891"/>
                  <a:gd name="connsiteX37-1803" fmla="*/ 7356763 w 10460182"/>
                  <a:gd name="connsiteY37-1804" fmla="*/ 0 h 10487891"/>
                  <a:gd name="connsiteX38-1805" fmla="*/ 7606145 w 10460182"/>
                  <a:gd name="connsiteY38-1806" fmla="*/ 83127 h 10487891"/>
                  <a:gd name="connsiteX39-1807" fmla="*/ 7910945 w 10460182"/>
                  <a:gd name="connsiteY39-1808" fmla="*/ 207818 h 10487891"/>
                  <a:gd name="connsiteX40-1809" fmla="*/ 8312727 w 10460182"/>
                  <a:gd name="connsiteY40-1810" fmla="*/ 138546 h 10487891"/>
                  <a:gd name="connsiteX41-1811" fmla="*/ 8672945 w 10460182"/>
                  <a:gd name="connsiteY41-1812" fmla="*/ 443346 h 10487891"/>
                  <a:gd name="connsiteX42-1813" fmla="*/ 8908472 w 10460182"/>
                  <a:gd name="connsiteY42-1814" fmla="*/ 623455 h 10487891"/>
                  <a:gd name="connsiteX43-1815" fmla="*/ 9088582 w 10460182"/>
                  <a:gd name="connsiteY43-1816" fmla="*/ 526473 h 10487891"/>
                  <a:gd name="connsiteX44-1817" fmla="*/ 9351818 w 10460182"/>
                  <a:gd name="connsiteY44-1818" fmla="*/ 471055 h 10487891"/>
                  <a:gd name="connsiteX45-1819" fmla="*/ 9518072 w 10460182"/>
                  <a:gd name="connsiteY45-1820" fmla="*/ 498764 h 10487891"/>
                  <a:gd name="connsiteX46-1821" fmla="*/ 9698182 w 10460182"/>
                  <a:gd name="connsiteY46-1822" fmla="*/ 526473 h 10487891"/>
                  <a:gd name="connsiteX47-1823" fmla="*/ 10002982 w 10460182"/>
                  <a:gd name="connsiteY47-1824" fmla="*/ 872837 h 10487891"/>
                  <a:gd name="connsiteX48-1825" fmla="*/ 10238509 w 10460182"/>
                  <a:gd name="connsiteY48-1826" fmla="*/ 1066800 h 10487891"/>
                  <a:gd name="connsiteX49-1827" fmla="*/ 10224654 w 10460182"/>
                  <a:gd name="connsiteY49-1828" fmla="*/ 1330037 h 10487891"/>
                  <a:gd name="connsiteX50-1829" fmla="*/ 10238509 w 10460182"/>
                  <a:gd name="connsiteY50-1830" fmla="*/ 1524000 h 10487891"/>
                  <a:gd name="connsiteX51-1831" fmla="*/ 10280072 w 10460182"/>
                  <a:gd name="connsiteY51-1832" fmla="*/ 1648691 h 10487891"/>
                  <a:gd name="connsiteX52-1833" fmla="*/ 10460182 w 10460182"/>
                  <a:gd name="connsiteY52-1834" fmla="*/ 1884218 h 10487891"/>
                  <a:gd name="connsiteX53-1835" fmla="*/ 10099963 w 10460182"/>
                  <a:gd name="connsiteY53-1836" fmla="*/ 2341418 h 10487891"/>
                  <a:gd name="connsiteX54-1837" fmla="*/ 9781309 w 10460182"/>
                  <a:gd name="connsiteY54-1838" fmla="*/ 2576946 h 10487891"/>
                  <a:gd name="connsiteX55-1839" fmla="*/ 9601200 w 10460182"/>
                  <a:gd name="connsiteY55-1840" fmla="*/ 3505200 h 10487891"/>
                  <a:gd name="connsiteX56-1841" fmla="*/ 9601200 w 10460182"/>
                  <a:gd name="connsiteY56-1842" fmla="*/ 3796146 h 10487891"/>
                  <a:gd name="connsiteX57-1843" fmla="*/ 9365672 w 10460182"/>
                  <a:gd name="connsiteY57-1844" fmla="*/ 3990109 h 10487891"/>
                  <a:gd name="connsiteX58-1845" fmla="*/ 9310254 w 10460182"/>
                  <a:gd name="connsiteY58-1846" fmla="*/ 4156364 h 10487891"/>
                  <a:gd name="connsiteX59-1847" fmla="*/ 9199418 w 10460182"/>
                  <a:gd name="connsiteY59-1848" fmla="*/ 4364182 h 10487891"/>
                  <a:gd name="connsiteX60-1849" fmla="*/ 9268691 w 10460182"/>
                  <a:gd name="connsiteY60-1850" fmla="*/ 4530437 h 10487891"/>
                  <a:gd name="connsiteX61-1851" fmla="*/ 9337963 w 10460182"/>
                  <a:gd name="connsiteY61-1852" fmla="*/ 4738255 h 10487891"/>
                  <a:gd name="connsiteX62-1853" fmla="*/ 9421091 w 10460182"/>
                  <a:gd name="connsiteY62-1854" fmla="*/ 4987637 h 10487891"/>
                  <a:gd name="connsiteX63-1855" fmla="*/ 9434945 w 10460182"/>
                  <a:gd name="connsiteY63-1856" fmla="*/ 5292437 h 10487891"/>
                  <a:gd name="connsiteX64-1857" fmla="*/ 9462654 w 10460182"/>
                  <a:gd name="connsiteY64-1858" fmla="*/ 5694218 h 10487891"/>
                  <a:gd name="connsiteX65-1859" fmla="*/ 9587345 w 10460182"/>
                  <a:gd name="connsiteY65-1860" fmla="*/ 6054437 h 10487891"/>
                  <a:gd name="connsiteX66-1861" fmla="*/ 9545782 w 10460182"/>
                  <a:gd name="connsiteY66-1862" fmla="*/ 6456218 h 10487891"/>
                  <a:gd name="connsiteX67-1863" fmla="*/ 9933709 w 10460182"/>
                  <a:gd name="connsiteY67-1864" fmla="*/ 6941127 h 10487891"/>
                  <a:gd name="connsiteX68-1865" fmla="*/ 10113818 w 10460182"/>
                  <a:gd name="connsiteY68-1866" fmla="*/ 7287491 h 10487891"/>
                  <a:gd name="connsiteX69-1867" fmla="*/ 10252363 w 10460182"/>
                  <a:gd name="connsiteY69-1868" fmla="*/ 7620000 h 10487891"/>
                  <a:gd name="connsiteX70-1869" fmla="*/ 9670472 w 10460182"/>
                  <a:gd name="connsiteY70-1870" fmla="*/ 7620000 h 10487891"/>
                  <a:gd name="connsiteX71-1871" fmla="*/ 9337963 w 10460182"/>
                  <a:gd name="connsiteY71-1872" fmla="*/ 7730837 h 10487891"/>
                  <a:gd name="connsiteX72-1873" fmla="*/ 9102436 w 10460182"/>
                  <a:gd name="connsiteY72-1874" fmla="*/ 7869382 h 10487891"/>
                  <a:gd name="connsiteX73-1875" fmla="*/ 9019309 w 10460182"/>
                  <a:gd name="connsiteY73-1876" fmla="*/ 8077200 h 10487891"/>
                  <a:gd name="connsiteX74-1877" fmla="*/ 8936182 w 10460182"/>
                  <a:gd name="connsiteY74-1878" fmla="*/ 8174182 h 10487891"/>
                  <a:gd name="connsiteX75-1879" fmla="*/ 8991600 w 10460182"/>
                  <a:gd name="connsiteY75-1880" fmla="*/ 8603673 h 10487891"/>
                  <a:gd name="connsiteX76-1881" fmla="*/ 8963891 w 10460182"/>
                  <a:gd name="connsiteY76-1882" fmla="*/ 8811491 h 10487891"/>
                  <a:gd name="connsiteX77-1883" fmla="*/ 8991600 w 10460182"/>
                  <a:gd name="connsiteY77-1884" fmla="*/ 9047018 h 10487891"/>
                  <a:gd name="connsiteX78-1885" fmla="*/ 8894618 w 10460182"/>
                  <a:gd name="connsiteY78-1886" fmla="*/ 9351818 h 10487891"/>
                  <a:gd name="connsiteX79-1887" fmla="*/ 8922327 w 10460182"/>
                  <a:gd name="connsiteY79-1888" fmla="*/ 9615055 h 10487891"/>
                  <a:gd name="connsiteX80-1889" fmla="*/ 9144000 w 10460182"/>
                  <a:gd name="connsiteY80-1890" fmla="*/ 9781309 h 10487891"/>
                  <a:gd name="connsiteX81-1891" fmla="*/ 9337963 w 10460182"/>
                  <a:gd name="connsiteY81-1892" fmla="*/ 9947564 h 10487891"/>
                  <a:gd name="connsiteX82-1893" fmla="*/ 9504218 w 10460182"/>
                  <a:gd name="connsiteY82-1894" fmla="*/ 9850582 h 10487891"/>
                  <a:gd name="connsiteX83-1895" fmla="*/ 9615054 w 10460182"/>
                  <a:gd name="connsiteY83-1896" fmla="*/ 9767455 h 10487891"/>
                  <a:gd name="connsiteX84-1897" fmla="*/ 9698182 w 10460182"/>
                  <a:gd name="connsiteY84-1898" fmla="*/ 9795164 h 10487891"/>
                  <a:gd name="connsiteX85-1899" fmla="*/ 9684327 w 10460182"/>
                  <a:gd name="connsiteY85-1900" fmla="*/ 10335491 h 10487891"/>
                  <a:gd name="connsiteX86-1901" fmla="*/ 9490363 w 10460182"/>
                  <a:gd name="connsiteY86-1902" fmla="*/ 10487891 h 10487891"/>
                  <a:gd name="connsiteX87-1903" fmla="*/ 9310254 w 10460182"/>
                  <a:gd name="connsiteY87-1904" fmla="*/ 10474037 h 10487891"/>
                  <a:gd name="connsiteX88-1905" fmla="*/ 9227127 w 10460182"/>
                  <a:gd name="connsiteY88-1906" fmla="*/ 10321637 h 10487891"/>
                  <a:gd name="connsiteX89-1907" fmla="*/ 9033163 w 10460182"/>
                  <a:gd name="connsiteY89-1908" fmla="*/ 10072255 h 10487891"/>
                  <a:gd name="connsiteX90-1909" fmla="*/ 8825345 w 10460182"/>
                  <a:gd name="connsiteY90-1910" fmla="*/ 9892146 h 10487891"/>
                  <a:gd name="connsiteX91-1911" fmla="*/ 8534400 w 10460182"/>
                  <a:gd name="connsiteY91-1912" fmla="*/ 9781309 h 10487891"/>
                  <a:gd name="connsiteX92-1913" fmla="*/ 8423563 w 10460182"/>
                  <a:gd name="connsiteY92-1914" fmla="*/ 9725891 h 10487891"/>
                  <a:gd name="connsiteX93-1915" fmla="*/ 8285018 w 10460182"/>
                  <a:gd name="connsiteY93-1916" fmla="*/ 9559637 h 10487891"/>
                  <a:gd name="connsiteX94-1917" fmla="*/ 8257309 w 10460182"/>
                  <a:gd name="connsiteY94-1918" fmla="*/ 9421091 h 10487891"/>
                  <a:gd name="connsiteX95-1919" fmla="*/ 8146472 w 10460182"/>
                  <a:gd name="connsiteY95-1920" fmla="*/ 9434946 h 10487891"/>
                  <a:gd name="connsiteX96-1921" fmla="*/ 8091054 w 10460182"/>
                  <a:gd name="connsiteY96-1922" fmla="*/ 9656618 h 10487891"/>
                  <a:gd name="connsiteX97-1923" fmla="*/ 7744691 w 10460182"/>
                  <a:gd name="connsiteY97-1924" fmla="*/ 9559637 h 10487891"/>
                  <a:gd name="connsiteX98-1925" fmla="*/ 7536872 w 10460182"/>
                  <a:gd name="connsiteY98-1926" fmla="*/ 9573491 h 10487891"/>
                  <a:gd name="connsiteX99-1927" fmla="*/ 7481454 w 10460182"/>
                  <a:gd name="connsiteY99-1928" fmla="*/ 9504218 h 10487891"/>
                  <a:gd name="connsiteX100-1929" fmla="*/ 7439891 w 10460182"/>
                  <a:gd name="connsiteY100-1930" fmla="*/ 9240982 h 10487891"/>
                  <a:gd name="connsiteX101-1931" fmla="*/ 7356763 w 10460182"/>
                  <a:gd name="connsiteY101-1932" fmla="*/ 9434946 h 10487891"/>
                  <a:gd name="connsiteX102-1933" fmla="*/ 7287491 w 10460182"/>
                  <a:gd name="connsiteY102-1934" fmla="*/ 9421091 h 10487891"/>
                  <a:gd name="connsiteX103-1935" fmla="*/ 7232072 w 10460182"/>
                  <a:gd name="connsiteY103-1936" fmla="*/ 9185564 h 10487891"/>
                  <a:gd name="connsiteX104-1937" fmla="*/ 6954982 w 10460182"/>
                  <a:gd name="connsiteY104-1938" fmla="*/ 9268691 h 10487891"/>
                  <a:gd name="connsiteX105-1939" fmla="*/ 6705600 w 10460182"/>
                  <a:gd name="connsiteY105-1940" fmla="*/ 9310255 h 10487891"/>
                  <a:gd name="connsiteX106-1941" fmla="*/ 6705600 w 10460182"/>
                  <a:gd name="connsiteY106-1942" fmla="*/ 9116291 h 10487891"/>
                  <a:gd name="connsiteX107-1943" fmla="*/ 6511636 w 10460182"/>
                  <a:gd name="connsiteY107-1944" fmla="*/ 9033164 h 10487891"/>
                  <a:gd name="connsiteX108-1945" fmla="*/ 6428509 w 10460182"/>
                  <a:gd name="connsiteY108-1946" fmla="*/ 9033164 h 10487891"/>
                  <a:gd name="connsiteX109-1947" fmla="*/ 6289963 w 10460182"/>
                  <a:gd name="connsiteY109-1948" fmla="*/ 9074727 h 10487891"/>
                  <a:gd name="connsiteX110-1949" fmla="*/ 6234545 w 10460182"/>
                  <a:gd name="connsiteY110-1950" fmla="*/ 9047018 h 10487891"/>
                  <a:gd name="connsiteX111-1951" fmla="*/ 5971309 w 10460182"/>
                  <a:gd name="connsiteY111-1952" fmla="*/ 9116291 h 10487891"/>
                  <a:gd name="connsiteX112-1953" fmla="*/ 5749636 w 10460182"/>
                  <a:gd name="connsiteY112-1954" fmla="*/ 9130146 h 10487891"/>
                  <a:gd name="connsiteX113-1955" fmla="*/ 5638800 w 10460182"/>
                  <a:gd name="connsiteY113-1956" fmla="*/ 9130146 h 10487891"/>
                  <a:gd name="connsiteX114-1957" fmla="*/ 5527963 w 10460182"/>
                  <a:gd name="connsiteY114-1958" fmla="*/ 9130146 h 10487891"/>
                  <a:gd name="connsiteX115-1959" fmla="*/ 5541818 w 10460182"/>
                  <a:gd name="connsiteY115-1960" fmla="*/ 8950037 h 10487891"/>
                  <a:gd name="connsiteX116-1961" fmla="*/ 5541818 w 10460182"/>
                  <a:gd name="connsiteY116-1962" fmla="*/ 8672946 h 10487891"/>
                  <a:gd name="connsiteX117-1963" fmla="*/ 5361709 w 10460182"/>
                  <a:gd name="connsiteY117-1964" fmla="*/ 8340437 h 10487891"/>
                  <a:gd name="connsiteX118-1965" fmla="*/ 5250872 w 10460182"/>
                  <a:gd name="connsiteY118-1966" fmla="*/ 8146473 h 10487891"/>
                  <a:gd name="connsiteX119-1967" fmla="*/ 5347854 w 10460182"/>
                  <a:gd name="connsiteY119-1968" fmla="*/ 7689273 h 10487891"/>
                  <a:gd name="connsiteX120-1969" fmla="*/ 5237018 w 10460182"/>
                  <a:gd name="connsiteY120-1970" fmla="*/ 7342909 h 10487891"/>
                  <a:gd name="connsiteX121-1971" fmla="*/ 5250872 w 10460182"/>
                  <a:gd name="connsiteY121-1972" fmla="*/ 7148946 h 10487891"/>
                  <a:gd name="connsiteX122-1973" fmla="*/ 5245735 w 10460182"/>
                  <a:gd name="connsiteY122-1974" fmla="*/ 7097730 h 10487891"/>
                  <a:gd name="connsiteX123-1975" fmla="*/ 4577603 w 10460182"/>
                  <a:gd name="connsiteY123-1976" fmla="*/ 7093061 h 10487891"/>
                  <a:gd name="connsiteX124-1977" fmla="*/ 4528412 w 10460182"/>
                  <a:gd name="connsiteY124-1978" fmla="*/ 6919645 h 10487891"/>
                  <a:gd name="connsiteX125-1979" fmla="*/ 4038834 w 10460182"/>
                  <a:gd name="connsiteY125-1980" fmla="*/ 6895517 h 10487891"/>
                  <a:gd name="connsiteX126-1981" fmla="*/ 3976254 w 10460182"/>
                  <a:gd name="connsiteY126-1982" fmla="*/ 7148946 h 10487891"/>
                  <a:gd name="connsiteX127-1983" fmla="*/ 3932667 w 10460182"/>
                  <a:gd name="connsiteY127-1984" fmla="*/ 7360344 h 10487891"/>
                  <a:gd name="connsiteX128-1985" fmla="*/ 3910095 w 10460182"/>
                  <a:gd name="connsiteY128-1986" fmla="*/ 7482545 h 10487891"/>
                  <a:gd name="connsiteX129-1987" fmla="*/ 3559528 w 10460182"/>
                  <a:gd name="connsiteY129-1988" fmla="*/ 7476941 h 10487891"/>
                  <a:gd name="connsiteX130-1989" fmla="*/ 3311236 w 10460182"/>
                  <a:gd name="connsiteY130-1990" fmla="*/ 7481455 h 10487891"/>
                  <a:gd name="connsiteX131-1991" fmla="*/ 2895600 w 10460182"/>
                  <a:gd name="connsiteY131-1992" fmla="*/ 7467600 h 10487891"/>
                  <a:gd name="connsiteX132-1993" fmla="*/ 2784763 w 10460182"/>
                  <a:gd name="connsiteY132-1994" fmla="*/ 7218218 h 10487891"/>
                  <a:gd name="connsiteX133-1995" fmla="*/ 2604654 w 10460182"/>
                  <a:gd name="connsiteY133-1996" fmla="*/ 6941127 h 10487891"/>
                  <a:gd name="connsiteX134-1997" fmla="*/ 2410691 w 10460182"/>
                  <a:gd name="connsiteY134-1998" fmla="*/ 6442364 h 10487891"/>
                  <a:gd name="connsiteX135-1999" fmla="*/ 2327563 w 10460182"/>
                  <a:gd name="connsiteY135-2000" fmla="*/ 6303818 h 10487891"/>
                  <a:gd name="connsiteX136-2001" fmla="*/ 1662545 w 10460182"/>
                  <a:gd name="connsiteY136-2002" fmla="*/ 6276109 h 10487891"/>
                  <a:gd name="connsiteX137-2003" fmla="*/ 1233054 w 10460182"/>
                  <a:gd name="connsiteY137-2004" fmla="*/ 6276109 h 10487891"/>
                  <a:gd name="connsiteX138-2005" fmla="*/ 1136072 w 10460182"/>
                  <a:gd name="connsiteY138-2006" fmla="*/ 6331527 h 10487891"/>
                  <a:gd name="connsiteX139-2007" fmla="*/ 706582 w 10460182"/>
                  <a:gd name="connsiteY139-2008" fmla="*/ 6289964 h 10487891"/>
                  <a:gd name="connsiteX140-2009" fmla="*/ 318654 w 10460182"/>
                  <a:gd name="connsiteY140-2010" fmla="*/ 6317673 h 10487891"/>
                  <a:gd name="connsiteX141-2011" fmla="*/ 96982 w 10460182"/>
                  <a:gd name="connsiteY141-2012" fmla="*/ 6470073 h 10487891"/>
                  <a:gd name="connsiteX142-2013" fmla="*/ 0 w 10460182"/>
                  <a:gd name="connsiteY142-2014" fmla="*/ 6373091 h 10487891"/>
                  <a:gd name="connsiteX143-2015" fmla="*/ 83127 w 10460182"/>
                  <a:gd name="connsiteY143-2016" fmla="*/ 6317673 h 10487891"/>
                  <a:gd name="connsiteX0-2017" fmla="*/ 83127 w 10460182"/>
                  <a:gd name="connsiteY0-2018" fmla="*/ 6317673 h 10487891"/>
                  <a:gd name="connsiteX1-2019" fmla="*/ 96982 w 10460182"/>
                  <a:gd name="connsiteY1-2020" fmla="*/ 5874327 h 10487891"/>
                  <a:gd name="connsiteX2-2021" fmla="*/ 401782 w 10460182"/>
                  <a:gd name="connsiteY2-2022" fmla="*/ 5611091 h 10487891"/>
                  <a:gd name="connsiteX3-2023" fmla="*/ 651163 w 10460182"/>
                  <a:gd name="connsiteY3-2024" fmla="*/ 5749637 h 10487891"/>
                  <a:gd name="connsiteX4-2025" fmla="*/ 858982 w 10460182"/>
                  <a:gd name="connsiteY4-2026" fmla="*/ 5583382 h 10487891"/>
                  <a:gd name="connsiteX5-2027" fmla="*/ 997527 w 10460182"/>
                  <a:gd name="connsiteY5-2028" fmla="*/ 5430982 h 10487891"/>
                  <a:gd name="connsiteX6-2029" fmla="*/ 1080654 w 10460182"/>
                  <a:gd name="connsiteY6-2030" fmla="*/ 5514109 h 10487891"/>
                  <a:gd name="connsiteX7-2031" fmla="*/ 1191491 w 10460182"/>
                  <a:gd name="connsiteY7-2032" fmla="*/ 5791200 h 10487891"/>
                  <a:gd name="connsiteX8-2033" fmla="*/ 1510145 w 10460182"/>
                  <a:gd name="connsiteY8-2034" fmla="*/ 5624946 h 10487891"/>
                  <a:gd name="connsiteX9-2035" fmla="*/ 1731818 w 10460182"/>
                  <a:gd name="connsiteY9-2036" fmla="*/ 5375564 h 10487891"/>
                  <a:gd name="connsiteX10-2037" fmla="*/ 2022763 w 10460182"/>
                  <a:gd name="connsiteY10-2038" fmla="*/ 5140037 h 10487891"/>
                  <a:gd name="connsiteX11-2039" fmla="*/ 2119745 w 10460182"/>
                  <a:gd name="connsiteY11-2040" fmla="*/ 4710546 h 10487891"/>
                  <a:gd name="connsiteX12-2041" fmla="*/ 2133600 w 10460182"/>
                  <a:gd name="connsiteY12-2042" fmla="*/ 4308764 h 10487891"/>
                  <a:gd name="connsiteX13-2043" fmla="*/ 2355272 w 10460182"/>
                  <a:gd name="connsiteY13-2044" fmla="*/ 3934691 h 10487891"/>
                  <a:gd name="connsiteX14-2045" fmla="*/ 2715491 w 10460182"/>
                  <a:gd name="connsiteY14-2046" fmla="*/ 3532909 h 10487891"/>
                  <a:gd name="connsiteX15-2047" fmla="*/ 2978727 w 10460182"/>
                  <a:gd name="connsiteY15-2048" fmla="*/ 3338946 h 10487891"/>
                  <a:gd name="connsiteX16-2049" fmla="*/ 3006436 w 10460182"/>
                  <a:gd name="connsiteY16-2050" fmla="*/ 2895600 h 10487891"/>
                  <a:gd name="connsiteX17-2051" fmla="*/ 3075709 w 10460182"/>
                  <a:gd name="connsiteY17-2052" fmla="*/ 2604655 h 10487891"/>
                  <a:gd name="connsiteX18-2053" fmla="*/ 3075709 w 10460182"/>
                  <a:gd name="connsiteY18-2054" fmla="*/ 2396837 h 10487891"/>
                  <a:gd name="connsiteX19-2055" fmla="*/ 3214254 w 10460182"/>
                  <a:gd name="connsiteY19-2056" fmla="*/ 2064327 h 10487891"/>
                  <a:gd name="connsiteX20-2057" fmla="*/ 3214254 w 10460182"/>
                  <a:gd name="connsiteY20-2058" fmla="*/ 1773382 h 10487891"/>
                  <a:gd name="connsiteX21-2059" fmla="*/ 3532909 w 10460182"/>
                  <a:gd name="connsiteY21-2060" fmla="*/ 1205346 h 10487891"/>
                  <a:gd name="connsiteX22-2061" fmla="*/ 3463636 w 10460182"/>
                  <a:gd name="connsiteY22-2062" fmla="*/ 831273 h 10487891"/>
                  <a:gd name="connsiteX23-2063" fmla="*/ 3491345 w 10460182"/>
                  <a:gd name="connsiteY23-2064" fmla="*/ 623455 h 10487891"/>
                  <a:gd name="connsiteX24-2065" fmla="*/ 3823854 w 10460182"/>
                  <a:gd name="connsiteY24-2066" fmla="*/ 263237 h 10487891"/>
                  <a:gd name="connsiteX25-2067" fmla="*/ 4017818 w 10460182"/>
                  <a:gd name="connsiteY25-2068" fmla="*/ 138546 h 10487891"/>
                  <a:gd name="connsiteX26-2069" fmla="*/ 4433454 w 10460182"/>
                  <a:gd name="connsiteY26-2070" fmla="*/ 374073 h 10487891"/>
                  <a:gd name="connsiteX27-2071" fmla="*/ 4599709 w 10460182"/>
                  <a:gd name="connsiteY27-2072" fmla="*/ 568037 h 10487891"/>
                  <a:gd name="connsiteX28-2073" fmla="*/ 5070763 w 10460182"/>
                  <a:gd name="connsiteY28-2074" fmla="*/ 623455 h 10487891"/>
                  <a:gd name="connsiteX29-2075" fmla="*/ 5417127 w 10460182"/>
                  <a:gd name="connsiteY29-2076" fmla="*/ 637309 h 10487891"/>
                  <a:gd name="connsiteX30-2077" fmla="*/ 5680363 w 10460182"/>
                  <a:gd name="connsiteY30-2078" fmla="*/ 692727 h 10487891"/>
                  <a:gd name="connsiteX31-2079" fmla="*/ 5860472 w 10460182"/>
                  <a:gd name="connsiteY31-2080" fmla="*/ 360218 h 10487891"/>
                  <a:gd name="connsiteX32-2081" fmla="*/ 6123709 w 10460182"/>
                  <a:gd name="connsiteY32-2082" fmla="*/ 401782 h 10487891"/>
                  <a:gd name="connsiteX33-2083" fmla="*/ 6594763 w 10460182"/>
                  <a:gd name="connsiteY33-2084" fmla="*/ 263237 h 10487891"/>
                  <a:gd name="connsiteX34-2085" fmla="*/ 6761018 w 10460182"/>
                  <a:gd name="connsiteY34-2086" fmla="*/ 207818 h 10487891"/>
                  <a:gd name="connsiteX35-2087" fmla="*/ 7038109 w 10460182"/>
                  <a:gd name="connsiteY35-2088" fmla="*/ 277091 h 10487891"/>
                  <a:gd name="connsiteX36-2089" fmla="*/ 7232072 w 10460182"/>
                  <a:gd name="connsiteY36-2090" fmla="*/ 96982 h 10487891"/>
                  <a:gd name="connsiteX37-2091" fmla="*/ 7356763 w 10460182"/>
                  <a:gd name="connsiteY37-2092" fmla="*/ 0 h 10487891"/>
                  <a:gd name="connsiteX38-2093" fmla="*/ 7606145 w 10460182"/>
                  <a:gd name="connsiteY38-2094" fmla="*/ 83127 h 10487891"/>
                  <a:gd name="connsiteX39-2095" fmla="*/ 7910945 w 10460182"/>
                  <a:gd name="connsiteY39-2096" fmla="*/ 207818 h 10487891"/>
                  <a:gd name="connsiteX40-2097" fmla="*/ 8312727 w 10460182"/>
                  <a:gd name="connsiteY40-2098" fmla="*/ 138546 h 10487891"/>
                  <a:gd name="connsiteX41-2099" fmla="*/ 8672945 w 10460182"/>
                  <a:gd name="connsiteY41-2100" fmla="*/ 443346 h 10487891"/>
                  <a:gd name="connsiteX42-2101" fmla="*/ 8908472 w 10460182"/>
                  <a:gd name="connsiteY42-2102" fmla="*/ 623455 h 10487891"/>
                  <a:gd name="connsiteX43-2103" fmla="*/ 9088582 w 10460182"/>
                  <a:gd name="connsiteY43-2104" fmla="*/ 526473 h 10487891"/>
                  <a:gd name="connsiteX44-2105" fmla="*/ 9351818 w 10460182"/>
                  <a:gd name="connsiteY44-2106" fmla="*/ 471055 h 10487891"/>
                  <a:gd name="connsiteX45-2107" fmla="*/ 9518072 w 10460182"/>
                  <a:gd name="connsiteY45-2108" fmla="*/ 498764 h 10487891"/>
                  <a:gd name="connsiteX46-2109" fmla="*/ 9698182 w 10460182"/>
                  <a:gd name="connsiteY46-2110" fmla="*/ 526473 h 10487891"/>
                  <a:gd name="connsiteX47-2111" fmla="*/ 10002982 w 10460182"/>
                  <a:gd name="connsiteY47-2112" fmla="*/ 872837 h 10487891"/>
                  <a:gd name="connsiteX48-2113" fmla="*/ 10238509 w 10460182"/>
                  <a:gd name="connsiteY48-2114" fmla="*/ 1066800 h 10487891"/>
                  <a:gd name="connsiteX49-2115" fmla="*/ 10224654 w 10460182"/>
                  <a:gd name="connsiteY49-2116" fmla="*/ 1330037 h 10487891"/>
                  <a:gd name="connsiteX50-2117" fmla="*/ 10238509 w 10460182"/>
                  <a:gd name="connsiteY50-2118" fmla="*/ 1524000 h 10487891"/>
                  <a:gd name="connsiteX51-2119" fmla="*/ 10280072 w 10460182"/>
                  <a:gd name="connsiteY51-2120" fmla="*/ 1648691 h 10487891"/>
                  <a:gd name="connsiteX52-2121" fmla="*/ 10460182 w 10460182"/>
                  <a:gd name="connsiteY52-2122" fmla="*/ 1884218 h 10487891"/>
                  <a:gd name="connsiteX53-2123" fmla="*/ 10099963 w 10460182"/>
                  <a:gd name="connsiteY53-2124" fmla="*/ 2341418 h 10487891"/>
                  <a:gd name="connsiteX54-2125" fmla="*/ 9781309 w 10460182"/>
                  <a:gd name="connsiteY54-2126" fmla="*/ 2576946 h 10487891"/>
                  <a:gd name="connsiteX55-2127" fmla="*/ 9601200 w 10460182"/>
                  <a:gd name="connsiteY55-2128" fmla="*/ 3505200 h 10487891"/>
                  <a:gd name="connsiteX56-2129" fmla="*/ 9601200 w 10460182"/>
                  <a:gd name="connsiteY56-2130" fmla="*/ 3796146 h 10487891"/>
                  <a:gd name="connsiteX57-2131" fmla="*/ 9365672 w 10460182"/>
                  <a:gd name="connsiteY57-2132" fmla="*/ 3990109 h 10487891"/>
                  <a:gd name="connsiteX58-2133" fmla="*/ 9310254 w 10460182"/>
                  <a:gd name="connsiteY58-2134" fmla="*/ 4156364 h 10487891"/>
                  <a:gd name="connsiteX59-2135" fmla="*/ 9199418 w 10460182"/>
                  <a:gd name="connsiteY59-2136" fmla="*/ 4364182 h 10487891"/>
                  <a:gd name="connsiteX60-2137" fmla="*/ 9268691 w 10460182"/>
                  <a:gd name="connsiteY60-2138" fmla="*/ 4530437 h 10487891"/>
                  <a:gd name="connsiteX61-2139" fmla="*/ 9337963 w 10460182"/>
                  <a:gd name="connsiteY61-2140" fmla="*/ 4738255 h 10487891"/>
                  <a:gd name="connsiteX62-2141" fmla="*/ 9421091 w 10460182"/>
                  <a:gd name="connsiteY62-2142" fmla="*/ 4987637 h 10487891"/>
                  <a:gd name="connsiteX63-2143" fmla="*/ 9434945 w 10460182"/>
                  <a:gd name="connsiteY63-2144" fmla="*/ 5292437 h 10487891"/>
                  <a:gd name="connsiteX64-2145" fmla="*/ 9462654 w 10460182"/>
                  <a:gd name="connsiteY64-2146" fmla="*/ 5694218 h 10487891"/>
                  <a:gd name="connsiteX65-2147" fmla="*/ 9587345 w 10460182"/>
                  <a:gd name="connsiteY65-2148" fmla="*/ 6054437 h 10487891"/>
                  <a:gd name="connsiteX66-2149" fmla="*/ 9545782 w 10460182"/>
                  <a:gd name="connsiteY66-2150" fmla="*/ 6456218 h 10487891"/>
                  <a:gd name="connsiteX67-2151" fmla="*/ 9933709 w 10460182"/>
                  <a:gd name="connsiteY67-2152" fmla="*/ 6941127 h 10487891"/>
                  <a:gd name="connsiteX68-2153" fmla="*/ 10113818 w 10460182"/>
                  <a:gd name="connsiteY68-2154" fmla="*/ 7287491 h 10487891"/>
                  <a:gd name="connsiteX69-2155" fmla="*/ 10252363 w 10460182"/>
                  <a:gd name="connsiteY69-2156" fmla="*/ 7620000 h 10487891"/>
                  <a:gd name="connsiteX70-2157" fmla="*/ 9670472 w 10460182"/>
                  <a:gd name="connsiteY70-2158" fmla="*/ 7620000 h 10487891"/>
                  <a:gd name="connsiteX71-2159" fmla="*/ 9337963 w 10460182"/>
                  <a:gd name="connsiteY71-2160" fmla="*/ 7730837 h 10487891"/>
                  <a:gd name="connsiteX72-2161" fmla="*/ 9102436 w 10460182"/>
                  <a:gd name="connsiteY72-2162" fmla="*/ 7869382 h 10487891"/>
                  <a:gd name="connsiteX73-2163" fmla="*/ 9019309 w 10460182"/>
                  <a:gd name="connsiteY73-2164" fmla="*/ 8077200 h 10487891"/>
                  <a:gd name="connsiteX74-2165" fmla="*/ 8936182 w 10460182"/>
                  <a:gd name="connsiteY74-2166" fmla="*/ 8174182 h 10487891"/>
                  <a:gd name="connsiteX75-2167" fmla="*/ 8991600 w 10460182"/>
                  <a:gd name="connsiteY75-2168" fmla="*/ 8603673 h 10487891"/>
                  <a:gd name="connsiteX76-2169" fmla="*/ 8963891 w 10460182"/>
                  <a:gd name="connsiteY76-2170" fmla="*/ 8811491 h 10487891"/>
                  <a:gd name="connsiteX77-2171" fmla="*/ 8991600 w 10460182"/>
                  <a:gd name="connsiteY77-2172" fmla="*/ 9047018 h 10487891"/>
                  <a:gd name="connsiteX78-2173" fmla="*/ 8894618 w 10460182"/>
                  <a:gd name="connsiteY78-2174" fmla="*/ 9351818 h 10487891"/>
                  <a:gd name="connsiteX79-2175" fmla="*/ 8922327 w 10460182"/>
                  <a:gd name="connsiteY79-2176" fmla="*/ 9615055 h 10487891"/>
                  <a:gd name="connsiteX80-2177" fmla="*/ 9144000 w 10460182"/>
                  <a:gd name="connsiteY80-2178" fmla="*/ 9781309 h 10487891"/>
                  <a:gd name="connsiteX81-2179" fmla="*/ 9337963 w 10460182"/>
                  <a:gd name="connsiteY81-2180" fmla="*/ 9947564 h 10487891"/>
                  <a:gd name="connsiteX82-2181" fmla="*/ 9504218 w 10460182"/>
                  <a:gd name="connsiteY82-2182" fmla="*/ 9850582 h 10487891"/>
                  <a:gd name="connsiteX83-2183" fmla="*/ 9615054 w 10460182"/>
                  <a:gd name="connsiteY83-2184" fmla="*/ 9767455 h 10487891"/>
                  <a:gd name="connsiteX84-2185" fmla="*/ 9698182 w 10460182"/>
                  <a:gd name="connsiteY84-2186" fmla="*/ 9795164 h 10487891"/>
                  <a:gd name="connsiteX85-2187" fmla="*/ 9684327 w 10460182"/>
                  <a:gd name="connsiteY85-2188" fmla="*/ 10335491 h 10487891"/>
                  <a:gd name="connsiteX86-2189" fmla="*/ 9490363 w 10460182"/>
                  <a:gd name="connsiteY86-2190" fmla="*/ 10487891 h 10487891"/>
                  <a:gd name="connsiteX87-2191" fmla="*/ 9310254 w 10460182"/>
                  <a:gd name="connsiteY87-2192" fmla="*/ 10474037 h 10487891"/>
                  <a:gd name="connsiteX88-2193" fmla="*/ 9227127 w 10460182"/>
                  <a:gd name="connsiteY88-2194" fmla="*/ 10321637 h 10487891"/>
                  <a:gd name="connsiteX89-2195" fmla="*/ 9033163 w 10460182"/>
                  <a:gd name="connsiteY89-2196" fmla="*/ 10072255 h 10487891"/>
                  <a:gd name="connsiteX90-2197" fmla="*/ 8825345 w 10460182"/>
                  <a:gd name="connsiteY90-2198" fmla="*/ 9892146 h 10487891"/>
                  <a:gd name="connsiteX91-2199" fmla="*/ 8534400 w 10460182"/>
                  <a:gd name="connsiteY91-2200" fmla="*/ 9781309 h 10487891"/>
                  <a:gd name="connsiteX92-2201" fmla="*/ 8423563 w 10460182"/>
                  <a:gd name="connsiteY92-2202" fmla="*/ 9725891 h 10487891"/>
                  <a:gd name="connsiteX93-2203" fmla="*/ 8285018 w 10460182"/>
                  <a:gd name="connsiteY93-2204" fmla="*/ 9559637 h 10487891"/>
                  <a:gd name="connsiteX94-2205" fmla="*/ 8257309 w 10460182"/>
                  <a:gd name="connsiteY94-2206" fmla="*/ 9421091 h 10487891"/>
                  <a:gd name="connsiteX95-2207" fmla="*/ 8146472 w 10460182"/>
                  <a:gd name="connsiteY95-2208" fmla="*/ 9434946 h 10487891"/>
                  <a:gd name="connsiteX96-2209" fmla="*/ 8091054 w 10460182"/>
                  <a:gd name="connsiteY96-2210" fmla="*/ 9656618 h 10487891"/>
                  <a:gd name="connsiteX97-2211" fmla="*/ 7744691 w 10460182"/>
                  <a:gd name="connsiteY97-2212" fmla="*/ 9559637 h 10487891"/>
                  <a:gd name="connsiteX98-2213" fmla="*/ 7536872 w 10460182"/>
                  <a:gd name="connsiteY98-2214" fmla="*/ 9573491 h 10487891"/>
                  <a:gd name="connsiteX99-2215" fmla="*/ 7481454 w 10460182"/>
                  <a:gd name="connsiteY99-2216" fmla="*/ 9504218 h 10487891"/>
                  <a:gd name="connsiteX100-2217" fmla="*/ 7439891 w 10460182"/>
                  <a:gd name="connsiteY100-2218" fmla="*/ 9240982 h 10487891"/>
                  <a:gd name="connsiteX101-2219" fmla="*/ 7356763 w 10460182"/>
                  <a:gd name="connsiteY101-2220" fmla="*/ 9434946 h 10487891"/>
                  <a:gd name="connsiteX102-2221" fmla="*/ 7287491 w 10460182"/>
                  <a:gd name="connsiteY102-2222" fmla="*/ 9421091 h 10487891"/>
                  <a:gd name="connsiteX103-2223" fmla="*/ 7232072 w 10460182"/>
                  <a:gd name="connsiteY103-2224" fmla="*/ 9185564 h 10487891"/>
                  <a:gd name="connsiteX104-2225" fmla="*/ 6954982 w 10460182"/>
                  <a:gd name="connsiteY104-2226" fmla="*/ 9268691 h 10487891"/>
                  <a:gd name="connsiteX105-2227" fmla="*/ 6705600 w 10460182"/>
                  <a:gd name="connsiteY105-2228" fmla="*/ 9310255 h 10487891"/>
                  <a:gd name="connsiteX106-2229" fmla="*/ 6705600 w 10460182"/>
                  <a:gd name="connsiteY106-2230" fmla="*/ 9116291 h 10487891"/>
                  <a:gd name="connsiteX107-2231" fmla="*/ 6511636 w 10460182"/>
                  <a:gd name="connsiteY107-2232" fmla="*/ 9033164 h 10487891"/>
                  <a:gd name="connsiteX108-2233" fmla="*/ 6428509 w 10460182"/>
                  <a:gd name="connsiteY108-2234" fmla="*/ 9033164 h 10487891"/>
                  <a:gd name="connsiteX109-2235" fmla="*/ 6289963 w 10460182"/>
                  <a:gd name="connsiteY109-2236" fmla="*/ 9074727 h 10487891"/>
                  <a:gd name="connsiteX110-2237" fmla="*/ 6234545 w 10460182"/>
                  <a:gd name="connsiteY110-2238" fmla="*/ 9047018 h 10487891"/>
                  <a:gd name="connsiteX111-2239" fmla="*/ 5971309 w 10460182"/>
                  <a:gd name="connsiteY111-2240" fmla="*/ 9116291 h 10487891"/>
                  <a:gd name="connsiteX112-2241" fmla="*/ 5749636 w 10460182"/>
                  <a:gd name="connsiteY112-2242" fmla="*/ 9130146 h 10487891"/>
                  <a:gd name="connsiteX113-2243" fmla="*/ 5638800 w 10460182"/>
                  <a:gd name="connsiteY113-2244" fmla="*/ 9130146 h 10487891"/>
                  <a:gd name="connsiteX114-2245" fmla="*/ 5527963 w 10460182"/>
                  <a:gd name="connsiteY114-2246" fmla="*/ 9130146 h 10487891"/>
                  <a:gd name="connsiteX115-2247" fmla="*/ 5541818 w 10460182"/>
                  <a:gd name="connsiteY115-2248" fmla="*/ 8950037 h 10487891"/>
                  <a:gd name="connsiteX116-2249" fmla="*/ 5541818 w 10460182"/>
                  <a:gd name="connsiteY116-2250" fmla="*/ 8672946 h 10487891"/>
                  <a:gd name="connsiteX117-2251" fmla="*/ 5361709 w 10460182"/>
                  <a:gd name="connsiteY117-2252" fmla="*/ 8340437 h 10487891"/>
                  <a:gd name="connsiteX118-2253" fmla="*/ 5250872 w 10460182"/>
                  <a:gd name="connsiteY118-2254" fmla="*/ 8146473 h 10487891"/>
                  <a:gd name="connsiteX119-2255" fmla="*/ 5347854 w 10460182"/>
                  <a:gd name="connsiteY119-2256" fmla="*/ 7689273 h 10487891"/>
                  <a:gd name="connsiteX120-2257" fmla="*/ 5201059 w 10460182"/>
                  <a:gd name="connsiteY120-2258" fmla="*/ 7399417 h 10487891"/>
                  <a:gd name="connsiteX121-2259" fmla="*/ 5250872 w 10460182"/>
                  <a:gd name="connsiteY121-2260" fmla="*/ 7148946 h 10487891"/>
                  <a:gd name="connsiteX122-2261" fmla="*/ 5245735 w 10460182"/>
                  <a:gd name="connsiteY122-2262" fmla="*/ 7097730 h 10487891"/>
                  <a:gd name="connsiteX123-2263" fmla="*/ 4577603 w 10460182"/>
                  <a:gd name="connsiteY123-2264" fmla="*/ 7093061 h 10487891"/>
                  <a:gd name="connsiteX124-2265" fmla="*/ 4528412 w 10460182"/>
                  <a:gd name="connsiteY124-2266" fmla="*/ 6919645 h 10487891"/>
                  <a:gd name="connsiteX125-2267" fmla="*/ 4038834 w 10460182"/>
                  <a:gd name="connsiteY125-2268" fmla="*/ 6895517 h 10487891"/>
                  <a:gd name="connsiteX126-2269" fmla="*/ 3976254 w 10460182"/>
                  <a:gd name="connsiteY126-2270" fmla="*/ 7148946 h 10487891"/>
                  <a:gd name="connsiteX127-2271" fmla="*/ 3932667 w 10460182"/>
                  <a:gd name="connsiteY127-2272" fmla="*/ 7360344 h 10487891"/>
                  <a:gd name="connsiteX128-2273" fmla="*/ 3910095 w 10460182"/>
                  <a:gd name="connsiteY128-2274" fmla="*/ 7482545 h 10487891"/>
                  <a:gd name="connsiteX129-2275" fmla="*/ 3559528 w 10460182"/>
                  <a:gd name="connsiteY129-2276" fmla="*/ 7476941 h 10487891"/>
                  <a:gd name="connsiteX130-2277" fmla="*/ 3311236 w 10460182"/>
                  <a:gd name="connsiteY130-2278" fmla="*/ 7481455 h 10487891"/>
                  <a:gd name="connsiteX131-2279" fmla="*/ 2895600 w 10460182"/>
                  <a:gd name="connsiteY131-2280" fmla="*/ 7467600 h 10487891"/>
                  <a:gd name="connsiteX132-2281" fmla="*/ 2784763 w 10460182"/>
                  <a:gd name="connsiteY132-2282" fmla="*/ 7218218 h 10487891"/>
                  <a:gd name="connsiteX133-2283" fmla="*/ 2604654 w 10460182"/>
                  <a:gd name="connsiteY133-2284" fmla="*/ 6941127 h 10487891"/>
                  <a:gd name="connsiteX134-2285" fmla="*/ 2410691 w 10460182"/>
                  <a:gd name="connsiteY134-2286" fmla="*/ 6442364 h 10487891"/>
                  <a:gd name="connsiteX135-2287" fmla="*/ 2327563 w 10460182"/>
                  <a:gd name="connsiteY135-2288" fmla="*/ 6303818 h 10487891"/>
                  <a:gd name="connsiteX136-2289" fmla="*/ 1662545 w 10460182"/>
                  <a:gd name="connsiteY136-2290" fmla="*/ 6276109 h 10487891"/>
                  <a:gd name="connsiteX137-2291" fmla="*/ 1233054 w 10460182"/>
                  <a:gd name="connsiteY137-2292" fmla="*/ 6276109 h 10487891"/>
                  <a:gd name="connsiteX138-2293" fmla="*/ 1136072 w 10460182"/>
                  <a:gd name="connsiteY138-2294" fmla="*/ 6331527 h 10487891"/>
                  <a:gd name="connsiteX139-2295" fmla="*/ 706582 w 10460182"/>
                  <a:gd name="connsiteY139-2296" fmla="*/ 6289964 h 10487891"/>
                  <a:gd name="connsiteX140-2297" fmla="*/ 318654 w 10460182"/>
                  <a:gd name="connsiteY140-2298" fmla="*/ 6317673 h 10487891"/>
                  <a:gd name="connsiteX141-2299" fmla="*/ 96982 w 10460182"/>
                  <a:gd name="connsiteY141-2300" fmla="*/ 6470073 h 10487891"/>
                  <a:gd name="connsiteX142-2301" fmla="*/ 0 w 10460182"/>
                  <a:gd name="connsiteY142-2302" fmla="*/ 6373091 h 10487891"/>
                  <a:gd name="connsiteX143-2303" fmla="*/ 83127 w 10460182"/>
                  <a:gd name="connsiteY143-2304" fmla="*/ 6317673 h 10487891"/>
                  <a:gd name="connsiteX0-2305" fmla="*/ 83127 w 10460182"/>
                  <a:gd name="connsiteY0-2306" fmla="*/ 6317673 h 10487891"/>
                  <a:gd name="connsiteX1-2307" fmla="*/ 96982 w 10460182"/>
                  <a:gd name="connsiteY1-2308" fmla="*/ 5874327 h 10487891"/>
                  <a:gd name="connsiteX2-2309" fmla="*/ 401782 w 10460182"/>
                  <a:gd name="connsiteY2-2310" fmla="*/ 5611091 h 10487891"/>
                  <a:gd name="connsiteX3-2311" fmla="*/ 651163 w 10460182"/>
                  <a:gd name="connsiteY3-2312" fmla="*/ 5749637 h 10487891"/>
                  <a:gd name="connsiteX4-2313" fmla="*/ 858982 w 10460182"/>
                  <a:gd name="connsiteY4-2314" fmla="*/ 5583382 h 10487891"/>
                  <a:gd name="connsiteX5-2315" fmla="*/ 997527 w 10460182"/>
                  <a:gd name="connsiteY5-2316" fmla="*/ 5430982 h 10487891"/>
                  <a:gd name="connsiteX6-2317" fmla="*/ 1080654 w 10460182"/>
                  <a:gd name="connsiteY6-2318" fmla="*/ 5514109 h 10487891"/>
                  <a:gd name="connsiteX7-2319" fmla="*/ 1191491 w 10460182"/>
                  <a:gd name="connsiteY7-2320" fmla="*/ 5791200 h 10487891"/>
                  <a:gd name="connsiteX8-2321" fmla="*/ 1510145 w 10460182"/>
                  <a:gd name="connsiteY8-2322" fmla="*/ 5624946 h 10487891"/>
                  <a:gd name="connsiteX9-2323" fmla="*/ 1731818 w 10460182"/>
                  <a:gd name="connsiteY9-2324" fmla="*/ 5375564 h 10487891"/>
                  <a:gd name="connsiteX10-2325" fmla="*/ 2022763 w 10460182"/>
                  <a:gd name="connsiteY10-2326" fmla="*/ 5140037 h 10487891"/>
                  <a:gd name="connsiteX11-2327" fmla="*/ 2119745 w 10460182"/>
                  <a:gd name="connsiteY11-2328" fmla="*/ 4710546 h 10487891"/>
                  <a:gd name="connsiteX12-2329" fmla="*/ 2133600 w 10460182"/>
                  <a:gd name="connsiteY12-2330" fmla="*/ 4308764 h 10487891"/>
                  <a:gd name="connsiteX13-2331" fmla="*/ 2355272 w 10460182"/>
                  <a:gd name="connsiteY13-2332" fmla="*/ 3934691 h 10487891"/>
                  <a:gd name="connsiteX14-2333" fmla="*/ 2715491 w 10460182"/>
                  <a:gd name="connsiteY14-2334" fmla="*/ 3532909 h 10487891"/>
                  <a:gd name="connsiteX15-2335" fmla="*/ 2978727 w 10460182"/>
                  <a:gd name="connsiteY15-2336" fmla="*/ 3338946 h 10487891"/>
                  <a:gd name="connsiteX16-2337" fmla="*/ 3006436 w 10460182"/>
                  <a:gd name="connsiteY16-2338" fmla="*/ 2895600 h 10487891"/>
                  <a:gd name="connsiteX17-2339" fmla="*/ 3075709 w 10460182"/>
                  <a:gd name="connsiteY17-2340" fmla="*/ 2604655 h 10487891"/>
                  <a:gd name="connsiteX18-2341" fmla="*/ 3075709 w 10460182"/>
                  <a:gd name="connsiteY18-2342" fmla="*/ 2396837 h 10487891"/>
                  <a:gd name="connsiteX19-2343" fmla="*/ 3214254 w 10460182"/>
                  <a:gd name="connsiteY19-2344" fmla="*/ 2064327 h 10487891"/>
                  <a:gd name="connsiteX20-2345" fmla="*/ 3214254 w 10460182"/>
                  <a:gd name="connsiteY20-2346" fmla="*/ 1773382 h 10487891"/>
                  <a:gd name="connsiteX21-2347" fmla="*/ 3532909 w 10460182"/>
                  <a:gd name="connsiteY21-2348" fmla="*/ 1205346 h 10487891"/>
                  <a:gd name="connsiteX22-2349" fmla="*/ 3463636 w 10460182"/>
                  <a:gd name="connsiteY22-2350" fmla="*/ 831273 h 10487891"/>
                  <a:gd name="connsiteX23-2351" fmla="*/ 3491345 w 10460182"/>
                  <a:gd name="connsiteY23-2352" fmla="*/ 623455 h 10487891"/>
                  <a:gd name="connsiteX24-2353" fmla="*/ 3823854 w 10460182"/>
                  <a:gd name="connsiteY24-2354" fmla="*/ 263237 h 10487891"/>
                  <a:gd name="connsiteX25-2355" fmla="*/ 4017818 w 10460182"/>
                  <a:gd name="connsiteY25-2356" fmla="*/ 138546 h 10487891"/>
                  <a:gd name="connsiteX26-2357" fmla="*/ 4433454 w 10460182"/>
                  <a:gd name="connsiteY26-2358" fmla="*/ 374073 h 10487891"/>
                  <a:gd name="connsiteX27-2359" fmla="*/ 4599709 w 10460182"/>
                  <a:gd name="connsiteY27-2360" fmla="*/ 568037 h 10487891"/>
                  <a:gd name="connsiteX28-2361" fmla="*/ 5070763 w 10460182"/>
                  <a:gd name="connsiteY28-2362" fmla="*/ 623455 h 10487891"/>
                  <a:gd name="connsiteX29-2363" fmla="*/ 5417127 w 10460182"/>
                  <a:gd name="connsiteY29-2364" fmla="*/ 637309 h 10487891"/>
                  <a:gd name="connsiteX30-2365" fmla="*/ 5680363 w 10460182"/>
                  <a:gd name="connsiteY30-2366" fmla="*/ 692727 h 10487891"/>
                  <a:gd name="connsiteX31-2367" fmla="*/ 5860472 w 10460182"/>
                  <a:gd name="connsiteY31-2368" fmla="*/ 360218 h 10487891"/>
                  <a:gd name="connsiteX32-2369" fmla="*/ 6123709 w 10460182"/>
                  <a:gd name="connsiteY32-2370" fmla="*/ 401782 h 10487891"/>
                  <a:gd name="connsiteX33-2371" fmla="*/ 6594763 w 10460182"/>
                  <a:gd name="connsiteY33-2372" fmla="*/ 263237 h 10487891"/>
                  <a:gd name="connsiteX34-2373" fmla="*/ 6761018 w 10460182"/>
                  <a:gd name="connsiteY34-2374" fmla="*/ 207818 h 10487891"/>
                  <a:gd name="connsiteX35-2375" fmla="*/ 7038109 w 10460182"/>
                  <a:gd name="connsiteY35-2376" fmla="*/ 277091 h 10487891"/>
                  <a:gd name="connsiteX36-2377" fmla="*/ 7232072 w 10460182"/>
                  <a:gd name="connsiteY36-2378" fmla="*/ 96982 h 10487891"/>
                  <a:gd name="connsiteX37-2379" fmla="*/ 7356763 w 10460182"/>
                  <a:gd name="connsiteY37-2380" fmla="*/ 0 h 10487891"/>
                  <a:gd name="connsiteX38-2381" fmla="*/ 7606145 w 10460182"/>
                  <a:gd name="connsiteY38-2382" fmla="*/ 83127 h 10487891"/>
                  <a:gd name="connsiteX39-2383" fmla="*/ 7910945 w 10460182"/>
                  <a:gd name="connsiteY39-2384" fmla="*/ 207818 h 10487891"/>
                  <a:gd name="connsiteX40-2385" fmla="*/ 8312727 w 10460182"/>
                  <a:gd name="connsiteY40-2386" fmla="*/ 138546 h 10487891"/>
                  <a:gd name="connsiteX41-2387" fmla="*/ 8672945 w 10460182"/>
                  <a:gd name="connsiteY41-2388" fmla="*/ 443346 h 10487891"/>
                  <a:gd name="connsiteX42-2389" fmla="*/ 8908472 w 10460182"/>
                  <a:gd name="connsiteY42-2390" fmla="*/ 623455 h 10487891"/>
                  <a:gd name="connsiteX43-2391" fmla="*/ 9088582 w 10460182"/>
                  <a:gd name="connsiteY43-2392" fmla="*/ 526473 h 10487891"/>
                  <a:gd name="connsiteX44-2393" fmla="*/ 9351818 w 10460182"/>
                  <a:gd name="connsiteY44-2394" fmla="*/ 471055 h 10487891"/>
                  <a:gd name="connsiteX45-2395" fmla="*/ 9518072 w 10460182"/>
                  <a:gd name="connsiteY45-2396" fmla="*/ 498764 h 10487891"/>
                  <a:gd name="connsiteX46-2397" fmla="*/ 9698182 w 10460182"/>
                  <a:gd name="connsiteY46-2398" fmla="*/ 526473 h 10487891"/>
                  <a:gd name="connsiteX47-2399" fmla="*/ 10002982 w 10460182"/>
                  <a:gd name="connsiteY47-2400" fmla="*/ 872837 h 10487891"/>
                  <a:gd name="connsiteX48-2401" fmla="*/ 10238509 w 10460182"/>
                  <a:gd name="connsiteY48-2402" fmla="*/ 1066800 h 10487891"/>
                  <a:gd name="connsiteX49-2403" fmla="*/ 10224654 w 10460182"/>
                  <a:gd name="connsiteY49-2404" fmla="*/ 1330037 h 10487891"/>
                  <a:gd name="connsiteX50-2405" fmla="*/ 10238509 w 10460182"/>
                  <a:gd name="connsiteY50-2406" fmla="*/ 1524000 h 10487891"/>
                  <a:gd name="connsiteX51-2407" fmla="*/ 10280072 w 10460182"/>
                  <a:gd name="connsiteY51-2408" fmla="*/ 1648691 h 10487891"/>
                  <a:gd name="connsiteX52-2409" fmla="*/ 10460182 w 10460182"/>
                  <a:gd name="connsiteY52-2410" fmla="*/ 1884218 h 10487891"/>
                  <a:gd name="connsiteX53-2411" fmla="*/ 10099963 w 10460182"/>
                  <a:gd name="connsiteY53-2412" fmla="*/ 2341418 h 10487891"/>
                  <a:gd name="connsiteX54-2413" fmla="*/ 9781309 w 10460182"/>
                  <a:gd name="connsiteY54-2414" fmla="*/ 2576946 h 10487891"/>
                  <a:gd name="connsiteX55-2415" fmla="*/ 9601200 w 10460182"/>
                  <a:gd name="connsiteY55-2416" fmla="*/ 3505200 h 10487891"/>
                  <a:gd name="connsiteX56-2417" fmla="*/ 9601200 w 10460182"/>
                  <a:gd name="connsiteY56-2418" fmla="*/ 3796146 h 10487891"/>
                  <a:gd name="connsiteX57-2419" fmla="*/ 9365672 w 10460182"/>
                  <a:gd name="connsiteY57-2420" fmla="*/ 3990109 h 10487891"/>
                  <a:gd name="connsiteX58-2421" fmla="*/ 9310254 w 10460182"/>
                  <a:gd name="connsiteY58-2422" fmla="*/ 4156364 h 10487891"/>
                  <a:gd name="connsiteX59-2423" fmla="*/ 9199418 w 10460182"/>
                  <a:gd name="connsiteY59-2424" fmla="*/ 4364182 h 10487891"/>
                  <a:gd name="connsiteX60-2425" fmla="*/ 9268691 w 10460182"/>
                  <a:gd name="connsiteY60-2426" fmla="*/ 4530437 h 10487891"/>
                  <a:gd name="connsiteX61-2427" fmla="*/ 9337963 w 10460182"/>
                  <a:gd name="connsiteY61-2428" fmla="*/ 4738255 h 10487891"/>
                  <a:gd name="connsiteX62-2429" fmla="*/ 9421091 w 10460182"/>
                  <a:gd name="connsiteY62-2430" fmla="*/ 4987637 h 10487891"/>
                  <a:gd name="connsiteX63-2431" fmla="*/ 9434945 w 10460182"/>
                  <a:gd name="connsiteY63-2432" fmla="*/ 5292437 h 10487891"/>
                  <a:gd name="connsiteX64-2433" fmla="*/ 9462654 w 10460182"/>
                  <a:gd name="connsiteY64-2434" fmla="*/ 5694218 h 10487891"/>
                  <a:gd name="connsiteX65-2435" fmla="*/ 9587345 w 10460182"/>
                  <a:gd name="connsiteY65-2436" fmla="*/ 6054437 h 10487891"/>
                  <a:gd name="connsiteX66-2437" fmla="*/ 9545782 w 10460182"/>
                  <a:gd name="connsiteY66-2438" fmla="*/ 6456218 h 10487891"/>
                  <a:gd name="connsiteX67-2439" fmla="*/ 9933709 w 10460182"/>
                  <a:gd name="connsiteY67-2440" fmla="*/ 6941127 h 10487891"/>
                  <a:gd name="connsiteX68-2441" fmla="*/ 10113818 w 10460182"/>
                  <a:gd name="connsiteY68-2442" fmla="*/ 7287491 h 10487891"/>
                  <a:gd name="connsiteX69-2443" fmla="*/ 10252363 w 10460182"/>
                  <a:gd name="connsiteY69-2444" fmla="*/ 7620000 h 10487891"/>
                  <a:gd name="connsiteX70-2445" fmla="*/ 9670472 w 10460182"/>
                  <a:gd name="connsiteY70-2446" fmla="*/ 7620000 h 10487891"/>
                  <a:gd name="connsiteX71-2447" fmla="*/ 9337963 w 10460182"/>
                  <a:gd name="connsiteY71-2448" fmla="*/ 7730837 h 10487891"/>
                  <a:gd name="connsiteX72-2449" fmla="*/ 9102436 w 10460182"/>
                  <a:gd name="connsiteY72-2450" fmla="*/ 7869382 h 10487891"/>
                  <a:gd name="connsiteX73-2451" fmla="*/ 9019309 w 10460182"/>
                  <a:gd name="connsiteY73-2452" fmla="*/ 8077200 h 10487891"/>
                  <a:gd name="connsiteX74-2453" fmla="*/ 8936182 w 10460182"/>
                  <a:gd name="connsiteY74-2454" fmla="*/ 8174182 h 10487891"/>
                  <a:gd name="connsiteX75-2455" fmla="*/ 8991600 w 10460182"/>
                  <a:gd name="connsiteY75-2456" fmla="*/ 8603673 h 10487891"/>
                  <a:gd name="connsiteX76-2457" fmla="*/ 8963891 w 10460182"/>
                  <a:gd name="connsiteY76-2458" fmla="*/ 8811491 h 10487891"/>
                  <a:gd name="connsiteX77-2459" fmla="*/ 8991600 w 10460182"/>
                  <a:gd name="connsiteY77-2460" fmla="*/ 9047018 h 10487891"/>
                  <a:gd name="connsiteX78-2461" fmla="*/ 8894618 w 10460182"/>
                  <a:gd name="connsiteY78-2462" fmla="*/ 9351818 h 10487891"/>
                  <a:gd name="connsiteX79-2463" fmla="*/ 8922327 w 10460182"/>
                  <a:gd name="connsiteY79-2464" fmla="*/ 9615055 h 10487891"/>
                  <a:gd name="connsiteX80-2465" fmla="*/ 9144000 w 10460182"/>
                  <a:gd name="connsiteY80-2466" fmla="*/ 9781309 h 10487891"/>
                  <a:gd name="connsiteX81-2467" fmla="*/ 9337963 w 10460182"/>
                  <a:gd name="connsiteY81-2468" fmla="*/ 9947564 h 10487891"/>
                  <a:gd name="connsiteX82-2469" fmla="*/ 9504218 w 10460182"/>
                  <a:gd name="connsiteY82-2470" fmla="*/ 9850582 h 10487891"/>
                  <a:gd name="connsiteX83-2471" fmla="*/ 9615054 w 10460182"/>
                  <a:gd name="connsiteY83-2472" fmla="*/ 9767455 h 10487891"/>
                  <a:gd name="connsiteX84-2473" fmla="*/ 9698182 w 10460182"/>
                  <a:gd name="connsiteY84-2474" fmla="*/ 9795164 h 10487891"/>
                  <a:gd name="connsiteX85-2475" fmla="*/ 9684327 w 10460182"/>
                  <a:gd name="connsiteY85-2476" fmla="*/ 10335491 h 10487891"/>
                  <a:gd name="connsiteX86-2477" fmla="*/ 9490363 w 10460182"/>
                  <a:gd name="connsiteY86-2478" fmla="*/ 10487891 h 10487891"/>
                  <a:gd name="connsiteX87-2479" fmla="*/ 9310254 w 10460182"/>
                  <a:gd name="connsiteY87-2480" fmla="*/ 10474037 h 10487891"/>
                  <a:gd name="connsiteX88-2481" fmla="*/ 9227127 w 10460182"/>
                  <a:gd name="connsiteY88-2482" fmla="*/ 10321637 h 10487891"/>
                  <a:gd name="connsiteX89-2483" fmla="*/ 9033163 w 10460182"/>
                  <a:gd name="connsiteY89-2484" fmla="*/ 10072255 h 10487891"/>
                  <a:gd name="connsiteX90-2485" fmla="*/ 8825345 w 10460182"/>
                  <a:gd name="connsiteY90-2486" fmla="*/ 9892146 h 10487891"/>
                  <a:gd name="connsiteX91-2487" fmla="*/ 8534400 w 10460182"/>
                  <a:gd name="connsiteY91-2488" fmla="*/ 9781309 h 10487891"/>
                  <a:gd name="connsiteX92-2489" fmla="*/ 8423563 w 10460182"/>
                  <a:gd name="connsiteY92-2490" fmla="*/ 9725891 h 10487891"/>
                  <a:gd name="connsiteX93-2491" fmla="*/ 8285018 w 10460182"/>
                  <a:gd name="connsiteY93-2492" fmla="*/ 9559637 h 10487891"/>
                  <a:gd name="connsiteX94-2493" fmla="*/ 8257309 w 10460182"/>
                  <a:gd name="connsiteY94-2494" fmla="*/ 9421091 h 10487891"/>
                  <a:gd name="connsiteX95-2495" fmla="*/ 8146472 w 10460182"/>
                  <a:gd name="connsiteY95-2496" fmla="*/ 9434946 h 10487891"/>
                  <a:gd name="connsiteX96-2497" fmla="*/ 8091054 w 10460182"/>
                  <a:gd name="connsiteY96-2498" fmla="*/ 9656618 h 10487891"/>
                  <a:gd name="connsiteX97-2499" fmla="*/ 7744691 w 10460182"/>
                  <a:gd name="connsiteY97-2500" fmla="*/ 9559637 h 10487891"/>
                  <a:gd name="connsiteX98-2501" fmla="*/ 7536872 w 10460182"/>
                  <a:gd name="connsiteY98-2502" fmla="*/ 9573491 h 10487891"/>
                  <a:gd name="connsiteX99-2503" fmla="*/ 7481454 w 10460182"/>
                  <a:gd name="connsiteY99-2504" fmla="*/ 9504218 h 10487891"/>
                  <a:gd name="connsiteX100-2505" fmla="*/ 7439891 w 10460182"/>
                  <a:gd name="connsiteY100-2506" fmla="*/ 9240982 h 10487891"/>
                  <a:gd name="connsiteX101-2507" fmla="*/ 7356763 w 10460182"/>
                  <a:gd name="connsiteY101-2508" fmla="*/ 9434946 h 10487891"/>
                  <a:gd name="connsiteX102-2509" fmla="*/ 7287491 w 10460182"/>
                  <a:gd name="connsiteY102-2510" fmla="*/ 9421091 h 10487891"/>
                  <a:gd name="connsiteX103-2511" fmla="*/ 7232072 w 10460182"/>
                  <a:gd name="connsiteY103-2512" fmla="*/ 9185564 h 10487891"/>
                  <a:gd name="connsiteX104-2513" fmla="*/ 6954982 w 10460182"/>
                  <a:gd name="connsiteY104-2514" fmla="*/ 9268691 h 10487891"/>
                  <a:gd name="connsiteX105-2515" fmla="*/ 6705600 w 10460182"/>
                  <a:gd name="connsiteY105-2516" fmla="*/ 9310255 h 10487891"/>
                  <a:gd name="connsiteX106-2517" fmla="*/ 6705600 w 10460182"/>
                  <a:gd name="connsiteY106-2518" fmla="*/ 9116291 h 10487891"/>
                  <a:gd name="connsiteX107-2519" fmla="*/ 6511636 w 10460182"/>
                  <a:gd name="connsiteY107-2520" fmla="*/ 9033164 h 10487891"/>
                  <a:gd name="connsiteX108-2521" fmla="*/ 6428509 w 10460182"/>
                  <a:gd name="connsiteY108-2522" fmla="*/ 9033164 h 10487891"/>
                  <a:gd name="connsiteX109-2523" fmla="*/ 6289963 w 10460182"/>
                  <a:gd name="connsiteY109-2524" fmla="*/ 9074727 h 10487891"/>
                  <a:gd name="connsiteX110-2525" fmla="*/ 6234545 w 10460182"/>
                  <a:gd name="connsiteY110-2526" fmla="*/ 9047018 h 10487891"/>
                  <a:gd name="connsiteX111-2527" fmla="*/ 5971309 w 10460182"/>
                  <a:gd name="connsiteY111-2528" fmla="*/ 9116291 h 10487891"/>
                  <a:gd name="connsiteX112-2529" fmla="*/ 5749636 w 10460182"/>
                  <a:gd name="connsiteY112-2530" fmla="*/ 9130146 h 10487891"/>
                  <a:gd name="connsiteX113-2531" fmla="*/ 5638800 w 10460182"/>
                  <a:gd name="connsiteY113-2532" fmla="*/ 9130146 h 10487891"/>
                  <a:gd name="connsiteX114-2533" fmla="*/ 5527963 w 10460182"/>
                  <a:gd name="connsiteY114-2534" fmla="*/ 9130146 h 10487891"/>
                  <a:gd name="connsiteX115-2535" fmla="*/ 5541818 w 10460182"/>
                  <a:gd name="connsiteY115-2536" fmla="*/ 8950037 h 10487891"/>
                  <a:gd name="connsiteX116-2537" fmla="*/ 5541818 w 10460182"/>
                  <a:gd name="connsiteY116-2538" fmla="*/ 8672946 h 10487891"/>
                  <a:gd name="connsiteX117-2539" fmla="*/ 5361709 w 10460182"/>
                  <a:gd name="connsiteY117-2540" fmla="*/ 8340437 h 10487891"/>
                  <a:gd name="connsiteX118-2541" fmla="*/ 5250872 w 10460182"/>
                  <a:gd name="connsiteY118-2542" fmla="*/ 8146473 h 10487891"/>
                  <a:gd name="connsiteX119-2543" fmla="*/ 5317031 w 10460182"/>
                  <a:gd name="connsiteY119-2544" fmla="*/ 7689273 h 10487891"/>
                  <a:gd name="connsiteX120-2545" fmla="*/ 5201059 w 10460182"/>
                  <a:gd name="connsiteY120-2546" fmla="*/ 7399417 h 10487891"/>
                  <a:gd name="connsiteX121-2547" fmla="*/ 5250872 w 10460182"/>
                  <a:gd name="connsiteY121-2548" fmla="*/ 7148946 h 10487891"/>
                  <a:gd name="connsiteX122-2549" fmla="*/ 5245735 w 10460182"/>
                  <a:gd name="connsiteY122-2550" fmla="*/ 7097730 h 10487891"/>
                  <a:gd name="connsiteX123-2551" fmla="*/ 4577603 w 10460182"/>
                  <a:gd name="connsiteY123-2552" fmla="*/ 7093061 h 10487891"/>
                  <a:gd name="connsiteX124-2553" fmla="*/ 4528412 w 10460182"/>
                  <a:gd name="connsiteY124-2554" fmla="*/ 6919645 h 10487891"/>
                  <a:gd name="connsiteX125-2555" fmla="*/ 4038834 w 10460182"/>
                  <a:gd name="connsiteY125-2556" fmla="*/ 6895517 h 10487891"/>
                  <a:gd name="connsiteX126-2557" fmla="*/ 3976254 w 10460182"/>
                  <a:gd name="connsiteY126-2558" fmla="*/ 7148946 h 10487891"/>
                  <a:gd name="connsiteX127-2559" fmla="*/ 3932667 w 10460182"/>
                  <a:gd name="connsiteY127-2560" fmla="*/ 7360344 h 10487891"/>
                  <a:gd name="connsiteX128-2561" fmla="*/ 3910095 w 10460182"/>
                  <a:gd name="connsiteY128-2562" fmla="*/ 7482545 h 10487891"/>
                  <a:gd name="connsiteX129-2563" fmla="*/ 3559528 w 10460182"/>
                  <a:gd name="connsiteY129-2564" fmla="*/ 7476941 h 10487891"/>
                  <a:gd name="connsiteX130-2565" fmla="*/ 3311236 w 10460182"/>
                  <a:gd name="connsiteY130-2566" fmla="*/ 7481455 h 10487891"/>
                  <a:gd name="connsiteX131-2567" fmla="*/ 2895600 w 10460182"/>
                  <a:gd name="connsiteY131-2568" fmla="*/ 7467600 h 10487891"/>
                  <a:gd name="connsiteX132-2569" fmla="*/ 2784763 w 10460182"/>
                  <a:gd name="connsiteY132-2570" fmla="*/ 7218218 h 10487891"/>
                  <a:gd name="connsiteX133-2571" fmla="*/ 2604654 w 10460182"/>
                  <a:gd name="connsiteY133-2572" fmla="*/ 6941127 h 10487891"/>
                  <a:gd name="connsiteX134-2573" fmla="*/ 2410691 w 10460182"/>
                  <a:gd name="connsiteY134-2574" fmla="*/ 6442364 h 10487891"/>
                  <a:gd name="connsiteX135-2575" fmla="*/ 2327563 w 10460182"/>
                  <a:gd name="connsiteY135-2576" fmla="*/ 6303818 h 10487891"/>
                  <a:gd name="connsiteX136-2577" fmla="*/ 1662545 w 10460182"/>
                  <a:gd name="connsiteY136-2578" fmla="*/ 6276109 h 10487891"/>
                  <a:gd name="connsiteX137-2579" fmla="*/ 1233054 w 10460182"/>
                  <a:gd name="connsiteY137-2580" fmla="*/ 6276109 h 10487891"/>
                  <a:gd name="connsiteX138-2581" fmla="*/ 1136072 w 10460182"/>
                  <a:gd name="connsiteY138-2582" fmla="*/ 6331527 h 10487891"/>
                  <a:gd name="connsiteX139-2583" fmla="*/ 706582 w 10460182"/>
                  <a:gd name="connsiteY139-2584" fmla="*/ 6289964 h 10487891"/>
                  <a:gd name="connsiteX140-2585" fmla="*/ 318654 w 10460182"/>
                  <a:gd name="connsiteY140-2586" fmla="*/ 6317673 h 10487891"/>
                  <a:gd name="connsiteX141-2587" fmla="*/ 96982 w 10460182"/>
                  <a:gd name="connsiteY141-2588" fmla="*/ 6470073 h 10487891"/>
                  <a:gd name="connsiteX142-2589" fmla="*/ 0 w 10460182"/>
                  <a:gd name="connsiteY142-2590" fmla="*/ 6373091 h 10487891"/>
                  <a:gd name="connsiteX143-2591" fmla="*/ 83127 w 10460182"/>
                  <a:gd name="connsiteY143-2592" fmla="*/ 6317673 h 10487891"/>
                  <a:gd name="connsiteX0-2593" fmla="*/ 83127 w 10460182"/>
                  <a:gd name="connsiteY0-2594" fmla="*/ 6317673 h 10487891"/>
                  <a:gd name="connsiteX1-2595" fmla="*/ 96982 w 10460182"/>
                  <a:gd name="connsiteY1-2596" fmla="*/ 5874327 h 10487891"/>
                  <a:gd name="connsiteX2-2597" fmla="*/ 401782 w 10460182"/>
                  <a:gd name="connsiteY2-2598" fmla="*/ 5611091 h 10487891"/>
                  <a:gd name="connsiteX3-2599" fmla="*/ 651163 w 10460182"/>
                  <a:gd name="connsiteY3-2600" fmla="*/ 5749637 h 10487891"/>
                  <a:gd name="connsiteX4-2601" fmla="*/ 858982 w 10460182"/>
                  <a:gd name="connsiteY4-2602" fmla="*/ 5583382 h 10487891"/>
                  <a:gd name="connsiteX5-2603" fmla="*/ 997527 w 10460182"/>
                  <a:gd name="connsiteY5-2604" fmla="*/ 5430982 h 10487891"/>
                  <a:gd name="connsiteX6-2605" fmla="*/ 1080654 w 10460182"/>
                  <a:gd name="connsiteY6-2606" fmla="*/ 5514109 h 10487891"/>
                  <a:gd name="connsiteX7-2607" fmla="*/ 1191491 w 10460182"/>
                  <a:gd name="connsiteY7-2608" fmla="*/ 5791200 h 10487891"/>
                  <a:gd name="connsiteX8-2609" fmla="*/ 1510145 w 10460182"/>
                  <a:gd name="connsiteY8-2610" fmla="*/ 5624946 h 10487891"/>
                  <a:gd name="connsiteX9-2611" fmla="*/ 1731818 w 10460182"/>
                  <a:gd name="connsiteY9-2612" fmla="*/ 5375564 h 10487891"/>
                  <a:gd name="connsiteX10-2613" fmla="*/ 2022763 w 10460182"/>
                  <a:gd name="connsiteY10-2614" fmla="*/ 5140037 h 10487891"/>
                  <a:gd name="connsiteX11-2615" fmla="*/ 2119745 w 10460182"/>
                  <a:gd name="connsiteY11-2616" fmla="*/ 4710546 h 10487891"/>
                  <a:gd name="connsiteX12-2617" fmla="*/ 2133600 w 10460182"/>
                  <a:gd name="connsiteY12-2618" fmla="*/ 4308764 h 10487891"/>
                  <a:gd name="connsiteX13-2619" fmla="*/ 2355272 w 10460182"/>
                  <a:gd name="connsiteY13-2620" fmla="*/ 3934691 h 10487891"/>
                  <a:gd name="connsiteX14-2621" fmla="*/ 2715491 w 10460182"/>
                  <a:gd name="connsiteY14-2622" fmla="*/ 3532909 h 10487891"/>
                  <a:gd name="connsiteX15-2623" fmla="*/ 2978727 w 10460182"/>
                  <a:gd name="connsiteY15-2624" fmla="*/ 3338946 h 10487891"/>
                  <a:gd name="connsiteX16-2625" fmla="*/ 3006436 w 10460182"/>
                  <a:gd name="connsiteY16-2626" fmla="*/ 2895600 h 10487891"/>
                  <a:gd name="connsiteX17-2627" fmla="*/ 3075709 w 10460182"/>
                  <a:gd name="connsiteY17-2628" fmla="*/ 2604655 h 10487891"/>
                  <a:gd name="connsiteX18-2629" fmla="*/ 3075709 w 10460182"/>
                  <a:gd name="connsiteY18-2630" fmla="*/ 2396837 h 10487891"/>
                  <a:gd name="connsiteX19-2631" fmla="*/ 3214254 w 10460182"/>
                  <a:gd name="connsiteY19-2632" fmla="*/ 2064327 h 10487891"/>
                  <a:gd name="connsiteX20-2633" fmla="*/ 3214254 w 10460182"/>
                  <a:gd name="connsiteY20-2634" fmla="*/ 1773382 h 10487891"/>
                  <a:gd name="connsiteX21-2635" fmla="*/ 3532909 w 10460182"/>
                  <a:gd name="connsiteY21-2636" fmla="*/ 1205346 h 10487891"/>
                  <a:gd name="connsiteX22-2637" fmla="*/ 3463636 w 10460182"/>
                  <a:gd name="connsiteY22-2638" fmla="*/ 831273 h 10487891"/>
                  <a:gd name="connsiteX23-2639" fmla="*/ 3491345 w 10460182"/>
                  <a:gd name="connsiteY23-2640" fmla="*/ 623455 h 10487891"/>
                  <a:gd name="connsiteX24-2641" fmla="*/ 3823854 w 10460182"/>
                  <a:gd name="connsiteY24-2642" fmla="*/ 263237 h 10487891"/>
                  <a:gd name="connsiteX25-2643" fmla="*/ 4017818 w 10460182"/>
                  <a:gd name="connsiteY25-2644" fmla="*/ 138546 h 10487891"/>
                  <a:gd name="connsiteX26-2645" fmla="*/ 4433454 w 10460182"/>
                  <a:gd name="connsiteY26-2646" fmla="*/ 374073 h 10487891"/>
                  <a:gd name="connsiteX27-2647" fmla="*/ 4599709 w 10460182"/>
                  <a:gd name="connsiteY27-2648" fmla="*/ 568037 h 10487891"/>
                  <a:gd name="connsiteX28-2649" fmla="*/ 5070763 w 10460182"/>
                  <a:gd name="connsiteY28-2650" fmla="*/ 623455 h 10487891"/>
                  <a:gd name="connsiteX29-2651" fmla="*/ 5417127 w 10460182"/>
                  <a:gd name="connsiteY29-2652" fmla="*/ 637309 h 10487891"/>
                  <a:gd name="connsiteX30-2653" fmla="*/ 5680363 w 10460182"/>
                  <a:gd name="connsiteY30-2654" fmla="*/ 692727 h 10487891"/>
                  <a:gd name="connsiteX31-2655" fmla="*/ 5860472 w 10460182"/>
                  <a:gd name="connsiteY31-2656" fmla="*/ 360218 h 10487891"/>
                  <a:gd name="connsiteX32-2657" fmla="*/ 6123709 w 10460182"/>
                  <a:gd name="connsiteY32-2658" fmla="*/ 401782 h 10487891"/>
                  <a:gd name="connsiteX33-2659" fmla="*/ 6594763 w 10460182"/>
                  <a:gd name="connsiteY33-2660" fmla="*/ 263237 h 10487891"/>
                  <a:gd name="connsiteX34-2661" fmla="*/ 6761018 w 10460182"/>
                  <a:gd name="connsiteY34-2662" fmla="*/ 207818 h 10487891"/>
                  <a:gd name="connsiteX35-2663" fmla="*/ 7038109 w 10460182"/>
                  <a:gd name="connsiteY35-2664" fmla="*/ 277091 h 10487891"/>
                  <a:gd name="connsiteX36-2665" fmla="*/ 7232072 w 10460182"/>
                  <a:gd name="connsiteY36-2666" fmla="*/ 96982 h 10487891"/>
                  <a:gd name="connsiteX37-2667" fmla="*/ 7356763 w 10460182"/>
                  <a:gd name="connsiteY37-2668" fmla="*/ 0 h 10487891"/>
                  <a:gd name="connsiteX38-2669" fmla="*/ 7606145 w 10460182"/>
                  <a:gd name="connsiteY38-2670" fmla="*/ 83127 h 10487891"/>
                  <a:gd name="connsiteX39-2671" fmla="*/ 7910945 w 10460182"/>
                  <a:gd name="connsiteY39-2672" fmla="*/ 207818 h 10487891"/>
                  <a:gd name="connsiteX40-2673" fmla="*/ 8312727 w 10460182"/>
                  <a:gd name="connsiteY40-2674" fmla="*/ 138546 h 10487891"/>
                  <a:gd name="connsiteX41-2675" fmla="*/ 8672945 w 10460182"/>
                  <a:gd name="connsiteY41-2676" fmla="*/ 443346 h 10487891"/>
                  <a:gd name="connsiteX42-2677" fmla="*/ 8908472 w 10460182"/>
                  <a:gd name="connsiteY42-2678" fmla="*/ 623455 h 10487891"/>
                  <a:gd name="connsiteX43-2679" fmla="*/ 9088582 w 10460182"/>
                  <a:gd name="connsiteY43-2680" fmla="*/ 526473 h 10487891"/>
                  <a:gd name="connsiteX44-2681" fmla="*/ 9351818 w 10460182"/>
                  <a:gd name="connsiteY44-2682" fmla="*/ 471055 h 10487891"/>
                  <a:gd name="connsiteX45-2683" fmla="*/ 9518072 w 10460182"/>
                  <a:gd name="connsiteY45-2684" fmla="*/ 498764 h 10487891"/>
                  <a:gd name="connsiteX46-2685" fmla="*/ 9698182 w 10460182"/>
                  <a:gd name="connsiteY46-2686" fmla="*/ 526473 h 10487891"/>
                  <a:gd name="connsiteX47-2687" fmla="*/ 10002982 w 10460182"/>
                  <a:gd name="connsiteY47-2688" fmla="*/ 872837 h 10487891"/>
                  <a:gd name="connsiteX48-2689" fmla="*/ 10238509 w 10460182"/>
                  <a:gd name="connsiteY48-2690" fmla="*/ 1066800 h 10487891"/>
                  <a:gd name="connsiteX49-2691" fmla="*/ 10224654 w 10460182"/>
                  <a:gd name="connsiteY49-2692" fmla="*/ 1330037 h 10487891"/>
                  <a:gd name="connsiteX50-2693" fmla="*/ 10238509 w 10460182"/>
                  <a:gd name="connsiteY50-2694" fmla="*/ 1524000 h 10487891"/>
                  <a:gd name="connsiteX51-2695" fmla="*/ 10280072 w 10460182"/>
                  <a:gd name="connsiteY51-2696" fmla="*/ 1648691 h 10487891"/>
                  <a:gd name="connsiteX52-2697" fmla="*/ 10460182 w 10460182"/>
                  <a:gd name="connsiteY52-2698" fmla="*/ 1884218 h 10487891"/>
                  <a:gd name="connsiteX53-2699" fmla="*/ 10099963 w 10460182"/>
                  <a:gd name="connsiteY53-2700" fmla="*/ 2341418 h 10487891"/>
                  <a:gd name="connsiteX54-2701" fmla="*/ 9781309 w 10460182"/>
                  <a:gd name="connsiteY54-2702" fmla="*/ 2576946 h 10487891"/>
                  <a:gd name="connsiteX55-2703" fmla="*/ 9601200 w 10460182"/>
                  <a:gd name="connsiteY55-2704" fmla="*/ 3505200 h 10487891"/>
                  <a:gd name="connsiteX56-2705" fmla="*/ 9601200 w 10460182"/>
                  <a:gd name="connsiteY56-2706" fmla="*/ 3796146 h 10487891"/>
                  <a:gd name="connsiteX57-2707" fmla="*/ 9365672 w 10460182"/>
                  <a:gd name="connsiteY57-2708" fmla="*/ 3990109 h 10487891"/>
                  <a:gd name="connsiteX58-2709" fmla="*/ 9310254 w 10460182"/>
                  <a:gd name="connsiteY58-2710" fmla="*/ 4156364 h 10487891"/>
                  <a:gd name="connsiteX59-2711" fmla="*/ 9199418 w 10460182"/>
                  <a:gd name="connsiteY59-2712" fmla="*/ 4364182 h 10487891"/>
                  <a:gd name="connsiteX60-2713" fmla="*/ 9268691 w 10460182"/>
                  <a:gd name="connsiteY60-2714" fmla="*/ 4530437 h 10487891"/>
                  <a:gd name="connsiteX61-2715" fmla="*/ 9337963 w 10460182"/>
                  <a:gd name="connsiteY61-2716" fmla="*/ 4738255 h 10487891"/>
                  <a:gd name="connsiteX62-2717" fmla="*/ 9421091 w 10460182"/>
                  <a:gd name="connsiteY62-2718" fmla="*/ 4987637 h 10487891"/>
                  <a:gd name="connsiteX63-2719" fmla="*/ 9434945 w 10460182"/>
                  <a:gd name="connsiteY63-2720" fmla="*/ 5292437 h 10487891"/>
                  <a:gd name="connsiteX64-2721" fmla="*/ 9462654 w 10460182"/>
                  <a:gd name="connsiteY64-2722" fmla="*/ 5694218 h 10487891"/>
                  <a:gd name="connsiteX65-2723" fmla="*/ 9587345 w 10460182"/>
                  <a:gd name="connsiteY65-2724" fmla="*/ 6054437 h 10487891"/>
                  <a:gd name="connsiteX66-2725" fmla="*/ 9545782 w 10460182"/>
                  <a:gd name="connsiteY66-2726" fmla="*/ 6456218 h 10487891"/>
                  <a:gd name="connsiteX67-2727" fmla="*/ 9933709 w 10460182"/>
                  <a:gd name="connsiteY67-2728" fmla="*/ 6941127 h 10487891"/>
                  <a:gd name="connsiteX68-2729" fmla="*/ 10113818 w 10460182"/>
                  <a:gd name="connsiteY68-2730" fmla="*/ 7287491 h 10487891"/>
                  <a:gd name="connsiteX69-2731" fmla="*/ 10252363 w 10460182"/>
                  <a:gd name="connsiteY69-2732" fmla="*/ 7620000 h 10487891"/>
                  <a:gd name="connsiteX70-2733" fmla="*/ 9670472 w 10460182"/>
                  <a:gd name="connsiteY70-2734" fmla="*/ 7620000 h 10487891"/>
                  <a:gd name="connsiteX71-2735" fmla="*/ 9337963 w 10460182"/>
                  <a:gd name="connsiteY71-2736" fmla="*/ 7730837 h 10487891"/>
                  <a:gd name="connsiteX72-2737" fmla="*/ 9102436 w 10460182"/>
                  <a:gd name="connsiteY72-2738" fmla="*/ 7869382 h 10487891"/>
                  <a:gd name="connsiteX73-2739" fmla="*/ 9019309 w 10460182"/>
                  <a:gd name="connsiteY73-2740" fmla="*/ 8077200 h 10487891"/>
                  <a:gd name="connsiteX74-2741" fmla="*/ 8936182 w 10460182"/>
                  <a:gd name="connsiteY74-2742" fmla="*/ 8174182 h 10487891"/>
                  <a:gd name="connsiteX75-2743" fmla="*/ 8991600 w 10460182"/>
                  <a:gd name="connsiteY75-2744" fmla="*/ 8603673 h 10487891"/>
                  <a:gd name="connsiteX76-2745" fmla="*/ 8963891 w 10460182"/>
                  <a:gd name="connsiteY76-2746" fmla="*/ 8811491 h 10487891"/>
                  <a:gd name="connsiteX77-2747" fmla="*/ 8991600 w 10460182"/>
                  <a:gd name="connsiteY77-2748" fmla="*/ 9047018 h 10487891"/>
                  <a:gd name="connsiteX78-2749" fmla="*/ 8894618 w 10460182"/>
                  <a:gd name="connsiteY78-2750" fmla="*/ 9351818 h 10487891"/>
                  <a:gd name="connsiteX79-2751" fmla="*/ 8922327 w 10460182"/>
                  <a:gd name="connsiteY79-2752" fmla="*/ 9615055 h 10487891"/>
                  <a:gd name="connsiteX80-2753" fmla="*/ 9144000 w 10460182"/>
                  <a:gd name="connsiteY80-2754" fmla="*/ 9781309 h 10487891"/>
                  <a:gd name="connsiteX81-2755" fmla="*/ 9337963 w 10460182"/>
                  <a:gd name="connsiteY81-2756" fmla="*/ 9947564 h 10487891"/>
                  <a:gd name="connsiteX82-2757" fmla="*/ 9504218 w 10460182"/>
                  <a:gd name="connsiteY82-2758" fmla="*/ 9850582 h 10487891"/>
                  <a:gd name="connsiteX83-2759" fmla="*/ 9615054 w 10460182"/>
                  <a:gd name="connsiteY83-2760" fmla="*/ 9767455 h 10487891"/>
                  <a:gd name="connsiteX84-2761" fmla="*/ 9698182 w 10460182"/>
                  <a:gd name="connsiteY84-2762" fmla="*/ 9795164 h 10487891"/>
                  <a:gd name="connsiteX85-2763" fmla="*/ 9684327 w 10460182"/>
                  <a:gd name="connsiteY85-2764" fmla="*/ 10335491 h 10487891"/>
                  <a:gd name="connsiteX86-2765" fmla="*/ 9490363 w 10460182"/>
                  <a:gd name="connsiteY86-2766" fmla="*/ 10487891 h 10487891"/>
                  <a:gd name="connsiteX87-2767" fmla="*/ 9310254 w 10460182"/>
                  <a:gd name="connsiteY87-2768" fmla="*/ 10474037 h 10487891"/>
                  <a:gd name="connsiteX88-2769" fmla="*/ 9227127 w 10460182"/>
                  <a:gd name="connsiteY88-2770" fmla="*/ 10321637 h 10487891"/>
                  <a:gd name="connsiteX89-2771" fmla="*/ 9033163 w 10460182"/>
                  <a:gd name="connsiteY89-2772" fmla="*/ 10072255 h 10487891"/>
                  <a:gd name="connsiteX90-2773" fmla="*/ 8825345 w 10460182"/>
                  <a:gd name="connsiteY90-2774" fmla="*/ 9892146 h 10487891"/>
                  <a:gd name="connsiteX91-2775" fmla="*/ 8534400 w 10460182"/>
                  <a:gd name="connsiteY91-2776" fmla="*/ 9781309 h 10487891"/>
                  <a:gd name="connsiteX92-2777" fmla="*/ 8423563 w 10460182"/>
                  <a:gd name="connsiteY92-2778" fmla="*/ 9725891 h 10487891"/>
                  <a:gd name="connsiteX93-2779" fmla="*/ 8285018 w 10460182"/>
                  <a:gd name="connsiteY93-2780" fmla="*/ 9559637 h 10487891"/>
                  <a:gd name="connsiteX94-2781" fmla="*/ 8257309 w 10460182"/>
                  <a:gd name="connsiteY94-2782" fmla="*/ 9421091 h 10487891"/>
                  <a:gd name="connsiteX95-2783" fmla="*/ 8146472 w 10460182"/>
                  <a:gd name="connsiteY95-2784" fmla="*/ 9434946 h 10487891"/>
                  <a:gd name="connsiteX96-2785" fmla="*/ 8091054 w 10460182"/>
                  <a:gd name="connsiteY96-2786" fmla="*/ 9656618 h 10487891"/>
                  <a:gd name="connsiteX97-2787" fmla="*/ 7744691 w 10460182"/>
                  <a:gd name="connsiteY97-2788" fmla="*/ 9559637 h 10487891"/>
                  <a:gd name="connsiteX98-2789" fmla="*/ 7536872 w 10460182"/>
                  <a:gd name="connsiteY98-2790" fmla="*/ 9573491 h 10487891"/>
                  <a:gd name="connsiteX99-2791" fmla="*/ 7481454 w 10460182"/>
                  <a:gd name="connsiteY99-2792" fmla="*/ 9504218 h 10487891"/>
                  <a:gd name="connsiteX100-2793" fmla="*/ 7439891 w 10460182"/>
                  <a:gd name="connsiteY100-2794" fmla="*/ 9240982 h 10487891"/>
                  <a:gd name="connsiteX101-2795" fmla="*/ 7356763 w 10460182"/>
                  <a:gd name="connsiteY101-2796" fmla="*/ 9434946 h 10487891"/>
                  <a:gd name="connsiteX102-2797" fmla="*/ 7287491 w 10460182"/>
                  <a:gd name="connsiteY102-2798" fmla="*/ 9421091 h 10487891"/>
                  <a:gd name="connsiteX103-2799" fmla="*/ 7232072 w 10460182"/>
                  <a:gd name="connsiteY103-2800" fmla="*/ 9185564 h 10487891"/>
                  <a:gd name="connsiteX104-2801" fmla="*/ 6954982 w 10460182"/>
                  <a:gd name="connsiteY104-2802" fmla="*/ 9268691 h 10487891"/>
                  <a:gd name="connsiteX105-2803" fmla="*/ 6705600 w 10460182"/>
                  <a:gd name="connsiteY105-2804" fmla="*/ 9310255 h 10487891"/>
                  <a:gd name="connsiteX106-2805" fmla="*/ 6705600 w 10460182"/>
                  <a:gd name="connsiteY106-2806" fmla="*/ 9116291 h 10487891"/>
                  <a:gd name="connsiteX107-2807" fmla="*/ 6511636 w 10460182"/>
                  <a:gd name="connsiteY107-2808" fmla="*/ 9033164 h 10487891"/>
                  <a:gd name="connsiteX108-2809" fmla="*/ 6428509 w 10460182"/>
                  <a:gd name="connsiteY108-2810" fmla="*/ 9033164 h 10487891"/>
                  <a:gd name="connsiteX109-2811" fmla="*/ 6289963 w 10460182"/>
                  <a:gd name="connsiteY109-2812" fmla="*/ 9074727 h 10487891"/>
                  <a:gd name="connsiteX110-2813" fmla="*/ 6234545 w 10460182"/>
                  <a:gd name="connsiteY110-2814" fmla="*/ 9047018 h 10487891"/>
                  <a:gd name="connsiteX111-2815" fmla="*/ 5971309 w 10460182"/>
                  <a:gd name="connsiteY111-2816" fmla="*/ 9116291 h 10487891"/>
                  <a:gd name="connsiteX112-2817" fmla="*/ 5749636 w 10460182"/>
                  <a:gd name="connsiteY112-2818" fmla="*/ 9130146 h 10487891"/>
                  <a:gd name="connsiteX113-2819" fmla="*/ 5638800 w 10460182"/>
                  <a:gd name="connsiteY113-2820" fmla="*/ 9130146 h 10487891"/>
                  <a:gd name="connsiteX114-2821" fmla="*/ 5527963 w 10460182"/>
                  <a:gd name="connsiteY114-2822" fmla="*/ 9130146 h 10487891"/>
                  <a:gd name="connsiteX115-2823" fmla="*/ 5541818 w 10460182"/>
                  <a:gd name="connsiteY115-2824" fmla="*/ 8950037 h 10487891"/>
                  <a:gd name="connsiteX116-2825" fmla="*/ 5541818 w 10460182"/>
                  <a:gd name="connsiteY116-2826" fmla="*/ 8672946 h 10487891"/>
                  <a:gd name="connsiteX117-2827" fmla="*/ 5361709 w 10460182"/>
                  <a:gd name="connsiteY117-2828" fmla="*/ 8340437 h 10487891"/>
                  <a:gd name="connsiteX118-2829" fmla="*/ 5230324 w 10460182"/>
                  <a:gd name="connsiteY118-2830" fmla="*/ 8161885 h 10487891"/>
                  <a:gd name="connsiteX119-2831" fmla="*/ 5317031 w 10460182"/>
                  <a:gd name="connsiteY119-2832" fmla="*/ 7689273 h 10487891"/>
                  <a:gd name="connsiteX120-2833" fmla="*/ 5201059 w 10460182"/>
                  <a:gd name="connsiteY120-2834" fmla="*/ 7399417 h 10487891"/>
                  <a:gd name="connsiteX121-2835" fmla="*/ 5250872 w 10460182"/>
                  <a:gd name="connsiteY121-2836" fmla="*/ 7148946 h 10487891"/>
                  <a:gd name="connsiteX122-2837" fmla="*/ 5245735 w 10460182"/>
                  <a:gd name="connsiteY122-2838" fmla="*/ 7097730 h 10487891"/>
                  <a:gd name="connsiteX123-2839" fmla="*/ 4577603 w 10460182"/>
                  <a:gd name="connsiteY123-2840" fmla="*/ 7093061 h 10487891"/>
                  <a:gd name="connsiteX124-2841" fmla="*/ 4528412 w 10460182"/>
                  <a:gd name="connsiteY124-2842" fmla="*/ 6919645 h 10487891"/>
                  <a:gd name="connsiteX125-2843" fmla="*/ 4038834 w 10460182"/>
                  <a:gd name="connsiteY125-2844" fmla="*/ 6895517 h 10487891"/>
                  <a:gd name="connsiteX126-2845" fmla="*/ 3976254 w 10460182"/>
                  <a:gd name="connsiteY126-2846" fmla="*/ 7148946 h 10487891"/>
                  <a:gd name="connsiteX127-2847" fmla="*/ 3932667 w 10460182"/>
                  <a:gd name="connsiteY127-2848" fmla="*/ 7360344 h 10487891"/>
                  <a:gd name="connsiteX128-2849" fmla="*/ 3910095 w 10460182"/>
                  <a:gd name="connsiteY128-2850" fmla="*/ 7482545 h 10487891"/>
                  <a:gd name="connsiteX129-2851" fmla="*/ 3559528 w 10460182"/>
                  <a:gd name="connsiteY129-2852" fmla="*/ 7476941 h 10487891"/>
                  <a:gd name="connsiteX130-2853" fmla="*/ 3311236 w 10460182"/>
                  <a:gd name="connsiteY130-2854" fmla="*/ 7481455 h 10487891"/>
                  <a:gd name="connsiteX131-2855" fmla="*/ 2895600 w 10460182"/>
                  <a:gd name="connsiteY131-2856" fmla="*/ 7467600 h 10487891"/>
                  <a:gd name="connsiteX132-2857" fmla="*/ 2784763 w 10460182"/>
                  <a:gd name="connsiteY132-2858" fmla="*/ 7218218 h 10487891"/>
                  <a:gd name="connsiteX133-2859" fmla="*/ 2604654 w 10460182"/>
                  <a:gd name="connsiteY133-2860" fmla="*/ 6941127 h 10487891"/>
                  <a:gd name="connsiteX134-2861" fmla="*/ 2410691 w 10460182"/>
                  <a:gd name="connsiteY134-2862" fmla="*/ 6442364 h 10487891"/>
                  <a:gd name="connsiteX135-2863" fmla="*/ 2327563 w 10460182"/>
                  <a:gd name="connsiteY135-2864" fmla="*/ 6303818 h 10487891"/>
                  <a:gd name="connsiteX136-2865" fmla="*/ 1662545 w 10460182"/>
                  <a:gd name="connsiteY136-2866" fmla="*/ 6276109 h 10487891"/>
                  <a:gd name="connsiteX137-2867" fmla="*/ 1233054 w 10460182"/>
                  <a:gd name="connsiteY137-2868" fmla="*/ 6276109 h 10487891"/>
                  <a:gd name="connsiteX138-2869" fmla="*/ 1136072 w 10460182"/>
                  <a:gd name="connsiteY138-2870" fmla="*/ 6331527 h 10487891"/>
                  <a:gd name="connsiteX139-2871" fmla="*/ 706582 w 10460182"/>
                  <a:gd name="connsiteY139-2872" fmla="*/ 6289964 h 10487891"/>
                  <a:gd name="connsiteX140-2873" fmla="*/ 318654 w 10460182"/>
                  <a:gd name="connsiteY140-2874" fmla="*/ 6317673 h 10487891"/>
                  <a:gd name="connsiteX141-2875" fmla="*/ 96982 w 10460182"/>
                  <a:gd name="connsiteY141-2876" fmla="*/ 6470073 h 10487891"/>
                  <a:gd name="connsiteX142-2877" fmla="*/ 0 w 10460182"/>
                  <a:gd name="connsiteY142-2878" fmla="*/ 6373091 h 10487891"/>
                  <a:gd name="connsiteX143-2879" fmla="*/ 83127 w 10460182"/>
                  <a:gd name="connsiteY143-2880" fmla="*/ 6317673 h 10487891"/>
                  <a:gd name="connsiteX0-2881" fmla="*/ 83127 w 10460182"/>
                  <a:gd name="connsiteY0-2882" fmla="*/ 6317673 h 10487891"/>
                  <a:gd name="connsiteX1-2883" fmla="*/ 96982 w 10460182"/>
                  <a:gd name="connsiteY1-2884" fmla="*/ 5874327 h 10487891"/>
                  <a:gd name="connsiteX2-2885" fmla="*/ 401782 w 10460182"/>
                  <a:gd name="connsiteY2-2886" fmla="*/ 5611091 h 10487891"/>
                  <a:gd name="connsiteX3-2887" fmla="*/ 651163 w 10460182"/>
                  <a:gd name="connsiteY3-2888" fmla="*/ 5749637 h 10487891"/>
                  <a:gd name="connsiteX4-2889" fmla="*/ 858982 w 10460182"/>
                  <a:gd name="connsiteY4-2890" fmla="*/ 5583382 h 10487891"/>
                  <a:gd name="connsiteX5-2891" fmla="*/ 997527 w 10460182"/>
                  <a:gd name="connsiteY5-2892" fmla="*/ 5430982 h 10487891"/>
                  <a:gd name="connsiteX6-2893" fmla="*/ 1080654 w 10460182"/>
                  <a:gd name="connsiteY6-2894" fmla="*/ 5514109 h 10487891"/>
                  <a:gd name="connsiteX7-2895" fmla="*/ 1191491 w 10460182"/>
                  <a:gd name="connsiteY7-2896" fmla="*/ 5791200 h 10487891"/>
                  <a:gd name="connsiteX8-2897" fmla="*/ 1510145 w 10460182"/>
                  <a:gd name="connsiteY8-2898" fmla="*/ 5624946 h 10487891"/>
                  <a:gd name="connsiteX9-2899" fmla="*/ 1731818 w 10460182"/>
                  <a:gd name="connsiteY9-2900" fmla="*/ 5375564 h 10487891"/>
                  <a:gd name="connsiteX10-2901" fmla="*/ 2022763 w 10460182"/>
                  <a:gd name="connsiteY10-2902" fmla="*/ 5140037 h 10487891"/>
                  <a:gd name="connsiteX11-2903" fmla="*/ 2119745 w 10460182"/>
                  <a:gd name="connsiteY11-2904" fmla="*/ 4710546 h 10487891"/>
                  <a:gd name="connsiteX12-2905" fmla="*/ 2133600 w 10460182"/>
                  <a:gd name="connsiteY12-2906" fmla="*/ 4308764 h 10487891"/>
                  <a:gd name="connsiteX13-2907" fmla="*/ 2355272 w 10460182"/>
                  <a:gd name="connsiteY13-2908" fmla="*/ 3934691 h 10487891"/>
                  <a:gd name="connsiteX14-2909" fmla="*/ 2715491 w 10460182"/>
                  <a:gd name="connsiteY14-2910" fmla="*/ 3532909 h 10487891"/>
                  <a:gd name="connsiteX15-2911" fmla="*/ 2978727 w 10460182"/>
                  <a:gd name="connsiteY15-2912" fmla="*/ 3338946 h 10487891"/>
                  <a:gd name="connsiteX16-2913" fmla="*/ 3006436 w 10460182"/>
                  <a:gd name="connsiteY16-2914" fmla="*/ 2895600 h 10487891"/>
                  <a:gd name="connsiteX17-2915" fmla="*/ 3075709 w 10460182"/>
                  <a:gd name="connsiteY17-2916" fmla="*/ 2604655 h 10487891"/>
                  <a:gd name="connsiteX18-2917" fmla="*/ 3075709 w 10460182"/>
                  <a:gd name="connsiteY18-2918" fmla="*/ 2396837 h 10487891"/>
                  <a:gd name="connsiteX19-2919" fmla="*/ 3214254 w 10460182"/>
                  <a:gd name="connsiteY19-2920" fmla="*/ 2064327 h 10487891"/>
                  <a:gd name="connsiteX20-2921" fmla="*/ 3214254 w 10460182"/>
                  <a:gd name="connsiteY20-2922" fmla="*/ 1773382 h 10487891"/>
                  <a:gd name="connsiteX21-2923" fmla="*/ 3532909 w 10460182"/>
                  <a:gd name="connsiteY21-2924" fmla="*/ 1205346 h 10487891"/>
                  <a:gd name="connsiteX22-2925" fmla="*/ 3463636 w 10460182"/>
                  <a:gd name="connsiteY22-2926" fmla="*/ 831273 h 10487891"/>
                  <a:gd name="connsiteX23-2927" fmla="*/ 3491345 w 10460182"/>
                  <a:gd name="connsiteY23-2928" fmla="*/ 623455 h 10487891"/>
                  <a:gd name="connsiteX24-2929" fmla="*/ 3823854 w 10460182"/>
                  <a:gd name="connsiteY24-2930" fmla="*/ 263237 h 10487891"/>
                  <a:gd name="connsiteX25-2931" fmla="*/ 4017818 w 10460182"/>
                  <a:gd name="connsiteY25-2932" fmla="*/ 138546 h 10487891"/>
                  <a:gd name="connsiteX26-2933" fmla="*/ 4433454 w 10460182"/>
                  <a:gd name="connsiteY26-2934" fmla="*/ 374073 h 10487891"/>
                  <a:gd name="connsiteX27-2935" fmla="*/ 4599709 w 10460182"/>
                  <a:gd name="connsiteY27-2936" fmla="*/ 568037 h 10487891"/>
                  <a:gd name="connsiteX28-2937" fmla="*/ 5070763 w 10460182"/>
                  <a:gd name="connsiteY28-2938" fmla="*/ 623455 h 10487891"/>
                  <a:gd name="connsiteX29-2939" fmla="*/ 5417127 w 10460182"/>
                  <a:gd name="connsiteY29-2940" fmla="*/ 637309 h 10487891"/>
                  <a:gd name="connsiteX30-2941" fmla="*/ 5680363 w 10460182"/>
                  <a:gd name="connsiteY30-2942" fmla="*/ 692727 h 10487891"/>
                  <a:gd name="connsiteX31-2943" fmla="*/ 5860472 w 10460182"/>
                  <a:gd name="connsiteY31-2944" fmla="*/ 360218 h 10487891"/>
                  <a:gd name="connsiteX32-2945" fmla="*/ 6123709 w 10460182"/>
                  <a:gd name="connsiteY32-2946" fmla="*/ 401782 h 10487891"/>
                  <a:gd name="connsiteX33-2947" fmla="*/ 6594763 w 10460182"/>
                  <a:gd name="connsiteY33-2948" fmla="*/ 263237 h 10487891"/>
                  <a:gd name="connsiteX34-2949" fmla="*/ 6761018 w 10460182"/>
                  <a:gd name="connsiteY34-2950" fmla="*/ 207818 h 10487891"/>
                  <a:gd name="connsiteX35-2951" fmla="*/ 7038109 w 10460182"/>
                  <a:gd name="connsiteY35-2952" fmla="*/ 277091 h 10487891"/>
                  <a:gd name="connsiteX36-2953" fmla="*/ 7232072 w 10460182"/>
                  <a:gd name="connsiteY36-2954" fmla="*/ 96982 h 10487891"/>
                  <a:gd name="connsiteX37-2955" fmla="*/ 7356763 w 10460182"/>
                  <a:gd name="connsiteY37-2956" fmla="*/ 0 h 10487891"/>
                  <a:gd name="connsiteX38-2957" fmla="*/ 7606145 w 10460182"/>
                  <a:gd name="connsiteY38-2958" fmla="*/ 83127 h 10487891"/>
                  <a:gd name="connsiteX39-2959" fmla="*/ 7910945 w 10460182"/>
                  <a:gd name="connsiteY39-2960" fmla="*/ 207818 h 10487891"/>
                  <a:gd name="connsiteX40-2961" fmla="*/ 8312727 w 10460182"/>
                  <a:gd name="connsiteY40-2962" fmla="*/ 138546 h 10487891"/>
                  <a:gd name="connsiteX41-2963" fmla="*/ 8672945 w 10460182"/>
                  <a:gd name="connsiteY41-2964" fmla="*/ 443346 h 10487891"/>
                  <a:gd name="connsiteX42-2965" fmla="*/ 8908472 w 10460182"/>
                  <a:gd name="connsiteY42-2966" fmla="*/ 623455 h 10487891"/>
                  <a:gd name="connsiteX43-2967" fmla="*/ 9088582 w 10460182"/>
                  <a:gd name="connsiteY43-2968" fmla="*/ 526473 h 10487891"/>
                  <a:gd name="connsiteX44-2969" fmla="*/ 9351818 w 10460182"/>
                  <a:gd name="connsiteY44-2970" fmla="*/ 471055 h 10487891"/>
                  <a:gd name="connsiteX45-2971" fmla="*/ 9518072 w 10460182"/>
                  <a:gd name="connsiteY45-2972" fmla="*/ 498764 h 10487891"/>
                  <a:gd name="connsiteX46-2973" fmla="*/ 9698182 w 10460182"/>
                  <a:gd name="connsiteY46-2974" fmla="*/ 526473 h 10487891"/>
                  <a:gd name="connsiteX47-2975" fmla="*/ 10002982 w 10460182"/>
                  <a:gd name="connsiteY47-2976" fmla="*/ 872837 h 10487891"/>
                  <a:gd name="connsiteX48-2977" fmla="*/ 10238509 w 10460182"/>
                  <a:gd name="connsiteY48-2978" fmla="*/ 1066800 h 10487891"/>
                  <a:gd name="connsiteX49-2979" fmla="*/ 10224654 w 10460182"/>
                  <a:gd name="connsiteY49-2980" fmla="*/ 1330037 h 10487891"/>
                  <a:gd name="connsiteX50-2981" fmla="*/ 10238509 w 10460182"/>
                  <a:gd name="connsiteY50-2982" fmla="*/ 1524000 h 10487891"/>
                  <a:gd name="connsiteX51-2983" fmla="*/ 10280072 w 10460182"/>
                  <a:gd name="connsiteY51-2984" fmla="*/ 1648691 h 10487891"/>
                  <a:gd name="connsiteX52-2985" fmla="*/ 10460182 w 10460182"/>
                  <a:gd name="connsiteY52-2986" fmla="*/ 1884218 h 10487891"/>
                  <a:gd name="connsiteX53-2987" fmla="*/ 10099963 w 10460182"/>
                  <a:gd name="connsiteY53-2988" fmla="*/ 2341418 h 10487891"/>
                  <a:gd name="connsiteX54-2989" fmla="*/ 9781309 w 10460182"/>
                  <a:gd name="connsiteY54-2990" fmla="*/ 2576946 h 10487891"/>
                  <a:gd name="connsiteX55-2991" fmla="*/ 9601200 w 10460182"/>
                  <a:gd name="connsiteY55-2992" fmla="*/ 3505200 h 10487891"/>
                  <a:gd name="connsiteX56-2993" fmla="*/ 9601200 w 10460182"/>
                  <a:gd name="connsiteY56-2994" fmla="*/ 3796146 h 10487891"/>
                  <a:gd name="connsiteX57-2995" fmla="*/ 9365672 w 10460182"/>
                  <a:gd name="connsiteY57-2996" fmla="*/ 3990109 h 10487891"/>
                  <a:gd name="connsiteX58-2997" fmla="*/ 9310254 w 10460182"/>
                  <a:gd name="connsiteY58-2998" fmla="*/ 4156364 h 10487891"/>
                  <a:gd name="connsiteX59-2999" fmla="*/ 9199418 w 10460182"/>
                  <a:gd name="connsiteY59-3000" fmla="*/ 4364182 h 10487891"/>
                  <a:gd name="connsiteX60-3001" fmla="*/ 9268691 w 10460182"/>
                  <a:gd name="connsiteY60-3002" fmla="*/ 4530437 h 10487891"/>
                  <a:gd name="connsiteX61-3003" fmla="*/ 9337963 w 10460182"/>
                  <a:gd name="connsiteY61-3004" fmla="*/ 4738255 h 10487891"/>
                  <a:gd name="connsiteX62-3005" fmla="*/ 9421091 w 10460182"/>
                  <a:gd name="connsiteY62-3006" fmla="*/ 4987637 h 10487891"/>
                  <a:gd name="connsiteX63-3007" fmla="*/ 9434945 w 10460182"/>
                  <a:gd name="connsiteY63-3008" fmla="*/ 5292437 h 10487891"/>
                  <a:gd name="connsiteX64-3009" fmla="*/ 9462654 w 10460182"/>
                  <a:gd name="connsiteY64-3010" fmla="*/ 5694218 h 10487891"/>
                  <a:gd name="connsiteX65-3011" fmla="*/ 9587345 w 10460182"/>
                  <a:gd name="connsiteY65-3012" fmla="*/ 6054437 h 10487891"/>
                  <a:gd name="connsiteX66-3013" fmla="*/ 9545782 w 10460182"/>
                  <a:gd name="connsiteY66-3014" fmla="*/ 6456218 h 10487891"/>
                  <a:gd name="connsiteX67-3015" fmla="*/ 9933709 w 10460182"/>
                  <a:gd name="connsiteY67-3016" fmla="*/ 6941127 h 10487891"/>
                  <a:gd name="connsiteX68-3017" fmla="*/ 10113818 w 10460182"/>
                  <a:gd name="connsiteY68-3018" fmla="*/ 7287491 h 10487891"/>
                  <a:gd name="connsiteX69-3019" fmla="*/ 10252363 w 10460182"/>
                  <a:gd name="connsiteY69-3020" fmla="*/ 7620000 h 10487891"/>
                  <a:gd name="connsiteX70-3021" fmla="*/ 9670472 w 10460182"/>
                  <a:gd name="connsiteY70-3022" fmla="*/ 7620000 h 10487891"/>
                  <a:gd name="connsiteX71-3023" fmla="*/ 9337963 w 10460182"/>
                  <a:gd name="connsiteY71-3024" fmla="*/ 7730837 h 10487891"/>
                  <a:gd name="connsiteX72-3025" fmla="*/ 9102436 w 10460182"/>
                  <a:gd name="connsiteY72-3026" fmla="*/ 7869382 h 10487891"/>
                  <a:gd name="connsiteX73-3027" fmla="*/ 9019309 w 10460182"/>
                  <a:gd name="connsiteY73-3028" fmla="*/ 8077200 h 10487891"/>
                  <a:gd name="connsiteX74-3029" fmla="*/ 8936182 w 10460182"/>
                  <a:gd name="connsiteY74-3030" fmla="*/ 8174182 h 10487891"/>
                  <a:gd name="connsiteX75-3031" fmla="*/ 8991600 w 10460182"/>
                  <a:gd name="connsiteY75-3032" fmla="*/ 8603673 h 10487891"/>
                  <a:gd name="connsiteX76-3033" fmla="*/ 8963891 w 10460182"/>
                  <a:gd name="connsiteY76-3034" fmla="*/ 8811491 h 10487891"/>
                  <a:gd name="connsiteX77-3035" fmla="*/ 8991600 w 10460182"/>
                  <a:gd name="connsiteY77-3036" fmla="*/ 9047018 h 10487891"/>
                  <a:gd name="connsiteX78-3037" fmla="*/ 8894618 w 10460182"/>
                  <a:gd name="connsiteY78-3038" fmla="*/ 9351818 h 10487891"/>
                  <a:gd name="connsiteX79-3039" fmla="*/ 8922327 w 10460182"/>
                  <a:gd name="connsiteY79-3040" fmla="*/ 9615055 h 10487891"/>
                  <a:gd name="connsiteX80-3041" fmla="*/ 9144000 w 10460182"/>
                  <a:gd name="connsiteY80-3042" fmla="*/ 9781309 h 10487891"/>
                  <a:gd name="connsiteX81-3043" fmla="*/ 9337963 w 10460182"/>
                  <a:gd name="connsiteY81-3044" fmla="*/ 9947564 h 10487891"/>
                  <a:gd name="connsiteX82-3045" fmla="*/ 9504218 w 10460182"/>
                  <a:gd name="connsiteY82-3046" fmla="*/ 9850582 h 10487891"/>
                  <a:gd name="connsiteX83-3047" fmla="*/ 9615054 w 10460182"/>
                  <a:gd name="connsiteY83-3048" fmla="*/ 9767455 h 10487891"/>
                  <a:gd name="connsiteX84-3049" fmla="*/ 9698182 w 10460182"/>
                  <a:gd name="connsiteY84-3050" fmla="*/ 9795164 h 10487891"/>
                  <a:gd name="connsiteX85-3051" fmla="*/ 9684327 w 10460182"/>
                  <a:gd name="connsiteY85-3052" fmla="*/ 10335491 h 10487891"/>
                  <a:gd name="connsiteX86-3053" fmla="*/ 9490363 w 10460182"/>
                  <a:gd name="connsiteY86-3054" fmla="*/ 10487891 h 10487891"/>
                  <a:gd name="connsiteX87-3055" fmla="*/ 9310254 w 10460182"/>
                  <a:gd name="connsiteY87-3056" fmla="*/ 10474037 h 10487891"/>
                  <a:gd name="connsiteX88-3057" fmla="*/ 9227127 w 10460182"/>
                  <a:gd name="connsiteY88-3058" fmla="*/ 10321637 h 10487891"/>
                  <a:gd name="connsiteX89-3059" fmla="*/ 9033163 w 10460182"/>
                  <a:gd name="connsiteY89-3060" fmla="*/ 10072255 h 10487891"/>
                  <a:gd name="connsiteX90-3061" fmla="*/ 8825345 w 10460182"/>
                  <a:gd name="connsiteY90-3062" fmla="*/ 9892146 h 10487891"/>
                  <a:gd name="connsiteX91-3063" fmla="*/ 8534400 w 10460182"/>
                  <a:gd name="connsiteY91-3064" fmla="*/ 9781309 h 10487891"/>
                  <a:gd name="connsiteX92-3065" fmla="*/ 8423563 w 10460182"/>
                  <a:gd name="connsiteY92-3066" fmla="*/ 9725891 h 10487891"/>
                  <a:gd name="connsiteX93-3067" fmla="*/ 8285018 w 10460182"/>
                  <a:gd name="connsiteY93-3068" fmla="*/ 9559637 h 10487891"/>
                  <a:gd name="connsiteX94-3069" fmla="*/ 8257309 w 10460182"/>
                  <a:gd name="connsiteY94-3070" fmla="*/ 9421091 h 10487891"/>
                  <a:gd name="connsiteX95-3071" fmla="*/ 8146472 w 10460182"/>
                  <a:gd name="connsiteY95-3072" fmla="*/ 9434946 h 10487891"/>
                  <a:gd name="connsiteX96-3073" fmla="*/ 8091054 w 10460182"/>
                  <a:gd name="connsiteY96-3074" fmla="*/ 9656618 h 10487891"/>
                  <a:gd name="connsiteX97-3075" fmla="*/ 7744691 w 10460182"/>
                  <a:gd name="connsiteY97-3076" fmla="*/ 9559637 h 10487891"/>
                  <a:gd name="connsiteX98-3077" fmla="*/ 7536872 w 10460182"/>
                  <a:gd name="connsiteY98-3078" fmla="*/ 9573491 h 10487891"/>
                  <a:gd name="connsiteX99-3079" fmla="*/ 7481454 w 10460182"/>
                  <a:gd name="connsiteY99-3080" fmla="*/ 9504218 h 10487891"/>
                  <a:gd name="connsiteX100-3081" fmla="*/ 7439891 w 10460182"/>
                  <a:gd name="connsiteY100-3082" fmla="*/ 9240982 h 10487891"/>
                  <a:gd name="connsiteX101-3083" fmla="*/ 7356763 w 10460182"/>
                  <a:gd name="connsiteY101-3084" fmla="*/ 9434946 h 10487891"/>
                  <a:gd name="connsiteX102-3085" fmla="*/ 7287491 w 10460182"/>
                  <a:gd name="connsiteY102-3086" fmla="*/ 9421091 h 10487891"/>
                  <a:gd name="connsiteX103-3087" fmla="*/ 7232072 w 10460182"/>
                  <a:gd name="connsiteY103-3088" fmla="*/ 9185564 h 10487891"/>
                  <a:gd name="connsiteX104-3089" fmla="*/ 6954982 w 10460182"/>
                  <a:gd name="connsiteY104-3090" fmla="*/ 9268691 h 10487891"/>
                  <a:gd name="connsiteX105-3091" fmla="*/ 6705600 w 10460182"/>
                  <a:gd name="connsiteY105-3092" fmla="*/ 9310255 h 10487891"/>
                  <a:gd name="connsiteX106-3093" fmla="*/ 6705600 w 10460182"/>
                  <a:gd name="connsiteY106-3094" fmla="*/ 9116291 h 10487891"/>
                  <a:gd name="connsiteX107-3095" fmla="*/ 6511636 w 10460182"/>
                  <a:gd name="connsiteY107-3096" fmla="*/ 9033164 h 10487891"/>
                  <a:gd name="connsiteX108-3097" fmla="*/ 6428509 w 10460182"/>
                  <a:gd name="connsiteY108-3098" fmla="*/ 9033164 h 10487891"/>
                  <a:gd name="connsiteX109-3099" fmla="*/ 6289963 w 10460182"/>
                  <a:gd name="connsiteY109-3100" fmla="*/ 9074727 h 10487891"/>
                  <a:gd name="connsiteX110-3101" fmla="*/ 6234545 w 10460182"/>
                  <a:gd name="connsiteY110-3102" fmla="*/ 9047018 h 10487891"/>
                  <a:gd name="connsiteX111-3103" fmla="*/ 5971309 w 10460182"/>
                  <a:gd name="connsiteY111-3104" fmla="*/ 9116291 h 10487891"/>
                  <a:gd name="connsiteX112-3105" fmla="*/ 5749636 w 10460182"/>
                  <a:gd name="connsiteY112-3106" fmla="*/ 9130146 h 10487891"/>
                  <a:gd name="connsiteX113-3107" fmla="*/ 5638800 w 10460182"/>
                  <a:gd name="connsiteY113-3108" fmla="*/ 9130146 h 10487891"/>
                  <a:gd name="connsiteX114-3109" fmla="*/ 5527963 w 10460182"/>
                  <a:gd name="connsiteY114-3110" fmla="*/ 9130146 h 10487891"/>
                  <a:gd name="connsiteX115-3111" fmla="*/ 5541818 w 10460182"/>
                  <a:gd name="connsiteY115-3112" fmla="*/ 8950037 h 10487891"/>
                  <a:gd name="connsiteX116-3113" fmla="*/ 5541818 w 10460182"/>
                  <a:gd name="connsiteY116-3114" fmla="*/ 8672946 h 10487891"/>
                  <a:gd name="connsiteX117-3115" fmla="*/ 5325750 w 10460182"/>
                  <a:gd name="connsiteY117-3116" fmla="*/ 8468864 h 10487891"/>
                  <a:gd name="connsiteX118-3117" fmla="*/ 5230324 w 10460182"/>
                  <a:gd name="connsiteY118-3118" fmla="*/ 8161885 h 10487891"/>
                  <a:gd name="connsiteX119-3119" fmla="*/ 5317031 w 10460182"/>
                  <a:gd name="connsiteY119-3120" fmla="*/ 7689273 h 10487891"/>
                  <a:gd name="connsiteX120-3121" fmla="*/ 5201059 w 10460182"/>
                  <a:gd name="connsiteY120-3122" fmla="*/ 7399417 h 10487891"/>
                  <a:gd name="connsiteX121-3123" fmla="*/ 5250872 w 10460182"/>
                  <a:gd name="connsiteY121-3124" fmla="*/ 7148946 h 10487891"/>
                  <a:gd name="connsiteX122-3125" fmla="*/ 5245735 w 10460182"/>
                  <a:gd name="connsiteY122-3126" fmla="*/ 7097730 h 10487891"/>
                  <a:gd name="connsiteX123-3127" fmla="*/ 4577603 w 10460182"/>
                  <a:gd name="connsiteY123-3128" fmla="*/ 7093061 h 10487891"/>
                  <a:gd name="connsiteX124-3129" fmla="*/ 4528412 w 10460182"/>
                  <a:gd name="connsiteY124-3130" fmla="*/ 6919645 h 10487891"/>
                  <a:gd name="connsiteX125-3131" fmla="*/ 4038834 w 10460182"/>
                  <a:gd name="connsiteY125-3132" fmla="*/ 6895517 h 10487891"/>
                  <a:gd name="connsiteX126-3133" fmla="*/ 3976254 w 10460182"/>
                  <a:gd name="connsiteY126-3134" fmla="*/ 7148946 h 10487891"/>
                  <a:gd name="connsiteX127-3135" fmla="*/ 3932667 w 10460182"/>
                  <a:gd name="connsiteY127-3136" fmla="*/ 7360344 h 10487891"/>
                  <a:gd name="connsiteX128-3137" fmla="*/ 3910095 w 10460182"/>
                  <a:gd name="connsiteY128-3138" fmla="*/ 7482545 h 10487891"/>
                  <a:gd name="connsiteX129-3139" fmla="*/ 3559528 w 10460182"/>
                  <a:gd name="connsiteY129-3140" fmla="*/ 7476941 h 10487891"/>
                  <a:gd name="connsiteX130-3141" fmla="*/ 3311236 w 10460182"/>
                  <a:gd name="connsiteY130-3142" fmla="*/ 7481455 h 10487891"/>
                  <a:gd name="connsiteX131-3143" fmla="*/ 2895600 w 10460182"/>
                  <a:gd name="connsiteY131-3144" fmla="*/ 7467600 h 10487891"/>
                  <a:gd name="connsiteX132-3145" fmla="*/ 2784763 w 10460182"/>
                  <a:gd name="connsiteY132-3146" fmla="*/ 7218218 h 10487891"/>
                  <a:gd name="connsiteX133-3147" fmla="*/ 2604654 w 10460182"/>
                  <a:gd name="connsiteY133-3148" fmla="*/ 6941127 h 10487891"/>
                  <a:gd name="connsiteX134-3149" fmla="*/ 2410691 w 10460182"/>
                  <a:gd name="connsiteY134-3150" fmla="*/ 6442364 h 10487891"/>
                  <a:gd name="connsiteX135-3151" fmla="*/ 2327563 w 10460182"/>
                  <a:gd name="connsiteY135-3152" fmla="*/ 6303818 h 10487891"/>
                  <a:gd name="connsiteX136-3153" fmla="*/ 1662545 w 10460182"/>
                  <a:gd name="connsiteY136-3154" fmla="*/ 6276109 h 10487891"/>
                  <a:gd name="connsiteX137-3155" fmla="*/ 1233054 w 10460182"/>
                  <a:gd name="connsiteY137-3156" fmla="*/ 6276109 h 10487891"/>
                  <a:gd name="connsiteX138-3157" fmla="*/ 1136072 w 10460182"/>
                  <a:gd name="connsiteY138-3158" fmla="*/ 6331527 h 10487891"/>
                  <a:gd name="connsiteX139-3159" fmla="*/ 706582 w 10460182"/>
                  <a:gd name="connsiteY139-3160" fmla="*/ 6289964 h 10487891"/>
                  <a:gd name="connsiteX140-3161" fmla="*/ 318654 w 10460182"/>
                  <a:gd name="connsiteY140-3162" fmla="*/ 6317673 h 10487891"/>
                  <a:gd name="connsiteX141-3163" fmla="*/ 96982 w 10460182"/>
                  <a:gd name="connsiteY141-3164" fmla="*/ 6470073 h 10487891"/>
                  <a:gd name="connsiteX142-3165" fmla="*/ 0 w 10460182"/>
                  <a:gd name="connsiteY142-3166" fmla="*/ 6373091 h 10487891"/>
                  <a:gd name="connsiteX143-3167" fmla="*/ 83127 w 10460182"/>
                  <a:gd name="connsiteY143-3168" fmla="*/ 6317673 h 10487891"/>
                  <a:gd name="connsiteX0-3169" fmla="*/ 83127 w 10460182"/>
                  <a:gd name="connsiteY0-3170" fmla="*/ 6317673 h 10487891"/>
                  <a:gd name="connsiteX1-3171" fmla="*/ 96982 w 10460182"/>
                  <a:gd name="connsiteY1-3172" fmla="*/ 5874327 h 10487891"/>
                  <a:gd name="connsiteX2-3173" fmla="*/ 401782 w 10460182"/>
                  <a:gd name="connsiteY2-3174" fmla="*/ 5611091 h 10487891"/>
                  <a:gd name="connsiteX3-3175" fmla="*/ 651163 w 10460182"/>
                  <a:gd name="connsiteY3-3176" fmla="*/ 5749637 h 10487891"/>
                  <a:gd name="connsiteX4-3177" fmla="*/ 858982 w 10460182"/>
                  <a:gd name="connsiteY4-3178" fmla="*/ 5583382 h 10487891"/>
                  <a:gd name="connsiteX5-3179" fmla="*/ 997527 w 10460182"/>
                  <a:gd name="connsiteY5-3180" fmla="*/ 5430982 h 10487891"/>
                  <a:gd name="connsiteX6-3181" fmla="*/ 1080654 w 10460182"/>
                  <a:gd name="connsiteY6-3182" fmla="*/ 5514109 h 10487891"/>
                  <a:gd name="connsiteX7-3183" fmla="*/ 1191491 w 10460182"/>
                  <a:gd name="connsiteY7-3184" fmla="*/ 5791200 h 10487891"/>
                  <a:gd name="connsiteX8-3185" fmla="*/ 1510145 w 10460182"/>
                  <a:gd name="connsiteY8-3186" fmla="*/ 5624946 h 10487891"/>
                  <a:gd name="connsiteX9-3187" fmla="*/ 1731818 w 10460182"/>
                  <a:gd name="connsiteY9-3188" fmla="*/ 5375564 h 10487891"/>
                  <a:gd name="connsiteX10-3189" fmla="*/ 2022763 w 10460182"/>
                  <a:gd name="connsiteY10-3190" fmla="*/ 5140037 h 10487891"/>
                  <a:gd name="connsiteX11-3191" fmla="*/ 2119745 w 10460182"/>
                  <a:gd name="connsiteY11-3192" fmla="*/ 4710546 h 10487891"/>
                  <a:gd name="connsiteX12-3193" fmla="*/ 2133600 w 10460182"/>
                  <a:gd name="connsiteY12-3194" fmla="*/ 4308764 h 10487891"/>
                  <a:gd name="connsiteX13-3195" fmla="*/ 2355272 w 10460182"/>
                  <a:gd name="connsiteY13-3196" fmla="*/ 3934691 h 10487891"/>
                  <a:gd name="connsiteX14-3197" fmla="*/ 2715491 w 10460182"/>
                  <a:gd name="connsiteY14-3198" fmla="*/ 3532909 h 10487891"/>
                  <a:gd name="connsiteX15-3199" fmla="*/ 2978727 w 10460182"/>
                  <a:gd name="connsiteY15-3200" fmla="*/ 3338946 h 10487891"/>
                  <a:gd name="connsiteX16-3201" fmla="*/ 3006436 w 10460182"/>
                  <a:gd name="connsiteY16-3202" fmla="*/ 2895600 h 10487891"/>
                  <a:gd name="connsiteX17-3203" fmla="*/ 3075709 w 10460182"/>
                  <a:gd name="connsiteY17-3204" fmla="*/ 2604655 h 10487891"/>
                  <a:gd name="connsiteX18-3205" fmla="*/ 3075709 w 10460182"/>
                  <a:gd name="connsiteY18-3206" fmla="*/ 2396837 h 10487891"/>
                  <a:gd name="connsiteX19-3207" fmla="*/ 3214254 w 10460182"/>
                  <a:gd name="connsiteY19-3208" fmla="*/ 2064327 h 10487891"/>
                  <a:gd name="connsiteX20-3209" fmla="*/ 3214254 w 10460182"/>
                  <a:gd name="connsiteY20-3210" fmla="*/ 1773382 h 10487891"/>
                  <a:gd name="connsiteX21-3211" fmla="*/ 3532909 w 10460182"/>
                  <a:gd name="connsiteY21-3212" fmla="*/ 1205346 h 10487891"/>
                  <a:gd name="connsiteX22-3213" fmla="*/ 3463636 w 10460182"/>
                  <a:gd name="connsiteY22-3214" fmla="*/ 831273 h 10487891"/>
                  <a:gd name="connsiteX23-3215" fmla="*/ 3491345 w 10460182"/>
                  <a:gd name="connsiteY23-3216" fmla="*/ 623455 h 10487891"/>
                  <a:gd name="connsiteX24-3217" fmla="*/ 3823854 w 10460182"/>
                  <a:gd name="connsiteY24-3218" fmla="*/ 263237 h 10487891"/>
                  <a:gd name="connsiteX25-3219" fmla="*/ 4017818 w 10460182"/>
                  <a:gd name="connsiteY25-3220" fmla="*/ 138546 h 10487891"/>
                  <a:gd name="connsiteX26-3221" fmla="*/ 4433454 w 10460182"/>
                  <a:gd name="connsiteY26-3222" fmla="*/ 374073 h 10487891"/>
                  <a:gd name="connsiteX27-3223" fmla="*/ 4599709 w 10460182"/>
                  <a:gd name="connsiteY27-3224" fmla="*/ 568037 h 10487891"/>
                  <a:gd name="connsiteX28-3225" fmla="*/ 5070763 w 10460182"/>
                  <a:gd name="connsiteY28-3226" fmla="*/ 623455 h 10487891"/>
                  <a:gd name="connsiteX29-3227" fmla="*/ 5417127 w 10460182"/>
                  <a:gd name="connsiteY29-3228" fmla="*/ 637309 h 10487891"/>
                  <a:gd name="connsiteX30-3229" fmla="*/ 5680363 w 10460182"/>
                  <a:gd name="connsiteY30-3230" fmla="*/ 692727 h 10487891"/>
                  <a:gd name="connsiteX31-3231" fmla="*/ 5860472 w 10460182"/>
                  <a:gd name="connsiteY31-3232" fmla="*/ 360218 h 10487891"/>
                  <a:gd name="connsiteX32-3233" fmla="*/ 6123709 w 10460182"/>
                  <a:gd name="connsiteY32-3234" fmla="*/ 401782 h 10487891"/>
                  <a:gd name="connsiteX33-3235" fmla="*/ 6594763 w 10460182"/>
                  <a:gd name="connsiteY33-3236" fmla="*/ 263237 h 10487891"/>
                  <a:gd name="connsiteX34-3237" fmla="*/ 6761018 w 10460182"/>
                  <a:gd name="connsiteY34-3238" fmla="*/ 207818 h 10487891"/>
                  <a:gd name="connsiteX35-3239" fmla="*/ 7038109 w 10460182"/>
                  <a:gd name="connsiteY35-3240" fmla="*/ 277091 h 10487891"/>
                  <a:gd name="connsiteX36-3241" fmla="*/ 7232072 w 10460182"/>
                  <a:gd name="connsiteY36-3242" fmla="*/ 96982 h 10487891"/>
                  <a:gd name="connsiteX37-3243" fmla="*/ 7356763 w 10460182"/>
                  <a:gd name="connsiteY37-3244" fmla="*/ 0 h 10487891"/>
                  <a:gd name="connsiteX38-3245" fmla="*/ 7606145 w 10460182"/>
                  <a:gd name="connsiteY38-3246" fmla="*/ 83127 h 10487891"/>
                  <a:gd name="connsiteX39-3247" fmla="*/ 7910945 w 10460182"/>
                  <a:gd name="connsiteY39-3248" fmla="*/ 207818 h 10487891"/>
                  <a:gd name="connsiteX40-3249" fmla="*/ 8312727 w 10460182"/>
                  <a:gd name="connsiteY40-3250" fmla="*/ 138546 h 10487891"/>
                  <a:gd name="connsiteX41-3251" fmla="*/ 8672945 w 10460182"/>
                  <a:gd name="connsiteY41-3252" fmla="*/ 443346 h 10487891"/>
                  <a:gd name="connsiteX42-3253" fmla="*/ 8908472 w 10460182"/>
                  <a:gd name="connsiteY42-3254" fmla="*/ 623455 h 10487891"/>
                  <a:gd name="connsiteX43-3255" fmla="*/ 9088582 w 10460182"/>
                  <a:gd name="connsiteY43-3256" fmla="*/ 526473 h 10487891"/>
                  <a:gd name="connsiteX44-3257" fmla="*/ 9351818 w 10460182"/>
                  <a:gd name="connsiteY44-3258" fmla="*/ 471055 h 10487891"/>
                  <a:gd name="connsiteX45-3259" fmla="*/ 9518072 w 10460182"/>
                  <a:gd name="connsiteY45-3260" fmla="*/ 498764 h 10487891"/>
                  <a:gd name="connsiteX46-3261" fmla="*/ 9698182 w 10460182"/>
                  <a:gd name="connsiteY46-3262" fmla="*/ 526473 h 10487891"/>
                  <a:gd name="connsiteX47-3263" fmla="*/ 10002982 w 10460182"/>
                  <a:gd name="connsiteY47-3264" fmla="*/ 872837 h 10487891"/>
                  <a:gd name="connsiteX48-3265" fmla="*/ 10238509 w 10460182"/>
                  <a:gd name="connsiteY48-3266" fmla="*/ 1066800 h 10487891"/>
                  <a:gd name="connsiteX49-3267" fmla="*/ 10224654 w 10460182"/>
                  <a:gd name="connsiteY49-3268" fmla="*/ 1330037 h 10487891"/>
                  <a:gd name="connsiteX50-3269" fmla="*/ 10238509 w 10460182"/>
                  <a:gd name="connsiteY50-3270" fmla="*/ 1524000 h 10487891"/>
                  <a:gd name="connsiteX51-3271" fmla="*/ 10280072 w 10460182"/>
                  <a:gd name="connsiteY51-3272" fmla="*/ 1648691 h 10487891"/>
                  <a:gd name="connsiteX52-3273" fmla="*/ 10460182 w 10460182"/>
                  <a:gd name="connsiteY52-3274" fmla="*/ 1884218 h 10487891"/>
                  <a:gd name="connsiteX53-3275" fmla="*/ 10099963 w 10460182"/>
                  <a:gd name="connsiteY53-3276" fmla="*/ 2341418 h 10487891"/>
                  <a:gd name="connsiteX54-3277" fmla="*/ 9781309 w 10460182"/>
                  <a:gd name="connsiteY54-3278" fmla="*/ 2576946 h 10487891"/>
                  <a:gd name="connsiteX55-3279" fmla="*/ 9601200 w 10460182"/>
                  <a:gd name="connsiteY55-3280" fmla="*/ 3505200 h 10487891"/>
                  <a:gd name="connsiteX56-3281" fmla="*/ 9601200 w 10460182"/>
                  <a:gd name="connsiteY56-3282" fmla="*/ 3796146 h 10487891"/>
                  <a:gd name="connsiteX57-3283" fmla="*/ 9365672 w 10460182"/>
                  <a:gd name="connsiteY57-3284" fmla="*/ 3990109 h 10487891"/>
                  <a:gd name="connsiteX58-3285" fmla="*/ 9310254 w 10460182"/>
                  <a:gd name="connsiteY58-3286" fmla="*/ 4156364 h 10487891"/>
                  <a:gd name="connsiteX59-3287" fmla="*/ 9199418 w 10460182"/>
                  <a:gd name="connsiteY59-3288" fmla="*/ 4364182 h 10487891"/>
                  <a:gd name="connsiteX60-3289" fmla="*/ 9268691 w 10460182"/>
                  <a:gd name="connsiteY60-3290" fmla="*/ 4530437 h 10487891"/>
                  <a:gd name="connsiteX61-3291" fmla="*/ 9337963 w 10460182"/>
                  <a:gd name="connsiteY61-3292" fmla="*/ 4738255 h 10487891"/>
                  <a:gd name="connsiteX62-3293" fmla="*/ 9421091 w 10460182"/>
                  <a:gd name="connsiteY62-3294" fmla="*/ 4987637 h 10487891"/>
                  <a:gd name="connsiteX63-3295" fmla="*/ 9434945 w 10460182"/>
                  <a:gd name="connsiteY63-3296" fmla="*/ 5292437 h 10487891"/>
                  <a:gd name="connsiteX64-3297" fmla="*/ 9462654 w 10460182"/>
                  <a:gd name="connsiteY64-3298" fmla="*/ 5694218 h 10487891"/>
                  <a:gd name="connsiteX65-3299" fmla="*/ 9587345 w 10460182"/>
                  <a:gd name="connsiteY65-3300" fmla="*/ 6054437 h 10487891"/>
                  <a:gd name="connsiteX66-3301" fmla="*/ 9545782 w 10460182"/>
                  <a:gd name="connsiteY66-3302" fmla="*/ 6456218 h 10487891"/>
                  <a:gd name="connsiteX67-3303" fmla="*/ 9933709 w 10460182"/>
                  <a:gd name="connsiteY67-3304" fmla="*/ 6941127 h 10487891"/>
                  <a:gd name="connsiteX68-3305" fmla="*/ 10113818 w 10460182"/>
                  <a:gd name="connsiteY68-3306" fmla="*/ 7287491 h 10487891"/>
                  <a:gd name="connsiteX69-3307" fmla="*/ 10252363 w 10460182"/>
                  <a:gd name="connsiteY69-3308" fmla="*/ 7620000 h 10487891"/>
                  <a:gd name="connsiteX70-3309" fmla="*/ 9670472 w 10460182"/>
                  <a:gd name="connsiteY70-3310" fmla="*/ 7620000 h 10487891"/>
                  <a:gd name="connsiteX71-3311" fmla="*/ 9337963 w 10460182"/>
                  <a:gd name="connsiteY71-3312" fmla="*/ 7730837 h 10487891"/>
                  <a:gd name="connsiteX72-3313" fmla="*/ 9102436 w 10460182"/>
                  <a:gd name="connsiteY72-3314" fmla="*/ 7869382 h 10487891"/>
                  <a:gd name="connsiteX73-3315" fmla="*/ 9019309 w 10460182"/>
                  <a:gd name="connsiteY73-3316" fmla="*/ 8077200 h 10487891"/>
                  <a:gd name="connsiteX74-3317" fmla="*/ 8936182 w 10460182"/>
                  <a:gd name="connsiteY74-3318" fmla="*/ 8174182 h 10487891"/>
                  <a:gd name="connsiteX75-3319" fmla="*/ 8991600 w 10460182"/>
                  <a:gd name="connsiteY75-3320" fmla="*/ 8603673 h 10487891"/>
                  <a:gd name="connsiteX76-3321" fmla="*/ 8963891 w 10460182"/>
                  <a:gd name="connsiteY76-3322" fmla="*/ 8811491 h 10487891"/>
                  <a:gd name="connsiteX77-3323" fmla="*/ 8991600 w 10460182"/>
                  <a:gd name="connsiteY77-3324" fmla="*/ 9047018 h 10487891"/>
                  <a:gd name="connsiteX78-3325" fmla="*/ 8894618 w 10460182"/>
                  <a:gd name="connsiteY78-3326" fmla="*/ 9351818 h 10487891"/>
                  <a:gd name="connsiteX79-3327" fmla="*/ 8922327 w 10460182"/>
                  <a:gd name="connsiteY79-3328" fmla="*/ 9615055 h 10487891"/>
                  <a:gd name="connsiteX80-3329" fmla="*/ 9144000 w 10460182"/>
                  <a:gd name="connsiteY80-3330" fmla="*/ 9781309 h 10487891"/>
                  <a:gd name="connsiteX81-3331" fmla="*/ 9337963 w 10460182"/>
                  <a:gd name="connsiteY81-3332" fmla="*/ 9947564 h 10487891"/>
                  <a:gd name="connsiteX82-3333" fmla="*/ 9504218 w 10460182"/>
                  <a:gd name="connsiteY82-3334" fmla="*/ 9850582 h 10487891"/>
                  <a:gd name="connsiteX83-3335" fmla="*/ 9615054 w 10460182"/>
                  <a:gd name="connsiteY83-3336" fmla="*/ 9767455 h 10487891"/>
                  <a:gd name="connsiteX84-3337" fmla="*/ 9698182 w 10460182"/>
                  <a:gd name="connsiteY84-3338" fmla="*/ 9795164 h 10487891"/>
                  <a:gd name="connsiteX85-3339" fmla="*/ 9684327 w 10460182"/>
                  <a:gd name="connsiteY85-3340" fmla="*/ 10335491 h 10487891"/>
                  <a:gd name="connsiteX86-3341" fmla="*/ 9490363 w 10460182"/>
                  <a:gd name="connsiteY86-3342" fmla="*/ 10487891 h 10487891"/>
                  <a:gd name="connsiteX87-3343" fmla="*/ 9310254 w 10460182"/>
                  <a:gd name="connsiteY87-3344" fmla="*/ 10474037 h 10487891"/>
                  <a:gd name="connsiteX88-3345" fmla="*/ 9227127 w 10460182"/>
                  <a:gd name="connsiteY88-3346" fmla="*/ 10321637 h 10487891"/>
                  <a:gd name="connsiteX89-3347" fmla="*/ 9033163 w 10460182"/>
                  <a:gd name="connsiteY89-3348" fmla="*/ 10072255 h 10487891"/>
                  <a:gd name="connsiteX90-3349" fmla="*/ 8825345 w 10460182"/>
                  <a:gd name="connsiteY90-3350" fmla="*/ 9892146 h 10487891"/>
                  <a:gd name="connsiteX91-3351" fmla="*/ 8534400 w 10460182"/>
                  <a:gd name="connsiteY91-3352" fmla="*/ 9781309 h 10487891"/>
                  <a:gd name="connsiteX92-3353" fmla="*/ 8423563 w 10460182"/>
                  <a:gd name="connsiteY92-3354" fmla="*/ 9725891 h 10487891"/>
                  <a:gd name="connsiteX93-3355" fmla="*/ 8285018 w 10460182"/>
                  <a:gd name="connsiteY93-3356" fmla="*/ 9559637 h 10487891"/>
                  <a:gd name="connsiteX94-3357" fmla="*/ 8257309 w 10460182"/>
                  <a:gd name="connsiteY94-3358" fmla="*/ 9421091 h 10487891"/>
                  <a:gd name="connsiteX95-3359" fmla="*/ 8146472 w 10460182"/>
                  <a:gd name="connsiteY95-3360" fmla="*/ 9434946 h 10487891"/>
                  <a:gd name="connsiteX96-3361" fmla="*/ 8091054 w 10460182"/>
                  <a:gd name="connsiteY96-3362" fmla="*/ 9656618 h 10487891"/>
                  <a:gd name="connsiteX97-3363" fmla="*/ 7744691 w 10460182"/>
                  <a:gd name="connsiteY97-3364" fmla="*/ 9559637 h 10487891"/>
                  <a:gd name="connsiteX98-3365" fmla="*/ 7536872 w 10460182"/>
                  <a:gd name="connsiteY98-3366" fmla="*/ 9573491 h 10487891"/>
                  <a:gd name="connsiteX99-3367" fmla="*/ 7481454 w 10460182"/>
                  <a:gd name="connsiteY99-3368" fmla="*/ 9504218 h 10487891"/>
                  <a:gd name="connsiteX100-3369" fmla="*/ 7439891 w 10460182"/>
                  <a:gd name="connsiteY100-3370" fmla="*/ 9240982 h 10487891"/>
                  <a:gd name="connsiteX101-3371" fmla="*/ 7356763 w 10460182"/>
                  <a:gd name="connsiteY101-3372" fmla="*/ 9434946 h 10487891"/>
                  <a:gd name="connsiteX102-3373" fmla="*/ 7287491 w 10460182"/>
                  <a:gd name="connsiteY102-3374" fmla="*/ 9421091 h 10487891"/>
                  <a:gd name="connsiteX103-3375" fmla="*/ 7232072 w 10460182"/>
                  <a:gd name="connsiteY103-3376" fmla="*/ 9185564 h 10487891"/>
                  <a:gd name="connsiteX104-3377" fmla="*/ 6954982 w 10460182"/>
                  <a:gd name="connsiteY104-3378" fmla="*/ 9268691 h 10487891"/>
                  <a:gd name="connsiteX105-3379" fmla="*/ 6705600 w 10460182"/>
                  <a:gd name="connsiteY105-3380" fmla="*/ 9310255 h 10487891"/>
                  <a:gd name="connsiteX106-3381" fmla="*/ 6705600 w 10460182"/>
                  <a:gd name="connsiteY106-3382" fmla="*/ 9116291 h 10487891"/>
                  <a:gd name="connsiteX107-3383" fmla="*/ 6511636 w 10460182"/>
                  <a:gd name="connsiteY107-3384" fmla="*/ 9033164 h 10487891"/>
                  <a:gd name="connsiteX108-3385" fmla="*/ 6428509 w 10460182"/>
                  <a:gd name="connsiteY108-3386" fmla="*/ 9033164 h 10487891"/>
                  <a:gd name="connsiteX109-3387" fmla="*/ 6289963 w 10460182"/>
                  <a:gd name="connsiteY109-3388" fmla="*/ 9074727 h 10487891"/>
                  <a:gd name="connsiteX110-3389" fmla="*/ 6234545 w 10460182"/>
                  <a:gd name="connsiteY110-3390" fmla="*/ 9047018 h 10487891"/>
                  <a:gd name="connsiteX111-3391" fmla="*/ 5971309 w 10460182"/>
                  <a:gd name="connsiteY111-3392" fmla="*/ 9116291 h 10487891"/>
                  <a:gd name="connsiteX112-3393" fmla="*/ 5749636 w 10460182"/>
                  <a:gd name="connsiteY112-3394" fmla="*/ 9130146 h 10487891"/>
                  <a:gd name="connsiteX113-3395" fmla="*/ 5638800 w 10460182"/>
                  <a:gd name="connsiteY113-3396" fmla="*/ 9130146 h 10487891"/>
                  <a:gd name="connsiteX114-3397" fmla="*/ 5527963 w 10460182"/>
                  <a:gd name="connsiteY114-3398" fmla="*/ 9130146 h 10487891"/>
                  <a:gd name="connsiteX115-3399" fmla="*/ 5541818 w 10460182"/>
                  <a:gd name="connsiteY115-3400" fmla="*/ 8950037 h 10487891"/>
                  <a:gd name="connsiteX116-3401" fmla="*/ 5521269 w 10460182"/>
                  <a:gd name="connsiteY116-3402" fmla="*/ 8714042 h 10487891"/>
                  <a:gd name="connsiteX117-3403" fmla="*/ 5325750 w 10460182"/>
                  <a:gd name="connsiteY117-3404" fmla="*/ 8468864 h 10487891"/>
                  <a:gd name="connsiteX118-3405" fmla="*/ 5230324 w 10460182"/>
                  <a:gd name="connsiteY118-3406" fmla="*/ 8161885 h 10487891"/>
                  <a:gd name="connsiteX119-3407" fmla="*/ 5317031 w 10460182"/>
                  <a:gd name="connsiteY119-3408" fmla="*/ 7689273 h 10487891"/>
                  <a:gd name="connsiteX120-3409" fmla="*/ 5201059 w 10460182"/>
                  <a:gd name="connsiteY120-3410" fmla="*/ 7399417 h 10487891"/>
                  <a:gd name="connsiteX121-3411" fmla="*/ 5250872 w 10460182"/>
                  <a:gd name="connsiteY121-3412" fmla="*/ 7148946 h 10487891"/>
                  <a:gd name="connsiteX122-3413" fmla="*/ 5245735 w 10460182"/>
                  <a:gd name="connsiteY122-3414" fmla="*/ 7097730 h 10487891"/>
                  <a:gd name="connsiteX123-3415" fmla="*/ 4577603 w 10460182"/>
                  <a:gd name="connsiteY123-3416" fmla="*/ 7093061 h 10487891"/>
                  <a:gd name="connsiteX124-3417" fmla="*/ 4528412 w 10460182"/>
                  <a:gd name="connsiteY124-3418" fmla="*/ 6919645 h 10487891"/>
                  <a:gd name="connsiteX125-3419" fmla="*/ 4038834 w 10460182"/>
                  <a:gd name="connsiteY125-3420" fmla="*/ 6895517 h 10487891"/>
                  <a:gd name="connsiteX126-3421" fmla="*/ 3976254 w 10460182"/>
                  <a:gd name="connsiteY126-3422" fmla="*/ 7148946 h 10487891"/>
                  <a:gd name="connsiteX127-3423" fmla="*/ 3932667 w 10460182"/>
                  <a:gd name="connsiteY127-3424" fmla="*/ 7360344 h 10487891"/>
                  <a:gd name="connsiteX128-3425" fmla="*/ 3910095 w 10460182"/>
                  <a:gd name="connsiteY128-3426" fmla="*/ 7482545 h 10487891"/>
                  <a:gd name="connsiteX129-3427" fmla="*/ 3559528 w 10460182"/>
                  <a:gd name="connsiteY129-3428" fmla="*/ 7476941 h 10487891"/>
                  <a:gd name="connsiteX130-3429" fmla="*/ 3311236 w 10460182"/>
                  <a:gd name="connsiteY130-3430" fmla="*/ 7481455 h 10487891"/>
                  <a:gd name="connsiteX131-3431" fmla="*/ 2895600 w 10460182"/>
                  <a:gd name="connsiteY131-3432" fmla="*/ 7467600 h 10487891"/>
                  <a:gd name="connsiteX132-3433" fmla="*/ 2784763 w 10460182"/>
                  <a:gd name="connsiteY132-3434" fmla="*/ 7218218 h 10487891"/>
                  <a:gd name="connsiteX133-3435" fmla="*/ 2604654 w 10460182"/>
                  <a:gd name="connsiteY133-3436" fmla="*/ 6941127 h 10487891"/>
                  <a:gd name="connsiteX134-3437" fmla="*/ 2410691 w 10460182"/>
                  <a:gd name="connsiteY134-3438" fmla="*/ 6442364 h 10487891"/>
                  <a:gd name="connsiteX135-3439" fmla="*/ 2327563 w 10460182"/>
                  <a:gd name="connsiteY135-3440" fmla="*/ 6303818 h 10487891"/>
                  <a:gd name="connsiteX136-3441" fmla="*/ 1662545 w 10460182"/>
                  <a:gd name="connsiteY136-3442" fmla="*/ 6276109 h 10487891"/>
                  <a:gd name="connsiteX137-3443" fmla="*/ 1233054 w 10460182"/>
                  <a:gd name="connsiteY137-3444" fmla="*/ 6276109 h 10487891"/>
                  <a:gd name="connsiteX138-3445" fmla="*/ 1136072 w 10460182"/>
                  <a:gd name="connsiteY138-3446" fmla="*/ 6331527 h 10487891"/>
                  <a:gd name="connsiteX139-3447" fmla="*/ 706582 w 10460182"/>
                  <a:gd name="connsiteY139-3448" fmla="*/ 6289964 h 10487891"/>
                  <a:gd name="connsiteX140-3449" fmla="*/ 318654 w 10460182"/>
                  <a:gd name="connsiteY140-3450" fmla="*/ 6317673 h 10487891"/>
                  <a:gd name="connsiteX141-3451" fmla="*/ 96982 w 10460182"/>
                  <a:gd name="connsiteY141-3452" fmla="*/ 6470073 h 10487891"/>
                  <a:gd name="connsiteX142-3453" fmla="*/ 0 w 10460182"/>
                  <a:gd name="connsiteY142-3454" fmla="*/ 6373091 h 10487891"/>
                  <a:gd name="connsiteX143-3455" fmla="*/ 83127 w 10460182"/>
                  <a:gd name="connsiteY143-3456" fmla="*/ 6317673 h 10487891"/>
                  <a:gd name="connsiteX0-3457" fmla="*/ 83127 w 10460182"/>
                  <a:gd name="connsiteY0-3458" fmla="*/ 6317673 h 10487891"/>
                  <a:gd name="connsiteX1-3459" fmla="*/ 96982 w 10460182"/>
                  <a:gd name="connsiteY1-3460" fmla="*/ 5874327 h 10487891"/>
                  <a:gd name="connsiteX2-3461" fmla="*/ 401782 w 10460182"/>
                  <a:gd name="connsiteY2-3462" fmla="*/ 5611091 h 10487891"/>
                  <a:gd name="connsiteX3-3463" fmla="*/ 651163 w 10460182"/>
                  <a:gd name="connsiteY3-3464" fmla="*/ 5749637 h 10487891"/>
                  <a:gd name="connsiteX4-3465" fmla="*/ 858982 w 10460182"/>
                  <a:gd name="connsiteY4-3466" fmla="*/ 5583382 h 10487891"/>
                  <a:gd name="connsiteX5-3467" fmla="*/ 997527 w 10460182"/>
                  <a:gd name="connsiteY5-3468" fmla="*/ 5430982 h 10487891"/>
                  <a:gd name="connsiteX6-3469" fmla="*/ 1080654 w 10460182"/>
                  <a:gd name="connsiteY6-3470" fmla="*/ 5514109 h 10487891"/>
                  <a:gd name="connsiteX7-3471" fmla="*/ 1191491 w 10460182"/>
                  <a:gd name="connsiteY7-3472" fmla="*/ 5791200 h 10487891"/>
                  <a:gd name="connsiteX8-3473" fmla="*/ 1510145 w 10460182"/>
                  <a:gd name="connsiteY8-3474" fmla="*/ 5624946 h 10487891"/>
                  <a:gd name="connsiteX9-3475" fmla="*/ 1731818 w 10460182"/>
                  <a:gd name="connsiteY9-3476" fmla="*/ 5375564 h 10487891"/>
                  <a:gd name="connsiteX10-3477" fmla="*/ 2022763 w 10460182"/>
                  <a:gd name="connsiteY10-3478" fmla="*/ 5140037 h 10487891"/>
                  <a:gd name="connsiteX11-3479" fmla="*/ 2119745 w 10460182"/>
                  <a:gd name="connsiteY11-3480" fmla="*/ 4710546 h 10487891"/>
                  <a:gd name="connsiteX12-3481" fmla="*/ 2133600 w 10460182"/>
                  <a:gd name="connsiteY12-3482" fmla="*/ 4308764 h 10487891"/>
                  <a:gd name="connsiteX13-3483" fmla="*/ 2355272 w 10460182"/>
                  <a:gd name="connsiteY13-3484" fmla="*/ 3934691 h 10487891"/>
                  <a:gd name="connsiteX14-3485" fmla="*/ 2715491 w 10460182"/>
                  <a:gd name="connsiteY14-3486" fmla="*/ 3532909 h 10487891"/>
                  <a:gd name="connsiteX15-3487" fmla="*/ 2978727 w 10460182"/>
                  <a:gd name="connsiteY15-3488" fmla="*/ 3338946 h 10487891"/>
                  <a:gd name="connsiteX16-3489" fmla="*/ 3006436 w 10460182"/>
                  <a:gd name="connsiteY16-3490" fmla="*/ 2895600 h 10487891"/>
                  <a:gd name="connsiteX17-3491" fmla="*/ 3075709 w 10460182"/>
                  <a:gd name="connsiteY17-3492" fmla="*/ 2604655 h 10487891"/>
                  <a:gd name="connsiteX18-3493" fmla="*/ 3075709 w 10460182"/>
                  <a:gd name="connsiteY18-3494" fmla="*/ 2396837 h 10487891"/>
                  <a:gd name="connsiteX19-3495" fmla="*/ 3214254 w 10460182"/>
                  <a:gd name="connsiteY19-3496" fmla="*/ 2064327 h 10487891"/>
                  <a:gd name="connsiteX20-3497" fmla="*/ 3214254 w 10460182"/>
                  <a:gd name="connsiteY20-3498" fmla="*/ 1773382 h 10487891"/>
                  <a:gd name="connsiteX21-3499" fmla="*/ 3532909 w 10460182"/>
                  <a:gd name="connsiteY21-3500" fmla="*/ 1205346 h 10487891"/>
                  <a:gd name="connsiteX22-3501" fmla="*/ 3463636 w 10460182"/>
                  <a:gd name="connsiteY22-3502" fmla="*/ 831273 h 10487891"/>
                  <a:gd name="connsiteX23-3503" fmla="*/ 3491345 w 10460182"/>
                  <a:gd name="connsiteY23-3504" fmla="*/ 623455 h 10487891"/>
                  <a:gd name="connsiteX24-3505" fmla="*/ 3823854 w 10460182"/>
                  <a:gd name="connsiteY24-3506" fmla="*/ 263237 h 10487891"/>
                  <a:gd name="connsiteX25-3507" fmla="*/ 4017818 w 10460182"/>
                  <a:gd name="connsiteY25-3508" fmla="*/ 138546 h 10487891"/>
                  <a:gd name="connsiteX26-3509" fmla="*/ 4433454 w 10460182"/>
                  <a:gd name="connsiteY26-3510" fmla="*/ 374073 h 10487891"/>
                  <a:gd name="connsiteX27-3511" fmla="*/ 4599709 w 10460182"/>
                  <a:gd name="connsiteY27-3512" fmla="*/ 568037 h 10487891"/>
                  <a:gd name="connsiteX28-3513" fmla="*/ 5070763 w 10460182"/>
                  <a:gd name="connsiteY28-3514" fmla="*/ 623455 h 10487891"/>
                  <a:gd name="connsiteX29-3515" fmla="*/ 5417127 w 10460182"/>
                  <a:gd name="connsiteY29-3516" fmla="*/ 637309 h 10487891"/>
                  <a:gd name="connsiteX30-3517" fmla="*/ 5680363 w 10460182"/>
                  <a:gd name="connsiteY30-3518" fmla="*/ 692727 h 10487891"/>
                  <a:gd name="connsiteX31-3519" fmla="*/ 5860472 w 10460182"/>
                  <a:gd name="connsiteY31-3520" fmla="*/ 360218 h 10487891"/>
                  <a:gd name="connsiteX32-3521" fmla="*/ 6123709 w 10460182"/>
                  <a:gd name="connsiteY32-3522" fmla="*/ 401782 h 10487891"/>
                  <a:gd name="connsiteX33-3523" fmla="*/ 6594763 w 10460182"/>
                  <a:gd name="connsiteY33-3524" fmla="*/ 263237 h 10487891"/>
                  <a:gd name="connsiteX34-3525" fmla="*/ 6761018 w 10460182"/>
                  <a:gd name="connsiteY34-3526" fmla="*/ 207818 h 10487891"/>
                  <a:gd name="connsiteX35-3527" fmla="*/ 7038109 w 10460182"/>
                  <a:gd name="connsiteY35-3528" fmla="*/ 277091 h 10487891"/>
                  <a:gd name="connsiteX36-3529" fmla="*/ 7232072 w 10460182"/>
                  <a:gd name="connsiteY36-3530" fmla="*/ 96982 h 10487891"/>
                  <a:gd name="connsiteX37-3531" fmla="*/ 7356763 w 10460182"/>
                  <a:gd name="connsiteY37-3532" fmla="*/ 0 h 10487891"/>
                  <a:gd name="connsiteX38-3533" fmla="*/ 7606145 w 10460182"/>
                  <a:gd name="connsiteY38-3534" fmla="*/ 83127 h 10487891"/>
                  <a:gd name="connsiteX39-3535" fmla="*/ 7910945 w 10460182"/>
                  <a:gd name="connsiteY39-3536" fmla="*/ 207818 h 10487891"/>
                  <a:gd name="connsiteX40-3537" fmla="*/ 8312727 w 10460182"/>
                  <a:gd name="connsiteY40-3538" fmla="*/ 138546 h 10487891"/>
                  <a:gd name="connsiteX41-3539" fmla="*/ 8672945 w 10460182"/>
                  <a:gd name="connsiteY41-3540" fmla="*/ 443346 h 10487891"/>
                  <a:gd name="connsiteX42-3541" fmla="*/ 8908472 w 10460182"/>
                  <a:gd name="connsiteY42-3542" fmla="*/ 623455 h 10487891"/>
                  <a:gd name="connsiteX43-3543" fmla="*/ 9088582 w 10460182"/>
                  <a:gd name="connsiteY43-3544" fmla="*/ 526473 h 10487891"/>
                  <a:gd name="connsiteX44-3545" fmla="*/ 9351818 w 10460182"/>
                  <a:gd name="connsiteY44-3546" fmla="*/ 471055 h 10487891"/>
                  <a:gd name="connsiteX45-3547" fmla="*/ 9518072 w 10460182"/>
                  <a:gd name="connsiteY45-3548" fmla="*/ 498764 h 10487891"/>
                  <a:gd name="connsiteX46-3549" fmla="*/ 9698182 w 10460182"/>
                  <a:gd name="connsiteY46-3550" fmla="*/ 526473 h 10487891"/>
                  <a:gd name="connsiteX47-3551" fmla="*/ 10002982 w 10460182"/>
                  <a:gd name="connsiteY47-3552" fmla="*/ 872837 h 10487891"/>
                  <a:gd name="connsiteX48-3553" fmla="*/ 10238509 w 10460182"/>
                  <a:gd name="connsiteY48-3554" fmla="*/ 1066800 h 10487891"/>
                  <a:gd name="connsiteX49-3555" fmla="*/ 10224654 w 10460182"/>
                  <a:gd name="connsiteY49-3556" fmla="*/ 1330037 h 10487891"/>
                  <a:gd name="connsiteX50-3557" fmla="*/ 10238509 w 10460182"/>
                  <a:gd name="connsiteY50-3558" fmla="*/ 1524000 h 10487891"/>
                  <a:gd name="connsiteX51-3559" fmla="*/ 10280072 w 10460182"/>
                  <a:gd name="connsiteY51-3560" fmla="*/ 1648691 h 10487891"/>
                  <a:gd name="connsiteX52-3561" fmla="*/ 10460182 w 10460182"/>
                  <a:gd name="connsiteY52-3562" fmla="*/ 1884218 h 10487891"/>
                  <a:gd name="connsiteX53-3563" fmla="*/ 10099963 w 10460182"/>
                  <a:gd name="connsiteY53-3564" fmla="*/ 2341418 h 10487891"/>
                  <a:gd name="connsiteX54-3565" fmla="*/ 9781309 w 10460182"/>
                  <a:gd name="connsiteY54-3566" fmla="*/ 2576946 h 10487891"/>
                  <a:gd name="connsiteX55-3567" fmla="*/ 9601200 w 10460182"/>
                  <a:gd name="connsiteY55-3568" fmla="*/ 3505200 h 10487891"/>
                  <a:gd name="connsiteX56-3569" fmla="*/ 9601200 w 10460182"/>
                  <a:gd name="connsiteY56-3570" fmla="*/ 3796146 h 10487891"/>
                  <a:gd name="connsiteX57-3571" fmla="*/ 9365672 w 10460182"/>
                  <a:gd name="connsiteY57-3572" fmla="*/ 3990109 h 10487891"/>
                  <a:gd name="connsiteX58-3573" fmla="*/ 9310254 w 10460182"/>
                  <a:gd name="connsiteY58-3574" fmla="*/ 4156364 h 10487891"/>
                  <a:gd name="connsiteX59-3575" fmla="*/ 9199418 w 10460182"/>
                  <a:gd name="connsiteY59-3576" fmla="*/ 4364182 h 10487891"/>
                  <a:gd name="connsiteX60-3577" fmla="*/ 9268691 w 10460182"/>
                  <a:gd name="connsiteY60-3578" fmla="*/ 4530437 h 10487891"/>
                  <a:gd name="connsiteX61-3579" fmla="*/ 9337963 w 10460182"/>
                  <a:gd name="connsiteY61-3580" fmla="*/ 4738255 h 10487891"/>
                  <a:gd name="connsiteX62-3581" fmla="*/ 9421091 w 10460182"/>
                  <a:gd name="connsiteY62-3582" fmla="*/ 4987637 h 10487891"/>
                  <a:gd name="connsiteX63-3583" fmla="*/ 9434945 w 10460182"/>
                  <a:gd name="connsiteY63-3584" fmla="*/ 5292437 h 10487891"/>
                  <a:gd name="connsiteX64-3585" fmla="*/ 9462654 w 10460182"/>
                  <a:gd name="connsiteY64-3586" fmla="*/ 5694218 h 10487891"/>
                  <a:gd name="connsiteX65-3587" fmla="*/ 9587345 w 10460182"/>
                  <a:gd name="connsiteY65-3588" fmla="*/ 6054437 h 10487891"/>
                  <a:gd name="connsiteX66-3589" fmla="*/ 9545782 w 10460182"/>
                  <a:gd name="connsiteY66-3590" fmla="*/ 6456218 h 10487891"/>
                  <a:gd name="connsiteX67-3591" fmla="*/ 9933709 w 10460182"/>
                  <a:gd name="connsiteY67-3592" fmla="*/ 6941127 h 10487891"/>
                  <a:gd name="connsiteX68-3593" fmla="*/ 10113818 w 10460182"/>
                  <a:gd name="connsiteY68-3594" fmla="*/ 7287491 h 10487891"/>
                  <a:gd name="connsiteX69-3595" fmla="*/ 10252363 w 10460182"/>
                  <a:gd name="connsiteY69-3596" fmla="*/ 7620000 h 10487891"/>
                  <a:gd name="connsiteX70-3597" fmla="*/ 9670472 w 10460182"/>
                  <a:gd name="connsiteY70-3598" fmla="*/ 7620000 h 10487891"/>
                  <a:gd name="connsiteX71-3599" fmla="*/ 9337963 w 10460182"/>
                  <a:gd name="connsiteY71-3600" fmla="*/ 7730837 h 10487891"/>
                  <a:gd name="connsiteX72-3601" fmla="*/ 9102436 w 10460182"/>
                  <a:gd name="connsiteY72-3602" fmla="*/ 7869382 h 10487891"/>
                  <a:gd name="connsiteX73-3603" fmla="*/ 9019309 w 10460182"/>
                  <a:gd name="connsiteY73-3604" fmla="*/ 8077200 h 10487891"/>
                  <a:gd name="connsiteX74-3605" fmla="*/ 8936182 w 10460182"/>
                  <a:gd name="connsiteY74-3606" fmla="*/ 8174182 h 10487891"/>
                  <a:gd name="connsiteX75-3607" fmla="*/ 8991600 w 10460182"/>
                  <a:gd name="connsiteY75-3608" fmla="*/ 8603673 h 10487891"/>
                  <a:gd name="connsiteX76-3609" fmla="*/ 8963891 w 10460182"/>
                  <a:gd name="connsiteY76-3610" fmla="*/ 8811491 h 10487891"/>
                  <a:gd name="connsiteX77-3611" fmla="*/ 8991600 w 10460182"/>
                  <a:gd name="connsiteY77-3612" fmla="*/ 9047018 h 10487891"/>
                  <a:gd name="connsiteX78-3613" fmla="*/ 8894618 w 10460182"/>
                  <a:gd name="connsiteY78-3614" fmla="*/ 9351818 h 10487891"/>
                  <a:gd name="connsiteX79-3615" fmla="*/ 8922327 w 10460182"/>
                  <a:gd name="connsiteY79-3616" fmla="*/ 9615055 h 10487891"/>
                  <a:gd name="connsiteX80-3617" fmla="*/ 9144000 w 10460182"/>
                  <a:gd name="connsiteY80-3618" fmla="*/ 9781309 h 10487891"/>
                  <a:gd name="connsiteX81-3619" fmla="*/ 9337963 w 10460182"/>
                  <a:gd name="connsiteY81-3620" fmla="*/ 9947564 h 10487891"/>
                  <a:gd name="connsiteX82-3621" fmla="*/ 9504218 w 10460182"/>
                  <a:gd name="connsiteY82-3622" fmla="*/ 9850582 h 10487891"/>
                  <a:gd name="connsiteX83-3623" fmla="*/ 9615054 w 10460182"/>
                  <a:gd name="connsiteY83-3624" fmla="*/ 9767455 h 10487891"/>
                  <a:gd name="connsiteX84-3625" fmla="*/ 9698182 w 10460182"/>
                  <a:gd name="connsiteY84-3626" fmla="*/ 9795164 h 10487891"/>
                  <a:gd name="connsiteX85-3627" fmla="*/ 9684327 w 10460182"/>
                  <a:gd name="connsiteY85-3628" fmla="*/ 10335491 h 10487891"/>
                  <a:gd name="connsiteX86-3629" fmla="*/ 9490363 w 10460182"/>
                  <a:gd name="connsiteY86-3630" fmla="*/ 10487891 h 10487891"/>
                  <a:gd name="connsiteX87-3631" fmla="*/ 9310254 w 10460182"/>
                  <a:gd name="connsiteY87-3632" fmla="*/ 10474037 h 10487891"/>
                  <a:gd name="connsiteX88-3633" fmla="*/ 9227127 w 10460182"/>
                  <a:gd name="connsiteY88-3634" fmla="*/ 10321637 h 10487891"/>
                  <a:gd name="connsiteX89-3635" fmla="*/ 9033163 w 10460182"/>
                  <a:gd name="connsiteY89-3636" fmla="*/ 10072255 h 10487891"/>
                  <a:gd name="connsiteX90-3637" fmla="*/ 8825345 w 10460182"/>
                  <a:gd name="connsiteY90-3638" fmla="*/ 9892146 h 10487891"/>
                  <a:gd name="connsiteX91-3639" fmla="*/ 8534400 w 10460182"/>
                  <a:gd name="connsiteY91-3640" fmla="*/ 9781309 h 10487891"/>
                  <a:gd name="connsiteX92-3641" fmla="*/ 8423563 w 10460182"/>
                  <a:gd name="connsiteY92-3642" fmla="*/ 9725891 h 10487891"/>
                  <a:gd name="connsiteX93-3643" fmla="*/ 8285018 w 10460182"/>
                  <a:gd name="connsiteY93-3644" fmla="*/ 9559637 h 10487891"/>
                  <a:gd name="connsiteX94-3645" fmla="*/ 8257309 w 10460182"/>
                  <a:gd name="connsiteY94-3646" fmla="*/ 9421091 h 10487891"/>
                  <a:gd name="connsiteX95-3647" fmla="*/ 8146472 w 10460182"/>
                  <a:gd name="connsiteY95-3648" fmla="*/ 9434946 h 10487891"/>
                  <a:gd name="connsiteX96-3649" fmla="*/ 8091054 w 10460182"/>
                  <a:gd name="connsiteY96-3650" fmla="*/ 9656618 h 10487891"/>
                  <a:gd name="connsiteX97-3651" fmla="*/ 7744691 w 10460182"/>
                  <a:gd name="connsiteY97-3652" fmla="*/ 9559637 h 10487891"/>
                  <a:gd name="connsiteX98-3653" fmla="*/ 7536872 w 10460182"/>
                  <a:gd name="connsiteY98-3654" fmla="*/ 9573491 h 10487891"/>
                  <a:gd name="connsiteX99-3655" fmla="*/ 7481454 w 10460182"/>
                  <a:gd name="connsiteY99-3656" fmla="*/ 9504218 h 10487891"/>
                  <a:gd name="connsiteX100-3657" fmla="*/ 7439891 w 10460182"/>
                  <a:gd name="connsiteY100-3658" fmla="*/ 9240982 h 10487891"/>
                  <a:gd name="connsiteX101-3659" fmla="*/ 7356763 w 10460182"/>
                  <a:gd name="connsiteY101-3660" fmla="*/ 9434946 h 10487891"/>
                  <a:gd name="connsiteX102-3661" fmla="*/ 7287491 w 10460182"/>
                  <a:gd name="connsiteY102-3662" fmla="*/ 9421091 h 10487891"/>
                  <a:gd name="connsiteX103-3663" fmla="*/ 7232072 w 10460182"/>
                  <a:gd name="connsiteY103-3664" fmla="*/ 9185564 h 10487891"/>
                  <a:gd name="connsiteX104-3665" fmla="*/ 6954982 w 10460182"/>
                  <a:gd name="connsiteY104-3666" fmla="*/ 9268691 h 10487891"/>
                  <a:gd name="connsiteX105-3667" fmla="*/ 6705600 w 10460182"/>
                  <a:gd name="connsiteY105-3668" fmla="*/ 9310255 h 10487891"/>
                  <a:gd name="connsiteX106-3669" fmla="*/ 6705600 w 10460182"/>
                  <a:gd name="connsiteY106-3670" fmla="*/ 9116291 h 10487891"/>
                  <a:gd name="connsiteX107-3671" fmla="*/ 6511636 w 10460182"/>
                  <a:gd name="connsiteY107-3672" fmla="*/ 9033164 h 10487891"/>
                  <a:gd name="connsiteX108-3673" fmla="*/ 6428509 w 10460182"/>
                  <a:gd name="connsiteY108-3674" fmla="*/ 9033164 h 10487891"/>
                  <a:gd name="connsiteX109-3675" fmla="*/ 6289963 w 10460182"/>
                  <a:gd name="connsiteY109-3676" fmla="*/ 9074727 h 10487891"/>
                  <a:gd name="connsiteX110-3677" fmla="*/ 6234545 w 10460182"/>
                  <a:gd name="connsiteY110-3678" fmla="*/ 9047018 h 10487891"/>
                  <a:gd name="connsiteX111-3679" fmla="*/ 5971309 w 10460182"/>
                  <a:gd name="connsiteY111-3680" fmla="*/ 9116291 h 10487891"/>
                  <a:gd name="connsiteX112-3681" fmla="*/ 5749636 w 10460182"/>
                  <a:gd name="connsiteY112-3682" fmla="*/ 9130146 h 10487891"/>
                  <a:gd name="connsiteX113-3683" fmla="*/ 5638800 w 10460182"/>
                  <a:gd name="connsiteY113-3684" fmla="*/ 9130146 h 10487891"/>
                  <a:gd name="connsiteX114-3685" fmla="*/ 5527963 w 10460182"/>
                  <a:gd name="connsiteY114-3686" fmla="*/ 9130146 h 10487891"/>
                  <a:gd name="connsiteX115-3687" fmla="*/ 5541818 w 10460182"/>
                  <a:gd name="connsiteY115-3688" fmla="*/ 8950037 h 10487891"/>
                  <a:gd name="connsiteX116-3689" fmla="*/ 5521269 w 10460182"/>
                  <a:gd name="connsiteY116-3690" fmla="*/ 8714042 h 10487891"/>
                  <a:gd name="connsiteX117-3691" fmla="*/ 5336024 w 10460182"/>
                  <a:gd name="connsiteY117-3692" fmla="*/ 8412357 h 10487891"/>
                  <a:gd name="connsiteX118-3693" fmla="*/ 5230324 w 10460182"/>
                  <a:gd name="connsiteY118-3694" fmla="*/ 8161885 h 10487891"/>
                  <a:gd name="connsiteX119-3695" fmla="*/ 5317031 w 10460182"/>
                  <a:gd name="connsiteY119-3696" fmla="*/ 7689273 h 10487891"/>
                  <a:gd name="connsiteX120-3697" fmla="*/ 5201059 w 10460182"/>
                  <a:gd name="connsiteY120-3698" fmla="*/ 7399417 h 10487891"/>
                  <a:gd name="connsiteX121-3699" fmla="*/ 5250872 w 10460182"/>
                  <a:gd name="connsiteY121-3700" fmla="*/ 7148946 h 10487891"/>
                  <a:gd name="connsiteX122-3701" fmla="*/ 5245735 w 10460182"/>
                  <a:gd name="connsiteY122-3702" fmla="*/ 7097730 h 10487891"/>
                  <a:gd name="connsiteX123-3703" fmla="*/ 4577603 w 10460182"/>
                  <a:gd name="connsiteY123-3704" fmla="*/ 7093061 h 10487891"/>
                  <a:gd name="connsiteX124-3705" fmla="*/ 4528412 w 10460182"/>
                  <a:gd name="connsiteY124-3706" fmla="*/ 6919645 h 10487891"/>
                  <a:gd name="connsiteX125-3707" fmla="*/ 4038834 w 10460182"/>
                  <a:gd name="connsiteY125-3708" fmla="*/ 6895517 h 10487891"/>
                  <a:gd name="connsiteX126-3709" fmla="*/ 3976254 w 10460182"/>
                  <a:gd name="connsiteY126-3710" fmla="*/ 7148946 h 10487891"/>
                  <a:gd name="connsiteX127-3711" fmla="*/ 3932667 w 10460182"/>
                  <a:gd name="connsiteY127-3712" fmla="*/ 7360344 h 10487891"/>
                  <a:gd name="connsiteX128-3713" fmla="*/ 3910095 w 10460182"/>
                  <a:gd name="connsiteY128-3714" fmla="*/ 7482545 h 10487891"/>
                  <a:gd name="connsiteX129-3715" fmla="*/ 3559528 w 10460182"/>
                  <a:gd name="connsiteY129-3716" fmla="*/ 7476941 h 10487891"/>
                  <a:gd name="connsiteX130-3717" fmla="*/ 3311236 w 10460182"/>
                  <a:gd name="connsiteY130-3718" fmla="*/ 7481455 h 10487891"/>
                  <a:gd name="connsiteX131-3719" fmla="*/ 2895600 w 10460182"/>
                  <a:gd name="connsiteY131-3720" fmla="*/ 7467600 h 10487891"/>
                  <a:gd name="connsiteX132-3721" fmla="*/ 2784763 w 10460182"/>
                  <a:gd name="connsiteY132-3722" fmla="*/ 7218218 h 10487891"/>
                  <a:gd name="connsiteX133-3723" fmla="*/ 2604654 w 10460182"/>
                  <a:gd name="connsiteY133-3724" fmla="*/ 6941127 h 10487891"/>
                  <a:gd name="connsiteX134-3725" fmla="*/ 2410691 w 10460182"/>
                  <a:gd name="connsiteY134-3726" fmla="*/ 6442364 h 10487891"/>
                  <a:gd name="connsiteX135-3727" fmla="*/ 2327563 w 10460182"/>
                  <a:gd name="connsiteY135-3728" fmla="*/ 6303818 h 10487891"/>
                  <a:gd name="connsiteX136-3729" fmla="*/ 1662545 w 10460182"/>
                  <a:gd name="connsiteY136-3730" fmla="*/ 6276109 h 10487891"/>
                  <a:gd name="connsiteX137-3731" fmla="*/ 1233054 w 10460182"/>
                  <a:gd name="connsiteY137-3732" fmla="*/ 6276109 h 10487891"/>
                  <a:gd name="connsiteX138-3733" fmla="*/ 1136072 w 10460182"/>
                  <a:gd name="connsiteY138-3734" fmla="*/ 6331527 h 10487891"/>
                  <a:gd name="connsiteX139-3735" fmla="*/ 706582 w 10460182"/>
                  <a:gd name="connsiteY139-3736" fmla="*/ 6289964 h 10487891"/>
                  <a:gd name="connsiteX140-3737" fmla="*/ 318654 w 10460182"/>
                  <a:gd name="connsiteY140-3738" fmla="*/ 6317673 h 10487891"/>
                  <a:gd name="connsiteX141-3739" fmla="*/ 96982 w 10460182"/>
                  <a:gd name="connsiteY141-3740" fmla="*/ 6470073 h 10487891"/>
                  <a:gd name="connsiteX142-3741" fmla="*/ 0 w 10460182"/>
                  <a:gd name="connsiteY142-3742" fmla="*/ 6373091 h 10487891"/>
                  <a:gd name="connsiteX143-3743" fmla="*/ 83127 w 10460182"/>
                  <a:gd name="connsiteY143-3744" fmla="*/ 6317673 h 10487891"/>
                  <a:gd name="connsiteX0-3745" fmla="*/ 83127 w 10460182"/>
                  <a:gd name="connsiteY0-3746" fmla="*/ 6317673 h 10487891"/>
                  <a:gd name="connsiteX1-3747" fmla="*/ 96982 w 10460182"/>
                  <a:gd name="connsiteY1-3748" fmla="*/ 5874327 h 10487891"/>
                  <a:gd name="connsiteX2-3749" fmla="*/ 401782 w 10460182"/>
                  <a:gd name="connsiteY2-3750" fmla="*/ 5611091 h 10487891"/>
                  <a:gd name="connsiteX3-3751" fmla="*/ 651163 w 10460182"/>
                  <a:gd name="connsiteY3-3752" fmla="*/ 5749637 h 10487891"/>
                  <a:gd name="connsiteX4-3753" fmla="*/ 858982 w 10460182"/>
                  <a:gd name="connsiteY4-3754" fmla="*/ 5583382 h 10487891"/>
                  <a:gd name="connsiteX5-3755" fmla="*/ 997527 w 10460182"/>
                  <a:gd name="connsiteY5-3756" fmla="*/ 5430982 h 10487891"/>
                  <a:gd name="connsiteX6-3757" fmla="*/ 1080654 w 10460182"/>
                  <a:gd name="connsiteY6-3758" fmla="*/ 5514109 h 10487891"/>
                  <a:gd name="connsiteX7-3759" fmla="*/ 1191491 w 10460182"/>
                  <a:gd name="connsiteY7-3760" fmla="*/ 5791200 h 10487891"/>
                  <a:gd name="connsiteX8-3761" fmla="*/ 1510145 w 10460182"/>
                  <a:gd name="connsiteY8-3762" fmla="*/ 5624946 h 10487891"/>
                  <a:gd name="connsiteX9-3763" fmla="*/ 1731818 w 10460182"/>
                  <a:gd name="connsiteY9-3764" fmla="*/ 5375564 h 10487891"/>
                  <a:gd name="connsiteX10-3765" fmla="*/ 2022763 w 10460182"/>
                  <a:gd name="connsiteY10-3766" fmla="*/ 5140037 h 10487891"/>
                  <a:gd name="connsiteX11-3767" fmla="*/ 2119745 w 10460182"/>
                  <a:gd name="connsiteY11-3768" fmla="*/ 4710546 h 10487891"/>
                  <a:gd name="connsiteX12-3769" fmla="*/ 2133600 w 10460182"/>
                  <a:gd name="connsiteY12-3770" fmla="*/ 4308764 h 10487891"/>
                  <a:gd name="connsiteX13-3771" fmla="*/ 2355272 w 10460182"/>
                  <a:gd name="connsiteY13-3772" fmla="*/ 3934691 h 10487891"/>
                  <a:gd name="connsiteX14-3773" fmla="*/ 2715491 w 10460182"/>
                  <a:gd name="connsiteY14-3774" fmla="*/ 3532909 h 10487891"/>
                  <a:gd name="connsiteX15-3775" fmla="*/ 2978727 w 10460182"/>
                  <a:gd name="connsiteY15-3776" fmla="*/ 3338946 h 10487891"/>
                  <a:gd name="connsiteX16-3777" fmla="*/ 3006436 w 10460182"/>
                  <a:gd name="connsiteY16-3778" fmla="*/ 2895600 h 10487891"/>
                  <a:gd name="connsiteX17-3779" fmla="*/ 3075709 w 10460182"/>
                  <a:gd name="connsiteY17-3780" fmla="*/ 2604655 h 10487891"/>
                  <a:gd name="connsiteX18-3781" fmla="*/ 3075709 w 10460182"/>
                  <a:gd name="connsiteY18-3782" fmla="*/ 2396837 h 10487891"/>
                  <a:gd name="connsiteX19-3783" fmla="*/ 3214254 w 10460182"/>
                  <a:gd name="connsiteY19-3784" fmla="*/ 2064327 h 10487891"/>
                  <a:gd name="connsiteX20-3785" fmla="*/ 3214254 w 10460182"/>
                  <a:gd name="connsiteY20-3786" fmla="*/ 1773382 h 10487891"/>
                  <a:gd name="connsiteX21-3787" fmla="*/ 3532909 w 10460182"/>
                  <a:gd name="connsiteY21-3788" fmla="*/ 1205346 h 10487891"/>
                  <a:gd name="connsiteX22-3789" fmla="*/ 3463636 w 10460182"/>
                  <a:gd name="connsiteY22-3790" fmla="*/ 831273 h 10487891"/>
                  <a:gd name="connsiteX23-3791" fmla="*/ 3491345 w 10460182"/>
                  <a:gd name="connsiteY23-3792" fmla="*/ 623455 h 10487891"/>
                  <a:gd name="connsiteX24-3793" fmla="*/ 3823854 w 10460182"/>
                  <a:gd name="connsiteY24-3794" fmla="*/ 263237 h 10487891"/>
                  <a:gd name="connsiteX25-3795" fmla="*/ 4017818 w 10460182"/>
                  <a:gd name="connsiteY25-3796" fmla="*/ 138546 h 10487891"/>
                  <a:gd name="connsiteX26-3797" fmla="*/ 4433454 w 10460182"/>
                  <a:gd name="connsiteY26-3798" fmla="*/ 374073 h 10487891"/>
                  <a:gd name="connsiteX27-3799" fmla="*/ 4599709 w 10460182"/>
                  <a:gd name="connsiteY27-3800" fmla="*/ 568037 h 10487891"/>
                  <a:gd name="connsiteX28-3801" fmla="*/ 5070763 w 10460182"/>
                  <a:gd name="connsiteY28-3802" fmla="*/ 623455 h 10487891"/>
                  <a:gd name="connsiteX29-3803" fmla="*/ 5417127 w 10460182"/>
                  <a:gd name="connsiteY29-3804" fmla="*/ 637309 h 10487891"/>
                  <a:gd name="connsiteX30-3805" fmla="*/ 5680363 w 10460182"/>
                  <a:gd name="connsiteY30-3806" fmla="*/ 692727 h 10487891"/>
                  <a:gd name="connsiteX31-3807" fmla="*/ 5860472 w 10460182"/>
                  <a:gd name="connsiteY31-3808" fmla="*/ 360218 h 10487891"/>
                  <a:gd name="connsiteX32-3809" fmla="*/ 6123709 w 10460182"/>
                  <a:gd name="connsiteY32-3810" fmla="*/ 401782 h 10487891"/>
                  <a:gd name="connsiteX33-3811" fmla="*/ 6594763 w 10460182"/>
                  <a:gd name="connsiteY33-3812" fmla="*/ 263237 h 10487891"/>
                  <a:gd name="connsiteX34-3813" fmla="*/ 6761018 w 10460182"/>
                  <a:gd name="connsiteY34-3814" fmla="*/ 207818 h 10487891"/>
                  <a:gd name="connsiteX35-3815" fmla="*/ 7038109 w 10460182"/>
                  <a:gd name="connsiteY35-3816" fmla="*/ 277091 h 10487891"/>
                  <a:gd name="connsiteX36-3817" fmla="*/ 7232072 w 10460182"/>
                  <a:gd name="connsiteY36-3818" fmla="*/ 96982 h 10487891"/>
                  <a:gd name="connsiteX37-3819" fmla="*/ 7356763 w 10460182"/>
                  <a:gd name="connsiteY37-3820" fmla="*/ 0 h 10487891"/>
                  <a:gd name="connsiteX38-3821" fmla="*/ 7606145 w 10460182"/>
                  <a:gd name="connsiteY38-3822" fmla="*/ 83127 h 10487891"/>
                  <a:gd name="connsiteX39-3823" fmla="*/ 7910945 w 10460182"/>
                  <a:gd name="connsiteY39-3824" fmla="*/ 207818 h 10487891"/>
                  <a:gd name="connsiteX40-3825" fmla="*/ 8312727 w 10460182"/>
                  <a:gd name="connsiteY40-3826" fmla="*/ 138546 h 10487891"/>
                  <a:gd name="connsiteX41-3827" fmla="*/ 8672945 w 10460182"/>
                  <a:gd name="connsiteY41-3828" fmla="*/ 443346 h 10487891"/>
                  <a:gd name="connsiteX42-3829" fmla="*/ 8908472 w 10460182"/>
                  <a:gd name="connsiteY42-3830" fmla="*/ 623455 h 10487891"/>
                  <a:gd name="connsiteX43-3831" fmla="*/ 9088582 w 10460182"/>
                  <a:gd name="connsiteY43-3832" fmla="*/ 526473 h 10487891"/>
                  <a:gd name="connsiteX44-3833" fmla="*/ 9351818 w 10460182"/>
                  <a:gd name="connsiteY44-3834" fmla="*/ 471055 h 10487891"/>
                  <a:gd name="connsiteX45-3835" fmla="*/ 9518072 w 10460182"/>
                  <a:gd name="connsiteY45-3836" fmla="*/ 498764 h 10487891"/>
                  <a:gd name="connsiteX46-3837" fmla="*/ 9698182 w 10460182"/>
                  <a:gd name="connsiteY46-3838" fmla="*/ 526473 h 10487891"/>
                  <a:gd name="connsiteX47-3839" fmla="*/ 10002982 w 10460182"/>
                  <a:gd name="connsiteY47-3840" fmla="*/ 872837 h 10487891"/>
                  <a:gd name="connsiteX48-3841" fmla="*/ 10238509 w 10460182"/>
                  <a:gd name="connsiteY48-3842" fmla="*/ 1066800 h 10487891"/>
                  <a:gd name="connsiteX49-3843" fmla="*/ 10224654 w 10460182"/>
                  <a:gd name="connsiteY49-3844" fmla="*/ 1330037 h 10487891"/>
                  <a:gd name="connsiteX50-3845" fmla="*/ 10238509 w 10460182"/>
                  <a:gd name="connsiteY50-3846" fmla="*/ 1524000 h 10487891"/>
                  <a:gd name="connsiteX51-3847" fmla="*/ 10280072 w 10460182"/>
                  <a:gd name="connsiteY51-3848" fmla="*/ 1648691 h 10487891"/>
                  <a:gd name="connsiteX52-3849" fmla="*/ 10460182 w 10460182"/>
                  <a:gd name="connsiteY52-3850" fmla="*/ 1884218 h 10487891"/>
                  <a:gd name="connsiteX53-3851" fmla="*/ 10099963 w 10460182"/>
                  <a:gd name="connsiteY53-3852" fmla="*/ 2341418 h 10487891"/>
                  <a:gd name="connsiteX54-3853" fmla="*/ 9781309 w 10460182"/>
                  <a:gd name="connsiteY54-3854" fmla="*/ 2576946 h 10487891"/>
                  <a:gd name="connsiteX55-3855" fmla="*/ 9601200 w 10460182"/>
                  <a:gd name="connsiteY55-3856" fmla="*/ 3505200 h 10487891"/>
                  <a:gd name="connsiteX56-3857" fmla="*/ 9601200 w 10460182"/>
                  <a:gd name="connsiteY56-3858" fmla="*/ 3796146 h 10487891"/>
                  <a:gd name="connsiteX57-3859" fmla="*/ 9365672 w 10460182"/>
                  <a:gd name="connsiteY57-3860" fmla="*/ 3990109 h 10487891"/>
                  <a:gd name="connsiteX58-3861" fmla="*/ 9310254 w 10460182"/>
                  <a:gd name="connsiteY58-3862" fmla="*/ 4156364 h 10487891"/>
                  <a:gd name="connsiteX59-3863" fmla="*/ 9199418 w 10460182"/>
                  <a:gd name="connsiteY59-3864" fmla="*/ 4364182 h 10487891"/>
                  <a:gd name="connsiteX60-3865" fmla="*/ 9268691 w 10460182"/>
                  <a:gd name="connsiteY60-3866" fmla="*/ 4530437 h 10487891"/>
                  <a:gd name="connsiteX61-3867" fmla="*/ 9337963 w 10460182"/>
                  <a:gd name="connsiteY61-3868" fmla="*/ 4738255 h 10487891"/>
                  <a:gd name="connsiteX62-3869" fmla="*/ 9421091 w 10460182"/>
                  <a:gd name="connsiteY62-3870" fmla="*/ 4987637 h 10487891"/>
                  <a:gd name="connsiteX63-3871" fmla="*/ 9434945 w 10460182"/>
                  <a:gd name="connsiteY63-3872" fmla="*/ 5292437 h 10487891"/>
                  <a:gd name="connsiteX64-3873" fmla="*/ 9462654 w 10460182"/>
                  <a:gd name="connsiteY64-3874" fmla="*/ 5694218 h 10487891"/>
                  <a:gd name="connsiteX65-3875" fmla="*/ 9587345 w 10460182"/>
                  <a:gd name="connsiteY65-3876" fmla="*/ 6054437 h 10487891"/>
                  <a:gd name="connsiteX66-3877" fmla="*/ 9545782 w 10460182"/>
                  <a:gd name="connsiteY66-3878" fmla="*/ 6456218 h 10487891"/>
                  <a:gd name="connsiteX67-3879" fmla="*/ 9933709 w 10460182"/>
                  <a:gd name="connsiteY67-3880" fmla="*/ 6941127 h 10487891"/>
                  <a:gd name="connsiteX68-3881" fmla="*/ 10113818 w 10460182"/>
                  <a:gd name="connsiteY68-3882" fmla="*/ 7287491 h 10487891"/>
                  <a:gd name="connsiteX69-3883" fmla="*/ 10252363 w 10460182"/>
                  <a:gd name="connsiteY69-3884" fmla="*/ 7620000 h 10487891"/>
                  <a:gd name="connsiteX70-3885" fmla="*/ 9670472 w 10460182"/>
                  <a:gd name="connsiteY70-3886" fmla="*/ 7620000 h 10487891"/>
                  <a:gd name="connsiteX71-3887" fmla="*/ 9337963 w 10460182"/>
                  <a:gd name="connsiteY71-3888" fmla="*/ 7730837 h 10487891"/>
                  <a:gd name="connsiteX72-3889" fmla="*/ 9102436 w 10460182"/>
                  <a:gd name="connsiteY72-3890" fmla="*/ 7869382 h 10487891"/>
                  <a:gd name="connsiteX73-3891" fmla="*/ 9019309 w 10460182"/>
                  <a:gd name="connsiteY73-3892" fmla="*/ 8077200 h 10487891"/>
                  <a:gd name="connsiteX74-3893" fmla="*/ 8936182 w 10460182"/>
                  <a:gd name="connsiteY74-3894" fmla="*/ 8174182 h 10487891"/>
                  <a:gd name="connsiteX75-3895" fmla="*/ 8991600 w 10460182"/>
                  <a:gd name="connsiteY75-3896" fmla="*/ 8603673 h 10487891"/>
                  <a:gd name="connsiteX76-3897" fmla="*/ 8963891 w 10460182"/>
                  <a:gd name="connsiteY76-3898" fmla="*/ 8811491 h 10487891"/>
                  <a:gd name="connsiteX77-3899" fmla="*/ 8991600 w 10460182"/>
                  <a:gd name="connsiteY77-3900" fmla="*/ 9047018 h 10487891"/>
                  <a:gd name="connsiteX78-3901" fmla="*/ 8894618 w 10460182"/>
                  <a:gd name="connsiteY78-3902" fmla="*/ 9351818 h 10487891"/>
                  <a:gd name="connsiteX79-3903" fmla="*/ 8922327 w 10460182"/>
                  <a:gd name="connsiteY79-3904" fmla="*/ 9615055 h 10487891"/>
                  <a:gd name="connsiteX80-3905" fmla="*/ 9144000 w 10460182"/>
                  <a:gd name="connsiteY80-3906" fmla="*/ 9781309 h 10487891"/>
                  <a:gd name="connsiteX81-3907" fmla="*/ 9337963 w 10460182"/>
                  <a:gd name="connsiteY81-3908" fmla="*/ 9947564 h 10487891"/>
                  <a:gd name="connsiteX82-3909" fmla="*/ 9504218 w 10460182"/>
                  <a:gd name="connsiteY82-3910" fmla="*/ 9850582 h 10487891"/>
                  <a:gd name="connsiteX83-3911" fmla="*/ 9615054 w 10460182"/>
                  <a:gd name="connsiteY83-3912" fmla="*/ 9767455 h 10487891"/>
                  <a:gd name="connsiteX84-3913" fmla="*/ 9698182 w 10460182"/>
                  <a:gd name="connsiteY84-3914" fmla="*/ 9795164 h 10487891"/>
                  <a:gd name="connsiteX85-3915" fmla="*/ 9684327 w 10460182"/>
                  <a:gd name="connsiteY85-3916" fmla="*/ 10335491 h 10487891"/>
                  <a:gd name="connsiteX86-3917" fmla="*/ 9490363 w 10460182"/>
                  <a:gd name="connsiteY86-3918" fmla="*/ 10487891 h 10487891"/>
                  <a:gd name="connsiteX87-3919" fmla="*/ 9310254 w 10460182"/>
                  <a:gd name="connsiteY87-3920" fmla="*/ 10474037 h 10487891"/>
                  <a:gd name="connsiteX88-3921" fmla="*/ 9227127 w 10460182"/>
                  <a:gd name="connsiteY88-3922" fmla="*/ 10321637 h 10487891"/>
                  <a:gd name="connsiteX89-3923" fmla="*/ 9033163 w 10460182"/>
                  <a:gd name="connsiteY89-3924" fmla="*/ 10072255 h 10487891"/>
                  <a:gd name="connsiteX90-3925" fmla="*/ 8825345 w 10460182"/>
                  <a:gd name="connsiteY90-3926" fmla="*/ 9892146 h 10487891"/>
                  <a:gd name="connsiteX91-3927" fmla="*/ 8534400 w 10460182"/>
                  <a:gd name="connsiteY91-3928" fmla="*/ 9781309 h 10487891"/>
                  <a:gd name="connsiteX92-3929" fmla="*/ 8423563 w 10460182"/>
                  <a:gd name="connsiteY92-3930" fmla="*/ 9725891 h 10487891"/>
                  <a:gd name="connsiteX93-3931" fmla="*/ 8285018 w 10460182"/>
                  <a:gd name="connsiteY93-3932" fmla="*/ 9559637 h 10487891"/>
                  <a:gd name="connsiteX94-3933" fmla="*/ 8257309 w 10460182"/>
                  <a:gd name="connsiteY94-3934" fmla="*/ 9421091 h 10487891"/>
                  <a:gd name="connsiteX95-3935" fmla="*/ 8146472 w 10460182"/>
                  <a:gd name="connsiteY95-3936" fmla="*/ 9434946 h 10487891"/>
                  <a:gd name="connsiteX96-3937" fmla="*/ 8091054 w 10460182"/>
                  <a:gd name="connsiteY96-3938" fmla="*/ 9656618 h 10487891"/>
                  <a:gd name="connsiteX97-3939" fmla="*/ 7744691 w 10460182"/>
                  <a:gd name="connsiteY97-3940" fmla="*/ 9559637 h 10487891"/>
                  <a:gd name="connsiteX98-3941" fmla="*/ 7536872 w 10460182"/>
                  <a:gd name="connsiteY98-3942" fmla="*/ 9573491 h 10487891"/>
                  <a:gd name="connsiteX99-3943" fmla="*/ 7481454 w 10460182"/>
                  <a:gd name="connsiteY99-3944" fmla="*/ 9504218 h 10487891"/>
                  <a:gd name="connsiteX100-3945" fmla="*/ 7439891 w 10460182"/>
                  <a:gd name="connsiteY100-3946" fmla="*/ 9240982 h 10487891"/>
                  <a:gd name="connsiteX101-3947" fmla="*/ 7356763 w 10460182"/>
                  <a:gd name="connsiteY101-3948" fmla="*/ 9434946 h 10487891"/>
                  <a:gd name="connsiteX102-3949" fmla="*/ 7287491 w 10460182"/>
                  <a:gd name="connsiteY102-3950" fmla="*/ 9421091 h 10487891"/>
                  <a:gd name="connsiteX103-3951" fmla="*/ 7232072 w 10460182"/>
                  <a:gd name="connsiteY103-3952" fmla="*/ 9185564 h 10487891"/>
                  <a:gd name="connsiteX104-3953" fmla="*/ 6954982 w 10460182"/>
                  <a:gd name="connsiteY104-3954" fmla="*/ 9268691 h 10487891"/>
                  <a:gd name="connsiteX105-3955" fmla="*/ 6705600 w 10460182"/>
                  <a:gd name="connsiteY105-3956" fmla="*/ 9310255 h 10487891"/>
                  <a:gd name="connsiteX106-3957" fmla="*/ 6705600 w 10460182"/>
                  <a:gd name="connsiteY106-3958" fmla="*/ 9116291 h 10487891"/>
                  <a:gd name="connsiteX107-3959" fmla="*/ 6511636 w 10460182"/>
                  <a:gd name="connsiteY107-3960" fmla="*/ 9033164 h 10487891"/>
                  <a:gd name="connsiteX108-3961" fmla="*/ 6428509 w 10460182"/>
                  <a:gd name="connsiteY108-3962" fmla="*/ 9033164 h 10487891"/>
                  <a:gd name="connsiteX109-3963" fmla="*/ 6289963 w 10460182"/>
                  <a:gd name="connsiteY109-3964" fmla="*/ 9074727 h 10487891"/>
                  <a:gd name="connsiteX110-3965" fmla="*/ 6234545 w 10460182"/>
                  <a:gd name="connsiteY110-3966" fmla="*/ 9047018 h 10487891"/>
                  <a:gd name="connsiteX111-3967" fmla="*/ 5971309 w 10460182"/>
                  <a:gd name="connsiteY111-3968" fmla="*/ 9116291 h 10487891"/>
                  <a:gd name="connsiteX112-3969" fmla="*/ 5749636 w 10460182"/>
                  <a:gd name="connsiteY112-3970" fmla="*/ 9130146 h 10487891"/>
                  <a:gd name="connsiteX113-3971" fmla="*/ 5638800 w 10460182"/>
                  <a:gd name="connsiteY113-3972" fmla="*/ 9130146 h 10487891"/>
                  <a:gd name="connsiteX114-3973" fmla="*/ 5507415 w 10460182"/>
                  <a:gd name="connsiteY114-3974" fmla="*/ 9207202 h 10487891"/>
                  <a:gd name="connsiteX115-3975" fmla="*/ 5541818 w 10460182"/>
                  <a:gd name="connsiteY115-3976" fmla="*/ 8950037 h 10487891"/>
                  <a:gd name="connsiteX116-3977" fmla="*/ 5521269 w 10460182"/>
                  <a:gd name="connsiteY116-3978" fmla="*/ 8714042 h 10487891"/>
                  <a:gd name="connsiteX117-3979" fmla="*/ 5336024 w 10460182"/>
                  <a:gd name="connsiteY117-3980" fmla="*/ 8412357 h 10487891"/>
                  <a:gd name="connsiteX118-3981" fmla="*/ 5230324 w 10460182"/>
                  <a:gd name="connsiteY118-3982" fmla="*/ 8161885 h 10487891"/>
                  <a:gd name="connsiteX119-3983" fmla="*/ 5317031 w 10460182"/>
                  <a:gd name="connsiteY119-3984" fmla="*/ 7689273 h 10487891"/>
                  <a:gd name="connsiteX120-3985" fmla="*/ 5201059 w 10460182"/>
                  <a:gd name="connsiteY120-3986" fmla="*/ 7399417 h 10487891"/>
                  <a:gd name="connsiteX121-3987" fmla="*/ 5250872 w 10460182"/>
                  <a:gd name="connsiteY121-3988" fmla="*/ 7148946 h 10487891"/>
                  <a:gd name="connsiteX122-3989" fmla="*/ 5245735 w 10460182"/>
                  <a:gd name="connsiteY122-3990" fmla="*/ 7097730 h 10487891"/>
                  <a:gd name="connsiteX123-3991" fmla="*/ 4577603 w 10460182"/>
                  <a:gd name="connsiteY123-3992" fmla="*/ 7093061 h 10487891"/>
                  <a:gd name="connsiteX124-3993" fmla="*/ 4528412 w 10460182"/>
                  <a:gd name="connsiteY124-3994" fmla="*/ 6919645 h 10487891"/>
                  <a:gd name="connsiteX125-3995" fmla="*/ 4038834 w 10460182"/>
                  <a:gd name="connsiteY125-3996" fmla="*/ 6895517 h 10487891"/>
                  <a:gd name="connsiteX126-3997" fmla="*/ 3976254 w 10460182"/>
                  <a:gd name="connsiteY126-3998" fmla="*/ 7148946 h 10487891"/>
                  <a:gd name="connsiteX127-3999" fmla="*/ 3932667 w 10460182"/>
                  <a:gd name="connsiteY127-4000" fmla="*/ 7360344 h 10487891"/>
                  <a:gd name="connsiteX128-4001" fmla="*/ 3910095 w 10460182"/>
                  <a:gd name="connsiteY128-4002" fmla="*/ 7482545 h 10487891"/>
                  <a:gd name="connsiteX129-4003" fmla="*/ 3559528 w 10460182"/>
                  <a:gd name="connsiteY129-4004" fmla="*/ 7476941 h 10487891"/>
                  <a:gd name="connsiteX130-4005" fmla="*/ 3311236 w 10460182"/>
                  <a:gd name="connsiteY130-4006" fmla="*/ 7481455 h 10487891"/>
                  <a:gd name="connsiteX131-4007" fmla="*/ 2895600 w 10460182"/>
                  <a:gd name="connsiteY131-4008" fmla="*/ 7467600 h 10487891"/>
                  <a:gd name="connsiteX132-4009" fmla="*/ 2784763 w 10460182"/>
                  <a:gd name="connsiteY132-4010" fmla="*/ 7218218 h 10487891"/>
                  <a:gd name="connsiteX133-4011" fmla="*/ 2604654 w 10460182"/>
                  <a:gd name="connsiteY133-4012" fmla="*/ 6941127 h 10487891"/>
                  <a:gd name="connsiteX134-4013" fmla="*/ 2410691 w 10460182"/>
                  <a:gd name="connsiteY134-4014" fmla="*/ 6442364 h 10487891"/>
                  <a:gd name="connsiteX135-4015" fmla="*/ 2327563 w 10460182"/>
                  <a:gd name="connsiteY135-4016" fmla="*/ 6303818 h 10487891"/>
                  <a:gd name="connsiteX136-4017" fmla="*/ 1662545 w 10460182"/>
                  <a:gd name="connsiteY136-4018" fmla="*/ 6276109 h 10487891"/>
                  <a:gd name="connsiteX137-4019" fmla="*/ 1233054 w 10460182"/>
                  <a:gd name="connsiteY137-4020" fmla="*/ 6276109 h 10487891"/>
                  <a:gd name="connsiteX138-4021" fmla="*/ 1136072 w 10460182"/>
                  <a:gd name="connsiteY138-4022" fmla="*/ 6331527 h 10487891"/>
                  <a:gd name="connsiteX139-4023" fmla="*/ 706582 w 10460182"/>
                  <a:gd name="connsiteY139-4024" fmla="*/ 6289964 h 10487891"/>
                  <a:gd name="connsiteX140-4025" fmla="*/ 318654 w 10460182"/>
                  <a:gd name="connsiteY140-4026" fmla="*/ 6317673 h 10487891"/>
                  <a:gd name="connsiteX141-4027" fmla="*/ 96982 w 10460182"/>
                  <a:gd name="connsiteY141-4028" fmla="*/ 6470073 h 10487891"/>
                  <a:gd name="connsiteX142-4029" fmla="*/ 0 w 10460182"/>
                  <a:gd name="connsiteY142-4030" fmla="*/ 6373091 h 10487891"/>
                  <a:gd name="connsiteX143-4031" fmla="*/ 83127 w 10460182"/>
                  <a:gd name="connsiteY143-4032" fmla="*/ 6317673 h 10487891"/>
                  <a:gd name="connsiteX0-4033" fmla="*/ 83127 w 10460182"/>
                  <a:gd name="connsiteY0-4034" fmla="*/ 6317673 h 10487891"/>
                  <a:gd name="connsiteX1-4035" fmla="*/ 96982 w 10460182"/>
                  <a:gd name="connsiteY1-4036" fmla="*/ 5874327 h 10487891"/>
                  <a:gd name="connsiteX2-4037" fmla="*/ 401782 w 10460182"/>
                  <a:gd name="connsiteY2-4038" fmla="*/ 5611091 h 10487891"/>
                  <a:gd name="connsiteX3-4039" fmla="*/ 651163 w 10460182"/>
                  <a:gd name="connsiteY3-4040" fmla="*/ 5749637 h 10487891"/>
                  <a:gd name="connsiteX4-4041" fmla="*/ 858982 w 10460182"/>
                  <a:gd name="connsiteY4-4042" fmla="*/ 5583382 h 10487891"/>
                  <a:gd name="connsiteX5-4043" fmla="*/ 997527 w 10460182"/>
                  <a:gd name="connsiteY5-4044" fmla="*/ 5430982 h 10487891"/>
                  <a:gd name="connsiteX6-4045" fmla="*/ 1080654 w 10460182"/>
                  <a:gd name="connsiteY6-4046" fmla="*/ 5514109 h 10487891"/>
                  <a:gd name="connsiteX7-4047" fmla="*/ 1191491 w 10460182"/>
                  <a:gd name="connsiteY7-4048" fmla="*/ 5791200 h 10487891"/>
                  <a:gd name="connsiteX8-4049" fmla="*/ 1510145 w 10460182"/>
                  <a:gd name="connsiteY8-4050" fmla="*/ 5624946 h 10487891"/>
                  <a:gd name="connsiteX9-4051" fmla="*/ 1731818 w 10460182"/>
                  <a:gd name="connsiteY9-4052" fmla="*/ 5375564 h 10487891"/>
                  <a:gd name="connsiteX10-4053" fmla="*/ 2022763 w 10460182"/>
                  <a:gd name="connsiteY10-4054" fmla="*/ 5140037 h 10487891"/>
                  <a:gd name="connsiteX11-4055" fmla="*/ 2119745 w 10460182"/>
                  <a:gd name="connsiteY11-4056" fmla="*/ 4710546 h 10487891"/>
                  <a:gd name="connsiteX12-4057" fmla="*/ 2133600 w 10460182"/>
                  <a:gd name="connsiteY12-4058" fmla="*/ 4308764 h 10487891"/>
                  <a:gd name="connsiteX13-4059" fmla="*/ 2355272 w 10460182"/>
                  <a:gd name="connsiteY13-4060" fmla="*/ 3934691 h 10487891"/>
                  <a:gd name="connsiteX14-4061" fmla="*/ 2715491 w 10460182"/>
                  <a:gd name="connsiteY14-4062" fmla="*/ 3532909 h 10487891"/>
                  <a:gd name="connsiteX15-4063" fmla="*/ 2978727 w 10460182"/>
                  <a:gd name="connsiteY15-4064" fmla="*/ 3338946 h 10487891"/>
                  <a:gd name="connsiteX16-4065" fmla="*/ 3006436 w 10460182"/>
                  <a:gd name="connsiteY16-4066" fmla="*/ 2895600 h 10487891"/>
                  <a:gd name="connsiteX17-4067" fmla="*/ 3075709 w 10460182"/>
                  <a:gd name="connsiteY17-4068" fmla="*/ 2604655 h 10487891"/>
                  <a:gd name="connsiteX18-4069" fmla="*/ 3075709 w 10460182"/>
                  <a:gd name="connsiteY18-4070" fmla="*/ 2396837 h 10487891"/>
                  <a:gd name="connsiteX19-4071" fmla="*/ 3214254 w 10460182"/>
                  <a:gd name="connsiteY19-4072" fmla="*/ 2064327 h 10487891"/>
                  <a:gd name="connsiteX20-4073" fmla="*/ 3214254 w 10460182"/>
                  <a:gd name="connsiteY20-4074" fmla="*/ 1773382 h 10487891"/>
                  <a:gd name="connsiteX21-4075" fmla="*/ 3532909 w 10460182"/>
                  <a:gd name="connsiteY21-4076" fmla="*/ 1205346 h 10487891"/>
                  <a:gd name="connsiteX22-4077" fmla="*/ 3463636 w 10460182"/>
                  <a:gd name="connsiteY22-4078" fmla="*/ 831273 h 10487891"/>
                  <a:gd name="connsiteX23-4079" fmla="*/ 3491345 w 10460182"/>
                  <a:gd name="connsiteY23-4080" fmla="*/ 623455 h 10487891"/>
                  <a:gd name="connsiteX24-4081" fmla="*/ 3823854 w 10460182"/>
                  <a:gd name="connsiteY24-4082" fmla="*/ 263237 h 10487891"/>
                  <a:gd name="connsiteX25-4083" fmla="*/ 4017818 w 10460182"/>
                  <a:gd name="connsiteY25-4084" fmla="*/ 138546 h 10487891"/>
                  <a:gd name="connsiteX26-4085" fmla="*/ 4433454 w 10460182"/>
                  <a:gd name="connsiteY26-4086" fmla="*/ 374073 h 10487891"/>
                  <a:gd name="connsiteX27-4087" fmla="*/ 4599709 w 10460182"/>
                  <a:gd name="connsiteY27-4088" fmla="*/ 568037 h 10487891"/>
                  <a:gd name="connsiteX28-4089" fmla="*/ 5070763 w 10460182"/>
                  <a:gd name="connsiteY28-4090" fmla="*/ 623455 h 10487891"/>
                  <a:gd name="connsiteX29-4091" fmla="*/ 5417127 w 10460182"/>
                  <a:gd name="connsiteY29-4092" fmla="*/ 637309 h 10487891"/>
                  <a:gd name="connsiteX30-4093" fmla="*/ 5680363 w 10460182"/>
                  <a:gd name="connsiteY30-4094" fmla="*/ 692727 h 10487891"/>
                  <a:gd name="connsiteX31-4095" fmla="*/ 5860472 w 10460182"/>
                  <a:gd name="connsiteY31-4096" fmla="*/ 360218 h 10487891"/>
                  <a:gd name="connsiteX32-4097" fmla="*/ 6123709 w 10460182"/>
                  <a:gd name="connsiteY32-4098" fmla="*/ 401782 h 10487891"/>
                  <a:gd name="connsiteX33-4099" fmla="*/ 6594763 w 10460182"/>
                  <a:gd name="connsiteY33-4100" fmla="*/ 263237 h 10487891"/>
                  <a:gd name="connsiteX34-4101" fmla="*/ 6761018 w 10460182"/>
                  <a:gd name="connsiteY34-4102" fmla="*/ 207818 h 10487891"/>
                  <a:gd name="connsiteX35-4103" fmla="*/ 7038109 w 10460182"/>
                  <a:gd name="connsiteY35-4104" fmla="*/ 277091 h 10487891"/>
                  <a:gd name="connsiteX36-4105" fmla="*/ 7232072 w 10460182"/>
                  <a:gd name="connsiteY36-4106" fmla="*/ 96982 h 10487891"/>
                  <a:gd name="connsiteX37-4107" fmla="*/ 7356763 w 10460182"/>
                  <a:gd name="connsiteY37-4108" fmla="*/ 0 h 10487891"/>
                  <a:gd name="connsiteX38-4109" fmla="*/ 7606145 w 10460182"/>
                  <a:gd name="connsiteY38-4110" fmla="*/ 83127 h 10487891"/>
                  <a:gd name="connsiteX39-4111" fmla="*/ 7910945 w 10460182"/>
                  <a:gd name="connsiteY39-4112" fmla="*/ 207818 h 10487891"/>
                  <a:gd name="connsiteX40-4113" fmla="*/ 8312727 w 10460182"/>
                  <a:gd name="connsiteY40-4114" fmla="*/ 138546 h 10487891"/>
                  <a:gd name="connsiteX41-4115" fmla="*/ 8672945 w 10460182"/>
                  <a:gd name="connsiteY41-4116" fmla="*/ 443346 h 10487891"/>
                  <a:gd name="connsiteX42-4117" fmla="*/ 8908472 w 10460182"/>
                  <a:gd name="connsiteY42-4118" fmla="*/ 623455 h 10487891"/>
                  <a:gd name="connsiteX43-4119" fmla="*/ 9088582 w 10460182"/>
                  <a:gd name="connsiteY43-4120" fmla="*/ 526473 h 10487891"/>
                  <a:gd name="connsiteX44-4121" fmla="*/ 9351818 w 10460182"/>
                  <a:gd name="connsiteY44-4122" fmla="*/ 471055 h 10487891"/>
                  <a:gd name="connsiteX45-4123" fmla="*/ 9518072 w 10460182"/>
                  <a:gd name="connsiteY45-4124" fmla="*/ 498764 h 10487891"/>
                  <a:gd name="connsiteX46-4125" fmla="*/ 9698182 w 10460182"/>
                  <a:gd name="connsiteY46-4126" fmla="*/ 526473 h 10487891"/>
                  <a:gd name="connsiteX47-4127" fmla="*/ 10002982 w 10460182"/>
                  <a:gd name="connsiteY47-4128" fmla="*/ 872837 h 10487891"/>
                  <a:gd name="connsiteX48-4129" fmla="*/ 10238509 w 10460182"/>
                  <a:gd name="connsiteY48-4130" fmla="*/ 1066800 h 10487891"/>
                  <a:gd name="connsiteX49-4131" fmla="*/ 10224654 w 10460182"/>
                  <a:gd name="connsiteY49-4132" fmla="*/ 1330037 h 10487891"/>
                  <a:gd name="connsiteX50-4133" fmla="*/ 10238509 w 10460182"/>
                  <a:gd name="connsiteY50-4134" fmla="*/ 1524000 h 10487891"/>
                  <a:gd name="connsiteX51-4135" fmla="*/ 10280072 w 10460182"/>
                  <a:gd name="connsiteY51-4136" fmla="*/ 1648691 h 10487891"/>
                  <a:gd name="connsiteX52-4137" fmla="*/ 10460182 w 10460182"/>
                  <a:gd name="connsiteY52-4138" fmla="*/ 1884218 h 10487891"/>
                  <a:gd name="connsiteX53-4139" fmla="*/ 10099963 w 10460182"/>
                  <a:gd name="connsiteY53-4140" fmla="*/ 2341418 h 10487891"/>
                  <a:gd name="connsiteX54-4141" fmla="*/ 9781309 w 10460182"/>
                  <a:gd name="connsiteY54-4142" fmla="*/ 2576946 h 10487891"/>
                  <a:gd name="connsiteX55-4143" fmla="*/ 9601200 w 10460182"/>
                  <a:gd name="connsiteY55-4144" fmla="*/ 3505200 h 10487891"/>
                  <a:gd name="connsiteX56-4145" fmla="*/ 9601200 w 10460182"/>
                  <a:gd name="connsiteY56-4146" fmla="*/ 3796146 h 10487891"/>
                  <a:gd name="connsiteX57-4147" fmla="*/ 9365672 w 10460182"/>
                  <a:gd name="connsiteY57-4148" fmla="*/ 3990109 h 10487891"/>
                  <a:gd name="connsiteX58-4149" fmla="*/ 9310254 w 10460182"/>
                  <a:gd name="connsiteY58-4150" fmla="*/ 4156364 h 10487891"/>
                  <a:gd name="connsiteX59-4151" fmla="*/ 9199418 w 10460182"/>
                  <a:gd name="connsiteY59-4152" fmla="*/ 4364182 h 10487891"/>
                  <a:gd name="connsiteX60-4153" fmla="*/ 9268691 w 10460182"/>
                  <a:gd name="connsiteY60-4154" fmla="*/ 4530437 h 10487891"/>
                  <a:gd name="connsiteX61-4155" fmla="*/ 9337963 w 10460182"/>
                  <a:gd name="connsiteY61-4156" fmla="*/ 4738255 h 10487891"/>
                  <a:gd name="connsiteX62-4157" fmla="*/ 9421091 w 10460182"/>
                  <a:gd name="connsiteY62-4158" fmla="*/ 4987637 h 10487891"/>
                  <a:gd name="connsiteX63-4159" fmla="*/ 9434945 w 10460182"/>
                  <a:gd name="connsiteY63-4160" fmla="*/ 5292437 h 10487891"/>
                  <a:gd name="connsiteX64-4161" fmla="*/ 9462654 w 10460182"/>
                  <a:gd name="connsiteY64-4162" fmla="*/ 5694218 h 10487891"/>
                  <a:gd name="connsiteX65-4163" fmla="*/ 9587345 w 10460182"/>
                  <a:gd name="connsiteY65-4164" fmla="*/ 6054437 h 10487891"/>
                  <a:gd name="connsiteX66-4165" fmla="*/ 9545782 w 10460182"/>
                  <a:gd name="connsiteY66-4166" fmla="*/ 6456218 h 10487891"/>
                  <a:gd name="connsiteX67-4167" fmla="*/ 9933709 w 10460182"/>
                  <a:gd name="connsiteY67-4168" fmla="*/ 6941127 h 10487891"/>
                  <a:gd name="connsiteX68-4169" fmla="*/ 10113818 w 10460182"/>
                  <a:gd name="connsiteY68-4170" fmla="*/ 7287491 h 10487891"/>
                  <a:gd name="connsiteX69-4171" fmla="*/ 10252363 w 10460182"/>
                  <a:gd name="connsiteY69-4172" fmla="*/ 7620000 h 10487891"/>
                  <a:gd name="connsiteX70-4173" fmla="*/ 9670472 w 10460182"/>
                  <a:gd name="connsiteY70-4174" fmla="*/ 7620000 h 10487891"/>
                  <a:gd name="connsiteX71-4175" fmla="*/ 9337963 w 10460182"/>
                  <a:gd name="connsiteY71-4176" fmla="*/ 7730837 h 10487891"/>
                  <a:gd name="connsiteX72-4177" fmla="*/ 9102436 w 10460182"/>
                  <a:gd name="connsiteY72-4178" fmla="*/ 7869382 h 10487891"/>
                  <a:gd name="connsiteX73-4179" fmla="*/ 9019309 w 10460182"/>
                  <a:gd name="connsiteY73-4180" fmla="*/ 8077200 h 10487891"/>
                  <a:gd name="connsiteX74-4181" fmla="*/ 8936182 w 10460182"/>
                  <a:gd name="connsiteY74-4182" fmla="*/ 8174182 h 10487891"/>
                  <a:gd name="connsiteX75-4183" fmla="*/ 8991600 w 10460182"/>
                  <a:gd name="connsiteY75-4184" fmla="*/ 8603673 h 10487891"/>
                  <a:gd name="connsiteX76-4185" fmla="*/ 8963891 w 10460182"/>
                  <a:gd name="connsiteY76-4186" fmla="*/ 8811491 h 10487891"/>
                  <a:gd name="connsiteX77-4187" fmla="*/ 8991600 w 10460182"/>
                  <a:gd name="connsiteY77-4188" fmla="*/ 9047018 h 10487891"/>
                  <a:gd name="connsiteX78-4189" fmla="*/ 8894618 w 10460182"/>
                  <a:gd name="connsiteY78-4190" fmla="*/ 9351818 h 10487891"/>
                  <a:gd name="connsiteX79-4191" fmla="*/ 8922327 w 10460182"/>
                  <a:gd name="connsiteY79-4192" fmla="*/ 9615055 h 10487891"/>
                  <a:gd name="connsiteX80-4193" fmla="*/ 9144000 w 10460182"/>
                  <a:gd name="connsiteY80-4194" fmla="*/ 9781309 h 10487891"/>
                  <a:gd name="connsiteX81-4195" fmla="*/ 9337963 w 10460182"/>
                  <a:gd name="connsiteY81-4196" fmla="*/ 9947564 h 10487891"/>
                  <a:gd name="connsiteX82-4197" fmla="*/ 9504218 w 10460182"/>
                  <a:gd name="connsiteY82-4198" fmla="*/ 9850582 h 10487891"/>
                  <a:gd name="connsiteX83-4199" fmla="*/ 9615054 w 10460182"/>
                  <a:gd name="connsiteY83-4200" fmla="*/ 9767455 h 10487891"/>
                  <a:gd name="connsiteX84-4201" fmla="*/ 9698182 w 10460182"/>
                  <a:gd name="connsiteY84-4202" fmla="*/ 9795164 h 10487891"/>
                  <a:gd name="connsiteX85-4203" fmla="*/ 9684327 w 10460182"/>
                  <a:gd name="connsiteY85-4204" fmla="*/ 10335491 h 10487891"/>
                  <a:gd name="connsiteX86-4205" fmla="*/ 9490363 w 10460182"/>
                  <a:gd name="connsiteY86-4206" fmla="*/ 10487891 h 10487891"/>
                  <a:gd name="connsiteX87-4207" fmla="*/ 9310254 w 10460182"/>
                  <a:gd name="connsiteY87-4208" fmla="*/ 10474037 h 10487891"/>
                  <a:gd name="connsiteX88-4209" fmla="*/ 9227127 w 10460182"/>
                  <a:gd name="connsiteY88-4210" fmla="*/ 10321637 h 10487891"/>
                  <a:gd name="connsiteX89-4211" fmla="*/ 9033163 w 10460182"/>
                  <a:gd name="connsiteY89-4212" fmla="*/ 10072255 h 10487891"/>
                  <a:gd name="connsiteX90-4213" fmla="*/ 8825345 w 10460182"/>
                  <a:gd name="connsiteY90-4214" fmla="*/ 9892146 h 10487891"/>
                  <a:gd name="connsiteX91-4215" fmla="*/ 8534400 w 10460182"/>
                  <a:gd name="connsiteY91-4216" fmla="*/ 9781309 h 10487891"/>
                  <a:gd name="connsiteX92-4217" fmla="*/ 8423563 w 10460182"/>
                  <a:gd name="connsiteY92-4218" fmla="*/ 9725891 h 10487891"/>
                  <a:gd name="connsiteX93-4219" fmla="*/ 8285018 w 10460182"/>
                  <a:gd name="connsiteY93-4220" fmla="*/ 9559637 h 10487891"/>
                  <a:gd name="connsiteX94-4221" fmla="*/ 8257309 w 10460182"/>
                  <a:gd name="connsiteY94-4222" fmla="*/ 9421091 h 10487891"/>
                  <a:gd name="connsiteX95-4223" fmla="*/ 8146472 w 10460182"/>
                  <a:gd name="connsiteY95-4224" fmla="*/ 9434946 h 10487891"/>
                  <a:gd name="connsiteX96-4225" fmla="*/ 8091054 w 10460182"/>
                  <a:gd name="connsiteY96-4226" fmla="*/ 9656618 h 10487891"/>
                  <a:gd name="connsiteX97-4227" fmla="*/ 7744691 w 10460182"/>
                  <a:gd name="connsiteY97-4228" fmla="*/ 9559637 h 10487891"/>
                  <a:gd name="connsiteX98-4229" fmla="*/ 7536872 w 10460182"/>
                  <a:gd name="connsiteY98-4230" fmla="*/ 9573491 h 10487891"/>
                  <a:gd name="connsiteX99-4231" fmla="*/ 7481454 w 10460182"/>
                  <a:gd name="connsiteY99-4232" fmla="*/ 9504218 h 10487891"/>
                  <a:gd name="connsiteX100-4233" fmla="*/ 7439891 w 10460182"/>
                  <a:gd name="connsiteY100-4234" fmla="*/ 9240982 h 10487891"/>
                  <a:gd name="connsiteX101-4235" fmla="*/ 7356763 w 10460182"/>
                  <a:gd name="connsiteY101-4236" fmla="*/ 9434946 h 10487891"/>
                  <a:gd name="connsiteX102-4237" fmla="*/ 7287491 w 10460182"/>
                  <a:gd name="connsiteY102-4238" fmla="*/ 9421091 h 10487891"/>
                  <a:gd name="connsiteX103-4239" fmla="*/ 7232072 w 10460182"/>
                  <a:gd name="connsiteY103-4240" fmla="*/ 9185564 h 10487891"/>
                  <a:gd name="connsiteX104-4241" fmla="*/ 6954982 w 10460182"/>
                  <a:gd name="connsiteY104-4242" fmla="*/ 9268691 h 10487891"/>
                  <a:gd name="connsiteX105-4243" fmla="*/ 6705600 w 10460182"/>
                  <a:gd name="connsiteY105-4244" fmla="*/ 9310255 h 10487891"/>
                  <a:gd name="connsiteX106-4245" fmla="*/ 6705600 w 10460182"/>
                  <a:gd name="connsiteY106-4246" fmla="*/ 9116291 h 10487891"/>
                  <a:gd name="connsiteX107-4247" fmla="*/ 6511636 w 10460182"/>
                  <a:gd name="connsiteY107-4248" fmla="*/ 9033164 h 10487891"/>
                  <a:gd name="connsiteX108-4249" fmla="*/ 6428509 w 10460182"/>
                  <a:gd name="connsiteY108-4250" fmla="*/ 9033164 h 10487891"/>
                  <a:gd name="connsiteX109-4251" fmla="*/ 6289963 w 10460182"/>
                  <a:gd name="connsiteY109-4252" fmla="*/ 9074727 h 10487891"/>
                  <a:gd name="connsiteX110-4253" fmla="*/ 6234545 w 10460182"/>
                  <a:gd name="connsiteY110-4254" fmla="*/ 9047018 h 10487891"/>
                  <a:gd name="connsiteX111-4255" fmla="*/ 5971309 w 10460182"/>
                  <a:gd name="connsiteY111-4256" fmla="*/ 9116291 h 10487891"/>
                  <a:gd name="connsiteX112-4257" fmla="*/ 5749636 w 10460182"/>
                  <a:gd name="connsiteY112-4258" fmla="*/ 9130146 h 10487891"/>
                  <a:gd name="connsiteX113-4259" fmla="*/ 5638800 w 10460182"/>
                  <a:gd name="connsiteY113-4260" fmla="*/ 9130146 h 10487891"/>
                  <a:gd name="connsiteX114-4261" fmla="*/ 5507415 w 10460182"/>
                  <a:gd name="connsiteY114-4262" fmla="*/ 9207202 h 10487891"/>
                  <a:gd name="connsiteX115-4263" fmla="*/ 5505859 w 10460182"/>
                  <a:gd name="connsiteY115-4264" fmla="*/ 8950037 h 10487891"/>
                  <a:gd name="connsiteX116-4265" fmla="*/ 5521269 w 10460182"/>
                  <a:gd name="connsiteY116-4266" fmla="*/ 8714042 h 10487891"/>
                  <a:gd name="connsiteX117-4267" fmla="*/ 5336024 w 10460182"/>
                  <a:gd name="connsiteY117-4268" fmla="*/ 8412357 h 10487891"/>
                  <a:gd name="connsiteX118-4269" fmla="*/ 5230324 w 10460182"/>
                  <a:gd name="connsiteY118-4270" fmla="*/ 8161885 h 10487891"/>
                  <a:gd name="connsiteX119-4271" fmla="*/ 5317031 w 10460182"/>
                  <a:gd name="connsiteY119-4272" fmla="*/ 7689273 h 10487891"/>
                  <a:gd name="connsiteX120-4273" fmla="*/ 5201059 w 10460182"/>
                  <a:gd name="connsiteY120-4274" fmla="*/ 7399417 h 10487891"/>
                  <a:gd name="connsiteX121-4275" fmla="*/ 5250872 w 10460182"/>
                  <a:gd name="connsiteY121-4276" fmla="*/ 7148946 h 10487891"/>
                  <a:gd name="connsiteX122-4277" fmla="*/ 5245735 w 10460182"/>
                  <a:gd name="connsiteY122-4278" fmla="*/ 7097730 h 10487891"/>
                  <a:gd name="connsiteX123-4279" fmla="*/ 4577603 w 10460182"/>
                  <a:gd name="connsiteY123-4280" fmla="*/ 7093061 h 10487891"/>
                  <a:gd name="connsiteX124-4281" fmla="*/ 4528412 w 10460182"/>
                  <a:gd name="connsiteY124-4282" fmla="*/ 6919645 h 10487891"/>
                  <a:gd name="connsiteX125-4283" fmla="*/ 4038834 w 10460182"/>
                  <a:gd name="connsiteY125-4284" fmla="*/ 6895517 h 10487891"/>
                  <a:gd name="connsiteX126-4285" fmla="*/ 3976254 w 10460182"/>
                  <a:gd name="connsiteY126-4286" fmla="*/ 7148946 h 10487891"/>
                  <a:gd name="connsiteX127-4287" fmla="*/ 3932667 w 10460182"/>
                  <a:gd name="connsiteY127-4288" fmla="*/ 7360344 h 10487891"/>
                  <a:gd name="connsiteX128-4289" fmla="*/ 3910095 w 10460182"/>
                  <a:gd name="connsiteY128-4290" fmla="*/ 7482545 h 10487891"/>
                  <a:gd name="connsiteX129-4291" fmla="*/ 3559528 w 10460182"/>
                  <a:gd name="connsiteY129-4292" fmla="*/ 7476941 h 10487891"/>
                  <a:gd name="connsiteX130-4293" fmla="*/ 3311236 w 10460182"/>
                  <a:gd name="connsiteY130-4294" fmla="*/ 7481455 h 10487891"/>
                  <a:gd name="connsiteX131-4295" fmla="*/ 2895600 w 10460182"/>
                  <a:gd name="connsiteY131-4296" fmla="*/ 7467600 h 10487891"/>
                  <a:gd name="connsiteX132-4297" fmla="*/ 2784763 w 10460182"/>
                  <a:gd name="connsiteY132-4298" fmla="*/ 7218218 h 10487891"/>
                  <a:gd name="connsiteX133-4299" fmla="*/ 2604654 w 10460182"/>
                  <a:gd name="connsiteY133-4300" fmla="*/ 6941127 h 10487891"/>
                  <a:gd name="connsiteX134-4301" fmla="*/ 2410691 w 10460182"/>
                  <a:gd name="connsiteY134-4302" fmla="*/ 6442364 h 10487891"/>
                  <a:gd name="connsiteX135-4303" fmla="*/ 2327563 w 10460182"/>
                  <a:gd name="connsiteY135-4304" fmla="*/ 6303818 h 10487891"/>
                  <a:gd name="connsiteX136-4305" fmla="*/ 1662545 w 10460182"/>
                  <a:gd name="connsiteY136-4306" fmla="*/ 6276109 h 10487891"/>
                  <a:gd name="connsiteX137-4307" fmla="*/ 1233054 w 10460182"/>
                  <a:gd name="connsiteY137-4308" fmla="*/ 6276109 h 10487891"/>
                  <a:gd name="connsiteX138-4309" fmla="*/ 1136072 w 10460182"/>
                  <a:gd name="connsiteY138-4310" fmla="*/ 6331527 h 10487891"/>
                  <a:gd name="connsiteX139-4311" fmla="*/ 706582 w 10460182"/>
                  <a:gd name="connsiteY139-4312" fmla="*/ 6289964 h 10487891"/>
                  <a:gd name="connsiteX140-4313" fmla="*/ 318654 w 10460182"/>
                  <a:gd name="connsiteY140-4314" fmla="*/ 6317673 h 10487891"/>
                  <a:gd name="connsiteX141-4315" fmla="*/ 96982 w 10460182"/>
                  <a:gd name="connsiteY141-4316" fmla="*/ 6470073 h 10487891"/>
                  <a:gd name="connsiteX142-4317" fmla="*/ 0 w 10460182"/>
                  <a:gd name="connsiteY142-4318" fmla="*/ 6373091 h 10487891"/>
                  <a:gd name="connsiteX143-4319" fmla="*/ 83127 w 10460182"/>
                  <a:gd name="connsiteY143-4320" fmla="*/ 6317673 h 10487891"/>
                  <a:gd name="connsiteX0-4321" fmla="*/ 83127 w 10460182"/>
                  <a:gd name="connsiteY0-4322" fmla="*/ 6317673 h 10487891"/>
                  <a:gd name="connsiteX1-4323" fmla="*/ 96982 w 10460182"/>
                  <a:gd name="connsiteY1-4324" fmla="*/ 5874327 h 10487891"/>
                  <a:gd name="connsiteX2-4325" fmla="*/ 401782 w 10460182"/>
                  <a:gd name="connsiteY2-4326" fmla="*/ 5611091 h 10487891"/>
                  <a:gd name="connsiteX3-4327" fmla="*/ 651163 w 10460182"/>
                  <a:gd name="connsiteY3-4328" fmla="*/ 5749637 h 10487891"/>
                  <a:gd name="connsiteX4-4329" fmla="*/ 858982 w 10460182"/>
                  <a:gd name="connsiteY4-4330" fmla="*/ 5583382 h 10487891"/>
                  <a:gd name="connsiteX5-4331" fmla="*/ 997527 w 10460182"/>
                  <a:gd name="connsiteY5-4332" fmla="*/ 5430982 h 10487891"/>
                  <a:gd name="connsiteX6-4333" fmla="*/ 1080654 w 10460182"/>
                  <a:gd name="connsiteY6-4334" fmla="*/ 5514109 h 10487891"/>
                  <a:gd name="connsiteX7-4335" fmla="*/ 1191491 w 10460182"/>
                  <a:gd name="connsiteY7-4336" fmla="*/ 5791200 h 10487891"/>
                  <a:gd name="connsiteX8-4337" fmla="*/ 1510145 w 10460182"/>
                  <a:gd name="connsiteY8-4338" fmla="*/ 5624946 h 10487891"/>
                  <a:gd name="connsiteX9-4339" fmla="*/ 1731818 w 10460182"/>
                  <a:gd name="connsiteY9-4340" fmla="*/ 5375564 h 10487891"/>
                  <a:gd name="connsiteX10-4341" fmla="*/ 2022763 w 10460182"/>
                  <a:gd name="connsiteY10-4342" fmla="*/ 5140037 h 10487891"/>
                  <a:gd name="connsiteX11-4343" fmla="*/ 2119745 w 10460182"/>
                  <a:gd name="connsiteY11-4344" fmla="*/ 4710546 h 10487891"/>
                  <a:gd name="connsiteX12-4345" fmla="*/ 2133600 w 10460182"/>
                  <a:gd name="connsiteY12-4346" fmla="*/ 4308764 h 10487891"/>
                  <a:gd name="connsiteX13-4347" fmla="*/ 2355272 w 10460182"/>
                  <a:gd name="connsiteY13-4348" fmla="*/ 3934691 h 10487891"/>
                  <a:gd name="connsiteX14-4349" fmla="*/ 2715491 w 10460182"/>
                  <a:gd name="connsiteY14-4350" fmla="*/ 3532909 h 10487891"/>
                  <a:gd name="connsiteX15-4351" fmla="*/ 2978727 w 10460182"/>
                  <a:gd name="connsiteY15-4352" fmla="*/ 3338946 h 10487891"/>
                  <a:gd name="connsiteX16-4353" fmla="*/ 3006436 w 10460182"/>
                  <a:gd name="connsiteY16-4354" fmla="*/ 2895600 h 10487891"/>
                  <a:gd name="connsiteX17-4355" fmla="*/ 3075709 w 10460182"/>
                  <a:gd name="connsiteY17-4356" fmla="*/ 2604655 h 10487891"/>
                  <a:gd name="connsiteX18-4357" fmla="*/ 3075709 w 10460182"/>
                  <a:gd name="connsiteY18-4358" fmla="*/ 2396837 h 10487891"/>
                  <a:gd name="connsiteX19-4359" fmla="*/ 3214254 w 10460182"/>
                  <a:gd name="connsiteY19-4360" fmla="*/ 2064327 h 10487891"/>
                  <a:gd name="connsiteX20-4361" fmla="*/ 3214254 w 10460182"/>
                  <a:gd name="connsiteY20-4362" fmla="*/ 1773382 h 10487891"/>
                  <a:gd name="connsiteX21-4363" fmla="*/ 3532909 w 10460182"/>
                  <a:gd name="connsiteY21-4364" fmla="*/ 1205346 h 10487891"/>
                  <a:gd name="connsiteX22-4365" fmla="*/ 3463636 w 10460182"/>
                  <a:gd name="connsiteY22-4366" fmla="*/ 831273 h 10487891"/>
                  <a:gd name="connsiteX23-4367" fmla="*/ 3491345 w 10460182"/>
                  <a:gd name="connsiteY23-4368" fmla="*/ 623455 h 10487891"/>
                  <a:gd name="connsiteX24-4369" fmla="*/ 3823854 w 10460182"/>
                  <a:gd name="connsiteY24-4370" fmla="*/ 263237 h 10487891"/>
                  <a:gd name="connsiteX25-4371" fmla="*/ 4017818 w 10460182"/>
                  <a:gd name="connsiteY25-4372" fmla="*/ 138546 h 10487891"/>
                  <a:gd name="connsiteX26-4373" fmla="*/ 4433454 w 10460182"/>
                  <a:gd name="connsiteY26-4374" fmla="*/ 374073 h 10487891"/>
                  <a:gd name="connsiteX27-4375" fmla="*/ 4599709 w 10460182"/>
                  <a:gd name="connsiteY27-4376" fmla="*/ 568037 h 10487891"/>
                  <a:gd name="connsiteX28-4377" fmla="*/ 5070763 w 10460182"/>
                  <a:gd name="connsiteY28-4378" fmla="*/ 623455 h 10487891"/>
                  <a:gd name="connsiteX29-4379" fmla="*/ 5417127 w 10460182"/>
                  <a:gd name="connsiteY29-4380" fmla="*/ 637309 h 10487891"/>
                  <a:gd name="connsiteX30-4381" fmla="*/ 5680363 w 10460182"/>
                  <a:gd name="connsiteY30-4382" fmla="*/ 692727 h 10487891"/>
                  <a:gd name="connsiteX31-4383" fmla="*/ 5860472 w 10460182"/>
                  <a:gd name="connsiteY31-4384" fmla="*/ 360218 h 10487891"/>
                  <a:gd name="connsiteX32-4385" fmla="*/ 6123709 w 10460182"/>
                  <a:gd name="connsiteY32-4386" fmla="*/ 401782 h 10487891"/>
                  <a:gd name="connsiteX33-4387" fmla="*/ 6594763 w 10460182"/>
                  <a:gd name="connsiteY33-4388" fmla="*/ 263237 h 10487891"/>
                  <a:gd name="connsiteX34-4389" fmla="*/ 6761018 w 10460182"/>
                  <a:gd name="connsiteY34-4390" fmla="*/ 207818 h 10487891"/>
                  <a:gd name="connsiteX35-4391" fmla="*/ 7038109 w 10460182"/>
                  <a:gd name="connsiteY35-4392" fmla="*/ 277091 h 10487891"/>
                  <a:gd name="connsiteX36-4393" fmla="*/ 7232072 w 10460182"/>
                  <a:gd name="connsiteY36-4394" fmla="*/ 96982 h 10487891"/>
                  <a:gd name="connsiteX37-4395" fmla="*/ 7356763 w 10460182"/>
                  <a:gd name="connsiteY37-4396" fmla="*/ 0 h 10487891"/>
                  <a:gd name="connsiteX38-4397" fmla="*/ 7606145 w 10460182"/>
                  <a:gd name="connsiteY38-4398" fmla="*/ 83127 h 10487891"/>
                  <a:gd name="connsiteX39-4399" fmla="*/ 7910945 w 10460182"/>
                  <a:gd name="connsiteY39-4400" fmla="*/ 207818 h 10487891"/>
                  <a:gd name="connsiteX40-4401" fmla="*/ 8312727 w 10460182"/>
                  <a:gd name="connsiteY40-4402" fmla="*/ 138546 h 10487891"/>
                  <a:gd name="connsiteX41-4403" fmla="*/ 8672945 w 10460182"/>
                  <a:gd name="connsiteY41-4404" fmla="*/ 443346 h 10487891"/>
                  <a:gd name="connsiteX42-4405" fmla="*/ 8908472 w 10460182"/>
                  <a:gd name="connsiteY42-4406" fmla="*/ 623455 h 10487891"/>
                  <a:gd name="connsiteX43-4407" fmla="*/ 9088582 w 10460182"/>
                  <a:gd name="connsiteY43-4408" fmla="*/ 526473 h 10487891"/>
                  <a:gd name="connsiteX44-4409" fmla="*/ 9351818 w 10460182"/>
                  <a:gd name="connsiteY44-4410" fmla="*/ 471055 h 10487891"/>
                  <a:gd name="connsiteX45-4411" fmla="*/ 9518072 w 10460182"/>
                  <a:gd name="connsiteY45-4412" fmla="*/ 498764 h 10487891"/>
                  <a:gd name="connsiteX46-4413" fmla="*/ 9698182 w 10460182"/>
                  <a:gd name="connsiteY46-4414" fmla="*/ 526473 h 10487891"/>
                  <a:gd name="connsiteX47-4415" fmla="*/ 10002982 w 10460182"/>
                  <a:gd name="connsiteY47-4416" fmla="*/ 872837 h 10487891"/>
                  <a:gd name="connsiteX48-4417" fmla="*/ 10238509 w 10460182"/>
                  <a:gd name="connsiteY48-4418" fmla="*/ 1066800 h 10487891"/>
                  <a:gd name="connsiteX49-4419" fmla="*/ 10224654 w 10460182"/>
                  <a:gd name="connsiteY49-4420" fmla="*/ 1330037 h 10487891"/>
                  <a:gd name="connsiteX50-4421" fmla="*/ 10238509 w 10460182"/>
                  <a:gd name="connsiteY50-4422" fmla="*/ 1524000 h 10487891"/>
                  <a:gd name="connsiteX51-4423" fmla="*/ 10280072 w 10460182"/>
                  <a:gd name="connsiteY51-4424" fmla="*/ 1648691 h 10487891"/>
                  <a:gd name="connsiteX52-4425" fmla="*/ 10460182 w 10460182"/>
                  <a:gd name="connsiteY52-4426" fmla="*/ 1884218 h 10487891"/>
                  <a:gd name="connsiteX53-4427" fmla="*/ 10099963 w 10460182"/>
                  <a:gd name="connsiteY53-4428" fmla="*/ 2341418 h 10487891"/>
                  <a:gd name="connsiteX54-4429" fmla="*/ 9781309 w 10460182"/>
                  <a:gd name="connsiteY54-4430" fmla="*/ 2576946 h 10487891"/>
                  <a:gd name="connsiteX55-4431" fmla="*/ 9601200 w 10460182"/>
                  <a:gd name="connsiteY55-4432" fmla="*/ 3505200 h 10487891"/>
                  <a:gd name="connsiteX56-4433" fmla="*/ 9601200 w 10460182"/>
                  <a:gd name="connsiteY56-4434" fmla="*/ 3796146 h 10487891"/>
                  <a:gd name="connsiteX57-4435" fmla="*/ 9365672 w 10460182"/>
                  <a:gd name="connsiteY57-4436" fmla="*/ 3990109 h 10487891"/>
                  <a:gd name="connsiteX58-4437" fmla="*/ 9310254 w 10460182"/>
                  <a:gd name="connsiteY58-4438" fmla="*/ 4156364 h 10487891"/>
                  <a:gd name="connsiteX59-4439" fmla="*/ 9199418 w 10460182"/>
                  <a:gd name="connsiteY59-4440" fmla="*/ 4364182 h 10487891"/>
                  <a:gd name="connsiteX60-4441" fmla="*/ 9268691 w 10460182"/>
                  <a:gd name="connsiteY60-4442" fmla="*/ 4530437 h 10487891"/>
                  <a:gd name="connsiteX61-4443" fmla="*/ 9337963 w 10460182"/>
                  <a:gd name="connsiteY61-4444" fmla="*/ 4738255 h 10487891"/>
                  <a:gd name="connsiteX62-4445" fmla="*/ 9421091 w 10460182"/>
                  <a:gd name="connsiteY62-4446" fmla="*/ 4987637 h 10487891"/>
                  <a:gd name="connsiteX63-4447" fmla="*/ 9434945 w 10460182"/>
                  <a:gd name="connsiteY63-4448" fmla="*/ 5292437 h 10487891"/>
                  <a:gd name="connsiteX64-4449" fmla="*/ 9462654 w 10460182"/>
                  <a:gd name="connsiteY64-4450" fmla="*/ 5694218 h 10487891"/>
                  <a:gd name="connsiteX65-4451" fmla="*/ 9587345 w 10460182"/>
                  <a:gd name="connsiteY65-4452" fmla="*/ 6054437 h 10487891"/>
                  <a:gd name="connsiteX66-4453" fmla="*/ 9545782 w 10460182"/>
                  <a:gd name="connsiteY66-4454" fmla="*/ 6456218 h 10487891"/>
                  <a:gd name="connsiteX67-4455" fmla="*/ 9933709 w 10460182"/>
                  <a:gd name="connsiteY67-4456" fmla="*/ 6941127 h 10487891"/>
                  <a:gd name="connsiteX68-4457" fmla="*/ 10113818 w 10460182"/>
                  <a:gd name="connsiteY68-4458" fmla="*/ 7287491 h 10487891"/>
                  <a:gd name="connsiteX69-4459" fmla="*/ 10252363 w 10460182"/>
                  <a:gd name="connsiteY69-4460" fmla="*/ 7620000 h 10487891"/>
                  <a:gd name="connsiteX70-4461" fmla="*/ 9670472 w 10460182"/>
                  <a:gd name="connsiteY70-4462" fmla="*/ 7620000 h 10487891"/>
                  <a:gd name="connsiteX71-4463" fmla="*/ 9337963 w 10460182"/>
                  <a:gd name="connsiteY71-4464" fmla="*/ 7730837 h 10487891"/>
                  <a:gd name="connsiteX72-4465" fmla="*/ 9102436 w 10460182"/>
                  <a:gd name="connsiteY72-4466" fmla="*/ 7869382 h 10487891"/>
                  <a:gd name="connsiteX73-4467" fmla="*/ 9019309 w 10460182"/>
                  <a:gd name="connsiteY73-4468" fmla="*/ 8077200 h 10487891"/>
                  <a:gd name="connsiteX74-4469" fmla="*/ 8936182 w 10460182"/>
                  <a:gd name="connsiteY74-4470" fmla="*/ 8174182 h 10487891"/>
                  <a:gd name="connsiteX75-4471" fmla="*/ 8991600 w 10460182"/>
                  <a:gd name="connsiteY75-4472" fmla="*/ 8603673 h 10487891"/>
                  <a:gd name="connsiteX76-4473" fmla="*/ 8963891 w 10460182"/>
                  <a:gd name="connsiteY76-4474" fmla="*/ 8811491 h 10487891"/>
                  <a:gd name="connsiteX77-4475" fmla="*/ 8991600 w 10460182"/>
                  <a:gd name="connsiteY77-4476" fmla="*/ 9047018 h 10487891"/>
                  <a:gd name="connsiteX78-4477" fmla="*/ 8894618 w 10460182"/>
                  <a:gd name="connsiteY78-4478" fmla="*/ 9351818 h 10487891"/>
                  <a:gd name="connsiteX79-4479" fmla="*/ 8922327 w 10460182"/>
                  <a:gd name="connsiteY79-4480" fmla="*/ 9615055 h 10487891"/>
                  <a:gd name="connsiteX80-4481" fmla="*/ 9144000 w 10460182"/>
                  <a:gd name="connsiteY80-4482" fmla="*/ 9781309 h 10487891"/>
                  <a:gd name="connsiteX81-4483" fmla="*/ 9337963 w 10460182"/>
                  <a:gd name="connsiteY81-4484" fmla="*/ 9947564 h 10487891"/>
                  <a:gd name="connsiteX82-4485" fmla="*/ 9504218 w 10460182"/>
                  <a:gd name="connsiteY82-4486" fmla="*/ 9850582 h 10487891"/>
                  <a:gd name="connsiteX83-4487" fmla="*/ 9615054 w 10460182"/>
                  <a:gd name="connsiteY83-4488" fmla="*/ 9767455 h 10487891"/>
                  <a:gd name="connsiteX84-4489" fmla="*/ 9698182 w 10460182"/>
                  <a:gd name="connsiteY84-4490" fmla="*/ 9795164 h 10487891"/>
                  <a:gd name="connsiteX85-4491" fmla="*/ 9684327 w 10460182"/>
                  <a:gd name="connsiteY85-4492" fmla="*/ 10335491 h 10487891"/>
                  <a:gd name="connsiteX86-4493" fmla="*/ 9490363 w 10460182"/>
                  <a:gd name="connsiteY86-4494" fmla="*/ 10487891 h 10487891"/>
                  <a:gd name="connsiteX87-4495" fmla="*/ 9310254 w 10460182"/>
                  <a:gd name="connsiteY87-4496" fmla="*/ 10474037 h 10487891"/>
                  <a:gd name="connsiteX88-4497" fmla="*/ 9227127 w 10460182"/>
                  <a:gd name="connsiteY88-4498" fmla="*/ 10321637 h 10487891"/>
                  <a:gd name="connsiteX89-4499" fmla="*/ 9033163 w 10460182"/>
                  <a:gd name="connsiteY89-4500" fmla="*/ 10072255 h 10487891"/>
                  <a:gd name="connsiteX90-4501" fmla="*/ 8825345 w 10460182"/>
                  <a:gd name="connsiteY90-4502" fmla="*/ 9892146 h 10487891"/>
                  <a:gd name="connsiteX91-4503" fmla="*/ 8534400 w 10460182"/>
                  <a:gd name="connsiteY91-4504" fmla="*/ 9781309 h 10487891"/>
                  <a:gd name="connsiteX92-4505" fmla="*/ 8423563 w 10460182"/>
                  <a:gd name="connsiteY92-4506" fmla="*/ 9725891 h 10487891"/>
                  <a:gd name="connsiteX93-4507" fmla="*/ 8285018 w 10460182"/>
                  <a:gd name="connsiteY93-4508" fmla="*/ 9559637 h 10487891"/>
                  <a:gd name="connsiteX94-4509" fmla="*/ 8257309 w 10460182"/>
                  <a:gd name="connsiteY94-4510" fmla="*/ 9421091 h 10487891"/>
                  <a:gd name="connsiteX95-4511" fmla="*/ 8146472 w 10460182"/>
                  <a:gd name="connsiteY95-4512" fmla="*/ 9434946 h 10487891"/>
                  <a:gd name="connsiteX96-4513" fmla="*/ 8091054 w 10460182"/>
                  <a:gd name="connsiteY96-4514" fmla="*/ 9656618 h 10487891"/>
                  <a:gd name="connsiteX97-4515" fmla="*/ 7744691 w 10460182"/>
                  <a:gd name="connsiteY97-4516" fmla="*/ 9559637 h 10487891"/>
                  <a:gd name="connsiteX98-4517" fmla="*/ 7536872 w 10460182"/>
                  <a:gd name="connsiteY98-4518" fmla="*/ 9573491 h 10487891"/>
                  <a:gd name="connsiteX99-4519" fmla="*/ 7481454 w 10460182"/>
                  <a:gd name="connsiteY99-4520" fmla="*/ 9504218 h 10487891"/>
                  <a:gd name="connsiteX100-4521" fmla="*/ 7439891 w 10460182"/>
                  <a:gd name="connsiteY100-4522" fmla="*/ 9240982 h 10487891"/>
                  <a:gd name="connsiteX101-4523" fmla="*/ 7356763 w 10460182"/>
                  <a:gd name="connsiteY101-4524" fmla="*/ 9434946 h 10487891"/>
                  <a:gd name="connsiteX102-4525" fmla="*/ 7287491 w 10460182"/>
                  <a:gd name="connsiteY102-4526" fmla="*/ 9421091 h 10487891"/>
                  <a:gd name="connsiteX103-4527" fmla="*/ 7232072 w 10460182"/>
                  <a:gd name="connsiteY103-4528" fmla="*/ 9185564 h 10487891"/>
                  <a:gd name="connsiteX104-4529" fmla="*/ 6954982 w 10460182"/>
                  <a:gd name="connsiteY104-4530" fmla="*/ 9268691 h 10487891"/>
                  <a:gd name="connsiteX105-4531" fmla="*/ 6705600 w 10460182"/>
                  <a:gd name="connsiteY105-4532" fmla="*/ 9310255 h 10487891"/>
                  <a:gd name="connsiteX106-4533" fmla="*/ 6705600 w 10460182"/>
                  <a:gd name="connsiteY106-4534" fmla="*/ 9116291 h 10487891"/>
                  <a:gd name="connsiteX107-4535" fmla="*/ 6511636 w 10460182"/>
                  <a:gd name="connsiteY107-4536" fmla="*/ 9033164 h 10487891"/>
                  <a:gd name="connsiteX108-4537" fmla="*/ 6428509 w 10460182"/>
                  <a:gd name="connsiteY108-4538" fmla="*/ 9033164 h 10487891"/>
                  <a:gd name="connsiteX109-4539" fmla="*/ 6289963 w 10460182"/>
                  <a:gd name="connsiteY109-4540" fmla="*/ 9074727 h 10487891"/>
                  <a:gd name="connsiteX110-4541" fmla="*/ 6234545 w 10460182"/>
                  <a:gd name="connsiteY110-4542" fmla="*/ 9047018 h 10487891"/>
                  <a:gd name="connsiteX111-4543" fmla="*/ 5971309 w 10460182"/>
                  <a:gd name="connsiteY111-4544" fmla="*/ 9116291 h 10487891"/>
                  <a:gd name="connsiteX112-4545" fmla="*/ 5749636 w 10460182"/>
                  <a:gd name="connsiteY112-4546" fmla="*/ 9130146 h 10487891"/>
                  <a:gd name="connsiteX113-4547" fmla="*/ 5638800 w 10460182"/>
                  <a:gd name="connsiteY113-4548" fmla="*/ 9130146 h 10487891"/>
                  <a:gd name="connsiteX114-4549" fmla="*/ 5507415 w 10460182"/>
                  <a:gd name="connsiteY114-4550" fmla="*/ 9207202 h 10487891"/>
                  <a:gd name="connsiteX115-4551" fmla="*/ 5505859 w 10460182"/>
                  <a:gd name="connsiteY115-4552" fmla="*/ 8950037 h 10487891"/>
                  <a:gd name="connsiteX116-4553" fmla="*/ 5505857 w 10460182"/>
                  <a:gd name="connsiteY116-4554" fmla="*/ 8714042 h 10487891"/>
                  <a:gd name="connsiteX117-4555" fmla="*/ 5336024 w 10460182"/>
                  <a:gd name="connsiteY117-4556" fmla="*/ 8412357 h 10487891"/>
                  <a:gd name="connsiteX118-4557" fmla="*/ 5230324 w 10460182"/>
                  <a:gd name="connsiteY118-4558" fmla="*/ 8161885 h 10487891"/>
                  <a:gd name="connsiteX119-4559" fmla="*/ 5317031 w 10460182"/>
                  <a:gd name="connsiteY119-4560" fmla="*/ 7689273 h 10487891"/>
                  <a:gd name="connsiteX120-4561" fmla="*/ 5201059 w 10460182"/>
                  <a:gd name="connsiteY120-4562" fmla="*/ 7399417 h 10487891"/>
                  <a:gd name="connsiteX121-4563" fmla="*/ 5250872 w 10460182"/>
                  <a:gd name="connsiteY121-4564" fmla="*/ 7148946 h 10487891"/>
                  <a:gd name="connsiteX122-4565" fmla="*/ 5245735 w 10460182"/>
                  <a:gd name="connsiteY122-4566" fmla="*/ 7097730 h 10487891"/>
                  <a:gd name="connsiteX123-4567" fmla="*/ 4577603 w 10460182"/>
                  <a:gd name="connsiteY123-4568" fmla="*/ 7093061 h 10487891"/>
                  <a:gd name="connsiteX124-4569" fmla="*/ 4528412 w 10460182"/>
                  <a:gd name="connsiteY124-4570" fmla="*/ 6919645 h 10487891"/>
                  <a:gd name="connsiteX125-4571" fmla="*/ 4038834 w 10460182"/>
                  <a:gd name="connsiteY125-4572" fmla="*/ 6895517 h 10487891"/>
                  <a:gd name="connsiteX126-4573" fmla="*/ 3976254 w 10460182"/>
                  <a:gd name="connsiteY126-4574" fmla="*/ 7148946 h 10487891"/>
                  <a:gd name="connsiteX127-4575" fmla="*/ 3932667 w 10460182"/>
                  <a:gd name="connsiteY127-4576" fmla="*/ 7360344 h 10487891"/>
                  <a:gd name="connsiteX128-4577" fmla="*/ 3910095 w 10460182"/>
                  <a:gd name="connsiteY128-4578" fmla="*/ 7482545 h 10487891"/>
                  <a:gd name="connsiteX129-4579" fmla="*/ 3559528 w 10460182"/>
                  <a:gd name="connsiteY129-4580" fmla="*/ 7476941 h 10487891"/>
                  <a:gd name="connsiteX130-4581" fmla="*/ 3311236 w 10460182"/>
                  <a:gd name="connsiteY130-4582" fmla="*/ 7481455 h 10487891"/>
                  <a:gd name="connsiteX131-4583" fmla="*/ 2895600 w 10460182"/>
                  <a:gd name="connsiteY131-4584" fmla="*/ 7467600 h 10487891"/>
                  <a:gd name="connsiteX132-4585" fmla="*/ 2784763 w 10460182"/>
                  <a:gd name="connsiteY132-4586" fmla="*/ 7218218 h 10487891"/>
                  <a:gd name="connsiteX133-4587" fmla="*/ 2604654 w 10460182"/>
                  <a:gd name="connsiteY133-4588" fmla="*/ 6941127 h 10487891"/>
                  <a:gd name="connsiteX134-4589" fmla="*/ 2410691 w 10460182"/>
                  <a:gd name="connsiteY134-4590" fmla="*/ 6442364 h 10487891"/>
                  <a:gd name="connsiteX135-4591" fmla="*/ 2327563 w 10460182"/>
                  <a:gd name="connsiteY135-4592" fmla="*/ 6303818 h 10487891"/>
                  <a:gd name="connsiteX136-4593" fmla="*/ 1662545 w 10460182"/>
                  <a:gd name="connsiteY136-4594" fmla="*/ 6276109 h 10487891"/>
                  <a:gd name="connsiteX137-4595" fmla="*/ 1233054 w 10460182"/>
                  <a:gd name="connsiteY137-4596" fmla="*/ 6276109 h 10487891"/>
                  <a:gd name="connsiteX138-4597" fmla="*/ 1136072 w 10460182"/>
                  <a:gd name="connsiteY138-4598" fmla="*/ 6331527 h 10487891"/>
                  <a:gd name="connsiteX139-4599" fmla="*/ 706582 w 10460182"/>
                  <a:gd name="connsiteY139-4600" fmla="*/ 6289964 h 10487891"/>
                  <a:gd name="connsiteX140-4601" fmla="*/ 318654 w 10460182"/>
                  <a:gd name="connsiteY140-4602" fmla="*/ 6317673 h 10487891"/>
                  <a:gd name="connsiteX141-4603" fmla="*/ 96982 w 10460182"/>
                  <a:gd name="connsiteY141-4604" fmla="*/ 6470073 h 10487891"/>
                  <a:gd name="connsiteX142-4605" fmla="*/ 0 w 10460182"/>
                  <a:gd name="connsiteY142-4606" fmla="*/ 6373091 h 10487891"/>
                  <a:gd name="connsiteX143-4607" fmla="*/ 83127 w 10460182"/>
                  <a:gd name="connsiteY143-4608" fmla="*/ 6317673 h 10487891"/>
                  <a:gd name="connsiteX0-4609" fmla="*/ 83127 w 10460182"/>
                  <a:gd name="connsiteY0-4610" fmla="*/ 6317673 h 10487891"/>
                  <a:gd name="connsiteX1-4611" fmla="*/ 96982 w 10460182"/>
                  <a:gd name="connsiteY1-4612" fmla="*/ 5874327 h 10487891"/>
                  <a:gd name="connsiteX2-4613" fmla="*/ 401782 w 10460182"/>
                  <a:gd name="connsiteY2-4614" fmla="*/ 5611091 h 10487891"/>
                  <a:gd name="connsiteX3-4615" fmla="*/ 651163 w 10460182"/>
                  <a:gd name="connsiteY3-4616" fmla="*/ 5749637 h 10487891"/>
                  <a:gd name="connsiteX4-4617" fmla="*/ 858982 w 10460182"/>
                  <a:gd name="connsiteY4-4618" fmla="*/ 5583382 h 10487891"/>
                  <a:gd name="connsiteX5-4619" fmla="*/ 997527 w 10460182"/>
                  <a:gd name="connsiteY5-4620" fmla="*/ 5430982 h 10487891"/>
                  <a:gd name="connsiteX6-4621" fmla="*/ 1080654 w 10460182"/>
                  <a:gd name="connsiteY6-4622" fmla="*/ 5514109 h 10487891"/>
                  <a:gd name="connsiteX7-4623" fmla="*/ 1191491 w 10460182"/>
                  <a:gd name="connsiteY7-4624" fmla="*/ 5791200 h 10487891"/>
                  <a:gd name="connsiteX8-4625" fmla="*/ 1510145 w 10460182"/>
                  <a:gd name="connsiteY8-4626" fmla="*/ 5624946 h 10487891"/>
                  <a:gd name="connsiteX9-4627" fmla="*/ 1731818 w 10460182"/>
                  <a:gd name="connsiteY9-4628" fmla="*/ 5375564 h 10487891"/>
                  <a:gd name="connsiteX10-4629" fmla="*/ 2022763 w 10460182"/>
                  <a:gd name="connsiteY10-4630" fmla="*/ 5140037 h 10487891"/>
                  <a:gd name="connsiteX11-4631" fmla="*/ 2119745 w 10460182"/>
                  <a:gd name="connsiteY11-4632" fmla="*/ 4710546 h 10487891"/>
                  <a:gd name="connsiteX12-4633" fmla="*/ 2133600 w 10460182"/>
                  <a:gd name="connsiteY12-4634" fmla="*/ 4308764 h 10487891"/>
                  <a:gd name="connsiteX13-4635" fmla="*/ 2355272 w 10460182"/>
                  <a:gd name="connsiteY13-4636" fmla="*/ 3934691 h 10487891"/>
                  <a:gd name="connsiteX14-4637" fmla="*/ 2715491 w 10460182"/>
                  <a:gd name="connsiteY14-4638" fmla="*/ 3532909 h 10487891"/>
                  <a:gd name="connsiteX15-4639" fmla="*/ 2978727 w 10460182"/>
                  <a:gd name="connsiteY15-4640" fmla="*/ 3338946 h 10487891"/>
                  <a:gd name="connsiteX16-4641" fmla="*/ 3006436 w 10460182"/>
                  <a:gd name="connsiteY16-4642" fmla="*/ 2895600 h 10487891"/>
                  <a:gd name="connsiteX17-4643" fmla="*/ 3075709 w 10460182"/>
                  <a:gd name="connsiteY17-4644" fmla="*/ 2604655 h 10487891"/>
                  <a:gd name="connsiteX18-4645" fmla="*/ 3075709 w 10460182"/>
                  <a:gd name="connsiteY18-4646" fmla="*/ 2396837 h 10487891"/>
                  <a:gd name="connsiteX19-4647" fmla="*/ 3214254 w 10460182"/>
                  <a:gd name="connsiteY19-4648" fmla="*/ 2064327 h 10487891"/>
                  <a:gd name="connsiteX20-4649" fmla="*/ 3214254 w 10460182"/>
                  <a:gd name="connsiteY20-4650" fmla="*/ 1773382 h 10487891"/>
                  <a:gd name="connsiteX21-4651" fmla="*/ 3532909 w 10460182"/>
                  <a:gd name="connsiteY21-4652" fmla="*/ 1205346 h 10487891"/>
                  <a:gd name="connsiteX22-4653" fmla="*/ 3463636 w 10460182"/>
                  <a:gd name="connsiteY22-4654" fmla="*/ 831273 h 10487891"/>
                  <a:gd name="connsiteX23-4655" fmla="*/ 3491345 w 10460182"/>
                  <a:gd name="connsiteY23-4656" fmla="*/ 623455 h 10487891"/>
                  <a:gd name="connsiteX24-4657" fmla="*/ 3823854 w 10460182"/>
                  <a:gd name="connsiteY24-4658" fmla="*/ 263237 h 10487891"/>
                  <a:gd name="connsiteX25-4659" fmla="*/ 4017818 w 10460182"/>
                  <a:gd name="connsiteY25-4660" fmla="*/ 138546 h 10487891"/>
                  <a:gd name="connsiteX26-4661" fmla="*/ 4433454 w 10460182"/>
                  <a:gd name="connsiteY26-4662" fmla="*/ 374073 h 10487891"/>
                  <a:gd name="connsiteX27-4663" fmla="*/ 4599709 w 10460182"/>
                  <a:gd name="connsiteY27-4664" fmla="*/ 568037 h 10487891"/>
                  <a:gd name="connsiteX28-4665" fmla="*/ 5070763 w 10460182"/>
                  <a:gd name="connsiteY28-4666" fmla="*/ 623455 h 10487891"/>
                  <a:gd name="connsiteX29-4667" fmla="*/ 5417127 w 10460182"/>
                  <a:gd name="connsiteY29-4668" fmla="*/ 637309 h 10487891"/>
                  <a:gd name="connsiteX30-4669" fmla="*/ 5680363 w 10460182"/>
                  <a:gd name="connsiteY30-4670" fmla="*/ 692727 h 10487891"/>
                  <a:gd name="connsiteX31-4671" fmla="*/ 5860472 w 10460182"/>
                  <a:gd name="connsiteY31-4672" fmla="*/ 360218 h 10487891"/>
                  <a:gd name="connsiteX32-4673" fmla="*/ 6123709 w 10460182"/>
                  <a:gd name="connsiteY32-4674" fmla="*/ 401782 h 10487891"/>
                  <a:gd name="connsiteX33-4675" fmla="*/ 6594763 w 10460182"/>
                  <a:gd name="connsiteY33-4676" fmla="*/ 263237 h 10487891"/>
                  <a:gd name="connsiteX34-4677" fmla="*/ 6761018 w 10460182"/>
                  <a:gd name="connsiteY34-4678" fmla="*/ 207818 h 10487891"/>
                  <a:gd name="connsiteX35-4679" fmla="*/ 7038109 w 10460182"/>
                  <a:gd name="connsiteY35-4680" fmla="*/ 277091 h 10487891"/>
                  <a:gd name="connsiteX36-4681" fmla="*/ 7232072 w 10460182"/>
                  <a:gd name="connsiteY36-4682" fmla="*/ 96982 h 10487891"/>
                  <a:gd name="connsiteX37-4683" fmla="*/ 7356763 w 10460182"/>
                  <a:gd name="connsiteY37-4684" fmla="*/ 0 h 10487891"/>
                  <a:gd name="connsiteX38-4685" fmla="*/ 7606145 w 10460182"/>
                  <a:gd name="connsiteY38-4686" fmla="*/ 83127 h 10487891"/>
                  <a:gd name="connsiteX39-4687" fmla="*/ 7910945 w 10460182"/>
                  <a:gd name="connsiteY39-4688" fmla="*/ 207818 h 10487891"/>
                  <a:gd name="connsiteX40-4689" fmla="*/ 8312727 w 10460182"/>
                  <a:gd name="connsiteY40-4690" fmla="*/ 138546 h 10487891"/>
                  <a:gd name="connsiteX41-4691" fmla="*/ 8672945 w 10460182"/>
                  <a:gd name="connsiteY41-4692" fmla="*/ 443346 h 10487891"/>
                  <a:gd name="connsiteX42-4693" fmla="*/ 8908472 w 10460182"/>
                  <a:gd name="connsiteY42-4694" fmla="*/ 623455 h 10487891"/>
                  <a:gd name="connsiteX43-4695" fmla="*/ 9088582 w 10460182"/>
                  <a:gd name="connsiteY43-4696" fmla="*/ 526473 h 10487891"/>
                  <a:gd name="connsiteX44-4697" fmla="*/ 9351818 w 10460182"/>
                  <a:gd name="connsiteY44-4698" fmla="*/ 471055 h 10487891"/>
                  <a:gd name="connsiteX45-4699" fmla="*/ 9518072 w 10460182"/>
                  <a:gd name="connsiteY45-4700" fmla="*/ 498764 h 10487891"/>
                  <a:gd name="connsiteX46-4701" fmla="*/ 9698182 w 10460182"/>
                  <a:gd name="connsiteY46-4702" fmla="*/ 526473 h 10487891"/>
                  <a:gd name="connsiteX47-4703" fmla="*/ 10002982 w 10460182"/>
                  <a:gd name="connsiteY47-4704" fmla="*/ 872837 h 10487891"/>
                  <a:gd name="connsiteX48-4705" fmla="*/ 10238509 w 10460182"/>
                  <a:gd name="connsiteY48-4706" fmla="*/ 1066800 h 10487891"/>
                  <a:gd name="connsiteX49-4707" fmla="*/ 10224654 w 10460182"/>
                  <a:gd name="connsiteY49-4708" fmla="*/ 1330037 h 10487891"/>
                  <a:gd name="connsiteX50-4709" fmla="*/ 10238509 w 10460182"/>
                  <a:gd name="connsiteY50-4710" fmla="*/ 1524000 h 10487891"/>
                  <a:gd name="connsiteX51-4711" fmla="*/ 10280072 w 10460182"/>
                  <a:gd name="connsiteY51-4712" fmla="*/ 1648691 h 10487891"/>
                  <a:gd name="connsiteX52-4713" fmla="*/ 10460182 w 10460182"/>
                  <a:gd name="connsiteY52-4714" fmla="*/ 1884218 h 10487891"/>
                  <a:gd name="connsiteX53-4715" fmla="*/ 10099963 w 10460182"/>
                  <a:gd name="connsiteY53-4716" fmla="*/ 2341418 h 10487891"/>
                  <a:gd name="connsiteX54-4717" fmla="*/ 9781309 w 10460182"/>
                  <a:gd name="connsiteY54-4718" fmla="*/ 2576946 h 10487891"/>
                  <a:gd name="connsiteX55-4719" fmla="*/ 9601200 w 10460182"/>
                  <a:gd name="connsiteY55-4720" fmla="*/ 3505200 h 10487891"/>
                  <a:gd name="connsiteX56-4721" fmla="*/ 9601200 w 10460182"/>
                  <a:gd name="connsiteY56-4722" fmla="*/ 3796146 h 10487891"/>
                  <a:gd name="connsiteX57-4723" fmla="*/ 9365672 w 10460182"/>
                  <a:gd name="connsiteY57-4724" fmla="*/ 3990109 h 10487891"/>
                  <a:gd name="connsiteX58-4725" fmla="*/ 9310254 w 10460182"/>
                  <a:gd name="connsiteY58-4726" fmla="*/ 4156364 h 10487891"/>
                  <a:gd name="connsiteX59-4727" fmla="*/ 9199418 w 10460182"/>
                  <a:gd name="connsiteY59-4728" fmla="*/ 4364182 h 10487891"/>
                  <a:gd name="connsiteX60-4729" fmla="*/ 9268691 w 10460182"/>
                  <a:gd name="connsiteY60-4730" fmla="*/ 4530437 h 10487891"/>
                  <a:gd name="connsiteX61-4731" fmla="*/ 9337963 w 10460182"/>
                  <a:gd name="connsiteY61-4732" fmla="*/ 4738255 h 10487891"/>
                  <a:gd name="connsiteX62-4733" fmla="*/ 9421091 w 10460182"/>
                  <a:gd name="connsiteY62-4734" fmla="*/ 4987637 h 10487891"/>
                  <a:gd name="connsiteX63-4735" fmla="*/ 9434945 w 10460182"/>
                  <a:gd name="connsiteY63-4736" fmla="*/ 5292437 h 10487891"/>
                  <a:gd name="connsiteX64-4737" fmla="*/ 9462654 w 10460182"/>
                  <a:gd name="connsiteY64-4738" fmla="*/ 5694218 h 10487891"/>
                  <a:gd name="connsiteX65-4739" fmla="*/ 9587345 w 10460182"/>
                  <a:gd name="connsiteY65-4740" fmla="*/ 6054437 h 10487891"/>
                  <a:gd name="connsiteX66-4741" fmla="*/ 9545782 w 10460182"/>
                  <a:gd name="connsiteY66-4742" fmla="*/ 6456218 h 10487891"/>
                  <a:gd name="connsiteX67-4743" fmla="*/ 9933709 w 10460182"/>
                  <a:gd name="connsiteY67-4744" fmla="*/ 6941127 h 10487891"/>
                  <a:gd name="connsiteX68-4745" fmla="*/ 10113818 w 10460182"/>
                  <a:gd name="connsiteY68-4746" fmla="*/ 7287491 h 10487891"/>
                  <a:gd name="connsiteX69-4747" fmla="*/ 10252363 w 10460182"/>
                  <a:gd name="connsiteY69-4748" fmla="*/ 7620000 h 10487891"/>
                  <a:gd name="connsiteX70-4749" fmla="*/ 9670472 w 10460182"/>
                  <a:gd name="connsiteY70-4750" fmla="*/ 7620000 h 10487891"/>
                  <a:gd name="connsiteX71-4751" fmla="*/ 9337963 w 10460182"/>
                  <a:gd name="connsiteY71-4752" fmla="*/ 7730837 h 10487891"/>
                  <a:gd name="connsiteX72-4753" fmla="*/ 9102436 w 10460182"/>
                  <a:gd name="connsiteY72-4754" fmla="*/ 7869382 h 10487891"/>
                  <a:gd name="connsiteX73-4755" fmla="*/ 9019309 w 10460182"/>
                  <a:gd name="connsiteY73-4756" fmla="*/ 8077200 h 10487891"/>
                  <a:gd name="connsiteX74-4757" fmla="*/ 8936182 w 10460182"/>
                  <a:gd name="connsiteY74-4758" fmla="*/ 8174182 h 10487891"/>
                  <a:gd name="connsiteX75-4759" fmla="*/ 8991600 w 10460182"/>
                  <a:gd name="connsiteY75-4760" fmla="*/ 8603673 h 10487891"/>
                  <a:gd name="connsiteX76-4761" fmla="*/ 8963891 w 10460182"/>
                  <a:gd name="connsiteY76-4762" fmla="*/ 8811491 h 10487891"/>
                  <a:gd name="connsiteX77-4763" fmla="*/ 8991600 w 10460182"/>
                  <a:gd name="connsiteY77-4764" fmla="*/ 9047018 h 10487891"/>
                  <a:gd name="connsiteX78-4765" fmla="*/ 8894618 w 10460182"/>
                  <a:gd name="connsiteY78-4766" fmla="*/ 9351818 h 10487891"/>
                  <a:gd name="connsiteX79-4767" fmla="*/ 8922327 w 10460182"/>
                  <a:gd name="connsiteY79-4768" fmla="*/ 9615055 h 10487891"/>
                  <a:gd name="connsiteX80-4769" fmla="*/ 9144000 w 10460182"/>
                  <a:gd name="connsiteY80-4770" fmla="*/ 9781309 h 10487891"/>
                  <a:gd name="connsiteX81-4771" fmla="*/ 9337963 w 10460182"/>
                  <a:gd name="connsiteY81-4772" fmla="*/ 9947564 h 10487891"/>
                  <a:gd name="connsiteX82-4773" fmla="*/ 9504218 w 10460182"/>
                  <a:gd name="connsiteY82-4774" fmla="*/ 9850582 h 10487891"/>
                  <a:gd name="connsiteX83-4775" fmla="*/ 9615054 w 10460182"/>
                  <a:gd name="connsiteY83-4776" fmla="*/ 9767455 h 10487891"/>
                  <a:gd name="connsiteX84-4777" fmla="*/ 9698182 w 10460182"/>
                  <a:gd name="connsiteY84-4778" fmla="*/ 9795164 h 10487891"/>
                  <a:gd name="connsiteX85-4779" fmla="*/ 9684327 w 10460182"/>
                  <a:gd name="connsiteY85-4780" fmla="*/ 10335491 h 10487891"/>
                  <a:gd name="connsiteX86-4781" fmla="*/ 9490363 w 10460182"/>
                  <a:gd name="connsiteY86-4782" fmla="*/ 10487891 h 10487891"/>
                  <a:gd name="connsiteX87-4783" fmla="*/ 9310254 w 10460182"/>
                  <a:gd name="connsiteY87-4784" fmla="*/ 10474037 h 10487891"/>
                  <a:gd name="connsiteX88-4785" fmla="*/ 9227127 w 10460182"/>
                  <a:gd name="connsiteY88-4786" fmla="*/ 10321637 h 10487891"/>
                  <a:gd name="connsiteX89-4787" fmla="*/ 9033163 w 10460182"/>
                  <a:gd name="connsiteY89-4788" fmla="*/ 10072255 h 10487891"/>
                  <a:gd name="connsiteX90-4789" fmla="*/ 8825345 w 10460182"/>
                  <a:gd name="connsiteY90-4790" fmla="*/ 9892146 h 10487891"/>
                  <a:gd name="connsiteX91-4791" fmla="*/ 8534400 w 10460182"/>
                  <a:gd name="connsiteY91-4792" fmla="*/ 9781309 h 10487891"/>
                  <a:gd name="connsiteX92-4793" fmla="*/ 8423563 w 10460182"/>
                  <a:gd name="connsiteY92-4794" fmla="*/ 9725891 h 10487891"/>
                  <a:gd name="connsiteX93-4795" fmla="*/ 8285018 w 10460182"/>
                  <a:gd name="connsiteY93-4796" fmla="*/ 9559637 h 10487891"/>
                  <a:gd name="connsiteX94-4797" fmla="*/ 8257309 w 10460182"/>
                  <a:gd name="connsiteY94-4798" fmla="*/ 9421091 h 10487891"/>
                  <a:gd name="connsiteX95-4799" fmla="*/ 8146472 w 10460182"/>
                  <a:gd name="connsiteY95-4800" fmla="*/ 9434946 h 10487891"/>
                  <a:gd name="connsiteX96-4801" fmla="*/ 8091054 w 10460182"/>
                  <a:gd name="connsiteY96-4802" fmla="*/ 9656618 h 10487891"/>
                  <a:gd name="connsiteX97-4803" fmla="*/ 7744691 w 10460182"/>
                  <a:gd name="connsiteY97-4804" fmla="*/ 9559637 h 10487891"/>
                  <a:gd name="connsiteX98-4805" fmla="*/ 7536872 w 10460182"/>
                  <a:gd name="connsiteY98-4806" fmla="*/ 9573491 h 10487891"/>
                  <a:gd name="connsiteX99-4807" fmla="*/ 7481454 w 10460182"/>
                  <a:gd name="connsiteY99-4808" fmla="*/ 9504218 h 10487891"/>
                  <a:gd name="connsiteX100-4809" fmla="*/ 7439891 w 10460182"/>
                  <a:gd name="connsiteY100-4810" fmla="*/ 9240982 h 10487891"/>
                  <a:gd name="connsiteX101-4811" fmla="*/ 7356763 w 10460182"/>
                  <a:gd name="connsiteY101-4812" fmla="*/ 9434946 h 10487891"/>
                  <a:gd name="connsiteX102-4813" fmla="*/ 7287491 w 10460182"/>
                  <a:gd name="connsiteY102-4814" fmla="*/ 9421091 h 10487891"/>
                  <a:gd name="connsiteX103-4815" fmla="*/ 7232072 w 10460182"/>
                  <a:gd name="connsiteY103-4816" fmla="*/ 9185564 h 10487891"/>
                  <a:gd name="connsiteX104-4817" fmla="*/ 6954982 w 10460182"/>
                  <a:gd name="connsiteY104-4818" fmla="*/ 9268691 h 10487891"/>
                  <a:gd name="connsiteX105-4819" fmla="*/ 6705600 w 10460182"/>
                  <a:gd name="connsiteY105-4820" fmla="*/ 9310255 h 10487891"/>
                  <a:gd name="connsiteX106-4821" fmla="*/ 6705600 w 10460182"/>
                  <a:gd name="connsiteY106-4822" fmla="*/ 9116291 h 10487891"/>
                  <a:gd name="connsiteX107-4823" fmla="*/ 6511636 w 10460182"/>
                  <a:gd name="connsiteY107-4824" fmla="*/ 9033164 h 10487891"/>
                  <a:gd name="connsiteX108-4825" fmla="*/ 6428509 w 10460182"/>
                  <a:gd name="connsiteY108-4826" fmla="*/ 9033164 h 10487891"/>
                  <a:gd name="connsiteX109-4827" fmla="*/ 6289963 w 10460182"/>
                  <a:gd name="connsiteY109-4828" fmla="*/ 9074727 h 10487891"/>
                  <a:gd name="connsiteX110-4829" fmla="*/ 6234545 w 10460182"/>
                  <a:gd name="connsiteY110-4830" fmla="*/ 9047018 h 10487891"/>
                  <a:gd name="connsiteX111-4831" fmla="*/ 5971309 w 10460182"/>
                  <a:gd name="connsiteY111-4832" fmla="*/ 9116291 h 10487891"/>
                  <a:gd name="connsiteX112-4833" fmla="*/ 5749636 w 10460182"/>
                  <a:gd name="connsiteY112-4834" fmla="*/ 9130146 h 10487891"/>
                  <a:gd name="connsiteX113-4835" fmla="*/ 5674760 w 10460182"/>
                  <a:gd name="connsiteY113-4836" fmla="*/ 9160969 h 10487891"/>
                  <a:gd name="connsiteX114-4837" fmla="*/ 5507415 w 10460182"/>
                  <a:gd name="connsiteY114-4838" fmla="*/ 9207202 h 10487891"/>
                  <a:gd name="connsiteX115-4839" fmla="*/ 5505859 w 10460182"/>
                  <a:gd name="connsiteY115-4840" fmla="*/ 8950037 h 10487891"/>
                  <a:gd name="connsiteX116-4841" fmla="*/ 5505857 w 10460182"/>
                  <a:gd name="connsiteY116-4842" fmla="*/ 8714042 h 10487891"/>
                  <a:gd name="connsiteX117-4843" fmla="*/ 5336024 w 10460182"/>
                  <a:gd name="connsiteY117-4844" fmla="*/ 8412357 h 10487891"/>
                  <a:gd name="connsiteX118-4845" fmla="*/ 5230324 w 10460182"/>
                  <a:gd name="connsiteY118-4846" fmla="*/ 8161885 h 10487891"/>
                  <a:gd name="connsiteX119-4847" fmla="*/ 5317031 w 10460182"/>
                  <a:gd name="connsiteY119-4848" fmla="*/ 7689273 h 10487891"/>
                  <a:gd name="connsiteX120-4849" fmla="*/ 5201059 w 10460182"/>
                  <a:gd name="connsiteY120-4850" fmla="*/ 7399417 h 10487891"/>
                  <a:gd name="connsiteX121-4851" fmla="*/ 5250872 w 10460182"/>
                  <a:gd name="connsiteY121-4852" fmla="*/ 7148946 h 10487891"/>
                  <a:gd name="connsiteX122-4853" fmla="*/ 5245735 w 10460182"/>
                  <a:gd name="connsiteY122-4854" fmla="*/ 7097730 h 10487891"/>
                  <a:gd name="connsiteX123-4855" fmla="*/ 4577603 w 10460182"/>
                  <a:gd name="connsiteY123-4856" fmla="*/ 7093061 h 10487891"/>
                  <a:gd name="connsiteX124-4857" fmla="*/ 4528412 w 10460182"/>
                  <a:gd name="connsiteY124-4858" fmla="*/ 6919645 h 10487891"/>
                  <a:gd name="connsiteX125-4859" fmla="*/ 4038834 w 10460182"/>
                  <a:gd name="connsiteY125-4860" fmla="*/ 6895517 h 10487891"/>
                  <a:gd name="connsiteX126-4861" fmla="*/ 3976254 w 10460182"/>
                  <a:gd name="connsiteY126-4862" fmla="*/ 7148946 h 10487891"/>
                  <a:gd name="connsiteX127-4863" fmla="*/ 3932667 w 10460182"/>
                  <a:gd name="connsiteY127-4864" fmla="*/ 7360344 h 10487891"/>
                  <a:gd name="connsiteX128-4865" fmla="*/ 3910095 w 10460182"/>
                  <a:gd name="connsiteY128-4866" fmla="*/ 7482545 h 10487891"/>
                  <a:gd name="connsiteX129-4867" fmla="*/ 3559528 w 10460182"/>
                  <a:gd name="connsiteY129-4868" fmla="*/ 7476941 h 10487891"/>
                  <a:gd name="connsiteX130-4869" fmla="*/ 3311236 w 10460182"/>
                  <a:gd name="connsiteY130-4870" fmla="*/ 7481455 h 10487891"/>
                  <a:gd name="connsiteX131-4871" fmla="*/ 2895600 w 10460182"/>
                  <a:gd name="connsiteY131-4872" fmla="*/ 7467600 h 10487891"/>
                  <a:gd name="connsiteX132-4873" fmla="*/ 2784763 w 10460182"/>
                  <a:gd name="connsiteY132-4874" fmla="*/ 7218218 h 10487891"/>
                  <a:gd name="connsiteX133-4875" fmla="*/ 2604654 w 10460182"/>
                  <a:gd name="connsiteY133-4876" fmla="*/ 6941127 h 10487891"/>
                  <a:gd name="connsiteX134-4877" fmla="*/ 2410691 w 10460182"/>
                  <a:gd name="connsiteY134-4878" fmla="*/ 6442364 h 10487891"/>
                  <a:gd name="connsiteX135-4879" fmla="*/ 2327563 w 10460182"/>
                  <a:gd name="connsiteY135-4880" fmla="*/ 6303818 h 10487891"/>
                  <a:gd name="connsiteX136-4881" fmla="*/ 1662545 w 10460182"/>
                  <a:gd name="connsiteY136-4882" fmla="*/ 6276109 h 10487891"/>
                  <a:gd name="connsiteX137-4883" fmla="*/ 1233054 w 10460182"/>
                  <a:gd name="connsiteY137-4884" fmla="*/ 6276109 h 10487891"/>
                  <a:gd name="connsiteX138-4885" fmla="*/ 1136072 w 10460182"/>
                  <a:gd name="connsiteY138-4886" fmla="*/ 6331527 h 10487891"/>
                  <a:gd name="connsiteX139-4887" fmla="*/ 706582 w 10460182"/>
                  <a:gd name="connsiteY139-4888" fmla="*/ 6289964 h 10487891"/>
                  <a:gd name="connsiteX140-4889" fmla="*/ 318654 w 10460182"/>
                  <a:gd name="connsiteY140-4890" fmla="*/ 6317673 h 10487891"/>
                  <a:gd name="connsiteX141-4891" fmla="*/ 96982 w 10460182"/>
                  <a:gd name="connsiteY141-4892" fmla="*/ 6470073 h 10487891"/>
                  <a:gd name="connsiteX142-4893" fmla="*/ 0 w 10460182"/>
                  <a:gd name="connsiteY142-4894" fmla="*/ 6373091 h 10487891"/>
                  <a:gd name="connsiteX143-4895" fmla="*/ 83127 w 10460182"/>
                  <a:gd name="connsiteY143-4896" fmla="*/ 6317673 h 10487891"/>
                  <a:gd name="connsiteX0-4897" fmla="*/ 83127 w 10460182"/>
                  <a:gd name="connsiteY0-4898" fmla="*/ 6317673 h 10487891"/>
                  <a:gd name="connsiteX1-4899" fmla="*/ 96982 w 10460182"/>
                  <a:gd name="connsiteY1-4900" fmla="*/ 5874327 h 10487891"/>
                  <a:gd name="connsiteX2-4901" fmla="*/ 401782 w 10460182"/>
                  <a:gd name="connsiteY2-4902" fmla="*/ 5611091 h 10487891"/>
                  <a:gd name="connsiteX3-4903" fmla="*/ 651163 w 10460182"/>
                  <a:gd name="connsiteY3-4904" fmla="*/ 5749637 h 10487891"/>
                  <a:gd name="connsiteX4-4905" fmla="*/ 858982 w 10460182"/>
                  <a:gd name="connsiteY4-4906" fmla="*/ 5583382 h 10487891"/>
                  <a:gd name="connsiteX5-4907" fmla="*/ 997527 w 10460182"/>
                  <a:gd name="connsiteY5-4908" fmla="*/ 5430982 h 10487891"/>
                  <a:gd name="connsiteX6-4909" fmla="*/ 1080654 w 10460182"/>
                  <a:gd name="connsiteY6-4910" fmla="*/ 5514109 h 10487891"/>
                  <a:gd name="connsiteX7-4911" fmla="*/ 1191491 w 10460182"/>
                  <a:gd name="connsiteY7-4912" fmla="*/ 5791200 h 10487891"/>
                  <a:gd name="connsiteX8-4913" fmla="*/ 1510145 w 10460182"/>
                  <a:gd name="connsiteY8-4914" fmla="*/ 5624946 h 10487891"/>
                  <a:gd name="connsiteX9-4915" fmla="*/ 1731818 w 10460182"/>
                  <a:gd name="connsiteY9-4916" fmla="*/ 5375564 h 10487891"/>
                  <a:gd name="connsiteX10-4917" fmla="*/ 2022763 w 10460182"/>
                  <a:gd name="connsiteY10-4918" fmla="*/ 5140037 h 10487891"/>
                  <a:gd name="connsiteX11-4919" fmla="*/ 2119745 w 10460182"/>
                  <a:gd name="connsiteY11-4920" fmla="*/ 4710546 h 10487891"/>
                  <a:gd name="connsiteX12-4921" fmla="*/ 2133600 w 10460182"/>
                  <a:gd name="connsiteY12-4922" fmla="*/ 4308764 h 10487891"/>
                  <a:gd name="connsiteX13-4923" fmla="*/ 2355272 w 10460182"/>
                  <a:gd name="connsiteY13-4924" fmla="*/ 3934691 h 10487891"/>
                  <a:gd name="connsiteX14-4925" fmla="*/ 2715491 w 10460182"/>
                  <a:gd name="connsiteY14-4926" fmla="*/ 3532909 h 10487891"/>
                  <a:gd name="connsiteX15-4927" fmla="*/ 2978727 w 10460182"/>
                  <a:gd name="connsiteY15-4928" fmla="*/ 3338946 h 10487891"/>
                  <a:gd name="connsiteX16-4929" fmla="*/ 3006436 w 10460182"/>
                  <a:gd name="connsiteY16-4930" fmla="*/ 2895600 h 10487891"/>
                  <a:gd name="connsiteX17-4931" fmla="*/ 3075709 w 10460182"/>
                  <a:gd name="connsiteY17-4932" fmla="*/ 2604655 h 10487891"/>
                  <a:gd name="connsiteX18-4933" fmla="*/ 3075709 w 10460182"/>
                  <a:gd name="connsiteY18-4934" fmla="*/ 2396837 h 10487891"/>
                  <a:gd name="connsiteX19-4935" fmla="*/ 3214254 w 10460182"/>
                  <a:gd name="connsiteY19-4936" fmla="*/ 2064327 h 10487891"/>
                  <a:gd name="connsiteX20-4937" fmla="*/ 3214254 w 10460182"/>
                  <a:gd name="connsiteY20-4938" fmla="*/ 1773382 h 10487891"/>
                  <a:gd name="connsiteX21-4939" fmla="*/ 3532909 w 10460182"/>
                  <a:gd name="connsiteY21-4940" fmla="*/ 1205346 h 10487891"/>
                  <a:gd name="connsiteX22-4941" fmla="*/ 3463636 w 10460182"/>
                  <a:gd name="connsiteY22-4942" fmla="*/ 831273 h 10487891"/>
                  <a:gd name="connsiteX23-4943" fmla="*/ 3491345 w 10460182"/>
                  <a:gd name="connsiteY23-4944" fmla="*/ 623455 h 10487891"/>
                  <a:gd name="connsiteX24-4945" fmla="*/ 3823854 w 10460182"/>
                  <a:gd name="connsiteY24-4946" fmla="*/ 263237 h 10487891"/>
                  <a:gd name="connsiteX25-4947" fmla="*/ 4017818 w 10460182"/>
                  <a:gd name="connsiteY25-4948" fmla="*/ 138546 h 10487891"/>
                  <a:gd name="connsiteX26-4949" fmla="*/ 4433454 w 10460182"/>
                  <a:gd name="connsiteY26-4950" fmla="*/ 374073 h 10487891"/>
                  <a:gd name="connsiteX27-4951" fmla="*/ 4599709 w 10460182"/>
                  <a:gd name="connsiteY27-4952" fmla="*/ 568037 h 10487891"/>
                  <a:gd name="connsiteX28-4953" fmla="*/ 5070763 w 10460182"/>
                  <a:gd name="connsiteY28-4954" fmla="*/ 623455 h 10487891"/>
                  <a:gd name="connsiteX29-4955" fmla="*/ 5417127 w 10460182"/>
                  <a:gd name="connsiteY29-4956" fmla="*/ 637309 h 10487891"/>
                  <a:gd name="connsiteX30-4957" fmla="*/ 5680363 w 10460182"/>
                  <a:gd name="connsiteY30-4958" fmla="*/ 692727 h 10487891"/>
                  <a:gd name="connsiteX31-4959" fmla="*/ 5860472 w 10460182"/>
                  <a:gd name="connsiteY31-4960" fmla="*/ 360218 h 10487891"/>
                  <a:gd name="connsiteX32-4961" fmla="*/ 6123709 w 10460182"/>
                  <a:gd name="connsiteY32-4962" fmla="*/ 401782 h 10487891"/>
                  <a:gd name="connsiteX33-4963" fmla="*/ 6594763 w 10460182"/>
                  <a:gd name="connsiteY33-4964" fmla="*/ 263237 h 10487891"/>
                  <a:gd name="connsiteX34-4965" fmla="*/ 6761018 w 10460182"/>
                  <a:gd name="connsiteY34-4966" fmla="*/ 207818 h 10487891"/>
                  <a:gd name="connsiteX35-4967" fmla="*/ 7038109 w 10460182"/>
                  <a:gd name="connsiteY35-4968" fmla="*/ 277091 h 10487891"/>
                  <a:gd name="connsiteX36-4969" fmla="*/ 7232072 w 10460182"/>
                  <a:gd name="connsiteY36-4970" fmla="*/ 96982 h 10487891"/>
                  <a:gd name="connsiteX37-4971" fmla="*/ 7356763 w 10460182"/>
                  <a:gd name="connsiteY37-4972" fmla="*/ 0 h 10487891"/>
                  <a:gd name="connsiteX38-4973" fmla="*/ 7606145 w 10460182"/>
                  <a:gd name="connsiteY38-4974" fmla="*/ 83127 h 10487891"/>
                  <a:gd name="connsiteX39-4975" fmla="*/ 7910945 w 10460182"/>
                  <a:gd name="connsiteY39-4976" fmla="*/ 207818 h 10487891"/>
                  <a:gd name="connsiteX40-4977" fmla="*/ 8312727 w 10460182"/>
                  <a:gd name="connsiteY40-4978" fmla="*/ 138546 h 10487891"/>
                  <a:gd name="connsiteX41-4979" fmla="*/ 8672945 w 10460182"/>
                  <a:gd name="connsiteY41-4980" fmla="*/ 443346 h 10487891"/>
                  <a:gd name="connsiteX42-4981" fmla="*/ 8908472 w 10460182"/>
                  <a:gd name="connsiteY42-4982" fmla="*/ 623455 h 10487891"/>
                  <a:gd name="connsiteX43-4983" fmla="*/ 9088582 w 10460182"/>
                  <a:gd name="connsiteY43-4984" fmla="*/ 526473 h 10487891"/>
                  <a:gd name="connsiteX44-4985" fmla="*/ 9351818 w 10460182"/>
                  <a:gd name="connsiteY44-4986" fmla="*/ 471055 h 10487891"/>
                  <a:gd name="connsiteX45-4987" fmla="*/ 9518072 w 10460182"/>
                  <a:gd name="connsiteY45-4988" fmla="*/ 498764 h 10487891"/>
                  <a:gd name="connsiteX46-4989" fmla="*/ 9698182 w 10460182"/>
                  <a:gd name="connsiteY46-4990" fmla="*/ 526473 h 10487891"/>
                  <a:gd name="connsiteX47-4991" fmla="*/ 10002982 w 10460182"/>
                  <a:gd name="connsiteY47-4992" fmla="*/ 872837 h 10487891"/>
                  <a:gd name="connsiteX48-4993" fmla="*/ 10238509 w 10460182"/>
                  <a:gd name="connsiteY48-4994" fmla="*/ 1066800 h 10487891"/>
                  <a:gd name="connsiteX49-4995" fmla="*/ 10224654 w 10460182"/>
                  <a:gd name="connsiteY49-4996" fmla="*/ 1330037 h 10487891"/>
                  <a:gd name="connsiteX50-4997" fmla="*/ 10238509 w 10460182"/>
                  <a:gd name="connsiteY50-4998" fmla="*/ 1524000 h 10487891"/>
                  <a:gd name="connsiteX51-4999" fmla="*/ 10280072 w 10460182"/>
                  <a:gd name="connsiteY51-5000" fmla="*/ 1648691 h 10487891"/>
                  <a:gd name="connsiteX52-5001" fmla="*/ 10460182 w 10460182"/>
                  <a:gd name="connsiteY52-5002" fmla="*/ 1884218 h 10487891"/>
                  <a:gd name="connsiteX53-5003" fmla="*/ 10099963 w 10460182"/>
                  <a:gd name="connsiteY53-5004" fmla="*/ 2341418 h 10487891"/>
                  <a:gd name="connsiteX54-5005" fmla="*/ 9781309 w 10460182"/>
                  <a:gd name="connsiteY54-5006" fmla="*/ 2576946 h 10487891"/>
                  <a:gd name="connsiteX55-5007" fmla="*/ 9601200 w 10460182"/>
                  <a:gd name="connsiteY55-5008" fmla="*/ 3505200 h 10487891"/>
                  <a:gd name="connsiteX56-5009" fmla="*/ 9601200 w 10460182"/>
                  <a:gd name="connsiteY56-5010" fmla="*/ 3796146 h 10487891"/>
                  <a:gd name="connsiteX57-5011" fmla="*/ 9365672 w 10460182"/>
                  <a:gd name="connsiteY57-5012" fmla="*/ 3990109 h 10487891"/>
                  <a:gd name="connsiteX58-5013" fmla="*/ 9310254 w 10460182"/>
                  <a:gd name="connsiteY58-5014" fmla="*/ 4156364 h 10487891"/>
                  <a:gd name="connsiteX59-5015" fmla="*/ 9199418 w 10460182"/>
                  <a:gd name="connsiteY59-5016" fmla="*/ 4364182 h 10487891"/>
                  <a:gd name="connsiteX60-5017" fmla="*/ 9268691 w 10460182"/>
                  <a:gd name="connsiteY60-5018" fmla="*/ 4530437 h 10487891"/>
                  <a:gd name="connsiteX61-5019" fmla="*/ 9337963 w 10460182"/>
                  <a:gd name="connsiteY61-5020" fmla="*/ 4738255 h 10487891"/>
                  <a:gd name="connsiteX62-5021" fmla="*/ 9421091 w 10460182"/>
                  <a:gd name="connsiteY62-5022" fmla="*/ 4987637 h 10487891"/>
                  <a:gd name="connsiteX63-5023" fmla="*/ 9434945 w 10460182"/>
                  <a:gd name="connsiteY63-5024" fmla="*/ 5292437 h 10487891"/>
                  <a:gd name="connsiteX64-5025" fmla="*/ 9462654 w 10460182"/>
                  <a:gd name="connsiteY64-5026" fmla="*/ 5694218 h 10487891"/>
                  <a:gd name="connsiteX65-5027" fmla="*/ 9587345 w 10460182"/>
                  <a:gd name="connsiteY65-5028" fmla="*/ 6054437 h 10487891"/>
                  <a:gd name="connsiteX66-5029" fmla="*/ 9545782 w 10460182"/>
                  <a:gd name="connsiteY66-5030" fmla="*/ 6456218 h 10487891"/>
                  <a:gd name="connsiteX67-5031" fmla="*/ 9933709 w 10460182"/>
                  <a:gd name="connsiteY67-5032" fmla="*/ 6941127 h 10487891"/>
                  <a:gd name="connsiteX68-5033" fmla="*/ 10113818 w 10460182"/>
                  <a:gd name="connsiteY68-5034" fmla="*/ 7287491 h 10487891"/>
                  <a:gd name="connsiteX69-5035" fmla="*/ 10252363 w 10460182"/>
                  <a:gd name="connsiteY69-5036" fmla="*/ 7620000 h 10487891"/>
                  <a:gd name="connsiteX70-5037" fmla="*/ 9670472 w 10460182"/>
                  <a:gd name="connsiteY70-5038" fmla="*/ 7620000 h 10487891"/>
                  <a:gd name="connsiteX71-5039" fmla="*/ 9337963 w 10460182"/>
                  <a:gd name="connsiteY71-5040" fmla="*/ 7730837 h 10487891"/>
                  <a:gd name="connsiteX72-5041" fmla="*/ 9102436 w 10460182"/>
                  <a:gd name="connsiteY72-5042" fmla="*/ 7869382 h 10487891"/>
                  <a:gd name="connsiteX73-5043" fmla="*/ 9019309 w 10460182"/>
                  <a:gd name="connsiteY73-5044" fmla="*/ 8077200 h 10487891"/>
                  <a:gd name="connsiteX74-5045" fmla="*/ 8936182 w 10460182"/>
                  <a:gd name="connsiteY74-5046" fmla="*/ 8174182 h 10487891"/>
                  <a:gd name="connsiteX75-5047" fmla="*/ 8991600 w 10460182"/>
                  <a:gd name="connsiteY75-5048" fmla="*/ 8603673 h 10487891"/>
                  <a:gd name="connsiteX76-5049" fmla="*/ 8963891 w 10460182"/>
                  <a:gd name="connsiteY76-5050" fmla="*/ 8811491 h 10487891"/>
                  <a:gd name="connsiteX77-5051" fmla="*/ 8991600 w 10460182"/>
                  <a:gd name="connsiteY77-5052" fmla="*/ 9047018 h 10487891"/>
                  <a:gd name="connsiteX78-5053" fmla="*/ 8894618 w 10460182"/>
                  <a:gd name="connsiteY78-5054" fmla="*/ 9351818 h 10487891"/>
                  <a:gd name="connsiteX79-5055" fmla="*/ 8922327 w 10460182"/>
                  <a:gd name="connsiteY79-5056" fmla="*/ 9615055 h 10487891"/>
                  <a:gd name="connsiteX80-5057" fmla="*/ 9144000 w 10460182"/>
                  <a:gd name="connsiteY80-5058" fmla="*/ 9781309 h 10487891"/>
                  <a:gd name="connsiteX81-5059" fmla="*/ 9337963 w 10460182"/>
                  <a:gd name="connsiteY81-5060" fmla="*/ 9947564 h 10487891"/>
                  <a:gd name="connsiteX82-5061" fmla="*/ 9504218 w 10460182"/>
                  <a:gd name="connsiteY82-5062" fmla="*/ 9850582 h 10487891"/>
                  <a:gd name="connsiteX83-5063" fmla="*/ 9615054 w 10460182"/>
                  <a:gd name="connsiteY83-5064" fmla="*/ 9767455 h 10487891"/>
                  <a:gd name="connsiteX84-5065" fmla="*/ 9698182 w 10460182"/>
                  <a:gd name="connsiteY84-5066" fmla="*/ 9795164 h 10487891"/>
                  <a:gd name="connsiteX85-5067" fmla="*/ 9684327 w 10460182"/>
                  <a:gd name="connsiteY85-5068" fmla="*/ 10335491 h 10487891"/>
                  <a:gd name="connsiteX86-5069" fmla="*/ 9490363 w 10460182"/>
                  <a:gd name="connsiteY86-5070" fmla="*/ 10487891 h 10487891"/>
                  <a:gd name="connsiteX87-5071" fmla="*/ 9310254 w 10460182"/>
                  <a:gd name="connsiteY87-5072" fmla="*/ 10474037 h 10487891"/>
                  <a:gd name="connsiteX88-5073" fmla="*/ 9227127 w 10460182"/>
                  <a:gd name="connsiteY88-5074" fmla="*/ 10321637 h 10487891"/>
                  <a:gd name="connsiteX89-5075" fmla="*/ 9033163 w 10460182"/>
                  <a:gd name="connsiteY89-5076" fmla="*/ 10072255 h 10487891"/>
                  <a:gd name="connsiteX90-5077" fmla="*/ 8825345 w 10460182"/>
                  <a:gd name="connsiteY90-5078" fmla="*/ 9892146 h 10487891"/>
                  <a:gd name="connsiteX91-5079" fmla="*/ 8534400 w 10460182"/>
                  <a:gd name="connsiteY91-5080" fmla="*/ 9781309 h 10487891"/>
                  <a:gd name="connsiteX92-5081" fmla="*/ 8423563 w 10460182"/>
                  <a:gd name="connsiteY92-5082" fmla="*/ 9725891 h 10487891"/>
                  <a:gd name="connsiteX93-5083" fmla="*/ 8285018 w 10460182"/>
                  <a:gd name="connsiteY93-5084" fmla="*/ 9559637 h 10487891"/>
                  <a:gd name="connsiteX94-5085" fmla="*/ 8257309 w 10460182"/>
                  <a:gd name="connsiteY94-5086" fmla="*/ 9421091 h 10487891"/>
                  <a:gd name="connsiteX95-5087" fmla="*/ 8146472 w 10460182"/>
                  <a:gd name="connsiteY95-5088" fmla="*/ 9434946 h 10487891"/>
                  <a:gd name="connsiteX96-5089" fmla="*/ 8091054 w 10460182"/>
                  <a:gd name="connsiteY96-5090" fmla="*/ 9656618 h 10487891"/>
                  <a:gd name="connsiteX97-5091" fmla="*/ 7744691 w 10460182"/>
                  <a:gd name="connsiteY97-5092" fmla="*/ 9559637 h 10487891"/>
                  <a:gd name="connsiteX98-5093" fmla="*/ 7536872 w 10460182"/>
                  <a:gd name="connsiteY98-5094" fmla="*/ 9573491 h 10487891"/>
                  <a:gd name="connsiteX99-5095" fmla="*/ 7481454 w 10460182"/>
                  <a:gd name="connsiteY99-5096" fmla="*/ 9504218 h 10487891"/>
                  <a:gd name="connsiteX100-5097" fmla="*/ 7439891 w 10460182"/>
                  <a:gd name="connsiteY100-5098" fmla="*/ 9240982 h 10487891"/>
                  <a:gd name="connsiteX101-5099" fmla="*/ 7356763 w 10460182"/>
                  <a:gd name="connsiteY101-5100" fmla="*/ 9434946 h 10487891"/>
                  <a:gd name="connsiteX102-5101" fmla="*/ 7287491 w 10460182"/>
                  <a:gd name="connsiteY102-5102" fmla="*/ 9421091 h 10487891"/>
                  <a:gd name="connsiteX103-5103" fmla="*/ 7232072 w 10460182"/>
                  <a:gd name="connsiteY103-5104" fmla="*/ 9185564 h 10487891"/>
                  <a:gd name="connsiteX104-5105" fmla="*/ 6954982 w 10460182"/>
                  <a:gd name="connsiteY104-5106" fmla="*/ 9268691 h 10487891"/>
                  <a:gd name="connsiteX105-5107" fmla="*/ 6705600 w 10460182"/>
                  <a:gd name="connsiteY105-5108" fmla="*/ 9310255 h 10487891"/>
                  <a:gd name="connsiteX106-5109" fmla="*/ 6705600 w 10460182"/>
                  <a:gd name="connsiteY106-5110" fmla="*/ 9116291 h 10487891"/>
                  <a:gd name="connsiteX107-5111" fmla="*/ 6511636 w 10460182"/>
                  <a:gd name="connsiteY107-5112" fmla="*/ 9033164 h 10487891"/>
                  <a:gd name="connsiteX108-5113" fmla="*/ 6428509 w 10460182"/>
                  <a:gd name="connsiteY108-5114" fmla="*/ 9033164 h 10487891"/>
                  <a:gd name="connsiteX109-5115" fmla="*/ 6289963 w 10460182"/>
                  <a:gd name="connsiteY109-5116" fmla="*/ 9074727 h 10487891"/>
                  <a:gd name="connsiteX110-5117" fmla="*/ 6234545 w 10460182"/>
                  <a:gd name="connsiteY110-5118" fmla="*/ 9047018 h 10487891"/>
                  <a:gd name="connsiteX111-5119" fmla="*/ 6002132 w 10460182"/>
                  <a:gd name="connsiteY111-5120" fmla="*/ 9172799 h 10487891"/>
                  <a:gd name="connsiteX112-5121" fmla="*/ 5749636 w 10460182"/>
                  <a:gd name="connsiteY112-5122" fmla="*/ 9130146 h 10487891"/>
                  <a:gd name="connsiteX113-5123" fmla="*/ 5674760 w 10460182"/>
                  <a:gd name="connsiteY113-5124" fmla="*/ 9160969 h 10487891"/>
                  <a:gd name="connsiteX114-5125" fmla="*/ 5507415 w 10460182"/>
                  <a:gd name="connsiteY114-5126" fmla="*/ 9207202 h 10487891"/>
                  <a:gd name="connsiteX115-5127" fmla="*/ 5505859 w 10460182"/>
                  <a:gd name="connsiteY115-5128" fmla="*/ 8950037 h 10487891"/>
                  <a:gd name="connsiteX116-5129" fmla="*/ 5505857 w 10460182"/>
                  <a:gd name="connsiteY116-5130" fmla="*/ 8714042 h 10487891"/>
                  <a:gd name="connsiteX117-5131" fmla="*/ 5336024 w 10460182"/>
                  <a:gd name="connsiteY117-5132" fmla="*/ 8412357 h 10487891"/>
                  <a:gd name="connsiteX118-5133" fmla="*/ 5230324 w 10460182"/>
                  <a:gd name="connsiteY118-5134" fmla="*/ 8161885 h 10487891"/>
                  <a:gd name="connsiteX119-5135" fmla="*/ 5317031 w 10460182"/>
                  <a:gd name="connsiteY119-5136" fmla="*/ 7689273 h 10487891"/>
                  <a:gd name="connsiteX120-5137" fmla="*/ 5201059 w 10460182"/>
                  <a:gd name="connsiteY120-5138" fmla="*/ 7399417 h 10487891"/>
                  <a:gd name="connsiteX121-5139" fmla="*/ 5250872 w 10460182"/>
                  <a:gd name="connsiteY121-5140" fmla="*/ 7148946 h 10487891"/>
                  <a:gd name="connsiteX122-5141" fmla="*/ 5245735 w 10460182"/>
                  <a:gd name="connsiteY122-5142" fmla="*/ 7097730 h 10487891"/>
                  <a:gd name="connsiteX123-5143" fmla="*/ 4577603 w 10460182"/>
                  <a:gd name="connsiteY123-5144" fmla="*/ 7093061 h 10487891"/>
                  <a:gd name="connsiteX124-5145" fmla="*/ 4528412 w 10460182"/>
                  <a:gd name="connsiteY124-5146" fmla="*/ 6919645 h 10487891"/>
                  <a:gd name="connsiteX125-5147" fmla="*/ 4038834 w 10460182"/>
                  <a:gd name="connsiteY125-5148" fmla="*/ 6895517 h 10487891"/>
                  <a:gd name="connsiteX126-5149" fmla="*/ 3976254 w 10460182"/>
                  <a:gd name="connsiteY126-5150" fmla="*/ 7148946 h 10487891"/>
                  <a:gd name="connsiteX127-5151" fmla="*/ 3932667 w 10460182"/>
                  <a:gd name="connsiteY127-5152" fmla="*/ 7360344 h 10487891"/>
                  <a:gd name="connsiteX128-5153" fmla="*/ 3910095 w 10460182"/>
                  <a:gd name="connsiteY128-5154" fmla="*/ 7482545 h 10487891"/>
                  <a:gd name="connsiteX129-5155" fmla="*/ 3559528 w 10460182"/>
                  <a:gd name="connsiteY129-5156" fmla="*/ 7476941 h 10487891"/>
                  <a:gd name="connsiteX130-5157" fmla="*/ 3311236 w 10460182"/>
                  <a:gd name="connsiteY130-5158" fmla="*/ 7481455 h 10487891"/>
                  <a:gd name="connsiteX131-5159" fmla="*/ 2895600 w 10460182"/>
                  <a:gd name="connsiteY131-5160" fmla="*/ 7467600 h 10487891"/>
                  <a:gd name="connsiteX132-5161" fmla="*/ 2784763 w 10460182"/>
                  <a:gd name="connsiteY132-5162" fmla="*/ 7218218 h 10487891"/>
                  <a:gd name="connsiteX133-5163" fmla="*/ 2604654 w 10460182"/>
                  <a:gd name="connsiteY133-5164" fmla="*/ 6941127 h 10487891"/>
                  <a:gd name="connsiteX134-5165" fmla="*/ 2410691 w 10460182"/>
                  <a:gd name="connsiteY134-5166" fmla="*/ 6442364 h 10487891"/>
                  <a:gd name="connsiteX135-5167" fmla="*/ 2327563 w 10460182"/>
                  <a:gd name="connsiteY135-5168" fmla="*/ 6303818 h 10487891"/>
                  <a:gd name="connsiteX136-5169" fmla="*/ 1662545 w 10460182"/>
                  <a:gd name="connsiteY136-5170" fmla="*/ 6276109 h 10487891"/>
                  <a:gd name="connsiteX137-5171" fmla="*/ 1233054 w 10460182"/>
                  <a:gd name="connsiteY137-5172" fmla="*/ 6276109 h 10487891"/>
                  <a:gd name="connsiteX138-5173" fmla="*/ 1136072 w 10460182"/>
                  <a:gd name="connsiteY138-5174" fmla="*/ 6331527 h 10487891"/>
                  <a:gd name="connsiteX139-5175" fmla="*/ 706582 w 10460182"/>
                  <a:gd name="connsiteY139-5176" fmla="*/ 6289964 h 10487891"/>
                  <a:gd name="connsiteX140-5177" fmla="*/ 318654 w 10460182"/>
                  <a:gd name="connsiteY140-5178" fmla="*/ 6317673 h 10487891"/>
                  <a:gd name="connsiteX141-5179" fmla="*/ 96982 w 10460182"/>
                  <a:gd name="connsiteY141-5180" fmla="*/ 6470073 h 10487891"/>
                  <a:gd name="connsiteX142-5181" fmla="*/ 0 w 10460182"/>
                  <a:gd name="connsiteY142-5182" fmla="*/ 6373091 h 10487891"/>
                  <a:gd name="connsiteX143-5183" fmla="*/ 83127 w 10460182"/>
                  <a:gd name="connsiteY143-5184" fmla="*/ 6317673 h 10487891"/>
                  <a:gd name="connsiteX0-5185" fmla="*/ 83127 w 10460182"/>
                  <a:gd name="connsiteY0-5186" fmla="*/ 6317673 h 10487891"/>
                  <a:gd name="connsiteX1-5187" fmla="*/ 96982 w 10460182"/>
                  <a:gd name="connsiteY1-5188" fmla="*/ 5874327 h 10487891"/>
                  <a:gd name="connsiteX2-5189" fmla="*/ 401782 w 10460182"/>
                  <a:gd name="connsiteY2-5190" fmla="*/ 5611091 h 10487891"/>
                  <a:gd name="connsiteX3-5191" fmla="*/ 651163 w 10460182"/>
                  <a:gd name="connsiteY3-5192" fmla="*/ 5749637 h 10487891"/>
                  <a:gd name="connsiteX4-5193" fmla="*/ 858982 w 10460182"/>
                  <a:gd name="connsiteY4-5194" fmla="*/ 5583382 h 10487891"/>
                  <a:gd name="connsiteX5-5195" fmla="*/ 997527 w 10460182"/>
                  <a:gd name="connsiteY5-5196" fmla="*/ 5430982 h 10487891"/>
                  <a:gd name="connsiteX6-5197" fmla="*/ 1080654 w 10460182"/>
                  <a:gd name="connsiteY6-5198" fmla="*/ 5514109 h 10487891"/>
                  <a:gd name="connsiteX7-5199" fmla="*/ 1191491 w 10460182"/>
                  <a:gd name="connsiteY7-5200" fmla="*/ 5791200 h 10487891"/>
                  <a:gd name="connsiteX8-5201" fmla="*/ 1510145 w 10460182"/>
                  <a:gd name="connsiteY8-5202" fmla="*/ 5624946 h 10487891"/>
                  <a:gd name="connsiteX9-5203" fmla="*/ 1731818 w 10460182"/>
                  <a:gd name="connsiteY9-5204" fmla="*/ 5375564 h 10487891"/>
                  <a:gd name="connsiteX10-5205" fmla="*/ 2022763 w 10460182"/>
                  <a:gd name="connsiteY10-5206" fmla="*/ 5140037 h 10487891"/>
                  <a:gd name="connsiteX11-5207" fmla="*/ 2119745 w 10460182"/>
                  <a:gd name="connsiteY11-5208" fmla="*/ 4710546 h 10487891"/>
                  <a:gd name="connsiteX12-5209" fmla="*/ 2133600 w 10460182"/>
                  <a:gd name="connsiteY12-5210" fmla="*/ 4308764 h 10487891"/>
                  <a:gd name="connsiteX13-5211" fmla="*/ 2355272 w 10460182"/>
                  <a:gd name="connsiteY13-5212" fmla="*/ 3934691 h 10487891"/>
                  <a:gd name="connsiteX14-5213" fmla="*/ 2715491 w 10460182"/>
                  <a:gd name="connsiteY14-5214" fmla="*/ 3532909 h 10487891"/>
                  <a:gd name="connsiteX15-5215" fmla="*/ 2978727 w 10460182"/>
                  <a:gd name="connsiteY15-5216" fmla="*/ 3338946 h 10487891"/>
                  <a:gd name="connsiteX16-5217" fmla="*/ 3006436 w 10460182"/>
                  <a:gd name="connsiteY16-5218" fmla="*/ 2895600 h 10487891"/>
                  <a:gd name="connsiteX17-5219" fmla="*/ 3075709 w 10460182"/>
                  <a:gd name="connsiteY17-5220" fmla="*/ 2604655 h 10487891"/>
                  <a:gd name="connsiteX18-5221" fmla="*/ 3075709 w 10460182"/>
                  <a:gd name="connsiteY18-5222" fmla="*/ 2396837 h 10487891"/>
                  <a:gd name="connsiteX19-5223" fmla="*/ 3214254 w 10460182"/>
                  <a:gd name="connsiteY19-5224" fmla="*/ 2064327 h 10487891"/>
                  <a:gd name="connsiteX20-5225" fmla="*/ 3214254 w 10460182"/>
                  <a:gd name="connsiteY20-5226" fmla="*/ 1773382 h 10487891"/>
                  <a:gd name="connsiteX21-5227" fmla="*/ 3532909 w 10460182"/>
                  <a:gd name="connsiteY21-5228" fmla="*/ 1205346 h 10487891"/>
                  <a:gd name="connsiteX22-5229" fmla="*/ 3463636 w 10460182"/>
                  <a:gd name="connsiteY22-5230" fmla="*/ 831273 h 10487891"/>
                  <a:gd name="connsiteX23-5231" fmla="*/ 3491345 w 10460182"/>
                  <a:gd name="connsiteY23-5232" fmla="*/ 623455 h 10487891"/>
                  <a:gd name="connsiteX24-5233" fmla="*/ 3823854 w 10460182"/>
                  <a:gd name="connsiteY24-5234" fmla="*/ 263237 h 10487891"/>
                  <a:gd name="connsiteX25-5235" fmla="*/ 4017818 w 10460182"/>
                  <a:gd name="connsiteY25-5236" fmla="*/ 138546 h 10487891"/>
                  <a:gd name="connsiteX26-5237" fmla="*/ 4433454 w 10460182"/>
                  <a:gd name="connsiteY26-5238" fmla="*/ 374073 h 10487891"/>
                  <a:gd name="connsiteX27-5239" fmla="*/ 4599709 w 10460182"/>
                  <a:gd name="connsiteY27-5240" fmla="*/ 568037 h 10487891"/>
                  <a:gd name="connsiteX28-5241" fmla="*/ 5070763 w 10460182"/>
                  <a:gd name="connsiteY28-5242" fmla="*/ 623455 h 10487891"/>
                  <a:gd name="connsiteX29-5243" fmla="*/ 5417127 w 10460182"/>
                  <a:gd name="connsiteY29-5244" fmla="*/ 637309 h 10487891"/>
                  <a:gd name="connsiteX30-5245" fmla="*/ 5680363 w 10460182"/>
                  <a:gd name="connsiteY30-5246" fmla="*/ 692727 h 10487891"/>
                  <a:gd name="connsiteX31-5247" fmla="*/ 5860472 w 10460182"/>
                  <a:gd name="connsiteY31-5248" fmla="*/ 360218 h 10487891"/>
                  <a:gd name="connsiteX32-5249" fmla="*/ 6123709 w 10460182"/>
                  <a:gd name="connsiteY32-5250" fmla="*/ 401782 h 10487891"/>
                  <a:gd name="connsiteX33-5251" fmla="*/ 6594763 w 10460182"/>
                  <a:gd name="connsiteY33-5252" fmla="*/ 263237 h 10487891"/>
                  <a:gd name="connsiteX34-5253" fmla="*/ 6761018 w 10460182"/>
                  <a:gd name="connsiteY34-5254" fmla="*/ 207818 h 10487891"/>
                  <a:gd name="connsiteX35-5255" fmla="*/ 7038109 w 10460182"/>
                  <a:gd name="connsiteY35-5256" fmla="*/ 277091 h 10487891"/>
                  <a:gd name="connsiteX36-5257" fmla="*/ 7232072 w 10460182"/>
                  <a:gd name="connsiteY36-5258" fmla="*/ 96982 h 10487891"/>
                  <a:gd name="connsiteX37-5259" fmla="*/ 7356763 w 10460182"/>
                  <a:gd name="connsiteY37-5260" fmla="*/ 0 h 10487891"/>
                  <a:gd name="connsiteX38-5261" fmla="*/ 7606145 w 10460182"/>
                  <a:gd name="connsiteY38-5262" fmla="*/ 83127 h 10487891"/>
                  <a:gd name="connsiteX39-5263" fmla="*/ 7910945 w 10460182"/>
                  <a:gd name="connsiteY39-5264" fmla="*/ 207818 h 10487891"/>
                  <a:gd name="connsiteX40-5265" fmla="*/ 8312727 w 10460182"/>
                  <a:gd name="connsiteY40-5266" fmla="*/ 138546 h 10487891"/>
                  <a:gd name="connsiteX41-5267" fmla="*/ 8672945 w 10460182"/>
                  <a:gd name="connsiteY41-5268" fmla="*/ 443346 h 10487891"/>
                  <a:gd name="connsiteX42-5269" fmla="*/ 8908472 w 10460182"/>
                  <a:gd name="connsiteY42-5270" fmla="*/ 623455 h 10487891"/>
                  <a:gd name="connsiteX43-5271" fmla="*/ 9088582 w 10460182"/>
                  <a:gd name="connsiteY43-5272" fmla="*/ 526473 h 10487891"/>
                  <a:gd name="connsiteX44-5273" fmla="*/ 9351818 w 10460182"/>
                  <a:gd name="connsiteY44-5274" fmla="*/ 471055 h 10487891"/>
                  <a:gd name="connsiteX45-5275" fmla="*/ 9518072 w 10460182"/>
                  <a:gd name="connsiteY45-5276" fmla="*/ 498764 h 10487891"/>
                  <a:gd name="connsiteX46-5277" fmla="*/ 9698182 w 10460182"/>
                  <a:gd name="connsiteY46-5278" fmla="*/ 526473 h 10487891"/>
                  <a:gd name="connsiteX47-5279" fmla="*/ 10002982 w 10460182"/>
                  <a:gd name="connsiteY47-5280" fmla="*/ 872837 h 10487891"/>
                  <a:gd name="connsiteX48-5281" fmla="*/ 10238509 w 10460182"/>
                  <a:gd name="connsiteY48-5282" fmla="*/ 1066800 h 10487891"/>
                  <a:gd name="connsiteX49-5283" fmla="*/ 10224654 w 10460182"/>
                  <a:gd name="connsiteY49-5284" fmla="*/ 1330037 h 10487891"/>
                  <a:gd name="connsiteX50-5285" fmla="*/ 10238509 w 10460182"/>
                  <a:gd name="connsiteY50-5286" fmla="*/ 1524000 h 10487891"/>
                  <a:gd name="connsiteX51-5287" fmla="*/ 10280072 w 10460182"/>
                  <a:gd name="connsiteY51-5288" fmla="*/ 1648691 h 10487891"/>
                  <a:gd name="connsiteX52-5289" fmla="*/ 10460182 w 10460182"/>
                  <a:gd name="connsiteY52-5290" fmla="*/ 1884218 h 10487891"/>
                  <a:gd name="connsiteX53-5291" fmla="*/ 10099963 w 10460182"/>
                  <a:gd name="connsiteY53-5292" fmla="*/ 2341418 h 10487891"/>
                  <a:gd name="connsiteX54-5293" fmla="*/ 9781309 w 10460182"/>
                  <a:gd name="connsiteY54-5294" fmla="*/ 2576946 h 10487891"/>
                  <a:gd name="connsiteX55-5295" fmla="*/ 9601200 w 10460182"/>
                  <a:gd name="connsiteY55-5296" fmla="*/ 3505200 h 10487891"/>
                  <a:gd name="connsiteX56-5297" fmla="*/ 9601200 w 10460182"/>
                  <a:gd name="connsiteY56-5298" fmla="*/ 3796146 h 10487891"/>
                  <a:gd name="connsiteX57-5299" fmla="*/ 9365672 w 10460182"/>
                  <a:gd name="connsiteY57-5300" fmla="*/ 3990109 h 10487891"/>
                  <a:gd name="connsiteX58-5301" fmla="*/ 9310254 w 10460182"/>
                  <a:gd name="connsiteY58-5302" fmla="*/ 4156364 h 10487891"/>
                  <a:gd name="connsiteX59-5303" fmla="*/ 9199418 w 10460182"/>
                  <a:gd name="connsiteY59-5304" fmla="*/ 4364182 h 10487891"/>
                  <a:gd name="connsiteX60-5305" fmla="*/ 9268691 w 10460182"/>
                  <a:gd name="connsiteY60-5306" fmla="*/ 4530437 h 10487891"/>
                  <a:gd name="connsiteX61-5307" fmla="*/ 9337963 w 10460182"/>
                  <a:gd name="connsiteY61-5308" fmla="*/ 4738255 h 10487891"/>
                  <a:gd name="connsiteX62-5309" fmla="*/ 9421091 w 10460182"/>
                  <a:gd name="connsiteY62-5310" fmla="*/ 4987637 h 10487891"/>
                  <a:gd name="connsiteX63-5311" fmla="*/ 9434945 w 10460182"/>
                  <a:gd name="connsiteY63-5312" fmla="*/ 5292437 h 10487891"/>
                  <a:gd name="connsiteX64-5313" fmla="*/ 9462654 w 10460182"/>
                  <a:gd name="connsiteY64-5314" fmla="*/ 5694218 h 10487891"/>
                  <a:gd name="connsiteX65-5315" fmla="*/ 9587345 w 10460182"/>
                  <a:gd name="connsiteY65-5316" fmla="*/ 6054437 h 10487891"/>
                  <a:gd name="connsiteX66-5317" fmla="*/ 9545782 w 10460182"/>
                  <a:gd name="connsiteY66-5318" fmla="*/ 6456218 h 10487891"/>
                  <a:gd name="connsiteX67-5319" fmla="*/ 9933709 w 10460182"/>
                  <a:gd name="connsiteY67-5320" fmla="*/ 6941127 h 10487891"/>
                  <a:gd name="connsiteX68-5321" fmla="*/ 10113818 w 10460182"/>
                  <a:gd name="connsiteY68-5322" fmla="*/ 7287491 h 10487891"/>
                  <a:gd name="connsiteX69-5323" fmla="*/ 10252363 w 10460182"/>
                  <a:gd name="connsiteY69-5324" fmla="*/ 7620000 h 10487891"/>
                  <a:gd name="connsiteX70-5325" fmla="*/ 9670472 w 10460182"/>
                  <a:gd name="connsiteY70-5326" fmla="*/ 7620000 h 10487891"/>
                  <a:gd name="connsiteX71-5327" fmla="*/ 9337963 w 10460182"/>
                  <a:gd name="connsiteY71-5328" fmla="*/ 7730837 h 10487891"/>
                  <a:gd name="connsiteX72-5329" fmla="*/ 9102436 w 10460182"/>
                  <a:gd name="connsiteY72-5330" fmla="*/ 7869382 h 10487891"/>
                  <a:gd name="connsiteX73-5331" fmla="*/ 9019309 w 10460182"/>
                  <a:gd name="connsiteY73-5332" fmla="*/ 8077200 h 10487891"/>
                  <a:gd name="connsiteX74-5333" fmla="*/ 8936182 w 10460182"/>
                  <a:gd name="connsiteY74-5334" fmla="*/ 8174182 h 10487891"/>
                  <a:gd name="connsiteX75-5335" fmla="*/ 8991600 w 10460182"/>
                  <a:gd name="connsiteY75-5336" fmla="*/ 8603673 h 10487891"/>
                  <a:gd name="connsiteX76-5337" fmla="*/ 8963891 w 10460182"/>
                  <a:gd name="connsiteY76-5338" fmla="*/ 8811491 h 10487891"/>
                  <a:gd name="connsiteX77-5339" fmla="*/ 8991600 w 10460182"/>
                  <a:gd name="connsiteY77-5340" fmla="*/ 9047018 h 10487891"/>
                  <a:gd name="connsiteX78-5341" fmla="*/ 8894618 w 10460182"/>
                  <a:gd name="connsiteY78-5342" fmla="*/ 9351818 h 10487891"/>
                  <a:gd name="connsiteX79-5343" fmla="*/ 8922327 w 10460182"/>
                  <a:gd name="connsiteY79-5344" fmla="*/ 9615055 h 10487891"/>
                  <a:gd name="connsiteX80-5345" fmla="*/ 9144000 w 10460182"/>
                  <a:gd name="connsiteY80-5346" fmla="*/ 9781309 h 10487891"/>
                  <a:gd name="connsiteX81-5347" fmla="*/ 9337963 w 10460182"/>
                  <a:gd name="connsiteY81-5348" fmla="*/ 9947564 h 10487891"/>
                  <a:gd name="connsiteX82-5349" fmla="*/ 9504218 w 10460182"/>
                  <a:gd name="connsiteY82-5350" fmla="*/ 9850582 h 10487891"/>
                  <a:gd name="connsiteX83-5351" fmla="*/ 9615054 w 10460182"/>
                  <a:gd name="connsiteY83-5352" fmla="*/ 9767455 h 10487891"/>
                  <a:gd name="connsiteX84-5353" fmla="*/ 9698182 w 10460182"/>
                  <a:gd name="connsiteY84-5354" fmla="*/ 9795164 h 10487891"/>
                  <a:gd name="connsiteX85-5355" fmla="*/ 9684327 w 10460182"/>
                  <a:gd name="connsiteY85-5356" fmla="*/ 10335491 h 10487891"/>
                  <a:gd name="connsiteX86-5357" fmla="*/ 9490363 w 10460182"/>
                  <a:gd name="connsiteY86-5358" fmla="*/ 10487891 h 10487891"/>
                  <a:gd name="connsiteX87-5359" fmla="*/ 9310254 w 10460182"/>
                  <a:gd name="connsiteY87-5360" fmla="*/ 10474037 h 10487891"/>
                  <a:gd name="connsiteX88-5361" fmla="*/ 9227127 w 10460182"/>
                  <a:gd name="connsiteY88-5362" fmla="*/ 10321637 h 10487891"/>
                  <a:gd name="connsiteX89-5363" fmla="*/ 9033163 w 10460182"/>
                  <a:gd name="connsiteY89-5364" fmla="*/ 10072255 h 10487891"/>
                  <a:gd name="connsiteX90-5365" fmla="*/ 8825345 w 10460182"/>
                  <a:gd name="connsiteY90-5366" fmla="*/ 9892146 h 10487891"/>
                  <a:gd name="connsiteX91-5367" fmla="*/ 8534400 w 10460182"/>
                  <a:gd name="connsiteY91-5368" fmla="*/ 9781309 h 10487891"/>
                  <a:gd name="connsiteX92-5369" fmla="*/ 8423563 w 10460182"/>
                  <a:gd name="connsiteY92-5370" fmla="*/ 9725891 h 10487891"/>
                  <a:gd name="connsiteX93-5371" fmla="*/ 8285018 w 10460182"/>
                  <a:gd name="connsiteY93-5372" fmla="*/ 9559637 h 10487891"/>
                  <a:gd name="connsiteX94-5373" fmla="*/ 8257309 w 10460182"/>
                  <a:gd name="connsiteY94-5374" fmla="*/ 9421091 h 10487891"/>
                  <a:gd name="connsiteX95-5375" fmla="*/ 8146472 w 10460182"/>
                  <a:gd name="connsiteY95-5376" fmla="*/ 9434946 h 10487891"/>
                  <a:gd name="connsiteX96-5377" fmla="*/ 8091054 w 10460182"/>
                  <a:gd name="connsiteY96-5378" fmla="*/ 9656618 h 10487891"/>
                  <a:gd name="connsiteX97-5379" fmla="*/ 7744691 w 10460182"/>
                  <a:gd name="connsiteY97-5380" fmla="*/ 9559637 h 10487891"/>
                  <a:gd name="connsiteX98-5381" fmla="*/ 7536872 w 10460182"/>
                  <a:gd name="connsiteY98-5382" fmla="*/ 9573491 h 10487891"/>
                  <a:gd name="connsiteX99-5383" fmla="*/ 7481454 w 10460182"/>
                  <a:gd name="connsiteY99-5384" fmla="*/ 9504218 h 10487891"/>
                  <a:gd name="connsiteX100-5385" fmla="*/ 7439891 w 10460182"/>
                  <a:gd name="connsiteY100-5386" fmla="*/ 9240982 h 10487891"/>
                  <a:gd name="connsiteX101-5387" fmla="*/ 7356763 w 10460182"/>
                  <a:gd name="connsiteY101-5388" fmla="*/ 9434946 h 10487891"/>
                  <a:gd name="connsiteX102-5389" fmla="*/ 7287491 w 10460182"/>
                  <a:gd name="connsiteY102-5390" fmla="*/ 9421091 h 10487891"/>
                  <a:gd name="connsiteX103-5391" fmla="*/ 7232072 w 10460182"/>
                  <a:gd name="connsiteY103-5392" fmla="*/ 9185564 h 10487891"/>
                  <a:gd name="connsiteX104-5393" fmla="*/ 6954982 w 10460182"/>
                  <a:gd name="connsiteY104-5394" fmla="*/ 9268691 h 10487891"/>
                  <a:gd name="connsiteX105-5395" fmla="*/ 6705600 w 10460182"/>
                  <a:gd name="connsiteY105-5396" fmla="*/ 9310255 h 10487891"/>
                  <a:gd name="connsiteX106-5397" fmla="*/ 6705600 w 10460182"/>
                  <a:gd name="connsiteY106-5398" fmla="*/ 9116291 h 10487891"/>
                  <a:gd name="connsiteX107-5399" fmla="*/ 6511636 w 10460182"/>
                  <a:gd name="connsiteY107-5400" fmla="*/ 9033164 h 10487891"/>
                  <a:gd name="connsiteX108-5401" fmla="*/ 6428509 w 10460182"/>
                  <a:gd name="connsiteY108-5402" fmla="*/ 9033164 h 10487891"/>
                  <a:gd name="connsiteX109-5403" fmla="*/ 6289963 w 10460182"/>
                  <a:gd name="connsiteY109-5404" fmla="*/ 9074727 h 10487891"/>
                  <a:gd name="connsiteX110-5405" fmla="*/ 6167763 w 10460182"/>
                  <a:gd name="connsiteY110-5406" fmla="*/ 9057292 h 10487891"/>
                  <a:gd name="connsiteX111-5407" fmla="*/ 6002132 w 10460182"/>
                  <a:gd name="connsiteY111-5408" fmla="*/ 9172799 h 10487891"/>
                  <a:gd name="connsiteX112-5409" fmla="*/ 5749636 w 10460182"/>
                  <a:gd name="connsiteY112-5410" fmla="*/ 9130146 h 10487891"/>
                  <a:gd name="connsiteX113-5411" fmla="*/ 5674760 w 10460182"/>
                  <a:gd name="connsiteY113-5412" fmla="*/ 9160969 h 10487891"/>
                  <a:gd name="connsiteX114-5413" fmla="*/ 5507415 w 10460182"/>
                  <a:gd name="connsiteY114-5414" fmla="*/ 9207202 h 10487891"/>
                  <a:gd name="connsiteX115-5415" fmla="*/ 5505859 w 10460182"/>
                  <a:gd name="connsiteY115-5416" fmla="*/ 8950037 h 10487891"/>
                  <a:gd name="connsiteX116-5417" fmla="*/ 5505857 w 10460182"/>
                  <a:gd name="connsiteY116-5418" fmla="*/ 8714042 h 10487891"/>
                  <a:gd name="connsiteX117-5419" fmla="*/ 5336024 w 10460182"/>
                  <a:gd name="connsiteY117-5420" fmla="*/ 8412357 h 10487891"/>
                  <a:gd name="connsiteX118-5421" fmla="*/ 5230324 w 10460182"/>
                  <a:gd name="connsiteY118-5422" fmla="*/ 8161885 h 10487891"/>
                  <a:gd name="connsiteX119-5423" fmla="*/ 5317031 w 10460182"/>
                  <a:gd name="connsiteY119-5424" fmla="*/ 7689273 h 10487891"/>
                  <a:gd name="connsiteX120-5425" fmla="*/ 5201059 w 10460182"/>
                  <a:gd name="connsiteY120-5426" fmla="*/ 7399417 h 10487891"/>
                  <a:gd name="connsiteX121-5427" fmla="*/ 5250872 w 10460182"/>
                  <a:gd name="connsiteY121-5428" fmla="*/ 7148946 h 10487891"/>
                  <a:gd name="connsiteX122-5429" fmla="*/ 5245735 w 10460182"/>
                  <a:gd name="connsiteY122-5430" fmla="*/ 7097730 h 10487891"/>
                  <a:gd name="connsiteX123-5431" fmla="*/ 4577603 w 10460182"/>
                  <a:gd name="connsiteY123-5432" fmla="*/ 7093061 h 10487891"/>
                  <a:gd name="connsiteX124-5433" fmla="*/ 4528412 w 10460182"/>
                  <a:gd name="connsiteY124-5434" fmla="*/ 6919645 h 10487891"/>
                  <a:gd name="connsiteX125-5435" fmla="*/ 4038834 w 10460182"/>
                  <a:gd name="connsiteY125-5436" fmla="*/ 6895517 h 10487891"/>
                  <a:gd name="connsiteX126-5437" fmla="*/ 3976254 w 10460182"/>
                  <a:gd name="connsiteY126-5438" fmla="*/ 7148946 h 10487891"/>
                  <a:gd name="connsiteX127-5439" fmla="*/ 3932667 w 10460182"/>
                  <a:gd name="connsiteY127-5440" fmla="*/ 7360344 h 10487891"/>
                  <a:gd name="connsiteX128-5441" fmla="*/ 3910095 w 10460182"/>
                  <a:gd name="connsiteY128-5442" fmla="*/ 7482545 h 10487891"/>
                  <a:gd name="connsiteX129-5443" fmla="*/ 3559528 w 10460182"/>
                  <a:gd name="connsiteY129-5444" fmla="*/ 7476941 h 10487891"/>
                  <a:gd name="connsiteX130-5445" fmla="*/ 3311236 w 10460182"/>
                  <a:gd name="connsiteY130-5446" fmla="*/ 7481455 h 10487891"/>
                  <a:gd name="connsiteX131-5447" fmla="*/ 2895600 w 10460182"/>
                  <a:gd name="connsiteY131-5448" fmla="*/ 7467600 h 10487891"/>
                  <a:gd name="connsiteX132-5449" fmla="*/ 2784763 w 10460182"/>
                  <a:gd name="connsiteY132-5450" fmla="*/ 7218218 h 10487891"/>
                  <a:gd name="connsiteX133-5451" fmla="*/ 2604654 w 10460182"/>
                  <a:gd name="connsiteY133-5452" fmla="*/ 6941127 h 10487891"/>
                  <a:gd name="connsiteX134-5453" fmla="*/ 2410691 w 10460182"/>
                  <a:gd name="connsiteY134-5454" fmla="*/ 6442364 h 10487891"/>
                  <a:gd name="connsiteX135-5455" fmla="*/ 2327563 w 10460182"/>
                  <a:gd name="connsiteY135-5456" fmla="*/ 6303818 h 10487891"/>
                  <a:gd name="connsiteX136-5457" fmla="*/ 1662545 w 10460182"/>
                  <a:gd name="connsiteY136-5458" fmla="*/ 6276109 h 10487891"/>
                  <a:gd name="connsiteX137-5459" fmla="*/ 1233054 w 10460182"/>
                  <a:gd name="connsiteY137-5460" fmla="*/ 6276109 h 10487891"/>
                  <a:gd name="connsiteX138-5461" fmla="*/ 1136072 w 10460182"/>
                  <a:gd name="connsiteY138-5462" fmla="*/ 6331527 h 10487891"/>
                  <a:gd name="connsiteX139-5463" fmla="*/ 706582 w 10460182"/>
                  <a:gd name="connsiteY139-5464" fmla="*/ 6289964 h 10487891"/>
                  <a:gd name="connsiteX140-5465" fmla="*/ 318654 w 10460182"/>
                  <a:gd name="connsiteY140-5466" fmla="*/ 6317673 h 10487891"/>
                  <a:gd name="connsiteX141-5467" fmla="*/ 96982 w 10460182"/>
                  <a:gd name="connsiteY141-5468" fmla="*/ 6470073 h 10487891"/>
                  <a:gd name="connsiteX142-5469" fmla="*/ 0 w 10460182"/>
                  <a:gd name="connsiteY142-5470" fmla="*/ 6373091 h 10487891"/>
                  <a:gd name="connsiteX143-5471" fmla="*/ 83127 w 10460182"/>
                  <a:gd name="connsiteY143-5472" fmla="*/ 6317673 h 10487891"/>
                  <a:gd name="connsiteX0-5473" fmla="*/ 83127 w 10460182"/>
                  <a:gd name="connsiteY0-5474" fmla="*/ 6317673 h 10487891"/>
                  <a:gd name="connsiteX1-5475" fmla="*/ 96982 w 10460182"/>
                  <a:gd name="connsiteY1-5476" fmla="*/ 5874327 h 10487891"/>
                  <a:gd name="connsiteX2-5477" fmla="*/ 401782 w 10460182"/>
                  <a:gd name="connsiteY2-5478" fmla="*/ 5611091 h 10487891"/>
                  <a:gd name="connsiteX3-5479" fmla="*/ 651163 w 10460182"/>
                  <a:gd name="connsiteY3-5480" fmla="*/ 5749637 h 10487891"/>
                  <a:gd name="connsiteX4-5481" fmla="*/ 858982 w 10460182"/>
                  <a:gd name="connsiteY4-5482" fmla="*/ 5583382 h 10487891"/>
                  <a:gd name="connsiteX5-5483" fmla="*/ 997527 w 10460182"/>
                  <a:gd name="connsiteY5-5484" fmla="*/ 5430982 h 10487891"/>
                  <a:gd name="connsiteX6-5485" fmla="*/ 1080654 w 10460182"/>
                  <a:gd name="connsiteY6-5486" fmla="*/ 5514109 h 10487891"/>
                  <a:gd name="connsiteX7-5487" fmla="*/ 1191491 w 10460182"/>
                  <a:gd name="connsiteY7-5488" fmla="*/ 5791200 h 10487891"/>
                  <a:gd name="connsiteX8-5489" fmla="*/ 1510145 w 10460182"/>
                  <a:gd name="connsiteY8-5490" fmla="*/ 5624946 h 10487891"/>
                  <a:gd name="connsiteX9-5491" fmla="*/ 1731818 w 10460182"/>
                  <a:gd name="connsiteY9-5492" fmla="*/ 5375564 h 10487891"/>
                  <a:gd name="connsiteX10-5493" fmla="*/ 2022763 w 10460182"/>
                  <a:gd name="connsiteY10-5494" fmla="*/ 5140037 h 10487891"/>
                  <a:gd name="connsiteX11-5495" fmla="*/ 2119745 w 10460182"/>
                  <a:gd name="connsiteY11-5496" fmla="*/ 4710546 h 10487891"/>
                  <a:gd name="connsiteX12-5497" fmla="*/ 2133600 w 10460182"/>
                  <a:gd name="connsiteY12-5498" fmla="*/ 4308764 h 10487891"/>
                  <a:gd name="connsiteX13-5499" fmla="*/ 2355272 w 10460182"/>
                  <a:gd name="connsiteY13-5500" fmla="*/ 3934691 h 10487891"/>
                  <a:gd name="connsiteX14-5501" fmla="*/ 2715491 w 10460182"/>
                  <a:gd name="connsiteY14-5502" fmla="*/ 3532909 h 10487891"/>
                  <a:gd name="connsiteX15-5503" fmla="*/ 2978727 w 10460182"/>
                  <a:gd name="connsiteY15-5504" fmla="*/ 3338946 h 10487891"/>
                  <a:gd name="connsiteX16-5505" fmla="*/ 3006436 w 10460182"/>
                  <a:gd name="connsiteY16-5506" fmla="*/ 2895600 h 10487891"/>
                  <a:gd name="connsiteX17-5507" fmla="*/ 3075709 w 10460182"/>
                  <a:gd name="connsiteY17-5508" fmla="*/ 2604655 h 10487891"/>
                  <a:gd name="connsiteX18-5509" fmla="*/ 3075709 w 10460182"/>
                  <a:gd name="connsiteY18-5510" fmla="*/ 2396837 h 10487891"/>
                  <a:gd name="connsiteX19-5511" fmla="*/ 3214254 w 10460182"/>
                  <a:gd name="connsiteY19-5512" fmla="*/ 2064327 h 10487891"/>
                  <a:gd name="connsiteX20-5513" fmla="*/ 3214254 w 10460182"/>
                  <a:gd name="connsiteY20-5514" fmla="*/ 1773382 h 10487891"/>
                  <a:gd name="connsiteX21-5515" fmla="*/ 3532909 w 10460182"/>
                  <a:gd name="connsiteY21-5516" fmla="*/ 1205346 h 10487891"/>
                  <a:gd name="connsiteX22-5517" fmla="*/ 3463636 w 10460182"/>
                  <a:gd name="connsiteY22-5518" fmla="*/ 831273 h 10487891"/>
                  <a:gd name="connsiteX23-5519" fmla="*/ 3491345 w 10460182"/>
                  <a:gd name="connsiteY23-5520" fmla="*/ 623455 h 10487891"/>
                  <a:gd name="connsiteX24-5521" fmla="*/ 3823854 w 10460182"/>
                  <a:gd name="connsiteY24-5522" fmla="*/ 263237 h 10487891"/>
                  <a:gd name="connsiteX25-5523" fmla="*/ 4017818 w 10460182"/>
                  <a:gd name="connsiteY25-5524" fmla="*/ 138546 h 10487891"/>
                  <a:gd name="connsiteX26-5525" fmla="*/ 4433454 w 10460182"/>
                  <a:gd name="connsiteY26-5526" fmla="*/ 374073 h 10487891"/>
                  <a:gd name="connsiteX27-5527" fmla="*/ 4599709 w 10460182"/>
                  <a:gd name="connsiteY27-5528" fmla="*/ 568037 h 10487891"/>
                  <a:gd name="connsiteX28-5529" fmla="*/ 5070763 w 10460182"/>
                  <a:gd name="connsiteY28-5530" fmla="*/ 623455 h 10487891"/>
                  <a:gd name="connsiteX29-5531" fmla="*/ 5417127 w 10460182"/>
                  <a:gd name="connsiteY29-5532" fmla="*/ 637309 h 10487891"/>
                  <a:gd name="connsiteX30-5533" fmla="*/ 5680363 w 10460182"/>
                  <a:gd name="connsiteY30-5534" fmla="*/ 692727 h 10487891"/>
                  <a:gd name="connsiteX31-5535" fmla="*/ 5860472 w 10460182"/>
                  <a:gd name="connsiteY31-5536" fmla="*/ 360218 h 10487891"/>
                  <a:gd name="connsiteX32-5537" fmla="*/ 6123709 w 10460182"/>
                  <a:gd name="connsiteY32-5538" fmla="*/ 401782 h 10487891"/>
                  <a:gd name="connsiteX33-5539" fmla="*/ 6594763 w 10460182"/>
                  <a:gd name="connsiteY33-5540" fmla="*/ 263237 h 10487891"/>
                  <a:gd name="connsiteX34-5541" fmla="*/ 6761018 w 10460182"/>
                  <a:gd name="connsiteY34-5542" fmla="*/ 207818 h 10487891"/>
                  <a:gd name="connsiteX35-5543" fmla="*/ 7038109 w 10460182"/>
                  <a:gd name="connsiteY35-5544" fmla="*/ 277091 h 10487891"/>
                  <a:gd name="connsiteX36-5545" fmla="*/ 7232072 w 10460182"/>
                  <a:gd name="connsiteY36-5546" fmla="*/ 96982 h 10487891"/>
                  <a:gd name="connsiteX37-5547" fmla="*/ 7356763 w 10460182"/>
                  <a:gd name="connsiteY37-5548" fmla="*/ 0 h 10487891"/>
                  <a:gd name="connsiteX38-5549" fmla="*/ 7606145 w 10460182"/>
                  <a:gd name="connsiteY38-5550" fmla="*/ 83127 h 10487891"/>
                  <a:gd name="connsiteX39-5551" fmla="*/ 7910945 w 10460182"/>
                  <a:gd name="connsiteY39-5552" fmla="*/ 207818 h 10487891"/>
                  <a:gd name="connsiteX40-5553" fmla="*/ 8312727 w 10460182"/>
                  <a:gd name="connsiteY40-5554" fmla="*/ 138546 h 10487891"/>
                  <a:gd name="connsiteX41-5555" fmla="*/ 8672945 w 10460182"/>
                  <a:gd name="connsiteY41-5556" fmla="*/ 443346 h 10487891"/>
                  <a:gd name="connsiteX42-5557" fmla="*/ 8908472 w 10460182"/>
                  <a:gd name="connsiteY42-5558" fmla="*/ 623455 h 10487891"/>
                  <a:gd name="connsiteX43-5559" fmla="*/ 9088582 w 10460182"/>
                  <a:gd name="connsiteY43-5560" fmla="*/ 526473 h 10487891"/>
                  <a:gd name="connsiteX44-5561" fmla="*/ 9351818 w 10460182"/>
                  <a:gd name="connsiteY44-5562" fmla="*/ 471055 h 10487891"/>
                  <a:gd name="connsiteX45-5563" fmla="*/ 9518072 w 10460182"/>
                  <a:gd name="connsiteY45-5564" fmla="*/ 498764 h 10487891"/>
                  <a:gd name="connsiteX46-5565" fmla="*/ 9698182 w 10460182"/>
                  <a:gd name="connsiteY46-5566" fmla="*/ 526473 h 10487891"/>
                  <a:gd name="connsiteX47-5567" fmla="*/ 10002982 w 10460182"/>
                  <a:gd name="connsiteY47-5568" fmla="*/ 872837 h 10487891"/>
                  <a:gd name="connsiteX48-5569" fmla="*/ 10238509 w 10460182"/>
                  <a:gd name="connsiteY48-5570" fmla="*/ 1066800 h 10487891"/>
                  <a:gd name="connsiteX49-5571" fmla="*/ 10224654 w 10460182"/>
                  <a:gd name="connsiteY49-5572" fmla="*/ 1330037 h 10487891"/>
                  <a:gd name="connsiteX50-5573" fmla="*/ 10238509 w 10460182"/>
                  <a:gd name="connsiteY50-5574" fmla="*/ 1524000 h 10487891"/>
                  <a:gd name="connsiteX51-5575" fmla="*/ 10280072 w 10460182"/>
                  <a:gd name="connsiteY51-5576" fmla="*/ 1648691 h 10487891"/>
                  <a:gd name="connsiteX52-5577" fmla="*/ 10460182 w 10460182"/>
                  <a:gd name="connsiteY52-5578" fmla="*/ 1884218 h 10487891"/>
                  <a:gd name="connsiteX53-5579" fmla="*/ 10099963 w 10460182"/>
                  <a:gd name="connsiteY53-5580" fmla="*/ 2341418 h 10487891"/>
                  <a:gd name="connsiteX54-5581" fmla="*/ 9781309 w 10460182"/>
                  <a:gd name="connsiteY54-5582" fmla="*/ 2576946 h 10487891"/>
                  <a:gd name="connsiteX55-5583" fmla="*/ 9601200 w 10460182"/>
                  <a:gd name="connsiteY55-5584" fmla="*/ 3505200 h 10487891"/>
                  <a:gd name="connsiteX56-5585" fmla="*/ 9601200 w 10460182"/>
                  <a:gd name="connsiteY56-5586" fmla="*/ 3796146 h 10487891"/>
                  <a:gd name="connsiteX57-5587" fmla="*/ 9365672 w 10460182"/>
                  <a:gd name="connsiteY57-5588" fmla="*/ 3990109 h 10487891"/>
                  <a:gd name="connsiteX58-5589" fmla="*/ 9310254 w 10460182"/>
                  <a:gd name="connsiteY58-5590" fmla="*/ 4156364 h 10487891"/>
                  <a:gd name="connsiteX59-5591" fmla="*/ 9199418 w 10460182"/>
                  <a:gd name="connsiteY59-5592" fmla="*/ 4364182 h 10487891"/>
                  <a:gd name="connsiteX60-5593" fmla="*/ 9268691 w 10460182"/>
                  <a:gd name="connsiteY60-5594" fmla="*/ 4530437 h 10487891"/>
                  <a:gd name="connsiteX61-5595" fmla="*/ 9337963 w 10460182"/>
                  <a:gd name="connsiteY61-5596" fmla="*/ 4738255 h 10487891"/>
                  <a:gd name="connsiteX62-5597" fmla="*/ 9421091 w 10460182"/>
                  <a:gd name="connsiteY62-5598" fmla="*/ 4987637 h 10487891"/>
                  <a:gd name="connsiteX63-5599" fmla="*/ 9434945 w 10460182"/>
                  <a:gd name="connsiteY63-5600" fmla="*/ 5292437 h 10487891"/>
                  <a:gd name="connsiteX64-5601" fmla="*/ 9462654 w 10460182"/>
                  <a:gd name="connsiteY64-5602" fmla="*/ 5694218 h 10487891"/>
                  <a:gd name="connsiteX65-5603" fmla="*/ 9587345 w 10460182"/>
                  <a:gd name="connsiteY65-5604" fmla="*/ 6054437 h 10487891"/>
                  <a:gd name="connsiteX66-5605" fmla="*/ 9545782 w 10460182"/>
                  <a:gd name="connsiteY66-5606" fmla="*/ 6456218 h 10487891"/>
                  <a:gd name="connsiteX67-5607" fmla="*/ 9933709 w 10460182"/>
                  <a:gd name="connsiteY67-5608" fmla="*/ 6941127 h 10487891"/>
                  <a:gd name="connsiteX68-5609" fmla="*/ 10113818 w 10460182"/>
                  <a:gd name="connsiteY68-5610" fmla="*/ 7287491 h 10487891"/>
                  <a:gd name="connsiteX69-5611" fmla="*/ 10252363 w 10460182"/>
                  <a:gd name="connsiteY69-5612" fmla="*/ 7620000 h 10487891"/>
                  <a:gd name="connsiteX70-5613" fmla="*/ 9670472 w 10460182"/>
                  <a:gd name="connsiteY70-5614" fmla="*/ 7620000 h 10487891"/>
                  <a:gd name="connsiteX71-5615" fmla="*/ 9337963 w 10460182"/>
                  <a:gd name="connsiteY71-5616" fmla="*/ 7730837 h 10487891"/>
                  <a:gd name="connsiteX72-5617" fmla="*/ 9102436 w 10460182"/>
                  <a:gd name="connsiteY72-5618" fmla="*/ 7869382 h 10487891"/>
                  <a:gd name="connsiteX73-5619" fmla="*/ 9019309 w 10460182"/>
                  <a:gd name="connsiteY73-5620" fmla="*/ 8077200 h 10487891"/>
                  <a:gd name="connsiteX74-5621" fmla="*/ 8936182 w 10460182"/>
                  <a:gd name="connsiteY74-5622" fmla="*/ 8174182 h 10487891"/>
                  <a:gd name="connsiteX75-5623" fmla="*/ 8991600 w 10460182"/>
                  <a:gd name="connsiteY75-5624" fmla="*/ 8603673 h 10487891"/>
                  <a:gd name="connsiteX76-5625" fmla="*/ 8963891 w 10460182"/>
                  <a:gd name="connsiteY76-5626" fmla="*/ 8811491 h 10487891"/>
                  <a:gd name="connsiteX77-5627" fmla="*/ 8991600 w 10460182"/>
                  <a:gd name="connsiteY77-5628" fmla="*/ 9047018 h 10487891"/>
                  <a:gd name="connsiteX78-5629" fmla="*/ 8894618 w 10460182"/>
                  <a:gd name="connsiteY78-5630" fmla="*/ 9351818 h 10487891"/>
                  <a:gd name="connsiteX79-5631" fmla="*/ 8922327 w 10460182"/>
                  <a:gd name="connsiteY79-5632" fmla="*/ 9615055 h 10487891"/>
                  <a:gd name="connsiteX80-5633" fmla="*/ 9144000 w 10460182"/>
                  <a:gd name="connsiteY80-5634" fmla="*/ 9781309 h 10487891"/>
                  <a:gd name="connsiteX81-5635" fmla="*/ 9337963 w 10460182"/>
                  <a:gd name="connsiteY81-5636" fmla="*/ 9947564 h 10487891"/>
                  <a:gd name="connsiteX82-5637" fmla="*/ 9504218 w 10460182"/>
                  <a:gd name="connsiteY82-5638" fmla="*/ 9850582 h 10487891"/>
                  <a:gd name="connsiteX83-5639" fmla="*/ 9615054 w 10460182"/>
                  <a:gd name="connsiteY83-5640" fmla="*/ 9767455 h 10487891"/>
                  <a:gd name="connsiteX84-5641" fmla="*/ 9698182 w 10460182"/>
                  <a:gd name="connsiteY84-5642" fmla="*/ 9795164 h 10487891"/>
                  <a:gd name="connsiteX85-5643" fmla="*/ 9684327 w 10460182"/>
                  <a:gd name="connsiteY85-5644" fmla="*/ 10335491 h 10487891"/>
                  <a:gd name="connsiteX86-5645" fmla="*/ 9490363 w 10460182"/>
                  <a:gd name="connsiteY86-5646" fmla="*/ 10487891 h 10487891"/>
                  <a:gd name="connsiteX87-5647" fmla="*/ 9310254 w 10460182"/>
                  <a:gd name="connsiteY87-5648" fmla="*/ 10474037 h 10487891"/>
                  <a:gd name="connsiteX88-5649" fmla="*/ 9227127 w 10460182"/>
                  <a:gd name="connsiteY88-5650" fmla="*/ 10321637 h 10487891"/>
                  <a:gd name="connsiteX89-5651" fmla="*/ 9033163 w 10460182"/>
                  <a:gd name="connsiteY89-5652" fmla="*/ 10072255 h 10487891"/>
                  <a:gd name="connsiteX90-5653" fmla="*/ 8825345 w 10460182"/>
                  <a:gd name="connsiteY90-5654" fmla="*/ 9892146 h 10487891"/>
                  <a:gd name="connsiteX91-5655" fmla="*/ 8534400 w 10460182"/>
                  <a:gd name="connsiteY91-5656" fmla="*/ 9781309 h 10487891"/>
                  <a:gd name="connsiteX92-5657" fmla="*/ 8423563 w 10460182"/>
                  <a:gd name="connsiteY92-5658" fmla="*/ 9725891 h 10487891"/>
                  <a:gd name="connsiteX93-5659" fmla="*/ 8285018 w 10460182"/>
                  <a:gd name="connsiteY93-5660" fmla="*/ 9559637 h 10487891"/>
                  <a:gd name="connsiteX94-5661" fmla="*/ 8257309 w 10460182"/>
                  <a:gd name="connsiteY94-5662" fmla="*/ 9421091 h 10487891"/>
                  <a:gd name="connsiteX95-5663" fmla="*/ 8146472 w 10460182"/>
                  <a:gd name="connsiteY95-5664" fmla="*/ 9434946 h 10487891"/>
                  <a:gd name="connsiteX96-5665" fmla="*/ 8091054 w 10460182"/>
                  <a:gd name="connsiteY96-5666" fmla="*/ 9656618 h 10487891"/>
                  <a:gd name="connsiteX97-5667" fmla="*/ 7744691 w 10460182"/>
                  <a:gd name="connsiteY97-5668" fmla="*/ 9559637 h 10487891"/>
                  <a:gd name="connsiteX98-5669" fmla="*/ 7536872 w 10460182"/>
                  <a:gd name="connsiteY98-5670" fmla="*/ 9573491 h 10487891"/>
                  <a:gd name="connsiteX99-5671" fmla="*/ 7481454 w 10460182"/>
                  <a:gd name="connsiteY99-5672" fmla="*/ 9504218 h 10487891"/>
                  <a:gd name="connsiteX100-5673" fmla="*/ 7439891 w 10460182"/>
                  <a:gd name="connsiteY100-5674" fmla="*/ 9240982 h 10487891"/>
                  <a:gd name="connsiteX101-5675" fmla="*/ 7356763 w 10460182"/>
                  <a:gd name="connsiteY101-5676" fmla="*/ 9434946 h 10487891"/>
                  <a:gd name="connsiteX102-5677" fmla="*/ 7287491 w 10460182"/>
                  <a:gd name="connsiteY102-5678" fmla="*/ 9421091 h 10487891"/>
                  <a:gd name="connsiteX103-5679" fmla="*/ 7232072 w 10460182"/>
                  <a:gd name="connsiteY103-5680" fmla="*/ 9185564 h 10487891"/>
                  <a:gd name="connsiteX104-5681" fmla="*/ 6954982 w 10460182"/>
                  <a:gd name="connsiteY104-5682" fmla="*/ 9268691 h 10487891"/>
                  <a:gd name="connsiteX105-5683" fmla="*/ 6705600 w 10460182"/>
                  <a:gd name="connsiteY105-5684" fmla="*/ 9310255 h 10487891"/>
                  <a:gd name="connsiteX106-5685" fmla="*/ 6705600 w 10460182"/>
                  <a:gd name="connsiteY106-5686" fmla="*/ 9116291 h 10487891"/>
                  <a:gd name="connsiteX107-5687" fmla="*/ 6511636 w 10460182"/>
                  <a:gd name="connsiteY107-5688" fmla="*/ 9033164 h 10487891"/>
                  <a:gd name="connsiteX108-5689" fmla="*/ 6428509 w 10460182"/>
                  <a:gd name="connsiteY108-5690" fmla="*/ 9033164 h 10487891"/>
                  <a:gd name="connsiteX109-5691" fmla="*/ 6325922 w 10460182"/>
                  <a:gd name="connsiteY109-5692" fmla="*/ 9136372 h 10487891"/>
                  <a:gd name="connsiteX110-5693" fmla="*/ 6167763 w 10460182"/>
                  <a:gd name="connsiteY110-5694" fmla="*/ 9057292 h 10487891"/>
                  <a:gd name="connsiteX111-5695" fmla="*/ 6002132 w 10460182"/>
                  <a:gd name="connsiteY111-5696" fmla="*/ 9172799 h 10487891"/>
                  <a:gd name="connsiteX112-5697" fmla="*/ 5749636 w 10460182"/>
                  <a:gd name="connsiteY112-5698" fmla="*/ 9130146 h 10487891"/>
                  <a:gd name="connsiteX113-5699" fmla="*/ 5674760 w 10460182"/>
                  <a:gd name="connsiteY113-5700" fmla="*/ 9160969 h 10487891"/>
                  <a:gd name="connsiteX114-5701" fmla="*/ 5507415 w 10460182"/>
                  <a:gd name="connsiteY114-5702" fmla="*/ 9207202 h 10487891"/>
                  <a:gd name="connsiteX115-5703" fmla="*/ 5505859 w 10460182"/>
                  <a:gd name="connsiteY115-5704" fmla="*/ 8950037 h 10487891"/>
                  <a:gd name="connsiteX116-5705" fmla="*/ 5505857 w 10460182"/>
                  <a:gd name="connsiteY116-5706" fmla="*/ 8714042 h 10487891"/>
                  <a:gd name="connsiteX117-5707" fmla="*/ 5336024 w 10460182"/>
                  <a:gd name="connsiteY117-5708" fmla="*/ 8412357 h 10487891"/>
                  <a:gd name="connsiteX118-5709" fmla="*/ 5230324 w 10460182"/>
                  <a:gd name="connsiteY118-5710" fmla="*/ 8161885 h 10487891"/>
                  <a:gd name="connsiteX119-5711" fmla="*/ 5317031 w 10460182"/>
                  <a:gd name="connsiteY119-5712" fmla="*/ 7689273 h 10487891"/>
                  <a:gd name="connsiteX120-5713" fmla="*/ 5201059 w 10460182"/>
                  <a:gd name="connsiteY120-5714" fmla="*/ 7399417 h 10487891"/>
                  <a:gd name="connsiteX121-5715" fmla="*/ 5250872 w 10460182"/>
                  <a:gd name="connsiteY121-5716" fmla="*/ 7148946 h 10487891"/>
                  <a:gd name="connsiteX122-5717" fmla="*/ 5245735 w 10460182"/>
                  <a:gd name="connsiteY122-5718" fmla="*/ 7097730 h 10487891"/>
                  <a:gd name="connsiteX123-5719" fmla="*/ 4577603 w 10460182"/>
                  <a:gd name="connsiteY123-5720" fmla="*/ 7093061 h 10487891"/>
                  <a:gd name="connsiteX124-5721" fmla="*/ 4528412 w 10460182"/>
                  <a:gd name="connsiteY124-5722" fmla="*/ 6919645 h 10487891"/>
                  <a:gd name="connsiteX125-5723" fmla="*/ 4038834 w 10460182"/>
                  <a:gd name="connsiteY125-5724" fmla="*/ 6895517 h 10487891"/>
                  <a:gd name="connsiteX126-5725" fmla="*/ 3976254 w 10460182"/>
                  <a:gd name="connsiteY126-5726" fmla="*/ 7148946 h 10487891"/>
                  <a:gd name="connsiteX127-5727" fmla="*/ 3932667 w 10460182"/>
                  <a:gd name="connsiteY127-5728" fmla="*/ 7360344 h 10487891"/>
                  <a:gd name="connsiteX128-5729" fmla="*/ 3910095 w 10460182"/>
                  <a:gd name="connsiteY128-5730" fmla="*/ 7482545 h 10487891"/>
                  <a:gd name="connsiteX129-5731" fmla="*/ 3559528 w 10460182"/>
                  <a:gd name="connsiteY129-5732" fmla="*/ 7476941 h 10487891"/>
                  <a:gd name="connsiteX130-5733" fmla="*/ 3311236 w 10460182"/>
                  <a:gd name="connsiteY130-5734" fmla="*/ 7481455 h 10487891"/>
                  <a:gd name="connsiteX131-5735" fmla="*/ 2895600 w 10460182"/>
                  <a:gd name="connsiteY131-5736" fmla="*/ 7467600 h 10487891"/>
                  <a:gd name="connsiteX132-5737" fmla="*/ 2784763 w 10460182"/>
                  <a:gd name="connsiteY132-5738" fmla="*/ 7218218 h 10487891"/>
                  <a:gd name="connsiteX133-5739" fmla="*/ 2604654 w 10460182"/>
                  <a:gd name="connsiteY133-5740" fmla="*/ 6941127 h 10487891"/>
                  <a:gd name="connsiteX134-5741" fmla="*/ 2410691 w 10460182"/>
                  <a:gd name="connsiteY134-5742" fmla="*/ 6442364 h 10487891"/>
                  <a:gd name="connsiteX135-5743" fmla="*/ 2327563 w 10460182"/>
                  <a:gd name="connsiteY135-5744" fmla="*/ 6303818 h 10487891"/>
                  <a:gd name="connsiteX136-5745" fmla="*/ 1662545 w 10460182"/>
                  <a:gd name="connsiteY136-5746" fmla="*/ 6276109 h 10487891"/>
                  <a:gd name="connsiteX137-5747" fmla="*/ 1233054 w 10460182"/>
                  <a:gd name="connsiteY137-5748" fmla="*/ 6276109 h 10487891"/>
                  <a:gd name="connsiteX138-5749" fmla="*/ 1136072 w 10460182"/>
                  <a:gd name="connsiteY138-5750" fmla="*/ 6331527 h 10487891"/>
                  <a:gd name="connsiteX139-5751" fmla="*/ 706582 w 10460182"/>
                  <a:gd name="connsiteY139-5752" fmla="*/ 6289964 h 10487891"/>
                  <a:gd name="connsiteX140-5753" fmla="*/ 318654 w 10460182"/>
                  <a:gd name="connsiteY140-5754" fmla="*/ 6317673 h 10487891"/>
                  <a:gd name="connsiteX141-5755" fmla="*/ 96982 w 10460182"/>
                  <a:gd name="connsiteY141-5756" fmla="*/ 6470073 h 10487891"/>
                  <a:gd name="connsiteX142-5757" fmla="*/ 0 w 10460182"/>
                  <a:gd name="connsiteY142-5758" fmla="*/ 6373091 h 10487891"/>
                  <a:gd name="connsiteX143-5759" fmla="*/ 83127 w 10460182"/>
                  <a:gd name="connsiteY143-5760" fmla="*/ 6317673 h 10487891"/>
                  <a:gd name="connsiteX0-5761" fmla="*/ 83127 w 10460182"/>
                  <a:gd name="connsiteY0-5762" fmla="*/ 6317673 h 10487891"/>
                  <a:gd name="connsiteX1-5763" fmla="*/ 96982 w 10460182"/>
                  <a:gd name="connsiteY1-5764" fmla="*/ 5874327 h 10487891"/>
                  <a:gd name="connsiteX2-5765" fmla="*/ 401782 w 10460182"/>
                  <a:gd name="connsiteY2-5766" fmla="*/ 5611091 h 10487891"/>
                  <a:gd name="connsiteX3-5767" fmla="*/ 651163 w 10460182"/>
                  <a:gd name="connsiteY3-5768" fmla="*/ 5749637 h 10487891"/>
                  <a:gd name="connsiteX4-5769" fmla="*/ 858982 w 10460182"/>
                  <a:gd name="connsiteY4-5770" fmla="*/ 5583382 h 10487891"/>
                  <a:gd name="connsiteX5-5771" fmla="*/ 997527 w 10460182"/>
                  <a:gd name="connsiteY5-5772" fmla="*/ 5430982 h 10487891"/>
                  <a:gd name="connsiteX6-5773" fmla="*/ 1080654 w 10460182"/>
                  <a:gd name="connsiteY6-5774" fmla="*/ 5514109 h 10487891"/>
                  <a:gd name="connsiteX7-5775" fmla="*/ 1191491 w 10460182"/>
                  <a:gd name="connsiteY7-5776" fmla="*/ 5791200 h 10487891"/>
                  <a:gd name="connsiteX8-5777" fmla="*/ 1510145 w 10460182"/>
                  <a:gd name="connsiteY8-5778" fmla="*/ 5624946 h 10487891"/>
                  <a:gd name="connsiteX9-5779" fmla="*/ 1731818 w 10460182"/>
                  <a:gd name="connsiteY9-5780" fmla="*/ 5375564 h 10487891"/>
                  <a:gd name="connsiteX10-5781" fmla="*/ 2022763 w 10460182"/>
                  <a:gd name="connsiteY10-5782" fmla="*/ 5140037 h 10487891"/>
                  <a:gd name="connsiteX11-5783" fmla="*/ 2119745 w 10460182"/>
                  <a:gd name="connsiteY11-5784" fmla="*/ 4710546 h 10487891"/>
                  <a:gd name="connsiteX12-5785" fmla="*/ 2133600 w 10460182"/>
                  <a:gd name="connsiteY12-5786" fmla="*/ 4308764 h 10487891"/>
                  <a:gd name="connsiteX13-5787" fmla="*/ 2355272 w 10460182"/>
                  <a:gd name="connsiteY13-5788" fmla="*/ 3934691 h 10487891"/>
                  <a:gd name="connsiteX14-5789" fmla="*/ 2715491 w 10460182"/>
                  <a:gd name="connsiteY14-5790" fmla="*/ 3532909 h 10487891"/>
                  <a:gd name="connsiteX15-5791" fmla="*/ 2978727 w 10460182"/>
                  <a:gd name="connsiteY15-5792" fmla="*/ 3338946 h 10487891"/>
                  <a:gd name="connsiteX16-5793" fmla="*/ 3006436 w 10460182"/>
                  <a:gd name="connsiteY16-5794" fmla="*/ 2895600 h 10487891"/>
                  <a:gd name="connsiteX17-5795" fmla="*/ 3075709 w 10460182"/>
                  <a:gd name="connsiteY17-5796" fmla="*/ 2604655 h 10487891"/>
                  <a:gd name="connsiteX18-5797" fmla="*/ 3075709 w 10460182"/>
                  <a:gd name="connsiteY18-5798" fmla="*/ 2396837 h 10487891"/>
                  <a:gd name="connsiteX19-5799" fmla="*/ 3214254 w 10460182"/>
                  <a:gd name="connsiteY19-5800" fmla="*/ 2064327 h 10487891"/>
                  <a:gd name="connsiteX20-5801" fmla="*/ 3214254 w 10460182"/>
                  <a:gd name="connsiteY20-5802" fmla="*/ 1773382 h 10487891"/>
                  <a:gd name="connsiteX21-5803" fmla="*/ 3532909 w 10460182"/>
                  <a:gd name="connsiteY21-5804" fmla="*/ 1205346 h 10487891"/>
                  <a:gd name="connsiteX22-5805" fmla="*/ 3463636 w 10460182"/>
                  <a:gd name="connsiteY22-5806" fmla="*/ 831273 h 10487891"/>
                  <a:gd name="connsiteX23-5807" fmla="*/ 3491345 w 10460182"/>
                  <a:gd name="connsiteY23-5808" fmla="*/ 623455 h 10487891"/>
                  <a:gd name="connsiteX24-5809" fmla="*/ 3823854 w 10460182"/>
                  <a:gd name="connsiteY24-5810" fmla="*/ 263237 h 10487891"/>
                  <a:gd name="connsiteX25-5811" fmla="*/ 4017818 w 10460182"/>
                  <a:gd name="connsiteY25-5812" fmla="*/ 138546 h 10487891"/>
                  <a:gd name="connsiteX26-5813" fmla="*/ 4433454 w 10460182"/>
                  <a:gd name="connsiteY26-5814" fmla="*/ 374073 h 10487891"/>
                  <a:gd name="connsiteX27-5815" fmla="*/ 4599709 w 10460182"/>
                  <a:gd name="connsiteY27-5816" fmla="*/ 568037 h 10487891"/>
                  <a:gd name="connsiteX28-5817" fmla="*/ 5070763 w 10460182"/>
                  <a:gd name="connsiteY28-5818" fmla="*/ 623455 h 10487891"/>
                  <a:gd name="connsiteX29-5819" fmla="*/ 5417127 w 10460182"/>
                  <a:gd name="connsiteY29-5820" fmla="*/ 637309 h 10487891"/>
                  <a:gd name="connsiteX30-5821" fmla="*/ 5680363 w 10460182"/>
                  <a:gd name="connsiteY30-5822" fmla="*/ 692727 h 10487891"/>
                  <a:gd name="connsiteX31-5823" fmla="*/ 5860472 w 10460182"/>
                  <a:gd name="connsiteY31-5824" fmla="*/ 360218 h 10487891"/>
                  <a:gd name="connsiteX32-5825" fmla="*/ 6123709 w 10460182"/>
                  <a:gd name="connsiteY32-5826" fmla="*/ 401782 h 10487891"/>
                  <a:gd name="connsiteX33-5827" fmla="*/ 6594763 w 10460182"/>
                  <a:gd name="connsiteY33-5828" fmla="*/ 263237 h 10487891"/>
                  <a:gd name="connsiteX34-5829" fmla="*/ 6761018 w 10460182"/>
                  <a:gd name="connsiteY34-5830" fmla="*/ 207818 h 10487891"/>
                  <a:gd name="connsiteX35-5831" fmla="*/ 7038109 w 10460182"/>
                  <a:gd name="connsiteY35-5832" fmla="*/ 277091 h 10487891"/>
                  <a:gd name="connsiteX36-5833" fmla="*/ 7232072 w 10460182"/>
                  <a:gd name="connsiteY36-5834" fmla="*/ 96982 h 10487891"/>
                  <a:gd name="connsiteX37-5835" fmla="*/ 7356763 w 10460182"/>
                  <a:gd name="connsiteY37-5836" fmla="*/ 0 h 10487891"/>
                  <a:gd name="connsiteX38-5837" fmla="*/ 7606145 w 10460182"/>
                  <a:gd name="connsiteY38-5838" fmla="*/ 83127 h 10487891"/>
                  <a:gd name="connsiteX39-5839" fmla="*/ 7910945 w 10460182"/>
                  <a:gd name="connsiteY39-5840" fmla="*/ 207818 h 10487891"/>
                  <a:gd name="connsiteX40-5841" fmla="*/ 8312727 w 10460182"/>
                  <a:gd name="connsiteY40-5842" fmla="*/ 138546 h 10487891"/>
                  <a:gd name="connsiteX41-5843" fmla="*/ 8672945 w 10460182"/>
                  <a:gd name="connsiteY41-5844" fmla="*/ 443346 h 10487891"/>
                  <a:gd name="connsiteX42-5845" fmla="*/ 8908472 w 10460182"/>
                  <a:gd name="connsiteY42-5846" fmla="*/ 623455 h 10487891"/>
                  <a:gd name="connsiteX43-5847" fmla="*/ 9088582 w 10460182"/>
                  <a:gd name="connsiteY43-5848" fmla="*/ 526473 h 10487891"/>
                  <a:gd name="connsiteX44-5849" fmla="*/ 9351818 w 10460182"/>
                  <a:gd name="connsiteY44-5850" fmla="*/ 471055 h 10487891"/>
                  <a:gd name="connsiteX45-5851" fmla="*/ 9518072 w 10460182"/>
                  <a:gd name="connsiteY45-5852" fmla="*/ 498764 h 10487891"/>
                  <a:gd name="connsiteX46-5853" fmla="*/ 9698182 w 10460182"/>
                  <a:gd name="connsiteY46-5854" fmla="*/ 526473 h 10487891"/>
                  <a:gd name="connsiteX47-5855" fmla="*/ 10002982 w 10460182"/>
                  <a:gd name="connsiteY47-5856" fmla="*/ 872837 h 10487891"/>
                  <a:gd name="connsiteX48-5857" fmla="*/ 10238509 w 10460182"/>
                  <a:gd name="connsiteY48-5858" fmla="*/ 1066800 h 10487891"/>
                  <a:gd name="connsiteX49-5859" fmla="*/ 10224654 w 10460182"/>
                  <a:gd name="connsiteY49-5860" fmla="*/ 1330037 h 10487891"/>
                  <a:gd name="connsiteX50-5861" fmla="*/ 10238509 w 10460182"/>
                  <a:gd name="connsiteY50-5862" fmla="*/ 1524000 h 10487891"/>
                  <a:gd name="connsiteX51-5863" fmla="*/ 10280072 w 10460182"/>
                  <a:gd name="connsiteY51-5864" fmla="*/ 1648691 h 10487891"/>
                  <a:gd name="connsiteX52-5865" fmla="*/ 10460182 w 10460182"/>
                  <a:gd name="connsiteY52-5866" fmla="*/ 1884218 h 10487891"/>
                  <a:gd name="connsiteX53-5867" fmla="*/ 10099963 w 10460182"/>
                  <a:gd name="connsiteY53-5868" fmla="*/ 2341418 h 10487891"/>
                  <a:gd name="connsiteX54-5869" fmla="*/ 9781309 w 10460182"/>
                  <a:gd name="connsiteY54-5870" fmla="*/ 2576946 h 10487891"/>
                  <a:gd name="connsiteX55-5871" fmla="*/ 9601200 w 10460182"/>
                  <a:gd name="connsiteY55-5872" fmla="*/ 3505200 h 10487891"/>
                  <a:gd name="connsiteX56-5873" fmla="*/ 9601200 w 10460182"/>
                  <a:gd name="connsiteY56-5874" fmla="*/ 3796146 h 10487891"/>
                  <a:gd name="connsiteX57-5875" fmla="*/ 9365672 w 10460182"/>
                  <a:gd name="connsiteY57-5876" fmla="*/ 3990109 h 10487891"/>
                  <a:gd name="connsiteX58-5877" fmla="*/ 9310254 w 10460182"/>
                  <a:gd name="connsiteY58-5878" fmla="*/ 4156364 h 10487891"/>
                  <a:gd name="connsiteX59-5879" fmla="*/ 9199418 w 10460182"/>
                  <a:gd name="connsiteY59-5880" fmla="*/ 4364182 h 10487891"/>
                  <a:gd name="connsiteX60-5881" fmla="*/ 9268691 w 10460182"/>
                  <a:gd name="connsiteY60-5882" fmla="*/ 4530437 h 10487891"/>
                  <a:gd name="connsiteX61-5883" fmla="*/ 9337963 w 10460182"/>
                  <a:gd name="connsiteY61-5884" fmla="*/ 4738255 h 10487891"/>
                  <a:gd name="connsiteX62-5885" fmla="*/ 9421091 w 10460182"/>
                  <a:gd name="connsiteY62-5886" fmla="*/ 4987637 h 10487891"/>
                  <a:gd name="connsiteX63-5887" fmla="*/ 9434945 w 10460182"/>
                  <a:gd name="connsiteY63-5888" fmla="*/ 5292437 h 10487891"/>
                  <a:gd name="connsiteX64-5889" fmla="*/ 9462654 w 10460182"/>
                  <a:gd name="connsiteY64-5890" fmla="*/ 5694218 h 10487891"/>
                  <a:gd name="connsiteX65-5891" fmla="*/ 9587345 w 10460182"/>
                  <a:gd name="connsiteY65-5892" fmla="*/ 6054437 h 10487891"/>
                  <a:gd name="connsiteX66-5893" fmla="*/ 9545782 w 10460182"/>
                  <a:gd name="connsiteY66-5894" fmla="*/ 6456218 h 10487891"/>
                  <a:gd name="connsiteX67-5895" fmla="*/ 9933709 w 10460182"/>
                  <a:gd name="connsiteY67-5896" fmla="*/ 6941127 h 10487891"/>
                  <a:gd name="connsiteX68-5897" fmla="*/ 10113818 w 10460182"/>
                  <a:gd name="connsiteY68-5898" fmla="*/ 7287491 h 10487891"/>
                  <a:gd name="connsiteX69-5899" fmla="*/ 10252363 w 10460182"/>
                  <a:gd name="connsiteY69-5900" fmla="*/ 7620000 h 10487891"/>
                  <a:gd name="connsiteX70-5901" fmla="*/ 9670472 w 10460182"/>
                  <a:gd name="connsiteY70-5902" fmla="*/ 7620000 h 10487891"/>
                  <a:gd name="connsiteX71-5903" fmla="*/ 9337963 w 10460182"/>
                  <a:gd name="connsiteY71-5904" fmla="*/ 7730837 h 10487891"/>
                  <a:gd name="connsiteX72-5905" fmla="*/ 9102436 w 10460182"/>
                  <a:gd name="connsiteY72-5906" fmla="*/ 7869382 h 10487891"/>
                  <a:gd name="connsiteX73-5907" fmla="*/ 9019309 w 10460182"/>
                  <a:gd name="connsiteY73-5908" fmla="*/ 8077200 h 10487891"/>
                  <a:gd name="connsiteX74-5909" fmla="*/ 8936182 w 10460182"/>
                  <a:gd name="connsiteY74-5910" fmla="*/ 8174182 h 10487891"/>
                  <a:gd name="connsiteX75-5911" fmla="*/ 8991600 w 10460182"/>
                  <a:gd name="connsiteY75-5912" fmla="*/ 8603673 h 10487891"/>
                  <a:gd name="connsiteX76-5913" fmla="*/ 8963891 w 10460182"/>
                  <a:gd name="connsiteY76-5914" fmla="*/ 8811491 h 10487891"/>
                  <a:gd name="connsiteX77-5915" fmla="*/ 8991600 w 10460182"/>
                  <a:gd name="connsiteY77-5916" fmla="*/ 9047018 h 10487891"/>
                  <a:gd name="connsiteX78-5917" fmla="*/ 8894618 w 10460182"/>
                  <a:gd name="connsiteY78-5918" fmla="*/ 9351818 h 10487891"/>
                  <a:gd name="connsiteX79-5919" fmla="*/ 8922327 w 10460182"/>
                  <a:gd name="connsiteY79-5920" fmla="*/ 9615055 h 10487891"/>
                  <a:gd name="connsiteX80-5921" fmla="*/ 9144000 w 10460182"/>
                  <a:gd name="connsiteY80-5922" fmla="*/ 9781309 h 10487891"/>
                  <a:gd name="connsiteX81-5923" fmla="*/ 9337963 w 10460182"/>
                  <a:gd name="connsiteY81-5924" fmla="*/ 9947564 h 10487891"/>
                  <a:gd name="connsiteX82-5925" fmla="*/ 9504218 w 10460182"/>
                  <a:gd name="connsiteY82-5926" fmla="*/ 9850582 h 10487891"/>
                  <a:gd name="connsiteX83-5927" fmla="*/ 9615054 w 10460182"/>
                  <a:gd name="connsiteY83-5928" fmla="*/ 9767455 h 10487891"/>
                  <a:gd name="connsiteX84-5929" fmla="*/ 9698182 w 10460182"/>
                  <a:gd name="connsiteY84-5930" fmla="*/ 9795164 h 10487891"/>
                  <a:gd name="connsiteX85-5931" fmla="*/ 9684327 w 10460182"/>
                  <a:gd name="connsiteY85-5932" fmla="*/ 10335491 h 10487891"/>
                  <a:gd name="connsiteX86-5933" fmla="*/ 9490363 w 10460182"/>
                  <a:gd name="connsiteY86-5934" fmla="*/ 10487891 h 10487891"/>
                  <a:gd name="connsiteX87-5935" fmla="*/ 9310254 w 10460182"/>
                  <a:gd name="connsiteY87-5936" fmla="*/ 10474037 h 10487891"/>
                  <a:gd name="connsiteX88-5937" fmla="*/ 9227127 w 10460182"/>
                  <a:gd name="connsiteY88-5938" fmla="*/ 10321637 h 10487891"/>
                  <a:gd name="connsiteX89-5939" fmla="*/ 9033163 w 10460182"/>
                  <a:gd name="connsiteY89-5940" fmla="*/ 10072255 h 10487891"/>
                  <a:gd name="connsiteX90-5941" fmla="*/ 8825345 w 10460182"/>
                  <a:gd name="connsiteY90-5942" fmla="*/ 9892146 h 10487891"/>
                  <a:gd name="connsiteX91-5943" fmla="*/ 8534400 w 10460182"/>
                  <a:gd name="connsiteY91-5944" fmla="*/ 9781309 h 10487891"/>
                  <a:gd name="connsiteX92-5945" fmla="*/ 8423563 w 10460182"/>
                  <a:gd name="connsiteY92-5946" fmla="*/ 9725891 h 10487891"/>
                  <a:gd name="connsiteX93-5947" fmla="*/ 8285018 w 10460182"/>
                  <a:gd name="connsiteY93-5948" fmla="*/ 9559637 h 10487891"/>
                  <a:gd name="connsiteX94-5949" fmla="*/ 8257309 w 10460182"/>
                  <a:gd name="connsiteY94-5950" fmla="*/ 9421091 h 10487891"/>
                  <a:gd name="connsiteX95-5951" fmla="*/ 8146472 w 10460182"/>
                  <a:gd name="connsiteY95-5952" fmla="*/ 9434946 h 10487891"/>
                  <a:gd name="connsiteX96-5953" fmla="*/ 8091054 w 10460182"/>
                  <a:gd name="connsiteY96-5954" fmla="*/ 9656618 h 10487891"/>
                  <a:gd name="connsiteX97-5955" fmla="*/ 7744691 w 10460182"/>
                  <a:gd name="connsiteY97-5956" fmla="*/ 9559637 h 10487891"/>
                  <a:gd name="connsiteX98-5957" fmla="*/ 7536872 w 10460182"/>
                  <a:gd name="connsiteY98-5958" fmla="*/ 9573491 h 10487891"/>
                  <a:gd name="connsiteX99-5959" fmla="*/ 7481454 w 10460182"/>
                  <a:gd name="connsiteY99-5960" fmla="*/ 9504218 h 10487891"/>
                  <a:gd name="connsiteX100-5961" fmla="*/ 7439891 w 10460182"/>
                  <a:gd name="connsiteY100-5962" fmla="*/ 9240982 h 10487891"/>
                  <a:gd name="connsiteX101-5963" fmla="*/ 7356763 w 10460182"/>
                  <a:gd name="connsiteY101-5964" fmla="*/ 9434946 h 10487891"/>
                  <a:gd name="connsiteX102-5965" fmla="*/ 7287491 w 10460182"/>
                  <a:gd name="connsiteY102-5966" fmla="*/ 9421091 h 10487891"/>
                  <a:gd name="connsiteX103-5967" fmla="*/ 7232072 w 10460182"/>
                  <a:gd name="connsiteY103-5968" fmla="*/ 9185564 h 10487891"/>
                  <a:gd name="connsiteX104-5969" fmla="*/ 6954982 w 10460182"/>
                  <a:gd name="connsiteY104-5970" fmla="*/ 9268691 h 10487891"/>
                  <a:gd name="connsiteX105-5971" fmla="*/ 6710737 w 10460182"/>
                  <a:gd name="connsiteY105-5972" fmla="*/ 9341078 h 10487891"/>
                  <a:gd name="connsiteX106-5973" fmla="*/ 6705600 w 10460182"/>
                  <a:gd name="connsiteY106-5974" fmla="*/ 9116291 h 10487891"/>
                  <a:gd name="connsiteX107-5975" fmla="*/ 6511636 w 10460182"/>
                  <a:gd name="connsiteY107-5976" fmla="*/ 9033164 h 10487891"/>
                  <a:gd name="connsiteX108-5977" fmla="*/ 6428509 w 10460182"/>
                  <a:gd name="connsiteY108-5978" fmla="*/ 9033164 h 10487891"/>
                  <a:gd name="connsiteX109-5979" fmla="*/ 6325922 w 10460182"/>
                  <a:gd name="connsiteY109-5980" fmla="*/ 9136372 h 10487891"/>
                  <a:gd name="connsiteX110-5981" fmla="*/ 6167763 w 10460182"/>
                  <a:gd name="connsiteY110-5982" fmla="*/ 9057292 h 10487891"/>
                  <a:gd name="connsiteX111-5983" fmla="*/ 6002132 w 10460182"/>
                  <a:gd name="connsiteY111-5984" fmla="*/ 9172799 h 10487891"/>
                  <a:gd name="connsiteX112-5985" fmla="*/ 5749636 w 10460182"/>
                  <a:gd name="connsiteY112-5986" fmla="*/ 9130146 h 10487891"/>
                  <a:gd name="connsiteX113-5987" fmla="*/ 5674760 w 10460182"/>
                  <a:gd name="connsiteY113-5988" fmla="*/ 9160969 h 10487891"/>
                  <a:gd name="connsiteX114-5989" fmla="*/ 5507415 w 10460182"/>
                  <a:gd name="connsiteY114-5990" fmla="*/ 9207202 h 10487891"/>
                  <a:gd name="connsiteX115-5991" fmla="*/ 5505859 w 10460182"/>
                  <a:gd name="connsiteY115-5992" fmla="*/ 8950037 h 10487891"/>
                  <a:gd name="connsiteX116-5993" fmla="*/ 5505857 w 10460182"/>
                  <a:gd name="connsiteY116-5994" fmla="*/ 8714042 h 10487891"/>
                  <a:gd name="connsiteX117-5995" fmla="*/ 5336024 w 10460182"/>
                  <a:gd name="connsiteY117-5996" fmla="*/ 8412357 h 10487891"/>
                  <a:gd name="connsiteX118-5997" fmla="*/ 5230324 w 10460182"/>
                  <a:gd name="connsiteY118-5998" fmla="*/ 8161885 h 10487891"/>
                  <a:gd name="connsiteX119-5999" fmla="*/ 5317031 w 10460182"/>
                  <a:gd name="connsiteY119-6000" fmla="*/ 7689273 h 10487891"/>
                  <a:gd name="connsiteX120-6001" fmla="*/ 5201059 w 10460182"/>
                  <a:gd name="connsiteY120-6002" fmla="*/ 7399417 h 10487891"/>
                  <a:gd name="connsiteX121-6003" fmla="*/ 5250872 w 10460182"/>
                  <a:gd name="connsiteY121-6004" fmla="*/ 7148946 h 10487891"/>
                  <a:gd name="connsiteX122-6005" fmla="*/ 5245735 w 10460182"/>
                  <a:gd name="connsiteY122-6006" fmla="*/ 7097730 h 10487891"/>
                  <a:gd name="connsiteX123-6007" fmla="*/ 4577603 w 10460182"/>
                  <a:gd name="connsiteY123-6008" fmla="*/ 7093061 h 10487891"/>
                  <a:gd name="connsiteX124-6009" fmla="*/ 4528412 w 10460182"/>
                  <a:gd name="connsiteY124-6010" fmla="*/ 6919645 h 10487891"/>
                  <a:gd name="connsiteX125-6011" fmla="*/ 4038834 w 10460182"/>
                  <a:gd name="connsiteY125-6012" fmla="*/ 6895517 h 10487891"/>
                  <a:gd name="connsiteX126-6013" fmla="*/ 3976254 w 10460182"/>
                  <a:gd name="connsiteY126-6014" fmla="*/ 7148946 h 10487891"/>
                  <a:gd name="connsiteX127-6015" fmla="*/ 3932667 w 10460182"/>
                  <a:gd name="connsiteY127-6016" fmla="*/ 7360344 h 10487891"/>
                  <a:gd name="connsiteX128-6017" fmla="*/ 3910095 w 10460182"/>
                  <a:gd name="connsiteY128-6018" fmla="*/ 7482545 h 10487891"/>
                  <a:gd name="connsiteX129-6019" fmla="*/ 3559528 w 10460182"/>
                  <a:gd name="connsiteY129-6020" fmla="*/ 7476941 h 10487891"/>
                  <a:gd name="connsiteX130-6021" fmla="*/ 3311236 w 10460182"/>
                  <a:gd name="connsiteY130-6022" fmla="*/ 7481455 h 10487891"/>
                  <a:gd name="connsiteX131-6023" fmla="*/ 2895600 w 10460182"/>
                  <a:gd name="connsiteY131-6024" fmla="*/ 7467600 h 10487891"/>
                  <a:gd name="connsiteX132-6025" fmla="*/ 2784763 w 10460182"/>
                  <a:gd name="connsiteY132-6026" fmla="*/ 7218218 h 10487891"/>
                  <a:gd name="connsiteX133-6027" fmla="*/ 2604654 w 10460182"/>
                  <a:gd name="connsiteY133-6028" fmla="*/ 6941127 h 10487891"/>
                  <a:gd name="connsiteX134-6029" fmla="*/ 2410691 w 10460182"/>
                  <a:gd name="connsiteY134-6030" fmla="*/ 6442364 h 10487891"/>
                  <a:gd name="connsiteX135-6031" fmla="*/ 2327563 w 10460182"/>
                  <a:gd name="connsiteY135-6032" fmla="*/ 6303818 h 10487891"/>
                  <a:gd name="connsiteX136-6033" fmla="*/ 1662545 w 10460182"/>
                  <a:gd name="connsiteY136-6034" fmla="*/ 6276109 h 10487891"/>
                  <a:gd name="connsiteX137-6035" fmla="*/ 1233054 w 10460182"/>
                  <a:gd name="connsiteY137-6036" fmla="*/ 6276109 h 10487891"/>
                  <a:gd name="connsiteX138-6037" fmla="*/ 1136072 w 10460182"/>
                  <a:gd name="connsiteY138-6038" fmla="*/ 6331527 h 10487891"/>
                  <a:gd name="connsiteX139-6039" fmla="*/ 706582 w 10460182"/>
                  <a:gd name="connsiteY139-6040" fmla="*/ 6289964 h 10487891"/>
                  <a:gd name="connsiteX140-6041" fmla="*/ 318654 w 10460182"/>
                  <a:gd name="connsiteY140-6042" fmla="*/ 6317673 h 10487891"/>
                  <a:gd name="connsiteX141-6043" fmla="*/ 96982 w 10460182"/>
                  <a:gd name="connsiteY141-6044" fmla="*/ 6470073 h 10487891"/>
                  <a:gd name="connsiteX142-6045" fmla="*/ 0 w 10460182"/>
                  <a:gd name="connsiteY142-6046" fmla="*/ 6373091 h 10487891"/>
                  <a:gd name="connsiteX143-6047" fmla="*/ 83127 w 10460182"/>
                  <a:gd name="connsiteY143-6048" fmla="*/ 6317673 h 10487891"/>
                  <a:gd name="connsiteX0-6049" fmla="*/ 83127 w 10460182"/>
                  <a:gd name="connsiteY0-6050" fmla="*/ 6317673 h 10487891"/>
                  <a:gd name="connsiteX1-6051" fmla="*/ 96982 w 10460182"/>
                  <a:gd name="connsiteY1-6052" fmla="*/ 5874327 h 10487891"/>
                  <a:gd name="connsiteX2-6053" fmla="*/ 401782 w 10460182"/>
                  <a:gd name="connsiteY2-6054" fmla="*/ 5611091 h 10487891"/>
                  <a:gd name="connsiteX3-6055" fmla="*/ 651163 w 10460182"/>
                  <a:gd name="connsiteY3-6056" fmla="*/ 5749637 h 10487891"/>
                  <a:gd name="connsiteX4-6057" fmla="*/ 858982 w 10460182"/>
                  <a:gd name="connsiteY4-6058" fmla="*/ 5583382 h 10487891"/>
                  <a:gd name="connsiteX5-6059" fmla="*/ 997527 w 10460182"/>
                  <a:gd name="connsiteY5-6060" fmla="*/ 5430982 h 10487891"/>
                  <a:gd name="connsiteX6-6061" fmla="*/ 1080654 w 10460182"/>
                  <a:gd name="connsiteY6-6062" fmla="*/ 5514109 h 10487891"/>
                  <a:gd name="connsiteX7-6063" fmla="*/ 1191491 w 10460182"/>
                  <a:gd name="connsiteY7-6064" fmla="*/ 5791200 h 10487891"/>
                  <a:gd name="connsiteX8-6065" fmla="*/ 1510145 w 10460182"/>
                  <a:gd name="connsiteY8-6066" fmla="*/ 5624946 h 10487891"/>
                  <a:gd name="connsiteX9-6067" fmla="*/ 1731818 w 10460182"/>
                  <a:gd name="connsiteY9-6068" fmla="*/ 5375564 h 10487891"/>
                  <a:gd name="connsiteX10-6069" fmla="*/ 2022763 w 10460182"/>
                  <a:gd name="connsiteY10-6070" fmla="*/ 5140037 h 10487891"/>
                  <a:gd name="connsiteX11-6071" fmla="*/ 2119745 w 10460182"/>
                  <a:gd name="connsiteY11-6072" fmla="*/ 4710546 h 10487891"/>
                  <a:gd name="connsiteX12-6073" fmla="*/ 2133600 w 10460182"/>
                  <a:gd name="connsiteY12-6074" fmla="*/ 4308764 h 10487891"/>
                  <a:gd name="connsiteX13-6075" fmla="*/ 2355272 w 10460182"/>
                  <a:gd name="connsiteY13-6076" fmla="*/ 3934691 h 10487891"/>
                  <a:gd name="connsiteX14-6077" fmla="*/ 2715491 w 10460182"/>
                  <a:gd name="connsiteY14-6078" fmla="*/ 3532909 h 10487891"/>
                  <a:gd name="connsiteX15-6079" fmla="*/ 2978727 w 10460182"/>
                  <a:gd name="connsiteY15-6080" fmla="*/ 3338946 h 10487891"/>
                  <a:gd name="connsiteX16-6081" fmla="*/ 3006436 w 10460182"/>
                  <a:gd name="connsiteY16-6082" fmla="*/ 2895600 h 10487891"/>
                  <a:gd name="connsiteX17-6083" fmla="*/ 3075709 w 10460182"/>
                  <a:gd name="connsiteY17-6084" fmla="*/ 2604655 h 10487891"/>
                  <a:gd name="connsiteX18-6085" fmla="*/ 3075709 w 10460182"/>
                  <a:gd name="connsiteY18-6086" fmla="*/ 2396837 h 10487891"/>
                  <a:gd name="connsiteX19-6087" fmla="*/ 3214254 w 10460182"/>
                  <a:gd name="connsiteY19-6088" fmla="*/ 2064327 h 10487891"/>
                  <a:gd name="connsiteX20-6089" fmla="*/ 3214254 w 10460182"/>
                  <a:gd name="connsiteY20-6090" fmla="*/ 1773382 h 10487891"/>
                  <a:gd name="connsiteX21-6091" fmla="*/ 3532909 w 10460182"/>
                  <a:gd name="connsiteY21-6092" fmla="*/ 1205346 h 10487891"/>
                  <a:gd name="connsiteX22-6093" fmla="*/ 3463636 w 10460182"/>
                  <a:gd name="connsiteY22-6094" fmla="*/ 831273 h 10487891"/>
                  <a:gd name="connsiteX23-6095" fmla="*/ 3491345 w 10460182"/>
                  <a:gd name="connsiteY23-6096" fmla="*/ 623455 h 10487891"/>
                  <a:gd name="connsiteX24-6097" fmla="*/ 3823854 w 10460182"/>
                  <a:gd name="connsiteY24-6098" fmla="*/ 263237 h 10487891"/>
                  <a:gd name="connsiteX25-6099" fmla="*/ 4017818 w 10460182"/>
                  <a:gd name="connsiteY25-6100" fmla="*/ 138546 h 10487891"/>
                  <a:gd name="connsiteX26-6101" fmla="*/ 4433454 w 10460182"/>
                  <a:gd name="connsiteY26-6102" fmla="*/ 374073 h 10487891"/>
                  <a:gd name="connsiteX27-6103" fmla="*/ 4599709 w 10460182"/>
                  <a:gd name="connsiteY27-6104" fmla="*/ 568037 h 10487891"/>
                  <a:gd name="connsiteX28-6105" fmla="*/ 5070763 w 10460182"/>
                  <a:gd name="connsiteY28-6106" fmla="*/ 623455 h 10487891"/>
                  <a:gd name="connsiteX29-6107" fmla="*/ 5417127 w 10460182"/>
                  <a:gd name="connsiteY29-6108" fmla="*/ 637309 h 10487891"/>
                  <a:gd name="connsiteX30-6109" fmla="*/ 5680363 w 10460182"/>
                  <a:gd name="connsiteY30-6110" fmla="*/ 692727 h 10487891"/>
                  <a:gd name="connsiteX31-6111" fmla="*/ 5860472 w 10460182"/>
                  <a:gd name="connsiteY31-6112" fmla="*/ 360218 h 10487891"/>
                  <a:gd name="connsiteX32-6113" fmla="*/ 6123709 w 10460182"/>
                  <a:gd name="connsiteY32-6114" fmla="*/ 401782 h 10487891"/>
                  <a:gd name="connsiteX33-6115" fmla="*/ 6594763 w 10460182"/>
                  <a:gd name="connsiteY33-6116" fmla="*/ 263237 h 10487891"/>
                  <a:gd name="connsiteX34-6117" fmla="*/ 6761018 w 10460182"/>
                  <a:gd name="connsiteY34-6118" fmla="*/ 207818 h 10487891"/>
                  <a:gd name="connsiteX35-6119" fmla="*/ 7038109 w 10460182"/>
                  <a:gd name="connsiteY35-6120" fmla="*/ 277091 h 10487891"/>
                  <a:gd name="connsiteX36-6121" fmla="*/ 7232072 w 10460182"/>
                  <a:gd name="connsiteY36-6122" fmla="*/ 96982 h 10487891"/>
                  <a:gd name="connsiteX37-6123" fmla="*/ 7356763 w 10460182"/>
                  <a:gd name="connsiteY37-6124" fmla="*/ 0 h 10487891"/>
                  <a:gd name="connsiteX38-6125" fmla="*/ 7606145 w 10460182"/>
                  <a:gd name="connsiteY38-6126" fmla="*/ 83127 h 10487891"/>
                  <a:gd name="connsiteX39-6127" fmla="*/ 7910945 w 10460182"/>
                  <a:gd name="connsiteY39-6128" fmla="*/ 207818 h 10487891"/>
                  <a:gd name="connsiteX40-6129" fmla="*/ 8312727 w 10460182"/>
                  <a:gd name="connsiteY40-6130" fmla="*/ 138546 h 10487891"/>
                  <a:gd name="connsiteX41-6131" fmla="*/ 8672945 w 10460182"/>
                  <a:gd name="connsiteY41-6132" fmla="*/ 443346 h 10487891"/>
                  <a:gd name="connsiteX42-6133" fmla="*/ 8908472 w 10460182"/>
                  <a:gd name="connsiteY42-6134" fmla="*/ 623455 h 10487891"/>
                  <a:gd name="connsiteX43-6135" fmla="*/ 9088582 w 10460182"/>
                  <a:gd name="connsiteY43-6136" fmla="*/ 526473 h 10487891"/>
                  <a:gd name="connsiteX44-6137" fmla="*/ 9351818 w 10460182"/>
                  <a:gd name="connsiteY44-6138" fmla="*/ 471055 h 10487891"/>
                  <a:gd name="connsiteX45-6139" fmla="*/ 9518072 w 10460182"/>
                  <a:gd name="connsiteY45-6140" fmla="*/ 498764 h 10487891"/>
                  <a:gd name="connsiteX46-6141" fmla="*/ 9698182 w 10460182"/>
                  <a:gd name="connsiteY46-6142" fmla="*/ 526473 h 10487891"/>
                  <a:gd name="connsiteX47-6143" fmla="*/ 10002982 w 10460182"/>
                  <a:gd name="connsiteY47-6144" fmla="*/ 872837 h 10487891"/>
                  <a:gd name="connsiteX48-6145" fmla="*/ 10238509 w 10460182"/>
                  <a:gd name="connsiteY48-6146" fmla="*/ 1066800 h 10487891"/>
                  <a:gd name="connsiteX49-6147" fmla="*/ 10224654 w 10460182"/>
                  <a:gd name="connsiteY49-6148" fmla="*/ 1330037 h 10487891"/>
                  <a:gd name="connsiteX50-6149" fmla="*/ 10238509 w 10460182"/>
                  <a:gd name="connsiteY50-6150" fmla="*/ 1524000 h 10487891"/>
                  <a:gd name="connsiteX51-6151" fmla="*/ 10280072 w 10460182"/>
                  <a:gd name="connsiteY51-6152" fmla="*/ 1648691 h 10487891"/>
                  <a:gd name="connsiteX52-6153" fmla="*/ 10460182 w 10460182"/>
                  <a:gd name="connsiteY52-6154" fmla="*/ 1884218 h 10487891"/>
                  <a:gd name="connsiteX53-6155" fmla="*/ 10099963 w 10460182"/>
                  <a:gd name="connsiteY53-6156" fmla="*/ 2341418 h 10487891"/>
                  <a:gd name="connsiteX54-6157" fmla="*/ 9781309 w 10460182"/>
                  <a:gd name="connsiteY54-6158" fmla="*/ 2576946 h 10487891"/>
                  <a:gd name="connsiteX55-6159" fmla="*/ 9601200 w 10460182"/>
                  <a:gd name="connsiteY55-6160" fmla="*/ 3505200 h 10487891"/>
                  <a:gd name="connsiteX56-6161" fmla="*/ 9601200 w 10460182"/>
                  <a:gd name="connsiteY56-6162" fmla="*/ 3796146 h 10487891"/>
                  <a:gd name="connsiteX57-6163" fmla="*/ 9365672 w 10460182"/>
                  <a:gd name="connsiteY57-6164" fmla="*/ 3990109 h 10487891"/>
                  <a:gd name="connsiteX58-6165" fmla="*/ 9310254 w 10460182"/>
                  <a:gd name="connsiteY58-6166" fmla="*/ 4156364 h 10487891"/>
                  <a:gd name="connsiteX59-6167" fmla="*/ 9199418 w 10460182"/>
                  <a:gd name="connsiteY59-6168" fmla="*/ 4364182 h 10487891"/>
                  <a:gd name="connsiteX60-6169" fmla="*/ 9268691 w 10460182"/>
                  <a:gd name="connsiteY60-6170" fmla="*/ 4530437 h 10487891"/>
                  <a:gd name="connsiteX61-6171" fmla="*/ 9337963 w 10460182"/>
                  <a:gd name="connsiteY61-6172" fmla="*/ 4738255 h 10487891"/>
                  <a:gd name="connsiteX62-6173" fmla="*/ 9421091 w 10460182"/>
                  <a:gd name="connsiteY62-6174" fmla="*/ 4987637 h 10487891"/>
                  <a:gd name="connsiteX63-6175" fmla="*/ 9434945 w 10460182"/>
                  <a:gd name="connsiteY63-6176" fmla="*/ 5292437 h 10487891"/>
                  <a:gd name="connsiteX64-6177" fmla="*/ 9462654 w 10460182"/>
                  <a:gd name="connsiteY64-6178" fmla="*/ 5694218 h 10487891"/>
                  <a:gd name="connsiteX65-6179" fmla="*/ 9587345 w 10460182"/>
                  <a:gd name="connsiteY65-6180" fmla="*/ 6054437 h 10487891"/>
                  <a:gd name="connsiteX66-6181" fmla="*/ 9545782 w 10460182"/>
                  <a:gd name="connsiteY66-6182" fmla="*/ 6456218 h 10487891"/>
                  <a:gd name="connsiteX67-6183" fmla="*/ 9933709 w 10460182"/>
                  <a:gd name="connsiteY67-6184" fmla="*/ 6941127 h 10487891"/>
                  <a:gd name="connsiteX68-6185" fmla="*/ 10113818 w 10460182"/>
                  <a:gd name="connsiteY68-6186" fmla="*/ 7287491 h 10487891"/>
                  <a:gd name="connsiteX69-6187" fmla="*/ 10252363 w 10460182"/>
                  <a:gd name="connsiteY69-6188" fmla="*/ 7620000 h 10487891"/>
                  <a:gd name="connsiteX70-6189" fmla="*/ 9670472 w 10460182"/>
                  <a:gd name="connsiteY70-6190" fmla="*/ 7620000 h 10487891"/>
                  <a:gd name="connsiteX71-6191" fmla="*/ 9337963 w 10460182"/>
                  <a:gd name="connsiteY71-6192" fmla="*/ 7730837 h 10487891"/>
                  <a:gd name="connsiteX72-6193" fmla="*/ 9102436 w 10460182"/>
                  <a:gd name="connsiteY72-6194" fmla="*/ 7869382 h 10487891"/>
                  <a:gd name="connsiteX73-6195" fmla="*/ 9019309 w 10460182"/>
                  <a:gd name="connsiteY73-6196" fmla="*/ 8077200 h 10487891"/>
                  <a:gd name="connsiteX74-6197" fmla="*/ 8936182 w 10460182"/>
                  <a:gd name="connsiteY74-6198" fmla="*/ 8174182 h 10487891"/>
                  <a:gd name="connsiteX75-6199" fmla="*/ 8991600 w 10460182"/>
                  <a:gd name="connsiteY75-6200" fmla="*/ 8603673 h 10487891"/>
                  <a:gd name="connsiteX76-6201" fmla="*/ 8963891 w 10460182"/>
                  <a:gd name="connsiteY76-6202" fmla="*/ 8811491 h 10487891"/>
                  <a:gd name="connsiteX77-6203" fmla="*/ 8991600 w 10460182"/>
                  <a:gd name="connsiteY77-6204" fmla="*/ 9047018 h 10487891"/>
                  <a:gd name="connsiteX78-6205" fmla="*/ 8894618 w 10460182"/>
                  <a:gd name="connsiteY78-6206" fmla="*/ 9351818 h 10487891"/>
                  <a:gd name="connsiteX79-6207" fmla="*/ 8922327 w 10460182"/>
                  <a:gd name="connsiteY79-6208" fmla="*/ 9615055 h 10487891"/>
                  <a:gd name="connsiteX80-6209" fmla="*/ 9144000 w 10460182"/>
                  <a:gd name="connsiteY80-6210" fmla="*/ 9781309 h 10487891"/>
                  <a:gd name="connsiteX81-6211" fmla="*/ 9337963 w 10460182"/>
                  <a:gd name="connsiteY81-6212" fmla="*/ 9947564 h 10487891"/>
                  <a:gd name="connsiteX82-6213" fmla="*/ 9504218 w 10460182"/>
                  <a:gd name="connsiteY82-6214" fmla="*/ 9850582 h 10487891"/>
                  <a:gd name="connsiteX83-6215" fmla="*/ 9615054 w 10460182"/>
                  <a:gd name="connsiteY83-6216" fmla="*/ 9767455 h 10487891"/>
                  <a:gd name="connsiteX84-6217" fmla="*/ 9698182 w 10460182"/>
                  <a:gd name="connsiteY84-6218" fmla="*/ 9795164 h 10487891"/>
                  <a:gd name="connsiteX85-6219" fmla="*/ 9684327 w 10460182"/>
                  <a:gd name="connsiteY85-6220" fmla="*/ 10335491 h 10487891"/>
                  <a:gd name="connsiteX86-6221" fmla="*/ 9490363 w 10460182"/>
                  <a:gd name="connsiteY86-6222" fmla="*/ 10487891 h 10487891"/>
                  <a:gd name="connsiteX87-6223" fmla="*/ 9310254 w 10460182"/>
                  <a:gd name="connsiteY87-6224" fmla="*/ 10474037 h 10487891"/>
                  <a:gd name="connsiteX88-6225" fmla="*/ 9227127 w 10460182"/>
                  <a:gd name="connsiteY88-6226" fmla="*/ 10321637 h 10487891"/>
                  <a:gd name="connsiteX89-6227" fmla="*/ 9033163 w 10460182"/>
                  <a:gd name="connsiteY89-6228" fmla="*/ 10072255 h 10487891"/>
                  <a:gd name="connsiteX90-6229" fmla="*/ 8825345 w 10460182"/>
                  <a:gd name="connsiteY90-6230" fmla="*/ 9892146 h 10487891"/>
                  <a:gd name="connsiteX91-6231" fmla="*/ 8534400 w 10460182"/>
                  <a:gd name="connsiteY91-6232" fmla="*/ 9781309 h 10487891"/>
                  <a:gd name="connsiteX92-6233" fmla="*/ 8423563 w 10460182"/>
                  <a:gd name="connsiteY92-6234" fmla="*/ 9725891 h 10487891"/>
                  <a:gd name="connsiteX93-6235" fmla="*/ 8285018 w 10460182"/>
                  <a:gd name="connsiteY93-6236" fmla="*/ 9559637 h 10487891"/>
                  <a:gd name="connsiteX94-6237" fmla="*/ 8257309 w 10460182"/>
                  <a:gd name="connsiteY94-6238" fmla="*/ 9421091 h 10487891"/>
                  <a:gd name="connsiteX95-6239" fmla="*/ 8146472 w 10460182"/>
                  <a:gd name="connsiteY95-6240" fmla="*/ 9434946 h 10487891"/>
                  <a:gd name="connsiteX96-6241" fmla="*/ 8091054 w 10460182"/>
                  <a:gd name="connsiteY96-6242" fmla="*/ 9656618 h 10487891"/>
                  <a:gd name="connsiteX97-6243" fmla="*/ 7744691 w 10460182"/>
                  <a:gd name="connsiteY97-6244" fmla="*/ 9559637 h 10487891"/>
                  <a:gd name="connsiteX98-6245" fmla="*/ 7536872 w 10460182"/>
                  <a:gd name="connsiteY98-6246" fmla="*/ 9573491 h 10487891"/>
                  <a:gd name="connsiteX99-6247" fmla="*/ 7481454 w 10460182"/>
                  <a:gd name="connsiteY99-6248" fmla="*/ 9504218 h 10487891"/>
                  <a:gd name="connsiteX100-6249" fmla="*/ 7439891 w 10460182"/>
                  <a:gd name="connsiteY100-6250" fmla="*/ 9240982 h 10487891"/>
                  <a:gd name="connsiteX101-6251" fmla="*/ 7356763 w 10460182"/>
                  <a:gd name="connsiteY101-6252" fmla="*/ 9434946 h 10487891"/>
                  <a:gd name="connsiteX102-6253" fmla="*/ 7287491 w 10460182"/>
                  <a:gd name="connsiteY102-6254" fmla="*/ 9421091 h 10487891"/>
                  <a:gd name="connsiteX103-6255" fmla="*/ 7232072 w 10460182"/>
                  <a:gd name="connsiteY103-6256" fmla="*/ 9185564 h 10487891"/>
                  <a:gd name="connsiteX104-6257" fmla="*/ 6954982 w 10460182"/>
                  <a:gd name="connsiteY104-6258" fmla="*/ 9268691 h 10487891"/>
                  <a:gd name="connsiteX105-6259" fmla="*/ 6710737 w 10460182"/>
                  <a:gd name="connsiteY105-6260" fmla="*/ 9341078 h 10487891"/>
                  <a:gd name="connsiteX106-6261" fmla="*/ 6674777 w 10460182"/>
                  <a:gd name="connsiteY106-6262" fmla="*/ 9141977 h 10487891"/>
                  <a:gd name="connsiteX107-6263" fmla="*/ 6511636 w 10460182"/>
                  <a:gd name="connsiteY107-6264" fmla="*/ 9033164 h 10487891"/>
                  <a:gd name="connsiteX108-6265" fmla="*/ 6428509 w 10460182"/>
                  <a:gd name="connsiteY108-6266" fmla="*/ 9033164 h 10487891"/>
                  <a:gd name="connsiteX109-6267" fmla="*/ 6325922 w 10460182"/>
                  <a:gd name="connsiteY109-6268" fmla="*/ 9136372 h 10487891"/>
                  <a:gd name="connsiteX110-6269" fmla="*/ 6167763 w 10460182"/>
                  <a:gd name="connsiteY110-6270" fmla="*/ 9057292 h 10487891"/>
                  <a:gd name="connsiteX111-6271" fmla="*/ 6002132 w 10460182"/>
                  <a:gd name="connsiteY111-6272" fmla="*/ 9172799 h 10487891"/>
                  <a:gd name="connsiteX112-6273" fmla="*/ 5749636 w 10460182"/>
                  <a:gd name="connsiteY112-6274" fmla="*/ 9130146 h 10487891"/>
                  <a:gd name="connsiteX113-6275" fmla="*/ 5674760 w 10460182"/>
                  <a:gd name="connsiteY113-6276" fmla="*/ 9160969 h 10487891"/>
                  <a:gd name="connsiteX114-6277" fmla="*/ 5507415 w 10460182"/>
                  <a:gd name="connsiteY114-6278" fmla="*/ 9207202 h 10487891"/>
                  <a:gd name="connsiteX115-6279" fmla="*/ 5505859 w 10460182"/>
                  <a:gd name="connsiteY115-6280" fmla="*/ 8950037 h 10487891"/>
                  <a:gd name="connsiteX116-6281" fmla="*/ 5505857 w 10460182"/>
                  <a:gd name="connsiteY116-6282" fmla="*/ 8714042 h 10487891"/>
                  <a:gd name="connsiteX117-6283" fmla="*/ 5336024 w 10460182"/>
                  <a:gd name="connsiteY117-6284" fmla="*/ 8412357 h 10487891"/>
                  <a:gd name="connsiteX118-6285" fmla="*/ 5230324 w 10460182"/>
                  <a:gd name="connsiteY118-6286" fmla="*/ 8161885 h 10487891"/>
                  <a:gd name="connsiteX119-6287" fmla="*/ 5317031 w 10460182"/>
                  <a:gd name="connsiteY119-6288" fmla="*/ 7689273 h 10487891"/>
                  <a:gd name="connsiteX120-6289" fmla="*/ 5201059 w 10460182"/>
                  <a:gd name="connsiteY120-6290" fmla="*/ 7399417 h 10487891"/>
                  <a:gd name="connsiteX121-6291" fmla="*/ 5250872 w 10460182"/>
                  <a:gd name="connsiteY121-6292" fmla="*/ 7148946 h 10487891"/>
                  <a:gd name="connsiteX122-6293" fmla="*/ 5245735 w 10460182"/>
                  <a:gd name="connsiteY122-6294" fmla="*/ 7097730 h 10487891"/>
                  <a:gd name="connsiteX123-6295" fmla="*/ 4577603 w 10460182"/>
                  <a:gd name="connsiteY123-6296" fmla="*/ 7093061 h 10487891"/>
                  <a:gd name="connsiteX124-6297" fmla="*/ 4528412 w 10460182"/>
                  <a:gd name="connsiteY124-6298" fmla="*/ 6919645 h 10487891"/>
                  <a:gd name="connsiteX125-6299" fmla="*/ 4038834 w 10460182"/>
                  <a:gd name="connsiteY125-6300" fmla="*/ 6895517 h 10487891"/>
                  <a:gd name="connsiteX126-6301" fmla="*/ 3976254 w 10460182"/>
                  <a:gd name="connsiteY126-6302" fmla="*/ 7148946 h 10487891"/>
                  <a:gd name="connsiteX127-6303" fmla="*/ 3932667 w 10460182"/>
                  <a:gd name="connsiteY127-6304" fmla="*/ 7360344 h 10487891"/>
                  <a:gd name="connsiteX128-6305" fmla="*/ 3910095 w 10460182"/>
                  <a:gd name="connsiteY128-6306" fmla="*/ 7482545 h 10487891"/>
                  <a:gd name="connsiteX129-6307" fmla="*/ 3559528 w 10460182"/>
                  <a:gd name="connsiteY129-6308" fmla="*/ 7476941 h 10487891"/>
                  <a:gd name="connsiteX130-6309" fmla="*/ 3311236 w 10460182"/>
                  <a:gd name="connsiteY130-6310" fmla="*/ 7481455 h 10487891"/>
                  <a:gd name="connsiteX131-6311" fmla="*/ 2895600 w 10460182"/>
                  <a:gd name="connsiteY131-6312" fmla="*/ 7467600 h 10487891"/>
                  <a:gd name="connsiteX132-6313" fmla="*/ 2784763 w 10460182"/>
                  <a:gd name="connsiteY132-6314" fmla="*/ 7218218 h 10487891"/>
                  <a:gd name="connsiteX133-6315" fmla="*/ 2604654 w 10460182"/>
                  <a:gd name="connsiteY133-6316" fmla="*/ 6941127 h 10487891"/>
                  <a:gd name="connsiteX134-6317" fmla="*/ 2410691 w 10460182"/>
                  <a:gd name="connsiteY134-6318" fmla="*/ 6442364 h 10487891"/>
                  <a:gd name="connsiteX135-6319" fmla="*/ 2327563 w 10460182"/>
                  <a:gd name="connsiteY135-6320" fmla="*/ 6303818 h 10487891"/>
                  <a:gd name="connsiteX136-6321" fmla="*/ 1662545 w 10460182"/>
                  <a:gd name="connsiteY136-6322" fmla="*/ 6276109 h 10487891"/>
                  <a:gd name="connsiteX137-6323" fmla="*/ 1233054 w 10460182"/>
                  <a:gd name="connsiteY137-6324" fmla="*/ 6276109 h 10487891"/>
                  <a:gd name="connsiteX138-6325" fmla="*/ 1136072 w 10460182"/>
                  <a:gd name="connsiteY138-6326" fmla="*/ 6331527 h 10487891"/>
                  <a:gd name="connsiteX139-6327" fmla="*/ 706582 w 10460182"/>
                  <a:gd name="connsiteY139-6328" fmla="*/ 6289964 h 10487891"/>
                  <a:gd name="connsiteX140-6329" fmla="*/ 318654 w 10460182"/>
                  <a:gd name="connsiteY140-6330" fmla="*/ 6317673 h 10487891"/>
                  <a:gd name="connsiteX141-6331" fmla="*/ 96982 w 10460182"/>
                  <a:gd name="connsiteY141-6332" fmla="*/ 6470073 h 10487891"/>
                  <a:gd name="connsiteX142-6333" fmla="*/ 0 w 10460182"/>
                  <a:gd name="connsiteY142-6334" fmla="*/ 6373091 h 10487891"/>
                  <a:gd name="connsiteX143-6335" fmla="*/ 83127 w 10460182"/>
                  <a:gd name="connsiteY143-6336" fmla="*/ 6317673 h 10487891"/>
                  <a:gd name="connsiteX0-6337" fmla="*/ 83127 w 10460182"/>
                  <a:gd name="connsiteY0-6338" fmla="*/ 6317673 h 10487891"/>
                  <a:gd name="connsiteX1-6339" fmla="*/ 96982 w 10460182"/>
                  <a:gd name="connsiteY1-6340" fmla="*/ 5874327 h 10487891"/>
                  <a:gd name="connsiteX2-6341" fmla="*/ 401782 w 10460182"/>
                  <a:gd name="connsiteY2-6342" fmla="*/ 5611091 h 10487891"/>
                  <a:gd name="connsiteX3-6343" fmla="*/ 651163 w 10460182"/>
                  <a:gd name="connsiteY3-6344" fmla="*/ 5749637 h 10487891"/>
                  <a:gd name="connsiteX4-6345" fmla="*/ 858982 w 10460182"/>
                  <a:gd name="connsiteY4-6346" fmla="*/ 5583382 h 10487891"/>
                  <a:gd name="connsiteX5-6347" fmla="*/ 997527 w 10460182"/>
                  <a:gd name="connsiteY5-6348" fmla="*/ 5430982 h 10487891"/>
                  <a:gd name="connsiteX6-6349" fmla="*/ 1080654 w 10460182"/>
                  <a:gd name="connsiteY6-6350" fmla="*/ 5514109 h 10487891"/>
                  <a:gd name="connsiteX7-6351" fmla="*/ 1191491 w 10460182"/>
                  <a:gd name="connsiteY7-6352" fmla="*/ 5791200 h 10487891"/>
                  <a:gd name="connsiteX8-6353" fmla="*/ 1510145 w 10460182"/>
                  <a:gd name="connsiteY8-6354" fmla="*/ 5624946 h 10487891"/>
                  <a:gd name="connsiteX9-6355" fmla="*/ 1731818 w 10460182"/>
                  <a:gd name="connsiteY9-6356" fmla="*/ 5375564 h 10487891"/>
                  <a:gd name="connsiteX10-6357" fmla="*/ 2022763 w 10460182"/>
                  <a:gd name="connsiteY10-6358" fmla="*/ 5140037 h 10487891"/>
                  <a:gd name="connsiteX11-6359" fmla="*/ 2119745 w 10460182"/>
                  <a:gd name="connsiteY11-6360" fmla="*/ 4710546 h 10487891"/>
                  <a:gd name="connsiteX12-6361" fmla="*/ 2133600 w 10460182"/>
                  <a:gd name="connsiteY12-6362" fmla="*/ 4308764 h 10487891"/>
                  <a:gd name="connsiteX13-6363" fmla="*/ 2355272 w 10460182"/>
                  <a:gd name="connsiteY13-6364" fmla="*/ 3934691 h 10487891"/>
                  <a:gd name="connsiteX14-6365" fmla="*/ 2715491 w 10460182"/>
                  <a:gd name="connsiteY14-6366" fmla="*/ 3532909 h 10487891"/>
                  <a:gd name="connsiteX15-6367" fmla="*/ 2978727 w 10460182"/>
                  <a:gd name="connsiteY15-6368" fmla="*/ 3338946 h 10487891"/>
                  <a:gd name="connsiteX16-6369" fmla="*/ 3006436 w 10460182"/>
                  <a:gd name="connsiteY16-6370" fmla="*/ 2895600 h 10487891"/>
                  <a:gd name="connsiteX17-6371" fmla="*/ 3075709 w 10460182"/>
                  <a:gd name="connsiteY17-6372" fmla="*/ 2604655 h 10487891"/>
                  <a:gd name="connsiteX18-6373" fmla="*/ 3075709 w 10460182"/>
                  <a:gd name="connsiteY18-6374" fmla="*/ 2396837 h 10487891"/>
                  <a:gd name="connsiteX19-6375" fmla="*/ 3214254 w 10460182"/>
                  <a:gd name="connsiteY19-6376" fmla="*/ 2064327 h 10487891"/>
                  <a:gd name="connsiteX20-6377" fmla="*/ 3214254 w 10460182"/>
                  <a:gd name="connsiteY20-6378" fmla="*/ 1773382 h 10487891"/>
                  <a:gd name="connsiteX21-6379" fmla="*/ 3532909 w 10460182"/>
                  <a:gd name="connsiteY21-6380" fmla="*/ 1205346 h 10487891"/>
                  <a:gd name="connsiteX22-6381" fmla="*/ 3463636 w 10460182"/>
                  <a:gd name="connsiteY22-6382" fmla="*/ 831273 h 10487891"/>
                  <a:gd name="connsiteX23-6383" fmla="*/ 3491345 w 10460182"/>
                  <a:gd name="connsiteY23-6384" fmla="*/ 623455 h 10487891"/>
                  <a:gd name="connsiteX24-6385" fmla="*/ 3823854 w 10460182"/>
                  <a:gd name="connsiteY24-6386" fmla="*/ 263237 h 10487891"/>
                  <a:gd name="connsiteX25-6387" fmla="*/ 4017818 w 10460182"/>
                  <a:gd name="connsiteY25-6388" fmla="*/ 138546 h 10487891"/>
                  <a:gd name="connsiteX26-6389" fmla="*/ 4433454 w 10460182"/>
                  <a:gd name="connsiteY26-6390" fmla="*/ 374073 h 10487891"/>
                  <a:gd name="connsiteX27-6391" fmla="*/ 4599709 w 10460182"/>
                  <a:gd name="connsiteY27-6392" fmla="*/ 568037 h 10487891"/>
                  <a:gd name="connsiteX28-6393" fmla="*/ 5070763 w 10460182"/>
                  <a:gd name="connsiteY28-6394" fmla="*/ 623455 h 10487891"/>
                  <a:gd name="connsiteX29-6395" fmla="*/ 5417127 w 10460182"/>
                  <a:gd name="connsiteY29-6396" fmla="*/ 637309 h 10487891"/>
                  <a:gd name="connsiteX30-6397" fmla="*/ 5680363 w 10460182"/>
                  <a:gd name="connsiteY30-6398" fmla="*/ 692727 h 10487891"/>
                  <a:gd name="connsiteX31-6399" fmla="*/ 5860472 w 10460182"/>
                  <a:gd name="connsiteY31-6400" fmla="*/ 360218 h 10487891"/>
                  <a:gd name="connsiteX32-6401" fmla="*/ 6123709 w 10460182"/>
                  <a:gd name="connsiteY32-6402" fmla="*/ 401782 h 10487891"/>
                  <a:gd name="connsiteX33-6403" fmla="*/ 6594763 w 10460182"/>
                  <a:gd name="connsiteY33-6404" fmla="*/ 263237 h 10487891"/>
                  <a:gd name="connsiteX34-6405" fmla="*/ 6761018 w 10460182"/>
                  <a:gd name="connsiteY34-6406" fmla="*/ 207818 h 10487891"/>
                  <a:gd name="connsiteX35-6407" fmla="*/ 7038109 w 10460182"/>
                  <a:gd name="connsiteY35-6408" fmla="*/ 277091 h 10487891"/>
                  <a:gd name="connsiteX36-6409" fmla="*/ 7232072 w 10460182"/>
                  <a:gd name="connsiteY36-6410" fmla="*/ 96982 h 10487891"/>
                  <a:gd name="connsiteX37-6411" fmla="*/ 7356763 w 10460182"/>
                  <a:gd name="connsiteY37-6412" fmla="*/ 0 h 10487891"/>
                  <a:gd name="connsiteX38-6413" fmla="*/ 7606145 w 10460182"/>
                  <a:gd name="connsiteY38-6414" fmla="*/ 83127 h 10487891"/>
                  <a:gd name="connsiteX39-6415" fmla="*/ 7910945 w 10460182"/>
                  <a:gd name="connsiteY39-6416" fmla="*/ 207818 h 10487891"/>
                  <a:gd name="connsiteX40-6417" fmla="*/ 8312727 w 10460182"/>
                  <a:gd name="connsiteY40-6418" fmla="*/ 138546 h 10487891"/>
                  <a:gd name="connsiteX41-6419" fmla="*/ 8672945 w 10460182"/>
                  <a:gd name="connsiteY41-6420" fmla="*/ 443346 h 10487891"/>
                  <a:gd name="connsiteX42-6421" fmla="*/ 8908472 w 10460182"/>
                  <a:gd name="connsiteY42-6422" fmla="*/ 623455 h 10487891"/>
                  <a:gd name="connsiteX43-6423" fmla="*/ 9088582 w 10460182"/>
                  <a:gd name="connsiteY43-6424" fmla="*/ 526473 h 10487891"/>
                  <a:gd name="connsiteX44-6425" fmla="*/ 9351818 w 10460182"/>
                  <a:gd name="connsiteY44-6426" fmla="*/ 471055 h 10487891"/>
                  <a:gd name="connsiteX45-6427" fmla="*/ 9518072 w 10460182"/>
                  <a:gd name="connsiteY45-6428" fmla="*/ 498764 h 10487891"/>
                  <a:gd name="connsiteX46-6429" fmla="*/ 9698182 w 10460182"/>
                  <a:gd name="connsiteY46-6430" fmla="*/ 526473 h 10487891"/>
                  <a:gd name="connsiteX47-6431" fmla="*/ 10002982 w 10460182"/>
                  <a:gd name="connsiteY47-6432" fmla="*/ 872837 h 10487891"/>
                  <a:gd name="connsiteX48-6433" fmla="*/ 10238509 w 10460182"/>
                  <a:gd name="connsiteY48-6434" fmla="*/ 1066800 h 10487891"/>
                  <a:gd name="connsiteX49-6435" fmla="*/ 10224654 w 10460182"/>
                  <a:gd name="connsiteY49-6436" fmla="*/ 1330037 h 10487891"/>
                  <a:gd name="connsiteX50-6437" fmla="*/ 10238509 w 10460182"/>
                  <a:gd name="connsiteY50-6438" fmla="*/ 1524000 h 10487891"/>
                  <a:gd name="connsiteX51-6439" fmla="*/ 10280072 w 10460182"/>
                  <a:gd name="connsiteY51-6440" fmla="*/ 1648691 h 10487891"/>
                  <a:gd name="connsiteX52-6441" fmla="*/ 10460182 w 10460182"/>
                  <a:gd name="connsiteY52-6442" fmla="*/ 1884218 h 10487891"/>
                  <a:gd name="connsiteX53-6443" fmla="*/ 10099963 w 10460182"/>
                  <a:gd name="connsiteY53-6444" fmla="*/ 2341418 h 10487891"/>
                  <a:gd name="connsiteX54-6445" fmla="*/ 9781309 w 10460182"/>
                  <a:gd name="connsiteY54-6446" fmla="*/ 2576946 h 10487891"/>
                  <a:gd name="connsiteX55-6447" fmla="*/ 9601200 w 10460182"/>
                  <a:gd name="connsiteY55-6448" fmla="*/ 3505200 h 10487891"/>
                  <a:gd name="connsiteX56-6449" fmla="*/ 9601200 w 10460182"/>
                  <a:gd name="connsiteY56-6450" fmla="*/ 3796146 h 10487891"/>
                  <a:gd name="connsiteX57-6451" fmla="*/ 9365672 w 10460182"/>
                  <a:gd name="connsiteY57-6452" fmla="*/ 3990109 h 10487891"/>
                  <a:gd name="connsiteX58-6453" fmla="*/ 9310254 w 10460182"/>
                  <a:gd name="connsiteY58-6454" fmla="*/ 4156364 h 10487891"/>
                  <a:gd name="connsiteX59-6455" fmla="*/ 9199418 w 10460182"/>
                  <a:gd name="connsiteY59-6456" fmla="*/ 4364182 h 10487891"/>
                  <a:gd name="connsiteX60-6457" fmla="*/ 9268691 w 10460182"/>
                  <a:gd name="connsiteY60-6458" fmla="*/ 4530437 h 10487891"/>
                  <a:gd name="connsiteX61-6459" fmla="*/ 9337963 w 10460182"/>
                  <a:gd name="connsiteY61-6460" fmla="*/ 4738255 h 10487891"/>
                  <a:gd name="connsiteX62-6461" fmla="*/ 9421091 w 10460182"/>
                  <a:gd name="connsiteY62-6462" fmla="*/ 4987637 h 10487891"/>
                  <a:gd name="connsiteX63-6463" fmla="*/ 9434945 w 10460182"/>
                  <a:gd name="connsiteY63-6464" fmla="*/ 5292437 h 10487891"/>
                  <a:gd name="connsiteX64-6465" fmla="*/ 9462654 w 10460182"/>
                  <a:gd name="connsiteY64-6466" fmla="*/ 5694218 h 10487891"/>
                  <a:gd name="connsiteX65-6467" fmla="*/ 9587345 w 10460182"/>
                  <a:gd name="connsiteY65-6468" fmla="*/ 6054437 h 10487891"/>
                  <a:gd name="connsiteX66-6469" fmla="*/ 9545782 w 10460182"/>
                  <a:gd name="connsiteY66-6470" fmla="*/ 6456218 h 10487891"/>
                  <a:gd name="connsiteX67-6471" fmla="*/ 9933709 w 10460182"/>
                  <a:gd name="connsiteY67-6472" fmla="*/ 6941127 h 10487891"/>
                  <a:gd name="connsiteX68-6473" fmla="*/ 10113818 w 10460182"/>
                  <a:gd name="connsiteY68-6474" fmla="*/ 7287491 h 10487891"/>
                  <a:gd name="connsiteX69-6475" fmla="*/ 10252363 w 10460182"/>
                  <a:gd name="connsiteY69-6476" fmla="*/ 7620000 h 10487891"/>
                  <a:gd name="connsiteX70-6477" fmla="*/ 9670472 w 10460182"/>
                  <a:gd name="connsiteY70-6478" fmla="*/ 7620000 h 10487891"/>
                  <a:gd name="connsiteX71-6479" fmla="*/ 9337963 w 10460182"/>
                  <a:gd name="connsiteY71-6480" fmla="*/ 7730837 h 10487891"/>
                  <a:gd name="connsiteX72-6481" fmla="*/ 9102436 w 10460182"/>
                  <a:gd name="connsiteY72-6482" fmla="*/ 7869382 h 10487891"/>
                  <a:gd name="connsiteX73-6483" fmla="*/ 9019309 w 10460182"/>
                  <a:gd name="connsiteY73-6484" fmla="*/ 8077200 h 10487891"/>
                  <a:gd name="connsiteX74-6485" fmla="*/ 8936182 w 10460182"/>
                  <a:gd name="connsiteY74-6486" fmla="*/ 8174182 h 10487891"/>
                  <a:gd name="connsiteX75-6487" fmla="*/ 8991600 w 10460182"/>
                  <a:gd name="connsiteY75-6488" fmla="*/ 8603673 h 10487891"/>
                  <a:gd name="connsiteX76-6489" fmla="*/ 8963891 w 10460182"/>
                  <a:gd name="connsiteY76-6490" fmla="*/ 8811491 h 10487891"/>
                  <a:gd name="connsiteX77-6491" fmla="*/ 8991600 w 10460182"/>
                  <a:gd name="connsiteY77-6492" fmla="*/ 9047018 h 10487891"/>
                  <a:gd name="connsiteX78-6493" fmla="*/ 8894618 w 10460182"/>
                  <a:gd name="connsiteY78-6494" fmla="*/ 9351818 h 10487891"/>
                  <a:gd name="connsiteX79-6495" fmla="*/ 8922327 w 10460182"/>
                  <a:gd name="connsiteY79-6496" fmla="*/ 9615055 h 10487891"/>
                  <a:gd name="connsiteX80-6497" fmla="*/ 9144000 w 10460182"/>
                  <a:gd name="connsiteY80-6498" fmla="*/ 9781309 h 10487891"/>
                  <a:gd name="connsiteX81-6499" fmla="*/ 9337963 w 10460182"/>
                  <a:gd name="connsiteY81-6500" fmla="*/ 9947564 h 10487891"/>
                  <a:gd name="connsiteX82-6501" fmla="*/ 9504218 w 10460182"/>
                  <a:gd name="connsiteY82-6502" fmla="*/ 9850582 h 10487891"/>
                  <a:gd name="connsiteX83-6503" fmla="*/ 9615054 w 10460182"/>
                  <a:gd name="connsiteY83-6504" fmla="*/ 9767455 h 10487891"/>
                  <a:gd name="connsiteX84-6505" fmla="*/ 9698182 w 10460182"/>
                  <a:gd name="connsiteY84-6506" fmla="*/ 9795164 h 10487891"/>
                  <a:gd name="connsiteX85-6507" fmla="*/ 9684327 w 10460182"/>
                  <a:gd name="connsiteY85-6508" fmla="*/ 10335491 h 10487891"/>
                  <a:gd name="connsiteX86-6509" fmla="*/ 9490363 w 10460182"/>
                  <a:gd name="connsiteY86-6510" fmla="*/ 10487891 h 10487891"/>
                  <a:gd name="connsiteX87-6511" fmla="*/ 9310254 w 10460182"/>
                  <a:gd name="connsiteY87-6512" fmla="*/ 10474037 h 10487891"/>
                  <a:gd name="connsiteX88-6513" fmla="*/ 9227127 w 10460182"/>
                  <a:gd name="connsiteY88-6514" fmla="*/ 10321637 h 10487891"/>
                  <a:gd name="connsiteX89-6515" fmla="*/ 9033163 w 10460182"/>
                  <a:gd name="connsiteY89-6516" fmla="*/ 10072255 h 10487891"/>
                  <a:gd name="connsiteX90-6517" fmla="*/ 8825345 w 10460182"/>
                  <a:gd name="connsiteY90-6518" fmla="*/ 9892146 h 10487891"/>
                  <a:gd name="connsiteX91-6519" fmla="*/ 8534400 w 10460182"/>
                  <a:gd name="connsiteY91-6520" fmla="*/ 9781309 h 10487891"/>
                  <a:gd name="connsiteX92-6521" fmla="*/ 8423563 w 10460182"/>
                  <a:gd name="connsiteY92-6522" fmla="*/ 9725891 h 10487891"/>
                  <a:gd name="connsiteX93-6523" fmla="*/ 8285018 w 10460182"/>
                  <a:gd name="connsiteY93-6524" fmla="*/ 9559637 h 10487891"/>
                  <a:gd name="connsiteX94-6525" fmla="*/ 8257309 w 10460182"/>
                  <a:gd name="connsiteY94-6526" fmla="*/ 9421091 h 10487891"/>
                  <a:gd name="connsiteX95-6527" fmla="*/ 8146472 w 10460182"/>
                  <a:gd name="connsiteY95-6528" fmla="*/ 9434946 h 10487891"/>
                  <a:gd name="connsiteX96-6529" fmla="*/ 8091054 w 10460182"/>
                  <a:gd name="connsiteY96-6530" fmla="*/ 9656618 h 10487891"/>
                  <a:gd name="connsiteX97-6531" fmla="*/ 7744691 w 10460182"/>
                  <a:gd name="connsiteY97-6532" fmla="*/ 9559637 h 10487891"/>
                  <a:gd name="connsiteX98-6533" fmla="*/ 7536872 w 10460182"/>
                  <a:gd name="connsiteY98-6534" fmla="*/ 9573491 h 10487891"/>
                  <a:gd name="connsiteX99-6535" fmla="*/ 7481454 w 10460182"/>
                  <a:gd name="connsiteY99-6536" fmla="*/ 9504218 h 10487891"/>
                  <a:gd name="connsiteX100-6537" fmla="*/ 7439891 w 10460182"/>
                  <a:gd name="connsiteY100-6538" fmla="*/ 9240982 h 10487891"/>
                  <a:gd name="connsiteX101-6539" fmla="*/ 7356763 w 10460182"/>
                  <a:gd name="connsiteY101-6540" fmla="*/ 9434946 h 10487891"/>
                  <a:gd name="connsiteX102-6541" fmla="*/ 7287491 w 10460182"/>
                  <a:gd name="connsiteY102-6542" fmla="*/ 9528969 h 10487891"/>
                  <a:gd name="connsiteX103-6543" fmla="*/ 7232072 w 10460182"/>
                  <a:gd name="connsiteY103-6544" fmla="*/ 9185564 h 10487891"/>
                  <a:gd name="connsiteX104-6545" fmla="*/ 6954982 w 10460182"/>
                  <a:gd name="connsiteY104-6546" fmla="*/ 9268691 h 10487891"/>
                  <a:gd name="connsiteX105-6547" fmla="*/ 6710737 w 10460182"/>
                  <a:gd name="connsiteY105-6548" fmla="*/ 9341078 h 10487891"/>
                  <a:gd name="connsiteX106-6549" fmla="*/ 6674777 w 10460182"/>
                  <a:gd name="connsiteY106-6550" fmla="*/ 9141977 h 10487891"/>
                  <a:gd name="connsiteX107-6551" fmla="*/ 6511636 w 10460182"/>
                  <a:gd name="connsiteY107-6552" fmla="*/ 9033164 h 10487891"/>
                  <a:gd name="connsiteX108-6553" fmla="*/ 6428509 w 10460182"/>
                  <a:gd name="connsiteY108-6554" fmla="*/ 9033164 h 10487891"/>
                  <a:gd name="connsiteX109-6555" fmla="*/ 6325922 w 10460182"/>
                  <a:gd name="connsiteY109-6556" fmla="*/ 9136372 h 10487891"/>
                  <a:gd name="connsiteX110-6557" fmla="*/ 6167763 w 10460182"/>
                  <a:gd name="connsiteY110-6558" fmla="*/ 9057292 h 10487891"/>
                  <a:gd name="connsiteX111-6559" fmla="*/ 6002132 w 10460182"/>
                  <a:gd name="connsiteY111-6560" fmla="*/ 9172799 h 10487891"/>
                  <a:gd name="connsiteX112-6561" fmla="*/ 5749636 w 10460182"/>
                  <a:gd name="connsiteY112-6562" fmla="*/ 9130146 h 10487891"/>
                  <a:gd name="connsiteX113-6563" fmla="*/ 5674760 w 10460182"/>
                  <a:gd name="connsiteY113-6564" fmla="*/ 9160969 h 10487891"/>
                  <a:gd name="connsiteX114-6565" fmla="*/ 5507415 w 10460182"/>
                  <a:gd name="connsiteY114-6566" fmla="*/ 9207202 h 10487891"/>
                  <a:gd name="connsiteX115-6567" fmla="*/ 5505859 w 10460182"/>
                  <a:gd name="connsiteY115-6568" fmla="*/ 8950037 h 10487891"/>
                  <a:gd name="connsiteX116-6569" fmla="*/ 5505857 w 10460182"/>
                  <a:gd name="connsiteY116-6570" fmla="*/ 8714042 h 10487891"/>
                  <a:gd name="connsiteX117-6571" fmla="*/ 5336024 w 10460182"/>
                  <a:gd name="connsiteY117-6572" fmla="*/ 8412357 h 10487891"/>
                  <a:gd name="connsiteX118-6573" fmla="*/ 5230324 w 10460182"/>
                  <a:gd name="connsiteY118-6574" fmla="*/ 8161885 h 10487891"/>
                  <a:gd name="connsiteX119-6575" fmla="*/ 5317031 w 10460182"/>
                  <a:gd name="connsiteY119-6576" fmla="*/ 7689273 h 10487891"/>
                  <a:gd name="connsiteX120-6577" fmla="*/ 5201059 w 10460182"/>
                  <a:gd name="connsiteY120-6578" fmla="*/ 7399417 h 10487891"/>
                  <a:gd name="connsiteX121-6579" fmla="*/ 5250872 w 10460182"/>
                  <a:gd name="connsiteY121-6580" fmla="*/ 7148946 h 10487891"/>
                  <a:gd name="connsiteX122-6581" fmla="*/ 5245735 w 10460182"/>
                  <a:gd name="connsiteY122-6582" fmla="*/ 7097730 h 10487891"/>
                  <a:gd name="connsiteX123-6583" fmla="*/ 4577603 w 10460182"/>
                  <a:gd name="connsiteY123-6584" fmla="*/ 7093061 h 10487891"/>
                  <a:gd name="connsiteX124-6585" fmla="*/ 4528412 w 10460182"/>
                  <a:gd name="connsiteY124-6586" fmla="*/ 6919645 h 10487891"/>
                  <a:gd name="connsiteX125-6587" fmla="*/ 4038834 w 10460182"/>
                  <a:gd name="connsiteY125-6588" fmla="*/ 6895517 h 10487891"/>
                  <a:gd name="connsiteX126-6589" fmla="*/ 3976254 w 10460182"/>
                  <a:gd name="connsiteY126-6590" fmla="*/ 7148946 h 10487891"/>
                  <a:gd name="connsiteX127-6591" fmla="*/ 3932667 w 10460182"/>
                  <a:gd name="connsiteY127-6592" fmla="*/ 7360344 h 10487891"/>
                  <a:gd name="connsiteX128-6593" fmla="*/ 3910095 w 10460182"/>
                  <a:gd name="connsiteY128-6594" fmla="*/ 7482545 h 10487891"/>
                  <a:gd name="connsiteX129-6595" fmla="*/ 3559528 w 10460182"/>
                  <a:gd name="connsiteY129-6596" fmla="*/ 7476941 h 10487891"/>
                  <a:gd name="connsiteX130-6597" fmla="*/ 3311236 w 10460182"/>
                  <a:gd name="connsiteY130-6598" fmla="*/ 7481455 h 10487891"/>
                  <a:gd name="connsiteX131-6599" fmla="*/ 2895600 w 10460182"/>
                  <a:gd name="connsiteY131-6600" fmla="*/ 7467600 h 10487891"/>
                  <a:gd name="connsiteX132-6601" fmla="*/ 2784763 w 10460182"/>
                  <a:gd name="connsiteY132-6602" fmla="*/ 7218218 h 10487891"/>
                  <a:gd name="connsiteX133-6603" fmla="*/ 2604654 w 10460182"/>
                  <a:gd name="connsiteY133-6604" fmla="*/ 6941127 h 10487891"/>
                  <a:gd name="connsiteX134-6605" fmla="*/ 2410691 w 10460182"/>
                  <a:gd name="connsiteY134-6606" fmla="*/ 6442364 h 10487891"/>
                  <a:gd name="connsiteX135-6607" fmla="*/ 2327563 w 10460182"/>
                  <a:gd name="connsiteY135-6608" fmla="*/ 6303818 h 10487891"/>
                  <a:gd name="connsiteX136-6609" fmla="*/ 1662545 w 10460182"/>
                  <a:gd name="connsiteY136-6610" fmla="*/ 6276109 h 10487891"/>
                  <a:gd name="connsiteX137-6611" fmla="*/ 1233054 w 10460182"/>
                  <a:gd name="connsiteY137-6612" fmla="*/ 6276109 h 10487891"/>
                  <a:gd name="connsiteX138-6613" fmla="*/ 1136072 w 10460182"/>
                  <a:gd name="connsiteY138-6614" fmla="*/ 6331527 h 10487891"/>
                  <a:gd name="connsiteX139-6615" fmla="*/ 706582 w 10460182"/>
                  <a:gd name="connsiteY139-6616" fmla="*/ 6289964 h 10487891"/>
                  <a:gd name="connsiteX140-6617" fmla="*/ 318654 w 10460182"/>
                  <a:gd name="connsiteY140-6618" fmla="*/ 6317673 h 10487891"/>
                  <a:gd name="connsiteX141-6619" fmla="*/ 96982 w 10460182"/>
                  <a:gd name="connsiteY141-6620" fmla="*/ 6470073 h 10487891"/>
                  <a:gd name="connsiteX142-6621" fmla="*/ 0 w 10460182"/>
                  <a:gd name="connsiteY142-6622" fmla="*/ 6373091 h 10487891"/>
                  <a:gd name="connsiteX143-6623" fmla="*/ 83127 w 10460182"/>
                  <a:gd name="connsiteY143-6624" fmla="*/ 6317673 h 10487891"/>
                  <a:gd name="connsiteX0-6625" fmla="*/ 83127 w 10460182"/>
                  <a:gd name="connsiteY0-6626" fmla="*/ 6317673 h 10487891"/>
                  <a:gd name="connsiteX1-6627" fmla="*/ 96982 w 10460182"/>
                  <a:gd name="connsiteY1-6628" fmla="*/ 5874327 h 10487891"/>
                  <a:gd name="connsiteX2-6629" fmla="*/ 401782 w 10460182"/>
                  <a:gd name="connsiteY2-6630" fmla="*/ 5611091 h 10487891"/>
                  <a:gd name="connsiteX3-6631" fmla="*/ 651163 w 10460182"/>
                  <a:gd name="connsiteY3-6632" fmla="*/ 5749637 h 10487891"/>
                  <a:gd name="connsiteX4-6633" fmla="*/ 858982 w 10460182"/>
                  <a:gd name="connsiteY4-6634" fmla="*/ 5583382 h 10487891"/>
                  <a:gd name="connsiteX5-6635" fmla="*/ 997527 w 10460182"/>
                  <a:gd name="connsiteY5-6636" fmla="*/ 5430982 h 10487891"/>
                  <a:gd name="connsiteX6-6637" fmla="*/ 1080654 w 10460182"/>
                  <a:gd name="connsiteY6-6638" fmla="*/ 5514109 h 10487891"/>
                  <a:gd name="connsiteX7-6639" fmla="*/ 1191491 w 10460182"/>
                  <a:gd name="connsiteY7-6640" fmla="*/ 5791200 h 10487891"/>
                  <a:gd name="connsiteX8-6641" fmla="*/ 1510145 w 10460182"/>
                  <a:gd name="connsiteY8-6642" fmla="*/ 5624946 h 10487891"/>
                  <a:gd name="connsiteX9-6643" fmla="*/ 1731818 w 10460182"/>
                  <a:gd name="connsiteY9-6644" fmla="*/ 5375564 h 10487891"/>
                  <a:gd name="connsiteX10-6645" fmla="*/ 2022763 w 10460182"/>
                  <a:gd name="connsiteY10-6646" fmla="*/ 5140037 h 10487891"/>
                  <a:gd name="connsiteX11-6647" fmla="*/ 2119745 w 10460182"/>
                  <a:gd name="connsiteY11-6648" fmla="*/ 4710546 h 10487891"/>
                  <a:gd name="connsiteX12-6649" fmla="*/ 2133600 w 10460182"/>
                  <a:gd name="connsiteY12-6650" fmla="*/ 4308764 h 10487891"/>
                  <a:gd name="connsiteX13-6651" fmla="*/ 2355272 w 10460182"/>
                  <a:gd name="connsiteY13-6652" fmla="*/ 3934691 h 10487891"/>
                  <a:gd name="connsiteX14-6653" fmla="*/ 2715491 w 10460182"/>
                  <a:gd name="connsiteY14-6654" fmla="*/ 3532909 h 10487891"/>
                  <a:gd name="connsiteX15-6655" fmla="*/ 2978727 w 10460182"/>
                  <a:gd name="connsiteY15-6656" fmla="*/ 3338946 h 10487891"/>
                  <a:gd name="connsiteX16-6657" fmla="*/ 3006436 w 10460182"/>
                  <a:gd name="connsiteY16-6658" fmla="*/ 2895600 h 10487891"/>
                  <a:gd name="connsiteX17-6659" fmla="*/ 3075709 w 10460182"/>
                  <a:gd name="connsiteY17-6660" fmla="*/ 2604655 h 10487891"/>
                  <a:gd name="connsiteX18-6661" fmla="*/ 3075709 w 10460182"/>
                  <a:gd name="connsiteY18-6662" fmla="*/ 2396837 h 10487891"/>
                  <a:gd name="connsiteX19-6663" fmla="*/ 3214254 w 10460182"/>
                  <a:gd name="connsiteY19-6664" fmla="*/ 2064327 h 10487891"/>
                  <a:gd name="connsiteX20-6665" fmla="*/ 3214254 w 10460182"/>
                  <a:gd name="connsiteY20-6666" fmla="*/ 1773382 h 10487891"/>
                  <a:gd name="connsiteX21-6667" fmla="*/ 3532909 w 10460182"/>
                  <a:gd name="connsiteY21-6668" fmla="*/ 1205346 h 10487891"/>
                  <a:gd name="connsiteX22-6669" fmla="*/ 3463636 w 10460182"/>
                  <a:gd name="connsiteY22-6670" fmla="*/ 831273 h 10487891"/>
                  <a:gd name="connsiteX23-6671" fmla="*/ 3491345 w 10460182"/>
                  <a:gd name="connsiteY23-6672" fmla="*/ 623455 h 10487891"/>
                  <a:gd name="connsiteX24-6673" fmla="*/ 3823854 w 10460182"/>
                  <a:gd name="connsiteY24-6674" fmla="*/ 263237 h 10487891"/>
                  <a:gd name="connsiteX25-6675" fmla="*/ 4017818 w 10460182"/>
                  <a:gd name="connsiteY25-6676" fmla="*/ 138546 h 10487891"/>
                  <a:gd name="connsiteX26-6677" fmla="*/ 4433454 w 10460182"/>
                  <a:gd name="connsiteY26-6678" fmla="*/ 374073 h 10487891"/>
                  <a:gd name="connsiteX27-6679" fmla="*/ 4599709 w 10460182"/>
                  <a:gd name="connsiteY27-6680" fmla="*/ 568037 h 10487891"/>
                  <a:gd name="connsiteX28-6681" fmla="*/ 5070763 w 10460182"/>
                  <a:gd name="connsiteY28-6682" fmla="*/ 623455 h 10487891"/>
                  <a:gd name="connsiteX29-6683" fmla="*/ 5417127 w 10460182"/>
                  <a:gd name="connsiteY29-6684" fmla="*/ 637309 h 10487891"/>
                  <a:gd name="connsiteX30-6685" fmla="*/ 5680363 w 10460182"/>
                  <a:gd name="connsiteY30-6686" fmla="*/ 692727 h 10487891"/>
                  <a:gd name="connsiteX31-6687" fmla="*/ 5860472 w 10460182"/>
                  <a:gd name="connsiteY31-6688" fmla="*/ 360218 h 10487891"/>
                  <a:gd name="connsiteX32-6689" fmla="*/ 6123709 w 10460182"/>
                  <a:gd name="connsiteY32-6690" fmla="*/ 401782 h 10487891"/>
                  <a:gd name="connsiteX33-6691" fmla="*/ 6594763 w 10460182"/>
                  <a:gd name="connsiteY33-6692" fmla="*/ 263237 h 10487891"/>
                  <a:gd name="connsiteX34-6693" fmla="*/ 6761018 w 10460182"/>
                  <a:gd name="connsiteY34-6694" fmla="*/ 207818 h 10487891"/>
                  <a:gd name="connsiteX35-6695" fmla="*/ 7038109 w 10460182"/>
                  <a:gd name="connsiteY35-6696" fmla="*/ 277091 h 10487891"/>
                  <a:gd name="connsiteX36-6697" fmla="*/ 7232072 w 10460182"/>
                  <a:gd name="connsiteY36-6698" fmla="*/ 96982 h 10487891"/>
                  <a:gd name="connsiteX37-6699" fmla="*/ 7356763 w 10460182"/>
                  <a:gd name="connsiteY37-6700" fmla="*/ 0 h 10487891"/>
                  <a:gd name="connsiteX38-6701" fmla="*/ 7606145 w 10460182"/>
                  <a:gd name="connsiteY38-6702" fmla="*/ 83127 h 10487891"/>
                  <a:gd name="connsiteX39-6703" fmla="*/ 7910945 w 10460182"/>
                  <a:gd name="connsiteY39-6704" fmla="*/ 207818 h 10487891"/>
                  <a:gd name="connsiteX40-6705" fmla="*/ 8312727 w 10460182"/>
                  <a:gd name="connsiteY40-6706" fmla="*/ 138546 h 10487891"/>
                  <a:gd name="connsiteX41-6707" fmla="*/ 8672945 w 10460182"/>
                  <a:gd name="connsiteY41-6708" fmla="*/ 443346 h 10487891"/>
                  <a:gd name="connsiteX42-6709" fmla="*/ 8908472 w 10460182"/>
                  <a:gd name="connsiteY42-6710" fmla="*/ 623455 h 10487891"/>
                  <a:gd name="connsiteX43-6711" fmla="*/ 9088582 w 10460182"/>
                  <a:gd name="connsiteY43-6712" fmla="*/ 526473 h 10487891"/>
                  <a:gd name="connsiteX44-6713" fmla="*/ 9351818 w 10460182"/>
                  <a:gd name="connsiteY44-6714" fmla="*/ 471055 h 10487891"/>
                  <a:gd name="connsiteX45-6715" fmla="*/ 9518072 w 10460182"/>
                  <a:gd name="connsiteY45-6716" fmla="*/ 498764 h 10487891"/>
                  <a:gd name="connsiteX46-6717" fmla="*/ 9698182 w 10460182"/>
                  <a:gd name="connsiteY46-6718" fmla="*/ 526473 h 10487891"/>
                  <a:gd name="connsiteX47-6719" fmla="*/ 10002982 w 10460182"/>
                  <a:gd name="connsiteY47-6720" fmla="*/ 872837 h 10487891"/>
                  <a:gd name="connsiteX48-6721" fmla="*/ 10238509 w 10460182"/>
                  <a:gd name="connsiteY48-6722" fmla="*/ 1066800 h 10487891"/>
                  <a:gd name="connsiteX49-6723" fmla="*/ 10224654 w 10460182"/>
                  <a:gd name="connsiteY49-6724" fmla="*/ 1330037 h 10487891"/>
                  <a:gd name="connsiteX50-6725" fmla="*/ 10238509 w 10460182"/>
                  <a:gd name="connsiteY50-6726" fmla="*/ 1524000 h 10487891"/>
                  <a:gd name="connsiteX51-6727" fmla="*/ 10280072 w 10460182"/>
                  <a:gd name="connsiteY51-6728" fmla="*/ 1648691 h 10487891"/>
                  <a:gd name="connsiteX52-6729" fmla="*/ 10460182 w 10460182"/>
                  <a:gd name="connsiteY52-6730" fmla="*/ 1884218 h 10487891"/>
                  <a:gd name="connsiteX53-6731" fmla="*/ 10099963 w 10460182"/>
                  <a:gd name="connsiteY53-6732" fmla="*/ 2341418 h 10487891"/>
                  <a:gd name="connsiteX54-6733" fmla="*/ 9781309 w 10460182"/>
                  <a:gd name="connsiteY54-6734" fmla="*/ 2576946 h 10487891"/>
                  <a:gd name="connsiteX55-6735" fmla="*/ 9601200 w 10460182"/>
                  <a:gd name="connsiteY55-6736" fmla="*/ 3505200 h 10487891"/>
                  <a:gd name="connsiteX56-6737" fmla="*/ 9601200 w 10460182"/>
                  <a:gd name="connsiteY56-6738" fmla="*/ 3796146 h 10487891"/>
                  <a:gd name="connsiteX57-6739" fmla="*/ 9365672 w 10460182"/>
                  <a:gd name="connsiteY57-6740" fmla="*/ 3990109 h 10487891"/>
                  <a:gd name="connsiteX58-6741" fmla="*/ 9310254 w 10460182"/>
                  <a:gd name="connsiteY58-6742" fmla="*/ 4156364 h 10487891"/>
                  <a:gd name="connsiteX59-6743" fmla="*/ 9199418 w 10460182"/>
                  <a:gd name="connsiteY59-6744" fmla="*/ 4364182 h 10487891"/>
                  <a:gd name="connsiteX60-6745" fmla="*/ 9268691 w 10460182"/>
                  <a:gd name="connsiteY60-6746" fmla="*/ 4530437 h 10487891"/>
                  <a:gd name="connsiteX61-6747" fmla="*/ 9337963 w 10460182"/>
                  <a:gd name="connsiteY61-6748" fmla="*/ 4738255 h 10487891"/>
                  <a:gd name="connsiteX62-6749" fmla="*/ 9421091 w 10460182"/>
                  <a:gd name="connsiteY62-6750" fmla="*/ 4987637 h 10487891"/>
                  <a:gd name="connsiteX63-6751" fmla="*/ 9434945 w 10460182"/>
                  <a:gd name="connsiteY63-6752" fmla="*/ 5292437 h 10487891"/>
                  <a:gd name="connsiteX64-6753" fmla="*/ 9462654 w 10460182"/>
                  <a:gd name="connsiteY64-6754" fmla="*/ 5694218 h 10487891"/>
                  <a:gd name="connsiteX65-6755" fmla="*/ 9587345 w 10460182"/>
                  <a:gd name="connsiteY65-6756" fmla="*/ 6054437 h 10487891"/>
                  <a:gd name="connsiteX66-6757" fmla="*/ 9545782 w 10460182"/>
                  <a:gd name="connsiteY66-6758" fmla="*/ 6456218 h 10487891"/>
                  <a:gd name="connsiteX67-6759" fmla="*/ 9933709 w 10460182"/>
                  <a:gd name="connsiteY67-6760" fmla="*/ 6941127 h 10487891"/>
                  <a:gd name="connsiteX68-6761" fmla="*/ 10113818 w 10460182"/>
                  <a:gd name="connsiteY68-6762" fmla="*/ 7287491 h 10487891"/>
                  <a:gd name="connsiteX69-6763" fmla="*/ 10252363 w 10460182"/>
                  <a:gd name="connsiteY69-6764" fmla="*/ 7620000 h 10487891"/>
                  <a:gd name="connsiteX70-6765" fmla="*/ 9670472 w 10460182"/>
                  <a:gd name="connsiteY70-6766" fmla="*/ 7620000 h 10487891"/>
                  <a:gd name="connsiteX71-6767" fmla="*/ 9337963 w 10460182"/>
                  <a:gd name="connsiteY71-6768" fmla="*/ 7730837 h 10487891"/>
                  <a:gd name="connsiteX72-6769" fmla="*/ 9102436 w 10460182"/>
                  <a:gd name="connsiteY72-6770" fmla="*/ 7869382 h 10487891"/>
                  <a:gd name="connsiteX73-6771" fmla="*/ 9019309 w 10460182"/>
                  <a:gd name="connsiteY73-6772" fmla="*/ 8077200 h 10487891"/>
                  <a:gd name="connsiteX74-6773" fmla="*/ 8936182 w 10460182"/>
                  <a:gd name="connsiteY74-6774" fmla="*/ 8174182 h 10487891"/>
                  <a:gd name="connsiteX75-6775" fmla="*/ 8991600 w 10460182"/>
                  <a:gd name="connsiteY75-6776" fmla="*/ 8603673 h 10487891"/>
                  <a:gd name="connsiteX76-6777" fmla="*/ 8963891 w 10460182"/>
                  <a:gd name="connsiteY76-6778" fmla="*/ 8811491 h 10487891"/>
                  <a:gd name="connsiteX77-6779" fmla="*/ 8991600 w 10460182"/>
                  <a:gd name="connsiteY77-6780" fmla="*/ 9047018 h 10487891"/>
                  <a:gd name="connsiteX78-6781" fmla="*/ 8894618 w 10460182"/>
                  <a:gd name="connsiteY78-6782" fmla="*/ 9351818 h 10487891"/>
                  <a:gd name="connsiteX79-6783" fmla="*/ 8922327 w 10460182"/>
                  <a:gd name="connsiteY79-6784" fmla="*/ 9615055 h 10487891"/>
                  <a:gd name="connsiteX80-6785" fmla="*/ 9144000 w 10460182"/>
                  <a:gd name="connsiteY80-6786" fmla="*/ 9781309 h 10487891"/>
                  <a:gd name="connsiteX81-6787" fmla="*/ 9337963 w 10460182"/>
                  <a:gd name="connsiteY81-6788" fmla="*/ 9947564 h 10487891"/>
                  <a:gd name="connsiteX82-6789" fmla="*/ 9504218 w 10460182"/>
                  <a:gd name="connsiteY82-6790" fmla="*/ 9850582 h 10487891"/>
                  <a:gd name="connsiteX83-6791" fmla="*/ 9615054 w 10460182"/>
                  <a:gd name="connsiteY83-6792" fmla="*/ 9767455 h 10487891"/>
                  <a:gd name="connsiteX84-6793" fmla="*/ 9698182 w 10460182"/>
                  <a:gd name="connsiteY84-6794" fmla="*/ 9795164 h 10487891"/>
                  <a:gd name="connsiteX85-6795" fmla="*/ 9684327 w 10460182"/>
                  <a:gd name="connsiteY85-6796" fmla="*/ 10335491 h 10487891"/>
                  <a:gd name="connsiteX86-6797" fmla="*/ 9490363 w 10460182"/>
                  <a:gd name="connsiteY86-6798" fmla="*/ 10487891 h 10487891"/>
                  <a:gd name="connsiteX87-6799" fmla="*/ 9310254 w 10460182"/>
                  <a:gd name="connsiteY87-6800" fmla="*/ 10474037 h 10487891"/>
                  <a:gd name="connsiteX88-6801" fmla="*/ 9227127 w 10460182"/>
                  <a:gd name="connsiteY88-6802" fmla="*/ 10321637 h 10487891"/>
                  <a:gd name="connsiteX89-6803" fmla="*/ 9033163 w 10460182"/>
                  <a:gd name="connsiteY89-6804" fmla="*/ 10072255 h 10487891"/>
                  <a:gd name="connsiteX90-6805" fmla="*/ 8825345 w 10460182"/>
                  <a:gd name="connsiteY90-6806" fmla="*/ 9892146 h 10487891"/>
                  <a:gd name="connsiteX91-6807" fmla="*/ 8534400 w 10460182"/>
                  <a:gd name="connsiteY91-6808" fmla="*/ 9781309 h 10487891"/>
                  <a:gd name="connsiteX92-6809" fmla="*/ 8423563 w 10460182"/>
                  <a:gd name="connsiteY92-6810" fmla="*/ 9725891 h 10487891"/>
                  <a:gd name="connsiteX93-6811" fmla="*/ 8285018 w 10460182"/>
                  <a:gd name="connsiteY93-6812" fmla="*/ 9559637 h 10487891"/>
                  <a:gd name="connsiteX94-6813" fmla="*/ 8257309 w 10460182"/>
                  <a:gd name="connsiteY94-6814" fmla="*/ 9421091 h 10487891"/>
                  <a:gd name="connsiteX95-6815" fmla="*/ 8146472 w 10460182"/>
                  <a:gd name="connsiteY95-6816" fmla="*/ 9434946 h 10487891"/>
                  <a:gd name="connsiteX96-6817" fmla="*/ 8091054 w 10460182"/>
                  <a:gd name="connsiteY96-6818" fmla="*/ 9656618 h 10487891"/>
                  <a:gd name="connsiteX97-6819" fmla="*/ 7744691 w 10460182"/>
                  <a:gd name="connsiteY97-6820" fmla="*/ 9559637 h 10487891"/>
                  <a:gd name="connsiteX98-6821" fmla="*/ 7536872 w 10460182"/>
                  <a:gd name="connsiteY98-6822" fmla="*/ 9573491 h 10487891"/>
                  <a:gd name="connsiteX99-6823" fmla="*/ 7481454 w 10460182"/>
                  <a:gd name="connsiteY99-6824" fmla="*/ 9504218 h 10487891"/>
                  <a:gd name="connsiteX100-6825" fmla="*/ 7439891 w 10460182"/>
                  <a:gd name="connsiteY100-6826" fmla="*/ 9240982 h 10487891"/>
                  <a:gd name="connsiteX101-6827" fmla="*/ 7397859 w 10460182"/>
                  <a:gd name="connsiteY101-6828" fmla="*/ 9434946 h 10487891"/>
                  <a:gd name="connsiteX102-6829" fmla="*/ 7287491 w 10460182"/>
                  <a:gd name="connsiteY102-6830" fmla="*/ 9528969 h 10487891"/>
                  <a:gd name="connsiteX103-6831" fmla="*/ 7232072 w 10460182"/>
                  <a:gd name="connsiteY103-6832" fmla="*/ 9185564 h 10487891"/>
                  <a:gd name="connsiteX104-6833" fmla="*/ 6954982 w 10460182"/>
                  <a:gd name="connsiteY104-6834" fmla="*/ 9268691 h 10487891"/>
                  <a:gd name="connsiteX105-6835" fmla="*/ 6710737 w 10460182"/>
                  <a:gd name="connsiteY105-6836" fmla="*/ 9341078 h 10487891"/>
                  <a:gd name="connsiteX106-6837" fmla="*/ 6674777 w 10460182"/>
                  <a:gd name="connsiteY106-6838" fmla="*/ 9141977 h 10487891"/>
                  <a:gd name="connsiteX107-6839" fmla="*/ 6511636 w 10460182"/>
                  <a:gd name="connsiteY107-6840" fmla="*/ 9033164 h 10487891"/>
                  <a:gd name="connsiteX108-6841" fmla="*/ 6428509 w 10460182"/>
                  <a:gd name="connsiteY108-6842" fmla="*/ 9033164 h 10487891"/>
                  <a:gd name="connsiteX109-6843" fmla="*/ 6325922 w 10460182"/>
                  <a:gd name="connsiteY109-6844" fmla="*/ 9136372 h 10487891"/>
                  <a:gd name="connsiteX110-6845" fmla="*/ 6167763 w 10460182"/>
                  <a:gd name="connsiteY110-6846" fmla="*/ 9057292 h 10487891"/>
                  <a:gd name="connsiteX111-6847" fmla="*/ 6002132 w 10460182"/>
                  <a:gd name="connsiteY111-6848" fmla="*/ 9172799 h 10487891"/>
                  <a:gd name="connsiteX112-6849" fmla="*/ 5749636 w 10460182"/>
                  <a:gd name="connsiteY112-6850" fmla="*/ 9130146 h 10487891"/>
                  <a:gd name="connsiteX113-6851" fmla="*/ 5674760 w 10460182"/>
                  <a:gd name="connsiteY113-6852" fmla="*/ 9160969 h 10487891"/>
                  <a:gd name="connsiteX114-6853" fmla="*/ 5507415 w 10460182"/>
                  <a:gd name="connsiteY114-6854" fmla="*/ 9207202 h 10487891"/>
                  <a:gd name="connsiteX115-6855" fmla="*/ 5505859 w 10460182"/>
                  <a:gd name="connsiteY115-6856" fmla="*/ 8950037 h 10487891"/>
                  <a:gd name="connsiteX116-6857" fmla="*/ 5505857 w 10460182"/>
                  <a:gd name="connsiteY116-6858" fmla="*/ 8714042 h 10487891"/>
                  <a:gd name="connsiteX117-6859" fmla="*/ 5336024 w 10460182"/>
                  <a:gd name="connsiteY117-6860" fmla="*/ 8412357 h 10487891"/>
                  <a:gd name="connsiteX118-6861" fmla="*/ 5230324 w 10460182"/>
                  <a:gd name="connsiteY118-6862" fmla="*/ 8161885 h 10487891"/>
                  <a:gd name="connsiteX119-6863" fmla="*/ 5317031 w 10460182"/>
                  <a:gd name="connsiteY119-6864" fmla="*/ 7689273 h 10487891"/>
                  <a:gd name="connsiteX120-6865" fmla="*/ 5201059 w 10460182"/>
                  <a:gd name="connsiteY120-6866" fmla="*/ 7399417 h 10487891"/>
                  <a:gd name="connsiteX121-6867" fmla="*/ 5250872 w 10460182"/>
                  <a:gd name="connsiteY121-6868" fmla="*/ 7148946 h 10487891"/>
                  <a:gd name="connsiteX122-6869" fmla="*/ 5245735 w 10460182"/>
                  <a:gd name="connsiteY122-6870" fmla="*/ 7097730 h 10487891"/>
                  <a:gd name="connsiteX123-6871" fmla="*/ 4577603 w 10460182"/>
                  <a:gd name="connsiteY123-6872" fmla="*/ 7093061 h 10487891"/>
                  <a:gd name="connsiteX124-6873" fmla="*/ 4528412 w 10460182"/>
                  <a:gd name="connsiteY124-6874" fmla="*/ 6919645 h 10487891"/>
                  <a:gd name="connsiteX125-6875" fmla="*/ 4038834 w 10460182"/>
                  <a:gd name="connsiteY125-6876" fmla="*/ 6895517 h 10487891"/>
                  <a:gd name="connsiteX126-6877" fmla="*/ 3976254 w 10460182"/>
                  <a:gd name="connsiteY126-6878" fmla="*/ 7148946 h 10487891"/>
                  <a:gd name="connsiteX127-6879" fmla="*/ 3932667 w 10460182"/>
                  <a:gd name="connsiteY127-6880" fmla="*/ 7360344 h 10487891"/>
                  <a:gd name="connsiteX128-6881" fmla="*/ 3910095 w 10460182"/>
                  <a:gd name="connsiteY128-6882" fmla="*/ 7482545 h 10487891"/>
                  <a:gd name="connsiteX129-6883" fmla="*/ 3559528 w 10460182"/>
                  <a:gd name="connsiteY129-6884" fmla="*/ 7476941 h 10487891"/>
                  <a:gd name="connsiteX130-6885" fmla="*/ 3311236 w 10460182"/>
                  <a:gd name="connsiteY130-6886" fmla="*/ 7481455 h 10487891"/>
                  <a:gd name="connsiteX131-6887" fmla="*/ 2895600 w 10460182"/>
                  <a:gd name="connsiteY131-6888" fmla="*/ 7467600 h 10487891"/>
                  <a:gd name="connsiteX132-6889" fmla="*/ 2784763 w 10460182"/>
                  <a:gd name="connsiteY132-6890" fmla="*/ 7218218 h 10487891"/>
                  <a:gd name="connsiteX133-6891" fmla="*/ 2604654 w 10460182"/>
                  <a:gd name="connsiteY133-6892" fmla="*/ 6941127 h 10487891"/>
                  <a:gd name="connsiteX134-6893" fmla="*/ 2410691 w 10460182"/>
                  <a:gd name="connsiteY134-6894" fmla="*/ 6442364 h 10487891"/>
                  <a:gd name="connsiteX135-6895" fmla="*/ 2327563 w 10460182"/>
                  <a:gd name="connsiteY135-6896" fmla="*/ 6303818 h 10487891"/>
                  <a:gd name="connsiteX136-6897" fmla="*/ 1662545 w 10460182"/>
                  <a:gd name="connsiteY136-6898" fmla="*/ 6276109 h 10487891"/>
                  <a:gd name="connsiteX137-6899" fmla="*/ 1233054 w 10460182"/>
                  <a:gd name="connsiteY137-6900" fmla="*/ 6276109 h 10487891"/>
                  <a:gd name="connsiteX138-6901" fmla="*/ 1136072 w 10460182"/>
                  <a:gd name="connsiteY138-6902" fmla="*/ 6331527 h 10487891"/>
                  <a:gd name="connsiteX139-6903" fmla="*/ 706582 w 10460182"/>
                  <a:gd name="connsiteY139-6904" fmla="*/ 6289964 h 10487891"/>
                  <a:gd name="connsiteX140-6905" fmla="*/ 318654 w 10460182"/>
                  <a:gd name="connsiteY140-6906" fmla="*/ 6317673 h 10487891"/>
                  <a:gd name="connsiteX141-6907" fmla="*/ 96982 w 10460182"/>
                  <a:gd name="connsiteY141-6908" fmla="*/ 6470073 h 10487891"/>
                  <a:gd name="connsiteX142-6909" fmla="*/ 0 w 10460182"/>
                  <a:gd name="connsiteY142-6910" fmla="*/ 6373091 h 10487891"/>
                  <a:gd name="connsiteX143-6911" fmla="*/ 83127 w 10460182"/>
                  <a:gd name="connsiteY143-6912" fmla="*/ 6317673 h 10487891"/>
                  <a:gd name="connsiteX0-6913" fmla="*/ 83127 w 10460182"/>
                  <a:gd name="connsiteY0-6914" fmla="*/ 6317673 h 10487891"/>
                  <a:gd name="connsiteX1-6915" fmla="*/ 96982 w 10460182"/>
                  <a:gd name="connsiteY1-6916" fmla="*/ 5874327 h 10487891"/>
                  <a:gd name="connsiteX2-6917" fmla="*/ 401782 w 10460182"/>
                  <a:gd name="connsiteY2-6918" fmla="*/ 5611091 h 10487891"/>
                  <a:gd name="connsiteX3-6919" fmla="*/ 651163 w 10460182"/>
                  <a:gd name="connsiteY3-6920" fmla="*/ 5749637 h 10487891"/>
                  <a:gd name="connsiteX4-6921" fmla="*/ 858982 w 10460182"/>
                  <a:gd name="connsiteY4-6922" fmla="*/ 5583382 h 10487891"/>
                  <a:gd name="connsiteX5-6923" fmla="*/ 997527 w 10460182"/>
                  <a:gd name="connsiteY5-6924" fmla="*/ 5430982 h 10487891"/>
                  <a:gd name="connsiteX6-6925" fmla="*/ 1080654 w 10460182"/>
                  <a:gd name="connsiteY6-6926" fmla="*/ 5514109 h 10487891"/>
                  <a:gd name="connsiteX7-6927" fmla="*/ 1191491 w 10460182"/>
                  <a:gd name="connsiteY7-6928" fmla="*/ 5791200 h 10487891"/>
                  <a:gd name="connsiteX8-6929" fmla="*/ 1510145 w 10460182"/>
                  <a:gd name="connsiteY8-6930" fmla="*/ 5624946 h 10487891"/>
                  <a:gd name="connsiteX9-6931" fmla="*/ 1731818 w 10460182"/>
                  <a:gd name="connsiteY9-6932" fmla="*/ 5375564 h 10487891"/>
                  <a:gd name="connsiteX10-6933" fmla="*/ 2022763 w 10460182"/>
                  <a:gd name="connsiteY10-6934" fmla="*/ 5140037 h 10487891"/>
                  <a:gd name="connsiteX11-6935" fmla="*/ 2119745 w 10460182"/>
                  <a:gd name="connsiteY11-6936" fmla="*/ 4710546 h 10487891"/>
                  <a:gd name="connsiteX12-6937" fmla="*/ 2133600 w 10460182"/>
                  <a:gd name="connsiteY12-6938" fmla="*/ 4308764 h 10487891"/>
                  <a:gd name="connsiteX13-6939" fmla="*/ 2355272 w 10460182"/>
                  <a:gd name="connsiteY13-6940" fmla="*/ 3934691 h 10487891"/>
                  <a:gd name="connsiteX14-6941" fmla="*/ 2715491 w 10460182"/>
                  <a:gd name="connsiteY14-6942" fmla="*/ 3532909 h 10487891"/>
                  <a:gd name="connsiteX15-6943" fmla="*/ 2978727 w 10460182"/>
                  <a:gd name="connsiteY15-6944" fmla="*/ 3338946 h 10487891"/>
                  <a:gd name="connsiteX16-6945" fmla="*/ 3006436 w 10460182"/>
                  <a:gd name="connsiteY16-6946" fmla="*/ 2895600 h 10487891"/>
                  <a:gd name="connsiteX17-6947" fmla="*/ 3075709 w 10460182"/>
                  <a:gd name="connsiteY17-6948" fmla="*/ 2604655 h 10487891"/>
                  <a:gd name="connsiteX18-6949" fmla="*/ 3075709 w 10460182"/>
                  <a:gd name="connsiteY18-6950" fmla="*/ 2396837 h 10487891"/>
                  <a:gd name="connsiteX19-6951" fmla="*/ 3214254 w 10460182"/>
                  <a:gd name="connsiteY19-6952" fmla="*/ 2064327 h 10487891"/>
                  <a:gd name="connsiteX20-6953" fmla="*/ 3214254 w 10460182"/>
                  <a:gd name="connsiteY20-6954" fmla="*/ 1773382 h 10487891"/>
                  <a:gd name="connsiteX21-6955" fmla="*/ 3532909 w 10460182"/>
                  <a:gd name="connsiteY21-6956" fmla="*/ 1205346 h 10487891"/>
                  <a:gd name="connsiteX22-6957" fmla="*/ 3463636 w 10460182"/>
                  <a:gd name="connsiteY22-6958" fmla="*/ 831273 h 10487891"/>
                  <a:gd name="connsiteX23-6959" fmla="*/ 3491345 w 10460182"/>
                  <a:gd name="connsiteY23-6960" fmla="*/ 623455 h 10487891"/>
                  <a:gd name="connsiteX24-6961" fmla="*/ 3823854 w 10460182"/>
                  <a:gd name="connsiteY24-6962" fmla="*/ 263237 h 10487891"/>
                  <a:gd name="connsiteX25-6963" fmla="*/ 4017818 w 10460182"/>
                  <a:gd name="connsiteY25-6964" fmla="*/ 138546 h 10487891"/>
                  <a:gd name="connsiteX26-6965" fmla="*/ 4433454 w 10460182"/>
                  <a:gd name="connsiteY26-6966" fmla="*/ 374073 h 10487891"/>
                  <a:gd name="connsiteX27-6967" fmla="*/ 4599709 w 10460182"/>
                  <a:gd name="connsiteY27-6968" fmla="*/ 568037 h 10487891"/>
                  <a:gd name="connsiteX28-6969" fmla="*/ 5070763 w 10460182"/>
                  <a:gd name="connsiteY28-6970" fmla="*/ 623455 h 10487891"/>
                  <a:gd name="connsiteX29-6971" fmla="*/ 5417127 w 10460182"/>
                  <a:gd name="connsiteY29-6972" fmla="*/ 637309 h 10487891"/>
                  <a:gd name="connsiteX30-6973" fmla="*/ 5680363 w 10460182"/>
                  <a:gd name="connsiteY30-6974" fmla="*/ 692727 h 10487891"/>
                  <a:gd name="connsiteX31-6975" fmla="*/ 5860472 w 10460182"/>
                  <a:gd name="connsiteY31-6976" fmla="*/ 360218 h 10487891"/>
                  <a:gd name="connsiteX32-6977" fmla="*/ 6123709 w 10460182"/>
                  <a:gd name="connsiteY32-6978" fmla="*/ 401782 h 10487891"/>
                  <a:gd name="connsiteX33-6979" fmla="*/ 6594763 w 10460182"/>
                  <a:gd name="connsiteY33-6980" fmla="*/ 263237 h 10487891"/>
                  <a:gd name="connsiteX34-6981" fmla="*/ 6761018 w 10460182"/>
                  <a:gd name="connsiteY34-6982" fmla="*/ 207818 h 10487891"/>
                  <a:gd name="connsiteX35-6983" fmla="*/ 7038109 w 10460182"/>
                  <a:gd name="connsiteY35-6984" fmla="*/ 277091 h 10487891"/>
                  <a:gd name="connsiteX36-6985" fmla="*/ 7232072 w 10460182"/>
                  <a:gd name="connsiteY36-6986" fmla="*/ 96982 h 10487891"/>
                  <a:gd name="connsiteX37-6987" fmla="*/ 7356763 w 10460182"/>
                  <a:gd name="connsiteY37-6988" fmla="*/ 0 h 10487891"/>
                  <a:gd name="connsiteX38-6989" fmla="*/ 7606145 w 10460182"/>
                  <a:gd name="connsiteY38-6990" fmla="*/ 83127 h 10487891"/>
                  <a:gd name="connsiteX39-6991" fmla="*/ 7910945 w 10460182"/>
                  <a:gd name="connsiteY39-6992" fmla="*/ 207818 h 10487891"/>
                  <a:gd name="connsiteX40-6993" fmla="*/ 8312727 w 10460182"/>
                  <a:gd name="connsiteY40-6994" fmla="*/ 138546 h 10487891"/>
                  <a:gd name="connsiteX41-6995" fmla="*/ 8672945 w 10460182"/>
                  <a:gd name="connsiteY41-6996" fmla="*/ 443346 h 10487891"/>
                  <a:gd name="connsiteX42-6997" fmla="*/ 8908472 w 10460182"/>
                  <a:gd name="connsiteY42-6998" fmla="*/ 623455 h 10487891"/>
                  <a:gd name="connsiteX43-6999" fmla="*/ 9088582 w 10460182"/>
                  <a:gd name="connsiteY43-7000" fmla="*/ 526473 h 10487891"/>
                  <a:gd name="connsiteX44-7001" fmla="*/ 9351818 w 10460182"/>
                  <a:gd name="connsiteY44-7002" fmla="*/ 471055 h 10487891"/>
                  <a:gd name="connsiteX45-7003" fmla="*/ 9518072 w 10460182"/>
                  <a:gd name="connsiteY45-7004" fmla="*/ 498764 h 10487891"/>
                  <a:gd name="connsiteX46-7005" fmla="*/ 9698182 w 10460182"/>
                  <a:gd name="connsiteY46-7006" fmla="*/ 526473 h 10487891"/>
                  <a:gd name="connsiteX47-7007" fmla="*/ 10002982 w 10460182"/>
                  <a:gd name="connsiteY47-7008" fmla="*/ 872837 h 10487891"/>
                  <a:gd name="connsiteX48-7009" fmla="*/ 10238509 w 10460182"/>
                  <a:gd name="connsiteY48-7010" fmla="*/ 1066800 h 10487891"/>
                  <a:gd name="connsiteX49-7011" fmla="*/ 10224654 w 10460182"/>
                  <a:gd name="connsiteY49-7012" fmla="*/ 1330037 h 10487891"/>
                  <a:gd name="connsiteX50-7013" fmla="*/ 10238509 w 10460182"/>
                  <a:gd name="connsiteY50-7014" fmla="*/ 1524000 h 10487891"/>
                  <a:gd name="connsiteX51-7015" fmla="*/ 10280072 w 10460182"/>
                  <a:gd name="connsiteY51-7016" fmla="*/ 1648691 h 10487891"/>
                  <a:gd name="connsiteX52-7017" fmla="*/ 10460182 w 10460182"/>
                  <a:gd name="connsiteY52-7018" fmla="*/ 1884218 h 10487891"/>
                  <a:gd name="connsiteX53-7019" fmla="*/ 10099963 w 10460182"/>
                  <a:gd name="connsiteY53-7020" fmla="*/ 2341418 h 10487891"/>
                  <a:gd name="connsiteX54-7021" fmla="*/ 9781309 w 10460182"/>
                  <a:gd name="connsiteY54-7022" fmla="*/ 2576946 h 10487891"/>
                  <a:gd name="connsiteX55-7023" fmla="*/ 9601200 w 10460182"/>
                  <a:gd name="connsiteY55-7024" fmla="*/ 3505200 h 10487891"/>
                  <a:gd name="connsiteX56-7025" fmla="*/ 9601200 w 10460182"/>
                  <a:gd name="connsiteY56-7026" fmla="*/ 3796146 h 10487891"/>
                  <a:gd name="connsiteX57-7027" fmla="*/ 9365672 w 10460182"/>
                  <a:gd name="connsiteY57-7028" fmla="*/ 3990109 h 10487891"/>
                  <a:gd name="connsiteX58-7029" fmla="*/ 9310254 w 10460182"/>
                  <a:gd name="connsiteY58-7030" fmla="*/ 4156364 h 10487891"/>
                  <a:gd name="connsiteX59-7031" fmla="*/ 9199418 w 10460182"/>
                  <a:gd name="connsiteY59-7032" fmla="*/ 4364182 h 10487891"/>
                  <a:gd name="connsiteX60-7033" fmla="*/ 9268691 w 10460182"/>
                  <a:gd name="connsiteY60-7034" fmla="*/ 4530437 h 10487891"/>
                  <a:gd name="connsiteX61-7035" fmla="*/ 9337963 w 10460182"/>
                  <a:gd name="connsiteY61-7036" fmla="*/ 4738255 h 10487891"/>
                  <a:gd name="connsiteX62-7037" fmla="*/ 9421091 w 10460182"/>
                  <a:gd name="connsiteY62-7038" fmla="*/ 4987637 h 10487891"/>
                  <a:gd name="connsiteX63-7039" fmla="*/ 9434945 w 10460182"/>
                  <a:gd name="connsiteY63-7040" fmla="*/ 5292437 h 10487891"/>
                  <a:gd name="connsiteX64-7041" fmla="*/ 9462654 w 10460182"/>
                  <a:gd name="connsiteY64-7042" fmla="*/ 5694218 h 10487891"/>
                  <a:gd name="connsiteX65-7043" fmla="*/ 9587345 w 10460182"/>
                  <a:gd name="connsiteY65-7044" fmla="*/ 6054437 h 10487891"/>
                  <a:gd name="connsiteX66-7045" fmla="*/ 9545782 w 10460182"/>
                  <a:gd name="connsiteY66-7046" fmla="*/ 6456218 h 10487891"/>
                  <a:gd name="connsiteX67-7047" fmla="*/ 9933709 w 10460182"/>
                  <a:gd name="connsiteY67-7048" fmla="*/ 6941127 h 10487891"/>
                  <a:gd name="connsiteX68-7049" fmla="*/ 10113818 w 10460182"/>
                  <a:gd name="connsiteY68-7050" fmla="*/ 7287491 h 10487891"/>
                  <a:gd name="connsiteX69-7051" fmla="*/ 10252363 w 10460182"/>
                  <a:gd name="connsiteY69-7052" fmla="*/ 7620000 h 10487891"/>
                  <a:gd name="connsiteX70-7053" fmla="*/ 9670472 w 10460182"/>
                  <a:gd name="connsiteY70-7054" fmla="*/ 7620000 h 10487891"/>
                  <a:gd name="connsiteX71-7055" fmla="*/ 9337963 w 10460182"/>
                  <a:gd name="connsiteY71-7056" fmla="*/ 7730837 h 10487891"/>
                  <a:gd name="connsiteX72-7057" fmla="*/ 9102436 w 10460182"/>
                  <a:gd name="connsiteY72-7058" fmla="*/ 7869382 h 10487891"/>
                  <a:gd name="connsiteX73-7059" fmla="*/ 9019309 w 10460182"/>
                  <a:gd name="connsiteY73-7060" fmla="*/ 8077200 h 10487891"/>
                  <a:gd name="connsiteX74-7061" fmla="*/ 8936182 w 10460182"/>
                  <a:gd name="connsiteY74-7062" fmla="*/ 8174182 h 10487891"/>
                  <a:gd name="connsiteX75-7063" fmla="*/ 8991600 w 10460182"/>
                  <a:gd name="connsiteY75-7064" fmla="*/ 8603673 h 10487891"/>
                  <a:gd name="connsiteX76-7065" fmla="*/ 8963891 w 10460182"/>
                  <a:gd name="connsiteY76-7066" fmla="*/ 8811491 h 10487891"/>
                  <a:gd name="connsiteX77-7067" fmla="*/ 8991600 w 10460182"/>
                  <a:gd name="connsiteY77-7068" fmla="*/ 9047018 h 10487891"/>
                  <a:gd name="connsiteX78-7069" fmla="*/ 8894618 w 10460182"/>
                  <a:gd name="connsiteY78-7070" fmla="*/ 9351818 h 10487891"/>
                  <a:gd name="connsiteX79-7071" fmla="*/ 8922327 w 10460182"/>
                  <a:gd name="connsiteY79-7072" fmla="*/ 9615055 h 10487891"/>
                  <a:gd name="connsiteX80-7073" fmla="*/ 9144000 w 10460182"/>
                  <a:gd name="connsiteY80-7074" fmla="*/ 9781309 h 10487891"/>
                  <a:gd name="connsiteX81-7075" fmla="*/ 9337963 w 10460182"/>
                  <a:gd name="connsiteY81-7076" fmla="*/ 9947564 h 10487891"/>
                  <a:gd name="connsiteX82-7077" fmla="*/ 9504218 w 10460182"/>
                  <a:gd name="connsiteY82-7078" fmla="*/ 9850582 h 10487891"/>
                  <a:gd name="connsiteX83-7079" fmla="*/ 9615054 w 10460182"/>
                  <a:gd name="connsiteY83-7080" fmla="*/ 9767455 h 10487891"/>
                  <a:gd name="connsiteX84-7081" fmla="*/ 9698182 w 10460182"/>
                  <a:gd name="connsiteY84-7082" fmla="*/ 9795164 h 10487891"/>
                  <a:gd name="connsiteX85-7083" fmla="*/ 9684327 w 10460182"/>
                  <a:gd name="connsiteY85-7084" fmla="*/ 10335491 h 10487891"/>
                  <a:gd name="connsiteX86-7085" fmla="*/ 9490363 w 10460182"/>
                  <a:gd name="connsiteY86-7086" fmla="*/ 10487891 h 10487891"/>
                  <a:gd name="connsiteX87-7087" fmla="*/ 9310254 w 10460182"/>
                  <a:gd name="connsiteY87-7088" fmla="*/ 10474037 h 10487891"/>
                  <a:gd name="connsiteX88-7089" fmla="*/ 9227127 w 10460182"/>
                  <a:gd name="connsiteY88-7090" fmla="*/ 10321637 h 10487891"/>
                  <a:gd name="connsiteX89-7091" fmla="*/ 9033163 w 10460182"/>
                  <a:gd name="connsiteY89-7092" fmla="*/ 10072255 h 10487891"/>
                  <a:gd name="connsiteX90-7093" fmla="*/ 8825345 w 10460182"/>
                  <a:gd name="connsiteY90-7094" fmla="*/ 9892146 h 10487891"/>
                  <a:gd name="connsiteX91-7095" fmla="*/ 8534400 w 10460182"/>
                  <a:gd name="connsiteY91-7096" fmla="*/ 9781309 h 10487891"/>
                  <a:gd name="connsiteX92-7097" fmla="*/ 8423563 w 10460182"/>
                  <a:gd name="connsiteY92-7098" fmla="*/ 9725891 h 10487891"/>
                  <a:gd name="connsiteX93-7099" fmla="*/ 8285018 w 10460182"/>
                  <a:gd name="connsiteY93-7100" fmla="*/ 9559637 h 10487891"/>
                  <a:gd name="connsiteX94-7101" fmla="*/ 8257309 w 10460182"/>
                  <a:gd name="connsiteY94-7102" fmla="*/ 9421091 h 10487891"/>
                  <a:gd name="connsiteX95-7103" fmla="*/ 8146472 w 10460182"/>
                  <a:gd name="connsiteY95-7104" fmla="*/ 9434946 h 10487891"/>
                  <a:gd name="connsiteX96-7105" fmla="*/ 8091054 w 10460182"/>
                  <a:gd name="connsiteY96-7106" fmla="*/ 9656618 h 10487891"/>
                  <a:gd name="connsiteX97-7107" fmla="*/ 7744691 w 10460182"/>
                  <a:gd name="connsiteY97-7108" fmla="*/ 9559637 h 10487891"/>
                  <a:gd name="connsiteX98-7109" fmla="*/ 7536872 w 10460182"/>
                  <a:gd name="connsiteY98-7110" fmla="*/ 9573491 h 10487891"/>
                  <a:gd name="connsiteX99-7111" fmla="*/ 7466043 w 10460182"/>
                  <a:gd name="connsiteY99-7112" fmla="*/ 9550452 h 10487891"/>
                  <a:gd name="connsiteX100-7113" fmla="*/ 7439891 w 10460182"/>
                  <a:gd name="connsiteY100-7114" fmla="*/ 9240982 h 10487891"/>
                  <a:gd name="connsiteX101-7115" fmla="*/ 7397859 w 10460182"/>
                  <a:gd name="connsiteY101-7116" fmla="*/ 9434946 h 10487891"/>
                  <a:gd name="connsiteX102-7117" fmla="*/ 7287491 w 10460182"/>
                  <a:gd name="connsiteY102-7118" fmla="*/ 9528969 h 10487891"/>
                  <a:gd name="connsiteX103-7119" fmla="*/ 7232072 w 10460182"/>
                  <a:gd name="connsiteY103-7120" fmla="*/ 9185564 h 10487891"/>
                  <a:gd name="connsiteX104-7121" fmla="*/ 6954982 w 10460182"/>
                  <a:gd name="connsiteY104-7122" fmla="*/ 9268691 h 10487891"/>
                  <a:gd name="connsiteX105-7123" fmla="*/ 6710737 w 10460182"/>
                  <a:gd name="connsiteY105-7124" fmla="*/ 9341078 h 10487891"/>
                  <a:gd name="connsiteX106-7125" fmla="*/ 6674777 w 10460182"/>
                  <a:gd name="connsiteY106-7126" fmla="*/ 9141977 h 10487891"/>
                  <a:gd name="connsiteX107-7127" fmla="*/ 6511636 w 10460182"/>
                  <a:gd name="connsiteY107-7128" fmla="*/ 9033164 h 10487891"/>
                  <a:gd name="connsiteX108-7129" fmla="*/ 6428509 w 10460182"/>
                  <a:gd name="connsiteY108-7130" fmla="*/ 9033164 h 10487891"/>
                  <a:gd name="connsiteX109-7131" fmla="*/ 6325922 w 10460182"/>
                  <a:gd name="connsiteY109-7132" fmla="*/ 9136372 h 10487891"/>
                  <a:gd name="connsiteX110-7133" fmla="*/ 6167763 w 10460182"/>
                  <a:gd name="connsiteY110-7134" fmla="*/ 9057292 h 10487891"/>
                  <a:gd name="connsiteX111-7135" fmla="*/ 6002132 w 10460182"/>
                  <a:gd name="connsiteY111-7136" fmla="*/ 9172799 h 10487891"/>
                  <a:gd name="connsiteX112-7137" fmla="*/ 5749636 w 10460182"/>
                  <a:gd name="connsiteY112-7138" fmla="*/ 9130146 h 10487891"/>
                  <a:gd name="connsiteX113-7139" fmla="*/ 5674760 w 10460182"/>
                  <a:gd name="connsiteY113-7140" fmla="*/ 9160969 h 10487891"/>
                  <a:gd name="connsiteX114-7141" fmla="*/ 5507415 w 10460182"/>
                  <a:gd name="connsiteY114-7142" fmla="*/ 9207202 h 10487891"/>
                  <a:gd name="connsiteX115-7143" fmla="*/ 5505859 w 10460182"/>
                  <a:gd name="connsiteY115-7144" fmla="*/ 8950037 h 10487891"/>
                  <a:gd name="connsiteX116-7145" fmla="*/ 5505857 w 10460182"/>
                  <a:gd name="connsiteY116-7146" fmla="*/ 8714042 h 10487891"/>
                  <a:gd name="connsiteX117-7147" fmla="*/ 5336024 w 10460182"/>
                  <a:gd name="connsiteY117-7148" fmla="*/ 8412357 h 10487891"/>
                  <a:gd name="connsiteX118-7149" fmla="*/ 5230324 w 10460182"/>
                  <a:gd name="connsiteY118-7150" fmla="*/ 8161885 h 10487891"/>
                  <a:gd name="connsiteX119-7151" fmla="*/ 5317031 w 10460182"/>
                  <a:gd name="connsiteY119-7152" fmla="*/ 7689273 h 10487891"/>
                  <a:gd name="connsiteX120-7153" fmla="*/ 5201059 w 10460182"/>
                  <a:gd name="connsiteY120-7154" fmla="*/ 7399417 h 10487891"/>
                  <a:gd name="connsiteX121-7155" fmla="*/ 5250872 w 10460182"/>
                  <a:gd name="connsiteY121-7156" fmla="*/ 7148946 h 10487891"/>
                  <a:gd name="connsiteX122-7157" fmla="*/ 5245735 w 10460182"/>
                  <a:gd name="connsiteY122-7158" fmla="*/ 7097730 h 10487891"/>
                  <a:gd name="connsiteX123-7159" fmla="*/ 4577603 w 10460182"/>
                  <a:gd name="connsiteY123-7160" fmla="*/ 7093061 h 10487891"/>
                  <a:gd name="connsiteX124-7161" fmla="*/ 4528412 w 10460182"/>
                  <a:gd name="connsiteY124-7162" fmla="*/ 6919645 h 10487891"/>
                  <a:gd name="connsiteX125-7163" fmla="*/ 4038834 w 10460182"/>
                  <a:gd name="connsiteY125-7164" fmla="*/ 6895517 h 10487891"/>
                  <a:gd name="connsiteX126-7165" fmla="*/ 3976254 w 10460182"/>
                  <a:gd name="connsiteY126-7166" fmla="*/ 7148946 h 10487891"/>
                  <a:gd name="connsiteX127-7167" fmla="*/ 3932667 w 10460182"/>
                  <a:gd name="connsiteY127-7168" fmla="*/ 7360344 h 10487891"/>
                  <a:gd name="connsiteX128-7169" fmla="*/ 3910095 w 10460182"/>
                  <a:gd name="connsiteY128-7170" fmla="*/ 7482545 h 10487891"/>
                  <a:gd name="connsiteX129-7171" fmla="*/ 3559528 w 10460182"/>
                  <a:gd name="connsiteY129-7172" fmla="*/ 7476941 h 10487891"/>
                  <a:gd name="connsiteX130-7173" fmla="*/ 3311236 w 10460182"/>
                  <a:gd name="connsiteY130-7174" fmla="*/ 7481455 h 10487891"/>
                  <a:gd name="connsiteX131-7175" fmla="*/ 2895600 w 10460182"/>
                  <a:gd name="connsiteY131-7176" fmla="*/ 7467600 h 10487891"/>
                  <a:gd name="connsiteX132-7177" fmla="*/ 2784763 w 10460182"/>
                  <a:gd name="connsiteY132-7178" fmla="*/ 7218218 h 10487891"/>
                  <a:gd name="connsiteX133-7179" fmla="*/ 2604654 w 10460182"/>
                  <a:gd name="connsiteY133-7180" fmla="*/ 6941127 h 10487891"/>
                  <a:gd name="connsiteX134-7181" fmla="*/ 2410691 w 10460182"/>
                  <a:gd name="connsiteY134-7182" fmla="*/ 6442364 h 10487891"/>
                  <a:gd name="connsiteX135-7183" fmla="*/ 2327563 w 10460182"/>
                  <a:gd name="connsiteY135-7184" fmla="*/ 6303818 h 10487891"/>
                  <a:gd name="connsiteX136-7185" fmla="*/ 1662545 w 10460182"/>
                  <a:gd name="connsiteY136-7186" fmla="*/ 6276109 h 10487891"/>
                  <a:gd name="connsiteX137-7187" fmla="*/ 1233054 w 10460182"/>
                  <a:gd name="connsiteY137-7188" fmla="*/ 6276109 h 10487891"/>
                  <a:gd name="connsiteX138-7189" fmla="*/ 1136072 w 10460182"/>
                  <a:gd name="connsiteY138-7190" fmla="*/ 6331527 h 10487891"/>
                  <a:gd name="connsiteX139-7191" fmla="*/ 706582 w 10460182"/>
                  <a:gd name="connsiteY139-7192" fmla="*/ 6289964 h 10487891"/>
                  <a:gd name="connsiteX140-7193" fmla="*/ 318654 w 10460182"/>
                  <a:gd name="connsiteY140-7194" fmla="*/ 6317673 h 10487891"/>
                  <a:gd name="connsiteX141-7195" fmla="*/ 96982 w 10460182"/>
                  <a:gd name="connsiteY141-7196" fmla="*/ 6470073 h 10487891"/>
                  <a:gd name="connsiteX142-7197" fmla="*/ 0 w 10460182"/>
                  <a:gd name="connsiteY142-7198" fmla="*/ 6373091 h 10487891"/>
                  <a:gd name="connsiteX143-7199" fmla="*/ 83127 w 10460182"/>
                  <a:gd name="connsiteY143-7200" fmla="*/ 6317673 h 10487891"/>
                  <a:gd name="connsiteX0-7201" fmla="*/ 83127 w 10460182"/>
                  <a:gd name="connsiteY0-7202" fmla="*/ 6317673 h 10487891"/>
                  <a:gd name="connsiteX1-7203" fmla="*/ 96982 w 10460182"/>
                  <a:gd name="connsiteY1-7204" fmla="*/ 5874327 h 10487891"/>
                  <a:gd name="connsiteX2-7205" fmla="*/ 401782 w 10460182"/>
                  <a:gd name="connsiteY2-7206" fmla="*/ 5611091 h 10487891"/>
                  <a:gd name="connsiteX3-7207" fmla="*/ 651163 w 10460182"/>
                  <a:gd name="connsiteY3-7208" fmla="*/ 5749637 h 10487891"/>
                  <a:gd name="connsiteX4-7209" fmla="*/ 858982 w 10460182"/>
                  <a:gd name="connsiteY4-7210" fmla="*/ 5583382 h 10487891"/>
                  <a:gd name="connsiteX5-7211" fmla="*/ 997527 w 10460182"/>
                  <a:gd name="connsiteY5-7212" fmla="*/ 5430982 h 10487891"/>
                  <a:gd name="connsiteX6-7213" fmla="*/ 1080654 w 10460182"/>
                  <a:gd name="connsiteY6-7214" fmla="*/ 5514109 h 10487891"/>
                  <a:gd name="connsiteX7-7215" fmla="*/ 1191491 w 10460182"/>
                  <a:gd name="connsiteY7-7216" fmla="*/ 5791200 h 10487891"/>
                  <a:gd name="connsiteX8-7217" fmla="*/ 1510145 w 10460182"/>
                  <a:gd name="connsiteY8-7218" fmla="*/ 5624946 h 10487891"/>
                  <a:gd name="connsiteX9-7219" fmla="*/ 1731818 w 10460182"/>
                  <a:gd name="connsiteY9-7220" fmla="*/ 5375564 h 10487891"/>
                  <a:gd name="connsiteX10-7221" fmla="*/ 2022763 w 10460182"/>
                  <a:gd name="connsiteY10-7222" fmla="*/ 5140037 h 10487891"/>
                  <a:gd name="connsiteX11-7223" fmla="*/ 2119745 w 10460182"/>
                  <a:gd name="connsiteY11-7224" fmla="*/ 4710546 h 10487891"/>
                  <a:gd name="connsiteX12-7225" fmla="*/ 2133600 w 10460182"/>
                  <a:gd name="connsiteY12-7226" fmla="*/ 4308764 h 10487891"/>
                  <a:gd name="connsiteX13-7227" fmla="*/ 2355272 w 10460182"/>
                  <a:gd name="connsiteY13-7228" fmla="*/ 3934691 h 10487891"/>
                  <a:gd name="connsiteX14-7229" fmla="*/ 2715491 w 10460182"/>
                  <a:gd name="connsiteY14-7230" fmla="*/ 3532909 h 10487891"/>
                  <a:gd name="connsiteX15-7231" fmla="*/ 2978727 w 10460182"/>
                  <a:gd name="connsiteY15-7232" fmla="*/ 3338946 h 10487891"/>
                  <a:gd name="connsiteX16-7233" fmla="*/ 3006436 w 10460182"/>
                  <a:gd name="connsiteY16-7234" fmla="*/ 2895600 h 10487891"/>
                  <a:gd name="connsiteX17-7235" fmla="*/ 3075709 w 10460182"/>
                  <a:gd name="connsiteY17-7236" fmla="*/ 2604655 h 10487891"/>
                  <a:gd name="connsiteX18-7237" fmla="*/ 3075709 w 10460182"/>
                  <a:gd name="connsiteY18-7238" fmla="*/ 2396837 h 10487891"/>
                  <a:gd name="connsiteX19-7239" fmla="*/ 3214254 w 10460182"/>
                  <a:gd name="connsiteY19-7240" fmla="*/ 2064327 h 10487891"/>
                  <a:gd name="connsiteX20-7241" fmla="*/ 3214254 w 10460182"/>
                  <a:gd name="connsiteY20-7242" fmla="*/ 1773382 h 10487891"/>
                  <a:gd name="connsiteX21-7243" fmla="*/ 3532909 w 10460182"/>
                  <a:gd name="connsiteY21-7244" fmla="*/ 1205346 h 10487891"/>
                  <a:gd name="connsiteX22-7245" fmla="*/ 3463636 w 10460182"/>
                  <a:gd name="connsiteY22-7246" fmla="*/ 831273 h 10487891"/>
                  <a:gd name="connsiteX23-7247" fmla="*/ 3491345 w 10460182"/>
                  <a:gd name="connsiteY23-7248" fmla="*/ 623455 h 10487891"/>
                  <a:gd name="connsiteX24-7249" fmla="*/ 3823854 w 10460182"/>
                  <a:gd name="connsiteY24-7250" fmla="*/ 263237 h 10487891"/>
                  <a:gd name="connsiteX25-7251" fmla="*/ 4017818 w 10460182"/>
                  <a:gd name="connsiteY25-7252" fmla="*/ 138546 h 10487891"/>
                  <a:gd name="connsiteX26-7253" fmla="*/ 4433454 w 10460182"/>
                  <a:gd name="connsiteY26-7254" fmla="*/ 374073 h 10487891"/>
                  <a:gd name="connsiteX27-7255" fmla="*/ 4599709 w 10460182"/>
                  <a:gd name="connsiteY27-7256" fmla="*/ 568037 h 10487891"/>
                  <a:gd name="connsiteX28-7257" fmla="*/ 5070763 w 10460182"/>
                  <a:gd name="connsiteY28-7258" fmla="*/ 623455 h 10487891"/>
                  <a:gd name="connsiteX29-7259" fmla="*/ 5417127 w 10460182"/>
                  <a:gd name="connsiteY29-7260" fmla="*/ 637309 h 10487891"/>
                  <a:gd name="connsiteX30-7261" fmla="*/ 5680363 w 10460182"/>
                  <a:gd name="connsiteY30-7262" fmla="*/ 692727 h 10487891"/>
                  <a:gd name="connsiteX31-7263" fmla="*/ 5860472 w 10460182"/>
                  <a:gd name="connsiteY31-7264" fmla="*/ 360218 h 10487891"/>
                  <a:gd name="connsiteX32-7265" fmla="*/ 6123709 w 10460182"/>
                  <a:gd name="connsiteY32-7266" fmla="*/ 401782 h 10487891"/>
                  <a:gd name="connsiteX33-7267" fmla="*/ 6594763 w 10460182"/>
                  <a:gd name="connsiteY33-7268" fmla="*/ 263237 h 10487891"/>
                  <a:gd name="connsiteX34-7269" fmla="*/ 6761018 w 10460182"/>
                  <a:gd name="connsiteY34-7270" fmla="*/ 207818 h 10487891"/>
                  <a:gd name="connsiteX35-7271" fmla="*/ 7038109 w 10460182"/>
                  <a:gd name="connsiteY35-7272" fmla="*/ 277091 h 10487891"/>
                  <a:gd name="connsiteX36-7273" fmla="*/ 7232072 w 10460182"/>
                  <a:gd name="connsiteY36-7274" fmla="*/ 96982 h 10487891"/>
                  <a:gd name="connsiteX37-7275" fmla="*/ 7356763 w 10460182"/>
                  <a:gd name="connsiteY37-7276" fmla="*/ 0 h 10487891"/>
                  <a:gd name="connsiteX38-7277" fmla="*/ 7606145 w 10460182"/>
                  <a:gd name="connsiteY38-7278" fmla="*/ 83127 h 10487891"/>
                  <a:gd name="connsiteX39-7279" fmla="*/ 7910945 w 10460182"/>
                  <a:gd name="connsiteY39-7280" fmla="*/ 207818 h 10487891"/>
                  <a:gd name="connsiteX40-7281" fmla="*/ 8312727 w 10460182"/>
                  <a:gd name="connsiteY40-7282" fmla="*/ 138546 h 10487891"/>
                  <a:gd name="connsiteX41-7283" fmla="*/ 8672945 w 10460182"/>
                  <a:gd name="connsiteY41-7284" fmla="*/ 443346 h 10487891"/>
                  <a:gd name="connsiteX42-7285" fmla="*/ 8908472 w 10460182"/>
                  <a:gd name="connsiteY42-7286" fmla="*/ 623455 h 10487891"/>
                  <a:gd name="connsiteX43-7287" fmla="*/ 9088582 w 10460182"/>
                  <a:gd name="connsiteY43-7288" fmla="*/ 526473 h 10487891"/>
                  <a:gd name="connsiteX44-7289" fmla="*/ 9351818 w 10460182"/>
                  <a:gd name="connsiteY44-7290" fmla="*/ 471055 h 10487891"/>
                  <a:gd name="connsiteX45-7291" fmla="*/ 9518072 w 10460182"/>
                  <a:gd name="connsiteY45-7292" fmla="*/ 498764 h 10487891"/>
                  <a:gd name="connsiteX46-7293" fmla="*/ 9698182 w 10460182"/>
                  <a:gd name="connsiteY46-7294" fmla="*/ 526473 h 10487891"/>
                  <a:gd name="connsiteX47-7295" fmla="*/ 10002982 w 10460182"/>
                  <a:gd name="connsiteY47-7296" fmla="*/ 872837 h 10487891"/>
                  <a:gd name="connsiteX48-7297" fmla="*/ 10238509 w 10460182"/>
                  <a:gd name="connsiteY48-7298" fmla="*/ 1066800 h 10487891"/>
                  <a:gd name="connsiteX49-7299" fmla="*/ 10224654 w 10460182"/>
                  <a:gd name="connsiteY49-7300" fmla="*/ 1330037 h 10487891"/>
                  <a:gd name="connsiteX50-7301" fmla="*/ 10238509 w 10460182"/>
                  <a:gd name="connsiteY50-7302" fmla="*/ 1524000 h 10487891"/>
                  <a:gd name="connsiteX51-7303" fmla="*/ 10280072 w 10460182"/>
                  <a:gd name="connsiteY51-7304" fmla="*/ 1648691 h 10487891"/>
                  <a:gd name="connsiteX52-7305" fmla="*/ 10460182 w 10460182"/>
                  <a:gd name="connsiteY52-7306" fmla="*/ 1884218 h 10487891"/>
                  <a:gd name="connsiteX53-7307" fmla="*/ 10099963 w 10460182"/>
                  <a:gd name="connsiteY53-7308" fmla="*/ 2341418 h 10487891"/>
                  <a:gd name="connsiteX54-7309" fmla="*/ 9781309 w 10460182"/>
                  <a:gd name="connsiteY54-7310" fmla="*/ 2576946 h 10487891"/>
                  <a:gd name="connsiteX55-7311" fmla="*/ 9601200 w 10460182"/>
                  <a:gd name="connsiteY55-7312" fmla="*/ 3505200 h 10487891"/>
                  <a:gd name="connsiteX56-7313" fmla="*/ 9601200 w 10460182"/>
                  <a:gd name="connsiteY56-7314" fmla="*/ 3796146 h 10487891"/>
                  <a:gd name="connsiteX57-7315" fmla="*/ 9365672 w 10460182"/>
                  <a:gd name="connsiteY57-7316" fmla="*/ 3990109 h 10487891"/>
                  <a:gd name="connsiteX58-7317" fmla="*/ 9310254 w 10460182"/>
                  <a:gd name="connsiteY58-7318" fmla="*/ 4156364 h 10487891"/>
                  <a:gd name="connsiteX59-7319" fmla="*/ 9199418 w 10460182"/>
                  <a:gd name="connsiteY59-7320" fmla="*/ 4364182 h 10487891"/>
                  <a:gd name="connsiteX60-7321" fmla="*/ 9268691 w 10460182"/>
                  <a:gd name="connsiteY60-7322" fmla="*/ 4530437 h 10487891"/>
                  <a:gd name="connsiteX61-7323" fmla="*/ 9337963 w 10460182"/>
                  <a:gd name="connsiteY61-7324" fmla="*/ 4738255 h 10487891"/>
                  <a:gd name="connsiteX62-7325" fmla="*/ 9421091 w 10460182"/>
                  <a:gd name="connsiteY62-7326" fmla="*/ 4987637 h 10487891"/>
                  <a:gd name="connsiteX63-7327" fmla="*/ 9434945 w 10460182"/>
                  <a:gd name="connsiteY63-7328" fmla="*/ 5292437 h 10487891"/>
                  <a:gd name="connsiteX64-7329" fmla="*/ 9462654 w 10460182"/>
                  <a:gd name="connsiteY64-7330" fmla="*/ 5694218 h 10487891"/>
                  <a:gd name="connsiteX65-7331" fmla="*/ 9587345 w 10460182"/>
                  <a:gd name="connsiteY65-7332" fmla="*/ 6054437 h 10487891"/>
                  <a:gd name="connsiteX66-7333" fmla="*/ 9545782 w 10460182"/>
                  <a:gd name="connsiteY66-7334" fmla="*/ 6456218 h 10487891"/>
                  <a:gd name="connsiteX67-7335" fmla="*/ 9933709 w 10460182"/>
                  <a:gd name="connsiteY67-7336" fmla="*/ 6941127 h 10487891"/>
                  <a:gd name="connsiteX68-7337" fmla="*/ 10113818 w 10460182"/>
                  <a:gd name="connsiteY68-7338" fmla="*/ 7287491 h 10487891"/>
                  <a:gd name="connsiteX69-7339" fmla="*/ 10252363 w 10460182"/>
                  <a:gd name="connsiteY69-7340" fmla="*/ 7620000 h 10487891"/>
                  <a:gd name="connsiteX70-7341" fmla="*/ 9670472 w 10460182"/>
                  <a:gd name="connsiteY70-7342" fmla="*/ 7620000 h 10487891"/>
                  <a:gd name="connsiteX71-7343" fmla="*/ 9337963 w 10460182"/>
                  <a:gd name="connsiteY71-7344" fmla="*/ 7730837 h 10487891"/>
                  <a:gd name="connsiteX72-7345" fmla="*/ 9102436 w 10460182"/>
                  <a:gd name="connsiteY72-7346" fmla="*/ 7869382 h 10487891"/>
                  <a:gd name="connsiteX73-7347" fmla="*/ 9019309 w 10460182"/>
                  <a:gd name="connsiteY73-7348" fmla="*/ 8077200 h 10487891"/>
                  <a:gd name="connsiteX74-7349" fmla="*/ 8936182 w 10460182"/>
                  <a:gd name="connsiteY74-7350" fmla="*/ 8174182 h 10487891"/>
                  <a:gd name="connsiteX75-7351" fmla="*/ 8991600 w 10460182"/>
                  <a:gd name="connsiteY75-7352" fmla="*/ 8603673 h 10487891"/>
                  <a:gd name="connsiteX76-7353" fmla="*/ 8963891 w 10460182"/>
                  <a:gd name="connsiteY76-7354" fmla="*/ 8811491 h 10487891"/>
                  <a:gd name="connsiteX77-7355" fmla="*/ 8991600 w 10460182"/>
                  <a:gd name="connsiteY77-7356" fmla="*/ 9047018 h 10487891"/>
                  <a:gd name="connsiteX78-7357" fmla="*/ 8894618 w 10460182"/>
                  <a:gd name="connsiteY78-7358" fmla="*/ 9351818 h 10487891"/>
                  <a:gd name="connsiteX79-7359" fmla="*/ 8922327 w 10460182"/>
                  <a:gd name="connsiteY79-7360" fmla="*/ 9615055 h 10487891"/>
                  <a:gd name="connsiteX80-7361" fmla="*/ 9144000 w 10460182"/>
                  <a:gd name="connsiteY80-7362" fmla="*/ 9781309 h 10487891"/>
                  <a:gd name="connsiteX81-7363" fmla="*/ 9337963 w 10460182"/>
                  <a:gd name="connsiteY81-7364" fmla="*/ 9947564 h 10487891"/>
                  <a:gd name="connsiteX82-7365" fmla="*/ 9504218 w 10460182"/>
                  <a:gd name="connsiteY82-7366" fmla="*/ 9850582 h 10487891"/>
                  <a:gd name="connsiteX83-7367" fmla="*/ 9615054 w 10460182"/>
                  <a:gd name="connsiteY83-7368" fmla="*/ 9767455 h 10487891"/>
                  <a:gd name="connsiteX84-7369" fmla="*/ 9698182 w 10460182"/>
                  <a:gd name="connsiteY84-7370" fmla="*/ 9795164 h 10487891"/>
                  <a:gd name="connsiteX85-7371" fmla="*/ 9684327 w 10460182"/>
                  <a:gd name="connsiteY85-7372" fmla="*/ 10335491 h 10487891"/>
                  <a:gd name="connsiteX86-7373" fmla="*/ 9490363 w 10460182"/>
                  <a:gd name="connsiteY86-7374" fmla="*/ 10487891 h 10487891"/>
                  <a:gd name="connsiteX87-7375" fmla="*/ 9310254 w 10460182"/>
                  <a:gd name="connsiteY87-7376" fmla="*/ 10474037 h 10487891"/>
                  <a:gd name="connsiteX88-7377" fmla="*/ 9227127 w 10460182"/>
                  <a:gd name="connsiteY88-7378" fmla="*/ 10321637 h 10487891"/>
                  <a:gd name="connsiteX89-7379" fmla="*/ 9033163 w 10460182"/>
                  <a:gd name="connsiteY89-7380" fmla="*/ 10072255 h 10487891"/>
                  <a:gd name="connsiteX90-7381" fmla="*/ 8825345 w 10460182"/>
                  <a:gd name="connsiteY90-7382" fmla="*/ 9892146 h 10487891"/>
                  <a:gd name="connsiteX91-7383" fmla="*/ 8534400 w 10460182"/>
                  <a:gd name="connsiteY91-7384" fmla="*/ 9781309 h 10487891"/>
                  <a:gd name="connsiteX92-7385" fmla="*/ 8423563 w 10460182"/>
                  <a:gd name="connsiteY92-7386" fmla="*/ 9725891 h 10487891"/>
                  <a:gd name="connsiteX93-7387" fmla="*/ 8285018 w 10460182"/>
                  <a:gd name="connsiteY93-7388" fmla="*/ 9559637 h 10487891"/>
                  <a:gd name="connsiteX94-7389" fmla="*/ 8257309 w 10460182"/>
                  <a:gd name="connsiteY94-7390" fmla="*/ 9421091 h 10487891"/>
                  <a:gd name="connsiteX95-7391" fmla="*/ 8146472 w 10460182"/>
                  <a:gd name="connsiteY95-7392" fmla="*/ 9434946 h 10487891"/>
                  <a:gd name="connsiteX96-7393" fmla="*/ 8091054 w 10460182"/>
                  <a:gd name="connsiteY96-7394" fmla="*/ 9656618 h 10487891"/>
                  <a:gd name="connsiteX97-7395" fmla="*/ 7744691 w 10460182"/>
                  <a:gd name="connsiteY97-7396" fmla="*/ 9559637 h 10487891"/>
                  <a:gd name="connsiteX98-7397" fmla="*/ 7567694 w 10460182"/>
                  <a:gd name="connsiteY98-7398" fmla="*/ 9599177 h 10487891"/>
                  <a:gd name="connsiteX99-7399" fmla="*/ 7466043 w 10460182"/>
                  <a:gd name="connsiteY99-7400" fmla="*/ 9550452 h 10487891"/>
                  <a:gd name="connsiteX100-7401" fmla="*/ 7439891 w 10460182"/>
                  <a:gd name="connsiteY100-7402" fmla="*/ 9240982 h 10487891"/>
                  <a:gd name="connsiteX101-7403" fmla="*/ 7397859 w 10460182"/>
                  <a:gd name="connsiteY101-7404" fmla="*/ 9434946 h 10487891"/>
                  <a:gd name="connsiteX102-7405" fmla="*/ 7287491 w 10460182"/>
                  <a:gd name="connsiteY102-7406" fmla="*/ 9528969 h 10487891"/>
                  <a:gd name="connsiteX103-7407" fmla="*/ 7232072 w 10460182"/>
                  <a:gd name="connsiteY103-7408" fmla="*/ 9185564 h 10487891"/>
                  <a:gd name="connsiteX104-7409" fmla="*/ 6954982 w 10460182"/>
                  <a:gd name="connsiteY104-7410" fmla="*/ 9268691 h 10487891"/>
                  <a:gd name="connsiteX105-7411" fmla="*/ 6710737 w 10460182"/>
                  <a:gd name="connsiteY105-7412" fmla="*/ 9341078 h 10487891"/>
                  <a:gd name="connsiteX106-7413" fmla="*/ 6674777 w 10460182"/>
                  <a:gd name="connsiteY106-7414" fmla="*/ 9141977 h 10487891"/>
                  <a:gd name="connsiteX107-7415" fmla="*/ 6511636 w 10460182"/>
                  <a:gd name="connsiteY107-7416" fmla="*/ 9033164 h 10487891"/>
                  <a:gd name="connsiteX108-7417" fmla="*/ 6428509 w 10460182"/>
                  <a:gd name="connsiteY108-7418" fmla="*/ 9033164 h 10487891"/>
                  <a:gd name="connsiteX109-7419" fmla="*/ 6325922 w 10460182"/>
                  <a:gd name="connsiteY109-7420" fmla="*/ 9136372 h 10487891"/>
                  <a:gd name="connsiteX110-7421" fmla="*/ 6167763 w 10460182"/>
                  <a:gd name="connsiteY110-7422" fmla="*/ 9057292 h 10487891"/>
                  <a:gd name="connsiteX111-7423" fmla="*/ 6002132 w 10460182"/>
                  <a:gd name="connsiteY111-7424" fmla="*/ 9172799 h 10487891"/>
                  <a:gd name="connsiteX112-7425" fmla="*/ 5749636 w 10460182"/>
                  <a:gd name="connsiteY112-7426" fmla="*/ 9130146 h 10487891"/>
                  <a:gd name="connsiteX113-7427" fmla="*/ 5674760 w 10460182"/>
                  <a:gd name="connsiteY113-7428" fmla="*/ 9160969 h 10487891"/>
                  <a:gd name="connsiteX114-7429" fmla="*/ 5507415 w 10460182"/>
                  <a:gd name="connsiteY114-7430" fmla="*/ 9207202 h 10487891"/>
                  <a:gd name="connsiteX115-7431" fmla="*/ 5505859 w 10460182"/>
                  <a:gd name="connsiteY115-7432" fmla="*/ 8950037 h 10487891"/>
                  <a:gd name="connsiteX116-7433" fmla="*/ 5505857 w 10460182"/>
                  <a:gd name="connsiteY116-7434" fmla="*/ 8714042 h 10487891"/>
                  <a:gd name="connsiteX117-7435" fmla="*/ 5336024 w 10460182"/>
                  <a:gd name="connsiteY117-7436" fmla="*/ 8412357 h 10487891"/>
                  <a:gd name="connsiteX118-7437" fmla="*/ 5230324 w 10460182"/>
                  <a:gd name="connsiteY118-7438" fmla="*/ 8161885 h 10487891"/>
                  <a:gd name="connsiteX119-7439" fmla="*/ 5317031 w 10460182"/>
                  <a:gd name="connsiteY119-7440" fmla="*/ 7689273 h 10487891"/>
                  <a:gd name="connsiteX120-7441" fmla="*/ 5201059 w 10460182"/>
                  <a:gd name="connsiteY120-7442" fmla="*/ 7399417 h 10487891"/>
                  <a:gd name="connsiteX121-7443" fmla="*/ 5250872 w 10460182"/>
                  <a:gd name="connsiteY121-7444" fmla="*/ 7148946 h 10487891"/>
                  <a:gd name="connsiteX122-7445" fmla="*/ 5245735 w 10460182"/>
                  <a:gd name="connsiteY122-7446" fmla="*/ 7097730 h 10487891"/>
                  <a:gd name="connsiteX123-7447" fmla="*/ 4577603 w 10460182"/>
                  <a:gd name="connsiteY123-7448" fmla="*/ 7093061 h 10487891"/>
                  <a:gd name="connsiteX124-7449" fmla="*/ 4528412 w 10460182"/>
                  <a:gd name="connsiteY124-7450" fmla="*/ 6919645 h 10487891"/>
                  <a:gd name="connsiteX125-7451" fmla="*/ 4038834 w 10460182"/>
                  <a:gd name="connsiteY125-7452" fmla="*/ 6895517 h 10487891"/>
                  <a:gd name="connsiteX126-7453" fmla="*/ 3976254 w 10460182"/>
                  <a:gd name="connsiteY126-7454" fmla="*/ 7148946 h 10487891"/>
                  <a:gd name="connsiteX127-7455" fmla="*/ 3932667 w 10460182"/>
                  <a:gd name="connsiteY127-7456" fmla="*/ 7360344 h 10487891"/>
                  <a:gd name="connsiteX128-7457" fmla="*/ 3910095 w 10460182"/>
                  <a:gd name="connsiteY128-7458" fmla="*/ 7482545 h 10487891"/>
                  <a:gd name="connsiteX129-7459" fmla="*/ 3559528 w 10460182"/>
                  <a:gd name="connsiteY129-7460" fmla="*/ 7476941 h 10487891"/>
                  <a:gd name="connsiteX130-7461" fmla="*/ 3311236 w 10460182"/>
                  <a:gd name="connsiteY130-7462" fmla="*/ 7481455 h 10487891"/>
                  <a:gd name="connsiteX131-7463" fmla="*/ 2895600 w 10460182"/>
                  <a:gd name="connsiteY131-7464" fmla="*/ 7467600 h 10487891"/>
                  <a:gd name="connsiteX132-7465" fmla="*/ 2784763 w 10460182"/>
                  <a:gd name="connsiteY132-7466" fmla="*/ 7218218 h 10487891"/>
                  <a:gd name="connsiteX133-7467" fmla="*/ 2604654 w 10460182"/>
                  <a:gd name="connsiteY133-7468" fmla="*/ 6941127 h 10487891"/>
                  <a:gd name="connsiteX134-7469" fmla="*/ 2410691 w 10460182"/>
                  <a:gd name="connsiteY134-7470" fmla="*/ 6442364 h 10487891"/>
                  <a:gd name="connsiteX135-7471" fmla="*/ 2327563 w 10460182"/>
                  <a:gd name="connsiteY135-7472" fmla="*/ 6303818 h 10487891"/>
                  <a:gd name="connsiteX136-7473" fmla="*/ 1662545 w 10460182"/>
                  <a:gd name="connsiteY136-7474" fmla="*/ 6276109 h 10487891"/>
                  <a:gd name="connsiteX137-7475" fmla="*/ 1233054 w 10460182"/>
                  <a:gd name="connsiteY137-7476" fmla="*/ 6276109 h 10487891"/>
                  <a:gd name="connsiteX138-7477" fmla="*/ 1136072 w 10460182"/>
                  <a:gd name="connsiteY138-7478" fmla="*/ 6331527 h 10487891"/>
                  <a:gd name="connsiteX139-7479" fmla="*/ 706582 w 10460182"/>
                  <a:gd name="connsiteY139-7480" fmla="*/ 6289964 h 10487891"/>
                  <a:gd name="connsiteX140-7481" fmla="*/ 318654 w 10460182"/>
                  <a:gd name="connsiteY140-7482" fmla="*/ 6317673 h 10487891"/>
                  <a:gd name="connsiteX141-7483" fmla="*/ 96982 w 10460182"/>
                  <a:gd name="connsiteY141-7484" fmla="*/ 6470073 h 10487891"/>
                  <a:gd name="connsiteX142-7485" fmla="*/ 0 w 10460182"/>
                  <a:gd name="connsiteY142-7486" fmla="*/ 6373091 h 10487891"/>
                  <a:gd name="connsiteX143-7487" fmla="*/ 83127 w 10460182"/>
                  <a:gd name="connsiteY143-7488" fmla="*/ 6317673 h 10487891"/>
                  <a:gd name="connsiteX0-7489" fmla="*/ 83127 w 10460182"/>
                  <a:gd name="connsiteY0-7490" fmla="*/ 6317673 h 10487891"/>
                  <a:gd name="connsiteX1-7491" fmla="*/ 96982 w 10460182"/>
                  <a:gd name="connsiteY1-7492" fmla="*/ 5874327 h 10487891"/>
                  <a:gd name="connsiteX2-7493" fmla="*/ 401782 w 10460182"/>
                  <a:gd name="connsiteY2-7494" fmla="*/ 5611091 h 10487891"/>
                  <a:gd name="connsiteX3-7495" fmla="*/ 651163 w 10460182"/>
                  <a:gd name="connsiteY3-7496" fmla="*/ 5749637 h 10487891"/>
                  <a:gd name="connsiteX4-7497" fmla="*/ 858982 w 10460182"/>
                  <a:gd name="connsiteY4-7498" fmla="*/ 5583382 h 10487891"/>
                  <a:gd name="connsiteX5-7499" fmla="*/ 997527 w 10460182"/>
                  <a:gd name="connsiteY5-7500" fmla="*/ 5430982 h 10487891"/>
                  <a:gd name="connsiteX6-7501" fmla="*/ 1080654 w 10460182"/>
                  <a:gd name="connsiteY6-7502" fmla="*/ 5514109 h 10487891"/>
                  <a:gd name="connsiteX7-7503" fmla="*/ 1191491 w 10460182"/>
                  <a:gd name="connsiteY7-7504" fmla="*/ 5791200 h 10487891"/>
                  <a:gd name="connsiteX8-7505" fmla="*/ 1510145 w 10460182"/>
                  <a:gd name="connsiteY8-7506" fmla="*/ 5624946 h 10487891"/>
                  <a:gd name="connsiteX9-7507" fmla="*/ 1731818 w 10460182"/>
                  <a:gd name="connsiteY9-7508" fmla="*/ 5375564 h 10487891"/>
                  <a:gd name="connsiteX10-7509" fmla="*/ 2022763 w 10460182"/>
                  <a:gd name="connsiteY10-7510" fmla="*/ 5140037 h 10487891"/>
                  <a:gd name="connsiteX11-7511" fmla="*/ 2119745 w 10460182"/>
                  <a:gd name="connsiteY11-7512" fmla="*/ 4710546 h 10487891"/>
                  <a:gd name="connsiteX12-7513" fmla="*/ 2133600 w 10460182"/>
                  <a:gd name="connsiteY12-7514" fmla="*/ 4308764 h 10487891"/>
                  <a:gd name="connsiteX13-7515" fmla="*/ 2355272 w 10460182"/>
                  <a:gd name="connsiteY13-7516" fmla="*/ 3934691 h 10487891"/>
                  <a:gd name="connsiteX14-7517" fmla="*/ 2715491 w 10460182"/>
                  <a:gd name="connsiteY14-7518" fmla="*/ 3532909 h 10487891"/>
                  <a:gd name="connsiteX15-7519" fmla="*/ 2978727 w 10460182"/>
                  <a:gd name="connsiteY15-7520" fmla="*/ 3338946 h 10487891"/>
                  <a:gd name="connsiteX16-7521" fmla="*/ 3006436 w 10460182"/>
                  <a:gd name="connsiteY16-7522" fmla="*/ 2895600 h 10487891"/>
                  <a:gd name="connsiteX17-7523" fmla="*/ 3075709 w 10460182"/>
                  <a:gd name="connsiteY17-7524" fmla="*/ 2604655 h 10487891"/>
                  <a:gd name="connsiteX18-7525" fmla="*/ 3075709 w 10460182"/>
                  <a:gd name="connsiteY18-7526" fmla="*/ 2396837 h 10487891"/>
                  <a:gd name="connsiteX19-7527" fmla="*/ 3214254 w 10460182"/>
                  <a:gd name="connsiteY19-7528" fmla="*/ 2064327 h 10487891"/>
                  <a:gd name="connsiteX20-7529" fmla="*/ 3214254 w 10460182"/>
                  <a:gd name="connsiteY20-7530" fmla="*/ 1773382 h 10487891"/>
                  <a:gd name="connsiteX21-7531" fmla="*/ 3532909 w 10460182"/>
                  <a:gd name="connsiteY21-7532" fmla="*/ 1205346 h 10487891"/>
                  <a:gd name="connsiteX22-7533" fmla="*/ 3463636 w 10460182"/>
                  <a:gd name="connsiteY22-7534" fmla="*/ 831273 h 10487891"/>
                  <a:gd name="connsiteX23-7535" fmla="*/ 3491345 w 10460182"/>
                  <a:gd name="connsiteY23-7536" fmla="*/ 623455 h 10487891"/>
                  <a:gd name="connsiteX24-7537" fmla="*/ 3823854 w 10460182"/>
                  <a:gd name="connsiteY24-7538" fmla="*/ 263237 h 10487891"/>
                  <a:gd name="connsiteX25-7539" fmla="*/ 4017818 w 10460182"/>
                  <a:gd name="connsiteY25-7540" fmla="*/ 138546 h 10487891"/>
                  <a:gd name="connsiteX26-7541" fmla="*/ 4433454 w 10460182"/>
                  <a:gd name="connsiteY26-7542" fmla="*/ 374073 h 10487891"/>
                  <a:gd name="connsiteX27-7543" fmla="*/ 4599709 w 10460182"/>
                  <a:gd name="connsiteY27-7544" fmla="*/ 568037 h 10487891"/>
                  <a:gd name="connsiteX28-7545" fmla="*/ 5070763 w 10460182"/>
                  <a:gd name="connsiteY28-7546" fmla="*/ 623455 h 10487891"/>
                  <a:gd name="connsiteX29-7547" fmla="*/ 5417127 w 10460182"/>
                  <a:gd name="connsiteY29-7548" fmla="*/ 637309 h 10487891"/>
                  <a:gd name="connsiteX30-7549" fmla="*/ 5680363 w 10460182"/>
                  <a:gd name="connsiteY30-7550" fmla="*/ 692727 h 10487891"/>
                  <a:gd name="connsiteX31-7551" fmla="*/ 5860472 w 10460182"/>
                  <a:gd name="connsiteY31-7552" fmla="*/ 360218 h 10487891"/>
                  <a:gd name="connsiteX32-7553" fmla="*/ 6123709 w 10460182"/>
                  <a:gd name="connsiteY32-7554" fmla="*/ 401782 h 10487891"/>
                  <a:gd name="connsiteX33-7555" fmla="*/ 6594763 w 10460182"/>
                  <a:gd name="connsiteY33-7556" fmla="*/ 263237 h 10487891"/>
                  <a:gd name="connsiteX34-7557" fmla="*/ 6761018 w 10460182"/>
                  <a:gd name="connsiteY34-7558" fmla="*/ 207818 h 10487891"/>
                  <a:gd name="connsiteX35-7559" fmla="*/ 7038109 w 10460182"/>
                  <a:gd name="connsiteY35-7560" fmla="*/ 277091 h 10487891"/>
                  <a:gd name="connsiteX36-7561" fmla="*/ 7232072 w 10460182"/>
                  <a:gd name="connsiteY36-7562" fmla="*/ 96982 h 10487891"/>
                  <a:gd name="connsiteX37-7563" fmla="*/ 7356763 w 10460182"/>
                  <a:gd name="connsiteY37-7564" fmla="*/ 0 h 10487891"/>
                  <a:gd name="connsiteX38-7565" fmla="*/ 7606145 w 10460182"/>
                  <a:gd name="connsiteY38-7566" fmla="*/ 83127 h 10487891"/>
                  <a:gd name="connsiteX39-7567" fmla="*/ 7910945 w 10460182"/>
                  <a:gd name="connsiteY39-7568" fmla="*/ 207818 h 10487891"/>
                  <a:gd name="connsiteX40-7569" fmla="*/ 8312727 w 10460182"/>
                  <a:gd name="connsiteY40-7570" fmla="*/ 138546 h 10487891"/>
                  <a:gd name="connsiteX41-7571" fmla="*/ 8672945 w 10460182"/>
                  <a:gd name="connsiteY41-7572" fmla="*/ 443346 h 10487891"/>
                  <a:gd name="connsiteX42-7573" fmla="*/ 8908472 w 10460182"/>
                  <a:gd name="connsiteY42-7574" fmla="*/ 623455 h 10487891"/>
                  <a:gd name="connsiteX43-7575" fmla="*/ 9088582 w 10460182"/>
                  <a:gd name="connsiteY43-7576" fmla="*/ 526473 h 10487891"/>
                  <a:gd name="connsiteX44-7577" fmla="*/ 9351818 w 10460182"/>
                  <a:gd name="connsiteY44-7578" fmla="*/ 471055 h 10487891"/>
                  <a:gd name="connsiteX45-7579" fmla="*/ 9518072 w 10460182"/>
                  <a:gd name="connsiteY45-7580" fmla="*/ 498764 h 10487891"/>
                  <a:gd name="connsiteX46-7581" fmla="*/ 9698182 w 10460182"/>
                  <a:gd name="connsiteY46-7582" fmla="*/ 526473 h 10487891"/>
                  <a:gd name="connsiteX47-7583" fmla="*/ 10002982 w 10460182"/>
                  <a:gd name="connsiteY47-7584" fmla="*/ 872837 h 10487891"/>
                  <a:gd name="connsiteX48-7585" fmla="*/ 10238509 w 10460182"/>
                  <a:gd name="connsiteY48-7586" fmla="*/ 1066800 h 10487891"/>
                  <a:gd name="connsiteX49-7587" fmla="*/ 10224654 w 10460182"/>
                  <a:gd name="connsiteY49-7588" fmla="*/ 1330037 h 10487891"/>
                  <a:gd name="connsiteX50-7589" fmla="*/ 10238509 w 10460182"/>
                  <a:gd name="connsiteY50-7590" fmla="*/ 1524000 h 10487891"/>
                  <a:gd name="connsiteX51-7591" fmla="*/ 10280072 w 10460182"/>
                  <a:gd name="connsiteY51-7592" fmla="*/ 1648691 h 10487891"/>
                  <a:gd name="connsiteX52-7593" fmla="*/ 10460182 w 10460182"/>
                  <a:gd name="connsiteY52-7594" fmla="*/ 1884218 h 10487891"/>
                  <a:gd name="connsiteX53-7595" fmla="*/ 10099963 w 10460182"/>
                  <a:gd name="connsiteY53-7596" fmla="*/ 2341418 h 10487891"/>
                  <a:gd name="connsiteX54-7597" fmla="*/ 9781309 w 10460182"/>
                  <a:gd name="connsiteY54-7598" fmla="*/ 2576946 h 10487891"/>
                  <a:gd name="connsiteX55-7599" fmla="*/ 9601200 w 10460182"/>
                  <a:gd name="connsiteY55-7600" fmla="*/ 3505200 h 10487891"/>
                  <a:gd name="connsiteX56-7601" fmla="*/ 9601200 w 10460182"/>
                  <a:gd name="connsiteY56-7602" fmla="*/ 3796146 h 10487891"/>
                  <a:gd name="connsiteX57-7603" fmla="*/ 9365672 w 10460182"/>
                  <a:gd name="connsiteY57-7604" fmla="*/ 3990109 h 10487891"/>
                  <a:gd name="connsiteX58-7605" fmla="*/ 9310254 w 10460182"/>
                  <a:gd name="connsiteY58-7606" fmla="*/ 4156364 h 10487891"/>
                  <a:gd name="connsiteX59-7607" fmla="*/ 9199418 w 10460182"/>
                  <a:gd name="connsiteY59-7608" fmla="*/ 4364182 h 10487891"/>
                  <a:gd name="connsiteX60-7609" fmla="*/ 9268691 w 10460182"/>
                  <a:gd name="connsiteY60-7610" fmla="*/ 4530437 h 10487891"/>
                  <a:gd name="connsiteX61-7611" fmla="*/ 9337963 w 10460182"/>
                  <a:gd name="connsiteY61-7612" fmla="*/ 4738255 h 10487891"/>
                  <a:gd name="connsiteX62-7613" fmla="*/ 9421091 w 10460182"/>
                  <a:gd name="connsiteY62-7614" fmla="*/ 4987637 h 10487891"/>
                  <a:gd name="connsiteX63-7615" fmla="*/ 9434945 w 10460182"/>
                  <a:gd name="connsiteY63-7616" fmla="*/ 5292437 h 10487891"/>
                  <a:gd name="connsiteX64-7617" fmla="*/ 9462654 w 10460182"/>
                  <a:gd name="connsiteY64-7618" fmla="*/ 5694218 h 10487891"/>
                  <a:gd name="connsiteX65-7619" fmla="*/ 9587345 w 10460182"/>
                  <a:gd name="connsiteY65-7620" fmla="*/ 6054437 h 10487891"/>
                  <a:gd name="connsiteX66-7621" fmla="*/ 9545782 w 10460182"/>
                  <a:gd name="connsiteY66-7622" fmla="*/ 6456218 h 10487891"/>
                  <a:gd name="connsiteX67-7623" fmla="*/ 9933709 w 10460182"/>
                  <a:gd name="connsiteY67-7624" fmla="*/ 6941127 h 10487891"/>
                  <a:gd name="connsiteX68-7625" fmla="*/ 10113818 w 10460182"/>
                  <a:gd name="connsiteY68-7626" fmla="*/ 7287491 h 10487891"/>
                  <a:gd name="connsiteX69-7627" fmla="*/ 10252363 w 10460182"/>
                  <a:gd name="connsiteY69-7628" fmla="*/ 7620000 h 10487891"/>
                  <a:gd name="connsiteX70-7629" fmla="*/ 9670472 w 10460182"/>
                  <a:gd name="connsiteY70-7630" fmla="*/ 7620000 h 10487891"/>
                  <a:gd name="connsiteX71-7631" fmla="*/ 9337963 w 10460182"/>
                  <a:gd name="connsiteY71-7632" fmla="*/ 7730837 h 10487891"/>
                  <a:gd name="connsiteX72-7633" fmla="*/ 9102436 w 10460182"/>
                  <a:gd name="connsiteY72-7634" fmla="*/ 7869382 h 10487891"/>
                  <a:gd name="connsiteX73-7635" fmla="*/ 9019309 w 10460182"/>
                  <a:gd name="connsiteY73-7636" fmla="*/ 8077200 h 10487891"/>
                  <a:gd name="connsiteX74-7637" fmla="*/ 8936182 w 10460182"/>
                  <a:gd name="connsiteY74-7638" fmla="*/ 8174182 h 10487891"/>
                  <a:gd name="connsiteX75-7639" fmla="*/ 8991600 w 10460182"/>
                  <a:gd name="connsiteY75-7640" fmla="*/ 8603673 h 10487891"/>
                  <a:gd name="connsiteX76-7641" fmla="*/ 8963891 w 10460182"/>
                  <a:gd name="connsiteY76-7642" fmla="*/ 8811491 h 10487891"/>
                  <a:gd name="connsiteX77-7643" fmla="*/ 8991600 w 10460182"/>
                  <a:gd name="connsiteY77-7644" fmla="*/ 9047018 h 10487891"/>
                  <a:gd name="connsiteX78-7645" fmla="*/ 8894618 w 10460182"/>
                  <a:gd name="connsiteY78-7646" fmla="*/ 9351818 h 10487891"/>
                  <a:gd name="connsiteX79-7647" fmla="*/ 8922327 w 10460182"/>
                  <a:gd name="connsiteY79-7648" fmla="*/ 9615055 h 10487891"/>
                  <a:gd name="connsiteX80-7649" fmla="*/ 9144000 w 10460182"/>
                  <a:gd name="connsiteY80-7650" fmla="*/ 9781309 h 10487891"/>
                  <a:gd name="connsiteX81-7651" fmla="*/ 9337963 w 10460182"/>
                  <a:gd name="connsiteY81-7652" fmla="*/ 9947564 h 10487891"/>
                  <a:gd name="connsiteX82-7653" fmla="*/ 9504218 w 10460182"/>
                  <a:gd name="connsiteY82-7654" fmla="*/ 9850582 h 10487891"/>
                  <a:gd name="connsiteX83-7655" fmla="*/ 9615054 w 10460182"/>
                  <a:gd name="connsiteY83-7656" fmla="*/ 9767455 h 10487891"/>
                  <a:gd name="connsiteX84-7657" fmla="*/ 9698182 w 10460182"/>
                  <a:gd name="connsiteY84-7658" fmla="*/ 9795164 h 10487891"/>
                  <a:gd name="connsiteX85-7659" fmla="*/ 9684327 w 10460182"/>
                  <a:gd name="connsiteY85-7660" fmla="*/ 10335491 h 10487891"/>
                  <a:gd name="connsiteX86-7661" fmla="*/ 9490363 w 10460182"/>
                  <a:gd name="connsiteY86-7662" fmla="*/ 10487891 h 10487891"/>
                  <a:gd name="connsiteX87-7663" fmla="*/ 9310254 w 10460182"/>
                  <a:gd name="connsiteY87-7664" fmla="*/ 10474037 h 10487891"/>
                  <a:gd name="connsiteX88-7665" fmla="*/ 9227127 w 10460182"/>
                  <a:gd name="connsiteY88-7666" fmla="*/ 10321637 h 10487891"/>
                  <a:gd name="connsiteX89-7667" fmla="*/ 9033163 w 10460182"/>
                  <a:gd name="connsiteY89-7668" fmla="*/ 10072255 h 10487891"/>
                  <a:gd name="connsiteX90-7669" fmla="*/ 8825345 w 10460182"/>
                  <a:gd name="connsiteY90-7670" fmla="*/ 9892146 h 10487891"/>
                  <a:gd name="connsiteX91-7671" fmla="*/ 8534400 w 10460182"/>
                  <a:gd name="connsiteY91-7672" fmla="*/ 9781309 h 10487891"/>
                  <a:gd name="connsiteX92-7673" fmla="*/ 8423563 w 10460182"/>
                  <a:gd name="connsiteY92-7674" fmla="*/ 9725891 h 10487891"/>
                  <a:gd name="connsiteX93-7675" fmla="*/ 8285018 w 10460182"/>
                  <a:gd name="connsiteY93-7676" fmla="*/ 9559637 h 10487891"/>
                  <a:gd name="connsiteX94-7677" fmla="*/ 8257309 w 10460182"/>
                  <a:gd name="connsiteY94-7678" fmla="*/ 9421091 h 10487891"/>
                  <a:gd name="connsiteX95-7679" fmla="*/ 8146472 w 10460182"/>
                  <a:gd name="connsiteY95-7680" fmla="*/ 9434946 h 10487891"/>
                  <a:gd name="connsiteX96-7681" fmla="*/ 8091054 w 10460182"/>
                  <a:gd name="connsiteY96-7682" fmla="*/ 9656618 h 10487891"/>
                  <a:gd name="connsiteX97-7683" fmla="*/ 7806336 w 10460182"/>
                  <a:gd name="connsiteY97-7684" fmla="*/ 9662378 h 10487891"/>
                  <a:gd name="connsiteX98-7685" fmla="*/ 7567694 w 10460182"/>
                  <a:gd name="connsiteY98-7686" fmla="*/ 9599177 h 10487891"/>
                  <a:gd name="connsiteX99-7687" fmla="*/ 7466043 w 10460182"/>
                  <a:gd name="connsiteY99-7688" fmla="*/ 9550452 h 10487891"/>
                  <a:gd name="connsiteX100-7689" fmla="*/ 7439891 w 10460182"/>
                  <a:gd name="connsiteY100-7690" fmla="*/ 9240982 h 10487891"/>
                  <a:gd name="connsiteX101-7691" fmla="*/ 7397859 w 10460182"/>
                  <a:gd name="connsiteY101-7692" fmla="*/ 9434946 h 10487891"/>
                  <a:gd name="connsiteX102-7693" fmla="*/ 7287491 w 10460182"/>
                  <a:gd name="connsiteY102-7694" fmla="*/ 9528969 h 10487891"/>
                  <a:gd name="connsiteX103-7695" fmla="*/ 7232072 w 10460182"/>
                  <a:gd name="connsiteY103-7696" fmla="*/ 9185564 h 10487891"/>
                  <a:gd name="connsiteX104-7697" fmla="*/ 6954982 w 10460182"/>
                  <a:gd name="connsiteY104-7698" fmla="*/ 9268691 h 10487891"/>
                  <a:gd name="connsiteX105-7699" fmla="*/ 6710737 w 10460182"/>
                  <a:gd name="connsiteY105-7700" fmla="*/ 9341078 h 10487891"/>
                  <a:gd name="connsiteX106-7701" fmla="*/ 6674777 w 10460182"/>
                  <a:gd name="connsiteY106-7702" fmla="*/ 9141977 h 10487891"/>
                  <a:gd name="connsiteX107-7703" fmla="*/ 6511636 w 10460182"/>
                  <a:gd name="connsiteY107-7704" fmla="*/ 9033164 h 10487891"/>
                  <a:gd name="connsiteX108-7705" fmla="*/ 6428509 w 10460182"/>
                  <a:gd name="connsiteY108-7706" fmla="*/ 9033164 h 10487891"/>
                  <a:gd name="connsiteX109-7707" fmla="*/ 6325922 w 10460182"/>
                  <a:gd name="connsiteY109-7708" fmla="*/ 9136372 h 10487891"/>
                  <a:gd name="connsiteX110-7709" fmla="*/ 6167763 w 10460182"/>
                  <a:gd name="connsiteY110-7710" fmla="*/ 9057292 h 10487891"/>
                  <a:gd name="connsiteX111-7711" fmla="*/ 6002132 w 10460182"/>
                  <a:gd name="connsiteY111-7712" fmla="*/ 9172799 h 10487891"/>
                  <a:gd name="connsiteX112-7713" fmla="*/ 5749636 w 10460182"/>
                  <a:gd name="connsiteY112-7714" fmla="*/ 9130146 h 10487891"/>
                  <a:gd name="connsiteX113-7715" fmla="*/ 5674760 w 10460182"/>
                  <a:gd name="connsiteY113-7716" fmla="*/ 9160969 h 10487891"/>
                  <a:gd name="connsiteX114-7717" fmla="*/ 5507415 w 10460182"/>
                  <a:gd name="connsiteY114-7718" fmla="*/ 9207202 h 10487891"/>
                  <a:gd name="connsiteX115-7719" fmla="*/ 5505859 w 10460182"/>
                  <a:gd name="connsiteY115-7720" fmla="*/ 8950037 h 10487891"/>
                  <a:gd name="connsiteX116-7721" fmla="*/ 5505857 w 10460182"/>
                  <a:gd name="connsiteY116-7722" fmla="*/ 8714042 h 10487891"/>
                  <a:gd name="connsiteX117-7723" fmla="*/ 5336024 w 10460182"/>
                  <a:gd name="connsiteY117-7724" fmla="*/ 8412357 h 10487891"/>
                  <a:gd name="connsiteX118-7725" fmla="*/ 5230324 w 10460182"/>
                  <a:gd name="connsiteY118-7726" fmla="*/ 8161885 h 10487891"/>
                  <a:gd name="connsiteX119-7727" fmla="*/ 5317031 w 10460182"/>
                  <a:gd name="connsiteY119-7728" fmla="*/ 7689273 h 10487891"/>
                  <a:gd name="connsiteX120-7729" fmla="*/ 5201059 w 10460182"/>
                  <a:gd name="connsiteY120-7730" fmla="*/ 7399417 h 10487891"/>
                  <a:gd name="connsiteX121-7731" fmla="*/ 5250872 w 10460182"/>
                  <a:gd name="connsiteY121-7732" fmla="*/ 7148946 h 10487891"/>
                  <a:gd name="connsiteX122-7733" fmla="*/ 5245735 w 10460182"/>
                  <a:gd name="connsiteY122-7734" fmla="*/ 7097730 h 10487891"/>
                  <a:gd name="connsiteX123-7735" fmla="*/ 4577603 w 10460182"/>
                  <a:gd name="connsiteY123-7736" fmla="*/ 7093061 h 10487891"/>
                  <a:gd name="connsiteX124-7737" fmla="*/ 4528412 w 10460182"/>
                  <a:gd name="connsiteY124-7738" fmla="*/ 6919645 h 10487891"/>
                  <a:gd name="connsiteX125-7739" fmla="*/ 4038834 w 10460182"/>
                  <a:gd name="connsiteY125-7740" fmla="*/ 6895517 h 10487891"/>
                  <a:gd name="connsiteX126-7741" fmla="*/ 3976254 w 10460182"/>
                  <a:gd name="connsiteY126-7742" fmla="*/ 7148946 h 10487891"/>
                  <a:gd name="connsiteX127-7743" fmla="*/ 3932667 w 10460182"/>
                  <a:gd name="connsiteY127-7744" fmla="*/ 7360344 h 10487891"/>
                  <a:gd name="connsiteX128-7745" fmla="*/ 3910095 w 10460182"/>
                  <a:gd name="connsiteY128-7746" fmla="*/ 7482545 h 10487891"/>
                  <a:gd name="connsiteX129-7747" fmla="*/ 3559528 w 10460182"/>
                  <a:gd name="connsiteY129-7748" fmla="*/ 7476941 h 10487891"/>
                  <a:gd name="connsiteX130-7749" fmla="*/ 3311236 w 10460182"/>
                  <a:gd name="connsiteY130-7750" fmla="*/ 7481455 h 10487891"/>
                  <a:gd name="connsiteX131-7751" fmla="*/ 2895600 w 10460182"/>
                  <a:gd name="connsiteY131-7752" fmla="*/ 7467600 h 10487891"/>
                  <a:gd name="connsiteX132-7753" fmla="*/ 2784763 w 10460182"/>
                  <a:gd name="connsiteY132-7754" fmla="*/ 7218218 h 10487891"/>
                  <a:gd name="connsiteX133-7755" fmla="*/ 2604654 w 10460182"/>
                  <a:gd name="connsiteY133-7756" fmla="*/ 6941127 h 10487891"/>
                  <a:gd name="connsiteX134-7757" fmla="*/ 2410691 w 10460182"/>
                  <a:gd name="connsiteY134-7758" fmla="*/ 6442364 h 10487891"/>
                  <a:gd name="connsiteX135-7759" fmla="*/ 2327563 w 10460182"/>
                  <a:gd name="connsiteY135-7760" fmla="*/ 6303818 h 10487891"/>
                  <a:gd name="connsiteX136-7761" fmla="*/ 1662545 w 10460182"/>
                  <a:gd name="connsiteY136-7762" fmla="*/ 6276109 h 10487891"/>
                  <a:gd name="connsiteX137-7763" fmla="*/ 1233054 w 10460182"/>
                  <a:gd name="connsiteY137-7764" fmla="*/ 6276109 h 10487891"/>
                  <a:gd name="connsiteX138-7765" fmla="*/ 1136072 w 10460182"/>
                  <a:gd name="connsiteY138-7766" fmla="*/ 6331527 h 10487891"/>
                  <a:gd name="connsiteX139-7767" fmla="*/ 706582 w 10460182"/>
                  <a:gd name="connsiteY139-7768" fmla="*/ 6289964 h 10487891"/>
                  <a:gd name="connsiteX140-7769" fmla="*/ 318654 w 10460182"/>
                  <a:gd name="connsiteY140-7770" fmla="*/ 6317673 h 10487891"/>
                  <a:gd name="connsiteX141-7771" fmla="*/ 96982 w 10460182"/>
                  <a:gd name="connsiteY141-7772" fmla="*/ 6470073 h 10487891"/>
                  <a:gd name="connsiteX142-7773" fmla="*/ 0 w 10460182"/>
                  <a:gd name="connsiteY142-7774" fmla="*/ 6373091 h 10487891"/>
                  <a:gd name="connsiteX143-7775" fmla="*/ 83127 w 10460182"/>
                  <a:gd name="connsiteY143-7776" fmla="*/ 6317673 h 10487891"/>
                  <a:gd name="connsiteX0-7777" fmla="*/ 83127 w 10460182"/>
                  <a:gd name="connsiteY0-7778" fmla="*/ 6317673 h 10487891"/>
                  <a:gd name="connsiteX1-7779" fmla="*/ 96982 w 10460182"/>
                  <a:gd name="connsiteY1-7780" fmla="*/ 5874327 h 10487891"/>
                  <a:gd name="connsiteX2-7781" fmla="*/ 401782 w 10460182"/>
                  <a:gd name="connsiteY2-7782" fmla="*/ 5611091 h 10487891"/>
                  <a:gd name="connsiteX3-7783" fmla="*/ 651163 w 10460182"/>
                  <a:gd name="connsiteY3-7784" fmla="*/ 5749637 h 10487891"/>
                  <a:gd name="connsiteX4-7785" fmla="*/ 858982 w 10460182"/>
                  <a:gd name="connsiteY4-7786" fmla="*/ 5583382 h 10487891"/>
                  <a:gd name="connsiteX5-7787" fmla="*/ 997527 w 10460182"/>
                  <a:gd name="connsiteY5-7788" fmla="*/ 5430982 h 10487891"/>
                  <a:gd name="connsiteX6-7789" fmla="*/ 1080654 w 10460182"/>
                  <a:gd name="connsiteY6-7790" fmla="*/ 5514109 h 10487891"/>
                  <a:gd name="connsiteX7-7791" fmla="*/ 1191491 w 10460182"/>
                  <a:gd name="connsiteY7-7792" fmla="*/ 5791200 h 10487891"/>
                  <a:gd name="connsiteX8-7793" fmla="*/ 1510145 w 10460182"/>
                  <a:gd name="connsiteY8-7794" fmla="*/ 5624946 h 10487891"/>
                  <a:gd name="connsiteX9-7795" fmla="*/ 1731818 w 10460182"/>
                  <a:gd name="connsiteY9-7796" fmla="*/ 5375564 h 10487891"/>
                  <a:gd name="connsiteX10-7797" fmla="*/ 2022763 w 10460182"/>
                  <a:gd name="connsiteY10-7798" fmla="*/ 5140037 h 10487891"/>
                  <a:gd name="connsiteX11-7799" fmla="*/ 2119745 w 10460182"/>
                  <a:gd name="connsiteY11-7800" fmla="*/ 4710546 h 10487891"/>
                  <a:gd name="connsiteX12-7801" fmla="*/ 2133600 w 10460182"/>
                  <a:gd name="connsiteY12-7802" fmla="*/ 4308764 h 10487891"/>
                  <a:gd name="connsiteX13-7803" fmla="*/ 2355272 w 10460182"/>
                  <a:gd name="connsiteY13-7804" fmla="*/ 3934691 h 10487891"/>
                  <a:gd name="connsiteX14-7805" fmla="*/ 2715491 w 10460182"/>
                  <a:gd name="connsiteY14-7806" fmla="*/ 3532909 h 10487891"/>
                  <a:gd name="connsiteX15-7807" fmla="*/ 2978727 w 10460182"/>
                  <a:gd name="connsiteY15-7808" fmla="*/ 3338946 h 10487891"/>
                  <a:gd name="connsiteX16-7809" fmla="*/ 3006436 w 10460182"/>
                  <a:gd name="connsiteY16-7810" fmla="*/ 2895600 h 10487891"/>
                  <a:gd name="connsiteX17-7811" fmla="*/ 3075709 w 10460182"/>
                  <a:gd name="connsiteY17-7812" fmla="*/ 2604655 h 10487891"/>
                  <a:gd name="connsiteX18-7813" fmla="*/ 3075709 w 10460182"/>
                  <a:gd name="connsiteY18-7814" fmla="*/ 2396837 h 10487891"/>
                  <a:gd name="connsiteX19-7815" fmla="*/ 3214254 w 10460182"/>
                  <a:gd name="connsiteY19-7816" fmla="*/ 2064327 h 10487891"/>
                  <a:gd name="connsiteX20-7817" fmla="*/ 3214254 w 10460182"/>
                  <a:gd name="connsiteY20-7818" fmla="*/ 1773382 h 10487891"/>
                  <a:gd name="connsiteX21-7819" fmla="*/ 3532909 w 10460182"/>
                  <a:gd name="connsiteY21-7820" fmla="*/ 1205346 h 10487891"/>
                  <a:gd name="connsiteX22-7821" fmla="*/ 3463636 w 10460182"/>
                  <a:gd name="connsiteY22-7822" fmla="*/ 831273 h 10487891"/>
                  <a:gd name="connsiteX23-7823" fmla="*/ 3491345 w 10460182"/>
                  <a:gd name="connsiteY23-7824" fmla="*/ 623455 h 10487891"/>
                  <a:gd name="connsiteX24-7825" fmla="*/ 3823854 w 10460182"/>
                  <a:gd name="connsiteY24-7826" fmla="*/ 263237 h 10487891"/>
                  <a:gd name="connsiteX25-7827" fmla="*/ 4017818 w 10460182"/>
                  <a:gd name="connsiteY25-7828" fmla="*/ 138546 h 10487891"/>
                  <a:gd name="connsiteX26-7829" fmla="*/ 4433454 w 10460182"/>
                  <a:gd name="connsiteY26-7830" fmla="*/ 374073 h 10487891"/>
                  <a:gd name="connsiteX27-7831" fmla="*/ 4599709 w 10460182"/>
                  <a:gd name="connsiteY27-7832" fmla="*/ 568037 h 10487891"/>
                  <a:gd name="connsiteX28-7833" fmla="*/ 5070763 w 10460182"/>
                  <a:gd name="connsiteY28-7834" fmla="*/ 623455 h 10487891"/>
                  <a:gd name="connsiteX29-7835" fmla="*/ 5417127 w 10460182"/>
                  <a:gd name="connsiteY29-7836" fmla="*/ 637309 h 10487891"/>
                  <a:gd name="connsiteX30-7837" fmla="*/ 5680363 w 10460182"/>
                  <a:gd name="connsiteY30-7838" fmla="*/ 692727 h 10487891"/>
                  <a:gd name="connsiteX31-7839" fmla="*/ 5860472 w 10460182"/>
                  <a:gd name="connsiteY31-7840" fmla="*/ 360218 h 10487891"/>
                  <a:gd name="connsiteX32-7841" fmla="*/ 6123709 w 10460182"/>
                  <a:gd name="connsiteY32-7842" fmla="*/ 401782 h 10487891"/>
                  <a:gd name="connsiteX33-7843" fmla="*/ 6594763 w 10460182"/>
                  <a:gd name="connsiteY33-7844" fmla="*/ 263237 h 10487891"/>
                  <a:gd name="connsiteX34-7845" fmla="*/ 6761018 w 10460182"/>
                  <a:gd name="connsiteY34-7846" fmla="*/ 207818 h 10487891"/>
                  <a:gd name="connsiteX35-7847" fmla="*/ 7038109 w 10460182"/>
                  <a:gd name="connsiteY35-7848" fmla="*/ 277091 h 10487891"/>
                  <a:gd name="connsiteX36-7849" fmla="*/ 7232072 w 10460182"/>
                  <a:gd name="connsiteY36-7850" fmla="*/ 96982 h 10487891"/>
                  <a:gd name="connsiteX37-7851" fmla="*/ 7356763 w 10460182"/>
                  <a:gd name="connsiteY37-7852" fmla="*/ 0 h 10487891"/>
                  <a:gd name="connsiteX38-7853" fmla="*/ 7606145 w 10460182"/>
                  <a:gd name="connsiteY38-7854" fmla="*/ 83127 h 10487891"/>
                  <a:gd name="connsiteX39-7855" fmla="*/ 7910945 w 10460182"/>
                  <a:gd name="connsiteY39-7856" fmla="*/ 207818 h 10487891"/>
                  <a:gd name="connsiteX40-7857" fmla="*/ 8312727 w 10460182"/>
                  <a:gd name="connsiteY40-7858" fmla="*/ 138546 h 10487891"/>
                  <a:gd name="connsiteX41-7859" fmla="*/ 8672945 w 10460182"/>
                  <a:gd name="connsiteY41-7860" fmla="*/ 443346 h 10487891"/>
                  <a:gd name="connsiteX42-7861" fmla="*/ 8908472 w 10460182"/>
                  <a:gd name="connsiteY42-7862" fmla="*/ 623455 h 10487891"/>
                  <a:gd name="connsiteX43-7863" fmla="*/ 9088582 w 10460182"/>
                  <a:gd name="connsiteY43-7864" fmla="*/ 526473 h 10487891"/>
                  <a:gd name="connsiteX44-7865" fmla="*/ 9351818 w 10460182"/>
                  <a:gd name="connsiteY44-7866" fmla="*/ 471055 h 10487891"/>
                  <a:gd name="connsiteX45-7867" fmla="*/ 9518072 w 10460182"/>
                  <a:gd name="connsiteY45-7868" fmla="*/ 498764 h 10487891"/>
                  <a:gd name="connsiteX46-7869" fmla="*/ 9698182 w 10460182"/>
                  <a:gd name="connsiteY46-7870" fmla="*/ 526473 h 10487891"/>
                  <a:gd name="connsiteX47-7871" fmla="*/ 10002982 w 10460182"/>
                  <a:gd name="connsiteY47-7872" fmla="*/ 872837 h 10487891"/>
                  <a:gd name="connsiteX48-7873" fmla="*/ 10238509 w 10460182"/>
                  <a:gd name="connsiteY48-7874" fmla="*/ 1066800 h 10487891"/>
                  <a:gd name="connsiteX49-7875" fmla="*/ 10224654 w 10460182"/>
                  <a:gd name="connsiteY49-7876" fmla="*/ 1330037 h 10487891"/>
                  <a:gd name="connsiteX50-7877" fmla="*/ 10238509 w 10460182"/>
                  <a:gd name="connsiteY50-7878" fmla="*/ 1524000 h 10487891"/>
                  <a:gd name="connsiteX51-7879" fmla="*/ 10280072 w 10460182"/>
                  <a:gd name="connsiteY51-7880" fmla="*/ 1648691 h 10487891"/>
                  <a:gd name="connsiteX52-7881" fmla="*/ 10460182 w 10460182"/>
                  <a:gd name="connsiteY52-7882" fmla="*/ 1884218 h 10487891"/>
                  <a:gd name="connsiteX53-7883" fmla="*/ 10099963 w 10460182"/>
                  <a:gd name="connsiteY53-7884" fmla="*/ 2341418 h 10487891"/>
                  <a:gd name="connsiteX54-7885" fmla="*/ 9781309 w 10460182"/>
                  <a:gd name="connsiteY54-7886" fmla="*/ 2576946 h 10487891"/>
                  <a:gd name="connsiteX55-7887" fmla="*/ 9601200 w 10460182"/>
                  <a:gd name="connsiteY55-7888" fmla="*/ 3505200 h 10487891"/>
                  <a:gd name="connsiteX56-7889" fmla="*/ 9601200 w 10460182"/>
                  <a:gd name="connsiteY56-7890" fmla="*/ 3796146 h 10487891"/>
                  <a:gd name="connsiteX57-7891" fmla="*/ 9365672 w 10460182"/>
                  <a:gd name="connsiteY57-7892" fmla="*/ 3990109 h 10487891"/>
                  <a:gd name="connsiteX58-7893" fmla="*/ 9310254 w 10460182"/>
                  <a:gd name="connsiteY58-7894" fmla="*/ 4156364 h 10487891"/>
                  <a:gd name="connsiteX59-7895" fmla="*/ 9199418 w 10460182"/>
                  <a:gd name="connsiteY59-7896" fmla="*/ 4364182 h 10487891"/>
                  <a:gd name="connsiteX60-7897" fmla="*/ 9268691 w 10460182"/>
                  <a:gd name="connsiteY60-7898" fmla="*/ 4530437 h 10487891"/>
                  <a:gd name="connsiteX61-7899" fmla="*/ 9337963 w 10460182"/>
                  <a:gd name="connsiteY61-7900" fmla="*/ 4738255 h 10487891"/>
                  <a:gd name="connsiteX62-7901" fmla="*/ 9421091 w 10460182"/>
                  <a:gd name="connsiteY62-7902" fmla="*/ 4987637 h 10487891"/>
                  <a:gd name="connsiteX63-7903" fmla="*/ 9434945 w 10460182"/>
                  <a:gd name="connsiteY63-7904" fmla="*/ 5292437 h 10487891"/>
                  <a:gd name="connsiteX64-7905" fmla="*/ 9462654 w 10460182"/>
                  <a:gd name="connsiteY64-7906" fmla="*/ 5694218 h 10487891"/>
                  <a:gd name="connsiteX65-7907" fmla="*/ 9587345 w 10460182"/>
                  <a:gd name="connsiteY65-7908" fmla="*/ 6054437 h 10487891"/>
                  <a:gd name="connsiteX66-7909" fmla="*/ 9545782 w 10460182"/>
                  <a:gd name="connsiteY66-7910" fmla="*/ 6456218 h 10487891"/>
                  <a:gd name="connsiteX67-7911" fmla="*/ 9933709 w 10460182"/>
                  <a:gd name="connsiteY67-7912" fmla="*/ 6941127 h 10487891"/>
                  <a:gd name="connsiteX68-7913" fmla="*/ 10113818 w 10460182"/>
                  <a:gd name="connsiteY68-7914" fmla="*/ 7287491 h 10487891"/>
                  <a:gd name="connsiteX69-7915" fmla="*/ 10252363 w 10460182"/>
                  <a:gd name="connsiteY69-7916" fmla="*/ 7620000 h 10487891"/>
                  <a:gd name="connsiteX70-7917" fmla="*/ 9670472 w 10460182"/>
                  <a:gd name="connsiteY70-7918" fmla="*/ 7620000 h 10487891"/>
                  <a:gd name="connsiteX71-7919" fmla="*/ 9337963 w 10460182"/>
                  <a:gd name="connsiteY71-7920" fmla="*/ 7730837 h 10487891"/>
                  <a:gd name="connsiteX72-7921" fmla="*/ 9102436 w 10460182"/>
                  <a:gd name="connsiteY72-7922" fmla="*/ 7869382 h 10487891"/>
                  <a:gd name="connsiteX73-7923" fmla="*/ 9019309 w 10460182"/>
                  <a:gd name="connsiteY73-7924" fmla="*/ 8077200 h 10487891"/>
                  <a:gd name="connsiteX74-7925" fmla="*/ 8936182 w 10460182"/>
                  <a:gd name="connsiteY74-7926" fmla="*/ 8174182 h 10487891"/>
                  <a:gd name="connsiteX75-7927" fmla="*/ 8991600 w 10460182"/>
                  <a:gd name="connsiteY75-7928" fmla="*/ 8603673 h 10487891"/>
                  <a:gd name="connsiteX76-7929" fmla="*/ 8963891 w 10460182"/>
                  <a:gd name="connsiteY76-7930" fmla="*/ 8811491 h 10487891"/>
                  <a:gd name="connsiteX77-7931" fmla="*/ 8991600 w 10460182"/>
                  <a:gd name="connsiteY77-7932" fmla="*/ 9047018 h 10487891"/>
                  <a:gd name="connsiteX78-7933" fmla="*/ 8894618 w 10460182"/>
                  <a:gd name="connsiteY78-7934" fmla="*/ 9351818 h 10487891"/>
                  <a:gd name="connsiteX79-7935" fmla="*/ 8922327 w 10460182"/>
                  <a:gd name="connsiteY79-7936" fmla="*/ 9615055 h 10487891"/>
                  <a:gd name="connsiteX80-7937" fmla="*/ 9144000 w 10460182"/>
                  <a:gd name="connsiteY80-7938" fmla="*/ 9781309 h 10487891"/>
                  <a:gd name="connsiteX81-7939" fmla="*/ 9353374 w 10460182"/>
                  <a:gd name="connsiteY81-7940" fmla="*/ 9932153 h 10487891"/>
                  <a:gd name="connsiteX82-7941" fmla="*/ 9504218 w 10460182"/>
                  <a:gd name="connsiteY82-7942" fmla="*/ 9850582 h 10487891"/>
                  <a:gd name="connsiteX83-7943" fmla="*/ 9615054 w 10460182"/>
                  <a:gd name="connsiteY83-7944" fmla="*/ 9767455 h 10487891"/>
                  <a:gd name="connsiteX84-7945" fmla="*/ 9698182 w 10460182"/>
                  <a:gd name="connsiteY84-7946" fmla="*/ 9795164 h 10487891"/>
                  <a:gd name="connsiteX85-7947" fmla="*/ 9684327 w 10460182"/>
                  <a:gd name="connsiteY85-7948" fmla="*/ 10335491 h 10487891"/>
                  <a:gd name="connsiteX86-7949" fmla="*/ 9490363 w 10460182"/>
                  <a:gd name="connsiteY86-7950" fmla="*/ 10487891 h 10487891"/>
                  <a:gd name="connsiteX87-7951" fmla="*/ 9310254 w 10460182"/>
                  <a:gd name="connsiteY87-7952" fmla="*/ 10474037 h 10487891"/>
                  <a:gd name="connsiteX88-7953" fmla="*/ 9227127 w 10460182"/>
                  <a:gd name="connsiteY88-7954" fmla="*/ 10321637 h 10487891"/>
                  <a:gd name="connsiteX89-7955" fmla="*/ 9033163 w 10460182"/>
                  <a:gd name="connsiteY89-7956" fmla="*/ 10072255 h 10487891"/>
                  <a:gd name="connsiteX90-7957" fmla="*/ 8825345 w 10460182"/>
                  <a:gd name="connsiteY90-7958" fmla="*/ 9892146 h 10487891"/>
                  <a:gd name="connsiteX91-7959" fmla="*/ 8534400 w 10460182"/>
                  <a:gd name="connsiteY91-7960" fmla="*/ 9781309 h 10487891"/>
                  <a:gd name="connsiteX92-7961" fmla="*/ 8423563 w 10460182"/>
                  <a:gd name="connsiteY92-7962" fmla="*/ 9725891 h 10487891"/>
                  <a:gd name="connsiteX93-7963" fmla="*/ 8285018 w 10460182"/>
                  <a:gd name="connsiteY93-7964" fmla="*/ 9559637 h 10487891"/>
                  <a:gd name="connsiteX94-7965" fmla="*/ 8257309 w 10460182"/>
                  <a:gd name="connsiteY94-7966" fmla="*/ 9421091 h 10487891"/>
                  <a:gd name="connsiteX95-7967" fmla="*/ 8146472 w 10460182"/>
                  <a:gd name="connsiteY95-7968" fmla="*/ 9434946 h 10487891"/>
                  <a:gd name="connsiteX96-7969" fmla="*/ 8091054 w 10460182"/>
                  <a:gd name="connsiteY96-7970" fmla="*/ 9656618 h 10487891"/>
                  <a:gd name="connsiteX97-7971" fmla="*/ 7806336 w 10460182"/>
                  <a:gd name="connsiteY97-7972" fmla="*/ 9662378 h 10487891"/>
                  <a:gd name="connsiteX98-7973" fmla="*/ 7567694 w 10460182"/>
                  <a:gd name="connsiteY98-7974" fmla="*/ 9599177 h 10487891"/>
                  <a:gd name="connsiteX99-7975" fmla="*/ 7466043 w 10460182"/>
                  <a:gd name="connsiteY99-7976" fmla="*/ 9550452 h 10487891"/>
                  <a:gd name="connsiteX100-7977" fmla="*/ 7439891 w 10460182"/>
                  <a:gd name="connsiteY100-7978" fmla="*/ 9240982 h 10487891"/>
                  <a:gd name="connsiteX101-7979" fmla="*/ 7397859 w 10460182"/>
                  <a:gd name="connsiteY101-7980" fmla="*/ 9434946 h 10487891"/>
                  <a:gd name="connsiteX102-7981" fmla="*/ 7287491 w 10460182"/>
                  <a:gd name="connsiteY102-7982" fmla="*/ 9528969 h 10487891"/>
                  <a:gd name="connsiteX103-7983" fmla="*/ 7232072 w 10460182"/>
                  <a:gd name="connsiteY103-7984" fmla="*/ 9185564 h 10487891"/>
                  <a:gd name="connsiteX104-7985" fmla="*/ 6954982 w 10460182"/>
                  <a:gd name="connsiteY104-7986" fmla="*/ 9268691 h 10487891"/>
                  <a:gd name="connsiteX105-7987" fmla="*/ 6710737 w 10460182"/>
                  <a:gd name="connsiteY105-7988" fmla="*/ 9341078 h 10487891"/>
                  <a:gd name="connsiteX106-7989" fmla="*/ 6674777 w 10460182"/>
                  <a:gd name="connsiteY106-7990" fmla="*/ 9141977 h 10487891"/>
                  <a:gd name="connsiteX107-7991" fmla="*/ 6511636 w 10460182"/>
                  <a:gd name="connsiteY107-7992" fmla="*/ 9033164 h 10487891"/>
                  <a:gd name="connsiteX108-7993" fmla="*/ 6428509 w 10460182"/>
                  <a:gd name="connsiteY108-7994" fmla="*/ 9033164 h 10487891"/>
                  <a:gd name="connsiteX109-7995" fmla="*/ 6325922 w 10460182"/>
                  <a:gd name="connsiteY109-7996" fmla="*/ 9136372 h 10487891"/>
                  <a:gd name="connsiteX110-7997" fmla="*/ 6167763 w 10460182"/>
                  <a:gd name="connsiteY110-7998" fmla="*/ 9057292 h 10487891"/>
                  <a:gd name="connsiteX111-7999" fmla="*/ 6002132 w 10460182"/>
                  <a:gd name="connsiteY111-8000" fmla="*/ 9172799 h 10487891"/>
                  <a:gd name="connsiteX112-8001" fmla="*/ 5749636 w 10460182"/>
                  <a:gd name="connsiteY112-8002" fmla="*/ 9130146 h 10487891"/>
                  <a:gd name="connsiteX113-8003" fmla="*/ 5674760 w 10460182"/>
                  <a:gd name="connsiteY113-8004" fmla="*/ 9160969 h 10487891"/>
                  <a:gd name="connsiteX114-8005" fmla="*/ 5507415 w 10460182"/>
                  <a:gd name="connsiteY114-8006" fmla="*/ 9207202 h 10487891"/>
                  <a:gd name="connsiteX115-8007" fmla="*/ 5505859 w 10460182"/>
                  <a:gd name="connsiteY115-8008" fmla="*/ 8950037 h 10487891"/>
                  <a:gd name="connsiteX116-8009" fmla="*/ 5505857 w 10460182"/>
                  <a:gd name="connsiteY116-8010" fmla="*/ 8714042 h 10487891"/>
                  <a:gd name="connsiteX117-8011" fmla="*/ 5336024 w 10460182"/>
                  <a:gd name="connsiteY117-8012" fmla="*/ 8412357 h 10487891"/>
                  <a:gd name="connsiteX118-8013" fmla="*/ 5230324 w 10460182"/>
                  <a:gd name="connsiteY118-8014" fmla="*/ 8161885 h 10487891"/>
                  <a:gd name="connsiteX119-8015" fmla="*/ 5317031 w 10460182"/>
                  <a:gd name="connsiteY119-8016" fmla="*/ 7689273 h 10487891"/>
                  <a:gd name="connsiteX120-8017" fmla="*/ 5201059 w 10460182"/>
                  <a:gd name="connsiteY120-8018" fmla="*/ 7399417 h 10487891"/>
                  <a:gd name="connsiteX121-8019" fmla="*/ 5250872 w 10460182"/>
                  <a:gd name="connsiteY121-8020" fmla="*/ 7148946 h 10487891"/>
                  <a:gd name="connsiteX122-8021" fmla="*/ 5245735 w 10460182"/>
                  <a:gd name="connsiteY122-8022" fmla="*/ 7097730 h 10487891"/>
                  <a:gd name="connsiteX123-8023" fmla="*/ 4577603 w 10460182"/>
                  <a:gd name="connsiteY123-8024" fmla="*/ 7093061 h 10487891"/>
                  <a:gd name="connsiteX124-8025" fmla="*/ 4528412 w 10460182"/>
                  <a:gd name="connsiteY124-8026" fmla="*/ 6919645 h 10487891"/>
                  <a:gd name="connsiteX125-8027" fmla="*/ 4038834 w 10460182"/>
                  <a:gd name="connsiteY125-8028" fmla="*/ 6895517 h 10487891"/>
                  <a:gd name="connsiteX126-8029" fmla="*/ 3976254 w 10460182"/>
                  <a:gd name="connsiteY126-8030" fmla="*/ 7148946 h 10487891"/>
                  <a:gd name="connsiteX127-8031" fmla="*/ 3932667 w 10460182"/>
                  <a:gd name="connsiteY127-8032" fmla="*/ 7360344 h 10487891"/>
                  <a:gd name="connsiteX128-8033" fmla="*/ 3910095 w 10460182"/>
                  <a:gd name="connsiteY128-8034" fmla="*/ 7482545 h 10487891"/>
                  <a:gd name="connsiteX129-8035" fmla="*/ 3559528 w 10460182"/>
                  <a:gd name="connsiteY129-8036" fmla="*/ 7476941 h 10487891"/>
                  <a:gd name="connsiteX130-8037" fmla="*/ 3311236 w 10460182"/>
                  <a:gd name="connsiteY130-8038" fmla="*/ 7481455 h 10487891"/>
                  <a:gd name="connsiteX131-8039" fmla="*/ 2895600 w 10460182"/>
                  <a:gd name="connsiteY131-8040" fmla="*/ 7467600 h 10487891"/>
                  <a:gd name="connsiteX132-8041" fmla="*/ 2784763 w 10460182"/>
                  <a:gd name="connsiteY132-8042" fmla="*/ 7218218 h 10487891"/>
                  <a:gd name="connsiteX133-8043" fmla="*/ 2604654 w 10460182"/>
                  <a:gd name="connsiteY133-8044" fmla="*/ 6941127 h 10487891"/>
                  <a:gd name="connsiteX134-8045" fmla="*/ 2410691 w 10460182"/>
                  <a:gd name="connsiteY134-8046" fmla="*/ 6442364 h 10487891"/>
                  <a:gd name="connsiteX135-8047" fmla="*/ 2327563 w 10460182"/>
                  <a:gd name="connsiteY135-8048" fmla="*/ 6303818 h 10487891"/>
                  <a:gd name="connsiteX136-8049" fmla="*/ 1662545 w 10460182"/>
                  <a:gd name="connsiteY136-8050" fmla="*/ 6276109 h 10487891"/>
                  <a:gd name="connsiteX137-8051" fmla="*/ 1233054 w 10460182"/>
                  <a:gd name="connsiteY137-8052" fmla="*/ 6276109 h 10487891"/>
                  <a:gd name="connsiteX138-8053" fmla="*/ 1136072 w 10460182"/>
                  <a:gd name="connsiteY138-8054" fmla="*/ 6331527 h 10487891"/>
                  <a:gd name="connsiteX139-8055" fmla="*/ 706582 w 10460182"/>
                  <a:gd name="connsiteY139-8056" fmla="*/ 6289964 h 10487891"/>
                  <a:gd name="connsiteX140-8057" fmla="*/ 318654 w 10460182"/>
                  <a:gd name="connsiteY140-8058" fmla="*/ 6317673 h 10487891"/>
                  <a:gd name="connsiteX141-8059" fmla="*/ 96982 w 10460182"/>
                  <a:gd name="connsiteY141-8060" fmla="*/ 6470073 h 10487891"/>
                  <a:gd name="connsiteX142-8061" fmla="*/ 0 w 10460182"/>
                  <a:gd name="connsiteY142-8062" fmla="*/ 6373091 h 10487891"/>
                  <a:gd name="connsiteX143-8063" fmla="*/ 83127 w 10460182"/>
                  <a:gd name="connsiteY143-8064" fmla="*/ 6317673 h 10487891"/>
                  <a:gd name="connsiteX0-8065" fmla="*/ 83127 w 10460182"/>
                  <a:gd name="connsiteY0-8066" fmla="*/ 6317673 h 10487891"/>
                  <a:gd name="connsiteX1-8067" fmla="*/ 96982 w 10460182"/>
                  <a:gd name="connsiteY1-8068" fmla="*/ 5874327 h 10487891"/>
                  <a:gd name="connsiteX2-8069" fmla="*/ 401782 w 10460182"/>
                  <a:gd name="connsiteY2-8070" fmla="*/ 5611091 h 10487891"/>
                  <a:gd name="connsiteX3-8071" fmla="*/ 651163 w 10460182"/>
                  <a:gd name="connsiteY3-8072" fmla="*/ 5749637 h 10487891"/>
                  <a:gd name="connsiteX4-8073" fmla="*/ 858982 w 10460182"/>
                  <a:gd name="connsiteY4-8074" fmla="*/ 5583382 h 10487891"/>
                  <a:gd name="connsiteX5-8075" fmla="*/ 997527 w 10460182"/>
                  <a:gd name="connsiteY5-8076" fmla="*/ 5430982 h 10487891"/>
                  <a:gd name="connsiteX6-8077" fmla="*/ 1080654 w 10460182"/>
                  <a:gd name="connsiteY6-8078" fmla="*/ 5514109 h 10487891"/>
                  <a:gd name="connsiteX7-8079" fmla="*/ 1191491 w 10460182"/>
                  <a:gd name="connsiteY7-8080" fmla="*/ 5791200 h 10487891"/>
                  <a:gd name="connsiteX8-8081" fmla="*/ 1510145 w 10460182"/>
                  <a:gd name="connsiteY8-8082" fmla="*/ 5624946 h 10487891"/>
                  <a:gd name="connsiteX9-8083" fmla="*/ 1731818 w 10460182"/>
                  <a:gd name="connsiteY9-8084" fmla="*/ 5375564 h 10487891"/>
                  <a:gd name="connsiteX10-8085" fmla="*/ 2022763 w 10460182"/>
                  <a:gd name="connsiteY10-8086" fmla="*/ 5140037 h 10487891"/>
                  <a:gd name="connsiteX11-8087" fmla="*/ 2119745 w 10460182"/>
                  <a:gd name="connsiteY11-8088" fmla="*/ 4710546 h 10487891"/>
                  <a:gd name="connsiteX12-8089" fmla="*/ 2133600 w 10460182"/>
                  <a:gd name="connsiteY12-8090" fmla="*/ 4308764 h 10487891"/>
                  <a:gd name="connsiteX13-8091" fmla="*/ 2355272 w 10460182"/>
                  <a:gd name="connsiteY13-8092" fmla="*/ 3934691 h 10487891"/>
                  <a:gd name="connsiteX14-8093" fmla="*/ 2715491 w 10460182"/>
                  <a:gd name="connsiteY14-8094" fmla="*/ 3532909 h 10487891"/>
                  <a:gd name="connsiteX15-8095" fmla="*/ 2978727 w 10460182"/>
                  <a:gd name="connsiteY15-8096" fmla="*/ 3338946 h 10487891"/>
                  <a:gd name="connsiteX16-8097" fmla="*/ 3006436 w 10460182"/>
                  <a:gd name="connsiteY16-8098" fmla="*/ 2895600 h 10487891"/>
                  <a:gd name="connsiteX17-8099" fmla="*/ 3075709 w 10460182"/>
                  <a:gd name="connsiteY17-8100" fmla="*/ 2604655 h 10487891"/>
                  <a:gd name="connsiteX18-8101" fmla="*/ 3075709 w 10460182"/>
                  <a:gd name="connsiteY18-8102" fmla="*/ 2396837 h 10487891"/>
                  <a:gd name="connsiteX19-8103" fmla="*/ 3214254 w 10460182"/>
                  <a:gd name="connsiteY19-8104" fmla="*/ 2064327 h 10487891"/>
                  <a:gd name="connsiteX20-8105" fmla="*/ 3214254 w 10460182"/>
                  <a:gd name="connsiteY20-8106" fmla="*/ 1773382 h 10487891"/>
                  <a:gd name="connsiteX21-8107" fmla="*/ 3532909 w 10460182"/>
                  <a:gd name="connsiteY21-8108" fmla="*/ 1205346 h 10487891"/>
                  <a:gd name="connsiteX22-8109" fmla="*/ 3463636 w 10460182"/>
                  <a:gd name="connsiteY22-8110" fmla="*/ 831273 h 10487891"/>
                  <a:gd name="connsiteX23-8111" fmla="*/ 3491345 w 10460182"/>
                  <a:gd name="connsiteY23-8112" fmla="*/ 623455 h 10487891"/>
                  <a:gd name="connsiteX24-8113" fmla="*/ 3823854 w 10460182"/>
                  <a:gd name="connsiteY24-8114" fmla="*/ 263237 h 10487891"/>
                  <a:gd name="connsiteX25-8115" fmla="*/ 4017818 w 10460182"/>
                  <a:gd name="connsiteY25-8116" fmla="*/ 138546 h 10487891"/>
                  <a:gd name="connsiteX26-8117" fmla="*/ 4433454 w 10460182"/>
                  <a:gd name="connsiteY26-8118" fmla="*/ 374073 h 10487891"/>
                  <a:gd name="connsiteX27-8119" fmla="*/ 4599709 w 10460182"/>
                  <a:gd name="connsiteY27-8120" fmla="*/ 568037 h 10487891"/>
                  <a:gd name="connsiteX28-8121" fmla="*/ 5070763 w 10460182"/>
                  <a:gd name="connsiteY28-8122" fmla="*/ 623455 h 10487891"/>
                  <a:gd name="connsiteX29-8123" fmla="*/ 5417127 w 10460182"/>
                  <a:gd name="connsiteY29-8124" fmla="*/ 637309 h 10487891"/>
                  <a:gd name="connsiteX30-8125" fmla="*/ 5680363 w 10460182"/>
                  <a:gd name="connsiteY30-8126" fmla="*/ 692727 h 10487891"/>
                  <a:gd name="connsiteX31-8127" fmla="*/ 5860472 w 10460182"/>
                  <a:gd name="connsiteY31-8128" fmla="*/ 360218 h 10487891"/>
                  <a:gd name="connsiteX32-8129" fmla="*/ 6123709 w 10460182"/>
                  <a:gd name="connsiteY32-8130" fmla="*/ 401782 h 10487891"/>
                  <a:gd name="connsiteX33-8131" fmla="*/ 6594763 w 10460182"/>
                  <a:gd name="connsiteY33-8132" fmla="*/ 263237 h 10487891"/>
                  <a:gd name="connsiteX34-8133" fmla="*/ 6761018 w 10460182"/>
                  <a:gd name="connsiteY34-8134" fmla="*/ 207818 h 10487891"/>
                  <a:gd name="connsiteX35-8135" fmla="*/ 7038109 w 10460182"/>
                  <a:gd name="connsiteY35-8136" fmla="*/ 277091 h 10487891"/>
                  <a:gd name="connsiteX36-8137" fmla="*/ 7232072 w 10460182"/>
                  <a:gd name="connsiteY36-8138" fmla="*/ 96982 h 10487891"/>
                  <a:gd name="connsiteX37-8139" fmla="*/ 7356763 w 10460182"/>
                  <a:gd name="connsiteY37-8140" fmla="*/ 0 h 10487891"/>
                  <a:gd name="connsiteX38-8141" fmla="*/ 7606145 w 10460182"/>
                  <a:gd name="connsiteY38-8142" fmla="*/ 83127 h 10487891"/>
                  <a:gd name="connsiteX39-8143" fmla="*/ 7910945 w 10460182"/>
                  <a:gd name="connsiteY39-8144" fmla="*/ 207818 h 10487891"/>
                  <a:gd name="connsiteX40-8145" fmla="*/ 8312727 w 10460182"/>
                  <a:gd name="connsiteY40-8146" fmla="*/ 138546 h 10487891"/>
                  <a:gd name="connsiteX41-8147" fmla="*/ 8672945 w 10460182"/>
                  <a:gd name="connsiteY41-8148" fmla="*/ 443346 h 10487891"/>
                  <a:gd name="connsiteX42-8149" fmla="*/ 8908472 w 10460182"/>
                  <a:gd name="connsiteY42-8150" fmla="*/ 623455 h 10487891"/>
                  <a:gd name="connsiteX43-8151" fmla="*/ 9088582 w 10460182"/>
                  <a:gd name="connsiteY43-8152" fmla="*/ 526473 h 10487891"/>
                  <a:gd name="connsiteX44-8153" fmla="*/ 9351818 w 10460182"/>
                  <a:gd name="connsiteY44-8154" fmla="*/ 471055 h 10487891"/>
                  <a:gd name="connsiteX45-8155" fmla="*/ 9518072 w 10460182"/>
                  <a:gd name="connsiteY45-8156" fmla="*/ 498764 h 10487891"/>
                  <a:gd name="connsiteX46-8157" fmla="*/ 9698182 w 10460182"/>
                  <a:gd name="connsiteY46-8158" fmla="*/ 526473 h 10487891"/>
                  <a:gd name="connsiteX47-8159" fmla="*/ 10002982 w 10460182"/>
                  <a:gd name="connsiteY47-8160" fmla="*/ 872837 h 10487891"/>
                  <a:gd name="connsiteX48-8161" fmla="*/ 10238509 w 10460182"/>
                  <a:gd name="connsiteY48-8162" fmla="*/ 1066800 h 10487891"/>
                  <a:gd name="connsiteX49-8163" fmla="*/ 10224654 w 10460182"/>
                  <a:gd name="connsiteY49-8164" fmla="*/ 1330037 h 10487891"/>
                  <a:gd name="connsiteX50-8165" fmla="*/ 10238509 w 10460182"/>
                  <a:gd name="connsiteY50-8166" fmla="*/ 1524000 h 10487891"/>
                  <a:gd name="connsiteX51-8167" fmla="*/ 10280072 w 10460182"/>
                  <a:gd name="connsiteY51-8168" fmla="*/ 1648691 h 10487891"/>
                  <a:gd name="connsiteX52-8169" fmla="*/ 10460182 w 10460182"/>
                  <a:gd name="connsiteY52-8170" fmla="*/ 1884218 h 10487891"/>
                  <a:gd name="connsiteX53-8171" fmla="*/ 10099963 w 10460182"/>
                  <a:gd name="connsiteY53-8172" fmla="*/ 2341418 h 10487891"/>
                  <a:gd name="connsiteX54-8173" fmla="*/ 9781309 w 10460182"/>
                  <a:gd name="connsiteY54-8174" fmla="*/ 2576946 h 10487891"/>
                  <a:gd name="connsiteX55-8175" fmla="*/ 9601200 w 10460182"/>
                  <a:gd name="connsiteY55-8176" fmla="*/ 3505200 h 10487891"/>
                  <a:gd name="connsiteX56-8177" fmla="*/ 9601200 w 10460182"/>
                  <a:gd name="connsiteY56-8178" fmla="*/ 3796146 h 10487891"/>
                  <a:gd name="connsiteX57-8179" fmla="*/ 9365672 w 10460182"/>
                  <a:gd name="connsiteY57-8180" fmla="*/ 3990109 h 10487891"/>
                  <a:gd name="connsiteX58-8181" fmla="*/ 9310254 w 10460182"/>
                  <a:gd name="connsiteY58-8182" fmla="*/ 4156364 h 10487891"/>
                  <a:gd name="connsiteX59-8183" fmla="*/ 9199418 w 10460182"/>
                  <a:gd name="connsiteY59-8184" fmla="*/ 4364182 h 10487891"/>
                  <a:gd name="connsiteX60-8185" fmla="*/ 9268691 w 10460182"/>
                  <a:gd name="connsiteY60-8186" fmla="*/ 4530437 h 10487891"/>
                  <a:gd name="connsiteX61-8187" fmla="*/ 9337963 w 10460182"/>
                  <a:gd name="connsiteY61-8188" fmla="*/ 4738255 h 10487891"/>
                  <a:gd name="connsiteX62-8189" fmla="*/ 9421091 w 10460182"/>
                  <a:gd name="connsiteY62-8190" fmla="*/ 4987637 h 10487891"/>
                  <a:gd name="connsiteX63-8191" fmla="*/ 9434945 w 10460182"/>
                  <a:gd name="connsiteY63-8192" fmla="*/ 5292437 h 10487891"/>
                  <a:gd name="connsiteX64-8193" fmla="*/ 9462654 w 10460182"/>
                  <a:gd name="connsiteY64-8194" fmla="*/ 5694218 h 10487891"/>
                  <a:gd name="connsiteX65-8195" fmla="*/ 9587345 w 10460182"/>
                  <a:gd name="connsiteY65-8196" fmla="*/ 6054437 h 10487891"/>
                  <a:gd name="connsiteX66-8197" fmla="*/ 9545782 w 10460182"/>
                  <a:gd name="connsiteY66-8198" fmla="*/ 6456218 h 10487891"/>
                  <a:gd name="connsiteX67-8199" fmla="*/ 9933709 w 10460182"/>
                  <a:gd name="connsiteY67-8200" fmla="*/ 6941127 h 10487891"/>
                  <a:gd name="connsiteX68-8201" fmla="*/ 10113818 w 10460182"/>
                  <a:gd name="connsiteY68-8202" fmla="*/ 7287491 h 10487891"/>
                  <a:gd name="connsiteX69-8203" fmla="*/ 10252363 w 10460182"/>
                  <a:gd name="connsiteY69-8204" fmla="*/ 7620000 h 10487891"/>
                  <a:gd name="connsiteX70-8205" fmla="*/ 9670472 w 10460182"/>
                  <a:gd name="connsiteY70-8206" fmla="*/ 7620000 h 10487891"/>
                  <a:gd name="connsiteX71-8207" fmla="*/ 9337963 w 10460182"/>
                  <a:gd name="connsiteY71-8208" fmla="*/ 7730837 h 10487891"/>
                  <a:gd name="connsiteX72-8209" fmla="*/ 9102436 w 10460182"/>
                  <a:gd name="connsiteY72-8210" fmla="*/ 7869382 h 10487891"/>
                  <a:gd name="connsiteX73-8211" fmla="*/ 9019309 w 10460182"/>
                  <a:gd name="connsiteY73-8212" fmla="*/ 8077200 h 10487891"/>
                  <a:gd name="connsiteX74-8213" fmla="*/ 8936182 w 10460182"/>
                  <a:gd name="connsiteY74-8214" fmla="*/ 8174182 h 10487891"/>
                  <a:gd name="connsiteX75-8215" fmla="*/ 8991600 w 10460182"/>
                  <a:gd name="connsiteY75-8216" fmla="*/ 8603673 h 10487891"/>
                  <a:gd name="connsiteX76-8217" fmla="*/ 8963891 w 10460182"/>
                  <a:gd name="connsiteY76-8218" fmla="*/ 8811491 h 10487891"/>
                  <a:gd name="connsiteX77-8219" fmla="*/ 8991600 w 10460182"/>
                  <a:gd name="connsiteY77-8220" fmla="*/ 9047018 h 10487891"/>
                  <a:gd name="connsiteX78-8221" fmla="*/ 8894618 w 10460182"/>
                  <a:gd name="connsiteY78-8222" fmla="*/ 9351818 h 10487891"/>
                  <a:gd name="connsiteX79-8223" fmla="*/ 8922327 w 10460182"/>
                  <a:gd name="connsiteY79-8224" fmla="*/ 9615055 h 10487891"/>
                  <a:gd name="connsiteX80-8225" fmla="*/ 9144000 w 10460182"/>
                  <a:gd name="connsiteY80-8226" fmla="*/ 9781309 h 10487891"/>
                  <a:gd name="connsiteX81-8227" fmla="*/ 9353374 w 10460182"/>
                  <a:gd name="connsiteY81-8228" fmla="*/ 9932153 h 10487891"/>
                  <a:gd name="connsiteX82-8229" fmla="*/ 9529903 w 10460182"/>
                  <a:gd name="connsiteY82-8230" fmla="*/ 9984146 h 10487891"/>
                  <a:gd name="connsiteX83-8231" fmla="*/ 9615054 w 10460182"/>
                  <a:gd name="connsiteY83-8232" fmla="*/ 9767455 h 10487891"/>
                  <a:gd name="connsiteX84-8233" fmla="*/ 9698182 w 10460182"/>
                  <a:gd name="connsiteY84-8234" fmla="*/ 9795164 h 10487891"/>
                  <a:gd name="connsiteX85-8235" fmla="*/ 9684327 w 10460182"/>
                  <a:gd name="connsiteY85-8236" fmla="*/ 10335491 h 10487891"/>
                  <a:gd name="connsiteX86-8237" fmla="*/ 9490363 w 10460182"/>
                  <a:gd name="connsiteY86-8238" fmla="*/ 10487891 h 10487891"/>
                  <a:gd name="connsiteX87-8239" fmla="*/ 9310254 w 10460182"/>
                  <a:gd name="connsiteY87-8240" fmla="*/ 10474037 h 10487891"/>
                  <a:gd name="connsiteX88-8241" fmla="*/ 9227127 w 10460182"/>
                  <a:gd name="connsiteY88-8242" fmla="*/ 10321637 h 10487891"/>
                  <a:gd name="connsiteX89-8243" fmla="*/ 9033163 w 10460182"/>
                  <a:gd name="connsiteY89-8244" fmla="*/ 10072255 h 10487891"/>
                  <a:gd name="connsiteX90-8245" fmla="*/ 8825345 w 10460182"/>
                  <a:gd name="connsiteY90-8246" fmla="*/ 9892146 h 10487891"/>
                  <a:gd name="connsiteX91-8247" fmla="*/ 8534400 w 10460182"/>
                  <a:gd name="connsiteY91-8248" fmla="*/ 9781309 h 10487891"/>
                  <a:gd name="connsiteX92-8249" fmla="*/ 8423563 w 10460182"/>
                  <a:gd name="connsiteY92-8250" fmla="*/ 9725891 h 10487891"/>
                  <a:gd name="connsiteX93-8251" fmla="*/ 8285018 w 10460182"/>
                  <a:gd name="connsiteY93-8252" fmla="*/ 9559637 h 10487891"/>
                  <a:gd name="connsiteX94-8253" fmla="*/ 8257309 w 10460182"/>
                  <a:gd name="connsiteY94-8254" fmla="*/ 9421091 h 10487891"/>
                  <a:gd name="connsiteX95-8255" fmla="*/ 8146472 w 10460182"/>
                  <a:gd name="connsiteY95-8256" fmla="*/ 9434946 h 10487891"/>
                  <a:gd name="connsiteX96-8257" fmla="*/ 8091054 w 10460182"/>
                  <a:gd name="connsiteY96-8258" fmla="*/ 9656618 h 10487891"/>
                  <a:gd name="connsiteX97-8259" fmla="*/ 7806336 w 10460182"/>
                  <a:gd name="connsiteY97-8260" fmla="*/ 9662378 h 10487891"/>
                  <a:gd name="connsiteX98-8261" fmla="*/ 7567694 w 10460182"/>
                  <a:gd name="connsiteY98-8262" fmla="*/ 9599177 h 10487891"/>
                  <a:gd name="connsiteX99-8263" fmla="*/ 7466043 w 10460182"/>
                  <a:gd name="connsiteY99-8264" fmla="*/ 9550452 h 10487891"/>
                  <a:gd name="connsiteX100-8265" fmla="*/ 7439891 w 10460182"/>
                  <a:gd name="connsiteY100-8266" fmla="*/ 9240982 h 10487891"/>
                  <a:gd name="connsiteX101-8267" fmla="*/ 7397859 w 10460182"/>
                  <a:gd name="connsiteY101-8268" fmla="*/ 9434946 h 10487891"/>
                  <a:gd name="connsiteX102-8269" fmla="*/ 7287491 w 10460182"/>
                  <a:gd name="connsiteY102-8270" fmla="*/ 9528969 h 10487891"/>
                  <a:gd name="connsiteX103-8271" fmla="*/ 7232072 w 10460182"/>
                  <a:gd name="connsiteY103-8272" fmla="*/ 9185564 h 10487891"/>
                  <a:gd name="connsiteX104-8273" fmla="*/ 6954982 w 10460182"/>
                  <a:gd name="connsiteY104-8274" fmla="*/ 9268691 h 10487891"/>
                  <a:gd name="connsiteX105-8275" fmla="*/ 6710737 w 10460182"/>
                  <a:gd name="connsiteY105-8276" fmla="*/ 9341078 h 10487891"/>
                  <a:gd name="connsiteX106-8277" fmla="*/ 6674777 w 10460182"/>
                  <a:gd name="connsiteY106-8278" fmla="*/ 9141977 h 10487891"/>
                  <a:gd name="connsiteX107-8279" fmla="*/ 6511636 w 10460182"/>
                  <a:gd name="connsiteY107-8280" fmla="*/ 9033164 h 10487891"/>
                  <a:gd name="connsiteX108-8281" fmla="*/ 6428509 w 10460182"/>
                  <a:gd name="connsiteY108-8282" fmla="*/ 9033164 h 10487891"/>
                  <a:gd name="connsiteX109-8283" fmla="*/ 6325922 w 10460182"/>
                  <a:gd name="connsiteY109-8284" fmla="*/ 9136372 h 10487891"/>
                  <a:gd name="connsiteX110-8285" fmla="*/ 6167763 w 10460182"/>
                  <a:gd name="connsiteY110-8286" fmla="*/ 9057292 h 10487891"/>
                  <a:gd name="connsiteX111-8287" fmla="*/ 6002132 w 10460182"/>
                  <a:gd name="connsiteY111-8288" fmla="*/ 9172799 h 10487891"/>
                  <a:gd name="connsiteX112-8289" fmla="*/ 5749636 w 10460182"/>
                  <a:gd name="connsiteY112-8290" fmla="*/ 9130146 h 10487891"/>
                  <a:gd name="connsiteX113-8291" fmla="*/ 5674760 w 10460182"/>
                  <a:gd name="connsiteY113-8292" fmla="*/ 9160969 h 10487891"/>
                  <a:gd name="connsiteX114-8293" fmla="*/ 5507415 w 10460182"/>
                  <a:gd name="connsiteY114-8294" fmla="*/ 9207202 h 10487891"/>
                  <a:gd name="connsiteX115-8295" fmla="*/ 5505859 w 10460182"/>
                  <a:gd name="connsiteY115-8296" fmla="*/ 8950037 h 10487891"/>
                  <a:gd name="connsiteX116-8297" fmla="*/ 5505857 w 10460182"/>
                  <a:gd name="connsiteY116-8298" fmla="*/ 8714042 h 10487891"/>
                  <a:gd name="connsiteX117-8299" fmla="*/ 5336024 w 10460182"/>
                  <a:gd name="connsiteY117-8300" fmla="*/ 8412357 h 10487891"/>
                  <a:gd name="connsiteX118-8301" fmla="*/ 5230324 w 10460182"/>
                  <a:gd name="connsiteY118-8302" fmla="*/ 8161885 h 10487891"/>
                  <a:gd name="connsiteX119-8303" fmla="*/ 5317031 w 10460182"/>
                  <a:gd name="connsiteY119-8304" fmla="*/ 7689273 h 10487891"/>
                  <a:gd name="connsiteX120-8305" fmla="*/ 5201059 w 10460182"/>
                  <a:gd name="connsiteY120-8306" fmla="*/ 7399417 h 10487891"/>
                  <a:gd name="connsiteX121-8307" fmla="*/ 5250872 w 10460182"/>
                  <a:gd name="connsiteY121-8308" fmla="*/ 7148946 h 10487891"/>
                  <a:gd name="connsiteX122-8309" fmla="*/ 5245735 w 10460182"/>
                  <a:gd name="connsiteY122-8310" fmla="*/ 7097730 h 10487891"/>
                  <a:gd name="connsiteX123-8311" fmla="*/ 4577603 w 10460182"/>
                  <a:gd name="connsiteY123-8312" fmla="*/ 7093061 h 10487891"/>
                  <a:gd name="connsiteX124-8313" fmla="*/ 4528412 w 10460182"/>
                  <a:gd name="connsiteY124-8314" fmla="*/ 6919645 h 10487891"/>
                  <a:gd name="connsiteX125-8315" fmla="*/ 4038834 w 10460182"/>
                  <a:gd name="connsiteY125-8316" fmla="*/ 6895517 h 10487891"/>
                  <a:gd name="connsiteX126-8317" fmla="*/ 3976254 w 10460182"/>
                  <a:gd name="connsiteY126-8318" fmla="*/ 7148946 h 10487891"/>
                  <a:gd name="connsiteX127-8319" fmla="*/ 3932667 w 10460182"/>
                  <a:gd name="connsiteY127-8320" fmla="*/ 7360344 h 10487891"/>
                  <a:gd name="connsiteX128-8321" fmla="*/ 3910095 w 10460182"/>
                  <a:gd name="connsiteY128-8322" fmla="*/ 7482545 h 10487891"/>
                  <a:gd name="connsiteX129-8323" fmla="*/ 3559528 w 10460182"/>
                  <a:gd name="connsiteY129-8324" fmla="*/ 7476941 h 10487891"/>
                  <a:gd name="connsiteX130-8325" fmla="*/ 3311236 w 10460182"/>
                  <a:gd name="connsiteY130-8326" fmla="*/ 7481455 h 10487891"/>
                  <a:gd name="connsiteX131-8327" fmla="*/ 2895600 w 10460182"/>
                  <a:gd name="connsiteY131-8328" fmla="*/ 7467600 h 10487891"/>
                  <a:gd name="connsiteX132-8329" fmla="*/ 2784763 w 10460182"/>
                  <a:gd name="connsiteY132-8330" fmla="*/ 7218218 h 10487891"/>
                  <a:gd name="connsiteX133-8331" fmla="*/ 2604654 w 10460182"/>
                  <a:gd name="connsiteY133-8332" fmla="*/ 6941127 h 10487891"/>
                  <a:gd name="connsiteX134-8333" fmla="*/ 2410691 w 10460182"/>
                  <a:gd name="connsiteY134-8334" fmla="*/ 6442364 h 10487891"/>
                  <a:gd name="connsiteX135-8335" fmla="*/ 2327563 w 10460182"/>
                  <a:gd name="connsiteY135-8336" fmla="*/ 6303818 h 10487891"/>
                  <a:gd name="connsiteX136-8337" fmla="*/ 1662545 w 10460182"/>
                  <a:gd name="connsiteY136-8338" fmla="*/ 6276109 h 10487891"/>
                  <a:gd name="connsiteX137-8339" fmla="*/ 1233054 w 10460182"/>
                  <a:gd name="connsiteY137-8340" fmla="*/ 6276109 h 10487891"/>
                  <a:gd name="connsiteX138-8341" fmla="*/ 1136072 w 10460182"/>
                  <a:gd name="connsiteY138-8342" fmla="*/ 6331527 h 10487891"/>
                  <a:gd name="connsiteX139-8343" fmla="*/ 706582 w 10460182"/>
                  <a:gd name="connsiteY139-8344" fmla="*/ 6289964 h 10487891"/>
                  <a:gd name="connsiteX140-8345" fmla="*/ 318654 w 10460182"/>
                  <a:gd name="connsiteY140-8346" fmla="*/ 6317673 h 10487891"/>
                  <a:gd name="connsiteX141-8347" fmla="*/ 96982 w 10460182"/>
                  <a:gd name="connsiteY141-8348" fmla="*/ 6470073 h 10487891"/>
                  <a:gd name="connsiteX142-8349" fmla="*/ 0 w 10460182"/>
                  <a:gd name="connsiteY142-8350" fmla="*/ 6373091 h 10487891"/>
                  <a:gd name="connsiteX143-8351" fmla="*/ 83127 w 10460182"/>
                  <a:gd name="connsiteY143-8352" fmla="*/ 6317673 h 10487891"/>
                  <a:gd name="connsiteX0-8353" fmla="*/ 83127 w 10460182"/>
                  <a:gd name="connsiteY0-8354" fmla="*/ 6317673 h 10487891"/>
                  <a:gd name="connsiteX1-8355" fmla="*/ 96982 w 10460182"/>
                  <a:gd name="connsiteY1-8356" fmla="*/ 5874327 h 10487891"/>
                  <a:gd name="connsiteX2-8357" fmla="*/ 401782 w 10460182"/>
                  <a:gd name="connsiteY2-8358" fmla="*/ 5611091 h 10487891"/>
                  <a:gd name="connsiteX3-8359" fmla="*/ 651163 w 10460182"/>
                  <a:gd name="connsiteY3-8360" fmla="*/ 5749637 h 10487891"/>
                  <a:gd name="connsiteX4-8361" fmla="*/ 858982 w 10460182"/>
                  <a:gd name="connsiteY4-8362" fmla="*/ 5583382 h 10487891"/>
                  <a:gd name="connsiteX5-8363" fmla="*/ 997527 w 10460182"/>
                  <a:gd name="connsiteY5-8364" fmla="*/ 5430982 h 10487891"/>
                  <a:gd name="connsiteX6-8365" fmla="*/ 1080654 w 10460182"/>
                  <a:gd name="connsiteY6-8366" fmla="*/ 5514109 h 10487891"/>
                  <a:gd name="connsiteX7-8367" fmla="*/ 1191491 w 10460182"/>
                  <a:gd name="connsiteY7-8368" fmla="*/ 5791200 h 10487891"/>
                  <a:gd name="connsiteX8-8369" fmla="*/ 1510145 w 10460182"/>
                  <a:gd name="connsiteY8-8370" fmla="*/ 5624946 h 10487891"/>
                  <a:gd name="connsiteX9-8371" fmla="*/ 1731818 w 10460182"/>
                  <a:gd name="connsiteY9-8372" fmla="*/ 5375564 h 10487891"/>
                  <a:gd name="connsiteX10-8373" fmla="*/ 2022763 w 10460182"/>
                  <a:gd name="connsiteY10-8374" fmla="*/ 5140037 h 10487891"/>
                  <a:gd name="connsiteX11-8375" fmla="*/ 2119745 w 10460182"/>
                  <a:gd name="connsiteY11-8376" fmla="*/ 4710546 h 10487891"/>
                  <a:gd name="connsiteX12-8377" fmla="*/ 2133600 w 10460182"/>
                  <a:gd name="connsiteY12-8378" fmla="*/ 4308764 h 10487891"/>
                  <a:gd name="connsiteX13-8379" fmla="*/ 2355272 w 10460182"/>
                  <a:gd name="connsiteY13-8380" fmla="*/ 3934691 h 10487891"/>
                  <a:gd name="connsiteX14-8381" fmla="*/ 2715491 w 10460182"/>
                  <a:gd name="connsiteY14-8382" fmla="*/ 3532909 h 10487891"/>
                  <a:gd name="connsiteX15-8383" fmla="*/ 2978727 w 10460182"/>
                  <a:gd name="connsiteY15-8384" fmla="*/ 3338946 h 10487891"/>
                  <a:gd name="connsiteX16-8385" fmla="*/ 3006436 w 10460182"/>
                  <a:gd name="connsiteY16-8386" fmla="*/ 2895600 h 10487891"/>
                  <a:gd name="connsiteX17-8387" fmla="*/ 3075709 w 10460182"/>
                  <a:gd name="connsiteY17-8388" fmla="*/ 2604655 h 10487891"/>
                  <a:gd name="connsiteX18-8389" fmla="*/ 3075709 w 10460182"/>
                  <a:gd name="connsiteY18-8390" fmla="*/ 2396837 h 10487891"/>
                  <a:gd name="connsiteX19-8391" fmla="*/ 3214254 w 10460182"/>
                  <a:gd name="connsiteY19-8392" fmla="*/ 2064327 h 10487891"/>
                  <a:gd name="connsiteX20-8393" fmla="*/ 3214254 w 10460182"/>
                  <a:gd name="connsiteY20-8394" fmla="*/ 1773382 h 10487891"/>
                  <a:gd name="connsiteX21-8395" fmla="*/ 3532909 w 10460182"/>
                  <a:gd name="connsiteY21-8396" fmla="*/ 1205346 h 10487891"/>
                  <a:gd name="connsiteX22-8397" fmla="*/ 3463636 w 10460182"/>
                  <a:gd name="connsiteY22-8398" fmla="*/ 831273 h 10487891"/>
                  <a:gd name="connsiteX23-8399" fmla="*/ 3491345 w 10460182"/>
                  <a:gd name="connsiteY23-8400" fmla="*/ 623455 h 10487891"/>
                  <a:gd name="connsiteX24-8401" fmla="*/ 3823854 w 10460182"/>
                  <a:gd name="connsiteY24-8402" fmla="*/ 263237 h 10487891"/>
                  <a:gd name="connsiteX25-8403" fmla="*/ 4017818 w 10460182"/>
                  <a:gd name="connsiteY25-8404" fmla="*/ 138546 h 10487891"/>
                  <a:gd name="connsiteX26-8405" fmla="*/ 4433454 w 10460182"/>
                  <a:gd name="connsiteY26-8406" fmla="*/ 374073 h 10487891"/>
                  <a:gd name="connsiteX27-8407" fmla="*/ 4599709 w 10460182"/>
                  <a:gd name="connsiteY27-8408" fmla="*/ 568037 h 10487891"/>
                  <a:gd name="connsiteX28-8409" fmla="*/ 5070763 w 10460182"/>
                  <a:gd name="connsiteY28-8410" fmla="*/ 623455 h 10487891"/>
                  <a:gd name="connsiteX29-8411" fmla="*/ 5417127 w 10460182"/>
                  <a:gd name="connsiteY29-8412" fmla="*/ 637309 h 10487891"/>
                  <a:gd name="connsiteX30-8413" fmla="*/ 5680363 w 10460182"/>
                  <a:gd name="connsiteY30-8414" fmla="*/ 692727 h 10487891"/>
                  <a:gd name="connsiteX31-8415" fmla="*/ 5860472 w 10460182"/>
                  <a:gd name="connsiteY31-8416" fmla="*/ 360218 h 10487891"/>
                  <a:gd name="connsiteX32-8417" fmla="*/ 6123709 w 10460182"/>
                  <a:gd name="connsiteY32-8418" fmla="*/ 401782 h 10487891"/>
                  <a:gd name="connsiteX33-8419" fmla="*/ 6594763 w 10460182"/>
                  <a:gd name="connsiteY33-8420" fmla="*/ 263237 h 10487891"/>
                  <a:gd name="connsiteX34-8421" fmla="*/ 6761018 w 10460182"/>
                  <a:gd name="connsiteY34-8422" fmla="*/ 207818 h 10487891"/>
                  <a:gd name="connsiteX35-8423" fmla="*/ 7038109 w 10460182"/>
                  <a:gd name="connsiteY35-8424" fmla="*/ 277091 h 10487891"/>
                  <a:gd name="connsiteX36-8425" fmla="*/ 7232072 w 10460182"/>
                  <a:gd name="connsiteY36-8426" fmla="*/ 96982 h 10487891"/>
                  <a:gd name="connsiteX37-8427" fmla="*/ 7356763 w 10460182"/>
                  <a:gd name="connsiteY37-8428" fmla="*/ 0 h 10487891"/>
                  <a:gd name="connsiteX38-8429" fmla="*/ 7606145 w 10460182"/>
                  <a:gd name="connsiteY38-8430" fmla="*/ 83127 h 10487891"/>
                  <a:gd name="connsiteX39-8431" fmla="*/ 7910945 w 10460182"/>
                  <a:gd name="connsiteY39-8432" fmla="*/ 207818 h 10487891"/>
                  <a:gd name="connsiteX40-8433" fmla="*/ 8312727 w 10460182"/>
                  <a:gd name="connsiteY40-8434" fmla="*/ 138546 h 10487891"/>
                  <a:gd name="connsiteX41-8435" fmla="*/ 8672945 w 10460182"/>
                  <a:gd name="connsiteY41-8436" fmla="*/ 443346 h 10487891"/>
                  <a:gd name="connsiteX42-8437" fmla="*/ 8908472 w 10460182"/>
                  <a:gd name="connsiteY42-8438" fmla="*/ 623455 h 10487891"/>
                  <a:gd name="connsiteX43-8439" fmla="*/ 9088582 w 10460182"/>
                  <a:gd name="connsiteY43-8440" fmla="*/ 526473 h 10487891"/>
                  <a:gd name="connsiteX44-8441" fmla="*/ 9351818 w 10460182"/>
                  <a:gd name="connsiteY44-8442" fmla="*/ 471055 h 10487891"/>
                  <a:gd name="connsiteX45-8443" fmla="*/ 9518072 w 10460182"/>
                  <a:gd name="connsiteY45-8444" fmla="*/ 498764 h 10487891"/>
                  <a:gd name="connsiteX46-8445" fmla="*/ 9698182 w 10460182"/>
                  <a:gd name="connsiteY46-8446" fmla="*/ 526473 h 10487891"/>
                  <a:gd name="connsiteX47-8447" fmla="*/ 10002982 w 10460182"/>
                  <a:gd name="connsiteY47-8448" fmla="*/ 872837 h 10487891"/>
                  <a:gd name="connsiteX48-8449" fmla="*/ 10238509 w 10460182"/>
                  <a:gd name="connsiteY48-8450" fmla="*/ 1066800 h 10487891"/>
                  <a:gd name="connsiteX49-8451" fmla="*/ 10224654 w 10460182"/>
                  <a:gd name="connsiteY49-8452" fmla="*/ 1330037 h 10487891"/>
                  <a:gd name="connsiteX50-8453" fmla="*/ 10238509 w 10460182"/>
                  <a:gd name="connsiteY50-8454" fmla="*/ 1524000 h 10487891"/>
                  <a:gd name="connsiteX51-8455" fmla="*/ 10280072 w 10460182"/>
                  <a:gd name="connsiteY51-8456" fmla="*/ 1648691 h 10487891"/>
                  <a:gd name="connsiteX52-8457" fmla="*/ 10460182 w 10460182"/>
                  <a:gd name="connsiteY52-8458" fmla="*/ 1884218 h 10487891"/>
                  <a:gd name="connsiteX53-8459" fmla="*/ 10099963 w 10460182"/>
                  <a:gd name="connsiteY53-8460" fmla="*/ 2341418 h 10487891"/>
                  <a:gd name="connsiteX54-8461" fmla="*/ 9781309 w 10460182"/>
                  <a:gd name="connsiteY54-8462" fmla="*/ 2576946 h 10487891"/>
                  <a:gd name="connsiteX55-8463" fmla="*/ 9601200 w 10460182"/>
                  <a:gd name="connsiteY55-8464" fmla="*/ 3505200 h 10487891"/>
                  <a:gd name="connsiteX56-8465" fmla="*/ 9601200 w 10460182"/>
                  <a:gd name="connsiteY56-8466" fmla="*/ 3796146 h 10487891"/>
                  <a:gd name="connsiteX57-8467" fmla="*/ 9365672 w 10460182"/>
                  <a:gd name="connsiteY57-8468" fmla="*/ 3990109 h 10487891"/>
                  <a:gd name="connsiteX58-8469" fmla="*/ 9310254 w 10460182"/>
                  <a:gd name="connsiteY58-8470" fmla="*/ 4156364 h 10487891"/>
                  <a:gd name="connsiteX59-8471" fmla="*/ 9199418 w 10460182"/>
                  <a:gd name="connsiteY59-8472" fmla="*/ 4364182 h 10487891"/>
                  <a:gd name="connsiteX60-8473" fmla="*/ 9268691 w 10460182"/>
                  <a:gd name="connsiteY60-8474" fmla="*/ 4530437 h 10487891"/>
                  <a:gd name="connsiteX61-8475" fmla="*/ 9337963 w 10460182"/>
                  <a:gd name="connsiteY61-8476" fmla="*/ 4738255 h 10487891"/>
                  <a:gd name="connsiteX62-8477" fmla="*/ 9421091 w 10460182"/>
                  <a:gd name="connsiteY62-8478" fmla="*/ 4987637 h 10487891"/>
                  <a:gd name="connsiteX63-8479" fmla="*/ 9434945 w 10460182"/>
                  <a:gd name="connsiteY63-8480" fmla="*/ 5292437 h 10487891"/>
                  <a:gd name="connsiteX64-8481" fmla="*/ 9462654 w 10460182"/>
                  <a:gd name="connsiteY64-8482" fmla="*/ 5694218 h 10487891"/>
                  <a:gd name="connsiteX65-8483" fmla="*/ 9587345 w 10460182"/>
                  <a:gd name="connsiteY65-8484" fmla="*/ 6054437 h 10487891"/>
                  <a:gd name="connsiteX66-8485" fmla="*/ 9545782 w 10460182"/>
                  <a:gd name="connsiteY66-8486" fmla="*/ 6456218 h 10487891"/>
                  <a:gd name="connsiteX67-8487" fmla="*/ 9933709 w 10460182"/>
                  <a:gd name="connsiteY67-8488" fmla="*/ 6941127 h 10487891"/>
                  <a:gd name="connsiteX68-8489" fmla="*/ 10113818 w 10460182"/>
                  <a:gd name="connsiteY68-8490" fmla="*/ 7287491 h 10487891"/>
                  <a:gd name="connsiteX69-8491" fmla="*/ 10252363 w 10460182"/>
                  <a:gd name="connsiteY69-8492" fmla="*/ 7620000 h 10487891"/>
                  <a:gd name="connsiteX70-8493" fmla="*/ 9670472 w 10460182"/>
                  <a:gd name="connsiteY70-8494" fmla="*/ 7620000 h 10487891"/>
                  <a:gd name="connsiteX71-8495" fmla="*/ 9337963 w 10460182"/>
                  <a:gd name="connsiteY71-8496" fmla="*/ 7730837 h 10487891"/>
                  <a:gd name="connsiteX72-8497" fmla="*/ 9102436 w 10460182"/>
                  <a:gd name="connsiteY72-8498" fmla="*/ 7869382 h 10487891"/>
                  <a:gd name="connsiteX73-8499" fmla="*/ 9019309 w 10460182"/>
                  <a:gd name="connsiteY73-8500" fmla="*/ 8077200 h 10487891"/>
                  <a:gd name="connsiteX74-8501" fmla="*/ 8936182 w 10460182"/>
                  <a:gd name="connsiteY74-8502" fmla="*/ 8174182 h 10487891"/>
                  <a:gd name="connsiteX75-8503" fmla="*/ 8991600 w 10460182"/>
                  <a:gd name="connsiteY75-8504" fmla="*/ 8603673 h 10487891"/>
                  <a:gd name="connsiteX76-8505" fmla="*/ 8963891 w 10460182"/>
                  <a:gd name="connsiteY76-8506" fmla="*/ 8811491 h 10487891"/>
                  <a:gd name="connsiteX77-8507" fmla="*/ 8991600 w 10460182"/>
                  <a:gd name="connsiteY77-8508" fmla="*/ 9047018 h 10487891"/>
                  <a:gd name="connsiteX78-8509" fmla="*/ 8894618 w 10460182"/>
                  <a:gd name="connsiteY78-8510" fmla="*/ 9351818 h 10487891"/>
                  <a:gd name="connsiteX79-8511" fmla="*/ 8922327 w 10460182"/>
                  <a:gd name="connsiteY79-8512" fmla="*/ 9615055 h 10487891"/>
                  <a:gd name="connsiteX80-8513" fmla="*/ 9144000 w 10460182"/>
                  <a:gd name="connsiteY80-8514" fmla="*/ 9781309 h 10487891"/>
                  <a:gd name="connsiteX81-8515" fmla="*/ 9353374 w 10460182"/>
                  <a:gd name="connsiteY81-8516" fmla="*/ 9932153 h 10487891"/>
                  <a:gd name="connsiteX82-8517" fmla="*/ 9529903 w 10460182"/>
                  <a:gd name="connsiteY82-8518" fmla="*/ 9984146 h 10487891"/>
                  <a:gd name="connsiteX83-8519" fmla="*/ 9615054 w 10460182"/>
                  <a:gd name="connsiteY83-8520" fmla="*/ 9767455 h 10487891"/>
                  <a:gd name="connsiteX84-8521" fmla="*/ 9677633 w 10460182"/>
                  <a:gd name="connsiteY84-8522" fmla="*/ 9882495 h 10487891"/>
                  <a:gd name="connsiteX85-8523" fmla="*/ 9684327 w 10460182"/>
                  <a:gd name="connsiteY85-8524" fmla="*/ 10335491 h 10487891"/>
                  <a:gd name="connsiteX86-8525" fmla="*/ 9490363 w 10460182"/>
                  <a:gd name="connsiteY86-8526" fmla="*/ 10487891 h 10487891"/>
                  <a:gd name="connsiteX87-8527" fmla="*/ 9310254 w 10460182"/>
                  <a:gd name="connsiteY87-8528" fmla="*/ 10474037 h 10487891"/>
                  <a:gd name="connsiteX88-8529" fmla="*/ 9227127 w 10460182"/>
                  <a:gd name="connsiteY88-8530" fmla="*/ 10321637 h 10487891"/>
                  <a:gd name="connsiteX89-8531" fmla="*/ 9033163 w 10460182"/>
                  <a:gd name="connsiteY89-8532" fmla="*/ 10072255 h 10487891"/>
                  <a:gd name="connsiteX90-8533" fmla="*/ 8825345 w 10460182"/>
                  <a:gd name="connsiteY90-8534" fmla="*/ 9892146 h 10487891"/>
                  <a:gd name="connsiteX91-8535" fmla="*/ 8534400 w 10460182"/>
                  <a:gd name="connsiteY91-8536" fmla="*/ 9781309 h 10487891"/>
                  <a:gd name="connsiteX92-8537" fmla="*/ 8423563 w 10460182"/>
                  <a:gd name="connsiteY92-8538" fmla="*/ 9725891 h 10487891"/>
                  <a:gd name="connsiteX93-8539" fmla="*/ 8285018 w 10460182"/>
                  <a:gd name="connsiteY93-8540" fmla="*/ 9559637 h 10487891"/>
                  <a:gd name="connsiteX94-8541" fmla="*/ 8257309 w 10460182"/>
                  <a:gd name="connsiteY94-8542" fmla="*/ 9421091 h 10487891"/>
                  <a:gd name="connsiteX95-8543" fmla="*/ 8146472 w 10460182"/>
                  <a:gd name="connsiteY95-8544" fmla="*/ 9434946 h 10487891"/>
                  <a:gd name="connsiteX96-8545" fmla="*/ 8091054 w 10460182"/>
                  <a:gd name="connsiteY96-8546" fmla="*/ 9656618 h 10487891"/>
                  <a:gd name="connsiteX97-8547" fmla="*/ 7806336 w 10460182"/>
                  <a:gd name="connsiteY97-8548" fmla="*/ 9662378 h 10487891"/>
                  <a:gd name="connsiteX98-8549" fmla="*/ 7567694 w 10460182"/>
                  <a:gd name="connsiteY98-8550" fmla="*/ 9599177 h 10487891"/>
                  <a:gd name="connsiteX99-8551" fmla="*/ 7466043 w 10460182"/>
                  <a:gd name="connsiteY99-8552" fmla="*/ 9550452 h 10487891"/>
                  <a:gd name="connsiteX100-8553" fmla="*/ 7439891 w 10460182"/>
                  <a:gd name="connsiteY100-8554" fmla="*/ 9240982 h 10487891"/>
                  <a:gd name="connsiteX101-8555" fmla="*/ 7397859 w 10460182"/>
                  <a:gd name="connsiteY101-8556" fmla="*/ 9434946 h 10487891"/>
                  <a:gd name="connsiteX102-8557" fmla="*/ 7287491 w 10460182"/>
                  <a:gd name="connsiteY102-8558" fmla="*/ 9528969 h 10487891"/>
                  <a:gd name="connsiteX103-8559" fmla="*/ 7232072 w 10460182"/>
                  <a:gd name="connsiteY103-8560" fmla="*/ 9185564 h 10487891"/>
                  <a:gd name="connsiteX104-8561" fmla="*/ 6954982 w 10460182"/>
                  <a:gd name="connsiteY104-8562" fmla="*/ 9268691 h 10487891"/>
                  <a:gd name="connsiteX105-8563" fmla="*/ 6710737 w 10460182"/>
                  <a:gd name="connsiteY105-8564" fmla="*/ 9341078 h 10487891"/>
                  <a:gd name="connsiteX106-8565" fmla="*/ 6674777 w 10460182"/>
                  <a:gd name="connsiteY106-8566" fmla="*/ 9141977 h 10487891"/>
                  <a:gd name="connsiteX107-8567" fmla="*/ 6511636 w 10460182"/>
                  <a:gd name="connsiteY107-8568" fmla="*/ 9033164 h 10487891"/>
                  <a:gd name="connsiteX108-8569" fmla="*/ 6428509 w 10460182"/>
                  <a:gd name="connsiteY108-8570" fmla="*/ 9033164 h 10487891"/>
                  <a:gd name="connsiteX109-8571" fmla="*/ 6325922 w 10460182"/>
                  <a:gd name="connsiteY109-8572" fmla="*/ 9136372 h 10487891"/>
                  <a:gd name="connsiteX110-8573" fmla="*/ 6167763 w 10460182"/>
                  <a:gd name="connsiteY110-8574" fmla="*/ 9057292 h 10487891"/>
                  <a:gd name="connsiteX111-8575" fmla="*/ 6002132 w 10460182"/>
                  <a:gd name="connsiteY111-8576" fmla="*/ 9172799 h 10487891"/>
                  <a:gd name="connsiteX112-8577" fmla="*/ 5749636 w 10460182"/>
                  <a:gd name="connsiteY112-8578" fmla="*/ 9130146 h 10487891"/>
                  <a:gd name="connsiteX113-8579" fmla="*/ 5674760 w 10460182"/>
                  <a:gd name="connsiteY113-8580" fmla="*/ 9160969 h 10487891"/>
                  <a:gd name="connsiteX114-8581" fmla="*/ 5507415 w 10460182"/>
                  <a:gd name="connsiteY114-8582" fmla="*/ 9207202 h 10487891"/>
                  <a:gd name="connsiteX115-8583" fmla="*/ 5505859 w 10460182"/>
                  <a:gd name="connsiteY115-8584" fmla="*/ 8950037 h 10487891"/>
                  <a:gd name="connsiteX116-8585" fmla="*/ 5505857 w 10460182"/>
                  <a:gd name="connsiteY116-8586" fmla="*/ 8714042 h 10487891"/>
                  <a:gd name="connsiteX117-8587" fmla="*/ 5336024 w 10460182"/>
                  <a:gd name="connsiteY117-8588" fmla="*/ 8412357 h 10487891"/>
                  <a:gd name="connsiteX118-8589" fmla="*/ 5230324 w 10460182"/>
                  <a:gd name="connsiteY118-8590" fmla="*/ 8161885 h 10487891"/>
                  <a:gd name="connsiteX119-8591" fmla="*/ 5317031 w 10460182"/>
                  <a:gd name="connsiteY119-8592" fmla="*/ 7689273 h 10487891"/>
                  <a:gd name="connsiteX120-8593" fmla="*/ 5201059 w 10460182"/>
                  <a:gd name="connsiteY120-8594" fmla="*/ 7399417 h 10487891"/>
                  <a:gd name="connsiteX121-8595" fmla="*/ 5250872 w 10460182"/>
                  <a:gd name="connsiteY121-8596" fmla="*/ 7148946 h 10487891"/>
                  <a:gd name="connsiteX122-8597" fmla="*/ 5245735 w 10460182"/>
                  <a:gd name="connsiteY122-8598" fmla="*/ 7097730 h 10487891"/>
                  <a:gd name="connsiteX123-8599" fmla="*/ 4577603 w 10460182"/>
                  <a:gd name="connsiteY123-8600" fmla="*/ 7093061 h 10487891"/>
                  <a:gd name="connsiteX124-8601" fmla="*/ 4528412 w 10460182"/>
                  <a:gd name="connsiteY124-8602" fmla="*/ 6919645 h 10487891"/>
                  <a:gd name="connsiteX125-8603" fmla="*/ 4038834 w 10460182"/>
                  <a:gd name="connsiteY125-8604" fmla="*/ 6895517 h 10487891"/>
                  <a:gd name="connsiteX126-8605" fmla="*/ 3976254 w 10460182"/>
                  <a:gd name="connsiteY126-8606" fmla="*/ 7148946 h 10487891"/>
                  <a:gd name="connsiteX127-8607" fmla="*/ 3932667 w 10460182"/>
                  <a:gd name="connsiteY127-8608" fmla="*/ 7360344 h 10487891"/>
                  <a:gd name="connsiteX128-8609" fmla="*/ 3910095 w 10460182"/>
                  <a:gd name="connsiteY128-8610" fmla="*/ 7482545 h 10487891"/>
                  <a:gd name="connsiteX129-8611" fmla="*/ 3559528 w 10460182"/>
                  <a:gd name="connsiteY129-8612" fmla="*/ 7476941 h 10487891"/>
                  <a:gd name="connsiteX130-8613" fmla="*/ 3311236 w 10460182"/>
                  <a:gd name="connsiteY130-8614" fmla="*/ 7481455 h 10487891"/>
                  <a:gd name="connsiteX131-8615" fmla="*/ 2895600 w 10460182"/>
                  <a:gd name="connsiteY131-8616" fmla="*/ 7467600 h 10487891"/>
                  <a:gd name="connsiteX132-8617" fmla="*/ 2784763 w 10460182"/>
                  <a:gd name="connsiteY132-8618" fmla="*/ 7218218 h 10487891"/>
                  <a:gd name="connsiteX133-8619" fmla="*/ 2604654 w 10460182"/>
                  <a:gd name="connsiteY133-8620" fmla="*/ 6941127 h 10487891"/>
                  <a:gd name="connsiteX134-8621" fmla="*/ 2410691 w 10460182"/>
                  <a:gd name="connsiteY134-8622" fmla="*/ 6442364 h 10487891"/>
                  <a:gd name="connsiteX135-8623" fmla="*/ 2327563 w 10460182"/>
                  <a:gd name="connsiteY135-8624" fmla="*/ 6303818 h 10487891"/>
                  <a:gd name="connsiteX136-8625" fmla="*/ 1662545 w 10460182"/>
                  <a:gd name="connsiteY136-8626" fmla="*/ 6276109 h 10487891"/>
                  <a:gd name="connsiteX137-8627" fmla="*/ 1233054 w 10460182"/>
                  <a:gd name="connsiteY137-8628" fmla="*/ 6276109 h 10487891"/>
                  <a:gd name="connsiteX138-8629" fmla="*/ 1136072 w 10460182"/>
                  <a:gd name="connsiteY138-8630" fmla="*/ 6331527 h 10487891"/>
                  <a:gd name="connsiteX139-8631" fmla="*/ 706582 w 10460182"/>
                  <a:gd name="connsiteY139-8632" fmla="*/ 6289964 h 10487891"/>
                  <a:gd name="connsiteX140-8633" fmla="*/ 318654 w 10460182"/>
                  <a:gd name="connsiteY140-8634" fmla="*/ 6317673 h 10487891"/>
                  <a:gd name="connsiteX141-8635" fmla="*/ 96982 w 10460182"/>
                  <a:gd name="connsiteY141-8636" fmla="*/ 6470073 h 10487891"/>
                  <a:gd name="connsiteX142-8637" fmla="*/ 0 w 10460182"/>
                  <a:gd name="connsiteY142-8638" fmla="*/ 6373091 h 10487891"/>
                  <a:gd name="connsiteX143-8639" fmla="*/ 83127 w 10460182"/>
                  <a:gd name="connsiteY143-8640" fmla="*/ 6317673 h 10487891"/>
                  <a:gd name="connsiteX0-8641" fmla="*/ 83127 w 10460182"/>
                  <a:gd name="connsiteY0-8642" fmla="*/ 6317673 h 10487891"/>
                  <a:gd name="connsiteX1-8643" fmla="*/ 96982 w 10460182"/>
                  <a:gd name="connsiteY1-8644" fmla="*/ 5874327 h 10487891"/>
                  <a:gd name="connsiteX2-8645" fmla="*/ 401782 w 10460182"/>
                  <a:gd name="connsiteY2-8646" fmla="*/ 5611091 h 10487891"/>
                  <a:gd name="connsiteX3-8647" fmla="*/ 651163 w 10460182"/>
                  <a:gd name="connsiteY3-8648" fmla="*/ 5749637 h 10487891"/>
                  <a:gd name="connsiteX4-8649" fmla="*/ 858982 w 10460182"/>
                  <a:gd name="connsiteY4-8650" fmla="*/ 5583382 h 10487891"/>
                  <a:gd name="connsiteX5-8651" fmla="*/ 997527 w 10460182"/>
                  <a:gd name="connsiteY5-8652" fmla="*/ 5430982 h 10487891"/>
                  <a:gd name="connsiteX6-8653" fmla="*/ 1080654 w 10460182"/>
                  <a:gd name="connsiteY6-8654" fmla="*/ 5514109 h 10487891"/>
                  <a:gd name="connsiteX7-8655" fmla="*/ 1191491 w 10460182"/>
                  <a:gd name="connsiteY7-8656" fmla="*/ 5791200 h 10487891"/>
                  <a:gd name="connsiteX8-8657" fmla="*/ 1510145 w 10460182"/>
                  <a:gd name="connsiteY8-8658" fmla="*/ 5624946 h 10487891"/>
                  <a:gd name="connsiteX9-8659" fmla="*/ 1731818 w 10460182"/>
                  <a:gd name="connsiteY9-8660" fmla="*/ 5375564 h 10487891"/>
                  <a:gd name="connsiteX10-8661" fmla="*/ 2022763 w 10460182"/>
                  <a:gd name="connsiteY10-8662" fmla="*/ 5140037 h 10487891"/>
                  <a:gd name="connsiteX11-8663" fmla="*/ 2119745 w 10460182"/>
                  <a:gd name="connsiteY11-8664" fmla="*/ 4710546 h 10487891"/>
                  <a:gd name="connsiteX12-8665" fmla="*/ 2133600 w 10460182"/>
                  <a:gd name="connsiteY12-8666" fmla="*/ 4308764 h 10487891"/>
                  <a:gd name="connsiteX13-8667" fmla="*/ 2355272 w 10460182"/>
                  <a:gd name="connsiteY13-8668" fmla="*/ 3934691 h 10487891"/>
                  <a:gd name="connsiteX14-8669" fmla="*/ 2715491 w 10460182"/>
                  <a:gd name="connsiteY14-8670" fmla="*/ 3532909 h 10487891"/>
                  <a:gd name="connsiteX15-8671" fmla="*/ 2978727 w 10460182"/>
                  <a:gd name="connsiteY15-8672" fmla="*/ 3338946 h 10487891"/>
                  <a:gd name="connsiteX16-8673" fmla="*/ 3006436 w 10460182"/>
                  <a:gd name="connsiteY16-8674" fmla="*/ 2895600 h 10487891"/>
                  <a:gd name="connsiteX17-8675" fmla="*/ 3075709 w 10460182"/>
                  <a:gd name="connsiteY17-8676" fmla="*/ 2604655 h 10487891"/>
                  <a:gd name="connsiteX18-8677" fmla="*/ 3075709 w 10460182"/>
                  <a:gd name="connsiteY18-8678" fmla="*/ 2396837 h 10487891"/>
                  <a:gd name="connsiteX19-8679" fmla="*/ 3214254 w 10460182"/>
                  <a:gd name="connsiteY19-8680" fmla="*/ 2064327 h 10487891"/>
                  <a:gd name="connsiteX20-8681" fmla="*/ 3214254 w 10460182"/>
                  <a:gd name="connsiteY20-8682" fmla="*/ 1773382 h 10487891"/>
                  <a:gd name="connsiteX21-8683" fmla="*/ 3532909 w 10460182"/>
                  <a:gd name="connsiteY21-8684" fmla="*/ 1205346 h 10487891"/>
                  <a:gd name="connsiteX22-8685" fmla="*/ 3463636 w 10460182"/>
                  <a:gd name="connsiteY22-8686" fmla="*/ 831273 h 10487891"/>
                  <a:gd name="connsiteX23-8687" fmla="*/ 3491345 w 10460182"/>
                  <a:gd name="connsiteY23-8688" fmla="*/ 623455 h 10487891"/>
                  <a:gd name="connsiteX24-8689" fmla="*/ 3823854 w 10460182"/>
                  <a:gd name="connsiteY24-8690" fmla="*/ 263237 h 10487891"/>
                  <a:gd name="connsiteX25-8691" fmla="*/ 4017818 w 10460182"/>
                  <a:gd name="connsiteY25-8692" fmla="*/ 138546 h 10487891"/>
                  <a:gd name="connsiteX26-8693" fmla="*/ 4433454 w 10460182"/>
                  <a:gd name="connsiteY26-8694" fmla="*/ 374073 h 10487891"/>
                  <a:gd name="connsiteX27-8695" fmla="*/ 4599709 w 10460182"/>
                  <a:gd name="connsiteY27-8696" fmla="*/ 568037 h 10487891"/>
                  <a:gd name="connsiteX28-8697" fmla="*/ 5070763 w 10460182"/>
                  <a:gd name="connsiteY28-8698" fmla="*/ 623455 h 10487891"/>
                  <a:gd name="connsiteX29-8699" fmla="*/ 5417127 w 10460182"/>
                  <a:gd name="connsiteY29-8700" fmla="*/ 637309 h 10487891"/>
                  <a:gd name="connsiteX30-8701" fmla="*/ 5680363 w 10460182"/>
                  <a:gd name="connsiteY30-8702" fmla="*/ 692727 h 10487891"/>
                  <a:gd name="connsiteX31-8703" fmla="*/ 5860472 w 10460182"/>
                  <a:gd name="connsiteY31-8704" fmla="*/ 360218 h 10487891"/>
                  <a:gd name="connsiteX32-8705" fmla="*/ 6123709 w 10460182"/>
                  <a:gd name="connsiteY32-8706" fmla="*/ 401782 h 10487891"/>
                  <a:gd name="connsiteX33-8707" fmla="*/ 6594763 w 10460182"/>
                  <a:gd name="connsiteY33-8708" fmla="*/ 263237 h 10487891"/>
                  <a:gd name="connsiteX34-8709" fmla="*/ 6761018 w 10460182"/>
                  <a:gd name="connsiteY34-8710" fmla="*/ 207818 h 10487891"/>
                  <a:gd name="connsiteX35-8711" fmla="*/ 7038109 w 10460182"/>
                  <a:gd name="connsiteY35-8712" fmla="*/ 277091 h 10487891"/>
                  <a:gd name="connsiteX36-8713" fmla="*/ 7232072 w 10460182"/>
                  <a:gd name="connsiteY36-8714" fmla="*/ 96982 h 10487891"/>
                  <a:gd name="connsiteX37-8715" fmla="*/ 7356763 w 10460182"/>
                  <a:gd name="connsiteY37-8716" fmla="*/ 0 h 10487891"/>
                  <a:gd name="connsiteX38-8717" fmla="*/ 7606145 w 10460182"/>
                  <a:gd name="connsiteY38-8718" fmla="*/ 83127 h 10487891"/>
                  <a:gd name="connsiteX39-8719" fmla="*/ 7910945 w 10460182"/>
                  <a:gd name="connsiteY39-8720" fmla="*/ 207818 h 10487891"/>
                  <a:gd name="connsiteX40-8721" fmla="*/ 8312727 w 10460182"/>
                  <a:gd name="connsiteY40-8722" fmla="*/ 138546 h 10487891"/>
                  <a:gd name="connsiteX41-8723" fmla="*/ 8672945 w 10460182"/>
                  <a:gd name="connsiteY41-8724" fmla="*/ 443346 h 10487891"/>
                  <a:gd name="connsiteX42-8725" fmla="*/ 8908472 w 10460182"/>
                  <a:gd name="connsiteY42-8726" fmla="*/ 623455 h 10487891"/>
                  <a:gd name="connsiteX43-8727" fmla="*/ 9088582 w 10460182"/>
                  <a:gd name="connsiteY43-8728" fmla="*/ 526473 h 10487891"/>
                  <a:gd name="connsiteX44-8729" fmla="*/ 9351818 w 10460182"/>
                  <a:gd name="connsiteY44-8730" fmla="*/ 471055 h 10487891"/>
                  <a:gd name="connsiteX45-8731" fmla="*/ 9518072 w 10460182"/>
                  <a:gd name="connsiteY45-8732" fmla="*/ 498764 h 10487891"/>
                  <a:gd name="connsiteX46-8733" fmla="*/ 9698182 w 10460182"/>
                  <a:gd name="connsiteY46-8734" fmla="*/ 526473 h 10487891"/>
                  <a:gd name="connsiteX47-8735" fmla="*/ 10002982 w 10460182"/>
                  <a:gd name="connsiteY47-8736" fmla="*/ 872837 h 10487891"/>
                  <a:gd name="connsiteX48-8737" fmla="*/ 10238509 w 10460182"/>
                  <a:gd name="connsiteY48-8738" fmla="*/ 1066800 h 10487891"/>
                  <a:gd name="connsiteX49-8739" fmla="*/ 10224654 w 10460182"/>
                  <a:gd name="connsiteY49-8740" fmla="*/ 1330037 h 10487891"/>
                  <a:gd name="connsiteX50-8741" fmla="*/ 10238509 w 10460182"/>
                  <a:gd name="connsiteY50-8742" fmla="*/ 1524000 h 10487891"/>
                  <a:gd name="connsiteX51-8743" fmla="*/ 10280072 w 10460182"/>
                  <a:gd name="connsiteY51-8744" fmla="*/ 1648691 h 10487891"/>
                  <a:gd name="connsiteX52-8745" fmla="*/ 10460182 w 10460182"/>
                  <a:gd name="connsiteY52-8746" fmla="*/ 1884218 h 10487891"/>
                  <a:gd name="connsiteX53-8747" fmla="*/ 10099963 w 10460182"/>
                  <a:gd name="connsiteY53-8748" fmla="*/ 2341418 h 10487891"/>
                  <a:gd name="connsiteX54-8749" fmla="*/ 9781309 w 10460182"/>
                  <a:gd name="connsiteY54-8750" fmla="*/ 2576946 h 10487891"/>
                  <a:gd name="connsiteX55-8751" fmla="*/ 9601200 w 10460182"/>
                  <a:gd name="connsiteY55-8752" fmla="*/ 3505200 h 10487891"/>
                  <a:gd name="connsiteX56-8753" fmla="*/ 9601200 w 10460182"/>
                  <a:gd name="connsiteY56-8754" fmla="*/ 3796146 h 10487891"/>
                  <a:gd name="connsiteX57-8755" fmla="*/ 9365672 w 10460182"/>
                  <a:gd name="connsiteY57-8756" fmla="*/ 3990109 h 10487891"/>
                  <a:gd name="connsiteX58-8757" fmla="*/ 9310254 w 10460182"/>
                  <a:gd name="connsiteY58-8758" fmla="*/ 4156364 h 10487891"/>
                  <a:gd name="connsiteX59-8759" fmla="*/ 9199418 w 10460182"/>
                  <a:gd name="connsiteY59-8760" fmla="*/ 4364182 h 10487891"/>
                  <a:gd name="connsiteX60-8761" fmla="*/ 9268691 w 10460182"/>
                  <a:gd name="connsiteY60-8762" fmla="*/ 4530437 h 10487891"/>
                  <a:gd name="connsiteX61-8763" fmla="*/ 9337963 w 10460182"/>
                  <a:gd name="connsiteY61-8764" fmla="*/ 4738255 h 10487891"/>
                  <a:gd name="connsiteX62-8765" fmla="*/ 9421091 w 10460182"/>
                  <a:gd name="connsiteY62-8766" fmla="*/ 4987637 h 10487891"/>
                  <a:gd name="connsiteX63-8767" fmla="*/ 9434945 w 10460182"/>
                  <a:gd name="connsiteY63-8768" fmla="*/ 5292437 h 10487891"/>
                  <a:gd name="connsiteX64-8769" fmla="*/ 9462654 w 10460182"/>
                  <a:gd name="connsiteY64-8770" fmla="*/ 5694218 h 10487891"/>
                  <a:gd name="connsiteX65-8771" fmla="*/ 9587345 w 10460182"/>
                  <a:gd name="connsiteY65-8772" fmla="*/ 6054437 h 10487891"/>
                  <a:gd name="connsiteX66-8773" fmla="*/ 9545782 w 10460182"/>
                  <a:gd name="connsiteY66-8774" fmla="*/ 6456218 h 10487891"/>
                  <a:gd name="connsiteX67-8775" fmla="*/ 9933709 w 10460182"/>
                  <a:gd name="connsiteY67-8776" fmla="*/ 6941127 h 10487891"/>
                  <a:gd name="connsiteX68-8777" fmla="*/ 10113818 w 10460182"/>
                  <a:gd name="connsiteY68-8778" fmla="*/ 7287491 h 10487891"/>
                  <a:gd name="connsiteX69-8779" fmla="*/ 10252363 w 10460182"/>
                  <a:gd name="connsiteY69-8780" fmla="*/ 7620000 h 10487891"/>
                  <a:gd name="connsiteX70-8781" fmla="*/ 9670472 w 10460182"/>
                  <a:gd name="connsiteY70-8782" fmla="*/ 7620000 h 10487891"/>
                  <a:gd name="connsiteX71-8783" fmla="*/ 9337963 w 10460182"/>
                  <a:gd name="connsiteY71-8784" fmla="*/ 7730837 h 10487891"/>
                  <a:gd name="connsiteX72-8785" fmla="*/ 9102436 w 10460182"/>
                  <a:gd name="connsiteY72-8786" fmla="*/ 7869382 h 10487891"/>
                  <a:gd name="connsiteX73-8787" fmla="*/ 9019309 w 10460182"/>
                  <a:gd name="connsiteY73-8788" fmla="*/ 8077200 h 10487891"/>
                  <a:gd name="connsiteX74-8789" fmla="*/ 8936182 w 10460182"/>
                  <a:gd name="connsiteY74-8790" fmla="*/ 8174182 h 10487891"/>
                  <a:gd name="connsiteX75-8791" fmla="*/ 8991600 w 10460182"/>
                  <a:gd name="connsiteY75-8792" fmla="*/ 8603673 h 10487891"/>
                  <a:gd name="connsiteX76-8793" fmla="*/ 8963891 w 10460182"/>
                  <a:gd name="connsiteY76-8794" fmla="*/ 8811491 h 10487891"/>
                  <a:gd name="connsiteX77-8795" fmla="*/ 8991600 w 10460182"/>
                  <a:gd name="connsiteY77-8796" fmla="*/ 9047018 h 10487891"/>
                  <a:gd name="connsiteX78-8797" fmla="*/ 8894618 w 10460182"/>
                  <a:gd name="connsiteY78-8798" fmla="*/ 9351818 h 10487891"/>
                  <a:gd name="connsiteX79-8799" fmla="*/ 8922327 w 10460182"/>
                  <a:gd name="connsiteY79-8800" fmla="*/ 9615055 h 10487891"/>
                  <a:gd name="connsiteX80-8801" fmla="*/ 9144000 w 10460182"/>
                  <a:gd name="connsiteY80-8802" fmla="*/ 9781309 h 10487891"/>
                  <a:gd name="connsiteX81-8803" fmla="*/ 9353374 w 10460182"/>
                  <a:gd name="connsiteY81-8804" fmla="*/ 9932153 h 10487891"/>
                  <a:gd name="connsiteX82-8805" fmla="*/ 9529903 w 10460182"/>
                  <a:gd name="connsiteY82-8806" fmla="*/ 9984146 h 10487891"/>
                  <a:gd name="connsiteX83-8807" fmla="*/ 9625328 w 10460182"/>
                  <a:gd name="connsiteY83-8808" fmla="*/ 9870197 h 10487891"/>
                  <a:gd name="connsiteX84-8809" fmla="*/ 9677633 w 10460182"/>
                  <a:gd name="connsiteY84-8810" fmla="*/ 9882495 h 10487891"/>
                  <a:gd name="connsiteX85-8811" fmla="*/ 9684327 w 10460182"/>
                  <a:gd name="connsiteY85-8812" fmla="*/ 10335491 h 10487891"/>
                  <a:gd name="connsiteX86-8813" fmla="*/ 9490363 w 10460182"/>
                  <a:gd name="connsiteY86-8814" fmla="*/ 10487891 h 10487891"/>
                  <a:gd name="connsiteX87-8815" fmla="*/ 9310254 w 10460182"/>
                  <a:gd name="connsiteY87-8816" fmla="*/ 10474037 h 10487891"/>
                  <a:gd name="connsiteX88-8817" fmla="*/ 9227127 w 10460182"/>
                  <a:gd name="connsiteY88-8818" fmla="*/ 10321637 h 10487891"/>
                  <a:gd name="connsiteX89-8819" fmla="*/ 9033163 w 10460182"/>
                  <a:gd name="connsiteY89-8820" fmla="*/ 10072255 h 10487891"/>
                  <a:gd name="connsiteX90-8821" fmla="*/ 8825345 w 10460182"/>
                  <a:gd name="connsiteY90-8822" fmla="*/ 9892146 h 10487891"/>
                  <a:gd name="connsiteX91-8823" fmla="*/ 8534400 w 10460182"/>
                  <a:gd name="connsiteY91-8824" fmla="*/ 9781309 h 10487891"/>
                  <a:gd name="connsiteX92-8825" fmla="*/ 8423563 w 10460182"/>
                  <a:gd name="connsiteY92-8826" fmla="*/ 9725891 h 10487891"/>
                  <a:gd name="connsiteX93-8827" fmla="*/ 8285018 w 10460182"/>
                  <a:gd name="connsiteY93-8828" fmla="*/ 9559637 h 10487891"/>
                  <a:gd name="connsiteX94-8829" fmla="*/ 8257309 w 10460182"/>
                  <a:gd name="connsiteY94-8830" fmla="*/ 9421091 h 10487891"/>
                  <a:gd name="connsiteX95-8831" fmla="*/ 8146472 w 10460182"/>
                  <a:gd name="connsiteY95-8832" fmla="*/ 9434946 h 10487891"/>
                  <a:gd name="connsiteX96-8833" fmla="*/ 8091054 w 10460182"/>
                  <a:gd name="connsiteY96-8834" fmla="*/ 9656618 h 10487891"/>
                  <a:gd name="connsiteX97-8835" fmla="*/ 7806336 w 10460182"/>
                  <a:gd name="connsiteY97-8836" fmla="*/ 9662378 h 10487891"/>
                  <a:gd name="connsiteX98-8837" fmla="*/ 7567694 w 10460182"/>
                  <a:gd name="connsiteY98-8838" fmla="*/ 9599177 h 10487891"/>
                  <a:gd name="connsiteX99-8839" fmla="*/ 7466043 w 10460182"/>
                  <a:gd name="connsiteY99-8840" fmla="*/ 9550452 h 10487891"/>
                  <a:gd name="connsiteX100-8841" fmla="*/ 7439891 w 10460182"/>
                  <a:gd name="connsiteY100-8842" fmla="*/ 9240982 h 10487891"/>
                  <a:gd name="connsiteX101-8843" fmla="*/ 7397859 w 10460182"/>
                  <a:gd name="connsiteY101-8844" fmla="*/ 9434946 h 10487891"/>
                  <a:gd name="connsiteX102-8845" fmla="*/ 7287491 w 10460182"/>
                  <a:gd name="connsiteY102-8846" fmla="*/ 9528969 h 10487891"/>
                  <a:gd name="connsiteX103-8847" fmla="*/ 7232072 w 10460182"/>
                  <a:gd name="connsiteY103-8848" fmla="*/ 9185564 h 10487891"/>
                  <a:gd name="connsiteX104-8849" fmla="*/ 6954982 w 10460182"/>
                  <a:gd name="connsiteY104-8850" fmla="*/ 9268691 h 10487891"/>
                  <a:gd name="connsiteX105-8851" fmla="*/ 6710737 w 10460182"/>
                  <a:gd name="connsiteY105-8852" fmla="*/ 9341078 h 10487891"/>
                  <a:gd name="connsiteX106-8853" fmla="*/ 6674777 w 10460182"/>
                  <a:gd name="connsiteY106-8854" fmla="*/ 9141977 h 10487891"/>
                  <a:gd name="connsiteX107-8855" fmla="*/ 6511636 w 10460182"/>
                  <a:gd name="connsiteY107-8856" fmla="*/ 9033164 h 10487891"/>
                  <a:gd name="connsiteX108-8857" fmla="*/ 6428509 w 10460182"/>
                  <a:gd name="connsiteY108-8858" fmla="*/ 9033164 h 10487891"/>
                  <a:gd name="connsiteX109-8859" fmla="*/ 6325922 w 10460182"/>
                  <a:gd name="connsiteY109-8860" fmla="*/ 9136372 h 10487891"/>
                  <a:gd name="connsiteX110-8861" fmla="*/ 6167763 w 10460182"/>
                  <a:gd name="connsiteY110-8862" fmla="*/ 9057292 h 10487891"/>
                  <a:gd name="connsiteX111-8863" fmla="*/ 6002132 w 10460182"/>
                  <a:gd name="connsiteY111-8864" fmla="*/ 9172799 h 10487891"/>
                  <a:gd name="connsiteX112-8865" fmla="*/ 5749636 w 10460182"/>
                  <a:gd name="connsiteY112-8866" fmla="*/ 9130146 h 10487891"/>
                  <a:gd name="connsiteX113-8867" fmla="*/ 5674760 w 10460182"/>
                  <a:gd name="connsiteY113-8868" fmla="*/ 9160969 h 10487891"/>
                  <a:gd name="connsiteX114-8869" fmla="*/ 5507415 w 10460182"/>
                  <a:gd name="connsiteY114-8870" fmla="*/ 9207202 h 10487891"/>
                  <a:gd name="connsiteX115-8871" fmla="*/ 5505859 w 10460182"/>
                  <a:gd name="connsiteY115-8872" fmla="*/ 8950037 h 10487891"/>
                  <a:gd name="connsiteX116-8873" fmla="*/ 5505857 w 10460182"/>
                  <a:gd name="connsiteY116-8874" fmla="*/ 8714042 h 10487891"/>
                  <a:gd name="connsiteX117-8875" fmla="*/ 5336024 w 10460182"/>
                  <a:gd name="connsiteY117-8876" fmla="*/ 8412357 h 10487891"/>
                  <a:gd name="connsiteX118-8877" fmla="*/ 5230324 w 10460182"/>
                  <a:gd name="connsiteY118-8878" fmla="*/ 8161885 h 10487891"/>
                  <a:gd name="connsiteX119-8879" fmla="*/ 5317031 w 10460182"/>
                  <a:gd name="connsiteY119-8880" fmla="*/ 7689273 h 10487891"/>
                  <a:gd name="connsiteX120-8881" fmla="*/ 5201059 w 10460182"/>
                  <a:gd name="connsiteY120-8882" fmla="*/ 7399417 h 10487891"/>
                  <a:gd name="connsiteX121-8883" fmla="*/ 5250872 w 10460182"/>
                  <a:gd name="connsiteY121-8884" fmla="*/ 7148946 h 10487891"/>
                  <a:gd name="connsiteX122-8885" fmla="*/ 5245735 w 10460182"/>
                  <a:gd name="connsiteY122-8886" fmla="*/ 7097730 h 10487891"/>
                  <a:gd name="connsiteX123-8887" fmla="*/ 4577603 w 10460182"/>
                  <a:gd name="connsiteY123-8888" fmla="*/ 7093061 h 10487891"/>
                  <a:gd name="connsiteX124-8889" fmla="*/ 4528412 w 10460182"/>
                  <a:gd name="connsiteY124-8890" fmla="*/ 6919645 h 10487891"/>
                  <a:gd name="connsiteX125-8891" fmla="*/ 4038834 w 10460182"/>
                  <a:gd name="connsiteY125-8892" fmla="*/ 6895517 h 10487891"/>
                  <a:gd name="connsiteX126-8893" fmla="*/ 3976254 w 10460182"/>
                  <a:gd name="connsiteY126-8894" fmla="*/ 7148946 h 10487891"/>
                  <a:gd name="connsiteX127-8895" fmla="*/ 3932667 w 10460182"/>
                  <a:gd name="connsiteY127-8896" fmla="*/ 7360344 h 10487891"/>
                  <a:gd name="connsiteX128-8897" fmla="*/ 3910095 w 10460182"/>
                  <a:gd name="connsiteY128-8898" fmla="*/ 7482545 h 10487891"/>
                  <a:gd name="connsiteX129-8899" fmla="*/ 3559528 w 10460182"/>
                  <a:gd name="connsiteY129-8900" fmla="*/ 7476941 h 10487891"/>
                  <a:gd name="connsiteX130-8901" fmla="*/ 3311236 w 10460182"/>
                  <a:gd name="connsiteY130-8902" fmla="*/ 7481455 h 10487891"/>
                  <a:gd name="connsiteX131-8903" fmla="*/ 2895600 w 10460182"/>
                  <a:gd name="connsiteY131-8904" fmla="*/ 7467600 h 10487891"/>
                  <a:gd name="connsiteX132-8905" fmla="*/ 2784763 w 10460182"/>
                  <a:gd name="connsiteY132-8906" fmla="*/ 7218218 h 10487891"/>
                  <a:gd name="connsiteX133-8907" fmla="*/ 2604654 w 10460182"/>
                  <a:gd name="connsiteY133-8908" fmla="*/ 6941127 h 10487891"/>
                  <a:gd name="connsiteX134-8909" fmla="*/ 2410691 w 10460182"/>
                  <a:gd name="connsiteY134-8910" fmla="*/ 6442364 h 10487891"/>
                  <a:gd name="connsiteX135-8911" fmla="*/ 2327563 w 10460182"/>
                  <a:gd name="connsiteY135-8912" fmla="*/ 6303818 h 10487891"/>
                  <a:gd name="connsiteX136-8913" fmla="*/ 1662545 w 10460182"/>
                  <a:gd name="connsiteY136-8914" fmla="*/ 6276109 h 10487891"/>
                  <a:gd name="connsiteX137-8915" fmla="*/ 1233054 w 10460182"/>
                  <a:gd name="connsiteY137-8916" fmla="*/ 6276109 h 10487891"/>
                  <a:gd name="connsiteX138-8917" fmla="*/ 1136072 w 10460182"/>
                  <a:gd name="connsiteY138-8918" fmla="*/ 6331527 h 10487891"/>
                  <a:gd name="connsiteX139-8919" fmla="*/ 706582 w 10460182"/>
                  <a:gd name="connsiteY139-8920" fmla="*/ 6289964 h 10487891"/>
                  <a:gd name="connsiteX140-8921" fmla="*/ 318654 w 10460182"/>
                  <a:gd name="connsiteY140-8922" fmla="*/ 6317673 h 10487891"/>
                  <a:gd name="connsiteX141-8923" fmla="*/ 96982 w 10460182"/>
                  <a:gd name="connsiteY141-8924" fmla="*/ 6470073 h 10487891"/>
                  <a:gd name="connsiteX142-8925" fmla="*/ 0 w 10460182"/>
                  <a:gd name="connsiteY142-8926" fmla="*/ 6373091 h 10487891"/>
                  <a:gd name="connsiteX143-8927" fmla="*/ 83127 w 10460182"/>
                  <a:gd name="connsiteY143-8928" fmla="*/ 6317673 h 10487891"/>
                  <a:gd name="connsiteX0-8929" fmla="*/ 83127 w 10460182"/>
                  <a:gd name="connsiteY0-8930" fmla="*/ 6317673 h 10474037"/>
                  <a:gd name="connsiteX1-8931" fmla="*/ 96982 w 10460182"/>
                  <a:gd name="connsiteY1-8932" fmla="*/ 5874327 h 10474037"/>
                  <a:gd name="connsiteX2-8933" fmla="*/ 401782 w 10460182"/>
                  <a:gd name="connsiteY2-8934" fmla="*/ 5611091 h 10474037"/>
                  <a:gd name="connsiteX3-8935" fmla="*/ 651163 w 10460182"/>
                  <a:gd name="connsiteY3-8936" fmla="*/ 5749637 h 10474037"/>
                  <a:gd name="connsiteX4-8937" fmla="*/ 858982 w 10460182"/>
                  <a:gd name="connsiteY4-8938" fmla="*/ 5583382 h 10474037"/>
                  <a:gd name="connsiteX5-8939" fmla="*/ 997527 w 10460182"/>
                  <a:gd name="connsiteY5-8940" fmla="*/ 5430982 h 10474037"/>
                  <a:gd name="connsiteX6-8941" fmla="*/ 1080654 w 10460182"/>
                  <a:gd name="connsiteY6-8942" fmla="*/ 5514109 h 10474037"/>
                  <a:gd name="connsiteX7-8943" fmla="*/ 1191491 w 10460182"/>
                  <a:gd name="connsiteY7-8944" fmla="*/ 5791200 h 10474037"/>
                  <a:gd name="connsiteX8-8945" fmla="*/ 1510145 w 10460182"/>
                  <a:gd name="connsiteY8-8946" fmla="*/ 5624946 h 10474037"/>
                  <a:gd name="connsiteX9-8947" fmla="*/ 1731818 w 10460182"/>
                  <a:gd name="connsiteY9-8948" fmla="*/ 5375564 h 10474037"/>
                  <a:gd name="connsiteX10-8949" fmla="*/ 2022763 w 10460182"/>
                  <a:gd name="connsiteY10-8950" fmla="*/ 5140037 h 10474037"/>
                  <a:gd name="connsiteX11-8951" fmla="*/ 2119745 w 10460182"/>
                  <a:gd name="connsiteY11-8952" fmla="*/ 4710546 h 10474037"/>
                  <a:gd name="connsiteX12-8953" fmla="*/ 2133600 w 10460182"/>
                  <a:gd name="connsiteY12-8954" fmla="*/ 4308764 h 10474037"/>
                  <a:gd name="connsiteX13-8955" fmla="*/ 2355272 w 10460182"/>
                  <a:gd name="connsiteY13-8956" fmla="*/ 3934691 h 10474037"/>
                  <a:gd name="connsiteX14-8957" fmla="*/ 2715491 w 10460182"/>
                  <a:gd name="connsiteY14-8958" fmla="*/ 3532909 h 10474037"/>
                  <a:gd name="connsiteX15-8959" fmla="*/ 2978727 w 10460182"/>
                  <a:gd name="connsiteY15-8960" fmla="*/ 3338946 h 10474037"/>
                  <a:gd name="connsiteX16-8961" fmla="*/ 3006436 w 10460182"/>
                  <a:gd name="connsiteY16-8962" fmla="*/ 2895600 h 10474037"/>
                  <a:gd name="connsiteX17-8963" fmla="*/ 3075709 w 10460182"/>
                  <a:gd name="connsiteY17-8964" fmla="*/ 2604655 h 10474037"/>
                  <a:gd name="connsiteX18-8965" fmla="*/ 3075709 w 10460182"/>
                  <a:gd name="connsiteY18-8966" fmla="*/ 2396837 h 10474037"/>
                  <a:gd name="connsiteX19-8967" fmla="*/ 3214254 w 10460182"/>
                  <a:gd name="connsiteY19-8968" fmla="*/ 2064327 h 10474037"/>
                  <a:gd name="connsiteX20-8969" fmla="*/ 3214254 w 10460182"/>
                  <a:gd name="connsiteY20-8970" fmla="*/ 1773382 h 10474037"/>
                  <a:gd name="connsiteX21-8971" fmla="*/ 3532909 w 10460182"/>
                  <a:gd name="connsiteY21-8972" fmla="*/ 1205346 h 10474037"/>
                  <a:gd name="connsiteX22-8973" fmla="*/ 3463636 w 10460182"/>
                  <a:gd name="connsiteY22-8974" fmla="*/ 831273 h 10474037"/>
                  <a:gd name="connsiteX23-8975" fmla="*/ 3491345 w 10460182"/>
                  <a:gd name="connsiteY23-8976" fmla="*/ 623455 h 10474037"/>
                  <a:gd name="connsiteX24-8977" fmla="*/ 3823854 w 10460182"/>
                  <a:gd name="connsiteY24-8978" fmla="*/ 263237 h 10474037"/>
                  <a:gd name="connsiteX25-8979" fmla="*/ 4017818 w 10460182"/>
                  <a:gd name="connsiteY25-8980" fmla="*/ 138546 h 10474037"/>
                  <a:gd name="connsiteX26-8981" fmla="*/ 4433454 w 10460182"/>
                  <a:gd name="connsiteY26-8982" fmla="*/ 374073 h 10474037"/>
                  <a:gd name="connsiteX27-8983" fmla="*/ 4599709 w 10460182"/>
                  <a:gd name="connsiteY27-8984" fmla="*/ 568037 h 10474037"/>
                  <a:gd name="connsiteX28-8985" fmla="*/ 5070763 w 10460182"/>
                  <a:gd name="connsiteY28-8986" fmla="*/ 623455 h 10474037"/>
                  <a:gd name="connsiteX29-8987" fmla="*/ 5417127 w 10460182"/>
                  <a:gd name="connsiteY29-8988" fmla="*/ 637309 h 10474037"/>
                  <a:gd name="connsiteX30-8989" fmla="*/ 5680363 w 10460182"/>
                  <a:gd name="connsiteY30-8990" fmla="*/ 692727 h 10474037"/>
                  <a:gd name="connsiteX31-8991" fmla="*/ 5860472 w 10460182"/>
                  <a:gd name="connsiteY31-8992" fmla="*/ 360218 h 10474037"/>
                  <a:gd name="connsiteX32-8993" fmla="*/ 6123709 w 10460182"/>
                  <a:gd name="connsiteY32-8994" fmla="*/ 401782 h 10474037"/>
                  <a:gd name="connsiteX33-8995" fmla="*/ 6594763 w 10460182"/>
                  <a:gd name="connsiteY33-8996" fmla="*/ 263237 h 10474037"/>
                  <a:gd name="connsiteX34-8997" fmla="*/ 6761018 w 10460182"/>
                  <a:gd name="connsiteY34-8998" fmla="*/ 207818 h 10474037"/>
                  <a:gd name="connsiteX35-8999" fmla="*/ 7038109 w 10460182"/>
                  <a:gd name="connsiteY35-9000" fmla="*/ 277091 h 10474037"/>
                  <a:gd name="connsiteX36-9001" fmla="*/ 7232072 w 10460182"/>
                  <a:gd name="connsiteY36-9002" fmla="*/ 96982 h 10474037"/>
                  <a:gd name="connsiteX37-9003" fmla="*/ 7356763 w 10460182"/>
                  <a:gd name="connsiteY37-9004" fmla="*/ 0 h 10474037"/>
                  <a:gd name="connsiteX38-9005" fmla="*/ 7606145 w 10460182"/>
                  <a:gd name="connsiteY38-9006" fmla="*/ 83127 h 10474037"/>
                  <a:gd name="connsiteX39-9007" fmla="*/ 7910945 w 10460182"/>
                  <a:gd name="connsiteY39-9008" fmla="*/ 207818 h 10474037"/>
                  <a:gd name="connsiteX40-9009" fmla="*/ 8312727 w 10460182"/>
                  <a:gd name="connsiteY40-9010" fmla="*/ 138546 h 10474037"/>
                  <a:gd name="connsiteX41-9011" fmla="*/ 8672945 w 10460182"/>
                  <a:gd name="connsiteY41-9012" fmla="*/ 443346 h 10474037"/>
                  <a:gd name="connsiteX42-9013" fmla="*/ 8908472 w 10460182"/>
                  <a:gd name="connsiteY42-9014" fmla="*/ 623455 h 10474037"/>
                  <a:gd name="connsiteX43-9015" fmla="*/ 9088582 w 10460182"/>
                  <a:gd name="connsiteY43-9016" fmla="*/ 526473 h 10474037"/>
                  <a:gd name="connsiteX44-9017" fmla="*/ 9351818 w 10460182"/>
                  <a:gd name="connsiteY44-9018" fmla="*/ 471055 h 10474037"/>
                  <a:gd name="connsiteX45-9019" fmla="*/ 9518072 w 10460182"/>
                  <a:gd name="connsiteY45-9020" fmla="*/ 498764 h 10474037"/>
                  <a:gd name="connsiteX46-9021" fmla="*/ 9698182 w 10460182"/>
                  <a:gd name="connsiteY46-9022" fmla="*/ 526473 h 10474037"/>
                  <a:gd name="connsiteX47-9023" fmla="*/ 10002982 w 10460182"/>
                  <a:gd name="connsiteY47-9024" fmla="*/ 872837 h 10474037"/>
                  <a:gd name="connsiteX48-9025" fmla="*/ 10238509 w 10460182"/>
                  <a:gd name="connsiteY48-9026" fmla="*/ 1066800 h 10474037"/>
                  <a:gd name="connsiteX49-9027" fmla="*/ 10224654 w 10460182"/>
                  <a:gd name="connsiteY49-9028" fmla="*/ 1330037 h 10474037"/>
                  <a:gd name="connsiteX50-9029" fmla="*/ 10238509 w 10460182"/>
                  <a:gd name="connsiteY50-9030" fmla="*/ 1524000 h 10474037"/>
                  <a:gd name="connsiteX51-9031" fmla="*/ 10280072 w 10460182"/>
                  <a:gd name="connsiteY51-9032" fmla="*/ 1648691 h 10474037"/>
                  <a:gd name="connsiteX52-9033" fmla="*/ 10460182 w 10460182"/>
                  <a:gd name="connsiteY52-9034" fmla="*/ 1884218 h 10474037"/>
                  <a:gd name="connsiteX53-9035" fmla="*/ 10099963 w 10460182"/>
                  <a:gd name="connsiteY53-9036" fmla="*/ 2341418 h 10474037"/>
                  <a:gd name="connsiteX54-9037" fmla="*/ 9781309 w 10460182"/>
                  <a:gd name="connsiteY54-9038" fmla="*/ 2576946 h 10474037"/>
                  <a:gd name="connsiteX55-9039" fmla="*/ 9601200 w 10460182"/>
                  <a:gd name="connsiteY55-9040" fmla="*/ 3505200 h 10474037"/>
                  <a:gd name="connsiteX56-9041" fmla="*/ 9601200 w 10460182"/>
                  <a:gd name="connsiteY56-9042" fmla="*/ 3796146 h 10474037"/>
                  <a:gd name="connsiteX57-9043" fmla="*/ 9365672 w 10460182"/>
                  <a:gd name="connsiteY57-9044" fmla="*/ 3990109 h 10474037"/>
                  <a:gd name="connsiteX58-9045" fmla="*/ 9310254 w 10460182"/>
                  <a:gd name="connsiteY58-9046" fmla="*/ 4156364 h 10474037"/>
                  <a:gd name="connsiteX59-9047" fmla="*/ 9199418 w 10460182"/>
                  <a:gd name="connsiteY59-9048" fmla="*/ 4364182 h 10474037"/>
                  <a:gd name="connsiteX60-9049" fmla="*/ 9268691 w 10460182"/>
                  <a:gd name="connsiteY60-9050" fmla="*/ 4530437 h 10474037"/>
                  <a:gd name="connsiteX61-9051" fmla="*/ 9337963 w 10460182"/>
                  <a:gd name="connsiteY61-9052" fmla="*/ 4738255 h 10474037"/>
                  <a:gd name="connsiteX62-9053" fmla="*/ 9421091 w 10460182"/>
                  <a:gd name="connsiteY62-9054" fmla="*/ 4987637 h 10474037"/>
                  <a:gd name="connsiteX63-9055" fmla="*/ 9434945 w 10460182"/>
                  <a:gd name="connsiteY63-9056" fmla="*/ 5292437 h 10474037"/>
                  <a:gd name="connsiteX64-9057" fmla="*/ 9462654 w 10460182"/>
                  <a:gd name="connsiteY64-9058" fmla="*/ 5694218 h 10474037"/>
                  <a:gd name="connsiteX65-9059" fmla="*/ 9587345 w 10460182"/>
                  <a:gd name="connsiteY65-9060" fmla="*/ 6054437 h 10474037"/>
                  <a:gd name="connsiteX66-9061" fmla="*/ 9545782 w 10460182"/>
                  <a:gd name="connsiteY66-9062" fmla="*/ 6456218 h 10474037"/>
                  <a:gd name="connsiteX67-9063" fmla="*/ 9933709 w 10460182"/>
                  <a:gd name="connsiteY67-9064" fmla="*/ 6941127 h 10474037"/>
                  <a:gd name="connsiteX68-9065" fmla="*/ 10113818 w 10460182"/>
                  <a:gd name="connsiteY68-9066" fmla="*/ 7287491 h 10474037"/>
                  <a:gd name="connsiteX69-9067" fmla="*/ 10252363 w 10460182"/>
                  <a:gd name="connsiteY69-9068" fmla="*/ 7620000 h 10474037"/>
                  <a:gd name="connsiteX70-9069" fmla="*/ 9670472 w 10460182"/>
                  <a:gd name="connsiteY70-9070" fmla="*/ 7620000 h 10474037"/>
                  <a:gd name="connsiteX71-9071" fmla="*/ 9337963 w 10460182"/>
                  <a:gd name="connsiteY71-9072" fmla="*/ 7730837 h 10474037"/>
                  <a:gd name="connsiteX72-9073" fmla="*/ 9102436 w 10460182"/>
                  <a:gd name="connsiteY72-9074" fmla="*/ 7869382 h 10474037"/>
                  <a:gd name="connsiteX73-9075" fmla="*/ 9019309 w 10460182"/>
                  <a:gd name="connsiteY73-9076" fmla="*/ 8077200 h 10474037"/>
                  <a:gd name="connsiteX74-9077" fmla="*/ 8936182 w 10460182"/>
                  <a:gd name="connsiteY74-9078" fmla="*/ 8174182 h 10474037"/>
                  <a:gd name="connsiteX75-9079" fmla="*/ 8991600 w 10460182"/>
                  <a:gd name="connsiteY75-9080" fmla="*/ 8603673 h 10474037"/>
                  <a:gd name="connsiteX76-9081" fmla="*/ 8963891 w 10460182"/>
                  <a:gd name="connsiteY76-9082" fmla="*/ 8811491 h 10474037"/>
                  <a:gd name="connsiteX77-9083" fmla="*/ 8991600 w 10460182"/>
                  <a:gd name="connsiteY77-9084" fmla="*/ 9047018 h 10474037"/>
                  <a:gd name="connsiteX78-9085" fmla="*/ 8894618 w 10460182"/>
                  <a:gd name="connsiteY78-9086" fmla="*/ 9351818 h 10474037"/>
                  <a:gd name="connsiteX79-9087" fmla="*/ 8922327 w 10460182"/>
                  <a:gd name="connsiteY79-9088" fmla="*/ 9615055 h 10474037"/>
                  <a:gd name="connsiteX80-9089" fmla="*/ 9144000 w 10460182"/>
                  <a:gd name="connsiteY80-9090" fmla="*/ 9781309 h 10474037"/>
                  <a:gd name="connsiteX81-9091" fmla="*/ 9353374 w 10460182"/>
                  <a:gd name="connsiteY81-9092" fmla="*/ 9932153 h 10474037"/>
                  <a:gd name="connsiteX82-9093" fmla="*/ 9529903 w 10460182"/>
                  <a:gd name="connsiteY82-9094" fmla="*/ 9984146 h 10474037"/>
                  <a:gd name="connsiteX83-9095" fmla="*/ 9625328 w 10460182"/>
                  <a:gd name="connsiteY83-9096" fmla="*/ 9870197 h 10474037"/>
                  <a:gd name="connsiteX84-9097" fmla="*/ 9677633 w 10460182"/>
                  <a:gd name="connsiteY84-9098" fmla="*/ 9882495 h 10474037"/>
                  <a:gd name="connsiteX85-9099" fmla="*/ 9684327 w 10460182"/>
                  <a:gd name="connsiteY85-9100" fmla="*/ 10335491 h 10474037"/>
                  <a:gd name="connsiteX86-9101" fmla="*/ 9490363 w 10460182"/>
                  <a:gd name="connsiteY86-9102" fmla="*/ 10431383 h 10474037"/>
                  <a:gd name="connsiteX87-9103" fmla="*/ 9310254 w 10460182"/>
                  <a:gd name="connsiteY87-9104" fmla="*/ 10474037 h 10474037"/>
                  <a:gd name="connsiteX88-9105" fmla="*/ 9227127 w 10460182"/>
                  <a:gd name="connsiteY88-9106" fmla="*/ 10321637 h 10474037"/>
                  <a:gd name="connsiteX89-9107" fmla="*/ 9033163 w 10460182"/>
                  <a:gd name="connsiteY89-9108" fmla="*/ 10072255 h 10474037"/>
                  <a:gd name="connsiteX90-9109" fmla="*/ 8825345 w 10460182"/>
                  <a:gd name="connsiteY90-9110" fmla="*/ 9892146 h 10474037"/>
                  <a:gd name="connsiteX91-9111" fmla="*/ 8534400 w 10460182"/>
                  <a:gd name="connsiteY91-9112" fmla="*/ 9781309 h 10474037"/>
                  <a:gd name="connsiteX92-9113" fmla="*/ 8423563 w 10460182"/>
                  <a:gd name="connsiteY92-9114" fmla="*/ 9725891 h 10474037"/>
                  <a:gd name="connsiteX93-9115" fmla="*/ 8285018 w 10460182"/>
                  <a:gd name="connsiteY93-9116" fmla="*/ 9559637 h 10474037"/>
                  <a:gd name="connsiteX94-9117" fmla="*/ 8257309 w 10460182"/>
                  <a:gd name="connsiteY94-9118" fmla="*/ 9421091 h 10474037"/>
                  <a:gd name="connsiteX95-9119" fmla="*/ 8146472 w 10460182"/>
                  <a:gd name="connsiteY95-9120" fmla="*/ 9434946 h 10474037"/>
                  <a:gd name="connsiteX96-9121" fmla="*/ 8091054 w 10460182"/>
                  <a:gd name="connsiteY96-9122" fmla="*/ 9656618 h 10474037"/>
                  <a:gd name="connsiteX97-9123" fmla="*/ 7806336 w 10460182"/>
                  <a:gd name="connsiteY97-9124" fmla="*/ 9662378 h 10474037"/>
                  <a:gd name="connsiteX98-9125" fmla="*/ 7567694 w 10460182"/>
                  <a:gd name="connsiteY98-9126" fmla="*/ 9599177 h 10474037"/>
                  <a:gd name="connsiteX99-9127" fmla="*/ 7466043 w 10460182"/>
                  <a:gd name="connsiteY99-9128" fmla="*/ 9550452 h 10474037"/>
                  <a:gd name="connsiteX100-9129" fmla="*/ 7439891 w 10460182"/>
                  <a:gd name="connsiteY100-9130" fmla="*/ 9240982 h 10474037"/>
                  <a:gd name="connsiteX101-9131" fmla="*/ 7397859 w 10460182"/>
                  <a:gd name="connsiteY101-9132" fmla="*/ 9434946 h 10474037"/>
                  <a:gd name="connsiteX102-9133" fmla="*/ 7287491 w 10460182"/>
                  <a:gd name="connsiteY102-9134" fmla="*/ 9528969 h 10474037"/>
                  <a:gd name="connsiteX103-9135" fmla="*/ 7232072 w 10460182"/>
                  <a:gd name="connsiteY103-9136" fmla="*/ 9185564 h 10474037"/>
                  <a:gd name="connsiteX104-9137" fmla="*/ 6954982 w 10460182"/>
                  <a:gd name="connsiteY104-9138" fmla="*/ 9268691 h 10474037"/>
                  <a:gd name="connsiteX105-9139" fmla="*/ 6710737 w 10460182"/>
                  <a:gd name="connsiteY105-9140" fmla="*/ 9341078 h 10474037"/>
                  <a:gd name="connsiteX106-9141" fmla="*/ 6674777 w 10460182"/>
                  <a:gd name="connsiteY106-9142" fmla="*/ 9141977 h 10474037"/>
                  <a:gd name="connsiteX107-9143" fmla="*/ 6511636 w 10460182"/>
                  <a:gd name="connsiteY107-9144" fmla="*/ 9033164 h 10474037"/>
                  <a:gd name="connsiteX108-9145" fmla="*/ 6428509 w 10460182"/>
                  <a:gd name="connsiteY108-9146" fmla="*/ 9033164 h 10474037"/>
                  <a:gd name="connsiteX109-9147" fmla="*/ 6325922 w 10460182"/>
                  <a:gd name="connsiteY109-9148" fmla="*/ 9136372 h 10474037"/>
                  <a:gd name="connsiteX110-9149" fmla="*/ 6167763 w 10460182"/>
                  <a:gd name="connsiteY110-9150" fmla="*/ 9057292 h 10474037"/>
                  <a:gd name="connsiteX111-9151" fmla="*/ 6002132 w 10460182"/>
                  <a:gd name="connsiteY111-9152" fmla="*/ 9172799 h 10474037"/>
                  <a:gd name="connsiteX112-9153" fmla="*/ 5749636 w 10460182"/>
                  <a:gd name="connsiteY112-9154" fmla="*/ 9130146 h 10474037"/>
                  <a:gd name="connsiteX113-9155" fmla="*/ 5674760 w 10460182"/>
                  <a:gd name="connsiteY113-9156" fmla="*/ 9160969 h 10474037"/>
                  <a:gd name="connsiteX114-9157" fmla="*/ 5507415 w 10460182"/>
                  <a:gd name="connsiteY114-9158" fmla="*/ 9207202 h 10474037"/>
                  <a:gd name="connsiteX115-9159" fmla="*/ 5505859 w 10460182"/>
                  <a:gd name="connsiteY115-9160" fmla="*/ 8950037 h 10474037"/>
                  <a:gd name="connsiteX116-9161" fmla="*/ 5505857 w 10460182"/>
                  <a:gd name="connsiteY116-9162" fmla="*/ 8714042 h 10474037"/>
                  <a:gd name="connsiteX117-9163" fmla="*/ 5336024 w 10460182"/>
                  <a:gd name="connsiteY117-9164" fmla="*/ 8412357 h 10474037"/>
                  <a:gd name="connsiteX118-9165" fmla="*/ 5230324 w 10460182"/>
                  <a:gd name="connsiteY118-9166" fmla="*/ 8161885 h 10474037"/>
                  <a:gd name="connsiteX119-9167" fmla="*/ 5317031 w 10460182"/>
                  <a:gd name="connsiteY119-9168" fmla="*/ 7689273 h 10474037"/>
                  <a:gd name="connsiteX120-9169" fmla="*/ 5201059 w 10460182"/>
                  <a:gd name="connsiteY120-9170" fmla="*/ 7399417 h 10474037"/>
                  <a:gd name="connsiteX121-9171" fmla="*/ 5250872 w 10460182"/>
                  <a:gd name="connsiteY121-9172" fmla="*/ 7148946 h 10474037"/>
                  <a:gd name="connsiteX122-9173" fmla="*/ 5245735 w 10460182"/>
                  <a:gd name="connsiteY122-9174" fmla="*/ 7097730 h 10474037"/>
                  <a:gd name="connsiteX123-9175" fmla="*/ 4577603 w 10460182"/>
                  <a:gd name="connsiteY123-9176" fmla="*/ 7093061 h 10474037"/>
                  <a:gd name="connsiteX124-9177" fmla="*/ 4528412 w 10460182"/>
                  <a:gd name="connsiteY124-9178" fmla="*/ 6919645 h 10474037"/>
                  <a:gd name="connsiteX125-9179" fmla="*/ 4038834 w 10460182"/>
                  <a:gd name="connsiteY125-9180" fmla="*/ 6895517 h 10474037"/>
                  <a:gd name="connsiteX126-9181" fmla="*/ 3976254 w 10460182"/>
                  <a:gd name="connsiteY126-9182" fmla="*/ 7148946 h 10474037"/>
                  <a:gd name="connsiteX127-9183" fmla="*/ 3932667 w 10460182"/>
                  <a:gd name="connsiteY127-9184" fmla="*/ 7360344 h 10474037"/>
                  <a:gd name="connsiteX128-9185" fmla="*/ 3910095 w 10460182"/>
                  <a:gd name="connsiteY128-9186" fmla="*/ 7482545 h 10474037"/>
                  <a:gd name="connsiteX129-9187" fmla="*/ 3559528 w 10460182"/>
                  <a:gd name="connsiteY129-9188" fmla="*/ 7476941 h 10474037"/>
                  <a:gd name="connsiteX130-9189" fmla="*/ 3311236 w 10460182"/>
                  <a:gd name="connsiteY130-9190" fmla="*/ 7481455 h 10474037"/>
                  <a:gd name="connsiteX131-9191" fmla="*/ 2895600 w 10460182"/>
                  <a:gd name="connsiteY131-9192" fmla="*/ 7467600 h 10474037"/>
                  <a:gd name="connsiteX132-9193" fmla="*/ 2784763 w 10460182"/>
                  <a:gd name="connsiteY132-9194" fmla="*/ 7218218 h 10474037"/>
                  <a:gd name="connsiteX133-9195" fmla="*/ 2604654 w 10460182"/>
                  <a:gd name="connsiteY133-9196" fmla="*/ 6941127 h 10474037"/>
                  <a:gd name="connsiteX134-9197" fmla="*/ 2410691 w 10460182"/>
                  <a:gd name="connsiteY134-9198" fmla="*/ 6442364 h 10474037"/>
                  <a:gd name="connsiteX135-9199" fmla="*/ 2327563 w 10460182"/>
                  <a:gd name="connsiteY135-9200" fmla="*/ 6303818 h 10474037"/>
                  <a:gd name="connsiteX136-9201" fmla="*/ 1662545 w 10460182"/>
                  <a:gd name="connsiteY136-9202" fmla="*/ 6276109 h 10474037"/>
                  <a:gd name="connsiteX137-9203" fmla="*/ 1233054 w 10460182"/>
                  <a:gd name="connsiteY137-9204" fmla="*/ 6276109 h 10474037"/>
                  <a:gd name="connsiteX138-9205" fmla="*/ 1136072 w 10460182"/>
                  <a:gd name="connsiteY138-9206" fmla="*/ 6331527 h 10474037"/>
                  <a:gd name="connsiteX139-9207" fmla="*/ 706582 w 10460182"/>
                  <a:gd name="connsiteY139-9208" fmla="*/ 6289964 h 10474037"/>
                  <a:gd name="connsiteX140-9209" fmla="*/ 318654 w 10460182"/>
                  <a:gd name="connsiteY140-9210" fmla="*/ 6317673 h 10474037"/>
                  <a:gd name="connsiteX141-9211" fmla="*/ 96982 w 10460182"/>
                  <a:gd name="connsiteY141-9212" fmla="*/ 6470073 h 10474037"/>
                  <a:gd name="connsiteX142-9213" fmla="*/ 0 w 10460182"/>
                  <a:gd name="connsiteY142-9214" fmla="*/ 6373091 h 10474037"/>
                  <a:gd name="connsiteX143-9215" fmla="*/ 83127 w 10460182"/>
                  <a:gd name="connsiteY143-9216" fmla="*/ 6317673 h 10474037"/>
                  <a:gd name="connsiteX0-9217" fmla="*/ 83127 w 10460182"/>
                  <a:gd name="connsiteY0-9218" fmla="*/ 6317673 h 10474037"/>
                  <a:gd name="connsiteX1-9219" fmla="*/ 96982 w 10460182"/>
                  <a:gd name="connsiteY1-9220" fmla="*/ 5874327 h 10474037"/>
                  <a:gd name="connsiteX2-9221" fmla="*/ 401782 w 10460182"/>
                  <a:gd name="connsiteY2-9222" fmla="*/ 5611091 h 10474037"/>
                  <a:gd name="connsiteX3-9223" fmla="*/ 651163 w 10460182"/>
                  <a:gd name="connsiteY3-9224" fmla="*/ 5749637 h 10474037"/>
                  <a:gd name="connsiteX4-9225" fmla="*/ 858982 w 10460182"/>
                  <a:gd name="connsiteY4-9226" fmla="*/ 5583382 h 10474037"/>
                  <a:gd name="connsiteX5-9227" fmla="*/ 997527 w 10460182"/>
                  <a:gd name="connsiteY5-9228" fmla="*/ 5430982 h 10474037"/>
                  <a:gd name="connsiteX6-9229" fmla="*/ 1080654 w 10460182"/>
                  <a:gd name="connsiteY6-9230" fmla="*/ 5514109 h 10474037"/>
                  <a:gd name="connsiteX7-9231" fmla="*/ 1191491 w 10460182"/>
                  <a:gd name="connsiteY7-9232" fmla="*/ 5791200 h 10474037"/>
                  <a:gd name="connsiteX8-9233" fmla="*/ 1510145 w 10460182"/>
                  <a:gd name="connsiteY8-9234" fmla="*/ 5624946 h 10474037"/>
                  <a:gd name="connsiteX9-9235" fmla="*/ 1731818 w 10460182"/>
                  <a:gd name="connsiteY9-9236" fmla="*/ 5375564 h 10474037"/>
                  <a:gd name="connsiteX10-9237" fmla="*/ 2022763 w 10460182"/>
                  <a:gd name="connsiteY10-9238" fmla="*/ 5140037 h 10474037"/>
                  <a:gd name="connsiteX11-9239" fmla="*/ 2119745 w 10460182"/>
                  <a:gd name="connsiteY11-9240" fmla="*/ 4710546 h 10474037"/>
                  <a:gd name="connsiteX12-9241" fmla="*/ 2133600 w 10460182"/>
                  <a:gd name="connsiteY12-9242" fmla="*/ 4308764 h 10474037"/>
                  <a:gd name="connsiteX13-9243" fmla="*/ 2355272 w 10460182"/>
                  <a:gd name="connsiteY13-9244" fmla="*/ 3934691 h 10474037"/>
                  <a:gd name="connsiteX14-9245" fmla="*/ 2715491 w 10460182"/>
                  <a:gd name="connsiteY14-9246" fmla="*/ 3532909 h 10474037"/>
                  <a:gd name="connsiteX15-9247" fmla="*/ 2978727 w 10460182"/>
                  <a:gd name="connsiteY15-9248" fmla="*/ 3338946 h 10474037"/>
                  <a:gd name="connsiteX16-9249" fmla="*/ 3006436 w 10460182"/>
                  <a:gd name="connsiteY16-9250" fmla="*/ 2895600 h 10474037"/>
                  <a:gd name="connsiteX17-9251" fmla="*/ 3075709 w 10460182"/>
                  <a:gd name="connsiteY17-9252" fmla="*/ 2604655 h 10474037"/>
                  <a:gd name="connsiteX18-9253" fmla="*/ 3075709 w 10460182"/>
                  <a:gd name="connsiteY18-9254" fmla="*/ 2396837 h 10474037"/>
                  <a:gd name="connsiteX19-9255" fmla="*/ 3214254 w 10460182"/>
                  <a:gd name="connsiteY19-9256" fmla="*/ 2064327 h 10474037"/>
                  <a:gd name="connsiteX20-9257" fmla="*/ 3214254 w 10460182"/>
                  <a:gd name="connsiteY20-9258" fmla="*/ 1773382 h 10474037"/>
                  <a:gd name="connsiteX21-9259" fmla="*/ 3532909 w 10460182"/>
                  <a:gd name="connsiteY21-9260" fmla="*/ 1205346 h 10474037"/>
                  <a:gd name="connsiteX22-9261" fmla="*/ 3463636 w 10460182"/>
                  <a:gd name="connsiteY22-9262" fmla="*/ 831273 h 10474037"/>
                  <a:gd name="connsiteX23-9263" fmla="*/ 3491345 w 10460182"/>
                  <a:gd name="connsiteY23-9264" fmla="*/ 623455 h 10474037"/>
                  <a:gd name="connsiteX24-9265" fmla="*/ 3823854 w 10460182"/>
                  <a:gd name="connsiteY24-9266" fmla="*/ 263237 h 10474037"/>
                  <a:gd name="connsiteX25-9267" fmla="*/ 4017818 w 10460182"/>
                  <a:gd name="connsiteY25-9268" fmla="*/ 138546 h 10474037"/>
                  <a:gd name="connsiteX26-9269" fmla="*/ 4433454 w 10460182"/>
                  <a:gd name="connsiteY26-9270" fmla="*/ 374073 h 10474037"/>
                  <a:gd name="connsiteX27-9271" fmla="*/ 4599709 w 10460182"/>
                  <a:gd name="connsiteY27-9272" fmla="*/ 568037 h 10474037"/>
                  <a:gd name="connsiteX28-9273" fmla="*/ 5070763 w 10460182"/>
                  <a:gd name="connsiteY28-9274" fmla="*/ 623455 h 10474037"/>
                  <a:gd name="connsiteX29-9275" fmla="*/ 5417127 w 10460182"/>
                  <a:gd name="connsiteY29-9276" fmla="*/ 637309 h 10474037"/>
                  <a:gd name="connsiteX30-9277" fmla="*/ 5680363 w 10460182"/>
                  <a:gd name="connsiteY30-9278" fmla="*/ 692727 h 10474037"/>
                  <a:gd name="connsiteX31-9279" fmla="*/ 5860472 w 10460182"/>
                  <a:gd name="connsiteY31-9280" fmla="*/ 360218 h 10474037"/>
                  <a:gd name="connsiteX32-9281" fmla="*/ 6123709 w 10460182"/>
                  <a:gd name="connsiteY32-9282" fmla="*/ 401782 h 10474037"/>
                  <a:gd name="connsiteX33-9283" fmla="*/ 6594763 w 10460182"/>
                  <a:gd name="connsiteY33-9284" fmla="*/ 263237 h 10474037"/>
                  <a:gd name="connsiteX34-9285" fmla="*/ 6761018 w 10460182"/>
                  <a:gd name="connsiteY34-9286" fmla="*/ 207818 h 10474037"/>
                  <a:gd name="connsiteX35-9287" fmla="*/ 7038109 w 10460182"/>
                  <a:gd name="connsiteY35-9288" fmla="*/ 277091 h 10474037"/>
                  <a:gd name="connsiteX36-9289" fmla="*/ 7232072 w 10460182"/>
                  <a:gd name="connsiteY36-9290" fmla="*/ 96982 h 10474037"/>
                  <a:gd name="connsiteX37-9291" fmla="*/ 7356763 w 10460182"/>
                  <a:gd name="connsiteY37-9292" fmla="*/ 0 h 10474037"/>
                  <a:gd name="connsiteX38-9293" fmla="*/ 7606145 w 10460182"/>
                  <a:gd name="connsiteY38-9294" fmla="*/ 83127 h 10474037"/>
                  <a:gd name="connsiteX39-9295" fmla="*/ 7910945 w 10460182"/>
                  <a:gd name="connsiteY39-9296" fmla="*/ 207818 h 10474037"/>
                  <a:gd name="connsiteX40-9297" fmla="*/ 8312727 w 10460182"/>
                  <a:gd name="connsiteY40-9298" fmla="*/ 138546 h 10474037"/>
                  <a:gd name="connsiteX41-9299" fmla="*/ 8672945 w 10460182"/>
                  <a:gd name="connsiteY41-9300" fmla="*/ 443346 h 10474037"/>
                  <a:gd name="connsiteX42-9301" fmla="*/ 8908472 w 10460182"/>
                  <a:gd name="connsiteY42-9302" fmla="*/ 623455 h 10474037"/>
                  <a:gd name="connsiteX43-9303" fmla="*/ 9088582 w 10460182"/>
                  <a:gd name="connsiteY43-9304" fmla="*/ 526473 h 10474037"/>
                  <a:gd name="connsiteX44-9305" fmla="*/ 9351818 w 10460182"/>
                  <a:gd name="connsiteY44-9306" fmla="*/ 471055 h 10474037"/>
                  <a:gd name="connsiteX45-9307" fmla="*/ 9518072 w 10460182"/>
                  <a:gd name="connsiteY45-9308" fmla="*/ 498764 h 10474037"/>
                  <a:gd name="connsiteX46-9309" fmla="*/ 9698182 w 10460182"/>
                  <a:gd name="connsiteY46-9310" fmla="*/ 526473 h 10474037"/>
                  <a:gd name="connsiteX47-9311" fmla="*/ 10002982 w 10460182"/>
                  <a:gd name="connsiteY47-9312" fmla="*/ 872837 h 10474037"/>
                  <a:gd name="connsiteX48-9313" fmla="*/ 10238509 w 10460182"/>
                  <a:gd name="connsiteY48-9314" fmla="*/ 1066800 h 10474037"/>
                  <a:gd name="connsiteX49-9315" fmla="*/ 10224654 w 10460182"/>
                  <a:gd name="connsiteY49-9316" fmla="*/ 1330037 h 10474037"/>
                  <a:gd name="connsiteX50-9317" fmla="*/ 10238509 w 10460182"/>
                  <a:gd name="connsiteY50-9318" fmla="*/ 1524000 h 10474037"/>
                  <a:gd name="connsiteX51-9319" fmla="*/ 10280072 w 10460182"/>
                  <a:gd name="connsiteY51-9320" fmla="*/ 1648691 h 10474037"/>
                  <a:gd name="connsiteX52-9321" fmla="*/ 10460182 w 10460182"/>
                  <a:gd name="connsiteY52-9322" fmla="*/ 1884218 h 10474037"/>
                  <a:gd name="connsiteX53-9323" fmla="*/ 10099963 w 10460182"/>
                  <a:gd name="connsiteY53-9324" fmla="*/ 2341418 h 10474037"/>
                  <a:gd name="connsiteX54-9325" fmla="*/ 9781309 w 10460182"/>
                  <a:gd name="connsiteY54-9326" fmla="*/ 2576946 h 10474037"/>
                  <a:gd name="connsiteX55-9327" fmla="*/ 9601200 w 10460182"/>
                  <a:gd name="connsiteY55-9328" fmla="*/ 3505200 h 10474037"/>
                  <a:gd name="connsiteX56-9329" fmla="*/ 9601200 w 10460182"/>
                  <a:gd name="connsiteY56-9330" fmla="*/ 3796146 h 10474037"/>
                  <a:gd name="connsiteX57-9331" fmla="*/ 9365672 w 10460182"/>
                  <a:gd name="connsiteY57-9332" fmla="*/ 3990109 h 10474037"/>
                  <a:gd name="connsiteX58-9333" fmla="*/ 9310254 w 10460182"/>
                  <a:gd name="connsiteY58-9334" fmla="*/ 4156364 h 10474037"/>
                  <a:gd name="connsiteX59-9335" fmla="*/ 9199418 w 10460182"/>
                  <a:gd name="connsiteY59-9336" fmla="*/ 4364182 h 10474037"/>
                  <a:gd name="connsiteX60-9337" fmla="*/ 9268691 w 10460182"/>
                  <a:gd name="connsiteY60-9338" fmla="*/ 4530437 h 10474037"/>
                  <a:gd name="connsiteX61-9339" fmla="*/ 9337963 w 10460182"/>
                  <a:gd name="connsiteY61-9340" fmla="*/ 4738255 h 10474037"/>
                  <a:gd name="connsiteX62-9341" fmla="*/ 9421091 w 10460182"/>
                  <a:gd name="connsiteY62-9342" fmla="*/ 4987637 h 10474037"/>
                  <a:gd name="connsiteX63-9343" fmla="*/ 9434945 w 10460182"/>
                  <a:gd name="connsiteY63-9344" fmla="*/ 5292437 h 10474037"/>
                  <a:gd name="connsiteX64-9345" fmla="*/ 9462654 w 10460182"/>
                  <a:gd name="connsiteY64-9346" fmla="*/ 5694218 h 10474037"/>
                  <a:gd name="connsiteX65-9347" fmla="*/ 9587345 w 10460182"/>
                  <a:gd name="connsiteY65-9348" fmla="*/ 6054437 h 10474037"/>
                  <a:gd name="connsiteX66-9349" fmla="*/ 9545782 w 10460182"/>
                  <a:gd name="connsiteY66-9350" fmla="*/ 6456218 h 10474037"/>
                  <a:gd name="connsiteX67-9351" fmla="*/ 9933709 w 10460182"/>
                  <a:gd name="connsiteY67-9352" fmla="*/ 6941127 h 10474037"/>
                  <a:gd name="connsiteX68-9353" fmla="*/ 10113818 w 10460182"/>
                  <a:gd name="connsiteY68-9354" fmla="*/ 7287491 h 10474037"/>
                  <a:gd name="connsiteX69-9355" fmla="*/ 10252363 w 10460182"/>
                  <a:gd name="connsiteY69-9356" fmla="*/ 7620000 h 10474037"/>
                  <a:gd name="connsiteX70-9357" fmla="*/ 9670472 w 10460182"/>
                  <a:gd name="connsiteY70-9358" fmla="*/ 7620000 h 10474037"/>
                  <a:gd name="connsiteX71-9359" fmla="*/ 9337963 w 10460182"/>
                  <a:gd name="connsiteY71-9360" fmla="*/ 7730837 h 10474037"/>
                  <a:gd name="connsiteX72-9361" fmla="*/ 9102436 w 10460182"/>
                  <a:gd name="connsiteY72-9362" fmla="*/ 7869382 h 10474037"/>
                  <a:gd name="connsiteX73-9363" fmla="*/ 9019309 w 10460182"/>
                  <a:gd name="connsiteY73-9364" fmla="*/ 8077200 h 10474037"/>
                  <a:gd name="connsiteX74-9365" fmla="*/ 8936182 w 10460182"/>
                  <a:gd name="connsiteY74-9366" fmla="*/ 8174182 h 10474037"/>
                  <a:gd name="connsiteX75-9367" fmla="*/ 8991600 w 10460182"/>
                  <a:gd name="connsiteY75-9368" fmla="*/ 8603673 h 10474037"/>
                  <a:gd name="connsiteX76-9369" fmla="*/ 8963891 w 10460182"/>
                  <a:gd name="connsiteY76-9370" fmla="*/ 8811491 h 10474037"/>
                  <a:gd name="connsiteX77-9371" fmla="*/ 8991600 w 10460182"/>
                  <a:gd name="connsiteY77-9372" fmla="*/ 9047018 h 10474037"/>
                  <a:gd name="connsiteX78-9373" fmla="*/ 8894618 w 10460182"/>
                  <a:gd name="connsiteY78-9374" fmla="*/ 9351818 h 10474037"/>
                  <a:gd name="connsiteX79-9375" fmla="*/ 8922327 w 10460182"/>
                  <a:gd name="connsiteY79-9376" fmla="*/ 9615055 h 10474037"/>
                  <a:gd name="connsiteX80-9377" fmla="*/ 9144000 w 10460182"/>
                  <a:gd name="connsiteY80-9378" fmla="*/ 9781309 h 10474037"/>
                  <a:gd name="connsiteX81-9379" fmla="*/ 9353374 w 10460182"/>
                  <a:gd name="connsiteY81-9380" fmla="*/ 9932153 h 10474037"/>
                  <a:gd name="connsiteX82-9381" fmla="*/ 9529903 w 10460182"/>
                  <a:gd name="connsiteY82-9382" fmla="*/ 9984146 h 10474037"/>
                  <a:gd name="connsiteX83-9383" fmla="*/ 9625328 w 10460182"/>
                  <a:gd name="connsiteY83-9384" fmla="*/ 9870197 h 10474037"/>
                  <a:gd name="connsiteX84-9385" fmla="*/ 9677633 w 10460182"/>
                  <a:gd name="connsiteY84-9386" fmla="*/ 9882495 h 10474037"/>
                  <a:gd name="connsiteX85-9387" fmla="*/ 9684327 w 10460182"/>
                  <a:gd name="connsiteY85-9388" fmla="*/ 10335491 h 10474037"/>
                  <a:gd name="connsiteX86-9389" fmla="*/ 9474951 w 10460182"/>
                  <a:gd name="connsiteY86-9390" fmla="*/ 10400561 h 10474037"/>
                  <a:gd name="connsiteX87-9391" fmla="*/ 9310254 w 10460182"/>
                  <a:gd name="connsiteY87-9392" fmla="*/ 10474037 h 10474037"/>
                  <a:gd name="connsiteX88-9393" fmla="*/ 9227127 w 10460182"/>
                  <a:gd name="connsiteY88-9394" fmla="*/ 10321637 h 10474037"/>
                  <a:gd name="connsiteX89-9395" fmla="*/ 9033163 w 10460182"/>
                  <a:gd name="connsiteY89-9396" fmla="*/ 10072255 h 10474037"/>
                  <a:gd name="connsiteX90-9397" fmla="*/ 8825345 w 10460182"/>
                  <a:gd name="connsiteY90-9398" fmla="*/ 9892146 h 10474037"/>
                  <a:gd name="connsiteX91-9399" fmla="*/ 8534400 w 10460182"/>
                  <a:gd name="connsiteY91-9400" fmla="*/ 9781309 h 10474037"/>
                  <a:gd name="connsiteX92-9401" fmla="*/ 8423563 w 10460182"/>
                  <a:gd name="connsiteY92-9402" fmla="*/ 9725891 h 10474037"/>
                  <a:gd name="connsiteX93-9403" fmla="*/ 8285018 w 10460182"/>
                  <a:gd name="connsiteY93-9404" fmla="*/ 9559637 h 10474037"/>
                  <a:gd name="connsiteX94-9405" fmla="*/ 8257309 w 10460182"/>
                  <a:gd name="connsiteY94-9406" fmla="*/ 9421091 h 10474037"/>
                  <a:gd name="connsiteX95-9407" fmla="*/ 8146472 w 10460182"/>
                  <a:gd name="connsiteY95-9408" fmla="*/ 9434946 h 10474037"/>
                  <a:gd name="connsiteX96-9409" fmla="*/ 8091054 w 10460182"/>
                  <a:gd name="connsiteY96-9410" fmla="*/ 9656618 h 10474037"/>
                  <a:gd name="connsiteX97-9411" fmla="*/ 7806336 w 10460182"/>
                  <a:gd name="connsiteY97-9412" fmla="*/ 9662378 h 10474037"/>
                  <a:gd name="connsiteX98-9413" fmla="*/ 7567694 w 10460182"/>
                  <a:gd name="connsiteY98-9414" fmla="*/ 9599177 h 10474037"/>
                  <a:gd name="connsiteX99-9415" fmla="*/ 7466043 w 10460182"/>
                  <a:gd name="connsiteY99-9416" fmla="*/ 9550452 h 10474037"/>
                  <a:gd name="connsiteX100-9417" fmla="*/ 7439891 w 10460182"/>
                  <a:gd name="connsiteY100-9418" fmla="*/ 9240982 h 10474037"/>
                  <a:gd name="connsiteX101-9419" fmla="*/ 7397859 w 10460182"/>
                  <a:gd name="connsiteY101-9420" fmla="*/ 9434946 h 10474037"/>
                  <a:gd name="connsiteX102-9421" fmla="*/ 7287491 w 10460182"/>
                  <a:gd name="connsiteY102-9422" fmla="*/ 9528969 h 10474037"/>
                  <a:gd name="connsiteX103-9423" fmla="*/ 7232072 w 10460182"/>
                  <a:gd name="connsiteY103-9424" fmla="*/ 9185564 h 10474037"/>
                  <a:gd name="connsiteX104-9425" fmla="*/ 6954982 w 10460182"/>
                  <a:gd name="connsiteY104-9426" fmla="*/ 9268691 h 10474037"/>
                  <a:gd name="connsiteX105-9427" fmla="*/ 6710737 w 10460182"/>
                  <a:gd name="connsiteY105-9428" fmla="*/ 9341078 h 10474037"/>
                  <a:gd name="connsiteX106-9429" fmla="*/ 6674777 w 10460182"/>
                  <a:gd name="connsiteY106-9430" fmla="*/ 9141977 h 10474037"/>
                  <a:gd name="connsiteX107-9431" fmla="*/ 6511636 w 10460182"/>
                  <a:gd name="connsiteY107-9432" fmla="*/ 9033164 h 10474037"/>
                  <a:gd name="connsiteX108-9433" fmla="*/ 6428509 w 10460182"/>
                  <a:gd name="connsiteY108-9434" fmla="*/ 9033164 h 10474037"/>
                  <a:gd name="connsiteX109-9435" fmla="*/ 6325922 w 10460182"/>
                  <a:gd name="connsiteY109-9436" fmla="*/ 9136372 h 10474037"/>
                  <a:gd name="connsiteX110-9437" fmla="*/ 6167763 w 10460182"/>
                  <a:gd name="connsiteY110-9438" fmla="*/ 9057292 h 10474037"/>
                  <a:gd name="connsiteX111-9439" fmla="*/ 6002132 w 10460182"/>
                  <a:gd name="connsiteY111-9440" fmla="*/ 9172799 h 10474037"/>
                  <a:gd name="connsiteX112-9441" fmla="*/ 5749636 w 10460182"/>
                  <a:gd name="connsiteY112-9442" fmla="*/ 9130146 h 10474037"/>
                  <a:gd name="connsiteX113-9443" fmla="*/ 5674760 w 10460182"/>
                  <a:gd name="connsiteY113-9444" fmla="*/ 9160969 h 10474037"/>
                  <a:gd name="connsiteX114-9445" fmla="*/ 5507415 w 10460182"/>
                  <a:gd name="connsiteY114-9446" fmla="*/ 9207202 h 10474037"/>
                  <a:gd name="connsiteX115-9447" fmla="*/ 5505859 w 10460182"/>
                  <a:gd name="connsiteY115-9448" fmla="*/ 8950037 h 10474037"/>
                  <a:gd name="connsiteX116-9449" fmla="*/ 5505857 w 10460182"/>
                  <a:gd name="connsiteY116-9450" fmla="*/ 8714042 h 10474037"/>
                  <a:gd name="connsiteX117-9451" fmla="*/ 5336024 w 10460182"/>
                  <a:gd name="connsiteY117-9452" fmla="*/ 8412357 h 10474037"/>
                  <a:gd name="connsiteX118-9453" fmla="*/ 5230324 w 10460182"/>
                  <a:gd name="connsiteY118-9454" fmla="*/ 8161885 h 10474037"/>
                  <a:gd name="connsiteX119-9455" fmla="*/ 5317031 w 10460182"/>
                  <a:gd name="connsiteY119-9456" fmla="*/ 7689273 h 10474037"/>
                  <a:gd name="connsiteX120-9457" fmla="*/ 5201059 w 10460182"/>
                  <a:gd name="connsiteY120-9458" fmla="*/ 7399417 h 10474037"/>
                  <a:gd name="connsiteX121-9459" fmla="*/ 5250872 w 10460182"/>
                  <a:gd name="connsiteY121-9460" fmla="*/ 7148946 h 10474037"/>
                  <a:gd name="connsiteX122-9461" fmla="*/ 5245735 w 10460182"/>
                  <a:gd name="connsiteY122-9462" fmla="*/ 7097730 h 10474037"/>
                  <a:gd name="connsiteX123-9463" fmla="*/ 4577603 w 10460182"/>
                  <a:gd name="connsiteY123-9464" fmla="*/ 7093061 h 10474037"/>
                  <a:gd name="connsiteX124-9465" fmla="*/ 4528412 w 10460182"/>
                  <a:gd name="connsiteY124-9466" fmla="*/ 6919645 h 10474037"/>
                  <a:gd name="connsiteX125-9467" fmla="*/ 4038834 w 10460182"/>
                  <a:gd name="connsiteY125-9468" fmla="*/ 6895517 h 10474037"/>
                  <a:gd name="connsiteX126-9469" fmla="*/ 3976254 w 10460182"/>
                  <a:gd name="connsiteY126-9470" fmla="*/ 7148946 h 10474037"/>
                  <a:gd name="connsiteX127-9471" fmla="*/ 3932667 w 10460182"/>
                  <a:gd name="connsiteY127-9472" fmla="*/ 7360344 h 10474037"/>
                  <a:gd name="connsiteX128-9473" fmla="*/ 3910095 w 10460182"/>
                  <a:gd name="connsiteY128-9474" fmla="*/ 7482545 h 10474037"/>
                  <a:gd name="connsiteX129-9475" fmla="*/ 3559528 w 10460182"/>
                  <a:gd name="connsiteY129-9476" fmla="*/ 7476941 h 10474037"/>
                  <a:gd name="connsiteX130-9477" fmla="*/ 3311236 w 10460182"/>
                  <a:gd name="connsiteY130-9478" fmla="*/ 7481455 h 10474037"/>
                  <a:gd name="connsiteX131-9479" fmla="*/ 2895600 w 10460182"/>
                  <a:gd name="connsiteY131-9480" fmla="*/ 7467600 h 10474037"/>
                  <a:gd name="connsiteX132-9481" fmla="*/ 2784763 w 10460182"/>
                  <a:gd name="connsiteY132-9482" fmla="*/ 7218218 h 10474037"/>
                  <a:gd name="connsiteX133-9483" fmla="*/ 2604654 w 10460182"/>
                  <a:gd name="connsiteY133-9484" fmla="*/ 6941127 h 10474037"/>
                  <a:gd name="connsiteX134-9485" fmla="*/ 2410691 w 10460182"/>
                  <a:gd name="connsiteY134-9486" fmla="*/ 6442364 h 10474037"/>
                  <a:gd name="connsiteX135-9487" fmla="*/ 2327563 w 10460182"/>
                  <a:gd name="connsiteY135-9488" fmla="*/ 6303818 h 10474037"/>
                  <a:gd name="connsiteX136-9489" fmla="*/ 1662545 w 10460182"/>
                  <a:gd name="connsiteY136-9490" fmla="*/ 6276109 h 10474037"/>
                  <a:gd name="connsiteX137-9491" fmla="*/ 1233054 w 10460182"/>
                  <a:gd name="connsiteY137-9492" fmla="*/ 6276109 h 10474037"/>
                  <a:gd name="connsiteX138-9493" fmla="*/ 1136072 w 10460182"/>
                  <a:gd name="connsiteY138-9494" fmla="*/ 6331527 h 10474037"/>
                  <a:gd name="connsiteX139-9495" fmla="*/ 706582 w 10460182"/>
                  <a:gd name="connsiteY139-9496" fmla="*/ 6289964 h 10474037"/>
                  <a:gd name="connsiteX140-9497" fmla="*/ 318654 w 10460182"/>
                  <a:gd name="connsiteY140-9498" fmla="*/ 6317673 h 10474037"/>
                  <a:gd name="connsiteX141-9499" fmla="*/ 96982 w 10460182"/>
                  <a:gd name="connsiteY141-9500" fmla="*/ 6470073 h 10474037"/>
                  <a:gd name="connsiteX142-9501" fmla="*/ 0 w 10460182"/>
                  <a:gd name="connsiteY142-9502" fmla="*/ 6373091 h 10474037"/>
                  <a:gd name="connsiteX143-9503" fmla="*/ 83127 w 10460182"/>
                  <a:gd name="connsiteY143-9504" fmla="*/ 6317673 h 10474037"/>
                  <a:gd name="connsiteX0-9505" fmla="*/ 83127 w 10460182"/>
                  <a:gd name="connsiteY0-9506" fmla="*/ 6317673 h 10474037"/>
                  <a:gd name="connsiteX1-9507" fmla="*/ 96982 w 10460182"/>
                  <a:gd name="connsiteY1-9508" fmla="*/ 5874327 h 10474037"/>
                  <a:gd name="connsiteX2-9509" fmla="*/ 401782 w 10460182"/>
                  <a:gd name="connsiteY2-9510" fmla="*/ 5611091 h 10474037"/>
                  <a:gd name="connsiteX3-9511" fmla="*/ 651163 w 10460182"/>
                  <a:gd name="connsiteY3-9512" fmla="*/ 5749637 h 10474037"/>
                  <a:gd name="connsiteX4-9513" fmla="*/ 858982 w 10460182"/>
                  <a:gd name="connsiteY4-9514" fmla="*/ 5583382 h 10474037"/>
                  <a:gd name="connsiteX5-9515" fmla="*/ 997527 w 10460182"/>
                  <a:gd name="connsiteY5-9516" fmla="*/ 5430982 h 10474037"/>
                  <a:gd name="connsiteX6-9517" fmla="*/ 1080654 w 10460182"/>
                  <a:gd name="connsiteY6-9518" fmla="*/ 5514109 h 10474037"/>
                  <a:gd name="connsiteX7-9519" fmla="*/ 1191491 w 10460182"/>
                  <a:gd name="connsiteY7-9520" fmla="*/ 5791200 h 10474037"/>
                  <a:gd name="connsiteX8-9521" fmla="*/ 1510145 w 10460182"/>
                  <a:gd name="connsiteY8-9522" fmla="*/ 5624946 h 10474037"/>
                  <a:gd name="connsiteX9-9523" fmla="*/ 1731818 w 10460182"/>
                  <a:gd name="connsiteY9-9524" fmla="*/ 5375564 h 10474037"/>
                  <a:gd name="connsiteX10-9525" fmla="*/ 2022763 w 10460182"/>
                  <a:gd name="connsiteY10-9526" fmla="*/ 5140037 h 10474037"/>
                  <a:gd name="connsiteX11-9527" fmla="*/ 2119745 w 10460182"/>
                  <a:gd name="connsiteY11-9528" fmla="*/ 4710546 h 10474037"/>
                  <a:gd name="connsiteX12-9529" fmla="*/ 2133600 w 10460182"/>
                  <a:gd name="connsiteY12-9530" fmla="*/ 4308764 h 10474037"/>
                  <a:gd name="connsiteX13-9531" fmla="*/ 2355272 w 10460182"/>
                  <a:gd name="connsiteY13-9532" fmla="*/ 3934691 h 10474037"/>
                  <a:gd name="connsiteX14-9533" fmla="*/ 2715491 w 10460182"/>
                  <a:gd name="connsiteY14-9534" fmla="*/ 3532909 h 10474037"/>
                  <a:gd name="connsiteX15-9535" fmla="*/ 2978727 w 10460182"/>
                  <a:gd name="connsiteY15-9536" fmla="*/ 3338946 h 10474037"/>
                  <a:gd name="connsiteX16-9537" fmla="*/ 3006436 w 10460182"/>
                  <a:gd name="connsiteY16-9538" fmla="*/ 2895600 h 10474037"/>
                  <a:gd name="connsiteX17-9539" fmla="*/ 3075709 w 10460182"/>
                  <a:gd name="connsiteY17-9540" fmla="*/ 2604655 h 10474037"/>
                  <a:gd name="connsiteX18-9541" fmla="*/ 3075709 w 10460182"/>
                  <a:gd name="connsiteY18-9542" fmla="*/ 2396837 h 10474037"/>
                  <a:gd name="connsiteX19-9543" fmla="*/ 3214254 w 10460182"/>
                  <a:gd name="connsiteY19-9544" fmla="*/ 2064327 h 10474037"/>
                  <a:gd name="connsiteX20-9545" fmla="*/ 3214254 w 10460182"/>
                  <a:gd name="connsiteY20-9546" fmla="*/ 1773382 h 10474037"/>
                  <a:gd name="connsiteX21-9547" fmla="*/ 3532909 w 10460182"/>
                  <a:gd name="connsiteY21-9548" fmla="*/ 1205346 h 10474037"/>
                  <a:gd name="connsiteX22-9549" fmla="*/ 3463636 w 10460182"/>
                  <a:gd name="connsiteY22-9550" fmla="*/ 831273 h 10474037"/>
                  <a:gd name="connsiteX23-9551" fmla="*/ 3491345 w 10460182"/>
                  <a:gd name="connsiteY23-9552" fmla="*/ 623455 h 10474037"/>
                  <a:gd name="connsiteX24-9553" fmla="*/ 3823854 w 10460182"/>
                  <a:gd name="connsiteY24-9554" fmla="*/ 263237 h 10474037"/>
                  <a:gd name="connsiteX25-9555" fmla="*/ 4017818 w 10460182"/>
                  <a:gd name="connsiteY25-9556" fmla="*/ 138546 h 10474037"/>
                  <a:gd name="connsiteX26-9557" fmla="*/ 4433454 w 10460182"/>
                  <a:gd name="connsiteY26-9558" fmla="*/ 374073 h 10474037"/>
                  <a:gd name="connsiteX27-9559" fmla="*/ 4599709 w 10460182"/>
                  <a:gd name="connsiteY27-9560" fmla="*/ 568037 h 10474037"/>
                  <a:gd name="connsiteX28-9561" fmla="*/ 5070763 w 10460182"/>
                  <a:gd name="connsiteY28-9562" fmla="*/ 623455 h 10474037"/>
                  <a:gd name="connsiteX29-9563" fmla="*/ 5417127 w 10460182"/>
                  <a:gd name="connsiteY29-9564" fmla="*/ 637309 h 10474037"/>
                  <a:gd name="connsiteX30-9565" fmla="*/ 5680363 w 10460182"/>
                  <a:gd name="connsiteY30-9566" fmla="*/ 692727 h 10474037"/>
                  <a:gd name="connsiteX31-9567" fmla="*/ 5860472 w 10460182"/>
                  <a:gd name="connsiteY31-9568" fmla="*/ 360218 h 10474037"/>
                  <a:gd name="connsiteX32-9569" fmla="*/ 6123709 w 10460182"/>
                  <a:gd name="connsiteY32-9570" fmla="*/ 401782 h 10474037"/>
                  <a:gd name="connsiteX33-9571" fmla="*/ 6594763 w 10460182"/>
                  <a:gd name="connsiteY33-9572" fmla="*/ 263237 h 10474037"/>
                  <a:gd name="connsiteX34-9573" fmla="*/ 6761018 w 10460182"/>
                  <a:gd name="connsiteY34-9574" fmla="*/ 207818 h 10474037"/>
                  <a:gd name="connsiteX35-9575" fmla="*/ 7038109 w 10460182"/>
                  <a:gd name="connsiteY35-9576" fmla="*/ 277091 h 10474037"/>
                  <a:gd name="connsiteX36-9577" fmla="*/ 7232072 w 10460182"/>
                  <a:gd name="connsiteY36-9578" fmla="*/ 96982 h 10474037"/>
                  <a:gd name="connsiteX37-9579" fmla="*/ 7356763 w 10460182"/>
                  <a:gd name="connsiteY37-9580" fmla="*/ 0 h 10474037"/>
                  <a:gd name="connsiteX38-9581" fmla="*/ 7606145 w 10460182"/>
                  <a:gd name="connsiteY38-9582" fmla="*/ 83127 h 10474037"/>
                  <a:gd name="connsiteX39-9583" fmla="*/ 7910945 w 10460182"/>
                  <a:gd name="connsiteY39-9584" fmla="*/ 207818 h 10474037"/>
                  <a:gd name="connsiteX40-9585" fmla="*/ 8312727 w 10460182"/>
                  <a:gd name="connsiteY40-9586" fmla="*/ 138546 h 10474037"/>
                  <a:gd name="connsiteX41-9587" fmla="*/ 8672945 w 10460182"/>
                  <a:gd name="connsiteY41-9588" fmla="*/ 443346 h 10474037"/>
                  <a:gd name="connsiteX42-9589" fmla="*/ 8908472 w 10460182"/>
                  <a:gd name="connsiteY42-9590" fmla="*/ 623455 h 10474037"/>
                  <a:gd name="connsiteX43-9591" fmla="*/ 9088582 w 10460182"/>
                  <a:gd name="connsiteY43-9592" fmla="*/ 526473 h 10474037"/>
                  <a:gd name="connsiteX44-9593" fmla="*/ 9351818 w 10460182"/>
                  <a:gd name="connsiteY44-9594" fmla="*/ 471055 h 10474037"/>
                  <a:gd name="connsiteX45-9595" fmla="*/ 9518072 w 10460182"/>
                  <a:gd name="connsiteY45-9596" fmla="*/ 498764 h 10474037"/>
                  <a:gd name="connsiteX46-9597" fmla="*/ 9698182 w 10460182"/>
                  <a:gd name="connsiteY46-9598" fmla="*/ 526473 h 10474037"/>
                  <a:gd name="connsiteX47-9599" fmla="*/ 10002982 w 10460182"/>
                  <a:gd name="connsiteY47-9600" fmla="*/ 872837 h 10474037"/>
                  <a:gd name="connsiteX48-9601" fmla="*/ 10238509 w 10460182"/>
                  <a:gd name="connsiteY48-9602" fmla="*/ 1066800 h 10474037"/>
                  <a:gd name="connsiteX49-9603" fmla="*/ 10224654 w 10460182"/>
                  <a:gd name="connsiteY49-9604" fmla="*/ 1330037 h 10474037"/>
                  <a:gd name="connsiteX50-9605" fmla="*/ 10238509 w 10460182"/>
                  <a:gd name="connsiteY50-9606" fmla="*/ 1524000 h 10474037"/>
                  <a:gd name="connsiteX51-9607" fmla="*/ 10280072 w 10460182"/>
                  <a:gd name="connsiteY51-9608" fmla="*/ 1648691 h 10474037"/>
                  <a:gd name="connsiteX52-9609" fmla="*/ 10460182 w 10460182"/>
                  <a:gd name="connsiteY52-9610" fmla="*/ 1884218 h 10474037"/>
                  <a:gd name="connsiteX53-9611" fmla="*/ 10099963 w 10460182"/>
                  <a:gd name="connsiteY53-9612" fmla="*/ 2341418 h 10474037"/>
                  <a:gd name="connsiteX54-9613" fmla="*/ 9781309 w 10460182"/>
                  <a:gd name="connsiteY54-9614" fmla="*/ 2576946 h 10474037"/>
                  <a:gd name="connsiteX55-9615" fmla="*/ 9601200 w 10460182"/>
                  <a:gd name="connsiteY55-9616" fmla="*/ 3505200 h 10474037"/>
                  <a:gd name="connsiteX56-9617" fmla="*/ 9601200 w 10460182"/>
                  <a:gd name="connsiteY56-9618" fmla="*/ 3796146 h 10474037"/>
                  <a:gd name="connsiteX57-9619" fmla="*/ 9365672 w 10460182"/>
                  <a:gd name="connsiteY57-9620" fmla="*/ 3990109 h 10474037"/>
                  <a:gd name="connsiteX58-9621" fmla="*/ 9310254 w 10460182"/>
                  <a:gd name="connsiteY58-9622" fmla="*/ 4156364 h 10474037"/>
                  <a:gd name="connsiteX59-9623" fmla="*/ 9199418 w 10460182"/>
                  <a:gd name="connsiteY59-9624" fmla="*/ 4364182 h 10474037"/>
                  <a:gd name="connsiteX60-9625" fmla="*/ 9268691 w 10460182"/>
                  <a:gd name="connsiteY60-9626" fmla="*/ 4530437 h 10474037"/>
                  <a:gd name="connsiteX61-9627" fmla="*/ 9337963 w 10460182"/>
                  <a:gd name="connsiteY61-9628" fmla="*/ 4738255 h 10474037"/>
                  <a:gd name="connsiteX62-9629" fmla="*/ 9421091 w 10460182"/>
                  <a:gd name="connsiteY62-9630" fmla="*/ 4987637 h 10474037"/>
                  <a:gd name="connsiteX63-9631" fmla="*/ 9434945 w 10460182"/>
                  <a:gd name="connsiteY63-9632" fmla="*/ 5292437 h 10474037"/>
                  <a:gd name="connsiteX64-9633" fmla="*/ 9462654 w 10460182"/>
                  <a:gd name="connsiteY64-9634" fmla="*/ 5694218 h 10474037"/>
                  <a:gd name="connsiteX65-9635" fmla="*/ 9587345 w 10460182"/>
                  <a:gd name="connsiteY65-9636" fmla="*/ 6054437 h 10474037"/>
                  <a:gd name="connsiteX66-9637" fmla="*/ 9545782 w 10460182"/>
                  <a:gd name="connsiteY66-9638" fmla="*/ 6456218 h 10474037"/>
                  <a:gd name="connsiteX67-9639" fmla="*/ 9933709 w 10460182"/>
                  <a:gd name="connsiteY67-9640" fmla="*/ 6941127 h 10474037"/>
                  <a:gd name="connsiteX68-9641" fmla="*/ 10113818 w 10460182"/>
                  <a:gd name="connsiteY68-9642" fmla="*/ 7287491 h 10474037"/>
                  <a:gd name="connsiteX69-9643" fmla="*/ 10252363 w 10460182"/>
                  <a:gd name="connsiteY69-9644" fmla="*/ 7620000 h 10474037"/>
                  <a:gd name="connsiteX70-9645" fmla="*/ 9670472 w 10460182"/>
                  <a:gd name="connsiteY70-9646" fmla="*/ 7620000 h 10474037"/>
                  <a:gd name="connsiteX71-9647" fmla="*/ 9337963 w 10460182"/>
                  <a:gd name="connsiteY71-9648" fmla="*/ 7730837 h 10474037"/>
                  <a:gd name="connsiteX72-9649" fmla="*/ 9102436 w 10460182"/>
                  <a:gd name="connsiteY72-9650" fmla="*/ 7869382 h 10474037"/>
                  <a:gd name="connsiteX73-9651" fmla="*/ 9019309 w 10460182"/>
                  <a:gd name="connsiteY73-9652" fmla="*/ 8077200 h 10474037"/>
                  <a:gd name="connsiteX74-9653" fmla="*/ 8936182 w 10460182"/>
                  <a:gd name="connsiteY74-9654" fmla="*/ 8174182 h 10474037"/>
                  <a:gd name="connsiteX75-9655" fmla="*/ 8991600 w 10460182"/>
                  <a:gd name="connsiteY75-9656" fmla="*/ 8603673 h 10474037"/>
                  <a:gd name="connsiteX76-9657" fmla="*/ 8963891 w 10460182"/>
                  <a:gd name="connsiteY76-9658" fmla="*/ 8811491 h 10474037"/>
                  <a:gd name="connsiteX77-9659" fmla="*/ 8991600 w 10460182"/>
                  <a:gd name="connsiteY77-9660" fmla="*/ 9047018 h 10474037"/>
                  <a:gd name="connsiteX78-9661" fmla="*/ 8894618 w 10460182"/>
                  <a:gd name="connsiteY78-9662" fmla="*/ 9351818 h 10474037"/>
                  <a:gd name="connsiteX79-9663" fmla="*/ 8922327 w 10460182"/>
                  <a:gd name="connsiteY79-9664" fmla="*/ 9615055 h 10474037"/>
                  <a:gd name="connsiteX80-9665" fmla="*/ 9144000 w 10460182"/>
                  <a:gd name="connsiteY80-9666" fmla="*/ 9781309 h 10474037"/>
                  <a:gd name="connsiteX81-9667" fmla="*/ 9353374 w 10460182"/>
                  <a:gd name="connsiteY81-9668" fmla="*/ 9932153 h 10474037"/>
                  <a:gd name="connsiteX82-9669" fmla="*/ 9529903 w 10460182"/>
                  <a:gd name="connsiteY82-9670" fmla="*/ 9984146 h 10474037"/>
                  <a:gd name="connsiteX83-9671" fmla="*/ 9625328 w 10460182"/>
                  <a:gd name="connsiteY83-9672" fmla="*/ 9870197 h 10474037"/>
                  <a:gd name="connsiteX84-9673" fmla="*/ 9677633 w 10460182"/>
                  <a:gd name="connsiteY84-9674" fmla="*/ 9882495 h 10474037"/>
                  <a:gd name="connsiteX85-9675" fmla="*/ 9684327 w 10460182"/>
                  <a:gd name="connsiteY85-9676" fmla="*/ 10335491 h 10474037"/>
                  <a:gd name="connsiteX86-9677" fmla="*/ 9495500 w 10460182"/>
                  <a:gd name="connsiteY86-9678" fmla="*/ 10385150 h 10474037"/>
                  <a:gd name="connsiteX87-9679" fmla="*/ 9310254 w 10460182"/>
                  <a:gd name="connsiteY87-9680" fmla="*/ 10474037 h 10474037"/>
                  <a:gd name="connsiteX88-9681" fmla="*/ 9227127 w 10460182"/>
                  <a:gd name="connsiteY88-9682" fmla="*/ 10321637 h 10474037"/>
                  <a:gd name="connsiteX89-9683" fmla="*/ 9033163 w 10460182"/>
                  <a:gd name="connsiteY89-9684" fmla="*/ 10072255 h 10474037"/>
                  <a:gd name="connsiteX90-9685" fmla="*/ 8825345 w 10460182"/>
                  <a:gd name="connsiteY90-9686" fmla="*/ 9892146 h 10474037"/>
                  <a:gd name="connsiteX91-9687" fmla="*/ 8534400 w 10460182"/>
                  <a:gd name="connsiteY91-9688" fmla="*/ 9781309 h 10474037"/>
                  <a:gd name="connsiteX92-9689" fmla="*/ 8423563 w 10460182"/>
                  <a:gd name="connsiteY92-9690" fmla="*/ 9725891 h 10474037"/>
                  <a:gd name="connsiteX93-9691" fmla="*/ 8285018 w 10460182"/>
                  <a:gd name="connsiteY93-9692" fmla="*/ 9559637 h 10474037"/>
                  <a:gd name="connsiteX94-9693" fmla="*/ 8257309 w 10460182"/>
                  <a:gd name="connsiteY94-9694" fmla="*/ 9421091 h 10474037"/>
                  <a:gd name="connsiteX95-9695" fmla="*/ 8146472 w 10460182"/>
                  <a:gd name="connsiteY95-9696" fmla="*/ 9434946 h 10474037"/>
                  <a:gd name="connsiteX96-9697" fmla="*/ 8091054 w 10460182"/>
                  <a:gd name="connsiteY96-9698" fmla="*/ 9656618 h 10474037"/>
                  <a:gd name="connsiteX97-9699" fmla="*/ 7806336 w 10460182"/>
                  <a:gd name="connsiteY97-9700" fmla="*/ 9662378 h 10474037"/>
                  <a:gd name="connsiteX98-9701" fmla="*/ 7567694 w 10460182"/>
                  <a:gd name="connsiteY98-9702" fmla="*/ 9599177 h 10474037"/>
                  <a:gd name="connsiteX99-9703" fmla="*/ 7466043 w 10460182"/>
                  <a:gd name="connsiteY99-9704" fmla="*/ 9550452 h 10474037"/>
                  <a:gd name="connsiteX100-9705" fmla="*/ 7439891 w 10460182"/>
                  <a:gd name="connsiteY100-9706" fmla="*/ 9240982 h 10474037"/>
                  <a:gd name="connsiteX101-9707" fmla="*/ 7397859 w 10460182"/>
                  <a:gd name="connsiteY101-9708" fmla="*/ 9434946 h 10474037"/>
                  <a:gd name="connsiteX102-9709" fmla="*/ 7287491 w 10460182"/>
                  <a:gd name="connsiteY102-9710" fmla="*/ 9528969 h 10474037"/>
                  <a:gd name="connsiteX103-9711" fmla="*/ 7232072 w 10460182"/>
                  <a:gd name="connsiteY103-9712" fmla="*/ 9185564 h 10474037"/>
                  <a:gd name="connsiteX104-9713" fmla="*/ 6954982 w 10460182"/>
                  <a:gd name="connsiteY104-9714" fmla="*/ 9268691 h 10474037"/>
                  <a:gd name="connsiteX105-9715" fmla="*/ 6710737 w 10460182"/>
                  <a:gd name="connsiteY105-9716" fmla="*/ 9341078 h 10474037"/>
                  <a:gd name="connsiteX106-9717" fmla="*/ 6674777 w 10460182"/>
                  <a:gd name="connsiteY106-9718" fmla="*/ 9141977 h 10474037"/>
                  <a:gd name="connsiteX107-9719" fmla="*/ 6511636 w 10460182"/>
                  <a:gd name="connsiteY107-9720" fmla="*/ 9033164 h 10474037"/>
                  <a:gd name="connsiteX108-9721" fmla="*/ 6428509 w 10460182"/>
                  <a:gd name="connsiteY108-9722" fmla="*/ 9033164 h 10474037"/>
                  <a:gd name="connsiteX109-9723" fmla="*/ 6325922 w 10460182"/>
                  <a:gd name="connsiteY109-9724" fmla="*/ 9136372 h 10474037"/>
                  <a:gd name="connsiteX110-9725" fmla="*/ 6167763 w 10460182"/>
                  <a:gd name="connsiteY110-9726" fmla="*/ 9057292 h 10474037"/>
                  <a:gd name="connsiteX111-9727" fmla="*/ 6002132 w 10460182"/>
                  <a:gd name="connsiteY111-9728" fmla="*/ 9172799 h 10474037"/>
                  <a:gd name="connsiteX112-9729" fmla="*/ 5749636 w 10460182"/>
                  <a:gd name="connsiteY112-9730" fmla="*/ 9130146 h 10474037"/>
                  <a:gd name="connsiteX113-9731" fmla="*/ 5674760 w 10460182"/>
                  <a:gd name="connsiteY113-9732" fmla="*/ 9160969 h 10474037"/>
                  <a:gd name="connsiteX114-9733" fmla="*/ 5507415 w 10460182"/>
                  <a:gd name="connsiteY114-9734" fmla="*/ 9207202 h 10474037"/>
                  <a:gd name="connsiteX115-9735" fmla="*/ 5505859 w 10460182"/>
                  <a:gd name="connsiteY115-9736" fmla="*/ 8950037 h 10474037"/>
                  <a:gd name="connsiteX116-9737" fmla="*/ 5505857 w 10460182"/>
                  <a:gd name="connsiteY116-9738" fmla="*/ 8714042 h 10474037"/>
                  <a:gd name="connsiteX117-9739" fmla="*/ 5336024 w 10460182"/>
                  <a:gd name="connsiteY117-9740" fmla="*/ 8412357 h 10474037"/>
                  <a:gd name="connsiteX118-9741" fmla="*/ 5230324 w 10460182"/>
                  <a:gd name="connsiteY118-9742" fmla="*/ 8161885 h 10474037"/>
                  <a:gd name="connsiteX119-9743" fmla="*/ 5317031 w 10460182"/>
                  <a:gd name="connsiteY119-9744" fmla="*/ 7689273 h 10474037"/>
                  <a:gd name="connsiteX120-9745" fmla="*/ 5201059 w 10460182"/>
                  <a:gd name="connsiteY120-9746" fmla="*/ 7399417 h 10474037"/>
                  <a:gd name="connsiteX121-9747" fmla="*/ 5250872 w 10460182"/>
                  <a:gd name="connsiteY121-9748" fmla="*/ 7148946 h 10474037"/>
                  <a:gd name="connsiteX122-9749" fmla="*/ 5245735 w 10460182"/>
                  <a:gd name="connsiteY122-9750" fmla="*/ 7097730 h 10474037"/>
                  <a:gd name="connsiteX123-9751" fmla="*/ 4577603 w 10460182"/>
                  <a:gd name="connsiteY123-9752" fmla="*/ 7093061 h 10474037"/>
                  <a:gd name="connsiteX124-9753" fmla="*/ 4528412 w 10460182"/>
                  <a:gd name="connsiteY124-9754" fmla="*/ 6919645 h 10474037"/>
                  <a:gd name="connsiteX125-9755" fmla="*/ 4038834 w 10460182"/>
                  <a:gd name="connsiteY125-9756" fmla="*/ 6895517 h 10474037"/>
                  <a:gd name="connsiteX126-9757" fmla="*/ 3976254 w 10460182"/>
                  <a:gd name="connsiteY126-9758" fmla="*/ 7148946 h 10474037"/>
                  <a:gd name="connsiteX127-9759" fmla="*/ 3932667 w 10460182"/>
                  <a:gd name="connsiteY127-9760" fmla="*/ 7360344 h 10474037"/>
                  <a:gd name="connsiteX128-9761" fmla="*/ 3910095 w 10460182"/>
                  <a:gd name="connsiteY128-9762" fmla="*/ 7482545 h 10474037"/>
                  <a:gd name="connsiteX129-9763" fmla="*/ 3559528 w 10460182"/>
                  <a:gd name="connsiteY129-9764" fmla="*/ 7476941 h 10474037"/>
                  <a:gd name="connsiteX130-9765" fmla="*/ 3311236 w 10460182"/>
                  <a:gd name="connsiteY130-9766" fmla="*/ 7481455 h 10474037"/>
                  <a:gd name="connsiteX131-9767" fmla="*/ 2895600 w 10460182"/>
                  <a:gd name="connsiteY131-9768" fmla="*/ 7467600 h 10474037"/>
                  <a:gd name="connsiteX132-9769" fmla="*/ 2784763 w 10460182"/>
                  <a:gd name="connsiteY132-9770" fmla="*/ 7218218 h 10474037"/>
                  <a:gd name="connsiteX133-9771" fmla="*/ 2604654 w 10460182"/>
                  <a:gd name="connsiteY133-9772" fmla="*/ 6941127 h 10474037"/>
                  <a:gd name="connsiteX134-9773" fmla="*/ 2410691 w 10460182"/>
                  <a:gd name="connsiteY134-9774" fmla="*/ 6442364 h 10474037"/>
                  <a:gd name="connsiteX135-9775" fmla="*/ 2327563 w 10460182"/>
                  <a:gd name="connsiteY135-9776" fmla="*/ 6303818 h 10474037"/>
                  <a:gd name="connsiteX136-9777" fmla="*/ 1662545 w 10460182"/>
                  <a:gd name="connsiteY136-9778" fmla="*/ 6276109 h 10474037"/>
                  <a:gd name="connsiteX137-9779" fmla="*/ 1233054 w 10460182"/>
                  <a:gd name="connsiteY137-9780" fmla="*/ 6276109 h 10474037"/>
                  <a:gd name="connsiteX138-9781" fmla="*/ 1136072 w 10460182"/>
                  <a:gd name="connsiteY138-9782" fmla="*/ 6331527 h 10474037"/>
                  <a:gd name="connsiteX139-9783" fmla="*/ 706582 w 10460182"/>
                  <a:gd name="connsiteY139-9784" fmla="*/ 6289964 h 10474037"/>
                  <a:gd name="connsiteX140-9785" fmla="*/ 318654 w 10460182"/>
                  <a:gd name="connsiteY140-9786" fmla="*/ 6317673 h 10474037"/>
                  <a:gd name="connsiteX141-9787" fmla="*/ 96982 w 10460182"/>
                  <a:gd name="connsiteY141-9788" fmla="*/ 6470073 h 10474037"/>
                  <a:gd name="connsiteX142-9789" fmla="*/ 0 w 10460182"/>
                  <a:gd name="connsiteY142-9790" fmla="*/ 6373091 h 10474037"/>
                  <a:gd name="connsiteX143-9791" fmla="*/ 83127 w 10460182"/>
                  <a:gd name="connsiteY143-9792" fmla="*/ 6317673 h 10474037"/>
                  <a:gd name="connsiteX0-9793" fmla="*/ 83127 w 10460182"/>
                  <a:gd name="connsiteY0-9794" fmla="*/ 6317673 h 10474037"/>
                  <a:gd name="connsiteX1-9795" fmla="*/ 96982 w 10460182"/>
                  <a:gd name="connsiteY1-9796" fmla="*/ 5874327 h 10474037"/>
                  <a:gd name="connsiteX2-9797" fmla="*/ 401782 w 10460182"/>
                  <a:gd name="connsiteY2-9798" fmla="*/ 5611091 h 10474037"/>
                  <a:gd name="connsiteX3-9799" fmla="*/ 651163 w 10460182"/>
                  <a:gd name="connsiteY3-9800" fmla="*/ 5749637 h 10474037"/>
                  <a:gd name="connsiteX4-9801" fmla="*/ 858982 w 10460182"/>
                  <a:gd name="connsiteY4-9802" fmla="*/ 5583382 h 10474037"/>
                  <a:gd name="connsiteX5-9803" fmla="*/ 997527 w 10460182"/>
                  <a:gd name="connsiteY5-9804" fmla="*/ 5430982 h 10474037"/>
                  <a:gd name="connsiteX6-9805" fmla="*/ 1080654 w 10460182"/>
                  <a:gd name="connsiteY6-9806" fmla="*/ 5514109 h 10474037"/>
                  <a:gd name="connsiteX7-9807" fmla="*/ 1191491 w 10460182"/>
                  <a:gd name="connsiteY7-9808" fmla="*/ 5791200 h 10474037"/>
                  <a:gd name="connsiteX8-9809" fmla="*/ 1510145 w 10460182"/>
                  <a:gd name="connsiteY8-9810" fmla="*/ 5624946 h 10474037"/>
                  <a:gd name="connsiteX9-9811" fmla="*/ 1731818 w 10460182"/>
                  <a:gd name="connsiteY9-9812" fmla="*/ 5375564 h 10474037"/>
                  <a:gd name="connsiteX10-9813" fmla="*/ 2022763 w 10460182"/>
                  <a:gd name="connsiteY10-9814" fmla="*/ 5140037 h 10474037"/>
                  <a:gd name="connsiteX11-9815" fmla="*/ 2119745 w 10460182"/>
                  <a:gd name="connsiteY11-9816" fmla="*/ 4710546 h 10474037"/>
                  <a:gd name="connsiteX12-9817" fmla="*/ 2133600 w 10460182"/>
                  <a:gd name="connsiteY12-9818" fmla="*/ 4308764 h 10474037"/>
                  <a:gd name="connsiteX13-9819" fmla="*/ 2355272 w 10460182"/>
                  <a:gd name="connsiteY13-9820" fmla="*/ 3934691 h 10474037"/>
                  <a:gd name="connsiteX14-9821" fmla="*/ 2715491 w 10460182"/>
                  <a:gd name="connsiteY14-9822" fmla="*/ 3532909 h 10474037"/>
                  <a:gd name="connsiteX15-9823" fmla="*/ 2978727 w 10460182"/>
                  <a:gd name="connsiteY15-9824" fmla="*/ 3338946 h 10474037"/>
                  <a:gd name="connsiteX16-9825" fmla="*/ 3006436 w 10460182"/>
                  <a:gd name="connsiteY16-9826" fmla="*/ 2895600 h 10474037"/>
                  <a:gd name="connsiteX17-9827" fmla="*/ 3075709 w 10460182"/>
                  <a:gd name="connsiteY17-9828" fmla="*/ 2604655 h 10474037"/>
                  <a:gd name="connsiteX18-9829" fmla="*/ 3075709 w 10460182"/>
                  <a:gd name="connsiteY18-9830" fmla="*/ 2396837 h 10474037"/>
                  <a:gd name="connsiteX19-9831" fmla="*/ 3214254 w 10460182"/>
                  <a:gd name="connsiteY19-9832" fmla="*/ 2064327 h 10474037"/>
                  <a:gd name="connsiteX20-9833" fmla="*/ 3214254 w 10460182"/>
                  <a:gd name="connsiteY20-9834" fmla="*/ 1773382 h 10474037"/>
                  <a:gd name="connsiteX21-9835" fmla="*/ 3532909 w 10460182"/>
                  <a:gd name="connsiteY21-9836" fmla="*/ 1205346 h 10474037"/>
                  <a:gd name="connsiteX22-9837" fmla="*/ 3463636 w 10460182"/>
                  <a:gd name="connsiteY22-9838" fmla="*/ 831273 h 10474037"/>
                  <a:gd name="connsiteX23-9839" fmla="*/ 3491345 w 10460182"/>
                  <a:gd name="connsiteY23-9840" fmla="*/ 623455 h 10474037"/>
                  <a:gd name="connsiteX24-9841" fmla="*/ 3823854 w 10460182"/>
                  <a:gd name="connsiteY24-9842" fmla="*/ 263237 h 10474037"/>
                  <a:gd name="connsiteX25-9843" fmla="*/ 4017818 w 10460182"/>
                  <a:gd name="connsiteY25-9844" fmla="*/ 138546 h 10474037"/>
                  <a:gd name="connsiteX26-9845" fmla="*/ 4433454 w 10460182"/>
                  <a:gd name="connsiteY26-9846" fmla="*/ 374073 h 10474037"/>
                  <a:gd name="connsiteX27-9847" fmla="*/ 4599709 w 10460182"/>
                  <a:gd name="connsiteY27-9848" fmla="*/ 568037 h 10474037"/>
                  <a:gd name="connsiteX28-9849" fmla="*/ 5070763 w 10460182"/>
                  <a:gd name="connsiteY28-9850" fmla="*/ 623455 h 10474037"/>
                  <a:gd name="connsiteX29-9851" fmla="*/ 5417127 w 10460182"/>
                  <a:gd name="connsiteY29-9852" fmla="*/ 637309 h 10474037"/>
                  <a:gd name="connsiteX30-9853" fmla="*/ 5680363 w 10460182"/>
                  <a:gd name="connsiteY30-9854" fmla="*/ 692727 h 10474037"/>
                  <a:gd name="connsiteX31-9855" fmla="*/ 5860472 w 10460182"/>
                  <a:gd name="connsiteY31-9856" fmla="*/ 360218 h 10474037"/>
                  <a:gd name="connsiteX32-9857" fmla="*/ 6123709 w 10460182"/>
                  <a:gd name="connsiteY32-9858" fmla="*/ 401782 h 10474037"/>
                  <a:gd name="connsiteX33-9859" fmla="*/ 6594763 w 10460182"/>
                  <a:gd name="connsiteY33-9860" fmla="*/ 263237 h 10474037"/>
                  <a:gd name="connsiteX34-9861" fmla="*/ 6761018 w 10460182"/>
                  <a:gd name="connsiteY34-9862" fmla="*/ 207818 h 10474037"/>
                  <a:gd name="connsiteX35-9863" fmla="*/ 7038109 w 10460182"/>
                  <a:gd name="connsiteY35-9864" fmla="*/ 277091 h 10474037"/>
                  <a:gd name="connsiteX36-9865" fmla="*/ 7232072 w 10460182"/>
                  <a:gd name="connsiteY36-9866" fmla="*/ 96982 h 10474037"/>
                  <a:gd name="connsiteX37-9867" fmla="*/ 7356763 w 10460182"/>
                  <a:gd name="connsiteY37-9868" fmla="*/ 0 h 10474037"/>
                  <a:gd name="connsiteX38-9869" fmla="*/ 7606145 w 10460182"/>
                  <a:gd name="connsiteY38-9870" fmla="*/ 83127 h 10474037"/>
                  <a:gd name="connsiteX39-9871" fmla="*/ 7910945 w 10460182"/>
                  <a:gd name="connsiteY39-9872" fmla="*/ 207818 h 10474037"/>
                  <a:gd name="connsiteX40-9873" fmla="*/ 8312727 w 10460182"/>
                  <a:gd name="connsiteY40-9874" fmla="*/ 138546 h 10474037"/>
                  <a:gd name="connsiteX41-9875" fmla="*/ 8672945 w 10460182"/>
                  <a:gd name="connsiteY41-9876" fmla="*/ 443346 h 10474037"/>
                  <a:gd name="connsiteX42-9877" fmla="*/ 8908472 w 10460182"/>
                  <a:gd name="connsiteY42-9878" fmla="*/ 623455 h 10474037"/>
                  <a:gd name="connsiteX43-9879" fmla="*/ 9088582 w 10460182"/>
                  <a:gd name="connsiteY43-9880" fmla="*/ 526473 h 10474037"/>
                  <a:gd name="connsiteX44-9881" fmla="*/ 9351818 w 10460182"/>
                  <a:gd name="connsiteY44-9882" fmla="*/ 471055 h 10474037"/>
                  <a:gd name="connsiteX45-9883" fmla="*/ 9518072 w 10460182"/>
                  <a:gd name="connsiteY45-9884" fmla="*/ 498764 h 10474037"/>
                  <a:gd name="connsiteX46-9885" fmla="*/ 9698182 w 10460182"/>
                  <a:gd name="connsiteY46-9886" fmla="*/ 526473 h 10474037"/>
                  <a:gd name="connsiteX47-9887" fmla="*/ 10002982 w 10460182"/>
                  <a:gd name="connsiteY47-9888" fmla="*/ 872837 h 10474037"/>
                  <a:gd name="connsiteX48-9889" fmla="*/ 10238509 w 10460182"/>
                  <a:gd name="connsiteY48-9890" fmla="*/ 1066800 h 10474037"/>
                  <a:gd name="connsiteX49-9891" fmla="*/ 10224654 w 10460182"/>
                  <a:gd name="connsiteY49-9892" fmla="*/ 1330037 h 10474037"/>
                  <a:gd name="connsiteX50-9893" fmla="*/ 10238509 w 10460182"/>
                  <a:gd name="connsiteY50-9894" fmla="*/ 1524000 h 10474037"/>
                  <a:gd name="connsiteX51-9895" fmla="*/ 10280072 w 10460182"/>
                  <a:gd name="connsiteY51-9896" fmla="*/ 1648691 h 10474037"/>
                  <a:gd name="connsiteX52-9897" fmla="*/ 10460182 w 10460182"/>
                  <a:gd name="connsiteY52-9898" fmla="*/ 1884218 h 10474037"/>
                  <a:gd name="connsiteX53-9899" fmla="*/ 10099963 w 10460182"/>
                  <a:gd name="connsiteY53-9900" fmla="*/ 2341418 h 10474037"/>
                  <a:gd name="connsiteX54-9901" fmla="*/ 9781309 w 10460182"/>
                  <a:gd name="connsiteY54-9902" fmla="*/ 2576946 h 10474037"/>
                  <a:gd name="connsiteX55-9903" fmla="*/ 9601200 w 10460182"/>
                  <a:gd name="connsiteY55-9904" fmla="*/ 3505200 h 10474037"/>
                  <a:gd name="connsiteX56-9905" fmla="*/ 9601200 w 10460182"/>
                  <a:gd name="connsiteY56-9906" fmla="*/ 3796146 h 10474037"/>
                  <a:gd name="connsiteX57-9907" fmla="*/ 9365672 w 10460182"/>
                  <a:gd name="connsiteY57-9908" fmla="*/ 3990109 h 10474037"/>
                  <a:gd name="connsiteX58-9909" fmla="*/ 9310254 w 10460182"/>
                  <a:gd name="connsiteY58-9910" fmla="*/ 4156364 h 10474037"/>
                  <a:gd name="connsiteX59-9911" fmla="*/ 9199418 w 10460182"/>
                  <a:gd name="connsiteY59-9912" fmla="*/ 4364182 h 10474037"/>
                  <a:gd name="connsiteX60-9913" fmla="*/ 9268691 w 10460182"/>
                  <a:gd name="connsiteY60-9914" fmla="*/ 4530437 h 10474037"/>
                  <a:gd name="connsiteX61-9915" fmla="*/ 9337963 w 10460182"/>
                  <a:gd name="connsiteY61-9916" fmla="*/ 4738255 h 10474037"/>
                  <a:gd name="connsiteX62-9917" fmla="*/ 9421091 w 10460182"/>
                  <a:gd name="connsiteY62-9918" fmla="*/ 4987637 h 10474037"/>
                  <a:gd name="connsiteX63-9919" fmla="*/ 9434945 w 10460182"/>
                  <a:gd name="connsiteY63-9920" fmla="*/ 5292437 h 10474037"/>
                  <a:gd name="connsiteX64-9921" fmla="*/ 9462654 w 10460182"/>
                  <a:gd name="connsiteY64-9922" fmla="*/ 5694218 h 10474037"/>
                  <a:gd name="connsiteX65-9923" fmla="*/ 9587345 w 10460182"/>
                  <a:gd name="connsiteY65-9924" fmla="*/ 6054437 h 10474037"/>
                  <a:gd name="connsiteX66-9925" fmla="*/ 9545782 w 10460182"/>
                  <a:gd name="connsiteY66-9926" fmla="*/ 6456218 h 10474037"/>
                  <a:gd name="connsiteX67-9927" fmla="*/ 9933709 w 10460182"/>
                  <a:gd name="connsiteY67-9928" fmla="*/ 6941127 h 10474037"/>
                  <a:gd name="connsiteX68-9929" fmla="*/ 10113818 w 10460182"/>
                  <a:gd name="connsiteY68-9930" fmla="*/ 7287491 h 10474037"/>
                  <a:gd name="connsiteX69-9931" fmla="*/ 10252363 w 10460182"/>
                  <a:gd name="connsiteY69-9932" fmla="*/ 7620000 h 10474037"/>
                  <a:gd name="connsiteX70-9933" fmla="*/ 9670472 w 10460182"/>
                  <a:gd name="connsiteY70-9934" fmla="*/ 7620000 h 10474037"/>
                  <a:gd name="connsiteX71-9935" fmla="*/ 9337963 w 10460182"/>
                  <a:gd name="connsiteY71-9936" fmla="*/ 7730837 h 10474037"/>
                  <a:gd name="connsiteX72-9937" fmla="*/ 9102436 w 10460182"/>
                  <a:gd name="connsiteY72-9938" fmla="*/ 7869382 h 10474037"/>
                  <a:gd name="connsiteX73-9939" fmla="*/ 9019309 w 10460182"/>
                  <a:gd name="connsiteY73-9940" fmla="*/ 8077200 h 10474037"/>
                  <a:gd name="connsiteX74-9941" fmla="*/ 8936182 w 10460182"/>
                  <a:gd name="connsiteY74-9942" fmla="*/ 8174182 h 10474037"/>
                  <a:gd name="connsiteX75-9943" fmla="*/ 8991600 w 10460182"/>
                  <a:gd name="connsiteY75-9944" fmla="*/ 8603673 h 10474037"/>
                  <a:gd name="connsiteX76-9945" fmla="*/ 8963891 w 10460182"/>
                  <a:gd name="connsiteY76-9946" fmla="*/ 8811491 h 10474037"/>
                  <a:gd name="connsiteX77-9947" fmla="*/ 8991600 w 10460182"/>
                  <a:gd name="connsiteY77-9948" fmla="*/ 9047018 h 10474037"/>
                  <a:gd name="connsiteX78-9949" fmla="*/ 8894618 w 10460182"/>
                  <a:gd name="connsiteY78-9950" fmla="*/ 9351818 h 10474037"/>
                  <a:gd name="connsiteX79-9951" fmla="*/ 8922327 w 10460182"/>
                  <a:gd name="connsiteY79-9952" fmla="*/ 9615055 h 10474037"/>
                  <a:gd name="connsiteX80-9953" fmla="*/ 9144000 w 10460182"/>
                  <a:gd name="connsiteY80-9954" fmla="*/ 9781309 h 10474037"/>
                  <a:gd name="connsiteX81-9955" fmla="*/ 9353374 w 10460182"/>
                  <a:gd name="connsiteY81-9956" fmla="*/ 9932153 h 10474037"/>
                  <a:gd name="connsiteX82-9957" fmla="*/ 9529903 w 10460182"/>
                  <a:gd name="connsiteY82-9958" fmla="*/ 9984146 h 10474037"/>
                  <a:gd name="connsiteX83-9959" fmla="*/ 9625328 w 10460182"/>
                  <a:gd name="connsiteY83-9960" fmla="*/ 9870197 h 10474037"/>
                  <a:gd name="connsiteX84-9961" fmla="*/ 9677633 w 10460182"/>
                  <a:gd name="connsiteY84-9962" fmla="*/ 9882495 h 10474037"/>
                  <a:gd name="connsiteX85-9963" fmla="*/ 9668916 w 10460182"/>
                  <a:gd name="connsiteY85-9964" fmla="*/ 10335491 h 10474037"/>
                  <a:gd name="connsiteX86-9965" fmla="*/ 9495500 w 10460182"/>
                  <a:gd name="connsiteY86-9966" fmla="*/ 10385150 h 10474037"/>
                  <a:gd name="connsiteX87-9967" fmla="*/ 9310254 w 10460182"/>
                  <a:gd name="connsiteY87-9968" fmla="*/ 10474037 h 10474037"/>
                  <a:gd name="connsiteX88-9969" fmla="*/ 9227127 w 10460182"/>
                  <a:gd name="connsiteY88-9970" fmla="*/ 10321637 h 10474037"/>
                  <a:gd name="connsiteX89-9971" fmla="*/ 9033163 w 10460182"/>
                  <a:gd name="connsiteY89-9972" fmla="*/ 10072255 h 10474037"/>
                  <a:gd name="connsiteX90-9973" fmla="*/ 8825345 w 10460182"/>
                  <a:gd name="connsiteY90-9974" fmla="*/ 9892146 h 10474037"/>
                  <a:gd name="connsiteX91-9975" fmla="*/ 8534400 w 10460182"/>
                  <a:gd name="connsiteY91-9976" fmla="*/ 9781309 h 10474037"/>
                  <a:gd name="connsiteX92-9977" fmla="*/ 8423563 w 10460182"/>
                  <a:gd name="connsiteY92-9978" fmla="*/ 9725891 h 10474037"/>
                  <a:gd name="connsiteX93-9979" fmla="*/ 8285018 w 10460182"/>
                  <a:gd name="connsiteY93-9980" fmla="*/ 9559637 h 10474037"/>
                  <a:gd name="connsiteX94-9981" fmla="*/ 8257309 w 10460182"/>
                  <a:gd name="connsiteY94-9982" fmla="*/ 9421091 h 10474037"/>
                  <a:gd name="connsiteX95-9983" fmla="*/ 8146472 w 10460182"/>
                  <a:gd name="connsiteY95-9984" fmla="*/ 9434946 h 10474037"/>
                  <a:gd name="connsiteX96-9985" fmla="*/ 8091054 w 10460182"/>
                  <a:gd name="connsiteY96-9986" fmla="*/ 9656618 h 10474037"/>
                  <a:gd name="connsiteX97-9987" fmla="*/ 7806336 w 10460182"/>
                  <a:gd name="connsiteY97-9988" fmla="*/ 9662378 h 10474037"/>
                  <a:gd name="connsiteX98-9989" fmla="*/ 7567694 w 10460182"/>
                  <a:gd name="connsiteY98-9990" fmla="*/ 9599177 h 10474037"/>
                  <a:gd name="connsiteX99-9991" fmla="*/ 7466043 w 10460182"/>
                  <a:gd name="connsiteY99-9992" fmla="*/ 9550452 h 10474037"/>
                  <a:gd name="connsiteX100-9993" fmla="*/ 7439891 w 10460182"/>
                  <a:gd name="connsiteY100-9994" fmla="*/ 9240982 h 10474037"/>
                  <a:gd name="connsiteX101-9995" fmla="*/ 7397859 w 10460182"/>
                  <a:gd name="connsiteY101-9996" fmla="*/ 9434946 h 10474037"/>
                  <a:gd name="connsiteX102-9997" fmla="*/ 7287491 w 10460182"/>
                  <a:gd name="connsiteY102-9998" fmla="*/ 9528969 h 10474037"/>
                  <a:gd name="connsiteX103-9999" fmla="*/ 7232072 w 10460182"/>
                  <a:gd name="connsiteY103-10000" fmla="*/ 9185564 h 10474037"/>
                  <a:gd name="connsiteX104-10001" fmla="*/ 6954982 w 10460182"/>
                  <a:gd name="connsiteY104-10002" fmla="*/ 9268691 h 10474037"/>
                  <a:gd name="connsiteX105-10003" fmla="*/ 6710737 w 10460182"/>
                  <a:gd name="connsiteY105-10004" fmla="*/ 9341078 h 10474037"/>
                  <a:gd name="connsiteX106-10005" fmla="*/ 6674777 w 10460182"/>
                  <a:gd name="connsiteY106-10006" fmla="*/ 9141977 h 10474037"/>
                  <a:gd name="connsiteX107-10007" fmla="*/ 6511636 w 10460182"/>
                  <a:gd name="connsiteY107-10008" fmla="*/ 9033164 h 10474037"/>
                  <a:gd name="connsiteX108-10009" fmla="*/ 6428509 w 10460182"/>
                  <a:gd name="connsiteY108-10010" fmla="*/ 9033164 h 10474037"/>
                  <a:gd name="connsiteX109-10011" fmla="*/ 6325922 w 10460182"/>
                  <a:gd name="connsiteY109-10012" fmla="*/ 9136372 h 10474037"/>
                  <a:gd name="connsiteX110-10013" fmla="*/ 6167763 w 10460182"/>
                  <a:gd name="connsiteY110-10014" fmla="*/ 9057292 h 10474037"/>
                  <a:gd name="connsiteX111-10015" fmla="*/ 6002132 w 10460182"/>
                  <a:gd name="connsiteY111-10016" fmla="*/ 9172799 h 10474037"/>
                  <a:gd name="connsiteX112-10017" fmla="*/ 5749636 w 10460182"/>
                  <a:gd name="connsiteY112-10018" fmla="*/ 9130146 h 10474037"/>
                  <a:gd name="connsiteX113-10019" fmla="*/ 5674760 w 10460182"/>
                  <a:gd name="connsiteY113-10020" fmla="*/ 9160969 h 10474037"/>
                  <a:gd name="connsiteX114-10021" fmla="*/ 5507415 w 10460182"/>
                  <a:gd name="connsiteY114-10022" fmla="*/ 9207202 h 10474037"/>
                  <a:gd name="connsiteX115-10023" fmla="*/ 5505859 w 10460182"/>
                  <a:gd name="connsiteY115-10024" fmla="*/ 8950037 h 10474037"/>
                  <a:gd name="connsiteX116-10025" fmla="*/ 5505857 w 10460182"/>
                  <a:gd name="connsiteY116-10026" fmla="*/ 8714042 h 10474037"/>
                  <a:gd name="connsiteX117-10027" fmla="*/ 5336024 w 10460182"/>
                  <a:gd name="connsiteY117-10028" fmla="*/ 8412357 h 10474037"/>
                  <a:gd name="connsiteX118-10029" fmla="*/ 5230324 w 10460182"/>
                  <a:gd name="connsiteY118-10030" fmla="*/ 8161885 h 10474037"/>
                  <a:gd name="connsiteX119-10031" fmla="*/ 5317031 w 10460182"/>
                  <a:gd name="connsiteY119-10032" fmla="*/ 7689273 h 10474037"/>
                  <a:gd name="connsiteX120-10033" fmla="*/ 5201059 w 10460182"/>
                  <a:gd name="connsiteY120-10034" fmla="*/ 7399417 h 10474037"/>
                  <a:gd name="connsiteX121-10035" fmla="*/ 5250872 w 10460182"/>
                  <a:gd name="connsiteY121-10036" fmla="*/ 7148946 h 10474037"/>
                  <a:gd name="connsiteX122-10037" fmla="*/ 5245735 w 10460182"/>
                  <a:gd name="connsiteY122-10038" fmla="*/ 7097730 h 10474037"/>
                  <a:gd name="connsiteX123-10039" fmla="*/ 4577603 w 10460182"/>
                  <a:gd name="connsiteY123-10040" fmla="*/ 7093061 h 10474037"/>
                  <a:gd name="connsiteX124-10041" fmla="*/ 4528412 w 10460182"/>
                  <a:gd name="connsiteY124-10042" fmla="*/ 6919645 h 10474037"/>
                  <a:gd name="connsiteX125-10043" fmla="*/ 4038834 w 10460182"/>
                  <a:gd name="connsiteY125-10044" fmla="*/ 6895517 h 10474037"/>
                  <a:gd name="connsiteX126-10045" fmla="*/ 3976254 w 10460182"/>
                  <a:gd name="connsiteY126-10046" fmla="*/ 7148946 h 10474037"/>
                  <a:gd name="connsiteX127-10047" fmla="*/ 3932667 w 10460182"/>
                  <a:gd name="connsiteY127-10048" fmla="*/ 7360344 h 10474037"/>
                  <a:gd name="connsiteX128-10049" fmla="*/ 3910095 w 10460182"/>
                  <a:gd name="connsiteY128-10050" fmla="*/ 7482545 h 10474037"/>
                  <a:gd name="connsiteX129-10051" fmla="*/ 3559528 w 10460182"/>
                  <a:gd name="connsiteY129-10052" fmla="*/ 7476941 h 10474037"/>
                  <a:gd name="connsiteX130-10053" fmla="*/ 3311236 w 10460182"/>
                  <a:gd name="connsiteY130-10054" fmla="*/ 7481455 h 10474037"/>
                  <a:gd name="connsiteX131-10055" fmla="*/ 2895600 w 10460182"/>
                  <a:gd name="connsiteY131-10056" fmla="*/ 7467600 h 10474037"/>
                  <a:gd name="connsiteX132-10057" fmla="*/ 2784763 w 10460182"/>
                  <a:gd name="connsiteY132-10058" fmla="*/ 7218218 h 10474037"/>
                  <a:gd name="connsiteX133-10059" fmla="*/ 2604654 w 10460182"/>
                  <a:gd name="connsiteY133-10060" fmla="*/ 6941127 h 10474037"/>
                  <a:gd name="connsiteX134-10061" fmla="*/ 2410691 w 10460182"/>
                  <a:gd name="connsiteY134-10062" fmla="*/ 6442364 h 10474037"/>
                  <a:gd name="connsiteX135-10063" fmla="*/ 2327563 w 10460182"/>
                  <a:gd name="connsiteY135-10064" fmla="*/ 6303818 h 10474037"/>
                  <a:gd name="connsiteX136-10065" fmla="*/ 1662545 w 10460182"/>
                  <a:gd name="connsiteY136-10066" fmla="*/ 6276109 h 10474037"/>
                  <a:gd name="connsiteX137-10067" fmla="*/ 1233054 w 10460182"/>
                  <a:gd name="connsiteY137-10068" fmla="*/ 6276109 h 10474037"/>
                  <a:gd name="connsiteX138-10069" fmla="*/ 1136072 w 10460182"/>
                  <a:gd name="connsiteY138-10070" fmla="*/ 6331527 h 10474037"/>
                  <a:gd name="connsiteX139-10071" fmla="*/ 706582 w 10460182"/>
                  <a:gd name="connsiteY139-10072" fmla="*/ 6289964 h 10474037"/>
                  <a:gd name="connsiteX140-10073" fmla="*/ 318654 w 10460182"/>
                  <a:gd name="connsiteY140-10074" fmla="*/ 6317673 h 10474037"/>
                  <a:gd name="connsiteX141-10075" fmla="*/ 96982 w 10460182"/>
                  <a:gd name="connsiteY141-10076" fmla="*/ 6470073 h 10474037"/>
                  <a:gd name="connsiteX142-10077" fmla="*/ 0 w 10460182"/>
                  <a:gd name="connsiteY142-10078" fmla="*/ 6373091 h 10474037"/>
                  <a:gd name="connsiteX143-10079" fmla="*/ 83127 w 10460182"/>
                  <a:gd name="connsiteY143-10080" fmla="*/ 6317673 h 10474037"/>
                  <a:gd name="connsiteX0-10081" fmla="*/ 83127 w 10460182"/>
                  <a:gd name="connsiteY0-10082" fmla="*/ 6317673 h 10474037"/>
                  <a:gd name="connsiteX1-10083" fmla="*/ 96982 w 10460182"/>
                  <a:gd name="connsiteY1-10084" fmla="*/ 5874327 h 10474037"/>
                  <a:gd name="connsiteX2-10085" fmla="*/ 401782 w 10460182"/>
                  <a:gd name="connsiteY2-10086" fmla="*/ 5611091 h 10474037"/>
                  <a:gd name="connsiteX3-10087" fmla="*/ 651163 w 10460182"/>
                  <a:gd name="connsiteY3-10088" fmla="*/ 5749637 h 10474037"/>
                  <a:gd name="connsiteX4-10089" fmla="*/ 858982 w 10460182"/>
                  <a:gd name="connsiteY4-10090" fmla="*/ 5583382 h 10474037"/>
                  <a:gd name="connsiteX5-10091" fmla="*/ 997527 w 10460182"/>
                  <a:gd name="connsiteY5-10092" fmla="*/ 5430982 h 10474037"/>
                  <a:gd name="connsiteX6-10093" fmla="*/ 1080654 w 10460182"/>
                  <a:gd name="connsiteY6-10094" fmla="*/ 5514109 h 10474037"/>
                  <a:gd name="connsiteX7-10095" fmla="*/ 1191491 w 10460182"/>
                  <a:gd name="connsiteY7-10096" fmla="*/ 5791200 h 10474037"/>
                  <a:gd name="connsiteX8-10097" fmla="*/ 1510145 w 10460182"/>
                  <a:gd name="connsiteY8-10098" fmla="*/ 5624946 h 10474037"/>
                  <a:gd name="connsiteX9-10099" fmla="*/ 1731818 w 10460182"/>
                  <a:gd name="connsiteY9-10100" fmla="*/ 5375564 h 10474037"/>
                  <a:gd name="connsiteX10-10101" fmla="*/ 2022763 w 10460182"/>
                  <a:gd name="connsiteY10-10102" fmla="*/ 5140037 h 10474037"/>
                  <a:gd name="connsiteX11-10103" fmla="*/ 2119745 w 10460182"/>
                  <a:gd name="connsiteY11-10104" fmla="*/ 4710546 h 10474037"/>
                  <a:gd name="connsiteX12-10105" fmla="*/ 2133600 w 10460182"/>
                  <a:gd name="connsiteY12-10106" fmla="*/ 4308764 h 10474037"/>
                  <a:gd name="connsiteX13-10107" fmla="*/ 2355272 w 10460182"/>
                  <a:gd name="connsiteY13-10108" fmla="*/ 3934691 h 10474037"/>
                  <a:gd name="connsiteX14-10109" fmla="*/ 2715491 w 10460182"/>
                  <a:gd name="connsiteY14-10110" fmla="*/ 3532909 h 10474037"/>
                  <a:gd name="connsiteX15-10111" fmla="*/ 2978727 w 10460182"/>
                  <a:gd name="connsiteY15-10112" fmla="*/ 3338946 h 10474037"/>
                  <a:gd name="connsiteX16-10113" fmla="*/ 3006436 w 10460182"/>
                  <a:gd name="connsiteY16-10114" fmla="*/ 2895600 h 10474037"/>
                  <a:gd name="connsiteX17-10115" fmla="*/ 3075709 w 10460182"/>
                  <a:gd name="connsiteY17-10116" fmla="*/ 2604655 h 10474037"/>
                  <a:gd name="connsiteX18-10117" fmla="*/ 3075709 w 10460182"/>
                  <a:gd name="connsiteY18-10118" fmla="*/ 2396837 h 10474037"/>
                  <a:gd name="connsiteX19-10119" fmla="*/ 3214254 w 10460182"/>
                  <a:gd name="connsiteY19-10120" fmla="*/ 2064327 h 10474037"/>
                  <a:gd name="connsiteX20-10121" fmla="*/ 3214254 w 10460182"/>
                  <a:gd name="connsiteY20-10122" fmla="*/ 1773382 h 10474037"/>
                  <a:gd name="connsiteX21-10123" fmla="*/ 3532909 w 10460182"/>
                  <a:gd name="connsiteY21-10124" fmla="*/ 1205346 h 10474037"/>
                  <a:gd name="connsiteX22-10125" fmla="*/ 3463636 w 10460182"/>
                  <a:gd name="connsiteY22-10126" fmla="*/ 831273 h 10474037"/>
                  <a:gd name="connsiteX23-10127" fmla="*/ 3491345 w 10460182"/>
                  <a:gd name="connsiteY23-10128" fmla="*/ 623455 h 10474037"/>
                  <a:gd name="connsiteX24-10129" fmla="*/ 3823854 w 10460182"/>
                  <a:gd name="connsiteY24-10130" fmla="*/ 263237 h 10474037"/>
                  <a:gd name="connsiteX25-10131" fmla="*/ 4017818 w 10460182"/>
                  <a:gd name="connsiteY25-10132" fmla="*/ 138546 h 10474037"/>
                  <a:gd name="connsiteX26-10133" fmla="*/ 4433454 w 10460182"/>
                  <a:gd name="connsiteY26-10134" fmla="*/ 374073 h 10474037"/>
                  <a:gd name="connsiteX27-10135" fmla="*/ 4599709 w 10460182"/>
                  <a:gd name="connsiteY27-10136" fmla="*/ 568037 h 10474037"/>
                  <a:gd name="connsiteX28-10137" fmla="*/ 5070763 w 10460182"/>
                  <a:gd name="connsiteY28-10138" fmla="*/ 623455 h 10474037"/>
                  <a:gd name="connsiteX29-10139" fmla="*/ 5417127 w 10460182"/>
                  <a:gd name="connsiteY29-10140" fmla="*/ 637309 h 10474037"/>
                  <a:gd name="connsiteX30-10141" fmla="*/ 5680363 w 10460182"/>
                  <a:gd name="connsiteY30-10142" fmla="*/ 692727 h 10474037"/>
                  <a:gd name="connsiteX31-10143" fmla="*/ 5860472 w 10460182"/>
                  <a:gd name="connsiteY31-10144" fmla="*/ 360218 h 10474037"/>
                  <a:gd name="connsiteX32-10145" fmla="*/ 6123709 w 10460182"/>
                  <a:gd name="connsiteY32-10146" fmla="*/ 401782 h 10474037"/>
                  <a:gd name="connsiteX33-10147" fmla="*/ 6594763 w 10460182"/>
                  <a:gd name="connsiteY33-10148" fmla="*/ 263237 h 10474037"/>
                  <a:gd name="connsiteX34-10149" fmla="*/ 6761018 w 10460182"/>
                  <a:gd name="connsiteY34-10150" fmla="*/ 207818 h 10474037"/>
                  <a:gd name="connsiteX35-10151" fmla="*/ 7038109 w 10460182"/>
                  <a:gd name="connsiteY35-10152" fmla="*/ 277091 h 10474037"/>
                  <a:gd name="connsiteX36-10153" fmla="*/ 7232072 w 10460182"/>
                  <a:gd name="connsiteY36-10154" fmla="*/ 96982 h 10474037"/>
                  <a:gd name="connsiteX37-10155" fmla="*/ 7356763 w 10460182"/>
                  <a:gd name="connsiteY37-10156" fmla="*/ 0 h 10474037"/>
                  <a:gd name="connsiteX38-10157" fmla="*/ 7606145 w 10460182"/>
                  <a:gd name="connsiteY38-10158" fmla="*/ 83127 h 10474037"/>
                  <a:gd name="connsiteX39-10159" fmla="*/ 7910945 w 10460182"/>
                  <a:gd name="connsiteY39-10160" fmla="*/ 207818 h 10474037"/>
                  <a:gd name="connsiteX40-10161" fmla="*/ 8312727 w 10460182"/>
                  <a:gd name="connsiteY40-10162" fmla="*/ 138546 h 10474037"/>
                  <a:gd name="connsiteX41-10163" fmla="*/ 8672945 w 10460182"/>
                  <a:gd name="connsiteY41-10164" fmla="*/ 443346 h 10474037"/>
                  <a:gd name="connsiteX42-10165" fmla="*/ 8908472 w 10460182"/>
                  <a:gd name="connsiteY42-10166" fmla="*/ 623455 h 10474037"/>
                  <a:gd name="connsiteX43-10167" fmla="*/ 9088582 w 10460182"/>
                  <a:gd name="connsiteY43-10168" fmla="*/ 526473 h 10474037"/>
                  <a:gd name="connsiteX44-10169" fmla="*/ 9351818 w 10460182"/>
                  <a:gd name="connsiteY44-10170" fmla="*/ 471055 h 10474037"/>
                  <a:gd name="connsiteX45-10171" fmla="*/ 9518072 w 10460182"/>
                  <a:gd name="connsiteY45-10172" fmla="*/ 498764 h 10474037"/>
                  <a:gd name="connsiteX46-10173" fmla="*/ 9698182 w 10460182"/>
                  <a:gd name="connsiteY46-10174" fmla="*/ 526473 h 10474037"/>
                  <a:gd name="connsiteX47-10175" fmla="*/ 10002982 w 10460182"/>
                  <a:gd name="connsiteY47-10176" fmla="*/ 872837 h 10474037"/>
                  <a:gd name="connsiteX48-10177" fmla="*/ 10238509 w 10460182"/>
                  <a:gd name="connsiteY48-10178" fmla="*/ 1066800 h 10474037"/>
                  <a:gd name="connsiteX49-10179" fmla="*/ 10224654 w 10460182"/>
                  <a:gd name="connsiteY49-10180" fmla="*/ 1330037 h 10474037"/>
                  <a:gd name="connsiteX50-10181" fmla="*/ 10238509 w 10460182"/>
                  <a:gd name="connsiteY50-10182" fmla="*/ 1524000 h 10474037"/>
                  <a:gd name="connsiteX51-10183" fmla="*/ 10280072 w 10460182"/>
                  <a:gd name="connsiteY51-10184" fmla="*/ 1648691 h 10474037"/>
                  <a:gd name="connsiteX52-10185" fmla="*/ 10460182 w 10460182"/>
                  <a:gd name="connsiteY52-10186" fmla="*/ 1884218 h 10474037"/>
                  <a:gd name="connsiteX53-10187" fmla="*/ 10099963 w 10460182"/>
                  <a:gd name="connsiteY53-10188" fmla="*/ 2341418 h 10474037"/>
                  <a:gd name="connsiteX54-10189" fmla="*/ 9781309 w 10460182"/>
                  <a:gd name="connsiteY54-10190" fmla="*/ 2576946 h 10474037"/>
                  <a:gd name="connsiteX55-10191" fmla="*/ 9601200 w 10460182"/>
                  <a:gd name="connsiteY55-10192" fmla="*/ 3505200 h 10474037"/>
                  <a:gd name="connsiteX56-10193" fmla="*/ 9601200 w 10460182"/>
                  <a:gd name="connsiteY56-10194" fmla="*/ 3796146 h 10474037"/>
                  <a:gd name="connsiteX57-10195" fmla="*/ 9365672 w 10460182"/>
                  <a:gd name="connsiteY57-10196" fmla="*/ 3990109 h 10474037"/>
                  <a:gd name="connsiteX58-10197" fmla="*/ 9310254 w 10460182"/>
                  <a:gd name="connsiteY58-10198" fmla="*/ 4156364 h 10474037"/>
                  <a:gd name="connsiteX59-10199" fmla="*/ 9199418 w 10460182"/>
                  <a:gd name="connsiteY59-10200" fmla="*/ 4364182 h 10474037"/>
                  <a:gd name="connsiteX60-10201" fmla="*/ 9268691 w 10460182"/>
                  <a:gd name="connsiteY60-10202" fmla="*/ 4530437 h 10474037"/>
                  <a:gd name="connsiteX61-10203" fmla="*/ 9337963 w 10460182"/>
                  <a:gd name="connsiteY61-10204" fmla="*/ 4738255 h 10474037"/>
                  <a:gd name="connsiteX62-10205" fmla="*/ 9421091 w 10460182"/>
                  <a:gd name="connsiteY62-10206" fmla="*/ 4987637 h 10474037"/>
                  <a:gd name="connsiteX63-10207" fmla="*/ 9434945 w 10460182"/>
                  <a:gd name="connsiteY63-10208" fmla="*/ 5292437 h 10474037"/>
                  <a:gd name="connsiteX64-10209" fmla="*/ 9462654 w 10460182"/>
                  <a:gd name="connsiteY64-10210" fmla="*/ 5694218 h 10474037"/>
                  <a:gd name="connsiteX65-10211" fmla="*/ 9587345 w 10460182"/>
                  <a:gd name="connsiteY65-10212" fmla="*/ 6054437 h 10474037"/>
                  <a:gd name="connsiteX66-10213" fmla="*/ 9545782 w 10460182"/>
                  <a:gd name="connsiteY66-10214" fmla="*/ 6456218 h 10474037"/>
                  <a:gd name="connsiteX67-10215" fmla="*/ 9933709 w 10460182"/>
                  <a:gd name="connsiteY67-10216" fmla="*/ 6941127 h 10474037"/>
                  <a:gd name="connsiteX68-10217" fmla="*/ 10113818 w 10460182"/>
                  <a:gd name="connsiteY68-10218" fmla="*/ 7287491 h 10474037"/>
                  <a:gd name="connsiteX69-10219" fmla="*/ 10252363 w 10460182"/>
                  <a:gd name="connsiteY69-10220" fmla="*/ 7620000 h 10474037"/>
                  <a:gd name="connsiteX70-10221" fmla="*/ 9670472 w 10460182"/>
                  <a:gd name="connsiteY70-10222" fmla="*/ 7620000 h 10474037"/>
                  <a:gd name="connsiteX71-10223" fmla="*/ 9337963 w 10460182"/>
                  <a:gd name="connsiteY71-10224" fmla="*/ 7730837 h 10474037"/>
                  <a:gd name="connsiteX72-10225" fmla="*/ 9102436 w 10460182"/>
                  <a:gd name="connsiteY72-10226" fmla="*/ 7869382 h 10474037"/>
                  <a:gd name="connsiteX73-10227" fmla="*/ 9019309 w 10460182"/>
                  <a:gd name="connsiteY73-10228" fmla="*/ 8077200 h 10474037"/>
                  <a:gd name="connsiteX74-10229" fmla="*/ 8936182 w 10460182"/>
                  <a:gd name="connsiteY74-10230" fmla="*/ 8174182 h 10474037"/>
                  <a:gd name="connsiteX75-10231" fmla="*/ 8991600 w 10460182"/>
                  <a:gd name="connsiteY75-10232" fmla="*/ 8603673 h 10474037"/>
                  <a:gd name="connsiteX76-10233" fmla="*/ 8963891 w 10460182"/>
                  <a:gd name="connsiteY76-10234" fmla="*/ 8811491 h 10474037"/>
                  <a:gd name="connsiteX77-10235" fmla="*/ 8991600 w 10460182"/>
                  <a:gd name="connsiteY77-10236" fmla="*/ 9047018 h 10474037"/>
                  <a:gd name="connsiteX78-10237" fmla="*/ 8894618 w 10460182"/>
                  <a:gd name="connsiteY78-10238" fmla="*/ 9351818 h 10474037"/>
                  <a:gd name="connsiteX79-10239" fmla="*/ 8922327 w 10460182"/>
                  <a:gd name="connsiteY79-10240" fmla="*/ 9615055 h 10474037"/>
                  <a:gd name="connsiteX80-10241" fmla="*/ 9144000 w 10460182"/>
                  <a:gd name="connsiteY80-10242" fmla="*/ 9781309 h 10474037"/>
                  <a:gd name="connsiteX81-10243" fmla="*/ 9353374 w 10460182"/>
                  <a:gd name="connsiteY81-10244" fmla="*/ 9932153 h 10474037"/>
                  <a:gd name="connsiteX82-10245" fmla="*/ 9529903 w 10460182"/>
                  <a:gd name="connsiteY82-10246" fmla="*/ 9984146 h 10474037"/>
                  <a:gd name="connsiteX83-10247" fmla="*/ 9625328 w 10460182"/>
                  <a:gd name="connsiteY83-10248" fmla="*/ 9870197 h 10474037"/>
                  <a:gd name="connsiteX84-10249" fmla="*/ 9651948 w 10460182"/>
                  <a:gd name="connsiteY84-10250" fmla="*/ 9882495 h 10474037"/>
                  <a:gd name="connsiteX85-10251" fmla="*/ 9668916 w 10460182"/>
                  <a:gd name="connsiteY85-10252" fmla="*/ 10335491 h 10474037"/>
                  <a:gd name="connsiteX86-10253" fmla="*/ 9495500 w 10460182"/>
                  <a:gd name="connsiteY86-10254" fmla="*/ 10385150 h 10474037"/>
                  <a:gd name="connsiteX87-10255" fmla="*/ 9310254 w 10460182"/>
                  <a:gd name="connsiteY87-10256" fmla="*/ 10474037 h 10474037"/>
                  <a:gd name="connsiteX88-10257" fmla="*/ 9227127 w 10460182"/>
                  <a:gd name="connsiteY88-10258" fmla="*/ 10321637 h 10474037"/>
                  <a:gd name="connsiteX89-10259" fmla="*/ 9033163 w 10460182"/>
                  <a:gd name="connsiteY89-10260" fmla="*/ 10072255 h 10474037"/>
                  <a:gd name="connsiteX90-10261" fmla="*/ 8825345 w 10460182"/>
                  <a:gd name="connsiteY90-10262" fmla="*/ 9892146 h 10474037"/>
                  <a:gd name="connsiteX91-10263" fmla="*/ 8534400 w 10460182"/>
                  <a:gd name="connsiteY91-10264" fmla="*/ 9781309 h 10474037"/>
                  <a:gd name="connsiteX92-10265" fmla="*/ 8423563 w 10460182"/>
                  <a:gd name="connsiteY92-10266" fmla="*/ 9725891 h 10474037"/>
                  <a:gd name="connsiteX93-10267" fmla="*/ 8285018 w 10460182"/>
                  <a:gd name="connsiteY93-10268" fmla="*/ 9559637 h 10474037"/>
                  <a:gd name="connsiteX94-10269" fmla="*/ 8257309 w 10460182"/>
                  <a:gd name="connsiteY94-10270" fmla="*/ 9421091 h 10474037"/>
                  <a:gd name="connsiteX95-10271" fmla="*/ 8146472 w 10460182"/>
                  <a:gd name="connsiteY95-10272" fmla="*/ 9434946 h 10474037"/>
                  <a:gd name="connsiteX96-10273" fmla="*/ 8091054 w 10460182"/>
                  <a:gd name="connsiteY96-10274" fmla="*/ 9656618 h 10474037"/>
                  <a:gd name="connsiteX97-10275" fmla="*/ 7806336 w 10460182"/>
                  <a:gd name="connsiteY97-10276" fmla="*/ 9662378 h 10474037"/>
                  <a:gd name="connsiteX98-10277" fmla="*/ 7567694 w 10460182"/>
                  <a:gd name="connsiteY98-10278" fmla="*/ 9599177 h 10474037"/>
                  <a:gd name="connsiteX99-10279" fmla="*/ 7466043 w 10460182"/>
                  <a:gd name="connsiteY99-10280" fmla="*/ 9550452 h 10474037"/>
                  <a:gd name="connsiteX100-10281" fmla="*/ 7439891 w 10460182"/>
                  <a:gd name="connsiteY100-10282" fmla="*/ 9240982 h 10474037"/>
                  <a:gd name="connsiteX101-10283" fmla="*/ 7397859 w 10460182"/>
                  <a:gd name="connsiteY101-10284" fmla="*/ 9434946 h 10474037"/>
                  <a:gd name="connsiteX102-10285" fmla="*/ 7287491 w 10460182"/>
                  <a:gd name="connsiteY102-10286" fmla="*/ 9528969 h 10474037"/>
                  <a:gd name="connsiteX103-10287" fmla="*/ 7232072 w 10460182"/>
                  <a:gd name="connsiteY103-10288" fmla="*/ 9185564 h 10474037"/>
                  <a:gd name="connsiteX104-10289" fmla="*/ 6954982 w 10460182"/>
                  <a:gd name="connsiteY104-10290" fmla="*/ 9268691 h 10474037"/>
                  <a:gd name="connsiteX105-10291" fmla="*/ 6710737 w 10460182"/>
                  <a:gd name="connsiteY105-10292" fmla="*/ 9341078 h 10474037"/>
                  <a:gd name="connsiteX106-10293" fmla="*/ 6674777 w 10460182"/>
                  <a:gd name="connsiteY106-10294" fmla="*/ 9141977 h 10474037"/>
                  <a:gd name="connsiteX107-10295" fmla="*/ 6511636 w 10460182"/>
                  <a:gd name="connsiteY107-10296" fmla="*/ 9033164 h 10474037"/>
                  <a:gd name="connsiteX108-10297" fmla="*/ 6428509 w 10460182"/>
                  <a:gd name="connsiteY108-10298" fmla="*/ 9033164 h 10474037"/>
                  <a:gd name="connsiteX109-10299" fmla="*/ 6325922 w 10460182"/>
                  <a:gd name="connsiteY109-10300" fmla="*/ 9136372 h 10474037"/>
                  <a:gd name="connsiteX110-10301" fmla="*/ 6167763 w 10460182"/>
                  <a:gd name="connsiteY110-10302" fmla="*/ 9057292 h 10474037"/>
                  <a:gd name="connsiteX111-10303" fmla="*/ 6002132 w 10460182"/>
                  <a:gd name="connsiteY111-10304" fmla="*/ 9172799 h 10474037"/>
                  <a:gd name="connsiteX112-10305" fmla="*/ 5749636 w 10460182"/>
                  <a:gd name="connsiteY112-10306" fmla="*/ 9130146 h 10474037"/>
                  <a:gd name="connsiteX113-10307" fmla="*/ 5674760 w 10460182"/>
                  <a:gd name="connsiteY113-10308" fmla="*/ 9160969 h 10474037"/>
                  <a:gd name="connsiteX114-10309" fmla="*/ 5507415 w 10460182"/>
                  <a:gd name="connsiteY114-10310" fmla="*/ 9207202 h 10474037"/>
                  <a:gd name="connsiteX115-10311" fmla="*/ 5505859 w 10460182"/>
                  <a:gd name="connsiteY115-10312" fmla="*/ 8950037 h 10474037"/>
                  <a:gd name="connsiteX116-10313" fmla="*/ 5505857 w 10460182"/>
                  <a:gd name="connsiteY116-10314" fmla="*/ 8714042 h 10474037"/>
                  <a:gd name="connsiteX117-10315" fmla="*/ 5336024 w 10460182"/>
                  <a:gd name="connsiteY117-10316" fmla="*/ 8412357 h 10474037"/>
                  <a:gd name="connsiteX118-10317" fmla="*/ 5230324 w 10460182"/>
                  <a:gd name="connsiteY118-10318" fmla="*/ 8161885 h 10474037"/>
                  <a:gd name="connsiteX119-10319" fmla="*/ 5317031 w 10460182"/>
                  <a:gd name="connsiteY119-10320" fmla="*/ 7689273 h 10474037"/>
                  <a:gd name="connsiteX120-10321" fmla="*/ 5201059 w 10460182"/>
                  <a:gd name="connsiteY120-10322" fmla="*/ 7399417 h 10474037"/>
                  <a:gd name="connsiteX121-10323" fmla="*/ 5250872 w 10460182"/>
                  <a:gd name="connsiteY121-10324" fmla="*/ 7148946 h 10474037"/>
                  <a:gd name="connsiteX122-10325" fmla="*/ 5245735 w 10460182"/>
                  <a:gd name="connsiteY122-10326" fmla="*/ 7097730 h 10474037"/>
                  <a:gd name="connsiteX123-10327" fmla="*/ 4577603 w 10460182"/>
                  <a:gd name="connsiteY123-10328" fmla="*/ 7093061 h 10474037"/>
                  <a:gd name="connsiteX124-10329" fmla="*/ 4528412 w 10460182"/>
                  <a:gd name="connsiteY124-10330" fmla="*/ 6919645 h 10474037"/>
                  <a:gd name="connsiteX125-10331" fmla="*/ 4038834 w 10460182"/>
                  <a:gd name="connsiteY125-10332" fmla="*/ 6895517 h 10474037"/>
                  <a:gd name="connsiteX126-10333" fmla="*/ 3976254 w 10460182"/>
                  <a:gd name="connsiteY126-10334" fmla="*/ 7148946 h 10474037"/>
                  <a:gd name="connsiteX127-10335" fmla="*/ 3932667 w 10460182"/>
                  <a:gd name="connsiteY127-10336" fmla="*/ 7360344 h 10474037"/>
                  <a:gd name="connsiteX128-10337" fmla="*/ 3910095 w 10460182"/>
                  <a:gd name="connsiteY128-10338" fmla="*/ 7482545 h 10474037"/>
                  <a:gd name="connsiteX129-10339" fmla="*/ 3559528 w 10460182"/>
                  <a:gd name="connsiteY129-10340" fmla="*/ 7476941 h 10474037"/>
                  <a:gd name="connsiteX130-10341" fmla="*/ 3311236 w 10460182"/>
                  <a:gd name="connsiteY130-10342" fmla="*/ 7481455 h 10474037"/>
                  <a:gd name="connsiteX131-10343" fmla="*/ 2895600 w 10460182"/>
                  <a:gd name="connsiteY131-10344" fmla="*/ 7467600 h 10474037"/>
                  <a:gd name="connsiteX132-10345" fmla="*/ 2784763 w 10460182"/>
                  <a:gd name="connsiteY132-10346" fmla="*/ 7218218 h 10474037"/>
                  <a:gd name="connsiteX133-10347" fmla="*/ 2604654 w 10460182"/>
                  <a:gd name="connsiteY133-10348" fmla="*/ 6941127 h 10474037"/>
                  <a:gd name="connsiteX134-10349" fmla="*/ 2410691 w 10460182"/>
                  <a:gd name="connsiteY134-10350" fmla="*/ 6442364 h 10474037"/>
                  <a:gd name="connsiteX135-10351" fmla="*/ 2327563 w 10460182"/>
                  <a:gd name="connsiteY135-10352" fmla="*/ 6303818 h 10474037"/>
                  <a:gd name="connsiteX136-10353" fmla="*/ 1662545 w 10460182"/>
                  <a:gd name="connsiteY136-10354" fmla="*/ 6276109 h 10474037"/>
                  <a:gd name="connsiteX137-10355" fmla="*/ 1233054 w 10460182"/>
                  <a:gd name="connsiteY137-10356" fmla="*/ 6276109 h 10474037"/>
                  <a:gd name="connsiteX138-10357" fmla="*/ 1136072 w 10460182"/>
                  <a:gd name="connsiteY138-10358" fmla="*/ 6331527 h 10474037"/>
                  <a:gd name="connsiteX139-10359" fmla="*/ 706582 w 10460182"/>
                  <a:gd name="connsiteY139-10360" fmla="*/ 6289964 h 10474037"/>
                  <a:gd name="connsiteX140-10361" fmla="*/ 318654 w 10460182"/>
                  <a:gd name="connsiteY140-10362" fmla="*/ 6317673 h 10474037"/>
                  <a:gd name="connsiteX141-10363" fmla="*/ 96982 w 10460182"/>
                  <a:gd name="connsiteY141-10364" fmla="*/ 6470073 h 10474037"/>
                  <a:gd name="connsiteX142-10365" fmla="*/ 0 w 10460182"/>
                  <a:gd name="connsiteY142-10366" fmla="*/ 6373091 h 10474037"/>
                  <a:gd name="connsiteX143-10367" fmla="*/ 83127 w 10460182"/>
                  <a:gd name="connsiteY143-10368" fmla="*/ 6317673 h 10474037"/>
                  <a:gd name="connsiteX0-10369" fmla="*/ 83127 w 10460182"/>
                  <a:gd name="connsiteY0-10370" fmla="*/ 6317673 h 10474037"/>
                  <a:gd name="connsiteX1-10371" fmla="*/ 96982 w 10460182"/>
                  <a:gd name="connsiteY1-10372" fmla="*/ 5874327 h 10474037"/>
                  <a:gd name="connsiteX2-10373" fmla="*/ 401782 w 10460182"/>
                  <a:gd name="connsiteY2-10374" fmla="*/ 5611091 h 10474037"/>
                  <a:gd name="connsiteX3-10375" fmla="*/ 651163 w 10460182"/>
                  <a:gd name="connsiteY3-10376" fmla="*/ 5749637 h 10474037"/>
                  <a:gd name="connsiteX4-10377" fmla="*/ 858982 w 10460182"/>
                  <a:gd name="connsiteY4-10378" fmla="*/ 5583382 h 10474037"/>
                  <a:gd name="connsiteX5-10379" fmla="*/ 997527 w 10460182"/>
                  <a:gd name="connsiteY5-10380" fmla="*/ 5430982 h 10474037"/>
                  <a:gd name="connsiteX6-10381" fmla="*/ 1080654 w 10460182"/>
                  <a:gd name="connsiteY6-10382" fmla="*/ 5514109 h 10474037"/>
                  <a:gd name="connsiteX7-10383" fmla="*/ 1191491 w 10460182"/>
                  <a:gd name="connsiteY7-10384" fmla="*/ 5791200 h 10474037"/>
                  <a:gd name="connsiteX8-10385" fmla="*/ 1510145 w 10460182"/>
                  <a:gd name="connsiteY8-10386" fmla="*/ 5624946 h 10474037"/>
                  <a:gd name="connsiteX9-10387" fmla="*/ 1731818 w 10460182"/>
                  <a:gd name="connsiteY9-10388" fmla="*/ 5375564 h 10474037"/>
                  <a:gd name="connsiteX10-10389" fmla="*/ 2022763 w 10460182"/>
                  <a:gd name="connsiteY10-10390" fmla="*/ 5140037 h 10474037"/>
                  <a:gd name="connsiteX11-10391" fmla="*/ 2119745 w 10460182"/>
                  <a:gd name="connsiteY11-10392" fmla="*/ 4710546 h 10474037"/>
                  <a:gd name="connsiteX12-10393" fmla="*/ 2133600 w 10460182"/>
                  <a:gd name="connsiteY12-10394" fmla="*/ 4308764 h 10474037"/>
                  <a:gd name="connsiteX13-10395" fmla="*/ 2355272 w 10460182"/>
                  <a:gd name="connsiteY13-10396" fmla="*/ 3934691 h 10474037"/>
                  <a:gd name="connsiteX14-10397" fmla="*/ 2715491 w 10460182"/>
                  <a:gd name="connsiteY14-10398" fmla="*/ 3532909 h 10474037"/>
                  <a:gd name="connsiteX15-10399" fmla="*/ 2978727 w 10460182"/>
                  <a:gd name="connsiteY15-10400" fmla="*/ 3338946 h 10474037"/>
                  <a:gd name="connsiteX16-10401" fmla="*/ 3006436 w 10460182"/>
                  <a:gd name="connsiteY16-10402" fmla="*/ 2895600 h 10474037"/>
                  <a:gd name="connsiteX17-10403" fmla="*/ 3075709 w 10460182"/>
                  <a:gd name="connsiteY17-10404" fmla="*/ 2604655 h 10474037"/>
                  <a:gd name="connsiteX18-10405" fmla="*/ 3075709 w 10460182"/>
                  <a:gd name="connsiteY18-10406" fmla="*/ 2396837 h 10474037"/>
                  <a:gd name="connsiteX19-10407" fmla="*/ 3214254 w 10460182"/>
                  <a:gd name="connsiteY19-10408" fmla="*/ 2064327 h 10474037"/>
                  <a:gd name="connsiteX20-10409" fmla="*/ 3214254 w 10460182"/>
                  <a:gd name="connsiteY20-10410" fmla="*/ 1773382 h 10474037"/>
                  <a:gd name="connsiteX21-10411" fmla="*/ 3532909 w 10460182"/>
                  <a:gd name="connsiteY21-10412" fmla="*/ 1205346 h 10474037"/>
                  <a:gd name="connsiteX22-10413" fmla="*/ 3463636 w 10460182"/>
                  <a:gd name="connsiteY22-10414" fmla="*/ 831273 h 10474037"/>
                  <a:gd name="connsiteX23-10415" fmla="*/ 3491345 w 10460182"/>
                  <a:gd name="connsiteY23-10416" fmla="*/ 623455 h 10474037"/>
                  <a:gd name="connsiteX24-10417" fmla="*/ 3823854 w 10460182"/>
                  <a:gd name="connsiteY24-10418" fmla="*/ 263237 h 10474037"/>
                  <a:gd name="connsiteX25-10419" fmla="*/ 4017818 w 10460182"/>
                  <a:gd name="connsiteY25-10420" fmla="*/ 138546 h 10474037"/>
                  <a:gd name="connsiteX26-10421" fmla="*/ 4433454 w 10460182"/>
                  <a:gd name="connsiteY26-10422" fmla="*/ 374073 h 10474037"/>
                  <a:gd name="connsiteX27-10423" fmla="*/ 4599709 w 10460182"/>
                  <a:gd name="connsiteY27-10424" fmla="*/ 568037 h 10474037"/>
                  <a:gd name="connsiteX28-10425" fmla="*/ 5070763 w 10460182"/>
                  <a:gd name="connsiteY28-10426" fmla="*/ 623455 h 10474037"/>
                  <a:gd name="connsiteX29-10427" fmla="*/ 5417127 w 10460182"/>
                  <a:gd name="connsiteY29-10428" fmla="*/ 637309 h 10474037"/>
                  <a:gd name="connsiteX30-10429" fmla="*/ 5680363 w 10460182"/>
                  <a:gd name="connsiteY30-10430" fmla="*/ 692727 h 10474037"/>
                  <a:gd name="connsiteX31-10431" fmla="*/ 5860472 w 10460182"/>
                  <a:gd name="connsiteY31-10432" fmla="*/ 360218 h 10474037"/>
                  <a:gd name="connsiteX32-10433" fmla="*/ 6123709 w 10460182"/>
                  <a:gd name="connsiteY32-10434" fmla="*/ 401782 h 10474037"/>
                  <a:gd name="connsiteX33-10435" fmla="*/ 6594763 w 10460182"/>
                  <a:gd name="connsiteY33-10436" fmla="*/ 263237 h 10474037"/>
                  <a:gd name="connsiteX34-10437" fmla="*/ 6761018 w 10460182"/>
                  <a:gd name="connsiteY34-10438" fmla="*/ 207818 h 10474037"/>
                  <a:gd name="connsiteX35-10439" fmla="*/ 7038109 w 10460182"/>
                  <a:gd name="connsiteY35-10440" fmla="*/ 277091 h 10474037"/>
                  <a:gd name="connsiteX36-10441" fmla="*/ 7232072 w 10460182"/>
                  <a:gd name="connsiteY36-10442" fmla="*/ 96982 h 10474037"/>
                  <a:gd name="connsiteX37-10443" fmla="*/ 7356763 w 10460182"/>
                  <a:gd name="connsiteY37-10444" fmla="*/ 0 h 10474037"/>
                  <a:gd name="connsiteX38-10445" fmla="*/ 7606145 w 10460182"/>
                  <a:gd name="connsiteY38-10446" fmla="*/ 83127 h 10474037"/>
                  <a:gd name="connsiteX39-10447" fmla="*/ 7910945 w 10460182"/>
                  <a:gd name="connsiteY39-10448" fmla="*/ 207818 h 10474037"/>
                  <a:gd name="connsiteX40-10449" fmla="*/ 8312727 w 10460182"/>
                  <a:gd name="connsiteY40-10450" fmla="*/ 138546 h 10474037"/>
                  <a:gd name="connsiteX41-10451" fmla="*/ 8672945 w 10460182"/>
                  <a:gd name="connsiteY41-10452" fmla="*/ 443346 h 10474037"/>
                  <a:gd name="connsiteX42-10453" fmla="*/ 8908472 w 10460182"/>
                  <a:gd name="connsiteY42-10454" fmla="*/ 623455 h 10474037"/>
                  <a:gd name="connsiteX43-10455" fmla="*/ 9088582 w 10460182"/>
                  <a:gd name="connsiteY43-10456" fmla="*/ 526473 h 10474037"/>
                  <a:gd name="connsiteX44-10457" fmla="*/ 9351818 w 10460182"/>
                  <a:gd name="connsiteY44-10458" fmla="*/ 471055 h 10474037"/>
                  <a:gd name="connsiteX45-10459" fmla="*/ 9518072 w 10460182"/>
                  <a:gd name="connsiteY45-10460" fmla="*/ 498764 h 10474037"/>
                  <a:gd name="connsiteX46-10461" fmla="*/ 9698182 w 10460182"/>
                  <a:gd name="connsiteY46-10462" fmla="*/ 526473 h 10474037"/>
                  <a:gd name="connsiteX47-10463" fmla="*/ 10002982 w 10460182"/>
                  <a:gd name="connsiteY47-10464" fmla="*/ 872837 h 10474037"/>
                  <a:gd name="connsiteX48-10465" fmla="*/ 10238509 w 10460182"/>
                  <a:gd name="connsiteY48-10466" fmla="*/ 1066800 h 10474037"/>
                  <a:gd name="connsiteX49-10467" fmla="*/ 10224654 w 10460182"/>
                  <a:gd name="connsiteY49-10468" fmla="*/ 1330037 h 10474037"/>
                  <a:gd name="connsiteX50-10469" fmla="*/ 10238509 w 10460182"/>
                  <a:gd name="connsiteY50-10470" fmla="*/ 1524000 h 10474037"/>
                  <a:gd name="connsiteX51-10471" fmla="*/ 10280072 w 10460182"/>
                  <a:gd name="connsiteY51-10472" fmla="*/ 1648691 h 10474037"/>
                  <a:gd name="connsiteX52-10473" fmla="*/ 10460182 w 10460182"/>
                  <a:gd name="connsiteY52-10474" fmla="*/ 1884218 h 10474037"/>
                  <a:gd name="connsiteX53-10475" fmla="*/ 10099963 w 10460182"/>
                  <a:gd name="connsiteY53-10476" fmla="*/ 2341418 h 10474037"/>
                  <a:gd name="connsiteX54-10477" fmla="*/ 9781309 w 10460182"/>
                  <a:gd name="connsiteY54-10478" fmla="*/ 2576946 h 10474037"/>
                  <a:gd name="connsiteX55-10479" fmla="*/ 9601200 w 10460182"/>
                  <a:gd name="connsiteY55-10480" fmla="*/ 3505200 h 10474037"/>
                  <a:gd name="connsiteX56-10481" fmla="*/ 9601200 w 10460182"/>
                  <a:gd name="connsiteY56-10482" fmla="*/ 3796146 h 10474037"/>
                  <a:gd name="connsiteX57-10483" fmla="*/ 9365672 w 10460182"/>
                  <a:gd name="connsiteY57-10484" fmla="*/ 3990109 h 10474037"/>
                  <a:gd name="connsiteX58-10485" fmla="*/ 9310254 w 10460182"/>
                  <a:gd name="connsiteY58-10486" fmla="*/ 4156364 h 10474037"/>
                  <a:gd name="connsiteX59-10487" fmla="*/ 9199418 w 10460182"/>
                  <a:gd name="connsiteY59-10488" fmla="*/ 4364182 h 10474037"/>
                  <a:gd name="connsiteX60-10489" fmla="*/ 9268691 w 10460182"/>
                  <a:gd name="connsiteY60-10490" fmla="*/ 4530437 h 10474037"/>
                  <a:gd name="connsiteX61-10491" fmla="*/ 9337963 w 10460182"/>
                  <a:gd name="connsiteY61-10492" fmla="*/ 4738255 h 10474037"/>
                  <a:gd name="connsiteX62-10493" fmla="*/ 9421091 w 10460182"/>
                  <a:gd name="connsiteY62-10494" fmla="*/ 4987637 h 10474037"/>
                  <a:gd name="connsiteX63-10495" fmla="*/ 9434945 w 10460182"/>
                  <a:gd name="connsiteY63-10496" fmla="*/ 5292437 h 10474037"/>
                  <a:gd name="connsiteX64-10497" fmla="*/ 9462654 w 10460182"/>
                  <a:gd name="connsiteY64-10498" fmla="*/ 5694218 h 10474037"/>
                  <a:gd name="connsiteX65-10499" fmla="*/ 9587345 w 10460182"/>
                  <a:gd name="connsiteY65-10500" fmla="*/ 6054437 h 10474037"/>
                  <a:gd name="connsiteX66-10501" fmla="*/ 9545782 w 10460182"/>
                  <a:gd name="connsiteY66-10502" fmla="*/ 6456218 h 10474037"/>
                  <a:gd name="connsiteX67-10503" fmla="*/ 9933709 w 10460182"/>
                  <a:gd name="connsiteY67-10504" fmla="*/ 6941127 h 10474037"/>
                  <a:gd name="connsiteX68-10505" fmla="*/ 10113818 w 10460182"/>
                  <a:gd name="connsiteY68-10506" fmla="*/ 7287491 h 10474037"/>
                  <a:gd name="connsiteX69-10507" fmla="*/ 10252363 w 10460182"/>
                  <a:gd name="connsiteY69-10508" fmla="*/ 7620000 h 10474037"/>
                  <a:gd name="connsiteX70-10509" fmla="*/ 9670472 w 10460182"/>
                  <a:gd name="connsiteY70-10510" fmla="*/ 7620000 h 10474037"/>
                  <a:gd name="connsiteX71-10511" fmla="*/ 9337963 w 10460182"/>
                  <a:gd name="connsiteY71-10512" fmla="*/ 7730837 h 10474037"/>
                  <a:gd name="connsiteX72-10513" fmla="*/ 9102436 w 10460182"/>
                  <a:gd name="connsiteY72-10514" fmla="*/ 7869382 h 10474037"/>
                  <a:gd name="connsiteX73-10515" fmla="*/ 9019309 w 10460182"/>
                  <a:gd name="connsiteY73-10516" fmla="*/ 8077200 h 10474037"/>
                  <a:gd name="connsiteX74-10517" fmla="*/ 8936182 w 10460182"/>
                  <a:gd name="connsiteY74-10518" fmla="*/ 8174182 h 10474037"/>
                  <a:gd name="connsiteX75-10519" fmla="*/ 8991600 w 10460182"/>
                  <a:gd name="connsiteY75-10520" fmla="*/ 8603673 h 10474037"/>
                  <a:gd name="connsiteX76-10521" fmla="*/ 8963891 w 10460182"/>
                  <a:gd name="connsiteY76-10522" fmla="*/ 8811491 h 10474037"/>
                  <a:gd name="connsiteX77-10523" fmla="*/ 8991600 w 10460182"/>
                  <a:gd name="connsiteY77-10524" fmla="*/ 9047018 h 10474037"/>
                  <a:gd name="connsiteX78-10525" fmla="*/ 8894618 w 10460182"/>
                  <a:gd name="connsiteY78-10526" fmla="*/ 9351818 h 10474037"/>
                  <a:gd name="connsiteX79-10527" fmla="*/ 8922327 w 10460182"/>
                  <a:gd name="connsiteY79-10528" fmla="*/ 9615055 h 10474037"/>
                  <a:gd name="connsiteX80-10529" fmla="*/ 9144000 w 10460182"/>
                  <a:gd name="connsiteY80-10530" fmla="*/ 9781309 h 10474037"/>
                  <a:gd name="connsiteX81-10531" fmla="*/ 9353374 w 10460182"/>
                  <a:gd name="connsiteY81-10532" fmla="*/ 9932153 h 10474037"/>
                  <a:gd name="connsiteX82-10533" fmla="*/ 9529903 w 10460182"/>
                  <a:gd name="connsiteY82-10534" fmla="*/ 9984146 h 10474037"/>
                  <a:gd name="connsiteX83-10535" fmla="*/ 9625328 w 10460182"/>
                  <a:gd name="connsiteY83-10536" fmla="*/ 9870197 h 10474037"/>
                  <a:gd name="connsiteX84-10537" fmla="*/ 9667359 w 10460182"/>
                  <a:gd name="connsiteY84-10538" fmla="*/ 9882495 h 10474037"/>
                  <a:gd name="connsiteX85-10539" fmla="*/ 9668916 w 10460182"/>
                  <a:gd name="connsiteY85-10540" fmla="*/ 10335491 h 10474037"/>
                  <a:gd name="connsiteX86-10541" fmla="*/ 9495500 w 10460182"/>
                  <a:gd name="connsiteY86-10542" fmla="*/ 10385150 h 10474037"/>
                  <a:gd name="connsiteX87-10543" fmla="*/ 9310254 w 10460182"/>
                  <a:gd name="connsiteY87-10544" fmla="*/ 10474037 h 10474037"/>
                  <a:gd name="connsiteX88-10545" fmla="*/ 9227127 w 10460182"/>
                  <a:gd name="connsiteY88-10546" fmla="*/ 10321637 h 10474037"/>
                  <a:gd name="connsiteX89-10547" fmla="*/ 9033163 w 10460182"/>
                  <a:gd name="connsiteY89-10548" fmla="*/ 10072255 h 10474037"/>
                  <a:gd name="connsiteX90-10549" fmla="*/ 8825345 w 10460182"/>
                  <a:gd name="connsiteY90-10550" fmla="*/ 9892146 h 10474037"/>
                  <a:gd name="connsiteX91-10551" fmla="*/ 8534400 w 10460182"/>
                  <a:gd name="connsiteY91-10552" fmla="*/ 9781309 h 10474037"/>
                  <a:gd name="connsiteX92-10553" fmla="*/ 8423563 w 10460182"/>
                  <a:gd name="connsiteY92-10554" fmla="*/ 9725891 h 10474037"/>
                  <a:gd name="connsiteX93-10555" fmla="*/ 8285018 w 10460182"/>
                  <a:gd name="connsiteY93-10556" fmla="*/ 9559637 h 10474037"/>
                  <a:gd name="connsiteX94-10557" fmla="*/ 8257309 w 10460182"/>
                  <a:gd name="connsiteY94-10558" fmla="*/ 9421091 h 10474037"/>
                  <a:gd name="connsiteX95-10559" fmla="*/ 8146472 w 10460182"/>
                  <a:gd name="connsiteY95-10560" fmla="*/ 9434946 h 10474037"/>
                  <a:gd name="connsiteX96-10561" fmla="*/ 8091054 w 10460182"/>
                  <a:gd name="connsiteY96-10562" fmla="*/ 9656618 h 10474037"/>
                  <a:gd name="connsiteX97-10563" fmla="*/ 7806336 w 10460182"/>
                  <a:gd name="connsiteY97-10564" fmla="*/ 9662378 h 10474037"/>
                  <a:gd name="connsiteX98-10565" fmla="*/ 7567694 w 10460182"/>
                  <a:gd name="connsiteY98-10566" fmla="*/ 9599177 h 10474037"/>
                  <a:gd name="connsiteX99-10567" fmla="*/ 7466043 w 10460182"/>
                  <a:gd name="connsiteY99-10568" fmla="*/ 9550452 h 10474037"/>
                  <a:gd name="connsiteX100-10569" fmla="*/ 7439891 w 10460182"/>
                  <a:gd name="connsiteY100-10570" fmla="*/ 9240982 h 10474037"/>
                  <a:gd name="connsiteX101-10571" fmla="*/ 7397859 w 10460182"/>
                  <a:gd name="connsiteY101-10572" fmla="*/ 9434946 h 10474037"/>
                  <a:gd name="connsiteX102-10573" fmla="*/ 7287491 w 10460182"/>
                  <a:gd name="connsiteY102-10574" fmla="*/ 9528969 h 10474037"/>
                  <a:gd name="connsiteX103-10575" fmla="*/ 7232072 w 10460182"/>
                  <a:gd name="connsiteY103-10576" fmla="*/ 9185564 h 10474037"/>
                  <a:gd name="connsiteX104-10577" fmla="*/ 6954982 w 10460182"/>
                  <a:gd name="connsiteY104-10578" fmla="*/ 9268691 h 10474037"/>
                  <a:gd name="connsiteX105-10579" fmla="*/ 6710737 w 10460182"/>
                  <a:gd name="connsiteY105-10580" fmla="*/ 9341078 h 10474037"/>
                  <a:gd name="connsiteX106-10581" fmla="*/ 6674777 w 10460182"/>
                  <a:gd name="connsiteY106-10582" fmla="*/ 9141977 h 10474037"/>
                  <a:gd name="connsiteX107-10583" fmla="*/ 6511636 w 10460182"/>
                  <a:gd name="connsiteY107-10584" fmla="*/ 9033164 h 10474037"/>
                  <a:gd name="connsiteX108-10585" fmla="*/ 6428509 w 10460182"/>
                  <a:gd name="connsiteY108-10586" fmla="*/ 9033164 h 10474037"/>
                  <a:gd name="connsiteX109-10587" fmla="*/ 6325922 w 10460182"/>
                  <a:gd name="connsiteY109-10588" fmla="*/ 9136372 h 10474037"/>
                  <a:gd name="connsiteX110-10589" fmla="*/ 6167763 w 10460182"/>
                  <a:gd name="connsiteY110-10590" fmla="*/ 9057292 h 10474037"/>
                  <a:gd name="connsiteX111-10591" fmla="*/ 6002132 w 10460182"/>
                  <a:gd name="connsiteY111-10592" fmla="*/ 9172799 h 10474037"/>
                  <a:gd name="connsiteX112-10593" fmla="*/ 5749636 w 10460182"/>
                  <a:gd name="connsiteY112-10594" fmla="*/ 9130146 h 10474037"/>
                  <a:gd name="connsiteX113-10595" fmla="*/ 5674760 w 10460182"/>
                  <a:gd name="connsiteY113-10596" fmla="*/ 9160969 h 10474037"/>
                  <a:gd name="connsiteX114-10597" fmla="*/ 5507415 w 10460182"/>
                  <a:gd name="connsiteY114-10598" fmla="*/ 9207202 h 10474037"/>
                  <a:gd name="connsiteX115-10599" fmla="*/ 5505859 w 10460182"/>
                  <a:gd name="connsiteY115-10600" fmla="*/ 8950037 h 10474037"/>
                  <a:gd name="connsiteX116-10601" fmla="*/ 5505857 w 10460182"/>
                  <a:gd name="connsiteY116-10602" fmla="*/ 8714042 h 10474037"/>
                  <a:gd name="connsiteX117-10603" fmla="*/ 5336024 w 10460182"/>
                  <a:gd name="connsiteY117-10604" fmla="*/ 8412357 h 10474037"/>
                  <a:gd name="connsiteX118-10605" fmla="*/ 5230324 w 10460182"/>
                  <a:gd name="connsiteY118-10606" fmla="*/ 8161885 h 10474037"/>
                  <a:gd name="connsiteX119-10607" fmla="*/ 5317031 w 10460182"/>
                  <a:gd name="connsiteY119-10608" fmla="*/ 7689273 h 10474037"/>
                  <a:gd name="connsiteX120-10609" fmla="*/ 5201059 w 10460182"/>
                  <a:gd name="connsiteY120-10610" fmla="*/ 7399417 h 10474037"/>
                  <a:gd name="connsiteX121-10611" fmla="*/ 5250872 w 10460182"/>
                  <a:gd name="connsiteY121-10612" fmla="*/ 7148946 h 10474037"/>
                  <a:gd name="connsiteX122-10613" fmla="*/ 5245735 w 10460182"/>
                  <a:gd name="connsiteY122-10614" fmla="*/ 7097730 h 10474037"/>
                  <a:gd name="connsiteX123-10615" fmla="*/ 4577603 w 10460182"/>
                  <a:gd name="connsiteY123-10616" fmla="*/ 7093061 h 10474037"/>
                  <a:gd name="connsiteX124-10617" fmla="*/ 4528412 w 10460182"/>
                  <a:gd name="connsiteY124-10618" fmla="*/ 6919645 h 10474037"/>
                  <a:gd name="connsiteX125-10619" fmla="*/ 4038834 w 10460182"/>
                  <a:gd name="connsiteY125-10620" fmla="*/ 6895517 h 10474037"/>
                  <a:gd name="connsiteX126-10621" fmla="*/ 3976254 w 10460182"/>
                  <a:gd name="connsiteY126-10622" fmla="*/ 7148946 h 10474037"/>
                  <a:gd name="connsiteX127-10623" fmla="*/ 3932667 w 10460182"/>
                  <a:gd name="connsiteY127-10624" fmla="*/ 7360344 h 10474037"/>
                  <a:gd name="connsiteX128-10625" fmla="*/ 3910095 w 10460182"/>
                  <a:gd name="connsiteY128-10626" fmla="*/ 7482545 h 10474037"/>
                  <a:gd name="connsiteX129-10627" fmla="*/ 3559528 w 10460182"/>
                  <a:gd name="connsiteY129-10628" fmla="*/ 7476941 h 10474037"/>
                  <a:gd name="connsiteX130-10629" fmla="*/ 3311236 w 10460182"/>
                  <a:gd name="connsiteY130-10630" fmla="*/ 7481455 h 10474037"/>
                  <a:gd name="connsiteX131-10631" fmla="*/ 2895600 w 10460182"/>
                  <a:gd name="connsiteY131-10632" fmla="*/ 7467600 h 10474037"/>
                  <a:gd name="connsiteX132-10633" fmla="*/ 2784763 w 10460182"/>
                  <a:gd name="connsiteY132-10634" fmla="*/ 7218218 h 10474037"/>
                  <a:gd name="connsiteX133-10635" fmla="*/ 2604654 w 10460182"/>
                  <a:gd name="connsiteY133-10636" fmla="*/ 6941127 h 10474037"/>
                  <a:gd name="connsiteX134-10637" fmla="*/ 2410691 w 10460182"/>
                  <a:gd name="connsiteY134-10638" fmla="*/ 6442364 h 10474037"/>
                  <a:gd name="connsiteX135-10639" fmla="*/ 2327563 w 10460182"/>
                  <a:gd name="connsiteY135-10640" fmla="*/ 6303818 h 10474037"/>
                  <a:gd name="connsiteX136-10641" fmla="*/ 1662545 w 10460182"/>
                  <a:gd name="connsiteY136-10642" fmla="*/ 6276109 h 10474037"/>
                  <a:gd name="connsiteX137-10643" fmla="*/ 1233054 w 10460182"/>
                  <a:gd name="connsiteY137-10644" fmla="*/ 6276109 h 10474037"/>
                  <a:gd name="connsiteX138-10645" fmla="*/ 1136072 w 10460182"/>
                  <a:gd name="connsiteY138-10646" fmla="*/ 6331527 h 10474037"/>
                  <a:gd name="connsiteX139-10647" fmla="*/ 706582 w 10460182"/>
                  <a:gd name="connsiteY139-10648" fmla="*/ 6289964 h 10474037"/>
                  <a:gd name="connsiteX140-10649" fmla="*/ 318654 w 10460182"/>
                  <a:gd name="connsiteY140-10650" fmla="*/ 6317673 h 10474037"/>
                  <a:gd name="connsiteX141-10651" fmla="*/ 96982 w 10460182"/>
                  <a:gd name="connsiteY141-10652" fmla="*/ 6470073 h 10474037"/>
                  <a:gd name="connsiteX142-10653" fmla="*/ 0 w 10460182"/>
                  <a:gd name="connsiteY142-10654" fmla="*/ 6373091 h 10474037"/>
                  <a:gd name="connsiteX143-10655" fmla="*/ 83127 w 10460182"/>
                  <a:gd name="connsiteY143-10656" fmla="*/ 6317673 h 10474037"/>
                  <a:gd name="connsiteX0-10657" fmla="*/ 83127 w 10460182"/>
                  <a:gd name="connsiteY0-10658" fmla="*/ 6317673 h 10474037"/>
                  <a:gd name="connsiteX1-10659" fmla="*/ 96982 w 10460182"/>
                  <a:gd name="connsiteY1-10660" fmla="*/ 5874327 h 10474037"/>
                  <a:gd name="connsiteX2-10661" fmla="*/ 401782 w 10460182"/>
                  <a:gd name="connsiteY2-10662" fmla="*/ 5611091 h 10474037"/>
                  <a:gd name="connsiteX3-10663" fmla="*/ 651163 w 10460182"/>
                  <a:gd name="connsiteY3-10664" fmla="*/ 5749637 h 10474037"/>
                  <a:gd name="connsiteX4-10665" fmla="*/ 858982 w 10460182"/>
                  <a:gd name="connsiteY4-10666" fmla="*/ 5583382 h 10474037"/>
                  <a:gd name="connsiteX5-10667" fmla="*/ 997527 w 10460182"/>
                  <a:gd name="connsiteY5-10668" fmla="*/ 5430982 h 10474037"/>
                  <a:gd name="connsiteX6-10669" fmla="*/ 1080654 w 10460182"/>
                  <a:gd name="connsiteY6-10670" fmla="*/ 5514109 h 10474037"/>
                  <a:gd name="connsiteX7-10671" fmla="*/ 1191491 w 10460182"/>
                  <a:gd name="connsiteY7-10672" fmla="*/ 5791200 h 10474037"/>
                  <a:gd name="connsiteX8-10673" fmla="*/ 1510145 w 10460182"/>
                  <a:gd name="connsiteY8-10674" fmla="*/ 5624946 h 10474037"/>
                  <a:gd name="connsiteX9-10675" fmla="*/ 1731818 w 10460182"/>
                  <a:gd name="connsiteY9-10676" fmla="*/ 5375564 h 10474037"/>
                  <a:gd name="connsiteX10-10677" fmla="*/ 2022763 w 10460182"/>
                  <a:gd name="connsiteY10-10678" fmla="*/ 5140037 h 10474037"/>
                  <a:gd name="connsiteX11-10679" fmla="*/ 2119745 w 10460182"/>
                  <a:gd name="connsiteY11-10680" fmla="*/ 4710546 h 10474037"/>
                  <a:gd name="connsiteX12-10681" fmla="*/ 2133600 w 10460182"/>
                  <a:gd name="connsiteY12-10682" fmla="*/ 4308764 h 10474037"/>
                  <a:gd name="connsiteX13-10683" fmla="*/ 2355272 w 10460182"/>
                  <a:gd name="connsiteY13-10684" fmla="*/ 3934691 h 10474037"/>
                  <a:gd name="connsiteX14-10685" fmla="*/ 2715491 w 10460182"/>
                  <a:gd name="connsiteY14-10686" fmla="*/ 3532909 h 10474037"/>
                  <a:gd name="connsiteX15-10687" fmla="*/ 2978727 w 10460182"/>
                  <a:gd name="connsiteY15-10688" fmla="*/ 3338946 h 10474037"/>
                  <a:gd name="connsiteX16-10689" fmla="*/ 3006436 w 10460182"/>
                  <a:gd name="connsiteY16-10690" fmla="*/ 2895600 h 10474037"/>
                  <a:gd name="connsiteX17-10691" fmla="*/ 3075709 w 10460182"/>
                  <a:gd name="connsiteY17-10692" fmla="*/ 2604655 h 10474037"/>
                  <a:gd name="connsiteX18-10693" fmla="*/ 3075709 w 10460182"/>
                  <a:gd name="connsiteY18-10694" fmla="*/ 2396837 h 10474037"/>
                  <a:gd name="connsiteX19-10695" fmla="*/ 3214254 w 10460182"/>
                  <a:gd name="connsiteY19-10696" fmla="*/ 2064327 h 10474037"/>
                  <a:gd name="connsiteX20-10697" fmla="*/ 3214254 w 10460182"/>
                  <a:gd name="connsiteY20-10698" fmla="*/ 1773382 h 10474037"/>
                  <a:gd name="connsiteX21-10699" fmla="*/ 3532909 w 10460182"/>
                  <a:gd name="connsiteY21-10700" fmla="*/ 1205346 h 10474037"/>
                  <a:gd name="connsiteX22-10701" fmla="*/ 3463636 w 10460182"/>
                  <a:gd name="connsiteY22-10702" fmla="*/ 831273 h 10474037"/>
                  <a:gd name="connsiteX23-10703" fmla="*/ 3491345 w 10460182"/>
                  <a:gd name="connsiteY23-10704" fmla="*/ 623455 h 10474037"/>
                  <a:gd name="connsiteX24-10705" fmla="*/ 3823854 w 10460182"/>
                  <a:gd name="connsiteY24-10706" fmla="*/ 263237 h 10474037"/>
                  <a:gd name="connsiteX25-10707" fmla="*/ 4017818 w 10460182"/>
                  <a:gd name="connsiteY25-10708" fmla="*/ 138546 h 10474037"/>
                  <a:gd name="connsiteX26-10709" fmla="*/ 4433454 w 10460182"/>
                  <a:gd name="connsiteY26-10710" fmla="*/ 374073 h 10474037"/>
                  <a:gd name="connsiteX27-10711" fmla="*/ 4599709 w 10460182"/>
                  <a:gd name="connsiteY27-10712" fmla="*/ 568037 h 10474037"/>
                  <a:gd name="connsiteX28-10713" fmla="*/ 5070763 w 10460182"/>
                  <a:gd name="connsiteY28-10714" fmla="*/ 623455 h 10474037"/>
                  <a:gd name="connsiteX29-10715" fmla="*/ 5417127 w 10460182"/>
                  <a:gd name="connsiteY29-10716" fmla="*/ 637309 h 10474037"/>
                  <a:gd name="connsiteX30-10717" fmla="*/ 5680363 w 10460182"/>
                  <a:gd name="connsiteY30-10718" fmla="*/ 692727 h 10474037"/>
                  <a:gd name="connsiteX31-10719" fmla="*/ 5860472 w 10460182"/>
                  <a:gd name="connsiteY31-10720" fmla="*/ 360218 h 10474037"/>
                  <a:gd name="connsiteX32-10721" fmla="*/ 6123709 w 10460182"/>
                  <a:gd name="connsiteY32-10722" fmla="*/ 401782 h 10474037"/>
                  <a:gd name="connsiteX33-10723" fmla="*/ 6594763 w 10460182"/>
                  <a:gd name="connsiteY33-10724" fmla="*/ 263237 h 10474037"/>
                  <a:gd name="connsiteX34-10725" fmla="*/ 6761018 w 10460182"/>
                  <a:gd name="connsiteY34-10726" fmla="*/ 207818 h 10474037"/>
                  <a:gd name="connsiteX35-10727" fmla="*/ 7038109 w 10460182"/>
                  <a:gd name="connsiteY35-10728" fmla="*/ 277091 h 10474037"/>
                  <a:gd name="connsiteX36-10729" fmla="*/ 7232072 w 10460182"/>
                  <a:gd name="connsiteY36-10730" fmla="*/ 96982 h 10474037"/>
                  <a:gd name="connsiteX37-10731" fmla="*/ 7356763 w 10460182"/>
                  <a:gd name="connsiteY37-10732" fmla="*/ 0 h 10474037"/>
                  <a:gd name="connsiteX38-10733" fmla="*/ 7606145 w 10460182"/>
                  <a:gd name="connsiteY38-10734" fmla="*/ 83127 h 10474037"/>
                  <a:gd name="connsiteX39-10735" fmla="*/ 7910945 w 10460182"/>
                  <a:gd name="connsiteY39-10736" fmla="*/ 207818 h 10474037"/>
                  <a:gd name="connsiteX40-10737" fmla="*/ 8312727 w 10460182"/>
                  <a:gd name="connsiteY40-10738" fmla="*/ 138546 h 10474037"/>
                  <a:gd name="connsiteX41-10739" fmla="*/ 8672945 w 10460182"/>
                  <a:gd name="connsiteY41-10740" fmla="*/ 443346 h 10474037"/>
                  <a:gd name="connsiteX42-10741" fmla="*/ 8908472 w 10460182"/>
                  <a:gd name="connsiteY42-10742" fmla="*/ 623455 h 10474037"/>
                  <a:gd name="connsiteX43-10743" fmla="*/ 9088582 w 10460182"/>
                  <a:gd name="connsiteY43-10744" fmla="*/ 526473 h 10474037"/>
                  <a:gd name="connsiteX44-10745" fmla="*/ 9351818 w 10460182"/>
                  <a:gd name="connsiteY44-10746" fmla="*/ 471055 h 10474037"/>
                  <a:gd name="connsiteX45-10747" fmla="*/ 9518072 w 10460182"/>
                  <a:gd name="connsiteY45-10748" fmla="*/ 498764 h 10474037"/>
                  <a:gd name="connsiteX46-10749" fmla="*/ 9698182 w 10460182"/>
                  <a:gd name="connsiteY46-10750" fmla="*/ 526473 h 10474037"/>
                  <a:gd name="connsiteX47-10751" fmla="*/ 10002982 w 10460182"/>
                  <a:gd name="connsiteY47-10752" fmla="*/ 872837 h 10474037"/>
                  <a:gd name="connsiteX48-10753" fmla="*/ 10238509 w 10460182"/>
                  <a:gd name="connsiteY48-10754" fmla="*/ 1066800 h 10474037"/>
                  <a:gd name="connsiteX49-10755" fmla="*/ 10224654 w 10460182"/>
                  <a:gd name="connsiteY49-10756" fmla="*/ 1330037 h 10474037"/>
                  <a:gd name="connsiteX50-10757" fmla="*/ 10238509 w 10460182"/>
                  <a:gd name="connsiteY50-10758" fmla="*/ 1524000 h 10474037"/>
                  <a:gd name="connsiteX51-10759" fmla="*/ 10280072 w 10460182"/>
                  <a:gd name="connsiteY51-10760" fmla="*/ 1648691 h 10474037"/>
                  <a:gd name="connsiteX52-10761" fmla="*/ 10460182 w 10460182"/>
                  <a:gd name="connsiteY52-10762" fmla="*/ 1884218 h 10474037"/>
                  <a:gd name="connsiteX53-10763" fmla="*/ 10099963 w 10460182"/>
                  <a:gd name="connsiteY53-10764" fmla="*/ 2341418 h 10474037"/>
                  <a:gd name="connsiteX54-10765" fmla="*/ 9781309 w 10460182"/>
                  <a:gd name="connsiteY54-10766" fmla="*/ 2576946 h 10474037"/>
                  <a:gd name="connsiteX55-10767" fmla="*/ 9601200 w 10460182"/>
                  <a:gd name="connsiteY55-10768" fmla="*/ 3505200 h 10474037"/>
                  <a:gd name="connsiteX56-10769" fmla="*/ 9601200 w 10460182"/>
                  <a:gd name="connsiteY56-10770" fmla="*/ 3796146 h 10474037"/>
                  <a:gd name="connsiteX57-10771" fmla="*/ 9365672 w 10460182"/>
                  <a:gd name="connsiteY57-10772" fmla="*/ 3990109 h 10474037"/>
                  <a:gd name="connsiteX58-10773" fmla="*/ 9310254 w 10460182"/>
                  <a:gd name="connsiteY58-10774" fmla="*/ 4156364 h 10474037"/>
                  <a:gd name="connsiteX59-10775" fmla="*/ 9199418 w 10460182"/>
                  <a:gd name="connsiteY59-10776" fmla="*/ 4364182 h 10474037"/>
                  <a:gd name="connsiteX60-10777" fmla="*/ 9268691 w 10460182"/>
                  <a:gd name="connsiteY60-10778" fmla="*/ 4530437 h 10474037"/>
                  <a:gd name="connsiteX61-10779" fmla="*/ 9337963 w 10460182"/>
                  <a:gd name="connsiteY61-10780" fmla="*/ 4738255 h 10474037"/>
                  <a:gd name="connsiteX62-10781" fmla="*/ 9421091 w 10460182"/>
                  <a:gd name="connsiteY62-10782" fmla="*/ 4987637 h 10474037"/>
                  <a:gd name="connsiteX63-10783" fmla="*/ 9434945 w 10460182"/>
                  <a:gd name="connsiteY63-10784" fmla="*/ 5292437 h 10474037"/>
                  <a:gd name="connsiteX64-10785" fmla="*/ 9462654 w 10460182"/>
                  <a:gd name="connsiteY64-10786" fmla="*/ 5694218 h 10474037"/>
                  <a:gd name="connsiteX65-10787" fmla="*/ 9587345 w 10460182"/>
                  <a:gd name="connsiteY65-10788" fmla="*/ 6054437 h 10474037"/>
                  <a:gd name="connsiteX66-10789" fmla="*/ 9545782 w 10460182"/>
                  <a:gd name="connsiteY66-10790" fmla="*/ 6456218 h 10474037"/>
                  <a:gd name="connsiteX67-10791" fmla="*/ 9933709 w 10460182"/>
                  <a:gd name="connsiteY67-10792" fmla="*/ 6941127 h 10474037"/>
                  <a:gd name="connsiteX68-10793" fmla="*/ 10113818 w 10460182"/>
                  <a:gd name="connsiteY68-10794" fmla="*/ 7287491 h 10474037"/>
                  <a:gd name="connsiteX69-10795" fmla="*/ 10252363 w 10460182"/>
                  <a:gd name="connsiteY69-10796" fmla="*/ 7620000 h 10474037"/>
                  <a:gd name="connsiteX70-10797" fmla="*/ 9670472 w 10460182"/>
                  <a:gd name="connsiteY70-10798" fmla="*/ 7620000 h 10474037"/>
                  <a:gd name="connsiteX71-10799" fmla="*/ 9337963 w 10460182"/>
                  <a:gd name="connsiteY71-10800" fmla="*/ 7730837 h 10474037"/>
                  <a:gd name="connsiteX72-10801" fmla="*/ 9102436 w 10460182"/>
                  <a:gd name="connsiteY72-10802" fmla="*/ 7869382 h 10474037"/>
                  <a:gd name="connsiteX73-10803" fmla="*/ 9019309 w 10460182"/>
                  <a:gd name="connsiteY73-10804" fmla="*/ 8077200 h 10474037"/>
                  <a:gd name="connsiteX74-10805" fmla="*/ 8936182 w 10460182"/>
                  <a:gd name="connsiteY74-10806" fmla="*/ 8174182 h 10474037"/>
                  <a:gd name="connsiteX75-10807" fmla="*/ 8991600 w 10460182"/>
                  <a:gd name="connsiteY75-10808" fmla="*/ 8603673 h 10474037"/>
                  <a:gd name="connsiteX76-10809" fmla="*/ 8963891 w 10460182"/>
                  <a:gd name="connsiteY76-10810" fmla="*/ 8811491 h 10474037"/>
                  <a:gd name="connsiteX77-10811" fmla="*/ 8991600 w 10460182"/>
                  <a:gd name="connsiteY77-10812" fmla="*/ 9047018 h 10474037"/>
                  <a:gd name="connsiteX78-10813" fmla="*/ 8894618 w 10460182"/>
                  <a:gd name="connsiteY78-10814" fmla="*/ 9351818 h 10474037"/>
                  <a:gd name="connsiteX79-10815" fmla="*/ 8922327 w 10460182"/>
                  <a:gd name="connsiteY79-10816" fmla="*/ 9615055 h 10474037"/>
                  <a:gd name="connsiteX80-10817" fmla="*/ 9144000 w 10460182"/>
                  <a:gd name="connsiteY80-10818" fmla="*/ 9781309 h 10474037"/>
                  <a:gd name="connsiteX81-10819" fmla="*/ 9353374 w 10460182"/>
                  <a:gd name="connsiteY81-10820" fmla="*/ 9932153 h 10474037"/>
                  <a:gd name="connsiteX82-10821" fmla="*/ 9529903 w 10460182"/>
                  <a:gd name="connsiteY82-10822" fmla="*/ 9984146 h 10474037"/>
                  <a:gd name="connsiteX83-10823" fmla="*/ 9625328 w 10460182"/>
                  <a:gd name="connsiteY83-10824" fmla="*/ 9870197 h 10474037"/>
                  <a:gd name="connsiteX84-10825" fmla="*/ 9667359 w 10460182"/>
                  <a:gd name="connsiteY84-10826" fmla="*/ 9882495 h 10474037"/>
                  <a:gd name="connsiteX85-10827" fmla="*/ 9668916 w 10460182"/>
                  <a:gd name="connsiteY85-10828" fmla="*/ 10335491 h 10474037"/>
                  <a:gd name="connsiteX86-10829" fmla="*/ 9495500 w 10460182"/>
                  <a:gd name="connsiteY86-10830" fmla="*/ 10385150 h 10474037"/>
                  <a:gd name="connsiteX87-10831" fmla="*/ 9310254 w 10460182"/>
                  <a:gd name="connsiteY87-10832" fmla="*/ 10474037 h 10474037"/>
                  <a:gd name="connsiteX88-10833" fmla="*/ 9227127 w 10460182"/>
                  <a:gd name="connsiteY88-10834" fmla="*/ 10321637 h 10474037"/>
                  <a:gd name="connsiteX89-10835" fmla="*/ 9033163 w 10460182"/>
                  <a:gd name="connsiteY89-10836" fmla="*/ 10072255 h 10474037"/>
                  <a:gd name="connsiteX90-10837" fmla="*/ 8825345 w 10460182"/>
                  <a:gd name="connsiteY90-10838" fmla="*/ 9892146 h 10474037"/>
                  <a:gd name="connsiteX91-10839" fmla="*/ 8534400 w 10460182"/>
                  <a:gd name="connsiteY91-10840" fmla="*/ 9781309 h 10474037"/>
                  <a:gd name="connsiteX92-10841" fmla="*/ 8423563 w 10460182"/>
                  <a:gd name="connsiteY92-10842" fmla="*/ 9725891 h 10474037"/>
                  <a:gd name="connsiteX93-10843" fmla="*/ 8285018 w 10460182"/>
                  <a:gd name="connsiteY93-10844" fmla="*/ 9559637 h 10474037"/>
                  <a:gd name="connsiteX94-10845" fmla="*/ 8257309 w 10460182"/>
                  <a:gd name="connsiteY94-10846" fmla="*/ 9421091 h 10474037"/>
                  <a:gd name="connsiteX95-10847" fmla="*/ 8146472 w 10460182"/>
                  <a:gd name="connsiteY95-10848" fmla="*/ 9434946 h 10474037"/>
                  <a:gd name="connsiteX96-10849" fmla="*/ 8091054 w 10460182"/>
                  <a:gd name="connsiteY96-10850" fmla="*/ 9656618 h 10474037"/>
                  <a:gd name="connsiteX97-10851" fmla="*/ 7806336 w 10460182"/>
                  <a:gd name="connsiteY97-10852" fmla="*/ 9662378 h 10474037"/>
                  <a:gd name="connsiteX98-10853" fmla="*/ 7567694 w 10460182"/>
                  <a:gd name="connsiteY98-10854" fmla="*/ 9599177 h 10474037"/>
                  <a:gd name="connsiteX99-10855" fmla="*/ 7466043 w 10460182"/>
                  <a:gd name="connsiteY99-10856" fmla="*/ 9550452 h 10474037"/>
                  <a:gd name="connsiteX100-10857" fmla="*/ 7439891 w 10460182"/>
                  <a:gd name="connsiteY100-10858" fmla="*/ 9240982 h 10474037"/>
                  <a:gd name="connsiteX101-10859" fmla="*/ 7397859 w 10460182"/>
                  <a:gd name="connsiteY101-10860" fmla="*/ 9434946 h 10474037"/>
                  <a:gd name="connsiteX102-10861" fmla="*/ 7287491 w 10460182"/>
                  <a:gd name="connsiteY102-10862" fmla="*/ 9528969 h 10474037"/>
                  <a:gd name="connsiteX103-10863" fmla="*/ 7221797 w 10460182"/>
                  <a:gd name="connsiteY103-10864" fmla="*/ 9200975 h 10474037"/>
                  <a:gd name="connsiteX104-10865" fmla="*/ 6954982 w 10460182"/>
                  <a:gd name="connsiteY104-10866" fmla="*/ 9268691 h 10474037"/>
                  <a:gd name="connsiteX105-10867" fmla="*/ 6710737 w 10460182"/>
                  <a:gd name="connsiteY105-10868" fmla="*/ 9341078 h 10474037"/>
                  <a:gd name="connsiteX106-10869" fmla="*/ 6674777 w 10460182"/>
                  <a:gd name="connsiteY106-10870" fmla="*/ 9141977 h 10474037"/>
                  <a:gd name="connsiteX107-10871" fmla="*/ 6511636 w 10460182"/>
                  <a:gd name="connsiteY107-10872" fmla="*/ 9033164 h 10474037"/>
                  <a:gd name="connsiteX108-10873" fmla="*/ 6428509 w 10460182"/>
                  <a:gd name="connsiteY108-10874" fmla="*/ 9033164 h 10474037"/>
                  <a:gd name="connsiteX109-10875" fmla="*/ 6325922 w 10460182"/>
                  <a:gd name="connsiteY109-10876" fmla="*/ 9136372 h 10474037"/>
                  <a:gd name="connsiteX110-10877" fmla="*/ 6167763 w 10460182"/>
                  <a:gd name="connsiteY110-10878" fmla="*/ 9057292 h 10474037"/>
                  <a:gd name="connsiteX111-10879" fmla="*/ 6002132 w 10460182"/>
                  <a:gd name="connsiteY111-10880" fmla="*/ 9172799 h 10474037"/>
                  <a:gd name="connsiteX112-10881" fmla="*/ 5749636 w 10460182"/>
                  <a:gd name="connsiteY112-10882" fmla="*/ 9130146 h 10474037"/>
                  <a:gd name="connsiteX113-10883" fmla="*/ 5674760 w 10460182"/>
                  <a:gd name="connsiteY113-10884" fmla="*/ 9160969 h 10474037"/>
                  <a:gd name="connsiteX114-10885" fmla="*/ 5507415 w 10460182"/>
                  <a:gd name="connsiteY114-10886" fmla="*/ 9207202 h 10474037"/>
                  <a:gd name="connsiteX115-10887" fmla="*/ 5505859 w 10460182"/>
                  <a:gd name="connsiteY115-10888" fmla="*/ 8950037 h 10474037"/>
                  <a:gd name="connsiteX116-10889" fmla="*/ 5505857 w 10460182"/>
                  <a:gd name="connsiteY116-10890" fmla="*/ 8714042 h 10474037"/>
                  <a:gd name="connsiteX117-10891" fmla="*/ 5336024 w 10460182"/>
                  <a:gd name="connsiteY117-10892" fmla="*/ 8412357 h 10474037"/>
                  <a:gd name="connsiteX118-10893" fmla="*/ 5230324 w 10460182"/>
                  <a:gd name="connsiteY118-10894" fmla="*/ 8161885 h 10474037"/>
                  <a:gd name="connsiteX119-10895" fmla="*/ 5317031 w 10460182"/>
                  <a:gd name="connsiteY119-10896" fmla="*/ 7689273 h 10474037"/>
                  <a:gd name="connsiteX120-10897" fmla="*/ 5201059 w 10460182"/>
                  <a:gd name="connsiteY120-10898" fmla="*/ 7399417 h 10474037"/>
                  <a:gd name="connsiteX121-10899" fmla="*/ 5250872 w 10460182"/>
                  <a:gd name="connsiteY121-10900" fmla="*/ 7148946 h 10474037"/>
                  <a:gd name="connsiteX122-10901" fmla="*/ 5245735 w 10460182"/>
                  <a:gd name="connsiteY122-10902" fmla="*/ 7097730 h 10474037"/>
                  <a:gd name="connsiteX123-10903" fmla="*/ 4577603 w 10460182"/>
                  <a:gd name="connsiteY123-10904" fmla="*/ 7093061 h 10474037"/>
                  <a:gd name="connsiteX124-10905" fmla="*/ 4528412 w 10460182"/>
                  <a:gd name="connsiteY124-10906" fmla="*/ 6919645 h 10474037"/>
                  <a:gd name="connsiteX125-10907" fmla="*/ 4038834 w 10460182"/>
                  <a:gd name="connsiteY125-10908" fmla="*/ 6895517 h 10474037"/>
                  <a:gd name="connsiteX126-10909" fmla="*/ 3976254 w 10460182"/>
                  <a:gd name="connsiteY126-10910" fmla="*/ 7148946 h 10474037"/>
                  <a:gd name="connsiteX127-10911" fmla="*/ 3932667 w 10460182"/>
                  <a:gd name="connsiteY127-10912" fmla="*/ 7360344 h 10474037"/>
                  <a:gd name="connsiteX128-10913" fmla="*/ 3910095 w 10460182"/>
                  <a:gd name="connsiteY128-10914" fmla="*/ 7482545 h 10474037"/>
                  <a:gd name="connsiteX129-10915" fmla="*/ 3559528 w 10460182"/>
                  <a:gd name="connsiteY129-10916" fmla="*/ 7476941 h 10474037"/>
                  <a:gd name="connsiteX130-10917" fmla="*/ 3311236 w 10460182"/>
                  <a:gd name="connsiteY130-10918" fmla="*/ 7481455 h 10474037"/>
                  <a:gd name="connsiteX131-10919" fmla="*/ 2895600 w 10460182"/>
                  <a:gd name="connsiteY131-10920" fmla="*/ 7467600 h 10474037"/>
                  <a:gd name="connsiteX132-10921" fmla="*/ 2784763 w 10460182"/>
                  <a:gd name="connsiteY132-10922" fmla="*/ 7218218 h 10474037"/>
                  <a:gd name="connsiteX133-10923" fmla="*/ 2604654 w 10460182"/>
                  <a:gd name="connsiteY133-10924" fmla="*/ 6941127 h 10474037"/>
                  <a:gd name="connsiteX134-10925" fmla="*/ 2410691 w 10460182"/>
                  <a:gd name="connsiteY134-10926" fmla="*/ 6442364 h 10474037"/>
                  <a:gd name="connsiteX135-10927" fmla="*/ 2327563 w 10460182"/>
                  <a:gd name="connsiteY135-10928" fmla="*/ 6303818 h 10474037"/>
                  <a:gd name="connsiteX136-10929" fmla="*/ 1662545 w 10460182"/>
                  <a:gd name="connsiteY136-10930" fmla="*/ 6276109 h 10474037"/>
                  <a:gd name="connsiteX137-10931" fmla="*/ 1233054 w 10460182"/>
                  <a:gd name="connsiteY137-10932" fmla="*/ 6276109 h 10474037"/>
                  <a:gd name="connsiteX138-10933" fmla="*/ 1136072 w 10460182"/>
                  <a:gd name="connsiteY138-10934" fmla="*/ 6331527 h 10474037"/>
                  <a:gd name="connsiteX139-10935" fmla="*/ 706582 w 10460182"/>
                  <a:gd name="connsiteY139-10936" fmla="*/ 6289964 h 10474037"/>
                  <a:gd name="connsiteX140-10937" fmla="*/ 318654 w 10460182"/>
                  <a:gd name="connsiteY140-10938" fmla="*/ 6317673 h 10474037"/>
                  <a:gd name="connsiteX141-10939" fmla="*/ 96982 w 10460182"/>
                  <a:gd name="connsiteY141-10940" fmla="*/ 6470073 h 10474037"/>
                  <a:gd name="connsiteX142-10941" fmla="*/ 0 w 10460182"/>
                  <a:gd name="connsiteY142-10942" fmla="*/ 6373091 h 10474037"/>
                  <a:gd name="connsiteX143-10943" fmla="*/ 83127 w 10460182"/>
                  <a:gd name="connsiteY143-10944" fmla="*/ 6317673 h 10474037"/>
                  <a:gd name="connsiteX0-10945" fmla="*/ 83127 w 10460182"/>
                  <a:gd name="connsiteY0-10946" fmla="*/ 6317673 h 10474037"/>
                  <a:gd name="connsiteX1-10947" fmla="*/ 96982 w 10460182"/>
                  <a:gd name="connsiteY1-10948" fmla="*/ 5874327 h 10474037"/>
                  <a:gd name="connsiteX2-10949" fmla="*/ 401782 w 10460182"/>
                  <a:gd name="connsiteY2-10950" fmla="*/ 5611091 h 10474037"/>
                  <a:gd name="connsiteX3-10951" fmla="*/ 651163 w 10460182"/>
                  <a:gd name="connsiteY3-10952" fmla="*/ 5749637 h 10474037"/>
                  <a:gd name="connsiteX4-10953" fmla="*/ 858982 w 10460182"/>
                  <a:gd name="connsiteY4-10954" fmla="*/ 5583382 h 10474037"/>
                  <a:gd name="connsiteX5-10955" fmla="*/ 997527 w 10460182"/>
                  <a:gd name="connsiteY5-10956" fmla="*/ 5430982 h 10474037"/>
                  <a:gd name="connsiteX6-10957" fmla="*/ 1080654 w 10460182"/>
                  <a:gd name="connsiteY6-10958" fmla="*/ 5514109 h 10474037"/>
                  <a:gd name="connsiteX7-10959" fmla="*/ 1191491 w 10460182"/>
                  <a:gd name="connsiteY7-10960" fmla="*/ 5791200 h 10474037"/>
                  <a:gd name="connsiteX8-10961" fmla="*/ 1510145 w 10460182"/>
                  <a:gd name="connsiteY8-10962" fmla="*/ 5624946 h 10474037"/>
                  <a:gd name="connsiteX9-10963" fmla="*/ 1731818 w 10460182"/>
                  <a:gd name="connsiteY9-10964" fmla="*/ 5375564 h 10474037"/>
                  <a:gd name="connsiteX10-10965" fmla="*/ 2022763 w 10460182"/>
                  <a:gd name="connsiteY10-10966" fmla="*/ 5140037 h 10474037"/>
                  <a:gd name="connsiteX11-10967" fmla="*/ 2119745 w 10460182"/>
                  <a:gd name="connsiteY11-10968" fmla="*/ 4710546 h 10474037"/>
                  <a:gd name="connsiteX12-10969" fmla="*/ 2133600 w 10460182"/>
                  <a:gd name="connsiteY12-10970" fmla="*/ 4308764 h 10474037"/>
                  <a:gd name="connsiteX13-10971" fmla="*/ 2355272 w 10460182"/>
                  <a:gd name="connsiteY13-10972" fmla="*/ 3934691 h 10474037"/>
                  <a:gd name="connsiteX14-10973" fmla="*/ 2715491 w 10460182"/>
                  <a:gd name="connsiteY14-10974" fmla="*/ 3532909 h 10474037"/>
                  <a:gd name="connsiteX15-10975" fmla="*/ 2978727 w 10460182"/>
                  <a:gd name="connsiteY15-10976" fmla="*/ 3338946 h 10474037"/>
                  <a:gd name="connsiteX16-10977" fmla="*/ 3006436 w 10460182"/>
                  <a:gd name="connsiteY16-10978" fmla="*/ 2895600 h 10474037"/>
                  <a:gd name="connsiteX17-10979" fmla="*/ 3075709 w 10460182"/>
                  <a:gd name="connsiteY17-10980" fmla="*/ 2604655 h 10474037"/>
                  <a:gd name="connsiteX18-10981" fmla="*/ 3075709 w 10460182"/>
                  <a:gd name="connsiteY18-10982" fmla="*/ 2396837 h 10474037"/>
                  <a:gd name="connsiteX19-10983" fmla="*/ 3214254 w 10460182"/>
                  <a:gd name="connsiteY19-10984" fmla="*/ 2064327 h 10474037"/>
                  <a:gd name="connsiteX20-10985" fmla="*/ 3214254 w 10460182"/>
                  <a:gd name="connsiteY20-10986" fmla="*/ 1773382 h 10474037"/>
                  <a:gd name="connsiteX21-10987" fmla="*/ 3532909 w 10460182"/>
                  <a:gd name="connsiteY21-10988" fmla="*/ 1205346 h 10474037"/>
                  <a:gd name="connsiteX22-10989" fmla="*/ 3463636 w 10460182"/>
                  <a:gd name="connsiteY22-10990" fmla="*/ 831273 h 10474037"/>
                  <a:gd name="connsiteX23-10991" fmla="*/ 3491345 w 10460182"/>
                  <a:gd name="connsiteY23-10992" fmla="*/ 623455 h 10474037"/>
                  <a:gd name="connsiteX24-10993" fmla="*/ 3823854 w 10460182"/>
                  <a:gd name="connsiteY24-10994" fmla="*/ 263237 h 10474037"/>
                  <a:gd name="connsiteX25-10995" fmla="*/ 4017818 w 10460182"/>
                  <a:gd name="connsiteY25-10996" fmla="*/ 138546 h 10474037"/>
                  <a:gd name="connsiteX26-10997" fmla="*/ 4433454 w 10460182"/>
                  <a:gd name="connsiteY26-10998" fmla="*/ 374073 h 10474037"/>
                  <a:gd name="connsiteX27-10999" fmla="*/ 4599709 w 10460182"/>
                  <a:gd name="connsiteY27-11000" fmla="*/ 568037 h 10474037"/>
                  <a:gd name="connsiteX28-11001" fmla="*/ 5070763 w 10460182"/>
                  <a:gd name="connsiteY28-11002" fmla="*/ 623455 h 10474037"/>
                  <a:gd name="connsiteX29-11003" fmla="*/ 5417127 w 10460182"/>
                  <a:gd name="connsiteY29-11004" fmla="*/ 637309 h 10474037"/>
                  <a:gd name="connsiteX30-11005" fmla="*/ 5680363 w 10460182"/>
                  <a:gd name="connsiteY30-11006" fmla="*/ 692727 h 10474037"/>
                  <a:gd name="connsiteX31-11007" fmla="*/ 5860472 w 10460182"/>
                  <a:gd name="connsiteY31-11008" fmla="*/ 360218 h 10474037"/>
                  <a:gd name="connsiteX32-11009" fmla="*/ 6123709 w 10460182"/>
                  <a:gd name="connsiteY32-11010" fmla="*/ 401782 h 10474037"/>
                  <a:gd name="connsiteX33-11011" fmla="*/ 6594763 w 10460182"/>
                  <a:gd name="connsiteY33-11012" fmla="*/ 263237 h 10474037"/>
                  <a:gd name="connsiteX34-11013" fmla="*/ 6761018 w 10460182"/>
                  <a:gd name="connsiteY34-11014" fmla="*/ 207818 h 10474037"/>
                  <a:gd name="connsiteX35-11015" fmla="*/ 7038109 w 10460182"/>
                  <a:gd name="connsiteY35-11016" fmla="*/ 277091 h 10474037"/>
                  <a:gd name="connsiteX36-11017" fmla="*/ 7232072 w 10460182"/>
                  <a:gd name="connsiteY36-11018" fmla="*/ 96982 h 10474037"/>
                  <a:gd name="connsiteX37-11019" fmla="*/ 7356763 w 10460182"/>
                  <a:gd name="connsiteY37-11020" fmla="*/ 0 h 10474037"/>
                  <a:gd name="connsiteX38-11021" fmla="*/ 7606145 w 10460182"/>
                  <a:gd name="connsiteY38-11022" fmla="*/ 83127 h 10474037"/>
                  <a:gd name="connsiteX39-11023" fmla="*/ 7910945 w 10460182"/>
                  <a:gd name="connsiteY39-11024" fmla="*/ 207818 h 10474037"/>
                  <a:gd name="connsiteX40-11025" fmla="*/ 8312727 w 10460182"/>
                  <a:gd name="connsiteY40-11026" fmla="*/ 138546 h 10474037"/>
                  <a:gd name="connsiteX41-11027" fmla="*/ 8672945 w 10460182"/>
                  <a:gd name="connsiteY41-11028" fmla="*/ 443346 h 10474037"/>
                  <a:gd name="connsiteX42-11029" fmla="*/ 8908472 w 10460182"/>
                  <a:gd name="connsiteY42-11030" fmla="*/ 623455 h 10474037"/>
                  <a:gd name="connsiteX43-11031" fmla="*/ 9088582 w 10460182"/>
                  <a:gd name="connsiteY43-11032" fmla="*/ 526473 h 10474037"/>
                  <a:gd name="connsiteX44-11033" fmla="*/ 9351818 w 10460182"/>
                  <a:gd name="connsiteY44-11034" fmla="*/ 471055 h 10474037"/>
                  <a:gd name="connsiteX45-11035" fmla="*/ 9518072 w 10460182"/>
                  <a:gd name="connsiteY45-11036" fmla="*/ 498764 h 10474037"/>
                  <a:gd name="connsiteX46-11037" fmla="*/ 9698182 w 10460182"/>
                  <a:gd name="connsiteY46-11038" fmla="*/ 526473 h 10474037"/>
                  <a:gd name="connsiteX47-11039" fmla="*/ 10002982 w 10460182"/>
                  <a:gd name="connsiteY47-11040" fmla="*/ 872837 h 10474037"/>
                  <a:gd name="connsiteX48-11041" fmla="*/ 10238509 w 10460182"/>
                  <a:gd name="connsiteY48-11042" fmla="*/ 1066800 h 10474037"/>
                  <a:gd name="connsiteX49-11043" fmla="*/ 10224654 w 10460182"/>
                  <a:gd name="connsiteY49-11044" fmla="*/ 1330037 h 10474037"/>
                  <a:gd name="connsiteX50-11045" fmla="*/ 10238509 w 10460182"/>
                  <a:gd name="connsiteY50-11046" fmla="*/ 1524000 h 10474037"/>
                  <a:gd name="connsiteX51-11047" fmla="*/ 10280072 w 10460182"/>
                  <a:gd name="connsiteY51-11048" fmla="*/ 1648691 h 10474037"/>
                  <a:gd name="connsiteX52-11049" fmla="*/ 10460182 w 10460182"/>
                  <a:gd name="connsiteY52-11050" fmla="*/ 1884218 h 10474037"/>
                  <a:gd name="connsiteX53-11051" fmla="*/ 10099963 w 10460182"/>
                  <a:gd name="connsiteY53-11052" fmla="*/ 2341418 h 10474037"/>
                  <a:gd name="connsiteX54-11053" fmla="*/ 9781309 w 10460182"/>
                  <a:gd name="connsiteY54-11054" fmla="*/ 2576946 h 10474037"/>
                  <a:gd name="connsiteX55-11055" fmla="*/ 9601200 w 10460182"/>
                  <a:gd name="connsiteY55-11056" fmla="*/ 3505200 h 10474037"/>
                  <a:gd name="connsiteX56-11057" fmla="*/ 9601200 w 10460182"/>
                  <a:gd name="connsiteY56-11058" fmla="*/ 3796146 h 10474037"/>
                  <a:gd name="connsiteX57-11059" fmla="*/ 9365672 w 10460182"/>
                  <a:gd name="connsiteY57-11060" fmla="*/ 3990109 h 10474037"/>
                  <a:gd name="connsiteX58-11061" fmla="*/ 9310254 w 10460182"/>
                  <a:gd name="connsiteY58-11062" fmla="*/ 4156364 h 10474037"/>
                  <a:gd name="connsiteX59-11063" fmla="*/ 9199418 w 10460182"/>
                  <a:gd name="connsiteY59-11064" fmla="*/ 4364182 h 10474037"/>
                  <a:gd name="connsiteX60-11065" fmla="*/ 9268691 w 10460182"/>
                  <a:gd name="connsiteY60-11066" fmla="*/ 4530437 h 10474037"/>
                  <a:gd name="connsiteX61-11067" fmla="*/ 9337963 w 10460182"/>
                  <a:gd name="connsiteY61-11068" fmla="*/ 4738255 h 10474037"/>
                  <a:gd name="connsiteX62-11069" fmla="*/ 9421091 w 10460182"/>
                  <a:gd name="connsiteY62-11070" fmla="*/ 4987637 h 10474037"/>
                  <a:gd name="connsiteX63-11071" fmla="*/ 9434945 w 10460182"/>
                  <a:gd name="connsiteY63-11072" fmla="*/ 5292437 h 10474037"/>
                  <a:gd name="connsiteX64-11073" fmla="*/ 9462654 w 10460182"/>
                  <a:gd name="connsiteY64-11074" fmla="*/ 5694218 h 10474037"/>
                  <a:gd name="connsiteX65-11075" fmla="*/ 9587345 w 10460182"/>
                  <a:gd name="connsiteY65-11076" fmla="*/ 6054437 h 10474037"/>
                  <a:gd name="connsiteX66-11077" fmla="*/ 9545782 w 10460182"/>
                  <a:gd name="connsiteY66-11078" fmla="*/ 6456218 h 10474037"/>
                  <a:gd name="connsiteX67-11079" fmla="*/ 9933709 w 10460182"/>
                  <a:gd name="connsiteY67-11080" fmla="*/ 6941127 h 10474037"/>
                  <a:gd name="connsiteX68-11081" fmla="*/ 10113818 w 10460182"/>
                  <a:gd name="connsiteY68-11082" fmla="*/ 7287491 h 10474037"/>
                  <a:gd name="connsiteX69-11083" fmla="*/ 10252363 w 10460182"/>
                  <a:gd name="connsiteY69-11084" fmla="*/ 7620000 h 10474037"/>
                  <a:gd name="connsiteX70-11085" fmla="*/ 9670472 w 10460182"/>
                  <a:gd name="connsiteY70-11086" fmla="*/ 7620000 h 10474037"/>
                  <a:gd name="connsiteX71-11087" fmla="*/ 9337963 w 10460182"/>
                  <a:gd name="connsiteY71-11088" fmla="*/ 7730837 h 10474037"/>
                  <a:gd name="connsiteX72-11089" fmla="*/ 9102436 w 10460182"/>
                  <a:gd name="connsiteY72-11090" fmla="*/ 7869382 h 10474037"/>
                  <a:gd name="connsiteX73-11091" fmla="*/ 9019309 w 10460182"/>
                  <a:gd name="connsiteY73-11092" fmla="*/ 8077200 h 10474037"/>
                  <a:gd name="connsiteX74-11093" fmla="*/ 8936182 w 10460182"/>
                  <a:gd name="connsiteY74-11094" fmla="*/ 8174182 h 10474037"/>
                  <a:gd name="connsiteX75-11095" fmla="*/ 9027559 w 10460182"/>
                  <a:gd name="connsiteY75-11096" fmla="*/ 8603673 h 10474037"/>
                  <a:gd name="connsiteX76-11097" fmla="*/ 8963891 w 10460182"/>
                  <a:gd name="connsiteY76-11098" fmla="*/ 8811491 h 10474037"/>
                  <a:gd name="connsiteX77-11099" fmla="*/ 8991600 w 10460182"/>
                  <a:gd name="connsiteY77-11100" fmla="*/ 9047018 h 10474037"/>
                  <a:gd name="connsiteX78-11101" fmla="*/ 8894618 w 10460182"/>
                  <a:gd name="connsiteY78-11102" fmla="*/ 9351818 h 10474037"/>
                  <a:gd name="connsiteX79-11103" fmla="*/ 8922327 w 10460182"/>
                  <a:gd name="connsiteY79-11104" fmla="*/ 9615055 h 10474037"/>
                  <a:gd name="connsiteX80-11105" fmla="*/ 9144000 w 10460182"/>
                  <a:gd name="connsiteY80-11106" fmla="*/ 9781309 h 10474037"/>
                  <a:gd name="connsiteX81-11107" fmla="*/ 9353374 w 10460182"/>
                  <a:gd name="connsiteY81-11108" fmla="*/ 9932153 h 10474037"/>
                  <a:gd name="connsiteX82-11109" fmla="*/ 9529903 w 10460182"/>
                  <a:gd name="connsiteY82-11110" fmla="*/ 9984146 h 10474037"/>
                  <a:gd name="connsiteX83-11111" fmla="*/ 9625328 w 10460182"/>
                  <a:gd name="connsiteY83-11112" fmla="*/ 9870197 h 10474037"/>
                  <a:gd name="connsiteX84-11113" fmla="*/ 9667359 w 10460182"/>
                  <a:gd name="connsiteY84-11114" fmla="*/ 9882495 h 10474037"/>
                  <a:gd name="connsiteX85-11115" fmla="*/ 9668916 w 10460182"/>
                  <a:gd name="connsiteY85-11116" fmla="*/ 10335491 h 10474037"/>
                  <a:gd name="connsiteX86-11117" fmla="*/ 9495500 w 10460182"/>
                  <a:gd name="connsiteY86-11118" fmla="*/ 10385150 h 10474037"/>
                  <a:gd name="connsiteX87-11119" fmla="*/ 9310254 w 10460182"/>
                  <a:gd name="connsiteY87-11120" fmla="*/ 10474037 h 10474037"/>
                  <a:gd name="connsiteX88-11121" fmla="*/ 9227127 w 10460182"/>
                  <a:gd name="connsiteY88-11122" fmla="*/ 10321637 h 10474037"/>
                  <a:gd name="connsiteX89-11123" fmla="*/ 9033163 w 10460182"/>
                  <a:gd name="connsiteY89-11124" fmla="*/ 10072255 h 10474037"/>
                  <a:gd name="connsiteX90-11125" fmla="*/ 8825345 w 10460182"/>
                  <a:gd name="connsiteY90-11126" fmla="*/ 9892146 h 10474037"/>
                  <a:gd name="connsiteX91-11127" fmla="*/ 8534400 w 10460182"/>
                  <a:gd name="connsiteY91-11128" fmla="*/ 9781309 h 10474037"/>
                  <a:gd name="connsiteX92-11129" fmla="*/ 8423563 w 10460182"/>
                  <a:gd name="connsiteY92-11130" fmla="*/ 9725891 h 10474037"/>
                  <a:gd name="connsiteX93-11131" fmla="*/ 8285018 w 10460182"/>
                  <a:gd name="connsiteY93-11132" fmla="*/ 9559637 h 10474037"/>
                  <a:gd name="connsiteX94-11133" fmla="*/ 8257309 w 10460182"/>
                  <a:gd name="connsiteY94-11134" fmla="*/ 9421091 h 10474037"/>
                  <a:gd name="connsiteX95-11135" fmla="*/ 8146472 w 10460182"/>
                  <a:gd name="connsiteY95-11136" fmla="*/ 9434946 h 10474037"/>
                  <a:gd name="connsiteX96-11137" fmla="*/ 8091054 w 10460182"/>
                  <a:gd name="connsiteY96-11138" fmla="*/ 9656618 h 10474037"/>
                  <a:gd name="connsiteX97-11139" fmla="*/ 7806336 w 10460182"/>
                  <a:gd name="connsiteY97-11140" fmla="*/ 9662378 h 10474037"/>
                  <a:gd name="connsiteX98-11141" fmla="*/ 7567694 w 10460182"/>
                  <a:gd name="connsiteY98-11142" fmla="*/ 9599177 h 10474037"/>
                  <a:gd name="connsiteX99-11143" fmla="*/ 7466043 w 10460182"/>
                  <a:gd name="connsiteY99-11144" fmla="*/ 9550452 h 10474037"/>
                  <a:gd name="connsiteX100-11145" fmla="*/ 7439891 w 10460182"/>
                  <a:gd name="connsiteY100-11146" fmla="*/ 9240982 h 10474037"/>
                  <a:gd name="connsiteX101-11147" fmla="*/ 7397859 w 10460182"/>
                  <a:gd name="connsiteY101-11148" fmla="*/ 9434946 h 10474037"/>
                  <a:gd name="connsiteX102-11149" fmla="*/ 7287491 w 10460182"/>
                  <a:gd name="connsiteY102-11150" fmla="*/ 9528969 h 10474037"/>
                  <a:gd name="connsiteX103-11151" fmla="*/ 7221797 w 10460182"/>
                  <a:gd name="connsiteY103-11152" fmla="*/ 9200975 h 10474037"/>
                  <a:gd name="connsiteX104-11153" fmla="*/ 6954982 w 10460182"/>
                  <a:gd name="connsiteY104-11154" fmla="*/ 9268691 h 10474037"/>
                  <a:gd name="connsiteX105-11155" fmla="*/ 6710737 w 10460182"/>
                  <a:gd name="connsiteY105-11156" fmla="*/ 9341078 h 10474037"/>
                  <a:gd name="connsiteX106-11157" fmla="*/ 6674777 w 10460182"/>
                  <a:gd name="connsiteY106-11158" fmla="*/ 9141977 h 10474037"/>
                  <a:gd name="connsiteX107-11159" fmla="*/ 6511636 w 10460182"/>
                  <a:gd name="connsiteY107-11160" fmla="*/ 9033164 h 10474037"/>
                  <a:gd name="connsiteX108-11161" fmla="*/ 6428509 w 10460182"/>
                  <a:gd name="connsiteY108-11162" fmla="*/ 9033164 h 10474037"/>
                  <a:gd name="connsiteX109-11163" fmla="*/ 6325922 w 10460182"/>
                  <a:gd name="connsiteY109-11164" fmla="*/ 9136372 h 10474037"/>
                  <a:gd name="connsiteX110-11165" fmla="*/ 6167763 w 10460182"/>
                  <a:gd name="connsiteY110-11166" fmla="*/ 9057292 h 10474037"/>
                  <a:gd name="connsiteX111-11167" fmla="*/ 6002132 w 10460182"/>
                  <a:gd name="connsiteY111-11168" fmla="*/ 9172799 h 10474037"/>
                  <a:gd name="connsiteX112-11169" fmla="*/ 5749636 w 10460182"/>
                  <a:gd name="connsiteY112-11170" fmla="*/ 9130146 h 10474037"/>
                  <a:gd name="connsiteX113-11171" fmla="*/ 5674760 w 10460182"/>
                  <a:gd name="connsiteY113-11172" fmla="*/ 9160969 h 10474037"/>
                  <a:gd name="connsiteX114-11173" fmla="*/ 5507415 w 10460182"/>
                  <a:gd name="connsiteY114-11174" fmla="*/ 9207202 h 10474037"/>
                  <a:gd name="connsiteX115-11175" fmla="*/ 5505859 w 10460182"/>
                  <a:gd name="connsiteY115-11176" fmla="*/ 8950037 h 10474037"/>
                  <a:gd name="connsiteX116-11177" fmla="*/ 5505857 w 10460182"/>
                  <a:gd name="connsiteY116-11178" fmla="*/ 8714042 h 10474037"/>
                  <a:gd name="connsiteX117-11179" fmla="*/ 5336024 w 10460182"/>
                  <a:gd name="connsiteY117-11180" fmla="*/ 8412357 h 10474037"/>
                  <a:gd name="connsiteX118-11181" fmla="*/ 5230324 w 10460182"/>
                  <a:gd name="connsiteY118-11182" fmla="*/ 8161885 h 10474037"/>
                  <a:gd name="connsiteX119-11183" fmla="*/ 5317031 w 10460182"/>
                  <a:gd name="connsiteY119-11184" fmla="*/ 7689273 h 10474037"/>
                  <a:gd name="connsiteX120-11185" fmla="*/ 5201059 w 10460182"/>
                  <a:gd name="connsiteY120-11186" fmla="*/ 7399417 h 10474037"/>
                  <a:gd name="connsiteX121-11187" fmla="*/ 5250872 w 10460182"/>
                  <a:gd name="connsiteY121-11188" fmla="*/ 7148946 h 10474037"/>
                  <a:gd name="connsiteX122-11189" fmla="*/ 5245735 w 10460182"/>
                  <a:gd name="connsiteY122-11190" fmla="*/ 7097730 h 10474037"/>
                  <a:gd name="connsiteX123-11191" fmla="*/ 4577603 w 10460182"/>
                  <a:gd name="connsiteY123-11192" fmla="*/ 7093061 h 10474037"/>
                  <a:gd name="connsiteX124-11193" fmla="*/ 4528412 w 10460182"/>
                  <a:gd name="connsiteY124-11194" fmla="*/ 6919645 h 10474037"/>
                  <a:gd name="connsiteX125-11195" fmla="*/ 4038834 w 10460182"/>
                  <a:gd name="connsiteY125-11196" fmla="*/ 6895517 h 10474037"/>
                  <a:gd name="connsiteX126-11197" fmla="*/ 3976254 w 10460182"/>
                  <a:gd name="connsiteY126-11198" fmla="*/ 7148946 h 10474037"/>
                  <a:gd name="connsiteX127-11199" fmla="*/ 3932667 w 10460182"/>
                  <a:gd name="connsiteY127-11200" fmla="*/ 7360344 h 10474037"/>
                  <a:gd name="connsiteX128-11201" fmla="*/ 3910095 w 10460182"/>
                  <a:gd name="connsiteY128-11202" fmla="*/ 7482545 h 10474037"/>
                  <a:gd name="connsiteX129-11203" fmla="*/ 3559528 w 10460182"/>
                  <a:gd name="connsiteY129-11204" fmla="*/ 7476941 h 10474037"/>
                  <a:gd name="connsiteX130-11205" fmla="*/ 3311236 w 10460182"/>
                  <a:gd name="connsiteY130-11206" fmla="*/ 7481455 h 10474037"/>
                  <a:gd name="connsiteX131-11207" fmla="*/ 2895600 w 10460182"/>
                  <a:gd name="connsiteY131-11208" fmla="*/ 7467600 h 10474037"/>
                  <a:gd name="connsiteX132-11209" fmla="*/ 2784763 w 10460182"/>
                  <a:gd name="connsiteY132-11210" fmla="*/ 7218218 h 10474037"/>
                  <a:gd name="connsiteX133-11211" fmla="*/ 2604654 w 10460182"/>
                  <a:gd name="connsiteY133-11212" fmla="*/ 6941127 h 10474037"/>
                  <a:gd name="connsiteX134-11213" fmla="*/ 2410691 w 10460182"/>
                  <a:gd name="connsiteY134-11214" fmla="*/ 6442364 h 10474037"/>
                  <a:gd name="connsiteX135-11215" fmla="*/ 2327563 w 10460182"/>
                  <a:gd name="connsiteY135-11216" fmla="*/ 6303818 h 10474037"/>
                  <a:gd name="connsiteX136-11217" fmla="*/ 1662545 w 10460182"/>
                  <a:gd name="connsiteY136-11218" fmla="*/ 6276109 h 10474037"/>
                  <a:gd name="connsiteX137-11219" fmla="*/ 1233054 w 10460182"/>
                  <a:gd name="connsiteY137-11220" fmla="*/ 6276109 h 10474037"/>
                  <a:gd name="connsiteX138-11221" fmla="*/ 1136072 w 10460182"/>
                  <a:gd name="connsiteY138-11222" fmla="*/ 6331527 h 10474037"/>
                  <a:gd name="connsiteX139-11223" fmla="*/ 706582 w 10460182"/>
                  <a:gd name="connsiteY139-11224" fmla="*/ 6289964 h 10474037"/>
                  <a:gd name="connsiteX140-11225" fmla="*/ 318654 w 10460182"/>
                  <a:gd name="connsiteY140-11226" fmla="*/ 6317673 h 10474037"/>
                  <a:gd name="connsiteX141-11227" fmla="*/ 96982 w 10460182"/>
                  <a:gd name="connsiteY141-11228" fmla="*/ 6470073 h 10474037"/>
                  <a:gd name="connsiteX142-11229" fmla="*/ 0 w 10460182"/>
                  <a:gd name="connsiteY142-11230" fmla="*/ 6373091 h 10474037"/>
                  <a:gd name="connsiteX143-11231" fmla="*/ 83127 w 10460182"/>
                  <a:gd name="connsiteY143-11232" fmla="*/ 6317673 h 10474037"/>
                  <a:gd name="connsiteX0-11233" fmla="*/ 83127 w 10460182"/>
                  <a:gd name="connsiteY0-11234" fmla="*/ 6317673 h 10474037"/>
                  <a:gd name="connsiteX1-11235" fmla="*/ 96982 w 10460182"/>
                  <a:gd name="connsiteY1-11236" fmla="*/ 5874327 h 10474037"/>
                  <a:gd name="connsiteX2-11237" fmla="*/ 401782 w 10460182"/>
                  <a:gd name="connsiteY2-11238" fmla="*/ 5611091 h 10474037"/>
                  <a:gd name="connsiteX3-11239" fmla="*/ 651163 w 10460182"/>
                  <a:gd name="connsiteY3-11240" fmla="*/ 5749637 h 10474037"/>
                  <a:gd name="connsiteX4-11241" fmla="*/ 858982 w 10460182"/>
                  <a:gd name="connsiteY4-11242" fmla="*/ 5583382 h 10474037"/>
                  <a:gd name="connsiteX5-11243" fmla="*/ 997527 w 10460182"/>
                  <a:gd name="connsiteY5-11244" fmla="*/ 5430982 h 10474037"/>
                  <a:gd name="connsiteX6-11245" fmla="*/ 1080654 w 10460182"/>
                  <a:gd name="connsiteY6-11246" fmla="*/ 5514109 h 10474037"/>
                  <a:gd name="connsiteX7-11247" fmla="*/ 1191491 w 10460182"/>
                  <a:gd name="connsiteY7-11248" fmla="*/ 5791200 h 10474037"/>
                  <a:gd name="connsiteX8-11249" fmla="*/ 1510145 w 10460182"/>
                  <a:gd name="connsiteY8-11250" fmla="*/ 5624946 h 10474037"/>
                  <a:gd name="connsiteX9-11251" fmla="*/ 1731818 w 10460182"/>
                  <a:gd name="connsiteY9-11252" fmla="*/ 5375564 h 10474037"/>
                  <a:gd name="connsiteX10-11253" fmla="*/ 2022763 w 10460182"/>
                  <a:gd name="connsiteY10-11254" fmla="*/ 5140037 h 10474037"/>
                  <a:gd name="connsiteX11-11255" fmla="*/ 2119745 w 10460182"/>
                  <a:gd name="connsiteY11-11256" fmla="*/ 4710546 h 10474037"/>
                  <a:gd name="connsiteX12-11257" fmla="*/ 2133600 w 10460182"/>
                  <a:gd name="connsiteY12-11258" fmla="*/ 4308764 h 10474037"/>
                  <a:gd name="connsiteX13-11259" fmla="*/ 2355272 w 10460182"/>
                  <a:gd name="connsiteY13-11260" fmla="*/ 3934691 h 10474037"/>
                  <a:gd name="connsiteX14-11261" fmla="*/ 2715491 w 10460182"/>
                  <a:gd name="connsiteY14-11262" fmla="*/ 3532909 h 10474037"/>
                  <a:gd name="connsiteX15-11263" fmla="*/ 2978727 w 10460182"/>
                  <a:gd name="connsiteY15-11264" fmla="*/ 3338946 h 10474037"/>
                  <a:gd name="connsiteX16-11265" fmla="*/ 3006436 w 10460182"/>
                  <a:gd name="connsiteY16-11266" fmla="*/ 2895600 h 10474037"/>
                  <a:gd name="connsiteX17-11267" fmla="*/ 3075709 w 10460182"/>
                  <a:gd name="connsiteY17-11268" fmla="*/ 2604655 h 10474037"/>
                  <a:gd name="connsiteX18-11269" fmla="*/ 3075709 w 10460182"/>
                  <a:gd name="connsiteY18-11270" fmla="*/ 2396837 h 10474037"/>
                  <a:gd name="connsiteX19-11271" fmla="*/ 3214254 w 10460182"/>
                  <a:gd name="connsiteY19-11272" fmla="*/ 2064327 h 10474037"/>
                  <a:gd name="connsiteX20-11273" fmla="*/ 3214254 w 10460182"/>
                  <a:gd name="connsiteY20-11274" fmla="*/ 1773382 h 10474037"/>
                  <a:gd name="connsiteX21-11275" fmla="*/ 3532909 w 10460182"/>
                  <a:gd name="connsiteY21-11276" fmla="*/ 1205346 h 10474037"/>
                  <a:gd name="connsiteX22-11277" fmla="*/ 3463636 w 10460182"/>
                  <a:gd name="connsiteY22-11278" fmla="*/ 831273 h 10474037"/>
                  <a:gd name="connsiteX23-11279" fmla="*/ 3491345 w 10460182"/>
                  <a:gd name="connsiteY23-11280" fmla="*/ 623455 h 10474037"/>
                  <a:gd name="connsiteX24-11281" fmla="*/ 3823854 w 10460182"/>
                  <a:gd name="connsiteY24-11282" fmla="*/ 263237 h 10474037"/>
                  <a:gd name="connsiteX25-11283" fmla="*/ 4017818 w 10460182"/>
                  <a:gd name="connsiteY25-11284" fmla="*/ 138546 h 10474037"/>
                  <a:gd name="connsiteX26-11285" fmla="*/ 4433454 w 10460182"/>
                  <a:gd name="connsiteY26-11286" fmla="*/ 374073 h 10474037"/>
                  <a:gd name="connsiteX27-11287" fmla="*/ 4599709 w 10460182"/>
                  <a:gd name="connsiteY27-11288" fmla="*/ 568037 h 10474037"/>
                  <a:gd name="connsiteX28-11289" fmla="*/ 5070763 w 10460182"/>
                  <a:gd name="connsiteY28-11290" fmla="*/ 623455 h 10474037"/>
                  <a:gd name="connsiteX29-11291" fmla="*/ 5417127 w 10460182"/>
                  <a:gd name="connsiteY29-11292" fmla="*/ 637309 h 10474037"/>
                  <a:gd name="connsiteX30-11293" fmla="*/ 5680363 w 10460182"/>
                  <a:gd name="connsiteY30-11294" fmla="*/ 692727 h 10474037"/>
                  <a:gd name="connsiteX31-11295" fmla="*/ 5860472 w 10460182"/>
                  <a:gd name="connsiteY31-11296" fmla="*/ 360218 h 10474037"/>
                  <a:gd name="connsiteX32-11297" fmla="*/ 6123709 w 10460182"/>
                  <a:gd name="connsiteY32-11298" fmla="*/ 401782 h 10474037"/>
                  <a:gd name="connsiteX33-11299" fmla="*/ 6594763 w 10460182"/>
                  <a:gd name="connsiteY33-11300" fmla="*/ 263237 h 10474037"/>
                  <a:gd name="connsiteX34-11301" fmla="*/ 6761018 w 10460182"/>
                  <a:gd name="connsiteY34-11302" fmla="*/ 207818 h 10474037"/>
                  <a:gd name="connsiteX35-11303" fmla="*/ 7038109 w 10460182"/>
                  <a:gd name="connsiteY35-11304" fmla="*/ 277091 h 10474037"/>
                  <a:gd name="connsiteX36-11305" fmla="*/ 7232072 w 10460182"/>
                  <a:gd name="connsiteY36-11306" fmla="*/ 96982 h 10474037"/>
                  <a:gd name="connsiteX37-11307" fmla="*/ 7356763 w 10460182"/>
                  <a:gd name="connsiteY37-11308" fmla="*/ 0 h 10474037"/>
                  <a:gd name="connsiteX38-11309" fmla="*/ 7606145 w 10460182"/>
                  <a:gd name="connsiteY38-11310" fmla="*/ 83127 h 10474037"/>
                  <a:gd name="connsiteX39-11311" fmla="*/ 7910945 w 10460182"/>
                  <a:gd name="connsiteY39-11312" fmla="*/ 207818 h 10474037"/>
                  <a:gd name="connsiteX40-11313" fmla="*/ 8312727 w 10460182"/>
                  <a:gd name="connsiteY40-11314" fmla="*/ 138546 h 10474037"/>
                  <a:gd name="connsiteX41-11315" fmla="*/ 8672945 w 10460182"/>
                  <a:gd name="connsiteY41-11316" fmla="*/ 443346 h 10474037"/>
                  <a:gd name="connsiteX42-11317" fmla="*/ 8908472 w 10460182"/>
                  <a:gd name="connsiteY42-11318" fmla="*/ 623455 h 10474037"/>
                  <a:gd name="connsiteX43-11319" fmla="*/ 9088582 w 10460182"/>
                  <a:gd name="connsiteY43-11320" fmla="*/ 526473 h 10474037"/>
                  <a:gd name="connsiteX44-11321" fmla="*/ 9351818 w 10460182"/>
                  <a:gd name="connsiteY44-11322" fmla="*/ 471055 h 10474037"/>
                  <a:gd name="connsiteX45-11323" fmla="*/ 9518072 w 10460182"/>
                  <a:gd name="connsiteY45-11324" fmla="*/ 498764 h 10474037"/>
                  <a:gd name="connsiteX46-11325" fmla="*/ 9698182 w 10460182"/>
                  <a:gd name="connsiteY46-11326" fmla="*/ 526473 h 10474037"/>
                  <a:gd name="connsiteX47-11327" fmla="*/ 10002982 w 10460182"/>
                  <a:gd name="connsiteY47-11328" fmla="*/ 872837 h 10474037"/>
                  <a:gd name="connsiteX48-11329" fmla="*/ 10238509 w 10460182"/>
                  <a:gd name="connsiteY48-11330" fmla="*/ 1066800 h 10474037"/>
                  <a:gd name="connsiteX49-11331" fmla="*/ 10224654 w 10460182"/>
                  <a:gd name="connsiteY49-11332" fmla="*/ 1330037 h 10474037"/>
                  <a:gd name="connsiteX50-11333" fmla="*/ 10238509 w 10460182"/>
                  <a:gd name="connsiteY50-11334" fmla="*/ 1524000 h 10474037"/>
                  <a:gd name="connsiteX51-11335" fmla="*/ 10280072 w 10460182"/>
                  <a:gd name="connsiteY51-11336" fmla="*/ 1648691 h 10474037"/>
                  <a:gd name="connsiteX52-11337" fmla="*/ 10460182 w 10460182"/>
                  <a:gd name="connsiteY52-11338" fmla="*/ 1884218 h 10474037"/>
                  <a:gd name="connsiteX53-11339" fmla="*/ 10099963 w 10460182"/>
                  <a:gd name="connsiteY53-11340" fmla="*/ 2341418 h 10474037"/>
                  <a:gd name="connsiteX54-11341" fmla="*/ 9781309 w 10460182"/>
                  <a:gd name="connsiteY54-11342" fmla="*/ 2576946 h 10474037"/>
                  <a:gd name="connsiteX55-11343" fmla="*/ 9601200 w 10460182"/>
                  <a:gd name="connsiteY55-11344" fmla="*/ 3505200 h 10474037"/>
                  <a:gd name="connsiteX56-11345" fmla="*/ 9601200 w 10460182"/>
                  <a:gd name="connsiteY56-11346" fmla="*/ 3796146 h 10474037"/>
                  <a:gd name="connsiteX57-11347" fmla="*/ 9365672 w 10460182"/>
                  <a:gd name="connsiteY57-11348" fmla="*/ 3990109 h 10474037"/>
                  <a:gd name="connsiteX58-11349" fmla="*/ 9310254 w 10460182"/>
                  <a:gd name="connsiteY58-11350" fmla="*/ 4156364 h 10474037"/>
                  <a:gd name="connsiteX59-11351" fmla="*/ 9199418 w 10460182"/>
                  <a:gd name="connsiteY59-11352" fmla="*/ 4364182 h 10474037"/>
                  <a:gd name="connsiteX60-11353" fmla="*/ 9268691 w 10460182"/>
                  <a:gd name="connsiteY60-11354" fmla="*/ 4530437 h 10474037"/>
                  <a:gd name="connsiteX61-11355" fmla="*/ 9337963 w 10460182"/>
                  <a:gd name="connsiteY61-11356" fmla="*/ 4738255 h 10474037"/>
                  <a:gd name="connsiteX62-11357" fmla="*/ 9421091 w 10460182"/>
                  <a:gd name="connsiteY62-11358" fmla="*/ 4987637 h 10474037"/>
                  <a:gd name="connsiteX63-11359" fmla="*/ 9434945 w 10460182"/>
                  <a:gd name="connsiteY63-11360" fmla="*/ 5292437 h 10474037"/>
                  <a:gd name="connsiteX64-11361" fmla="*/ 9462654 w 10460182"/>
                  <a:gd name="connsiteY64-11362" fmla="*/ 5694218 h 10474037"/>
                  <a:gd name="connsiteX65-11363" fmla="*/ 9587345 w 10460182"/>
                  <a:gd name="connsiteY65-11364" fmla="*/ 6054437 h 10474037"/>
                  <a:gd name="connsiteX66-11365" fmla="*/ 9545782 w 10460182"/>
                  <a:gd name="connsiteY66-11366" fmla="*/ 6456218 h 10474037"/>
                  <a:gd name="connsiteX67-11367" fmla="*/ 9933709 w 10460182"/>
                  <a:gd name="connsiteY67-11368" fmla="*/ 6941127 h 10474037"/>
                  <a:gd name="connsiteX68-11369" fmla="*/ 10113818 w 10460182"/>
                  <a:gd name="connsiteY68-11370" fmla="*/ 7287491 h 10474037"/>
                  <a:gd name="connsiteX69-11371" fmla="*/ 10252363 w 10460182"/>
                  <a:gd name="connsiteY69-11372" fmla="*/ 7620000 h 10474037"/>
                  <a:gd name="connsiteX70-11373" fmla="*/ 9670472 w 10460182"/>
                  <a:gd name="connsiteY70-11374" fmla="*/ 7620000 h 10474037"/>
                  <a:gd name="connsiteX71-11375" fmla="*/ 9337963 w 10460182"/>
                  <a:gd name="connsiteY71-11376" fmla="*/ 7730837 h 10474037"/>
                  <a:gd name="connsiteX72-11377" fmla="*/ 9102436 w 10460182"/>
                  <a:gd name="connsiteY72-11378" fmla="*/ 7869382 h 10474037"/>
                  <a:gd name="connsiteX73-11379" fmla="*/ 9019309 w 10460182"/>
                  <a:gd name="connsiteY73-11380" fmla="*/ 8077200 h 10474037"/>
                  <a:gd name="connsiteX74-11381" fmla="*/ 8936182 w 10460182"/>
                  <a:gd name="connsiteY74-11382" fmla="*/ 8174182 h 10474037"/>
                  <a:gd name="connsiteX75-11383" fmla="*/ 9027559 w 10460182"/>
                  <a:gd name="connsiteY75-11384" fmla="*/ 8603673 h 10474037"/>
                  <a:gd name="connsiteX76-11385" fmla="*/ 9030673 w 10460182"/>
                  <a:gd name="connsiteY76-11386" fmla="*/ 8837177 h 10474037"/>
                  <a:gd name="connsiteX77-11387" fmla="*/ 8991600 w 10460182"/>
                  <a:gd name="connsiteY77-11388" fmla="*/ 9047018 h 10474037"/>
                  <a:gd name="connsiteX78-11389" fmla="*/ 8894618 w 10460182"/>
                  <a:gd name="connsiteY78-11390" fmla="*/ 9351818 h 10474037"/>
                  <a:gd name="connsiteX79-11391" fmla="*/ 8922327 w 10460182"/>
                  <a:gd name="connsiteY79-11392" fmla="*/ 9615055 h 10474037"/>
                  <a:gd name="connsiteX80-11393" fmla="*/ 9144000 w 10460182"/>
                  <a:gd name="connsiteY80-11394" fmla="*/ 9781309 h 10474037"/>
                  <a:gd name="connsiteX81-11395" fmla="*/ 9353374 w 10460182"/>
                  <a:gd name="connsiteY81-11396" fmla="*/ 9932153 h 10474037"/>
                  <a:gd name="connsiteX82-11397" fmla="*/ 9529903 w 10460182"/>
                  <a:gd name="connsiteY82-11398" fmla="*/ 9984146 h 10474037"/>
                  <a:gd name="connsiteX83-11399" fmla="*/ 9625328 w 10460182"/>
                  <a:gd name="connsiteY83-11400" fmla="*/ 9870197 h 10474037"/>
                  <a:gd name="connsiteX84-11401" fmla="*/ 9667359 w 10460182"/>
                  <a:gd name="connsiteY84-11402" fmla="*/ 9882495 h 10474037"/>
                  <a:gd name="connsiteX85-11403" fmla="*/ 9668916 w 10460182"/>
                  <a:gd name="connsiteY85-11404" fmla="*/ 10335491 h 10474037"/>
                  <a:gd name="connsiteX86-11405" fmla="*/ 9495500 w 10460182"/>
                  <a:gd name="connsiteY86-11406" fmla="*/ 10385150 h 10474037"/>
                  <a:gd name="connsiteX87-11407" fmla="*/ 9310254 w 10460182"/>
                  <a:gd name="connsiteY87-11408" fmla="*/ 10474037 h 10474037"/>
                  <a:gd name="connsiteX88-11409" fmla="*/ 9227127 w 10460182"/>
                  <a:gd name="connsiteY88-11410" fmla="*/ 10321637 h 10474037"/>
                  <a:gd name="connsiteX89-11411" fmla="*/ 9033163 w 10460182"/>
                  <a:gd name="connsiteY89-11412" fmla="*/ 10072255 h 10474037"/>
                  <a:gd name="connsiteX90-11413" fmla="*/ 8825345 w 10460182"/>
                  <a:gd name="connsiteY90-11414" fmla="*/ 9892146 h 10474037"/>
                  <a:gd name="connsiteX91-11415" fmla="*/ 8534400 w 10460182"/>
                  <a:gd name="connsiteY91-11416" fmla="*/ 9781309 h 10474037"/>
                  <a:gd name="connsiteX92-11417" fmla="*/ 8423563 w 10460182"/>
                  <a:gd name="connsiteY92-11418" fmla="*/ 9725891 h 10474037"/>
                  <a:gd name="connsiteX93-11419" fmla="*/ 8285018 w 10460182"/>
                  <a:gd name="connsiteY93-11420" fmla="*/ 9559637 h 10474037"/>
                  <a:gd name="connsiteX94-11421" fmla="*/ 8257309 w 10460182"/>
                  <a:gd name="connsiteY94-11422" fmla="*/ 9421091 h 10474037"/>
                  <a:gd name="connsiteX95-11423" fmla="*/ 8146472 w 10460182"/>
                  <a:gd name="connsiteY95-11424" fmla="*/ 9434946 h 10474037"/>
                  <a:gd name="connsiteX96-11425" fmla="*/ 8091054 w 10460182"/>
                  <a:gd name="connsiteY96-11426" fmla="*/ 9656618 h 10474037"/>
                  <a:gd name="connsiteX97-11427" fmla="*/ 7806336 w 10460182"/>
                  <a:gd name="connsiteY97-11428" fmla="*/ 9662378 h 10474037"/>
                  <a:gd name="connsiteX98-11429" fmla="*/ 7567694 w 10460182"/>
                  <a:gd name="connsiteY98-11430" fmla="*/ 9599177 h 10474037"/>
                  <a:gd name="connsiteX99-11431" fmla="*/ 7466043 w 10460182"/>
                  <a:gd name="connsiteY99-11432" fmla="*/ 9550452 h 10474037"/>
                  <a:gd name="connsiteX100-11433" fmla="*/ 7439891 w 10460182"/>
                  <a:gd name="connsiteY100-11434" fmla="*/ 9240982 h 10474037"/>
                  <a:gd name="connsiteX101-11435" fmla="*/ 7397859 w 10460182"/>
                  <a:gd name="connsiteY101-11436" fmla="*/ 9434946 h 10474037"/>
                  <a:gd name="connsiteX102-11437" fmla="*/ 7287491 w 10460182"/>
                  <a:gd name="connsiteY102-11438" fmla="*/ 9528969 h 10474037"/>
                  <a:gd name="connsiteX103-11439" fmla="*/ 7221797 w 10460182"/>
                  <a:gd name="connsiteY103-11440" fmla="*/ 9200975 h 10474037"/>
                  <a:gd name="connsiteX104-11441" fmla="*/ 6954982 w 10460182"/>
                  <a:gd name="connsiteY104-11442" fmla="*/ 9268691 h 10474037"/>
                  <a:gd name="connsiteX105-11443" fmla="*/ 6710737 w 10460182"/>
                  <a:gd name="connsiteY105-11444" fmla="*/ 9341078 h 10474037"/>
                  <a:gd name="connsiteX106-11445" fmla="*/ 6674777 w 10460182"/>
                  <a:gd name="connsiteY106-11446" fmla="*/ 9141977 h 10474037"/>
                  <a:gd name="connsiteX107-11447" fmla="*/ 6511636 w 10460182"/>
                  <a:gd name="connsiteY107-11448" fmla="*/ 9033164 h 10474037"/>
                  <a:gd name="connsiteX108-11449" fmla="*/ 6428509 w 10460182"/>
                  <a:gd name="connsiteY108-11450" fmla="*/ 9033164 h 10474037"/>
                  <a:gd name="connsiteX109-11451" fmla="*/ 6325922 w 10460182"/>
                  <a:gd name="connsiteY109-11452" fmla="*/ 9136372 h 10474037"/>
                  <a:gd name="connsiteX110-11453" fmla="*/ 6167763 w 10460182"/>
                  <a:gd name="connsiteY110-11454" fmla="*/ 9057292 h 10474037"/>
                  <a:gd name="connsiteX111-11455" fmla="*/ 6002132 w 10460182"/>
                  <a:gd name="connsiteY111-11456" fmla="*/ 9172799 h 10474037"/>
                  <a:gd name="connsiteX112-11457" fmla="*/ 5749636 w 10460182"/>
                  <a:gd name="connsiteY112-11458" fmla="*/ 9130146 h 10474037"/>
                  <a:gd name="connsiteX113-11459" fmla="*/ 5674760 w 10460182"/>
                  <a:gd name="connsiteY113-11460" fmla="*/ 9160969 h 10474037"/>
                  <a:gd name="connsiteX114-11461" fmla="*/ 5507415 w 10460182"/>
                  <a:gd name="connsiteY114-11462" fmla="*/ 9207202 h 10474037"/>
                  <a:gd name="connsiteX115-11463" fmla="*/ 5505859 w 10460182"/>
                  <a:gd name="connsiteY115-11464" fmla="*/ 8950037 h 10474037"/>
                  <a:gd name="connsiteX116-11465" fmla="*/ 5505857 w 10460182"/>
                  <a:gd name="connsiteY116-11466" fmla="*/ 8714042 h 10474037"/>
                  <a:gd name="connsiteX117-11467" fmla="*/ 5336024 w 10460182"/>
                  <a:gd name="connsiteY117-11468" fmla="*/ 8412357 h 10474037"/>
                  <a:gd name="connsiteX118-11469" fmla="*/ 5230324 w 10460182"/>
                  <a:gd name="connsiteY118-11470" fmla="*/ 8161885 h 10474037"/>
                  <a:gd name="connsiteX119-11471" fmla="*/ 5317031 w 10460182"/>
                  <a:gd name="connsiteY119-11472" fmla="*/ 7689273 h 10474037"/>
                  <a:gd name="connsiteX120-11473" fmla="*/ 5201059 w 10460182"/>
                  <a:gd name="connsiteY120-11474" fmla="*/ 7399417 h 10474037"/>
                  <a:gd name="connsiteX121-11475" fmla="*/ 5250872 w 10460182"/>
                  <a:gd name="connsiteY121-11476" fmla="*/ 7148946 h 10474037"/>
                  <a:gd name="connsiteX122-11477" fmla="*/ 5245735 w 10460182"/>
                  <a:gd name="connsiteY122-11478" fmla="*/ 7097730 h 10474037"/>
                  <a:gd name="connsiteX123-11479" fmla="*/ 4577603 w 10460182"/>
                  <a:gd name="connsiteY123-11480" fmla="*/ 7093061 h 10474037"/>
                  <a:gd name="connsiteX124-11481" fmla="*/ 4528412 w 10460182"/>
                  <a:gd name="connsiteY124-11482" fmla="*/ 6919645 h 10474037"/>
                  <a:gd name="connsiteX125-11483" fmla="*/ 4038834 w 10460182"/>
                  <a:gd name="connsiteY125-11484" fmla="*/ 6895517 h 10474037"/>
                  <a:gd name="connsiteX126-11485" fmla="*/ 3976254 w 10460182"/>
                  <a:gd name="connsiteY126-11486" fmla="*/ 7148946 h 10474037"/>
                  <a:gd name="connsiteX127-11487" fmla="*/ 3932667 w 10460182"/>
                  <a:gd name="connsiteY127-11488" fmla="*/ 7360344 h 10474037"/>
                  <a:gd name="connsiteX128-11489" fmla="*/ 3910095 w 10460182"/>
                  <a:gd name="connsiteY128-11490" fmla="*/ 7482545 h 10474037"/>
                  <a:gd name="connsiteX129-11491" fmla="*/ 3559528 w 10460182"/>
                  <a:gd name="connsiteY129-11492" fmla="*/ 7476941 h 10474037"/>
                  <a:gd name="connsiteX130-11493" fmla="*/ 3311236 w 10460182"/>
                  <a:gd name="connsiteY130-11494" fmla="*/ 7481455 h 10474037"/>
                  <a:gd name="connsiteX131-11495" fmla="*/ 2895600 w 10460182"/>
                  <a:gd name="connsiteY131-11496" fmla="*/ 7467600 h 10474037"/>
                  <a:gd name="connsiteX132-11497" fmla="*/ 2784763 w 10460182"/>
                  <a:gd name="connsiteY132-11498" fmla="*/ 7218218 h 10474037"/>
                  <a:gd name="connsiteX133-11499" fmla="*/ 2604654 w 10460182"/>
                  <a:gd name="connsiteY133-11500" fmla="*/ 6941127 h 10474037"/>
                  <a:gd name="connsiteX134-11501" fmla="*/ 2410691 w 10460182"/>
                  <a:gd name="connsiteY134-11502" fmla="*/ 6442364 h 10474037"/>
                  <a:gd name="connsiteX135-11503" fmla="*/ 2327563 w 10460182"/>
                  <a:gd name="connsiteY135-11504" fmla="*/ 6303818 h 10474037"/>
                  <a:gd name="connsiteX136-11505" fmla="*/ 1662545 w 10460182"/>
                  <a:gd name="connsiteY136-11506" fmla="*/ 6276109 h 10474037"/>
                  <a:gd name="connsiteX137-11507" fmla="*/ 1233054 w 10460182"/>
                  <a:gd name="connsiteY137-11508" fmla="*/ 6276109 h 10474037"/>
                  <a:gd name="connsiteX138-11509" fmla="*/ 1136072 w 10460182"/>
                  <a:gd name="connsiteY138-11510" fmla="*/ 6331527 h 10474037"/>
                  <a:gd name="connsiteX139-11511" fmla="*/ 706582 w 10460182"/>
                  <a:gd name="connsiteY139-11512" fmla="*/ 6289964 h 10474037"/>
                  <a:gd name="connsiteX140-11513" fmla="*/ 318654 w 10460182"/>
                  <a:gd name="connsiteY140-11514" fmla="*/ 6317673 h 10474037"/>
                  <a:gd name="connsiteX141-11515" fmla="*/ 96982 w 10460182"/>
                  <a:gd name="connsiteY141-11516" fmla="*/ 6470073 h 10474037"/>
                  <a:gd name="connsiteX142-11517" fmla="*/ 0 w 10460182"/>
                  <a:gd name="connsiteY142-11518" fmla="*/ 6373091 h 10474037"/>
                  <a:gd name="connsiteX143-11519" fmla="*/ 83127 w 10460182"/>
                  <a:gd name="connsiteY143-11520" fmla="*/ 6317673 h 10474037"/>
                  <a:gd name="connsiteX0-11521" fmla="*/ 83127 w 10460182"/>
                  <a:gd name="connsiteY0-11522" fmla="*/ 6317673 h 10474037"/>
                  <a:gd name="connsiteX1-11523" fmla="*/ 96982 w 10460182"/>
                  <a:gd name="connsiteY1-11524" fmla="*/ 5874327 h 10474037"/>
                  <a:gd name="connsiteX2-11525" fmla="*/ 401782 w 10460182"/>
                  <a:gd name="connsiteY2-11526" fmla="*/ 5611091 h 10474037"/>
                  <a:gd name="connsiteX3-11527" fmla="*/ 651163 w 10460182"/>
                  <a:gd name="connsiteY3-11528" fmla="*/ 5749637 h 10474037"/>
                  <a:gd name="connsiteX4-11529" fmla="*/ 858982 w 10460182"/>
                  <a:gd name="connsiteY4-11530" fmla="*/ 5583382 h 10474037"/>
                  <a:gd name="connsiteX5-11531" fmla="*/ 997527 w 10460182"/>
                  <a:gd name="connsiteY5-11532" fmla="*/ 5430982 h 10474037"/>
                  <a:gd name="connsiteX6-11533" fmla="*/ 1080654 w 10460182"/>
                  <a:gd name="connsiteY6-11534" fmla="*/ 5514109 h 10474037"/>
                  <a:gd name="connsiteX7-11535" fmla="*/ 1191491 w 10460182"/>
                  <a:gd name="connsiteY7-11536" fmla="*/ 5791200 h 10474037"/>
                  <a:gd name="connsiteX8-11537" fmla="*/ 1510145 w 10460182"/>
                  <a:gd name="connsiteY8-11538" fmla="*/ 5624946 h 10474037"/>
                  <a:gd name="connsiteX9-11539" fmla="*/ 1731818 w 10460182"/>
                  <a:gd name="connsiteY9-11540" fmla="*/ 5375564 h 10474037"/>
                  <a:gd name="connsiteX10-11541" fmla="*/ 2022763 w 10460182"/>
                  <a:gd name="connsiteY10-11542" fmla="*/ 5140037 h 10474037"/>
                  <a:gd name="connsiteX11-11543" fmla="*/ 2119745 w 10460182"/>
                  <a:gd name="connsiteY11-11544" fmla="*/ 4710546 h 10474037"/>
                  <a:gd name="connsiteX12-11545" fmla="*/ 2133600 w 10460182"/>
                  <a:gd name="connsiteY12-11546" fmla="*/ 4308764 h 10474037"/>
                  <a:gd name="connsiteX13-11547" fmla="*/ 2355272 w 10460182"/>
                  <a:gd name="connsiteY13-11548" fmla="*/ 3934691 h 10474037"/>
                  <a:gd name="connsiteX14-11549" fmla="*/ 2715491 w 10460182"/>
                  <a:gd name="connsiteY14-11550" fmla="*/ 3532909 h 10474037"/>
                  <a:gd name="connsiteX15-11551" fmla="*/ 2978727 w 10460182"/>
                  <a:gd name="connsiteY15-11552" fmla="*/ 3338946 h 10474037"/>
                  <a:gd name="connsiteX16-11553" fmla="*/ 3006436 w 10460182"/>
                  <a:gd name="connsiteY16-11554" fmla="*/ 2895600 h 10474037"/>
                  <a:gd name="connsiteX17-11555" fmla="*/ 3075709 w 10460182"/>
                  <a:gd name="connsiteY17-11556" fmla="*/ 2604655 h 10474037"/>
                  <a:gd name="connsiteX18-11557" fmla="*/ 3075709 w 10460182"/>
                  <a:gd name="connsiteY18-11558" fmla="*/ 2396837 h 10474037"/>
                  <a:gd name="connsiteX19-11559" fmla="*/ 3214254 w 10460182"/>
                  <a:gd name="connsiteY19-11560" fmla="*/ 2064327 h 10474037"/>
                  <a:gd name="connsiteX20-11561" fmla="*/ 3214254 w 10460182"/>
                  <a:gd name="connsiteY20-11562" fmla="*/ 1773382 h 10474037"/>
                  <a:gd name="connsiteX21-11563" fmla="*/ 3532909 w 10460182"/>
                  <a:gd name="connsiteY21-11564" fmla="*/ 1205346 h 10474037"/>
                  <a:gd name="connsiteX22-11565" fmla="*/ 3463636 w 10460182"/>
                  <a:gd name="connsiteY22-11566" fmla="*/ 831273 h 10474037"/>
                  <a:gd name="connsiteX23-11567" fmla="*/ 3491345 w 10460182"/>
                  <a:gd name="connsiteY23-11568" fmla="*/ 623455 h 10474037"/>
                  <a:gd name="connsiteX24-11569" fmla="*/ 3823854 w 10460182"/>
                  <a:gd name="connsiteY24-11570" fmla="*/ 263237 h 10474037"/>
                  <a:gd name="connsiteX25-11571" fmla="*/ 4017818 w 10460182"/>
                  <a:gd name="connsiteY25-11572" fmla="*/ 138546 h 10474037"/>
                  <a:gd name="connsiteX26-11573" fmla="*/ 4433454 w 10460182"/>
                  <a:gd name="connsiteY26-11574" fmla="*/ 374073 h 10474037"/>
                  <a:gd name="connsiteX27-11575" fmla="*/ 4599709 w 10460182"/>
                  <a:gd name="connsiteY27-11576" fmla="*/ 568037 h 10474037"/>
                  <a:gd name="connsiteX28-11577" fmla="*/ 5070763 w 10460182"/>
                  <a:gd name="connsiteY28-11578" fmla="*/ 623455 h 10474037"/>
                  <a:gd name="connsiteX29-11579" fmla="*/ 5417127 w 10460182"/>
                  <a:gd name="connsiteY29-11580" fmla="*/ 637309 h 10474037"/>
                  <a:gd name="connsiteX30-11581" fmla="*/ 5680363 w 10460182"/>
                  <a:gd name="connsiteY30-11582" fmla="*/ 692727 h 10474037"/>
                  <a:gd name="connsiteX31-11583" fmla="*/ 5860472 w 10460182"/>
                  <a:gd name="connsiteY31-11584" fmla="*/ 360218 h 10474037"/>
                  <a:gd name="connsiteX32-11585" fmla="*/ 6123709 w 10460182"/>
                  <a:gd name="connsiteY32-11586" fmla="*/ 401782 h 10474037"/>
                  <a:gd name="connsiteX33-11587" fmla="*/ 6594763 w 10460182"/>
                  <a:gd name="connsiteY33-11588" fmla="*/ 263237 h 10474037"/>
                  <a:gd name="connsiteX34-11589" fmla="*/ 6761018 w 10460182"/>
                  <a:gd name="connsiteY34-11590" fmla="*/ 207818 h 10474037"/>
                  <a:gd name="connsiteX35-11591" fmla="*/ 7038109 w 10460182"/>
                  <a:gd name="connsiteY35-11592" fmla="*/ 277091 h 10474037"/>
                  <a:gd name="connsiteX36-11593" fmla="*/ 7232072 w 10460182"/>
                  <a:gd name="connsiteY36-11594" fmla="*/ 96982 h 10474037"/>
                  <a:gd name="connsiteX37-11595" fmla="*/ 7356763 w 10460182"/>
                  <a:gd name="connsiteY37-11596" fmla="*/ 0 h 10474037"/>
                  <a:gd name="connsiteX38-11597" fmla="*/ 7606145 w 10460182"/>
                  <a:gd name="connsiteY38-11598" fmla="*/ 83127 h 10474037"/>
                  <a:gd name="connsiteX39-11599" fmla="*/ 7910945 w 10460182"/>
                  <a:gd name="connsiteY39-11600" fmla="*/ 207818 h 10474037"/>
                  <a:gd name="connsiteX40-11601" fmla="*/ 8312727 w 10460182"/>
                  <a:gd name="connsiteY40-11602" fmla="*/ 138546 h 10474037"/>
                  <a:gd name="connsiteX41-11603" fmla="*/ 8672945 w 10460182"/>
                  <a:gd name="connsiteY41-11604" fmla="*/ 443346 h 10474037"/>
                  <a:gd name="connsiteX42-11605" fmla="*/ 8908472 w 10460182"/>
                  <a:gd name="connsiteY42-11606" fmla="*/ 623455 h 10474037"/>
                  <a:gd name="connsiteX43-11607" fmla="*/ 9088582 w 10460182"/>
                  <a:gd name="connsiteY43-11608" fmla="*/ 526473 h 10474037"/>
                  <a:gd name="connsiteX44-11609" fmla="*/ 9351818 w 10460182"/>
                  <a:gd name="connsiteY44-11610" fmla="*/ 471055 h 10474037"/>
                  <a:gd name="connsiteX45-11611" fmla="*/ 9518072 w 10460182"/>
                  <a:gd name="connsiteY45-11612" fmla="*/ 498764 h 10474037"/>
                  <a:gd name="connsiteX46-11613" fmla="*/ 9698182 w 10460182"/>
                  <a:gd name="connsiteY46-11614" fmla="*/ 526473 h 10474037"/>
                  <a:gd name="connsiteX47-11615" fmla="*/ 10002982 w 10460182"/>
                  <a:gd name="connsiteY47-11616" fmla="*/ 872837 h 10474037"/>
                  <a:gd name="connsiteX48-11617" fmla="*/ 10238509 w 10460182"/>
                  <a:gd name="connsiteY48-11618" fmla="*/ 1066800 h 10474037"/>
                  <a:gd name="connsiteX49-11619" fmla="*/ 10224654 w 10460182"/>
                  <a:gd name="connsiteY49-11620" fmla="*/ 1330037 h 10474037"/>
                  <a:gd name="connsiteX50-11621" fmla="*/ 10238509 w 10460182"/>
                  <a:gd name="connsiteY50-11622" fmla="*/ 1524000 h 10474037"/>
                  <a:gd name="connsiteX51-11623" fmla="*/ 10280072 w 10460182"/>
                  <a:gd name="connsiteY51-11624" fmla="*/ 1648691 h 10474037"/>
                  <a:gd name="connsiteX52-11625" fmla="*/ 10460182 w 10460182"/>
                  <a:gd name="connsiteY52-11626" fmla="*/ 1884218 h 10474037"/>
                  <a:gd name="connsiteX53-11627" fmla="*/ 10099963 w 10460182"/>
                  <a:gd name="connsiteY53-11628" fmla="*/ 2341418 h 10474037"/>
                  <a:gd name="connsiteX54-11629" fmla="*/ 9781309 w 10460182"/>
                  <a:gd name="connsiteY54-11630" fmla="*/ 2576946 h 10474037"/>
                  <a:gd name="connsiteX55-11631" fmla="*/ 9601200 w 10460182"/>
                  <a:gd name="connsiteY55-11632" fmla="*/ 3505200 h 10474037"/>
                  <a:gd name="connsiteX56-11633" fmla="*/ 9601200 w 10460182"/>
                  <a:gd name="connsiteY56-11634" fmla="*/ 3796146 h 10474037"/>
                  <a:gd name="connsiteX57-11635" fmla="*/ 9365672 w 10460182"/>
                  <a:gd name="connsiteY57-11636" fmla="*/ 3990109 h 10474037"/>
                  <a:gd name="connsiteX58-11637" fmla="*/ 9310254 w 10460182"/>
                  <a:gd name="connsiteY58-11638" fmla="*/ 4156364 h 10474037"/>
                  <a:gd name="connsiteX59-11639" fmla="*/ 9199418 w 10460182"/>
                  <a:gd name="connsiteY59-11640" fmla="*/ 4364182 h 10474037"/>
                  <a:gd name="connsiteX60-11641" fmla="*/ 9268691 w 10460182"/>
                  <a:gd name="connsiteY60-11642" fmla="*/ 4530437 h 10474037"/>
                  <a:gd name="connsiteX61-11643" fmla="*/ 9337963 w 10460182"/>
                  <a:gd name="connsiteY61-11644" fmla="*/ 4738255 h 10474037"/>
                  <a:gd name="connsiteX62-11645" fmla="*/ 9421091 w 10460182"/>
                  <a:gd name="connsiteY62-11646" fmla="*/ 4987637 h 10474037"/>
                  <a:gd name="connsiteX63-11647" fmla="*/ 9434945 w 10460182"/>
                  <a:gd name="connsiteY63-11648" fmla="*/ 5292437 h 10474037"/>
                  <a:gd name="connsiteX64-11649" fmla="*/ 9462654 w 10460182"/>
                  <a:gd name="connsiteY64-11650" fmla="*/ 5694218 h 10474037"/>
                  <a:gd name="connsiteX65-11651" fmla="*/ 9587345 w 10460182"/>
                  <a:gd name="connsiteY65-11652" fmla="*/ 6054437 h 10474037"/>
                  <a:gd name="connsiteX66-11653" fmla="*/ 9545782 w 10460182"/>
                  <a:gd name="connsiteY66-11654" fmla="*/ 6456218 h 10474037"/>
                  <a:gd name="connsiteX67-11655" fmla="*/ 9933709 w 10460182"/>
                  <a:gd name="connsiteY67-11656" fmla="*/ 6941127 h 10474037"/>
                  <a:gd name="connsiteX68-11657" fmla="*/ 10113818 w 10460182"/>
                  <a:gd name="connsiteY68-11658" fmla="*/ 7287491 h 10474037"/>
                  <a:gd name="connsiteX69-11659" fmla="*/ 10252363 w 10460182"/>
                  <a:gd name="connsiteY69-11660" fmla="*/ 7620000 h 10474037"/>
                  <a:gd name="connsiteX70-11661" fmla="*/ 9670472 w 10460182"/>
                  <a:gd name="connsiteY70-11662" fmla="*/ 7620000 h 10474037"/>
                  <a:gd name="connsiteX71-11663" fmla="*/ 9337963 w 10460182"/>
                  <a:gd name="connsiteY71-11664" fmla="*/ 7730837 h 10474037"/>
                  <a:gd name="connsiteX72-11665" fmla="*/ 9102436 w 10460182"/>
                  <a:gd name="connsiteY72-11666" fmla="*/ 7869382 h 10474037"/>
                  <a:gd name="connsiteX73-11667" fmla="*/ 9019309 w 10460182"/>
                  <a:gd name="connsiteY73-11668" fmla="*/ 8077200 h 10474037"/>
                  <a:gd name="connsiteX74-11669" fmla="*/ 8956730 w 10460182"/>
                  <a:gd name="connsiteY74-11670" fmla="*/ 8174182 h 10474037"/>
                  <a:gd name="connsiteX75-11671" fmla="*/ 9027559 w 10460182"/>
                  <a:gd name="connsiteY75-11672" fmla="*/ 8603673 h 10474037"/>
                  <a:gd name="connsiteX76-11673" fmla="*/ 9030673 w 10460182"/>
                  <a:gd name="connsiteY76-11674" fmla="*/ 8837177 h 10474037"/>
                  <a:gd name="connsiteX77-11675" fmla="*/ 8991600 w 10460182"/>
                  <a:gd name="connsiteY77-11676" fmla="*/ 9047018 h 10474037"/>
                  <a:gd name="connsiteX78-11677" fmla="*/ 8894618 w 10460182"/>
                  <a:gd name="connsiteY78-11678" fmla="*/ 9351818 h 10474037"/>
                  <a:gd name="connsiteX79-11679" fmla="*/ 8922327 w 10460182"/>
                  <a:gd name="connsiteY79-11680" fmla="*/ 9615055 h 10474037"/>
                  <a:gd name="connsiteX80-11681" fmla="*/ 9144000 w 10460182"/>
                  <a:gd name="connsiteY80-11682" fmla="*/ 9781309 h 10474037"/>
                  <a:gd name="connsiteX81-11683" fmla="*/ 9353374 w 10460182"/>
                  <a:gd name="connsiteY81-11684" fmla="*/ 9932153 h 10474037"/>
                  <a:gd name="connsiteX82-11685" fmla="*/ 9529903 w 10460182"/>
                  <a:gd name="connsiteY82-11686" fmla="*/ 9984146 h 10474037"/>
                  <a:gd name="connsiteX83-11687" fmla="*/ 9625328 w 10460182"/>
                  <a:gd name="connsiteY83-11688" fmla="*/ 9870197 h 10474037"/>
                  <a:gd name="connsiteX84-11689" fmla="*/ 9667359 w 10460182"/>
                  <a:gd name="connsiteY84-11690" fmla="*/ 9882495 h 10474037"/>
                  <a:gd name="connsiteX85-11691" fmla="*/ 9668916 w 10460182"/>
                  <a:gd name="connsiteY85-11692" fmla="*/ 10335491 h 10474037"/>
                  <a:gd name="connsiteX86-11693" fmla="*/ 9495500 w 10460182"/>
                  <a:gd name="connsiteY86-11694" fmla="*/ 10385150 h 10474037"/>
                  <a:gd name="connsiteX87-11695" fmla="*/ 9310254 w 10460182"/>
                  <a:gd name="connsiteY87-11696" fmla="*/ 10474037 h 10474037"/>
                  <a:gd name="connsiteX88-11697" fmla="*/ 9227127 w 10460182"/>
                  <a:gd name="connsiteY88-11698" fmla="*/ 10321637 h 10474037"/>
                  <a:gd name="connsiteX89-11699" fmla="*/ 9033163 w 10460182"/>
                  <a:gd name="connsiteY89-11700" fmla="*/ 10072255 h 10474037"/>
                  <a:gd name="connsiteX90-11701" fmla="*/ 8825345 w 10460182"/>
                  <a:gd name="connsiteY90-11702" fmla="*/ 9892146 h 10474037"/>
                  <a:gd name="connsiteX91-11703" fmla="*/ 8534400 w 10460182"/>
                  <a:gd name="connsiteY91-11704" fmla="*/ 9781309 h 10474037"/>
                  <a:gd name="connsiteX92-11705" fmla="*/ 8423563 w 10460182"/>
                  <a:gd name="connsiteY92-11706" fmla="*/ 9725891 h 10474037"/>
                  <a:gd name="connsiteX93-11707" fmla="*/ 8285018 w 10460182"/>
                  <a:gd name="connsiteY93-11708" fmla="*/ 9559637 h 10474037"/>
                  <a:gd name="connsiteX94-11709" fmla="*/ 8257309 w 10460182"/>
                  <a:gd name="connsiteY94-11710" fmla="*/ 9421091 h 10474037"/>
                  <a:gd name="connsiteX95-11711" fmla="*/ 8146472 w 10460182"/>
                  <a:gd name="connsiteY95-11712" fmla="*/ 9434946 h 10474037"/>
                  <a:gd name="connsiteX96-11713" fmla="*/ 8091054 w 10460182"/>
                  <a:gd name="connsiteY96-11714" fmla="*/ 9656618 h 10474037"/>
                  <a:gd name="connsiteX97-11715" fmla="*/ 7806336 w 10460182"/>
                  <a:gd name="connsiteY97-11716" fmla="*/ 9662378 h 10474037"/>
                  <a:gd name="connsiteX98-11717" fmla="*/ 7567694 w 10460182"/>
                  <a:gd name="connsiteY98-11718" fmla="*/ 9599177 h 10474037"/>
                  <a:gd name="connsiteX99-11719" fmla="*/ 7466043 w 10460182"/>
                  <a:gd name="connsiteY99-11720" fmla="*/ 9550452 h 10474037"/>
                  <a:gd name="connsiteX100-11721" fmla="*/ 7439891 w 10460182"/>
                  <a:gd name="connsiteY100-11722" fmla="*/ 9240982 h 10474037"/>
                  <a:gd name="connsiteX101-11723" fmla="*/ 7397859 w 10460182"/>
                  <a:gd name="connsiteY101-11724" fmla="*/ 9434946 h 10474037"/>
                  <a:gd name="connsiteX102-11725" fmla="*/ 7287491 w 10460182"/>
                  <a:gd name="connsiteY102-11726" fmla="*/ 9528969 h 10474037"/>
                  <a:gd name="connsiteX103-11727" fmla="*/ 7221797 w 10460182"/>
                  <a:gd name="connsiteY103-11728" fmla="*/ 9200975 h 10474037"/>
                  <a:gd name="connsiteX104-11729" fmla="*/ 6954982 w 10460182"/>
                  <a:gd name="connsiteY104-11730" fmla="*/ 9268691 h 10474037"/>
                  <a:gd name="connsiteX105-11731" fmla="*/ 6710737 w 10460182"/>
                  <a:gd name="connsiteY105-11732" fmla="*/ 9341078 h 10474037"/>
                  <a:gd name="connsiteX106-11733" fmla="*/ 6674777 w 10460182"/>
                  <a:gd name="connsiteY106-11734" fmla="*/ 9141977 h 10474037"/>
                  <a:gd name="connsiteX107-11735" fmla="*/ 6511636 w 10460182"/>
                  <a:gd name="connsiteY107-11736" fmla="*/ 9033164 h 10474037"/>
                  <a:gd name="connsiteX108-11737" fmla="*/ 6428509 w 10460182"/>
                  <a:gd name="connsiteY108-11738" fmla="*/ 9033164 h 10474037"/>
                  <a:gd name="connsiteX109-11739" fmla="*/ 6325922 w 10460182"/>
                  <a:gd name="connsiteY109-11740" fmla="*/ 9136372 h 10474037"/>
                  <a:gd name="connsiteX110-11741" fmla="*/ 6167763 w 10460182"/>
                  <a:gd name="connsiteY110-11742" fmla="*/ 9057292 h 10474037"/>
                  <a:gd name="connsiteX111-11743" fmla="*/ 6002132 w 10460182"/>
                  <a:gd name="connsiteY111-11744" fmla="*/ 9172799 h 10474037"/>
                  <a:gd name="connsiteX112-11745" fmla="*/ 5749636 w 10460182"/>
                  <a:gd name="connsiteY112-11746" fmla="*/ 9130146 h 10474037"/>
                  <a:gd name="connsiteX113-11747" fmla="*/ 5674760 w 10460182"/>
                  <a:gd name="connsiteY113-11748" fmla="*/ 9160969 h 10474037"/>
                  <a:gd name="connsiteX114-11749" fmla="*/ 5507415 w 10460182"/>
                  <a:gd name="connsiteY114-11750" fmla="*/ 9207202 h 10474037"/>
                  <a:gd name="connsiteX115-11751" fmla="*/ 5505859 w 10460182"/>
                  <a:gd name="connsiteY115-11752" fmla="*/ 8950037 h 10474037"/>
                  <a:gd name="connsiteX116-11753" fmla="*/ 5505857 w 10460182"/>
                  <a:gd name="connsiteY116-11754" fmla="*/ 8714042 h 10474037"/>
                  <a:gd name="connsiteX117-11755" fmla="*/ 5336024 w 10460182"/>
                  <a:gd name="connsiteY117-11756" fmla="*/ 8412357 h 10474037"/>
                  <a:gd name="connsiteX118-11757" fmla="*/ 5230324 w 10460182"/>
                  <a:gd name="connsiteY118-11758" fmla="*/ 8161885 h 10474037"/>
                  <a:gd name="connsiteX119-11759" fmla="*/ 5317031 w 10460182"/>
                  <a:gd name="connsiteY119-11760" fmla="*/ 7689273 h 10474037"/>
                  <a:gd name="connsiteX120-11761" fmla="*/ 5201059 w 10460182"/>
                  <a:gd name="connsiteY120-11762" fmla="*/ 7399417 h 10474037"/>
                  <a:gd name="connsiteX121-11763" fmla="*/ 5250872 w 10460182"/>
                  <a:gd name="connsiteY121-11764" fmla="*/ 7148946 h 10474037"/>
                  <a:gd name="connsiteX122-11765" fmla="*/ 5245735 w 10460182"/>
                  <a:gd name="connsiteY122-11766" fmla="*/ 7097730 h 10474037"/>
                  <a:gd name="connsiteX123-11767" fmla="*/ 4577603 w 10460182"/>
                  <a:gd name="connsiteY123-11768" fmla="*/ 7093061 h 10474037"/>
                  <a:gd name="connsiteX124-11769" fmla="*/ 4528412 w 10460182"/>
                  <a:gd name="connsiteY124-11770" fmla="*/ 6919645 h 10474037"/>
                  <a:gd name="connsiteX125-11771" fmla="*/ 4038834 w 10460182"/>
                  <a:gd name="connsiteY125-11772" fmla="*/ 6895517 h 10474037"/>
                  <a:gd name="connsiteX126-11773" fmla="*/ 3976254 w 10460182"/>
                  <a:gd name="connsiteY126-11774" fmla="*/ 7148946 h 10474037"/>
                  <a:gd name="connsiteX127-11775" fmla="*/ 3932667 w 10460182"/>
                  <a:gd name="connsiteY127-11776" fmla="*/ 7360344 h 10474037"/>
                  <a:gd name="connsiteX128-11777" fmla="*/ 3910095 w 10460182"/>
                  <a:gd name="connsiteY128-11778" fmla="*/ 7482545 h 10474037"/>
                  <a:gd name="connsiteX129-11779" fmla="*/ 3559528 w 10460182"/>
                  <a:gd name="connsiteY129-11780" fmla="*/ 7476941 h 10474037"/>
                  <a:gd name="connsiteX130-11781" fmla="*/ 3311236 w 10460182"/>
                  <a:gd name="connsiteY130-11782" fmla="*/ 7481455 h 10474037"/>
                  <a:gd name="connsiteX131-11783" fmla="*/ 2895600 w 10460182"/>
                  <a:gd name="connsiteY131-11784" fmla="*/ 7467600 h 10474037"/>
                  <a:gd name="connsiteX132-11785" fmla="*/ 2784763 w 10460182"/>
                  <a:gd name="connsiteY132-11786" fmla="*/ 7218218 h 10474037"/>
                  <a:gd name="connsiteX133-11787" fmla="*/ 2604654 w 10460182"/>
                  <a:gd name="connsiteY133-11788" fmla="*/ 6941127 h 10474037"/>
                  <a:gd name="connsiteX134-11789" fmla="*/ 2410691 w 10460182"/>
                  <a:gd name="connsiteY134-11790" fmla="*/ 6442364 h 10474037"/>
                  <a:gd name="connsiteX135-11791" fmla="*/ 2327563 w 10460182"/>
                  <a:gd name="connsiteY135-11792" fmla="*/ 6303818 h 10474037"/>
                  <a:gd name="connsiteX136-11793" fmla="*/ 1662545 w 10460182"/>
                  <a:gd name="connsiteY136-11794" fmla="*/ 6276109 h 10474037"/>
                  <a:gd name="connsiteX137-11795" fmla="*/ 1233054 w 10460182"/>
                  <a:gd name="connsiteY137-11796" fmla="*/ 6276109 h 10474037"/>
                  <a:gd name="connsiteX138-11797" fmla="*/ 1136072 w 10460182"/>
                  <a:gd name="connsiteY138-11798" fmla="*/ 6331527 h 10474037"/>
                  <a:gd name="connsiteX139-11799" fmla="*/ 706582 w 10460182"/>
                  <a:gd name="connsiteY139-11800" fmla="*/ 6289964 h 10474037"/>
                  <a:gd name="connsiteX140-11801" fmla="*/ 318654 w 10460182"/>
                  <a:gd name="connsiteY140-11802" fmla="*/ 6317673 h 10474037"/>
                  <a:gd name="connsiteX141-11803" fmla="*/ 96982 w 10460182"/>
                  <a:gd name="connsiteY141-11804" fmla="*/ 6470073 h 10474037"/>
                  <a:gd name="connsiteX142-11805" fmla="*/ 0 w 10460182"/>
                  <a:gd name="connsiteY142-11806" fmla="*/ 6373091 h 10474037"/>
                  <a:gd name="connsiteX143-11807" fmla="*/ 83127 w 10460182"/>
                  <a:gd name="connsiteY143-11808" fmla="*/ 6317673 h 10474037"/>
                  <a:gd name="connsiteX0-11809" fmla="*/ 83127 w 10460182"/>
                  <a:gd name="connsiteY0-11810" fmla="*/ 6317673 h 10474037"/>
                  <a:gd name="connsiteX1-11811" fmla="*/ 96982 w 10460182"/>
                  <a:gd name="connsiteY1-11812" fmla="*/ 5874327 h 10474037"/>
                  <a:gd name="connsiteX2-11813" fmla="*/ 401782 w 10460182"/>
                  <a:gd name="connsiteY2-11814" fmla="*/ 5611091 h 10474037"/>
                  <a:gd name="connsiteX3-11815" fmla="*/ 651163 w 10460182"/>
                  <a:gd name="connsiteY3-11816" fmla="*/ 5749637 h 10474037"/>
                  <a:gd name="connsiteX4-11817" fmla="*/ 858982 w 10460182"/>
                  <a:gd name="connsiteY4-11818" fmla="*/ 5583382 h 10474037"/>
                  <a:gd name="connsiteX5-11819" fmla="*/ 997527 w 10460182"/>
                  <a:gd name="connsiteY5-11820" fmla="*/ 5430982 h 10474037"/>
                  <a:gd name="connsiteX6-11821" fmla="*/ 1080654 w 10460182"/>
                  <a:gd name="connsiteY6-11822" fmla="*/ 5514109 h 10474037"/>
                  <a:gd name="connsiteX7-11823" fmla="*/ 1191491 w 10460182"/>
                  <a:gd name="connsiteY7-11824" fmla="*/ 5791200 h 10474037"/>
                  <a:gd name="connsiteX8-11825" fmla="*/ 1523116 w 10460182"/>
                  <a:gd name="connsiteY8-11826" fmla="*/ 5560095 h 10474037"/>
                  <a:gd name="connsiteX9-11827" fmla="*/ 1731818 w 10460182"/>
                  <a:gd name="connsiteY9-11828" fmla="*/ 5375564 h 10474037"/>
                  <a:gd name="connsiteX10-11829" fmla="*/ 2022763 w 10460182"/>
                  <a:gd name="connsiteY10-11830" fmla="*/ 5140037 h 10474037"/>
                  <a:gd name="connsiteX11-11831" fmla="*/ 2119745 w 10460182"/>
                  <a:gd name="connsiteY11-11832" fmla="*/ 4710546 h 10474037"/>
                  <a:gd name="connsiteX12-11833" fmla="*/ 2133600 w 10460182"/>
                  <a:gd name="connsiteY12-11834" fmla="*/ 4308764 h 10474037"/>
                  <a:gd name="connsiteX13-11835" fmla="*/ 2355272 w 10460182"/>
                  <a:gd name="connsiteY13-11836" fmla="*/ 3934691 h 10474037"/>
                  <a:gd name="connsiteX14-11837" fmla="*/ 2715491 w 10460182"/>
                  <a:gd name="connsiteY14-11838" fmla="*/ 3532909 h 10474037"/>
                  <a:gd name="connsiteX15-11839" fmla="*/ 2978727 w 10460182"/>
                  <a:gd name="connsiteY15-11840" fmla="*/ 3338946 h 10474037"/>
                  <a:gd name="connsiteX16-11841" fmla="*/ 3006436 w 10460182"/>
                  <a:gd name="connsiteY16-11842" fmla="*/ 2895600 h 10474037"/>
                  <a:gd name="connsiteX17-11843" fmla="*/ 3075709 w 10460182"/>
                  <a:gd name="connsiteY17-11844" fmla="*/ 2604655 h 10474037"/>
                  <a:gd name="connsiteX18-11845" fmla="*/ 3075709 w 10460182"/>
                  <a:gd name="connsiteY18-11846" fmla="*/ 2396837 h 10474037"/>
                  <a:gd name="connsiteX19-11847" fmla="*/ 3214254 w 10460182"/>
                  <a:gd name="connsiteY19-11848" fmla="*/ 2064327 h 10474037"/>
                  <a:gd name="connsiteX20-11849" fmla="*/ 3214254 w 10460182"/>
                  <a:gd name="connsiteY20-11850" fmla="*/ 1773382 h 10474037"/>
                  <a:gd name="connsiteX21-11851" fmla="*/ 3532909 w 10460182"/>
                  <a:gd name="connsiteY21-11852" fmla="*/ 1205346 h 10474037"/>
                  <a:gd name="connsiteX22-11853" fmla="*/ 3463636 w 10460182"/>
                  <a:gd name="connsiteY22-11854" fmla="*/ 831273 h 10474037"/>
                  <a:gd name="connsiteX23-11855" fmla="*/ 3491345 w 10460182"/>
                  <a:gd name="connsiteY23-11856" fmla="*/ 623455 h 10474037"/>
                  <a:gd name="connsiteX24-11857" fmla="*/ 3823854 w 10460182"/>
                  <a:gd name="connsiteY24-11858" fmla="*/ 263237 h 10474037"/>
                  <a:gd name="connsiteX25-11859" fmla="*/ 4017818 w 10460182"/>
                  <a:gd name="connsiteY25-11860" fmla="*/ 138546 h 10474037"/>
                  <a:gd name="connsiteX26-11861" fmla="*/ 4433454 w 10460182"/>
                  <a:gd name="connsiteY26-11862" fmla="*/ 374073 h 10474037"/>
                  <a:gd name="connsiteX27-11863" fmla="*/ 4599709 w 10460182"/>
                  <a:gd name="connsiteY27-11864" fmla="*/ 568037 h 10474037"/>
                  <a:gd name="connsiteX28-11865" fmla="*/ 5070763 w 10460182"/>
                  <a:gd name="connsiteY28-11866" fmla="*/ 623455 h 10474037"/>
                  <a:gd name="connsiteX29-11867" fmla="*/ 5417127 w 10460182"/>
                  <a:gd name="connsiteY29-11868" fmla="*/ 637309 h 10474037"/>
                  <a:gd name="connsiteX30-11869" fmla="*/ 5680363 w 10460182"/>
                  <a:gd name="connsiteY30-11870" fmla="*/ 692727 h 10474037"/>
                  <a:gd name="connsiteX31-11871" fmla="*/ 5860472 w 10460182"/>
                  <a:gd name="connsiteY31-11872" fmla="*/ 360218 h 10474037"/>
                  <a:gd name="connsiteX32-11873" fmla="*/ 6123709 w 10460182"/>
                  <a:gd name="connsiteY32-11874" fmla="*/ 401782 h 10474037"/>
                  <a:gd name="connsiteX33-11875" fmla="*/ 6594763 w 10460182"/>
                  <a:gd name="connsiteY33-11876" fmla="*/ 263237 h 10474037"/>
                  <a:gd name="connsiteX34-11877" fmla="*/ 6761018 w 10460182"/>
                  <a:gd name="connsiteY34-11878" fmla="*/ 207818 h 10474037"/>
                  <a:gd name="connsiteX35-11879" fmla="*/ 7038109 w 10460182"/>
                  <a:gd name="connsiteY35-11880" fmla="*/ 277091 h 10474037"/>
                  <a:gd name="connsiteX36-11881" fmla="*/ 7232072 w 10460182"/>
                  <a:gd name="connsiteY36-11882" fmla="*/ 96982 h 10474037"/>
                  <a:gd name="connsiteX37-11883" fmla="*/ 7356763 w 10460182"/>
                  <a:gd name="connsiteY37-11884" fmla="*/ 0 h 10474037"/>
                  <a:gd name="connsiteX38-11885" fmla="*/ 7606145 w 10460182"/>
                  <a:gd name="connsiteY38-11886" fmla="*/ 83127 h 10474037"/>
                  <a:gd name="connsiteX39-11887" fmla="*/ 7910945 w 10460182"/>
                  <a:gd name="connsiteY39-11888" fmla="*/ 207818 h 10474037"/>
                  <a:gd name="connsiteX40-11889" fmla="*/ 8312727 w 10460182"/>
                  <a:gd name="connsiteY40-11890" fmla="*/ 138546 h 10474037"/>
                  <a:gd name="connsiteX41-11891" fmla="*/ 8672945 w 10460182"/>
                  <a:gd name="connsiteY41-11892" fmla="*/ 443346 h 10474037"/>
                  <a:gd name="connsiteX42-11893" fmla="*/ 8908472 w 10460182"/>
                  <a:gd name="connsiteY42-11894" fmla="*/ 623455 h 10474037"/>
                  <a:gd name="connsiteX43-11895" fmla="*/ 9088582 w 10460182"/>
                  <a:gd name="connsiteY43-11896" fmla="*/ 526473 h 10474037"/>
                  <a:gd name="connsiteX44-11897" fmla="*/ 9351818 w 10460182"/>
                  <a:gd name="connsiteY44-11898" fmla="*/ 471055 h 10474037"/>
                  <a:gd name="connsiteX45-11899" fmla="*/ 9518072 w 10460182"/>
                  <a:gd name="connsiteY45-11900" fmla="*/ 498764 h 10474037"/>
                  <a:gd name="connsiteX46-11901" fmla="*/ 9698182 w 10460182"/>
                  <a:gd name="connsiteY46-11902" fmla="*/ 526473 h 10474037"/>
                  <a:gd name="connsiteX47-11903" fmla="*/ 10002982 w 10460182"/>
                  <a:gd name="connsiteY47-11904" fmla="*/ 872837 h 10474037"/>
                  <a:gd name="connsiteX48-11905" fmla="*/ 10238509 w 10460182"/>
                  <a:gd name="connsiteY48-11906" fmla="*/ 1066800 h 10474037"/>
                  <a:gd name="connsiteX49-11907" fmla="*/ 10224654 w 10460182"/>
                  <a:gd name="connsiteY49-11908" fmla="*/ 1330037 h 10474037"/>
                  <a:gd name="connsiteX50-11909" fmla="*/ 10238509 w 10460182"/>
                  <a:gd name="connsiteY50-11910" fmla="*/ 1524000 h 10474037"/>
                  <a:gd name="connsiteX51-11911" fmla="*/ 10280072 w 10460182"/>
                  <a:gd name="connsiteY51-11912" fmla="*/ 1648691 h 10474037"/>
                  <a:gd name="connsiteX52-11913" fmla="*/ 10460182 w 10460182"/>
                  <a:gd name="connsiteY52-11914" fmla="*/ 1884218 h 10474037"/>
                  <a:gd name="connsiteX53-11915" fmla="*/ 10099963 w 10460182"/>
                  <a:gd name="connsiteY53-11916" fmla="*/ 2341418 h 10474037"/>
                  <a:gd name="connsiteX54-11917" fmla="*/ 9781309 w 10460182"/>
                  <a:gd name="connsiteY54-11918" fmla="*/ 2576946 h 10474037"/>
                  <a:gd name="connsiteX55-11919" fmla="*/ 9601200 w 10460182"/>
                  <a:gd name="connsiteY55-11920" fmla="*/ 3505200 h 10474037"/>
                  <a:gd name="connsiteX56-11921" fmla="*/ 9601200 w 10460182"/>
                  <a:gd name="connsiteY56-11922" fmla="*/ 3796146 h 10474037"/>
                  <a:gd name="connsiteX57-11923" fmla="*/ 9365672 w 10460182"/>
                  <a:gd name="connsiteY57-11924" fmla="*/ 3990109 h 10474037"/>
                  <a:gd name="connsiteX58-11925" fmla="*/ 9310254 w 10460182"/>
                  <a:gd name="connsiteY58-11926" fmla="*/ 4156364 h 10474037"/>
                  <a:gd name="connsiteX59-11927" fmla="*/ 9199418 w 10460182"/>
                  <a:gd name="connsiteY59-11928" fmla="*/ 4364182 h 10474037"/>
                  <a:gd name="connsiteX60-11929" fmla="*/ 9268691 w 10460182"/>
                  <a:gd name="connsiteY60-11930" fmla="*/ 4530437 h 10474037"/>
                  <a:gd name="connsiteX61-11931" fmla="*/ 9337963 w 10460182"/>
                  <a:gd name="connsiteY61-11932" fmla="*/ 4738255 h 10474037"/>
                  <a:gd name="connsiteX62-11933" fmla="*/ 9421091 w 10460182"/>
                  <a:gd name="connsiteY62-11934" fmla="*/ 4987637 h 10474037"/>
                  <a:gd name="connsiteX63-11935" fmla="*/ 9434945 w 10460182"/>
                  <a:gd name="connsiteY63-11936" fmla="*/ 5292437 h 10474037"/>
                  <a:gd name="connsiteX64-11937" fmla="*/ 9462654 w 10460182"/>
                  <a:gd name="connsiteY64-11938" fmla="*/ 5694218 h 10474037"/>
                  <a:gd name="connsiteX65-11939" fmla="*/ 9587345 w 10460182"/>
                  <a:gd name="connsiteY65-11940" fmla="*/ 6054437 h 10474037"/>
                  <a:gd name="connsiteX66-11941" fmla="*/ 9545782 w 10460182"/>
                  <a:gd name="connsiteY66-11942" fmla="*/ 6456218 h 10474037"/>
                  <a:gd name="connsiteX67-11943" fmla="*/ 9933709 w 10460182"/>
                  <a:gd name="connsiteY67-11944" fmla="*/ 6941127 h 10474037"/>
                  <a:gd name="connsiteX68-11945" fmla="*/ 10113818 w 10460182"/>
                  <a:gd name="connsiteY68-11946" fmla="*/ 7287491 h 10474037"/>
                  <a:gd name="connsiteX69-11947" fmla="*/ 10252363 w 10460182"/>
                  <a:gd name="connsiteY69-11948" fmla="*/ 7620000 h 10474037"/>
                  <a:gd name="connsiteX70-11949" fmla="*/ 9670472 w 10460182"/>
                  <a:gd name="connsiteY70-11950" fmla="*/ 7620000 h 10474037"/>
                  <a:gd name="connsiteX71-11951" fmla="*/ 9337963 w 10460182"/>
                  <a:gd name="connsiteY71-11952" fmla="*/ 7730837 h 10474037"/>
                  <a:gd name="connsiteX72-11953" fmla="*/ 9102436 w 10460182"/>
                  <a:gd name="connsiteY72-11954" fmla="*/ 7869382 h 10474037"/>
                  <a:gd name="connsiteX73-11955" fmla="*/ 9019309 w 10460182"/>
                  <a:gd name="connsiteY73-11956" fmla="*/ 8077200 h 10474037"/>
                  <a:gd name="connsiteX74-11957" fmla="*/ 8956730 w 10460182"/>
                  <a:gd name="connsiteY74-11958" fmla="*/ 8174182 h 10474037"/>
                  <a:gd name="connsiteX75-11959" fmla="*/ 9027559 w 10460182"/>
                  <a:gd name="connsiteY75-11960" fmla="*/ 8603673 h 10474037"/>
                  <a:gd name="connsiteX76-11961" fmla="*/ 9030673 w 10460182"/>
                  <a:gd name="connsiteY76-11962" fmla="*/ 8837177 h 10474037"/>
                  <a:gd name="connsiteX77-11963" fmla="*/ 8991600 w 10460182"/>
                  <a:gd name="connsiteY77-11964" fmla="*/ 9047018 h 10474037"/>
                  <a:gd name="connsiteX78-11965" fmla="*/ 8894618 w 10460182"/>
                  <a:gd name="connsiteY78-11966" fmla="*/ 9351818 h 10474037"/>
                  <a:gd name="connsiteX79-11967" fmla="*/ 8922327 w 10460182"/>
                  <a:gd name="connsiteY79-11968" fmla="*/ 9615055 h 10474037"/>
                  <a:gd name="connsiteX80-11969" fmla="*/ 9144000 w 10460182"/>
                  <a:gd name="connsiteY80-11970" fmla="*/ 9781309 h 10474037"/>
                  <a:gd name="connsiteX81-11971" fmla="*/ 9353374 w 10460182"/>
                  <a:gd name="connsiteY81-11972" fmla="*/ 9932153 h 10474037"/>
                  <a:gd name="connsiteX82-11973" fmla="*/ 9529903 w 10460182"/>
                  <a:gd name="connsiteY82-11974" fmla="*/ 9984146 h 10474037"/>
                  <a:gd name="connsiteX83-11975" fmla="*/ 9625328 w 10460182"/>
                  <a:gd name="connsiteY83-11976" fmla="*/ 9870197 h 10474037"/>
                  <a:gd name="connsiteX84-11977" fmla="*/ 9667359 w 10460182"/>
                  <a:gd name="connsiteY84-11978" fmla="*/ 9882495 h 10474037"/>
                  <a:gd name="connsiteX85-11979" fmla="*/ 9668916 w 10460182"/>
                  <a:gd name="connsiteY85-11980" fmla="*/ 10335491 h 10474037"/>
                  <a:gd name="connsiteX86-11981" fmla="*/ 9495500 w 10460182"/>
                  <a:gd name="connsiteY86-11982" fmla="*/ 10385150 h 10474037"/>
                  <a:gd name="connsiteX87-11983" fmla="*/ 9310254 w 10460182"/>
                  <a:gd name="connsiteY87-11984" fmla="*/ 10474037 h 10474037"/>
                  <a:gd name="connsiteX88-11985" fmla="*/ 9227127 w 10460182"/>
                  <a:gd name="connsiteY88-11986" fmla="*/ 10321637 h 10474037"/>
                  <a:gd name="connsiteX89-11987" fmla="*/ 9033163 w 10460182"/>
                  <a:gd name="connsiteY89-11988" fmla="*/ 10072255 h 10474037"/>
                  <a:gd name="connsiteX90-11989" fmla="*/ 8825345 w 10460182"/>
                  <a:gd name="connsiteY90-11990" fmla="*/ 9892146 h 10474037"/>
                  <a:gd name="connsiteX91-11991" fmla="*/ 8534400 w 10460182"/>
                  <a:gd name="connsiteY91-11992" fmla="*/ 9781309 h 10474037"/>
                  <a:gd name="connsiteX92-11993" fmla="*/ 8423563 w 10460182"/>
                  <a:gd name="connsiteY92-11994" fmla="*/ 9725891 h 10474037"/>
                  <a:gd name="connsiteX93-11995" fmla="*/ 8285018 w 10460182"/>
                  <a:gd name="connsiteY93-11996" fmla="*/ 9559637 h 10474037"/>
                  <a:gd name="connsiteX94-11997" fmla="*/ 8257309 w 10460182"/>
                  <a:gd name="connsiteY94-11998" fmla="*/ 9421091 h 10474037"/>
                  <a:gd name="connsiteX95-11999" fmla="*/ 8146472 w 10460182"/>
                  <a:gd name="connsiteY95-12000" fmla="*/ 9434946 h 10474037"/>
                  <a:gd name="connsiteX96-12001" fmla="*/ 8091054 w 10460182"/>
                  <a:gd name="connsiteY96-12002" fmla="*/ 9656618 h 10474037"/>
                  <a:gd name="connsiteX97-12003" fmla="*/ 7806336 w 10460182"/>
                  <a:gd name="connsiteY97-12004" fmla="*/ 9662378 h 10474037"/>
                  <a:gd name="connsiteX98-12005" fmla="*/ 7567694 w 10460182"/>
                  <a:gd name="connsiteY98-12006" fmla="*/ 9599177 h 10474037"/>
                  <a:gd name="connsiteX99-12007" fmla="*/ 7466043 w 10460182"/>
                  <a:gd name="connsiteY99-12008" fmla="*/ 9550452 h 10474037"/>
                  <a:gd name="connsiteX100-12009" fmla="*/ 7439891 w 10460182"/>
                  <a:gd name="connsiteY100-12010" fmla="*/ 9240982 h 10474037"/>
                  <a:gd name="connsiteX101-12011" fmla="*/ 7397859 w 10460182"/>
                  <a:gd name="connsiteY101-12012" fmla="*/ 9434946 h 10474037"/>
                  <a:gd name="connsiteX102-12013" fmla="*/ 7287491 w 10460182"/>
                  <a:gd name="connsiteY102-12014" fmla="*/ 9528969 h 10474037"/>
                  <a:gd name="connsiteX103-12015" fmla="*/ 7221797 w 10460182"/>
                  <a:gd name="connsiteY103-12016" fmla="*/ 9200975 h 10474037"/>
                  <a:gd name="connsiteX104-12017" fmla="*/ 6954982 w 10460182"/>
                  <a:gd name="connsiteY104-12018" fmla="*/ 9268691 h 10474037"/>
                  <a:gd name="connsiteX105-12019" fmla="*/ 6710737 w 10460182"/>
                  <a:gd name="connsiteY105-12020" fmla="*/ 9341078 h 10474037"/>
                  <a:gd name="connsiteX106-12021" fmla="*/ 6674777 w 10460182"/>
                  <a:gd name="connsiteY106-12022" fmla="*/ 9141977 h 10474037"/>
                  <a:gd name="connsiteX107-12023" fmla="*/ 6511636 w 10460182"/>
                  <a:gd name="connsiteY107-12024" fmla="*/ 9033164 h 10474037"/>
                  <a:gd name="connsiteX108-12025" fmla="*/ 6428509 w 10460182"/>
                  <a:gd name="connsiteY108-12026" fmla="*/ 9033164 h 10474037"/>
                  <a:gd name="connsiteX109-12027" fmla="*/ 6325922 w 10460182"/>
                  <a:gd name="connsiteY109-12028" fmla="*/ 9136372 h 10474037"/>
                  <a:gd name="connsiteX110-12029" fmla="*/ 6167763 w 10460182"/>
                  <a:gd name="connsiteY110-12030" fmla="*/ 9057292 h 10474037"/>
                  <a:gd name="connsiteX111-12031" fmla="*/ 6002132 w 10460182"/>
                  <a:gd name="connsiteY111-12032" fmla="*/ 9172799 h 10474037"/>
                  <a:gd name="connsiteX112-12033" fmla="*/ 5749636 w 10460182"/>
                  <a:gd name="connsiteY112-12034" fmla="*/ 9130146 h 10474037"/>
                  <a:gd name="connsiteX113-12035" fmla="*/ 5674760 w 10460182"/>
                  <a:gd name="connsiteY113-12036" fmla="*/ 9160969 h 10474037"/>
                  <a:gd name="connsiteX114-12037" fmla="*/ 5507415 w 10460182"/>
                  <a:gd name="connsiteY114-12038" fmla="*/ 9207202 h 10474037"/>
                  <a:gd name="connsiteX115-12039" fmla="*/ 5505859 w 10460182"/>
                  <a:gd name="connsiteY115-12040" fmla="*/ 8950037 h 10474037"/>
                  <a:gd name="connsiteX116-12041" fmla="*/ 5505857 w 10460182"/>
                  <a:gd name="connsiteY116-12042" fmla="*/ 8714042 h 10474037"/>
                  <a:gd name="connsiteX117-12043" fmla="*/ 5336024 w 10460182"/>
                  <a:gd name="connsiteY117-12044" fmla="*/ 8412357 h 10474037"/>
                  <a:gd name="connsiteX118-12045" fmla="*/ 5230324 w 10460182"/>
                  <a:gd name="connsiteY118-12046" fmla="*/ 8161885 h 10474037"/>
                  <a:gd name="connsiteX119-12047" fmla="*/ 5317031 w 10460182"/>
                  <a:gd name="connsiteY119-12048" fmla="*/ 7689273 h 10474037"/>
                  <a:gd name="connsiteX120-12049" fmla="*/ 5201059 w 10460182"/>
                  <a:gd name="connsiteY120-12050" fmla="*/ 7399417 h 10474037"/>
                  <a:gd name="connsiteX121-12051" fmla="*/ 5250872 w 10460182"/>
                  <a:gd name="connsiteY121-12052" fmla="*/ 7148946 h 10474037"/>
                  <a:gd name="connsiteX122-12053" fmla="*/ 5245735 w 10460182"/>
                  <a:gd name="connsiteY122-12054" fmla="*/ 7097730 h 10474037"/>
                  <a:gd name="connsiteX123-12055" fmla="*/ 4577603 w 10460182"/>
                  <a:gd name="connsiteY123-12056" fmla="*/ 7093061 h 10474037"/>
                  <a:gd name="connsiteX124-12057" fmla="*/ 4528412 w 10460182"/>
                  <a:gd name="connsiteY124-12058" fmla="*/ 6919645 h 10474037"/>
                  <a:gd name="connsiteX125-12059" fmla="*/ 4038834 w 10460182"/>
                  <a:gd name="connsiteY125-12060" fmla="*/ 6895517 h 10474037"/>
                  <a:gd name="connsiteX126-12061" fmla="*/ 3976254 w 10460182"/>
                  <a:gd name="connsiteY126-12062" fmla="*/ 7148946 h 10474037"/>
                  <a:gd name="connsiteX127-12063" fmla="*/ 3932667 w 10460182"/>
                  <a:gd name="connsiteY127-12064" fmla="*/ 7360344 h 10474037"/>
                  <a:gd name="connsiteX128-12065" fmla="*/ 3910095 w 10460182"/>
                  <a:gd name="connsiteY128-12066" fmla="*/ 7482545 h 10474037"/>
                  <a:gd name="connsiteX129-12067" fmla="*/ 3559528 w 10460182"/>
                  <a:gd name="connsiteY129-12068" fmla="*/ 7476941 h 10474037"/>
                  <a:gd name="connsiteX130-12069" fmla="*/ 3311236 w 10460182"/>
                  <a:gd name="connsiteY130-12070" fmla="*/ 7481455 h 10474037"/>
                  <a:gd name="connsiteX131-12071" fmla="*/ 2895600 w 10460182"/>
                  <a:gd name="connsiteY131-12072" fmla="*/ 7467600 h 10474037"/>
                  <a:gd name="connsiteX132-12073" fmla="*/ 2784763 w 10460182"/>
                  <a:gd name="connsiteY132-12074" fmla="*/ 7218218 h 10474037"/>
                  <a:gd name="connsiteX133-12075" fmla="*/ 2604654 w 10460182"/>
                  <a:gd name="connsiteY133-12076" fmla="*/ 6941127 h 10474037"/>
                  <a:gd name="connsiteX134-12077" fmla="*/ 2410691 w 10460182"/>
                  <a:gd name="connsiteY134-12078" fmla="*/ 6442364 h 10474037"/>
                  <a:gd name="connsiteX135-12079" fmla="*/ 2327563 w 10460182"/>
                  <a:gd name="connsiteY135-12080" fmla="*/ 6303818 h 10474037"/>
                  <a:gd name="connsiteX136-12081" fmla="*/ 1662545 w 10460182"/>
                  <a:gd name="connsiteY136-12082" fmla="*/ 6276109 h 10474037"/>
                  <a:gd name="connsiteX137-12083" fmla="*/ 1233054 w 10460182"/>
                  <a:gd name="connsiteY137-12084" fmla="*/ 6276109 h 10474037"/>
                  <a:gd name="connsiteX138-12085" fmla="*/ 1136072 w 10460182"/>
                  <a:gd name="connsiteY138-12086" fmla="*/ 6331527 h 10474037"/>
                  <a:gd name="connsiteX139-12087" fmla="*/ 706582 w 10460182"/>
                  <a:gd name="connsiteY139-12088" fmla="*/ 6289964 h 10474037"/>
                  <a:gd name="connsiteX140-12089" fmla="*/ 318654 w 10460182"/>
                  <a:gd name="connsiteY140-12090" fmla="*/ 6317673 h 10474037"/>
                  <a:gd name="connsiteX141-12091" fmla="*/ 96982 w 10460182"/>
                  <a:gd name="connsiteY141-12092" fmla="*/ 6470073 h 10474037"/>
                  <a:gd name="connsiteX142-12093" fmla="*/ 0 w 10460182"/>
                  <a:gd name="connsiteY142-12094" fmla="*/ 6373091 h 10474037"/>
                  <a:gd name="connsiteX143-12095" fmla="*/ 83127 w 10460182"/>
                  <a:gd name="connsiteY143-12096" fmla="*/ 6317673 h 10474037"/>
                  <a:gd name="connsiteX0-12097" fmla="*/ 83127 w 10460182"/>
                  <a:gd name="connsiteY0-12098" fmla="*/ 6317673 h 10474037"/>
                  <a:gd name="connsiteX1-12099" fmla="*/ 96982 w 10460182"/>
                  <a:gd name="connsiteY1-12100" fmla="*/ 5874327 h 10474037"/>
                  <a:gd name="connsiteX2-12101" fmla="*/ 401782 w 10460182"/>
                  <a:gd name="connsiteY2-12102" fmla="*/ 5611091 h 10474037"/>
                  <a:gd name="connsiteX3-12103" fmla="*/ 651163 w 10460182"/>
                  <a:gd name="connsiteY3-12104" fmla="*/ 5749637 h 10474037"/>
                  <a:gd name="connsiteX4-12105" fmla="*/ 858982 w 10460182"/>
                  <a:gd name="connsiteY4-12106" fmla="*/ 5583382 h 10474037"/>
                  <a:gd name="connsiteX5-12107" fmla="*/ 997527 w 10460182"/>
                  <a:gd name="connsiteY5-12108" fmla="*/ 5430982 h 10474037"/>
                  <a:gd name="connsiteX6-12109" fmla="*/ 1080654 w 10460182"/>
                  <a:gd name="connsiteY6-12110" fmla="*/ 5514109 h 10474037"/>
                  <a:gd name="connsiteX7-12111" fmla="*/ 1269312 w 10460182"/>
                  <a:gd name="connsiteY7-12112" fmla="*/ 5758775 h 10474037"/>
                  <a:gd name="connsiteX8-12113" fmla="*/ 1523116 w 10460182"/>
                  <a:gd name="connsiteY8-12114" fmla="*/ 5560095 h 10474037"/>
                  <a:gd name="connsiteX9-12115" fmla="*/ 1731818 w 10460182"/>
                  <a:gd name="connsiteY9-12116" fmla="*/ 5375564 h 10474037"/>
                  <a:gd name="connsiteX10-12117" fmla="*/ 2022763 w 10460182"/>
                  <a:gd name="connsiteY10-12118" fmla="*/ 5140037 h 10474037"/>
                  <a:gd name="connsiteX11-12119" fmla="*/ 2119745 w 10460182"/>
                  <a:gd name="connsiteY11-12120" fmla="*/ 4710546 h 10474037"/>
                  <a:gd name="connsiteX12-12121" fmla="*/ 2133600 w 10460182"/>
                  <a:gd name="connsiteY12-12122" fmla="*/ 4308764 h 10474037"/>
                  <a:gd name="connsiteX13-12123" fmla="*/ 2355272 w 10460182"/>
                  <a:gd name="connsiteY13-12124" fmla="*/ 3934691 h 10474037"/>
                  <a:gd name="connsiteX14-12125" fmla="*/ 2715491 w 10460182"/>
                  <a:gd name="connsiteY14-12126" fmla="*/ 3532909 h 10474037"/>
                  <a:gd name="connsiteX15-12127" fmla="*/ 2978727 w 10460182"/>
                  <a:gd name="connsiteY15-12128" fmla="*/ 3338946 h 10474037"/>
                  <a:gd name="connsiteX16-12129" fmla="*/ 3006436 w 10460182"/>
                  <a:gd name="connsiteY16-12130" fmla="*/ 2895600 h 10474037"/>
                  <a:gd name="connsiteX17-12131" fmla="*/ 3075709 w 10460182"/>
                  <a:gd name="connsiteY17-12132" fmla="*/ 2604655 h 10474037"/>
                  <a:gd name="connsiteX18-12133" fmla="*/ 3075709 w 10460182"/>
                  <a:gd name="connsiteY18-12134" fmla="*/ 2396837 h 10474037"/>
                  <a:gd name="connsiteX19-12135" fmla="*/ 3214254 w 10460182"/>
                  <a:gd name="connsiteY19-12136" fmla="*/ 2064327 h 10474037"/>
                  <a:gd name="connsiteX20-12137" fmla="*/ 3214254 w 10460182"/>
                  <a:gd name="connsiteY20-12138" fmla="*/ 1773382 h 10474037"/>
                  <a:gd name="connsiteX21-12139" fmla="*/ 3532909 w 10460182"/>
                  <a:gd name="connsiteY21-12140" fmla="*/ 1205346 h 10474037"/>
                  <a:gd name="connsiteX22-12141" fmla="*/ 3463636 w 10460182"/>
                  <a:gd name="connsiteY22-12142" fmla="*/ 831273 h 10474037"/>
                  <a:gd name="connsiteX23-12143" fmla="*/ 3491345 w 10460182"/>
                  <a:gd name="connsiteY23-12144" fmla="*/ 623455 h 10474037"/>
                  <a:gd name="connsiteX24-12145" fmla="*/ 3823854 w 10460182"/>
                  <a:gd name="connsiteY24-12146" fmla="*/ 263237 h 10474037"/>
                  <a:gd name="connsiteX25-12147" fmla="*/ 4017818 w 10460182"/>
                  <a:gd name="connsiteY25-12148" fmla="*/ 138546 h 10474037"/>
                  <a:gd name="connsiteX26-12149" fmla="*/ 4433454 w 10460182"/>
                  <a:gd name="connsiteY26-12150" fmla="*/ 374073 h 10474037"/>
                  <a:gd name="connsiteX27-12151" fmla="*/ 4599709 w 10460182"/>
                  <a:gd name="connsiteY27-12152" fmla="*/ 568037 h 10474037"/>
                  <a:gd name="connsiteX28-12153" fmla="*/ 5070763 w 10460182"/>
                  <a:gd name="connsiteY28-12154" fmla="*/ 623455 h 10474037"/>
                  <a:gd name="connsiteX29-12155" fmla="*/ 5417127 w 10460182"/>
                  <a:gd name="connsiteY29-12156" fmla="*/ 637309 h 10474037"/>
                  <a:gd name="connsiteX30-12157" fmla="*/ 5680363 w 10460182"/>
                  <a:gd name="connsiteY30-12158" fmla="*/ 692727 h 10474037"/>
                  <a:gd name="connsiteX31-12159" fmla="*/ 5860472 w 10460182"/>
                  <a:gd name="connsiteY31-12160" fmla="*/ 360218 h 10474037"/>
                  <a:gd name="connsiteX32-12161" fmla="*/ 6123709 w 10460182"/>
                  <a:gd name="connsiteY32-12162" fmla="*/ 401782 h 10474037"/>
                  <a:gd name="connsiteX33-12163" fmla="*/ 6594763 w 10460182"/>
                  <a:gd name="connsiteY33-12164" fmla="*/ 263237 h 10474037"/>
                  <a:gd name="connsiteX34-12165" fmla="*/ 6761018 w 10460182"/>
                  <a:gd name="connsiteY34-12166" fmla="*/ 207818 h 10474037"/>
                  <a:gd name="connsiteX35-12167" fmla="*/ 7038109 w 10460182"/>
                  <a:gd name="connsiteY35-12168" fmla="*/ 277091 h 10474037"/>
                  <a:gd name="connsiteX36-12169" fmla="*/ 7232072 w 10460182"/>
                  <a:gd name="connsiteY36-12170" fmla="*/ 96982 h 10474037"/>
                  <a:gd name="connsiteX37-12171" fmla="*/ 7356763 w 10460182"/>
                  <a:gd name="connsiteY37-12172" fmla="*/ 0 h 10474037"/>
                  <a:gd name="connsiteX38-12173" fmla="*/ 7606145 w 10460182"/>
                  <a:gd name="connsiteY38-12174" fmla="*/ 83127 h 10474037"/>
                  <a:gd name="connsiteX39-12175" fmla="*/ 7910945 w 10460182"/>
                  <a:gd name="connsiteY39-12176" fmla="*/ 207818 h 10474037"/>
                  <a:gd name="connsiteX40-12177" fmla="*/ 8312727 w 10460182"/>
                  <a:gd name="connsiteY40-12178" fmla="*/ 138546 h 10474037"/>
                  <a:gd name="connsiteX41-12179" fmla="*/ 8672945 w 10460182"/>
                  <a:gd name="connsiteY41-12180" fmla="*/ 443346 h 10474037"/>
                  <a:gd name="connsiteX42-12181" fmla="*/ 8908472 w 10460182"/>
                  <a:gd name="connsiteY42-12182" fmla="*/ 623455 h 10474037"/>
                  <a:gd name="connsiteX43-12183" fmla="*/ 9088582 w 10460182"/>
                  <a:gd name="connsiteY43-12184" fmla="*/ 526473 h 10474037"/>
                  <a:gd name="connsiteX44-12185" fmla="*/ 9351818 w 10460182"/>
                  <a:gd name="connsiteY44-12186" fmla="*/ 471055 h 10474037"/>
                  <a:gd name="connsiteX45-12187" fmla="*/ 9518072 w 10460182"/>
                  <a:gd name="connsiteY45-12188" fmla="*/ 498764 h 10474037"/>
                  <a:gd name="connsiteX46-12189" fmla="*/ 9698182 w 10460182"/>
                  <a:gd name="connsiteY46-12190" fmla="*/ 526473 h 10474037"/>
                  <a:gd name="connsiteX47-12191" fmla="*/ 10002982 w 10460182"/>
                  <a:gd name="connsiteY47-12192" fmla="*/ 872837 h 10474037"/>
                  <a:gd name="connsiteX48-12193" fmla="*/ 10238509 w 10460182"/>
                  <a:gd name="connsiteY48-12194" fmla="*/ 1066800 h 10474037"/>
                  <a:gd name="connsiteX49-12195" fmla="*/ 10224654 w 10460182"/>
                  <a:gd name="connsiteY49-12196" fmla="*/ 1330037 h 10474037"/>
                  <a:gd name="connsiteX50-12197" fmla="*/ 10238509 w 10460182"/>
                  <a:gd name="connsiteY50-12198" fmla="*/ 1524000 h 10474037"/>
                  <a:gd name="connsiteX51-12199" fmla="*/ 10280072 w 10460182"/>
                  <a:gd name="connsiteY51-12200" fmla="*/ 1648691 h 10474037"/>
                  <a:gd name="connsiteX52-12201" fmla="*/ 10460182 w 10460182"/>
                  <a:gd name="connsiteY52-12202" fmla="*/ 1884218 h 10474037"/>
                  <a:gd name="connsiteX53-12203" fmla="*/ 10099963 w 10460182"/>
                  <a:gd name="connsiteY53-12204" fmla="*/ 2341418 h 10474037"/>
                  <a:gd name="connsiteX54-12205" fmla="*/ 9781309 w 10460182"/>
                  <a:gd name="connsiteY54-12206" fmla="*/ 2576946 h 10474037"/>
                  <a:gd name="connsiteX55-12207" fmla="*/ 9601200 w 10460182"/>
                  <a:gd name="connsiteY55-12208" fmla="*/ 3505200 h 10474037"/>
                  <a:gd name="connsiteX56-12209" fmla="*/ 9601200 w 10460182"/>
                  <a:gd name="connsiteY56-12210" fmla="*/ 3796146 h 10474037"/>
                  <a:gd name="connsiteX57-12211" fmla="*/ 9365672 w 10460182"/>
                  <a:gd name="connsiteY57-12212" fmla="*/ 3990109 h 10474037"/>
                  <a:gd name="connsiteX58-12213" fmla="*/ 9310254 w 10460182"/>
                  <a:gd name="connsiteY58-12214" fmla="*/ 4156364 h 10474037"/>
                  <a:gd name="connsiteX59-12215" fmla="*/ 9199418 w 10460182"/>
                  <a:gd name="connsiteY59-12216" fmla="*/ 4364182 h 10474037"/>
                  <a:gd name="connsiteX60-12217" fmla="*/ 9268691 w 10460182"/>
                  <a:gd name="connsiteY60-12218" fmla="*/ 4530437 h 10474037"/>
                  <a:gd name="connsiteX61-12219" fmla="*/ 9337963 w 10460182"/>
                  <a:gd name="connsiteY61-12220" fmla="*/ 4738255 h 10474037"/>
                  <a:gd name="connsiteX62-12221" fmla="*/ 9421091 w 10460182"/>
                  <a:gd name="connsiteY62-12222" fmla="*/ 4987637 h 10474037"/>
                  <a:gd name="connsiteX63-12223" fmla="*/ 9434945 w 10460182"/>
                  <a:gd name="connsiteY63-12224" fmla="*/ 5292437 h 10474037"/>
                  <a:gd name="connsiteX64-12225" fmla="*/ 9462654 w 10460182"/>
                  <a:gd name="connsiteY64-12226" fmla="*/ 5694218 h 10474037"/>
                  <a:gd name="connsiteX65-12227" fmla="*/ 9587345 w 10460182"/>
                  <a:gd name="connsiteY65-12228" fmla="*/ 6054437 h 10474037"/>
                  <a:gd name="connsiteX66-12229" fmla="*/ 9545782 w 10460182"/>
                  <a:gd name="connsiteY66-12230" fmla="*/ 6456218 h 10474037"/>
                  <a:gd name="connsiteX67-12231" fmla="*/ 9933709 w 10460182"/>
                  <a:gd name="connsiteY67-12232" fmla="*/ 6941127 h 10474037"/>
                  <a:gd name="connsiteX68-12233" fmla="*/ 10113818 w 10460182"/>
                  <a:gd name="connsiteY68-12234" fmla="*/ 7287491 h 10474037"/>
                  <a:gd name="connsiteX69-12235" fmla="*/ 10252363 w 10460182"/>
                  <a:gd name="connsiteY69-12236" fmla="*/ 7620000 h 10474037"/>
                  <a:gd name="connsiteX70-12237" fmla="*/ 9670472 w 10460182"/>
                  <a:gd name="connsiteY70-12238" fmla="*/ 7620000 h 10474037"/>
                  <a:gd name="connsiteX71-12239" fmla="*/ 9337963 w 10460182"/>
                  <a:gd name="connsiteY71-12240" fmla="*/ 7730837 h 10474037"/>
                  <a:gd name="connsiteX72-12241" fmla="*/ 9102436 w 10460182"/>
                  <a:gd name="connsiteY72-12242" fmla="*/ 7869382 h 10474037"/>
                  <a:gd name="connsiteX73-12243" fmla="*/ 9019309 w 10460182"/>
                  <a:gd name="connsiteY73-12244" fmla="*/ 8077200 h 10474037"/>
                  <a:gd name="connsiteX74-12245" fmla="*/ 8956730 w 10460182"/>
                  <a:gd name="connsiteY74-12246" fmla="*/ 8174182 h 10474037"/>
                  <a:gd name="connsiteX75-12247" fmla="*/ 9027559 w 10460182"/>
                  <a:gd name="connsiteY75-12248" fmla="*/ 8603673 h 10474037"/>
                  <a:gd name="connsiteX76-12249" fmla="*/ 9030673 w 10460182"/>
                  <a:gd name="connsiteY76-12250" fmla="*/ 8837177 h 10474037"/>
                  <a:gd name="connsiteX77-12251" fmla="*/ 8991600 w 10460182"/>
                  <a:gd name="connsiteY77-12252" fmla="*/ 9047018 h 10474037"/>
                  <a:gd name="connsiteX78-12253" fmla="*/ 8894618 w 10460182"/>
                  <a:gd name="connsiteY78-12254" fmla="*/ 9351818 h 10474037"/>
                  <a:gd name="connsiteX79-12255" fmla="*/ 8922327 w 10460182"/>
                  <a:gd name="connsiteY79-12256" fmla="*/ 9615055 h 10474037"/>
                  <a:gd name="connsiteX80-12257" fmla="*/ 9144000 w 10460182"/>
                  <a:gd name="connsiteY80-12258" fmla="*/ 9781309 h 10474037"/>
                  <a:gd name="connsiteX81-12259" fmla="*/ 9353374 w 10460182"/>
                  <a:gd name="connsiteY81-12260" fmla="*/ 9932153 h 10474037"/>
                  <a:gd name="connsiteX82-12261" fmla="*/ 9529903 w 10460182"/>
                  <a:gd name="connsiteY82-12262" fmla="*/ 9984146 h 10474037"/>
                  <a:gd name="connsiteX83-12263" fmla="*/ 9625328 w 10460182"/>
                  <a:gd name="connsiteY83-12264" fmla="*/ 9870197 h 10474037"/>
                  <a:gd name="connsiteX84-12265" fmla="*/ 9667359 w 10460182"/>
                  <a:gd name="connsiteY84-12266" fmla="*/ 9882495 h 10474037"/>
                  <a:gd name="connsiteX85-12267" fmla="*/ 9668916 w 10460182"/>
                  <a:gd name="connsiteY85-12268" fmla="*/ 10335491 h 10474037"/>
                  <a:gd name="connsiteX86-12269" fmla="*/ 9495500 w 10460182"/>
                  <a:gd name="connsiteY86-12270" fmla="*/ 10385150 h 10474037"/>
                  <a:gd name="connsiteX87-12271" fmla="*/ 9310254 w 10460182"/>
                  <a:gd name="connsiteY87-12272" fmla="*/ 10474037 h 10474037"/>
                  <a:gd name="connsiteX88-12273" fmla="*/ 9227127 w 10460182"/>
                  <a:gd name="connsiteY88-12274" fmla="*/ 10321637 h 10474037"/>
                  <a:gd name="connsiteX89-12275" fmla="*/ 9033163 w 10460182"/>
                  <a:gd name="connsiteY89-12276" fmla="*/ 10072255 h 10474037"/>
                  <a:gd name="connsiteX90-12277" fmla="*/ 8825345 w 10460182"/>
                  <a:gd name="connsiteY90-12278" fmla="*/ 9892146 h 10474037"/>
                  <a:gd name="connsiteX91-12279" fmla="*/ 8534400 w 10460182"/>
                  <a:gd name="connsiteY91-12280" fmla="*/ 9781309 h 10474037"/>
                  <a:gd name="connsiteX92-12281" fmla="*/ 8423563 w 10460182"/>
                  <a:gd name="connsiteY92-12282" fmla="*/ 9725891 h 10474037"/>
                  <a:gd name="connsiteX93-12283" fmla="*/ 8285018 w 10460182"/>
                  <a:gd name="connsiteY93-12284" fmla="*/ 9559637 h 10474037"/>
                  <a:gd name="connsiteX94-12285" fmla="*/ 8257309 w 10460182"/>
                  <a:gd name="connsiteY94-12286" fmla="*/ 9421091 h 10474037"/>
                  <a:gd name="connsiteX95-12287" fmla="*/ 8146472 w 10460182"/>
                  <a:gd name="connsiteY95-12288" fmla="*/ 9434946 h 10474037"/>
                  <a:gd name="connsiteX96-12289" fmla="*/ 8091054 w 10460182"/>
                  <a:gd name="connsiteY96-12290" fmla="*/ 9656618 h 10474037"/>
                  <a:gd name="connsiteX97-12291" fmla="*/ 7806336 w 10460182"/>
                  <a:gd name="connsiteY97-12292" fmla="*/ 9662378 h 10474037"/>
                  <a:gd name="connsiteX98-12293" fmla="*/ 7567694 w 10460182"/>
                  <a:gd name="connsiteY98-12294" fmla="*/ 9599177 h 10474037"/>
                  <a:gd name="connsiteX99-12295" fmla="*/ 7466043 w 10460182"/>
                  <a:gd name="connsiteY99-12296" fmla="*/ 9550452 h 10474037"/>
                  <a:gd name="connsiteX100-12297" fmla="*/ 7439891 w 10460182"/>
                  <a:gd name="connsiteY100-12298" fmla="*/ 9240982 h 10474037"/>
                  <a:gd name="connsiteX101-12299" fmla="*/ 7397859 w 10460182"/>
                  <a:gd name="connsiteY101-12300" fmla="*/ 9434946 h 10474037"/>
                  <a:gd name="connsiteX102-12301" fmla="*/ 7287491 w 10460182"/>
                  <a:gd name="connsiteY102-12302" fmla="*/ 9528969 h 10474037"/>
                  <a:gd name="connsiteX103-12303" fmla="*/ 7221797 w 10460182"/>
                  <a:gd name="connsiteY103-12304" fmla="*/ 9200975 h 10474037"/>
                  <a:gd name="connsiteX104-12305" fmla="*/ 6954982 w 10460182"/>
                  <a:gd name="connsiteY104-12306" fmla="*/ 9268691 h 10474037"/>
                  <a:gd name="connsiteX105-12307" fmla="*/ 6710737 w 10460182"/>
                  <a:gd name="connsiteY105-12308" fmla="*/ 9341078 h 10474037"/>
                  <a:gd name="connsiteX106-12309" fmla="*/ 6674777 w 10460182"/>
                  <a:gd name="connsiteY106-12310" fmla="*/ 9141977 h 10474037"/>
                  <a:gd name="connsiteX107-12311" fmla="*/ 6511636 w 10460182"/>
                  <a:gd name="connsiteY107-12312" fmla="*/ 9033164 h 10474037"/>
                  <a:gd name="connsiteX108-12313" fmla="*/ 6428509 w 10460182"/>
                  <a:gd name="connsiteY108-12314" fmla="*/ 9033164 h 10474037"/>
                  <a:gd name="connsiteX109-12315" fmla="*/ 6325922 w 10460182"/>
                  <a:gd name="connsiteY109-12316" fmla="*/ 9136372 h 10474037"/>
                  <a:gd name="connsiteX110-12317" fmla="*/ 6167763 w 10460182"/>
                  <a:gd name="connsiteY110-12318" fmla="*/ 9057292 h 10474037"/>
                  <a:gd name="connsiteX111-12319" fmla="*/ 6002132 w 10460182"/>
                  <a:gd name="connsiteY111-12320" fmla="*/ 9172799 h 10474037"/>
                  <a:gd name="connsiteX112-12321" fmla="*/ 5749636 w 10460182"/>
                  <a:gd name="connsiteY112-12322" fmla="*/ 9130146 h 10474037"/>
                  <a:gd name="connsiteX113-12323" fmla="*/ 5674760 w 10460182"/>
                  <a:gd name="connsiteY113-12324" fmla="*/ 9160969 h 10474037"/>
                  <a:gd name="connsiteX114-12325" fmla="*/ 5507415 w 10460182"/>
                  <a:gd name="connsiteY114-12326" fmla="*/ 9207202 h 10474037"/>
                  <a:gd name="connsiteX115-12327" fmla="*/ 5505859 w 10460182"/>
                  <a:gd name="connsiteY115-12328" fmla="*/ 8950037 h 10474037"/>
                  <a:gd name="connsiteX116-12329" fmla="*/ 5505857 w 10460182"/>
                  <a:gd name="connsiteY116-12330" fmla="*/ 8714042 h 10474037"/>
                  <a:gd name="connsiteX117-12331" fmla="*/ 5336024 w 10460182"/>
                  <a:gd name="connsiteY117-12332" fmla="*/ 8412357 h 10474037"/>
                  <a:gd name="connsiteX118-12333" fmla="*/ 5230324 w 10460182"/>
                  <a:gd name="connsiteY118-12334" fmla="*/ 8161885 h 10474037"/>
                  <a:gd name="connsiteX119-12335" fmla="*/ 5317031 w 10460182"/>
                  <a:gd name="connsiteY119-12336" fmla="*/ 7689273 h 10474037"/>
                  <a:gd name="connsiteX120-12337" fmla="*/ 5201059 w 10460182"/>
                  <a:gd name="connsiteY120-12338" fmla="*/ 7399417 h 10474037"/>
                  <a:gd name="connsiteX121-12339" fmla="*/ 5250872 w 10460182"/>
                  <a:gd name="connsiteY121-12340" fmla="*/ 7148946 h 10474037"/>
                  <a:gd name="connsiteX122-12341" fmla="*/ 5245735 w 10460182"/>
                  <a:gd name="connsiteY122-12342" fmla="*/ 7097730 h 10474037"/>
                  <a:gd name="connsiteX123-12343" fmla="*/ 4577603 w 10460182"/>
                  <a:gd name="connsiteY123-12344" fmla="*/ 7093061 h 10474037"/>
                  <a:gd name="connsiteX124-12345" fmla="*/ 4528412 w 10460182"/>
                  <a:gd name="connsiteY124-12346" fmla="*/ 6919645 h 10474037"/>
                  <a:gd name="connsiteX125-12347" fmla="*/ 4038834 w 10460182"/>
                  <a:gd name="connsiteY125-12348" fmla="*/ 6895517 h 10474037"/>
                  <a:gd name="connsiteX126-12349" fmla="*/ 3976254 w 10460182"/>
                  <a:gd name="connsiteY126-12350" fmla="*/ 7148946 h 10474037"/>
                  <a:gd name="connsiteX127-12351" fmla="*/ 3932667 w 10460182"/>
                  <a:gd name="connsiteY127-12352" fmla="*/ 7360344 h 10474037"/>
                  <a:gd name="connsiteX128-12353" fmla="*/ 3910095 w 10460182"/>
                  <a:gd name="connsiteY128-12354" fmla="*/ 7482545 h 10474037"/>
                  <a:gd name="connsiteX129-12355" fmla="*/ 3559528 w 10460182"/>
                  <a:gd name="connsiteY129-12356" fmla="*/ 7476941 h 10474037"/>
                  <a:gd name="connsiteX130-12357" fmla="*/ 3311236 w 10460182"/>
                  <a:gd name="connsiteY130-12358" fmla="*/ 7481455 h 10474037"/>
                  <a:gd name="connsiteX131-12359" fmla="*/ 2895600 w 10460182"/>
                  <a:gd name="connsiteY131-12360" fmla="*/ 7467600 h 10474037"/>
                  <a:gd name="connsiteX132-12361" fmla="*/ 2784763 w 10460182"/>
                  <a:gd name="connsiteY132-12362" fmla="*/ 7218218 h 10474037"/>
                  <a:gd name="connsiteX133-12363" fmla="*/ 2604654 w 10460182"/>
                  <a:gd name="connsiteY133-12364" fmla="*/ 6941127 h 10474037"/>
                  <a:gd name="connsiteX134-12365" fmla="*/ 2410691 w 10460182"/>
                  <a:gd name="connsiteY134-12366" fmla="*/ 6442364 h 10474037"/>
                  <a:gd name="connsiteX135-12367" fmla="*/ 2327563 w 10460182"/>
                  <a:gd name="connsiteY135-12368" fmla="*/ 6303818 h 10474037"/>
                  <a:gd name="connsiteX136-12369" fmla="*/ 1662545 w 10460182"/>
                  <a:gd name="connsiteY136-12370" fmla="*/ 6276109 h 10474037"/>
                  <a:gd name="connsiteX137-12371" fmla="*/ 1233054 w 10460182"/>
                  <a:gd name="connsiteY137-12372" fmla="*/ 6276109 h 10474037"/>
                  <a:gd name="connsiteX138-12373" fmla="*/ 1136072 w 10460182"/>
                  <a:gd name="connsiteY138-12374" fmla="*/ 6331527 h 10474037"/>
                  <a:gd name="connsiteX139-12375" fmla="*/ 706582 w 10460182"/>
                  <a:gd name="connsiteY139-12376" fmla="*/ 6289964 h 10474037"/>
                  <a:gd name="connsiteX140-12377" fmla="*/ 318654 w 10460182"/>
                  <a:gd name="connsiteY140-12378" fmla="*/ 6317673 h 10474037"/>
                  <a:gd name="connsiteX141-12379" fmla="*/ 96982 w 10460182"/>
                  <a:gd name="connsiteY141-12380" fmla="*/ 6470073 h 10474037"/>
                  <a:gd name="connsiteX142-12381" fmla="*/ 0 w 10460182"/>
                  <a:gd name="connsiteY142-12382" fmla="*/ 6373091 h 10474037"/>
                  <a:gd name="connsiteX143-12383" fmla="*/ 83127 w 10460182"/>
                  <a:gd name="connsiteY143-12384" fmla="*/ 6317673 h 10474037"/>
                  <a:gd name="connsiteX0-12385" fmla="*/ 83127 w 10460182"/>
                  <a:gd name="connsiteY0-12386" fmla="*/ 6317673 h 10474037"/>
                  <a:gd name="connsiteX1-12387" fmla="*/ 96982 w 10460182"/>
                  <a:gd name="connsiteY1-12388" fmla="*/ 5874327 h 10474037"/>
                  <a:gd name="connsiteX2-12389" fmla="*/ 401782 w 10460182"/>
                  <a:gd name="connsiteY2-12390" fmla="*/ 5611091 h 10474037"/>
                  <a:gd name="connsiteX3-12391" fmla="*/ 651163 w 10460182"/>
                  <a:gd name="connsiteY3-12392" fmla="*/ 5749637 h 10474037"/>
                  <a:gd name="connsiteX4-12393" fmla="*/ 858982 w 10460182"/>
                  <a:gd name="connsiteY4-12394" fmla="*/ 5583382 h 10474037"/>
                  <a:gd name="connsiteX5-12395" fmla="*/ 997527 w 10460182"/>
                  <a:gd name="connsiteY5-12396" fmla="*/ 5430982 h 10474037"/>
                  <a:gd name="connsiteX6-12397" fmla="*/ 1080654 w 10460182"/>
                  <a:gd name="connsiteY6-12398" fmla="*/ 5514109 h 10474037"/>
                  <a:gd name="connsiteX7-12399" fmla="*/ 1269312 w 10460182"/>
                  <a:gd name="connsiteY7-12400" fmla="*/ 5758775 h 10474037"/>
                  <a:gd name="connsiteX8-12401" fmla="*/ 1523116 w 10460182"/>
                  <a:gd name="connsiteY8-12402" fmla="*/ 5560095 h 10474037"/>
                  <a:gd name="connsiteX9-12403" fmla="*/ 1731818 w 10460182"/>
                  <a:gd name="connsiteY9-12404" fmla="*/ 5375564 h 10474037"/>
                  <a:gd name="connsiteX10-12405" fmla="*/ 2022763 w 10460182"/>
                  <a:gd name="connsiteY10-12406" fmla="*/ 5140037 h 10474037"/>
                  <a:gd name="connsiteX11-12407" fmla="*/ 2119745 w 10460182"/>
                  <a:gd name="connsiteY11-12408" fmla="*/ 4710546 h 10474037"/>
                  <a:gd name="connsiteX12-12409" fmla="*/ 2133600 w 10460182"/>
                  <a:gd name="connsiteY12-12410" fmla="*/ 4308764 h 10474037"/>
                  <a:gd name="connsiteX13-12411" fmla="*/ 2355272 w 10460182"/>
                  <a:gd name="connsiteY13-12412" fmla="*/ 3934691 h 10474037"/>
                  <a:gd name="connsiteX14-12413" fmla="*/ 2715491 w 10460182"/>
                  <a:gd name="connsiteY14-12414" fmla="*/ 3532909 h 10474037"/>
                  <a:gd name="connsiteX15-12415" fmla="*/ 2978727 w 10460182"/>
                  <a:gd name="connsiteY15-12416" fmla="*/ 3338946 h 10474037"/>
                  <a:gd name="connsiteX16-12417" fmla="*/ 3006436 w 10460182"/>
                  <a:gd name="connsiteY16-12418" fmla="*/ 2895600 h 10474037"/>
                  <a:gd name="connsiteX17-12419" fmla="*/ 3075709 w 10460182"/>
                  <a:gd name="connsiteY17-12420" fmla="*/ 2604655 h 10474037"/>
                  <a:gd name="connsiteX18-12421" fmla="*/ 3075709 w 10460182"/>
                  <a:gd name="connsiteY18-12422" fmla="*/ 2396837 h 10474037"/>
                  <a:gd name="connsiteX19-12423" fmla="*/ 3214254 w 10460182"/>
                  <a:gd name="connsiteY19-12424" fmla="*/ 2064327 h 10474037"/>
                  <a:gd name="connsiteX20-12425" fmla="*/ 3214254 w 10460182"/>
                  <a:gd name="connsiteY20-12426" fmla="*/ 1773382 h 10474037"/>
                  <a:gd name="connsiteX21-12427" fmla="*/ 3532909 w 10460182"/>
                  <a:gd name="connsiteY21-12428" fmla="*/ 1205346 h 10474037"/>
                  <a:gd name="connsiteX22-12429" fmla="*/ 3463636 w 10460182"/>
                  <a:gd name="connsiteY22-12430" fmla="*/ 831273 h 10474037"/>
                  <a:gd name="connsiteX23-12431" fmla="*/ 3491345 w 10460182"/>
                  <a:gd name="connsiteY23-12432" fmla="*/ 623455 h 10474037"/>
                  <a:gd name="connsiteX24-12433" fmla="*/ 3823854 w 10460182"/>
                  <a:gd name="connsiteY24-12434" fmla="*/ 263237 h 10474037"/>
                  <a:gd name="connsiteX25-12435" fmla="*/ 4017818 w 10460182"/>
                  <a:gd name="connsiteY25-12436" fmla="*/ 138546 h 10474037"/>
                  <a:gd name="connsiteX26-12437" fmla="*/ 4433454 w 10460182"/>
                  <a:gd name="connsiteY26-12438" fmla="*/ 374073 h 10474037"/>
                  <a:gd name="connsiteX27-12439" fmla="*/ 4599709 w 10460182"/>
                  <a:gd name="connsiteY27-12440" fmla="*/ 568037 h 10474037"/>
                  <a:gd name="connsiteX28-12441" fmla="*/ 5070763 w 10460182"/>
                  <a:gd name="connsiteY28-12442" fmla="*/ 623455 h 10474037"/>
                  <a:gd name="connsiteX29-12443" fmla="*/ 5417127 w 10460182"/>
                  <a:gd name="connsiteY29-12444" fmla="*/ 637309 h 10474037"/>
                  <a:gd name="connsiteX30-12445" fmla="*/ 5680363 w 10460182"/>
                  <a:gd name="connsiteY30-12446" fmla="*/ 692727 h 10474037"/>
                  <a:gd name="connsiteX31-12447" fmla="*/ 5860472 w 10460182"/>
                  <a:gd name="connsiteY31-12448" fmla="*/ 360218 h 10474037"/>
                  <a:gd name="connsiteX32-12449" fmla="*/ 6123709 w 10460182"/>
                  <a:gd name="connsiteY32-12450" fmla="*/ 401782 h 10474037"/>
                  <a:gd name="connsiteX33-12451" fmla="*/ 6594763 w 10460182"/>
                  <a:gd name="connsiteY33-12452" fmla="*/ 263237 h 10474037"/>
                  <a:gd name="connsiteX34-12453" fmla="*/ 6761018 w 10460182"/>
                  <a:gd name="connsiteY34-12454" fmla="*/ 207818 h 10474037"/>
                  <a:gd name="connsiteX35-12455" fmla="*/ 7038109 w 10460182"/>
                  <a:gd name="connsiteY35-12456" fmla="*/ 277091 h 10474037"/>
                  <a:gd name="connsiteX36-12457" fmla="*/ 7232072 w 10460182"/>
                  <a:gd name="connsiteY36-12458" fmla="*/ 96982 h 10474037"/>
                  <a:gd name="connsiteX37-12459" fmla="*/ 7356763 w 10460182"/>
                  <a:gd name="connsiteY37-12460" fmla="*/ 0 h 10474037"/>
                  <a:gd name="connsiteX38-12461" fmla="*/ 7606145 w 10460182"/>
                  <a:gd name="connsiteY38-12462" fmla="*/ 83127 h 10474037"/>
                  <a:gd name="connsiteX39-12463" fmla="*/ 7910945 w 10460182"/>
                  <a:gd name="connsiteY39-12464" fmla="*/ 207818 h 10474037"/>
                  <a:gd name="connsiteX40-12465" fmla="*/ 8312727 w 10460182"/>
                  <a:gd name="connsiteY40-12466" fmla="*/ 138546 h 10474037"/>
                  <a:gd name="connsiteX41-12467" fmla="*/ 8672945 w 10460182"/>
                  <a:gd name="connsiteY41-12468" fmla="*/ 443346 h 10474037"/>
                  <a:gd name="connsiteX42-12469" fmla="*/ 8908472 w 10460182"/>
                  <a:gd name="connsiteY42-12470" fmla="*/ 623455 h 10474037"/>
                  <a:gd name="connsiteX43-12471" fmla="*/ 9088582 w 10460182"/>
                  <a:gd name="connsiteY43-12472" fmla="*/ 526473 h 10474037"/>
                  <a:gd name="connsiteX44-12473" fmla="*/ 9351818 w 10460182"/>
                  <a:gd name="connsiteY44-12474" fmla="*/ 471055 h 10474037"/>
                  <a:gd name="connsiteX45-12475" fmla="*/ 9518072 w 10460182"/>
                  <a:gd name="connsiteY45-12476" fmla="*/ 498764 h 10474037"/>
                  <a:gd name="connsiteX46-12477" fmla="*/ 9698182 w 10460182"/>
                  <a:gd name="connsiteY46-12478" fmla="*/ 526473 h 10474037"/>
                  <a:gd name="connsiteX47-12479" fmla="*/ 10002982 w 10460182"/>
                  <a:gd name="connsiteY47-12480" fmla="*/ 872837 h 10474037"/>
                  <a:gd name="connsiteX48-12481" fmla="*/ 10238509 w 10460182"/>
                  <a:gd name="connsiteY48-12482" fmla="*/ 1066800 h 10474037"/>
                  <a:gd name="connsiteX49-12483" fmla="*/ 10224654 w 10460182"/>
                  <a:gd name="connsiteY49-12484" fmla="*/ 1330037 h 10474037"/>
                  <a:gd name="connsiteX50-12485" fmla="*/ 10238509 w 10460182"/>
                  <a:gd name="connsiteY50-12486" fmla="*/ 1524000 h 10474037"/>
                  <a:gd name="connsiteX51-12487" fmla="*/ 10280072 w 10460182"/>
                  <a:gd name="connsiteY51-12488" fmla="*/ 1648691 h 10474037"/>
                  <a:gd name="connsiteX52-12489" fmla="*/ 10460182 w 10460182"/>
                  <a:gd name="connsiteY52-12490" fmla="*/ 1884218 h 10474037"/>
                  <a:gd name="connsiteX53-12491" fmla="*/ 10099963 w 10460182"/>
                  <a:gd name="connsiteY53-12492" fmla="*/ 2341418 h 10474037"/>
                  <a:gd name="connsiteX54-12493" fmla="*/ 9781309 w 10460182"/>
                  <a:gd name="connsiteY54-12494" fmla="*/ 2576946 h 10474037"/>
                  <a:gd name="connsiteX55-12495" fmla="*/ 9601200 w 10460182"/>
                  <a:gd name="connsiteY55-12496" fmla="*/ 3505200 h 10474037"/>
                  <a:gd name="connsiteX56-12497" fmla="*/ 9601200 w 10460182"/>
                  <a:gd name="connsiteY56-12498" fmla="*/ 3796146 h 10474037"/>
                  <a:gd name="connsiteX57-12499" fmla="*/ 9365672 w 10460182"/>
                  <a:gd name="connsiteY57-12500" fmla="*/ 3990109 h 10474037"/>
                  <a:gd name="connsiteX58-12501" fmla="*/ 9310254 w 10460182"/>
                  <a:gd name="connsiteY58-12502" fmla="*/ 4156364 h 10474037"/>
                  <a:gd name="connsiteX59-12503" fmla="*/ 9199418 w 10460182"/>
                  <a:gd name="connsiteY59-12504" fmla="*/ 4364182 h 10474037"/>
                  <a:gd name="connsiteX60-12505" fmla="*/ 9268691 w 10460182"/>
                  <a:gd name="connsiteY60-12506" fmla="*/ 4530437 h 10474037"/>
                  <a:gd name="connsiteX61-12507" fmla="*/ 9337963 w 10460182"/>
                  <a:gd name="connsiteY61-12508" fmla="*/ 4738255 h 10474037"/>
                  <a:gd name="connsiteX62-12509" fmla="*/ 9421091 w 10460182"/>
                  <a:gd name="connsiteY62-12510" fmla="*/ 4987637 h 10474037"/>
                  <a:gd name="connsiteX63-12511" fmla="*/ 9434945 w 10460182"/>
                  <a:gd name="connsiteY63-12512" fmla="*/ 5292437 h 10474037"/>
                  <a:gd name="connsiteX64-12513" fmla="*/ 9462654 w 10460182"/>
                  <a:gd name="connsiteY64-12514" fmla="*/ 5694218 h 10474037"/>
                  <a:gd name="connsiteX65-12515" fmla="*/ 9587345 w 10460182"/>
                  <a:gd name="connsiteY65-12516" fmla="*/ 6054437 h 10474037"/>
                  <a:gd name="connsiteX66-12517" fmla="*/ 9545782 w 10460182"/>
                  <a:gd name="connsiteY66-12518" fmla="*/ 6456218 h 10474037"/>
                  <a:gd name="connsiteX67-12519" fmla="*/ 9933709 w 10460182"/>
                  <a:gd name="connsiteY67-12520" fmla="*/ 6941127 h 10474037"/>
                  <a:gd name="connsiteX68-12521" fmla="*/ 10113818 w 10460182"/>
                  <a:gd name="connsiteY68-12522" fmla="*/ 7287491 h 10474037"/>
                  <a:gd name="connsiteX69-12523" fmla="*/ 10252363 w 10460182"/>
                  <a:gd name="connsiteY69-12524" fmla="*/ 7620000 h 10474037"/>
                  <a:gd name="connsiteX70-12525" fmla="*/ 9670472 w 10460182"/>
                  <a:gd name="connsiteY70-12526" fmla="*/ 7620000 h 10474037"/>
                  <a:gd name="connsiteX71-12527" fmla="*/ 9337963 w 10460182"/>
                  <a:gd name="connsiteY71-12528" fmla="*/ 7730837 h 10474037"/>
                  <a:gd name="connsiteX72-12529" fmla="*/ 9102436 w 10460182"/>
                  <a:gd name="connsiteY72-12530" fmla="*/ 7869382 h 10474037"/>
                  <a:gd name="connsiteX73-12531" fmla="*/ 9019309 w 10460182"/>
                  <a:gd name="connsiteY73-12532" fmla="*/ 8077200 h 10474037"/>
                  <a:gd name="connsiteX74-12533" fmla="*/ 8956730 w 10460182"/>
                  <a:gd name="connsiteY74-12534" fmla="*/ 8174182 h 10474037"/>
                  <a:gd name="connsiteX75-12535" fmla="*/ 9027559 w 10460182"/>
                  <a:gd name="connsiteY75-12536" fmla="*/ 8603673 h 10474037"/>
                  <a:gd name="connsiteX76-12537" fmla="*/ 9030673 w 10460182"/>
                  <a:gd name="connsiteY76-12538" fmla="*/ 8837177 h 10474037"/>
                  <a:gd name="connsiteX77-12539" fmla="*/ 8991600 w 10460182"/>
                  <a:gd name="connsiteY77-12540" fmla="*/ 9047018 h 10474037"/>
                  <a:gd name="connsiteX78-12541" fmla="*/ 8894618 w 10460182"/>
                  <a:gd name="connsiteY78-12542" fmla="*/ 9351818 h 10474037"/>
                  <a:gd name="connsiteX79-12543" fmla="*/ 8922327 w 10460182"/>
                  <a:gd name="connsiteY79-12544" fmla="*/ 9615055 h 10474037"/>
                  <a:gd name="connsiteX80-12545" fmla="*/ 9144000 w 10460182"/>
                  <a:gd name="connsiteY80-12546" fmla="*/ 9781309 h 10474037"/>
                  <a:gd name="connsiteX81-12547" fmla="*/ 9353374 w 10460182"/>
                  <a:gd name="connsiteY81-12548" fmla="*/ 9932153 h 10474037"/>
                  <a:gd name="connsiteX82-12549" fmla="*/ 9529903 w 10460182"/>
                  <a:gd name="connsiteY82-12550" fmla="*/ 9984146 h 10474037"/>
                  <a:gd name="connsiteX83-12551" fmla="*/ 9625328 w 10460182"/>
                  <a:gd name="connsiteY83-12552" fmla="*/ 9870197 h 10474037"/>
                  <a:gd name="connsiteX84-12553" fmla="*/ 9667359 w 10460182"/>
                  <a:gd name="connsiteY84-12554" fmla="*/ 9882495 h 10474037"/>
                  <a:gd name="connsiteX85-12555" fmla="*/ 9668916 w 10460182"/>
                  <a:gd name="connsiteY85-12556" fmla="*/ 10335491 h 10474037"/>
                  <a:gd name="connsiteX86-12557" fmla="*/ 9495500 w 10460182"/>
                  <a:gd name="connsiteY86-12558" fmla="*/ 10385150 h 10474037"/>
                  <a:gd name="connsiteX87-12559" fmla="*/ 9310254 w 10460182"/>
                  <a:gd name="connsiteY87-12560" fmla="*/ 10474037 h 10474037"/>
                  <a:gd name="connsiteX88-12561" fmla="*/ 9227127 w 10460182"/>
                  <a:gd name="connsiteY88-12562" fmla="*/ 10321637 h 10474037"/>
                  <a:gd name="connsiteX89-12563" fmla="*/ 9033163 w 10460182"/>
                  <a:gd name="connsiteY89-12564" fmla="*/ 10072255 h 10474037"/>
                  <a:gd name="connsiteX90-12565" fmla="*/ 8825345 w 10460182"/>
                  <a:gd name="connsiteY90-12566" fmla="*/ 9892146 h 10474037"/>
                  <a:gd name="connsiteX91-12567" fmla="*/ 8534400 w 10460182"/>
                  <a:gd name="connsiteY91-12568" fmla="*/ 9781309 h 10474037"/>
                  <a:gd name="connsiteX92-12569" fmla="*/ 8423563 w 10460182"/>
                  <a:gd name="connsiteY92-12570" fmla="*/ 9725891 h 10474037"/>
                  <a:gd name="connsiteX93-12571" fmla="*/ 8285018 w 10460182"/>
                  <a:gd name="connsiteY93-12572" fmla="*/ 9559637 h 10474037"/>
                  <a:gd name="connsiteX94-12573" fmla="*/ 8257309 w 10460182"/>
                  <a:gd name="connsiteY94-12574" fmla="*/ 9421091 h 10474037"/>
                  <a:gd name="connsiteX95-12575" fmla="*/ 8146472 w 10460182"/>
                  <a:gd name="connsiteY95-12576" fmla="*/ 9434946 h 10474037"/>
                  <a:gd name="connsiteX96-12577" fmla="*/ 8091054 w 10460182"/>
                  <a:gd name="connsiteY96-12578" fmla="*/ 9656618 h 10474037"/>
                  <a:gd name="connsiteX97-12579" fmla="*/ 7806336 w 10460182"/>
                  <a:gd name="connsiteY97-12580" fmla="*/ 9662378 h 10474037"/>
                  <a:gd name="connsiteX98-12581" fmla="*/ 7567694 w 10460182"/>
                  <a:gd name="connsiteY98-12582" fmla="*/ 9599177 h 10474037"/>
                  <a:gd name="connsiteX99-12583" fmla="*/ 7466043 w 10460182"/>
                  <a:gd name="connsiteY99-12584" fmla="*/ 9550452 h 10474037"/>
                  <a:gd name="connsiteX100-12585" fmla="*/ 7439891 w 10460182"/>
                  <a:gd name="connsiteY100-12586" fmla="*/ 9240982 h 10474037"/>
                  <a:gd name="connsiteX101-12587" fmla="*/ 7397859 w 10460182"/>
                  <a:gd name="connsiteY101-12588" fmla="*/ 9434946 h 10474037"/>
                  <a:gd name="connsiteX102-12589" fmla="*/ 7287491 w 10460182"/>
                  <a:gd name="connsiteY102-12590" fmla="*/ 9528969 h 10474037"/>
                  <a:gd name="connsiteX103-12591" fmla="*/ 7221797 w 10460182"/>
                  <a:gd name="connsiteY103-12592" fmla="*/ 9200975 h 10474037"/>
                  <a:gd name="connsiteX104-12593" fmla="*/ 6954982 w 10460182"/>
                  <a:gd name="connsiteY104-12594" fmla="*/ 9268691 h 10474037"/>
                  <a:gd name="connsiteX105-12595" fmla="*/ 6710737 w 10460182"/>
                  <a:gd name="connsiteY105-12596" fmla="*/ 9341078 h 10474037"/>
                  <a:gd name="connsiteX106-12597" fmla="*/ 6674777 w 10460182"/>
                  <a:gd name="connsiteY106-12598" fmla="*/ 9141977 h 10474037"/>
                  <a:gd name="connsiteX107-12599" fmla="*/ 6511636 w 10460182"/>
                  <a:gd name="connsiteY107-12600" fmla="*/ 9033164 h 10474037"/>
                  <a:gd name="connsiteX108-12601" fmla="*/ 6428509 w 10460182"/>
                  <a:gd name="connsiteY108-12602" fmla="*/ 9033164 h 10474037"/>
                  <a:gd name="connsiteX109-12603" fmla="*/ 6325922 w 10460182"/>
                  <a:gd name="connsiteY109-12604" fmla="*/ 9136372 h 10474037"/>
                  <a:gd name="connsiteX110-12605" fmla="*/ 6167763 w 10460182"/>
                  <a:gd name="connsiteY110-12606" fmla="*/ 9057292 h 10474037"/>
                  <a:gd name="connsiteX111-12607" fmla="*/ 6002132 w 10460182"/>
                  <a:gd name="connsiteY111-12608" fmla="*/ 9172799 h 10474037"/>
                  <a:gd name="connsiteX112-12609" fmla="*/ 5749636 w 10460182"/>
                  <a:gd name="connsiteY112-12610" fmla="*/ 9130146 h 10474037"/>
                  <a:gd name="connsiteX113-12611" fmla="*/ 5674760 w 10460182"/>
                  <a:gd name="connsiteY113-12612" fmla="*/ 9160969 h 10474037"/>
                  <a:gd name="connsiteX114-12613" fmla="*/ 5507415 w 10460182"/>
                  <a:gd name="connsiteY114-12614" fmla="*/ 9207202 h 10474037"/>
                  <a:gd name="connsiteX115-12615" fmla="*/ 5505859 w 10460182"/>
                  <a:gd name="connsiteY115-12616" fmla="*/ 8950037 h 10474037"/>
                  <a:gd name="connsiteX116-12617" fmla="*/ 5505857 w 10460182"/>
                  <a:gd name="connsiteY116-12618" fmla="*/ 8714042 h 10474037"/>
                  <a:gd name="connsiteX117-12619" fmla="*/ 5336024 w 10460182"/>
                  <a:gd name="connsiteY117-12620" fmla="*/ 8412357 h 10474037"/>
                  <a:gd name="connsiteX118-12621" fmla="*/ 5230324 w 10460182"/>
                  <a:gd name="connsiteY118-12622" fmla="*/ 8161885 h 10474037"/>
                  <a:gd name="connsiteX119-12623" fmla="*/ 5317031 w 10460182"/>
                  <a:gd name="connsiteY119-12624" fmla="*/ 7689273 h 10474037"/>
                  <a:gd name="connsiteX120-12625" fmla="*/ 5201059 w 10460182"/>
                  <a:gd name="connsiteY120-12626" fmla="*/ 7399417 h 10474037"/>
                  <a:gd name="connsiteX121-12627" fmla="*/ 5250872 w 10460182"/>
                  <a:gd name="connsiteY121-12628" fmla="*/ 7148946 h 10474037"/>
                  <a:gd name="connsiteX122-12629" fmla="*/ 5245735 w 10460182"/>
                  <a:gd name="connsiteY122-12630" fmla="*/ 7097730 h 10474037"/>
                  <a:gd name="connsiteX123-12631" fmla="*/ 4577603 w 10460182"/>
                  <a:gd name="connsiteY123-12632" fmla="*/ 7093061 h 10474037"/>
                  <a:gd name="connsiteX124-12633" fmla="*/ 4528412 w 10460182"/>
                  <a:gd name="connsiteY124-12634" fmla="*/ 6919645 h 10474037"/>
                  <a:gd name="connsiteX125-12635" fmla="*/ 4038834 w 10460182"/>
                  <a:gd name="connsiteY125-12636" fmla="*/ 6895517 h 10474037"/>
                  <a:gd name="connsiteX126-12637" fmla="*/ 3976254 w 10460182"/>
                  <a:gd name="connsiteY126-12638" fmla="*/ 7148946 h 10474037"/>
                  <a:gd name="connsiteX127-12639" fmla="*/ 3932667 w 10460182"/>
                  <a:gd name="connsiteY127-12640" fmla="*/ 7360344 h 10474037"/>
                  <a:gd name="connsiteX128-12641" fmla="*/ 3910095 w 10460182"/>
                  <a:gd name="connsiteY128-12642" fmla="*/ 7482545 h 10474037"/>
                  <a:gd name="connsiteX129-12643" fmla="*/ 3559528 w 10460182"/>
                  <a:gd name="connsiteY129-12644" fmla="*/ 7476941 h 10474037"/>
                  <a:gd name="connsiteX130-12645" fmla="*/ 3311236 w 10460182"/>
                  <a:gd name="connsiteY130-12646" fmla="*/ 7481455 h 10474037"/>
                  <a:gd name="connsiteX131-12647" fmla="*/ 2895600 w 10460182"/>
                  <a:gd name="connsiteY131-12648" fmla="*/ 7467600 h 10474037"/>
                  <a:gd name="connsiteX132-12649" fmla="*/ 2784763 w 10460182"/>
                  <a:gd name="connsiteY132-12650" fmla="*/ 7218218 h 10474037"/>
                  <a:gd name="connsiteX133-12651" fmla="*/ 2604654 w 10460182"/>
                  <a:gd name="connsiteY133-12652" fmla="*/ 6941127 h 10474037"/>
                  <a:gd name="connsiteX134-12653" fmla="*/ 2410691 w 10460182"/>
                  <a:gd name="connsiteY134-12654" fmla="*/ 6442364 h 10474037"/>
                  <a:gd name="connsiteX135-12655" fmla="*/ 2327563 w 10460182"/>
                  <a:gd name="connsiteY135-12656" fmla="*/ 6303818 h 10474037"/>
                  <a:gd name="connsiteX136-12657" fmla="*/ 1662545 w 10460182"/>
                  <a:gd name="connsiteY136-12658" fmla="*/ 6276109 h 10474037"/>
                  <a:gd name="connsiteX137-12659" fmla="*/ 1233054 w 10460182"/>
                  <a:gd name="connsiteY137-12660" fmla="*/ 6276109 h 10474037"/>
                  <a:gd name="connsiteX138-12661" fmla="*/ 1136072 w 10460182"/>
                  <a:gd name="connsiteY138-12662" fmla="*/ 6331527 h 10474037"/>
                  <a:gd name="connsiteX139-12663" fmla="*/ 706582 w 10460182"/>
                  <a:gd name="connsiteY139-12664" fmla="*/ 6289964 h 10474037"/>
                  <a:gd name="connsiteX140-12665" fmla="*/ 318654 w 10460182"/>
                  <a:gd name="connsiteY140-12666" fmla="*/ 6317673 h 10474037"/>
                  <a:gd name="connsiteX141-12667" fmla="*/ 96982 w 10460182"/>
                  <a:gd name="connsiteY141-12668" fmla="*/ 6470073 h 10474037"/>
                  <a:gd name="connsiteX142-12669" fmla="*/ 0 w 10460182"/>
                  <a:gd name="connsiteY142-12670" fmla="*/ 6373091 h 10474037"/>
                  <a:gd name="connsiteX143-12671" fmla="*/ 83127 w 10460182"/>
                  <a:gd name="connsiteY143-12672" fmla="*/ 6317673 h 10474037"/>
                  <a:gd name="connsiteX0-12673" fmla="*/ 83127 w 10460182"/>
                  <a:gd name="connsiteY0-12674" fmla="*/ 6317673 h 10474037"/>
                  <a:gd name="connsiteX1-12675" fmla="*/ 96982 w 10460182"/>
                  <a:gd name="connsiteY1-12676" fmla="*/ 5874327 h 10474037"/>
                  <a:gd name="connsiteX2-12677" fmla="*/ 401782 w 10460182"/>
                  <a:gd name="connsiteY2-12678" fmla="*/ 5611091 h 10474037"/>
                  <a:gd name="connsiteX3-12679" fmla="*/ 651163 w 10460182"/>
                  <a:gd name="connsiteY3-12680" fmla="*/ 5749637 h 10474037"/>
                  <a:gd name="connsiteX4-12681" fmla="*/ 858982 w 10460182"/>
                  <a:gd name="connsiteY4-12682" fmla="*/ 5583382 h 10474037"/>
                  <a:gd name="connsiteX5-12683" fmla="*/ 997527 w 10460182"/>
                  <a:gd name="connsiteY5-12684" fmla="*/ 5430982 h 10474037"/>
                  <a:gd name="connsiteX6-12685" fmla="*/ 1080654 w 10460182"/>
                  <a:gd name="connsiteY6-12686" fmla="*/ 5514109 h 10474037"/>
                  <a:gd name="connsiteX7-12687" fmla="*/ 1269312 w 10460182"/>
                  <a:gd name="connsiteY7-12688" fmla="*/ 5758775 h 10474037"/>
                  <a:gd name="connsiteX8-12689" fmla="*/ 1523116 w 10460182"/>
                  <a:gd name="connsiteY8-12690" fmla="*/ 5560095 h 10474037"/>
                  <a:gd name="connsiteX9-12691" fmla="*/ 1731818 w 10460182"/>
                  <a:gd name="connsiteY9-12692" fmla="*/ 5375564 h 10474037"/>
                  <a:gd name="connsiteX10-12693" fmla="*/ 2022763 w 10460182"/>
                  <a:gd name="connsiteY10-12694" fmla="*/ 5140037 h 10474037"/>
                  <a:gd name="connsiteX11-12695" fmla="*/ 2119745 w 10460182"/>
                  <a:gd name="connsiteY11-12696" fmla="*/ 4710546 h 10474037"/>
                  <a:gd name="connsiteX12-12697" fmla="*/ 2172511 w 10460182"/>
                  <a:gd name="connsiteY12-12698" fmla="*/ 4243913 h 10474037"/>
                  <a:gd name="connsiteX13-12699" fmla="*/ 2355272 w 10460182"/>
                  <a:gd name="connsiteY13-12700" fmla="*/ 3934691 h 10474037"/>
                  <a:gd name="connsiteX14-12701" fmla="*/ 2715491 w 10460182"/>
                  <a:gd name="connsiteY14-12702" fmla="*/ 3532909 h 10474037"/>
                  <a:gd name="connsiteX15-12703" fmla="*/ 2978727 w 10460182"/>
                  <a:gd name="connsiteY15-12704" fmla="*/ 3338946 h 10474037"/>
                  <a:gd name="connsiteX16-12705" fmla="*/ 3006436 w 10460182"/>
                  <a:gd name="connsiteY16-12706" fmla="*/ 2895600 h 10474037"/>
                  <a:gd name="connsiteX17-12707" fmla="*/ 3075709 w 10460182"/>
                  <a:gd name="connsiteY17-12708" fmla="*/ 2604655 h 10474037"/>
                  <a:gd name="connsiteX18-12709" fmla="*/ 3075709 w 10460182"/>
                  <a:gd name="connsiteY18-12710" fmla="*/ 2396837 h 10474037"/>
                  <a:gd name="connsiteX19-12711" fmla="*/ 3214254 w 10460182"/>
                  <a:gd name="connsiteY19-12712" fmla="*/ 2064327 h 10474037"/>
                  <a:gd name="connsiteX20-12713" fmla="*/ 3214254 w 10460182"/>
                  <a:gd name="connsiteY20-12714" fmla="*/ 1773382 h 10474037"/>
                  <a:gd name="connsiteX21-12715" fmla="*/ 3532909 w 10460182"/>
                  <a:gd name="connsiteY21-12716" fmla="*/ 1205346 h 10474037"/>
                  <a:gd name="connsiteX22-12717" fmla="*/ 3463636 w 10460182"/>
                  <a:gd name="connsiteY22-12718" fmla="*/ 831273 h 10474037"/>
                  <a:gd name="connsiteX23-12719" fmla="*/ 3491345 w 10460182"/>
                  <a:gd name="connsiteY23-12720" fmla="*/ 623455 h 10474037"/>
                  <a:gd name="connsiteX24-12721" fmla="*/ 3823854 w 10460182"/>
                  <a:gd name="connsiteY24-12722" fmla="*/ 263237 h 10474037"/>
                  <a:gd name="connsiteX25-12723" fmla="*/ 4017818 w 10460182"/>
                  <a:gd name="connsiteY25-12724" fmla="*/ 138546 h 10474037"/>
                  <a:gd name="connsiteX26-12725" fmla="*/ 4433454 w 10460182"/>
                  <a:gd name="connsiteY26-12726" fmla="*/ 374073 h 10474037"/>
                  <a:gd name="connsiteX27-12727" fmla="*/ 4599709 w 10460182"/>
                  <a:gd name="connsiteY27-12728" fmla="*/ 568037 h 10474037"/>
                  <a:gd name="connsiteX28-12729" fmla="*/ 5070763 w 10460182"/>
                  <a:gd name="connsiteY28-12730" fmla="*/ 623455 h 10474037"/>
                  <a:gd name="connsiteX29-12731" fmla="*/ 5417127 w 10460182"/>
                  <a:gd name="connsiteY29-12732" fmla="*/ 637309 h 10474037"/>
                  <a:gd name="connsiteX30-12733" fmla="*/ 5680363 w 10460182"/>
                  <a:gd name="connsiteY30-12734" fmla="*/ 692727 h 10474037"/>
                  <a:gd name="connsiteX31-12735" fmla="*/ 5860472 w 10460182"/>
                  <a:gd name="connsiteY31-12736" fmla="*/ 360218 h 10474037"/>
                  <a:gd name="connsiteX32-12737" fmla="*/ 6123709 w 10460182"/>
                  <a:gd name="connsiteY32-12738" fmla="*/ 401782 h 10474037"/>
                  <a:gd name="connsiteX33-12739" fmla="*/ 6594763 w 10460182"/>
                  <a:gd name="connsiteY33-12740" fmla="*/ 263237 h 10474037"/>
                  <a:gd name="connsiteX34-12741" fmla="*/ 6761018 w 10460182"/>
                  <a:gd name="connsiteY34-12742" fmla="*/ 207818 h 10474037"/>
                  <a:gd name="connsiteX35-12743" fmla="*/ 7038109 w 10460182"/>
                  <a:gd name="connsiteY35-12744" fmla="*/ 277091 h 10474037"/>
                  <a:gd name="connsiteX36-12745" fmla="*/ 7232072 w 10460182"/>
                  <a:gd name="connsiteY36-12746" fmla="*/ 96982 h 10474037"/>
                  <a:gd name="connsiteX37-12747" fmla="*/ 7356763 w 10460182"/>
                  <a:gd name="connsiteY37-12748" fmla="*/ 0 h 10474037"/>
                  <a:gd name="connsiteX38-12749" fmla="*/ 7606145 w 10460182"/>
                  <a:gd name="connsiteY38-12750" fmla="*/ 83127 h 10474037"/>
                  <a:gd name="connsiteX39-12751" fmla="*/ 7910945 w 10460182"/>
                  <a:gd name="connsiteY39-12752" fmla="*/ 207818 h 10474037"/>
                  <a:gd name="connsiteX40-12753" fmla="*/ 8312727 w 10460182"/>
                  <a:gd name="connsiteY40-12754" fmla="*/ 138546 h 10474037"/>
                  <a:gd name="connsiteX41-12755" fmla="*/ 8672945 w 10460182"/>
                  <a:gd name="connsiteY41-12756" fmla="*/ 443346 h 10474037"/>
                  <a:gd name="connsiteX42-12757" fmla="*/ 8908472 w 10460182"/>
                  <a:gd name="connsiteY42-12758" fmla="*/ 623455 h 10474037"/>
                  <a:gd name="connsiteX43-12759" fmla="*/ 9088582 w 10460182"/>
                  <a:gd name="connsiteY43-12760" fmla="*/ 526473 h 10474037"/>
                  <a:gd name="connsiteX44-12761" fmla="*/ 9351818 w 10460182"/>
                  <a:gd name="connsiteY44-12762" fmla="*/ 471055 h 10474037"/>
                  <a:gd name="connsiteX45-12763" fmla="*/ 9518072 w 10460182"/>
                  <a:gd name="connsiteY45-12764" fmla="*/ 498764 h 10474037"/>
                  <a:gd name="connsiteX46-12765" fmla="*/ 9698182 w 10460182"/>
                  <a:gd name="connsiteY46-12766" fmla="*/ 526473 h 10474037"/>
                  <a:gd name="connsiteX47-12767" fmla="*/ 10002982 w 10460182"/>
                  <a:gd name="connsiteY47-12768" fmla="*/ 872837 h 10474037"/>
                  <a:gd name="connsiteX48-12769" fmla="*/ 10238509 w 10460182"/>
                  <a:gd name="connsiteY48-12770" fmla="*/ 1066800 h 10474037"/>
                  <a:gd name="connsiteX49-12771" fmla="*/ 10224654 w 10460182"/>
                  <a:gd name="connsiteY49-12772" fmla="*/ 1330037 h 10474037"/>
                  <a:gd name="connsiteX50-12773" fmla="*/ 10238509 w 10460182"/>
                  <a:gd name="connsiteY50-12774" fmla="*/ 1524000 h 10474037"/>
                  <a:gd name="connsiteX51-12775" fmla="*/ 10280072 w 10460182"/>
                  <a:gd name="connsiteY51-12776" fmla="*/ 1648691 h 10474037"/>
                  <a:gd name="connsiteX52-12777" fmla="*/ 10460182 w 10460182"/>
                  <a:gd name="connsiteY52-12778" fmla="*/ 1884218 h 10474037"/>
                  <a:gd name="connsiteX53-12779" fmla="*/ 10099963 w 10460182"/>
                  <a:gd name="connsiteY53-12780" fmla="*/ 2341418 h 10474037"/>
                  <a:gd name="connsiteX54-12781" fmla="*/ 9781309 w 10460182"/>
                  <a:gd name="connsiteY54-12782" fmla="*/ 2576946 h 10474037"/>
                  <a:gd name="connsiteX55-12783" fmla="*/ 9601200 w 10460182"/>
                  <a:gd name="connsiteY55-12784" fmla="*/ 3505200 h 10474037"/>
                  <a:gd name="connsiteX56-12785" fmla="*/ 9601200 w 10460182"/>
                  <a:gd name="connsiteY56-12786" fmla="*/ 3796146 h 10474037"/>
                  <a:gd name="connsiteX57-12787" fmla="*/ 9365672 w 10460182"/>
                  <a:gd name="connsiteY57-12788" fmla="*/ 3990109 h 10474037"/>
                  <a:gd name="connsiteX58-12789" fmla="*/ 9310254 w 10460182"/>
                  <a:gd name="connsiteY58-12790" fmla="*/ 4156364 h 10474037"/>
                  <a:gd name="connsiteX59-12791" fmla="*/ 9199418 w 10460182"/>
                  <a:gd name="connsiteY59-12792" fmla="*/ 4364182 h 10474037"/>
                  <a:gd name="connsiteX60-12793" fmla="*/ 9268691 w 10460182"/>
                  <a:gd name="connsiteY60-12794" fmla="*/ 4530437 h 10474037"/>
                  <a:gd name="connsiteX61-12795" fmla="*/ 9337963 w 10460182"/>
                  <a:gd name="connsiteY61-12796" fmla="*/ 4738255 h 10474037"/>
                  <a:gd name="connsiteX62-12797" fmla="*/ 9421091 w 10460182"/>
                  <a:gd name="connsiteY62-12798" fmla="*/ 4987637 h 10474037"/>
                  <a:gd name="connsiteX63-12799" fmla="*/ 9434945 w 10460182"/>
                  <a:gd name="connsiteY63-12800" fmla="*/ 5292437 h 10474037"/>
                  <a:gd name="connsiteX64-12801" fmla="*/ 9462654 w 10460182"/>
                  <a:gd name="connsiteY64-12802" fmla="*/ 5694218 h 10474037"/>
                  <a:gd name="connsiteX65-12803" fmla="*/ 9587345 w 10460182"/>
                  <a:gd name="connsiteY65-12804" fmla="*/ 6054437 h 10474037"/>
                  <a:gd name="connsiteX66-12805" fmla="*/ 9545782 w 10460182"/>
                  <a:gd name="connsiteY66-12806" fmla="*/ 6456218 h 10474037"/>
                  <a:gd name="connsiteX67-12807" fmla="*/ 9933709 w 10460182"/>
                  <a:gd name="connsiteY67-12808" fmla="*/ 6941127 h 10474037"/>
                  <a:gd name="connsiteX68-12809" fmla="*/ 10113818 w 10460182"/>
                  <a:gd name="connsiteY68-12810" fmla="*/ 7287491 h 10474037"/>
                  <a:gd name="connsiteX69-12811" fmla="*/ 10252363 w 10460182"/>
                  <a:gd name="connsiteY69-12812" fmla="*/ 7620000 h 10474037"/>
                  <a:gd name="connsiteX70-12813" fmla="*/ 9670472 w 10460182"/>
                  <a:gd name="connsiteY70-12814" fmla="*/ 7620000 h 10474037"/>
                  <a:gd name="connsiteX71-12815" fmla="*/ 9337963 w 10460182"/>
                  <a:gd name="connsiteY71-12816" fmla="*/ 7730837 h 10474037"/>
                  <a:gd name="connsiteX72-12817" fmla="*/ 9102436 w 10460182"/>
                  <a:gd name="connsiteY72-12818" fmla="*/ 7869382 h 10474037"/>
                  <a:gd name="connsiteX73-12819" fmla="*/ 9019309 w 10460182"/>
                  <a:gd name="connsiteY73-12820" fmla="*/ 8077200 h 10474037"/>
                  <a:gd name="connsiteX74-12821" fmla="*/ 8956730 w 10460182"/>
                  <a:gd name="connsiteY74-12822" fmla="*/ 8174182 h 10474037"/>
                  <a:gd name="connsiteX75-12823" fmla="*/ 9027559 w 10460182"/>
                  <a:gd name="connsiteY75-12824" fmla="*/ 8603673 h 10474037"/>
                  <a:gd name="connsiteX76-12825" fmla="*/ 9030673 w 10460182"/>
                  <a:gd name="connsiteY76-12826" fmla="*/ 8837177 h 10474037"/>
                  <a:gd name="connsiteX77-12827" fmla="*/ 8991600 w 10460182"/>
                  <a:gd name="connsiteY77-12828" fmla="*/ 9047018 h 10474037"/>
                  <a:gd name="connsiteX78-12829" fmla="*/ 8894618 w 10460182"/>
                  <a:gd name="connsiteY78-12830" fmla="*/ 9351818 h 10474037"/>
                  <a:gd name="connsiteX79-12831" fmla="*/ 8922327 w 10460182"/>
                  <a:gd name="connsiteY79-12832" fmla="*/ 9615055 h 10474037"/>
                  <a:gd name="connsiteX80-12833" fmla="*/ 9144000 w 10460182"/>
                  <a:gd name="connsiteY80-12834" fmla="*/ 9781309 h 10474037"/>
                  <a:gd name="connsiteX81-12835" fmla="*/ 9353374 w 10460182"/>
                  <a:gd name="connsiteY81-12836" fmla="*/ 9932153 h 10474037"/>
                  <a:gd name="connsiteX82-12837" fmla="*/ 9529903 w 10460182"/>
                  <a:gd name="connsiteY82-12838" fmla="*/ 9984146 h 10474037"/>
                  <a:gd name="connsiteX83-12839" fmla="*/ 9625328 w 10460182"/>
                  <a:gd name="connsiteY83-12840" fmla="*/ 9870197 h 10474037"/>
                  <a:gd name="connsiteX84-12841" fmla="*/ 9667359 w 10460182"/>
                  <a:gd name="connsiteY84-12842" fmla="*/ 9882495 h 10474037"/>
                  <a:gd name="connsiteX85-12843" fmla="*/ 9668916 w 10460182"/>
                  <a:gd name="connsiteY85-12844" fmla="*/ 10335491 h 10474037"/>
                  <a:gd name="connsiteX86-12845" fmla="*/ 9495500 w 10460182"/>
                  <a:gd name="connsiteY86-12846" fmla="*/ 10385150 h 10474037"/>
                  <a:gd name="connsiteX87-12847" fmla="*/ 9310254 w 10460182"/>
                  <a:gd name="connsiteY87-12848" fmla="*/ 10474037 h 10474037"/>
                  <a:gd name="connsiteX88-12849" fmla="*/ 9227127 w 10460182"/>
                  <a:gd name="connsiteY88-12850" fmla="*/ 10321637 h 10474037"/>
                  <a:gd name="connsiteX89-12851" fmla="*/ 9033163 w 10460182"/>
                  <a:gd name="connsiteY89-12852" fmla="*/ 10072255 h 10474037"/>
                  <a:gd name="connsiteX90-12853" fmla="*/ 8825345 w 10460182"/>
                  <a:gd name="connsiteY90-12854" fmla="*/ 9892146 h 10474037"/>
                  <a:gd name="connsiteX91-12855" fmla="*/ 8534400 w 10460182"/>
                  <a:gd name="connsiteY91-12856" fmla="*/ 9781309 h 10474037"/>
                  <a:gd name="connsiteX92-12857" fmla="*/ 8423563 w 10460182"/>
                  <a:gd name="connsiteY92-12858" fmla="*/ 9725891 h 10474037"/>
                  <a:gd name="connsiteX93-12859" fmla="*/ 8285018 w 10460182"/>
                  <a:gd name="connsiteY93-12860" fmla="*/ 9559637 h 10474037"/>
                  <a:gd name="connsiteX94-12861" fmla="*/ 8257309 w 10460182"/>
                  <a:gd name="connsiteY94-12862" fmla="*/ 9421091 h 10474037"/>
                  <a:gd name="connsiteX95-12863" fmla="*/ 8146472 w 10460182"/>
                  <a:gd name="connsiteY95-12864" fmla="*/ 9434946 h 10474037"/>
                  <a:gd name="connsiteX96-12865" fmla="*/ 8091054 w 10460182"/>
                  <a:gd name="connsiteY96-12866" fmla="*/ 9656618 h 10474037"/>
                  <a:gd name="connsiteX97-12867" fmla="*/ 7806336 w 10460182"/>
                  <a:gd name="connsiteY97-12868" fmla="*/ 9662378 h 10474037"/>
                  <a:gd name="connsiteX98-12869" fmla="*/ 7567694 w 10460182"/>
                  <a:gd name="connsiteY98-12870" fmla="*/ 9599177 h 10474037"/>
                  <a:gd name="connsiteX99-12871" fmla="*/ 7466043 w 10460182"/>
                  <a:gd name="connsiteY99-12872" fmla="*/ 9550452 h 10474037"/>
                  <a:gd name="connsiteX100-12873" fmla="*/ 7439891 w 10460182"/>
                  <a:gd name="connsiteY100-12874" fmla="*/ 9240982 h 10474037"/>
                  <a:gd name="connsiteX101-12875" fmla="*/ 7397859 w 10460182"/>
                  <a:gd name="connsiteY101-12876" fmla="*/ 9434946 h 10474037"/>
                  <a:gd name="connsiteX102-12877" fmla="*/ 7287491 w 10460182"/>
                  <a:gd name="connsiteY102-12878" fmla="*/ 9528969 h 10474037"/>
                  <a:gd name="connsiteX103-12879" fmla="*/ 7221797 w 10460182"/>
                  <a:gd name="connsiteY103-12880" fmla="*/ 9200975 h 10474037"/>
                  <a:gd name="connsiteX104-12881" fmla="*/ 6954982 w 10460182"/>
                  <a:gd name="connsiteY104-12882" fmla="*/ 9268691 h 10474037"/>
                  <a:gd name="connsiteX105-12883" fmla="*/ 6710737 w 10460182"/>
                  <a:gd name="connsiteY105-12884" fmla="*/ 9341078 h 10474037"/>
                  <a:gd name="connsiteX106-12885" fmla="*/ 6674777 w 10460182"/>
                  <a:gd name="connsiteY106-12886" fmla="*/ 9141977 h 10474037"/>
                  <a:gd name="connsiteX107-12887" fmla="*/ 6511636 w 10460182"/>
                  <a:gd name="connsiteY107-12888" fmla="*/ 9033164 h 10474037"/>
                  <a:gd name="connsiteX108-12889" fmla="*/ 6428509 w 10460182"/>
                  <a:gd name="connsiteY108-12890" fmla="*/ 9033164 h 10474037"/>
                  <a:gd name="connsiteX109-12891" fmla="*/ 6325922 w 10460182"/>
                  <a:gd name="connsiteY109-12892" fmla="*/ 9136372 h 10474037"/>
                  <a:gd name="connsiteX110-12893" fmla="*/ 6167763 w 10460182"/>
                  <a:gd name="connsiteY110-12894" fmla="*/ 9057292 h 10474037"/>
                  <a:gd name="connsiteX111-12895" fmla="*/ 6002132 w 10460182"/>
                  <a:gd name="connsiteY111-12896" fmla="*/ 9172799 h 10474037"/>
                  <a:gd name="connsiteX112-12897" fmla="*/ 5749636 w 10460182"/>
                  <a:gd name="connsiteY112-12898" fmla="*/ 9130146 h 10474037"/>
                  <a:gd name="connsiteX113-12899" fmla="*/ 5674760 w 10460182"/>
                  <a:gd name="connsiteY113-12900" fmla="*/ 9160969 h 10474037"/>
                  <a:gd name="connsiteX114-12901" fmla="*/ 5507415 w 10460182"/>
                  <a:gd name="connsiteY114-12902" fmla="*/ 9207202 h 10474037"/>
                  <a:gd name="connsiteX115-12903" fmla="*/ 5505859 w 10460182"/>
                  <a:gd name="connsiteY115-12904" fmla="*/ 8950037 h 10474037"/>
                  <a:gd name="connsiteX116-12905" fmla="*/ 5505857 w 10460182"/>
                  <a:gd name="connsiteY116-12906" fmla="*/ 8714042 h 10474037"/>
                  <a:gd name="connsiteX117-12907" fmla="*/ 5336024 w 10460182"/>
                  <a:gd name="connsiteY117-12908" fmla="*/ 8412357 h 10474037"/>
                  <a:gd name="connsiteX118-12909" fmla="*/ 5230324 w 10460182"/>
                  <a:gd name="connsiteY118-12910" fmla="*/ 8161885 h 10474037"/>
                  <a:gd name="connsiteX119-12911" fmla="*/ 5317031 w 10460182"/>
                  <a:gd name="connsiteY119-12912" fmla="*/ 7689273 h 10474037"/>
                  <a:gd name="connsiteX120-12913" fmla="*/ 5201059 w 10460182"/>
                  <a:gd name="connsiteY120-12914" fmla="*/ 7399417 h 10474037"/>
                  <a:gd name="connsiteX121-12915" fmla="*/ 5250872 w 10460182"/>
                  <a:gd name="connsiteY121-12916" fmla="*/ 7148946 h 10474037"/>
                  <a:gd name="connsiteX122-12917" fmla="*/ 5245735 w 10460182"/>
                  <a:gd name="connsiteY122-12918" fmla="*/ 7097730 h 10474037"/>
                  <a:gd name="connsiteX123-12919" fmla="*/ 4577603 w 10460182"/>
                  <a:gd name="connsiteY123-12920" fmla="*/ 7093061 h 10474037"/>
                  <a:gd name="connsiteX124-12921" fmla="*/ 4528412 w 10460182"/>
                  <a:gd name="connsiteY124-12922" fmla="*/ 6919645 h 10474037"/>
                  <a:gd name="connsiteX125-12923" fmla="*/ 4038834 w 10460182"/>
                  <a:gd name="connsiteY125-12924" fmla="*/ 6895517 h 10474037"/>
                  <a:gd name="connsiteX126-12925" fmla="*/ 3976254 w 10460182"/>
                  <a:gd name="connsiteY126-12926" fmla="*/ 7148946 h 10474037"/>
                  <a:gd name="connsiteX127-12927" fmla="*/ 3932667 w 10460182"/>
                  <a:gd name="connsiteY127-12928" fmla="*/ 7360344 h 10474037"/>
                  <a:gd name="connsiteX128-12929" fmla="*/ 3910095 w 10460182"/>
                  <a:gd name="connsiteY128-12930" fmla="*/ 7482545 h 10474037"/>
                  <a:gd name="connsiteX129-12931" fmla="*/ 3559528 w 10460182"/>
                  <a:gd name="connsiteY129-12932" fmla="*/ 7476941 h 10474037"/>
                  <a:gd name="connsiteX130-12933" fmla="*/ 3311236 w 10460182"/>
                  <a:gd name="connsiteY130-12934" fmla="*/ 7481455 h 10474037"/>
                  <a:gd name="connsiteX131-12935" fmla="*/ 2895600 w 10460182"/>
                  <a:gd name="connsiteY131-12936" fmla="*/ 7467600 h 10474037"/>
                  <a:gd name="connsiteX132-12937" fmla="*/ 2784763 w 10460182"/>
                  <a:gd name="connsiteY132-12938" fmla="*/ 7218218 h 10474037"/>
                  <a:gd name="connsiteX133-12939" fmla="*/ 2604654 w 10460182"/>
                  <a:gd name="connsiteY133-12940" fmla="*/ 6941127 h 10474037"/>
                  <a:gd name="connsiteX134-12941" fmla="*/ 2410691 w 10460182"/>
                  <a:gd name="connsiteY134-12942" fmla="*/ 6442364 h 10474037"/>
                  <a:gd name="connsiteX135-12943" fmla="*/ 2327563 w 10460182"/>
                  <a:gd name="connsiteY135-12944" fmla="*/ 6303818 h 10474037"/>
                  <a:gd name="connsiteX136-12945" fmla="*/ 1662545 w 10460182"/>
                  <a:gd name="connsiteY136-12946" fmla="*/ 6276109 h 10474037"/>
                  <a:gd name="connsiteX137-12947" fmla="*/ 1233054 w 10460182"/>
                  <a:gd name="connsiteY137-12948" fmla="*/ 6276109 h 10474037"/>
                  <a:gd name="connsiteX138-12949" fmla="*/ 1136072 w 10460182"/>
                  <a:gd name="connsiteY138-12950" fmla="*/ 6331527 h 10474037"/>
                  <a:gd name="connsiteX139-12951" fmla="*/ 706582 w 10460182"/>
                  <a:gd name="connsiteY139-12952" fmla="*/ 6289964 h 10474037"/>
                  <a:gd name="connsiteX140-12953" fmla="*/ 318654 w 10460182"/>
                  <a:gd name="connsiteY140-12954" fmla="*/ 6317673 h 10474037"/>
                  <a:gd name="connsiteX141-12955" fmla="*/ 96982 w 10460182"/>
                  <a:gd name="connsiteY141-12956" fmla="*/ 6470073 h 10474037"/>
                  <a:gd name="connsiteX142-12957" fmla="*/ 0 w 10460182"/>
                  <a:gd name="connsiteY142-12958" fmla="*/ 6373091 h 10474037"/>
                  <a:gd name="connsiteX143-12959" fmla="*/ 83127 w 10460182"/>
                  <a:gd name="connsiteY143-12960" fmla="*/ 6317673 h 10474037"/>
                  <a:gd name="connsiteX0-12961" fmla="*/ 83127 w 10460182"/>
                  <a:gd name="connsiteY0-12962" fmla="*/ 6317673 h 10474037"/>
                  <a:gd name="connsiteX1-12963" fmla="*/ 96982 w 10460182"/>
                  <a:gd name="connsiteY1-12964" fmla="*/ 5874327 h 10474037"/>
                  <a:gd name="connsiteX2-12965" fmla="*/ 401782 w 10460182"/>
                  <a:gd name="connsiteY2-12966" fmla="*/ 5611091 h 10474037"/>
                  <a:gd name="connsiteX3-12967" fmla="*/ 651163 w 10460182"/>
                  <a:gd name="connsiteY3-12968" fmla="*/ 5749637 h 10474037"/>
                  <a:gd name="connsiteX4-12969" fmla="*/ 858982 w 10460182"/>
                  <a:gd name="connsiteY4-12970" fmla="*/ 5583382 h 10474037"/>
                  <a:gd name="connsiteX5-12971" fmla="*/ 997527 w 10460182"/>
                  <a:gd name="connsiteY5-12972" fmla="*/ 5430982 h 10474037"/>
                  <a:gd name="connsiteX6-12973" fmla="*/ 1080654 w 10460182"/>
                  <a:gd name="connsiteY6-12974" fmla="*/ 5514109 h 10474037"/>
                  <a:gd name="connsiteX7-12975" fmla="*/ 1269312 w 10460182"/>
                  <a:gd name="connsiteY7-12976" fmla="*/ 5758775 h 10474037"/>
                  <a:gd name="connsiteX8-12977" fmla="*/ 1523116 w 10460182"/>
                  <a:gd name="connsiteY8-12978" fmla="*/ 5560095 h 10474037"/>
                  <a:gd name="connsiteX9-12979" fmla="*/ 1731818 w 10460182"/>
                  <a:gd name="connsiteY9-12980" fmla="*/ 5375564 h 10474037"/>
                  <a:gd name="connsiteX10-12981" fmla="*/ 2022763 w 10460182"/>
                  <a:gd name="connsiteY10-12982" fmla="*/ 5140037 h 10474037"/>
                  <a:gd name="connsiteX11-12983" fmla="*/ 2119745 w 10460182"/>
                  <a:gd name="connsiteY11-12984" fmla="*/ 4710546 h 10474037"/>
                  <a:gd name="connsiteX12-12985" fmla="*/ 2172511 w 10460182"/>
                  <a:gd name="connsiteY12-12986" fmla="*/ 4243913 h 10474037"/>
                  <a:gd name="connsiteX13-12987" fmla="*/ 2355272 w 10460182"/>
                  <a:gd name="connsiteY13-12988" fmla="*/ 3934691 h 10474037"/>
                  <a:gd name="connsiteX14-12989" fmla="*/ 2715491 w 10460182"/>
                  <a:gd name="connsiteY14-12990" fmla="*/ 3532909 h 10474037"/>
                  <a:gd name="connsiteX15-12991" fmla="*/ 2978727 w 10460182"/>
                  <a:gd name="connsiteY15-12992" fmla="*/ 3338946 h 10474037"/>
                  <a:gd name="connsiteX16-12993" fmla="*/ 3006436 w 10460182"/>
                  <a:gd name="connsiteY16-12994" fmla="*/ 2895600 h 10474037"/>
                  <a:gd name="connsiteX17-12995" fmla="*/ 3075709 w 10460182"/>
                  <a:gd name="connsiteY17-12996" fmla="*/ 2604655 h 10474037"/>
                  <a:gd name="connsiteX18-12997" fmla="*/ 3075709 w 10460182"/>
                  <a:gd name="connsiteY18-12998" fmla="*/ 2396837 h 10474037"/>
                  <a:gd name="connsiteX19-12999" fmla="*/ 3214254 w 10460182"/>
                  <a:gd name="connsiteY19-13000" fmla="*/ 2064327 h 10474037"/>
                  <a:gd name="connsiteX20-13001" fmla="*/ 3214254 w 10460182"/>
                  <a:gd name="connsiteY20-13002" fmla="*/ 1773382 h 10474037"/>
                  <a:gd name="connsiteX21-13003" fmla="*/ 3513454 w 10460182"/>
                  <a:gd name="connsiteY21-13004" fmla="*/ 1205346 h 10474037"/>
                  <a:gd name="connsiteX22-13005" fmla="*/ 3463636 w 10460182"/>
                  <a:gd name="connsiteY22-13006" fmla="*/ 831273 h 10474037"/>
                  <a:gd name="connsiteX23-13007" fmla="*/ 3491345 w 10460182"/>
                  <a:gd name="connsiteY23-13008" fmla="*/ 623455 h 10474037"/>
                  <a:gd name="connsiteX24-13009" fmla="*/ 3823854 w 10460182"/>
                  <a:gd name="connsiteY24-13010" fmla="*/ 263237 h 10474037"/>
                  <a:gd name="connsiteX25-13011" fmla="*/ 4017818 w 10460182"/>
                  <a:gd name="connsiteY25-13012" fmla="*/ 138546 h 10474037"/>
                  <a:gd name="connsiteX26-13013" fmla="*/ 4433454 w 10460182"/>
                  <a:gd name="connsiteY26-13014" fmla="*/ 374073 h 10474037"/>
                  <a:gd name="connsiteX27-13015" fmla="*/ 4599709 w 10460182"/>
                  <a:gd name="connsiteY27-13016" fmla="*/ 568037 h 10474037"/>
                  <a:gd name="connsiteX28-13017" fmla="*/ 5070763 w 10460182"/>
                  <a:gd name="connsiteY28-13018" fmla="*/ 623455 h 10474037"/>
                  <a:gd name="connsiteX29-13019" fmla="*/ 5417127 w 10460182"/>
                  <a:gd name="connsiteY29-13020" fmla="*/ 637309 h 10474037"/>
                  <a:gd name="connsiteX30-13021" fmla="*/ 5680363 w 10460182"/>
                  <a:gd name="connsiteY30-13022" fmla="*/ 692727 h 10474037"/>
                  <a:gd name="connsiteX31-13023" fmla="*/ 5860472 w 10460182"/>
                  <a:gd name="connsiteY31-13024" fmla="*/ 360218 h 10474037"/>
                  <a:gd name="connsiteX32-13025" fmla="*/ 6123709 w 10460182"/>
                  <a:gd name="connsiteY32-13026" fmla="*/ 401782 h 10474037"/>
                  <a:gd name="connsiteX33-13027" fmla="*/ 6594763 w 10460182"/>
                  <a:gd name="connsiteY33-13028" fmla="*/ 263237 h 10474037"/>
                  <a:gd name="connsiteX34-13029" fmla="*/ 6761018 w 10460182"/>
                  <a:gd name="connsiteY34-13030" fmla="*/ 207818 h 10474037"/>
                  <a:gd name="connsiteX35-13031" fmla="*/ 7038109 w 10460182"/>
                  <a:gd name="connsiteY35-13032" fmla="*/ 277091 h 10474037"/>
                  <a:gd name="connsiteX36-13033" fmla="*/ 7232072 w 10460182"/>
                  <a:gd name="connsiteY36-13034" fmla="*/ 96982 h 10474037"/>
                  <a:gd name="connsiteX37-13035" fmla="*/ 7356763 w 10460182"/>
                  <a:gd name="connsiteY37-13036" fmla="*/ 0 h 10474037"/>
                  <a:gd name="connsiteX38-13037" fmla="*/ 7606145 w 10460182"/>
                  <a:gd name="connsiteY38-13038" fmla="*/ 83127 h 10474037"/>
                  <a:gd name="connsiteX39-13039" fmla="*/ 7910945 w 10460182"/>
                  <a:gd name="connsiteY39-13040" fmla="*/ 207818 h 10474037"/>
                  <a:gd name="connsiteX40-13041" fmla="*/ 8312727 w 10460182"/>
                  <a:gd name="connsiteY40-13042" fmla="*/ 138546 h 10474037"/>
                  <a:gd name="connsiteX41-13043" fmla="*/ 8672945 w 10460182"/>
                  <a:gd name="connsiteY41-13044" fmla="*/ 443346 h 10474037"/>
                  <a:gd name="connsiteX42-13045" fmla="*/ 8908472 w 10460182"/>
                  <a:gd name="connsiteY42-13046" fmla="*/ 623455 h 10474037"/>
                  <a:gd name="connsiteX43-13047" fmla="*/ 9088582 w 10460182"/>
                  <a:gd name="connsiteY43-13048" fmla="*/ 526473 h 10474037"/>
                  <a:gd name="connsiteX44-13049" fmla="*/ 9351818 w 10460182"/>
                  <a:gd name="connsiteY44-13050" fmla="*/ 471055 h 10474037"/>
                  <a:gd name="connsiteX45-13051" fmla="*/ 9518072 w 10460182"/>
                  <a:gd name="connsiteY45-13052" fmla="*/ 498764 h 10474037"/>
                  <a:gd name="connsiteX46-13053" fmla="*/ 9698182 w 10460182"/>
                  <a:gd name="connsiteY46-13054" fmla="*/ 526473 h 10474037"/>
                  <a:gd name="connsiteX47-13055" fmla="*/ 10002982 w 10460182"/>
                  <a:gd name="connsiteY47-13056" fmla="*/ 872837 h 10474037"/>
                  <a:gd name="connsiteX48-13057" fmla="*/ 10238509 w 10460182"/>
                  <a:gd name="connsiteY48-13058" fmla="*/ 1066800 h 10474037"/>
                  <a:gd name="connsiteX49-13059" fmla="*/ 10224654 w 10460182"/>
                  <a:gd name="connsiteY49-13060" fmla="*/ 1330037 h 10474037"/>
                  <a:gd name="connsiteX50-13061" fmla="*/ 10238509 w 10460182"/>
                  <a:gd name="connsiteY50-13062" fmla="*/ 1524000 h 10474037"/>
                  <a:gd name="connsiteX51-13063" fmla="*/ 10280072 w 10460182"/>
                  <a:gd name="connsiteY51-13064" fmla="*/ 1648691 h 10474037"/>
                  <a:gd name="connsiteX52-13065" fmla="*/ 10460182 w 10460182"/>
                  <a:gd name="connsiteY52-13066" fmla="*/ 1884218 h 10474037"/>
                  <a:gd name="connsiteX53-13067" fmla="*/ 10099963 w 10460182"/>
                  <a:gd name="connsiteY53-13068" fmla="*/ 2341418 h 10474037"/>
                  <a:gd name="connsiteX54-13069" fmla="*/ 9781309 w 10460182"/>
                  <a:gd name="connsiteY54-13070" fmla="*/ 2576946 h 10474037"/>
                  <a:gd name="connsiteX55-13071" fmla="*/ 9601200 w 10460182"/>
                  <a:gd name="connsiteY55-13072" fmla="*/ 3505200 h 10474037"/>
                  <a:gd name="connsiteX56-13073" fmla="*/ 9601200 w 10460182"/>
                  <a:gd name="connsiteY56-13074" fmla="*/ 3796146 h 10474037"/>
                  <a:gd name="connsiteX57-13075" fmla="*/ 9365672 w 10460182"/>
                  <a:gd name="connsiteY57-13076" fmla="*/ 3990109 h 10474037"/>
                  <a:gd name="connsiteX58-13077" fmla="*/ 9310254 w 10460182"/>
                  <a:gd name="connsiteY58-13078" fmla="*/ 4156364 h 10474037"/>
                  <a:gd name="connsiteX59-13079" fmla="*/ 9199418 w 10460182"/>
                  <a:gd name="connsiteY59-13080" fmla="*/ 4364182 h 10474037"/>
                  <a:gd name="connsiteX60-13081" fmla="*/ 9268691 w 10460182"/>
                  <a:gd name="connsiteY60-13082" fmla="*/ 4530437 h 10474037"/>
                  <a:gd name="connsiteX61-13083" fmla="*/ 9337963 w 10460182"/>
                  <a:gd name="connsiteY61-13084" fmla="*/ 4738255 h 10474037"/>
                  <a:gd name="connsiteX62-13085" fmla="*/ 9421091 w 10460182"/>
                  <a:gd name="connsiteY62-13086" fmla="*/ 4987637 h 10474037"/>
                  <a:gd name="connsiteX63-13087" fmla="*/ 9434945 w 10460182"/>
                  <a:gd name="connsiteY63-13088" fmla="*/ 5292437 h 10474037"/>
                  <a:gd name="connsiteX64-13089" fmla="*/ 9462654 w 10460182"/>
                  <a:gd name="connsiteY64-13090" fmla="*/ 5694218 h 10474037"/>
                  <a:gd name="connsiteX65-13091" fmla="*/ 9587345 w 10460182"/>
                  <a:gd name="connsiteY65-13092" fmla="*/ 6054437 h 10474037"/>
                  <a:gd name="connsiteX66-13093" fmla="*/ 9545782 w 10460182"/>
                  <a:gd name="connsiteY66-13094" fmla="*/ 6456218 h 10474037"/>
                  <a:gd name="connsiteX67-13095" fmla="*/ 9933709 w 10460182"/>
                  <a:gd name="connsiteY67-13096" fmla="*/ 6941127 h 10474037"/>
                  <a:gd name="connsiteX68-13097" fmla="*/ 10113818 w 10460182"/>
                  <a:gd name="connsiteY68-13098" fmla="*/ 7287491 h 10474037"/>
                  <a:gd name="connsiteX69-13099" fmla="*/ 10252363 w 10460182"/>
                  <a:gd name="connsiteY69-13100" fmla="*/ 7620000 h 10474037"/>
                  <a:gd name="connsiteX70-13101" fmla="*/ 9670472 w 10460182"/>
                  <a:gd name="connsiteY70-13102" fmla="*/ 7620000 h 10474037"/>
                  <a:gd name="connsiteX71-13103" fmla="*/ 9337963 w 10460182"/>
                  <a:gd name="connsiteY71-13104" fmla="*/ 7730837 h 10474037"/>
                  <a:gd name="connsiteX72-13105" fmla="*/ 9102436 w 10460182"/>
                  <a:gd name="connsiteY72-13106" fmla="*/ 7869382 h 10474037"/>
                  <a:gd name="connsiteX73-13107" fmla="*/ 9019309 w 10460182"/>
                  <a:gd name="connsiteY73-13108" fmla="*/ 8077200 h 10474037"/>
                  <a:gd name="connsiteX74-13109" fmla="*/ 8956730 w 10460182"/>
                  <a:gd name="connsiteY74-13110" fmla="*/ 8174182 h 10474037"/>
                  <a:gd name="connsiteX75-13111" fmla="*/ 9027559 w 10460182"/>
                  <a:gd name="connsiteY75-13112" fmla="*/ 8603673 h 10474037"/>
                  <a:gd name="connsiteX76-13113" fmla="*/ 9030673 w 10460182"/>
                  <a:gd name="connsiteY76-13114" fmla="*/ 8837177 h 10474037"/>
                  <a:gd name="connsiteX77-13115" fmla="*/ 8991600 w 10460182"/>
                  <a:gd name="connsiteY77-13116" fmla="*/ 9047018 h 10474037"/>
                  <a:gd name="connsiteX78-13117" fmla="*/ 8894618 w 10460182"/>
                  <a:gd name="connsiteY78-13118" fmla="*/ 9351818 h 10474037"/>
                  <a:gd name="connsiteX79-13119" fmla="*/ 8922327 w 10460182"/>
                  <a:gd name="connsiteY79-13120" fmla="*/ 9615055 h 10474037"/>
                  <a:gd name="connsiteX80-13121" fmla="*/ 9144000 w 10460182"/>
                  <a:gd name="connsiteY80-13122" fmla="*/ 9781309 h 10474037"/>
                  <a:gd name="connsiteX81-13123" fmla="*/ 9353374 w 10460182"/>
                  <a:gd name="connsiteY81-13124" fmla="*/ 9932153 h 10474037"/>
                  <a:gd name="connsiteX82-13125" fmla="*/ 9529903 w 10460182"/>
                  <a:gd name="connsiteY82-13126" fmla="*/ 9984146 h 10474037"/>
                  <a:gd name="connsiteX83-13127" fmla="*/ 9625328 w 10460182"/>
                  <a:gd name="connsiteY83-13128" fmla="*/ 9870197 h 10474037"/>
                  <a:gd name="connsiteX84-13129" fmla="*/ 9667359 w 10460182"/>
                  <a:gd name="connsiteY84-13130" fmla="*/ 9882495 h 10474037"/>
                  <a:gd name="connsiteX85-13131" fmla="*/ 9668916 w 10460182"/>
                  <a:gd name="connsiteY85-13132" fmla="*/ 10335491 h 10474037"/>
                  <a:gd name="connsiteX86-13133" fmla="*/ 9495500 w 10460182"/>
                  <a:gd name="connsiteY86-13134" fmla="*/ 10385150 h 10474037"/>
                  <a:gd name="connsiteX87-13135" fmla="*/ 9310254 w 10460182"/>
                  <a:gd name="connsiteY87-13136" fmla="*/ 10474037 h 10474037"/>
                  <a:gd name="connsiteX88-13137" fmla="*/ 9227127 w 10460182"/>
                  <a:gd name="connsiteY88-13138" fmla="*/ 10321637 h 10474037"/>
                  <a:gd name="connsiteX89-13139" fmla="*/ 9033163 w 10460182"/>
                  <a:gd name="connsiteY89-13140" fmla="*/ 10072255 h 10474037"/>
                  <a:gd name="connsiteX90-13141" fmla="*/ 8825345 w 10460182"/>
                  <a:gd name="connsiteY90-13142" fmla="*/ 9892146 h 10474037"/>
                  <a:gd name="connsiteX91-13143" fmla="*/ 8534400 w 10460182"/>
                  <a:gd name="connsiteY91-13144" fmla="*/ 9781309 h 10474037"/>
                  <a:gd name="connsiteX92-13145" fmla="*/ 8423563 w 10460182"/>
                  <a:gd name="connsiteY92-13146" fmla="*/ 9725891 h 10474037"/>
                  <a:gd name="connsiteX93-13147" fmla="*/ 8285018 w 10460182"/>
                  <a:gd name="connsiteY93-13148" fmla="*/ 9559637 h 10474037"/>
                  <a:gd name="connsiteX94-13149" fmla="*/ 8257309 w 10460182"/>
                  <a:gd name="connsiteY94-13150" fmla="*/ 9421091 h 10474037"/>
                  <a:gd name="connsiteX95-13151" fmla="*/ 8146472 w 10460182"/>
                  <a:gd name="connsiteY95-13152" fmla="*/ 9434946 h 10474037"/>
                  <a:gd name="connsiteX96-13153" fmla="*/ 8091054 w 10460182"/>
                  <a:gd name="connsiteY96-13154" fmla="*/ 9656618 h 10474037"/>
                  <a:gd name="connsiteX97-13155" fmla="*/ 7806336 w 10460182"/>
                  <a:gd name="connsiteY97-13156" fmla="*/ 9662378 h 10474037"/>
                  <a:gd name="connsiteX98-13157" fmla="*/ 7567694 w 10460182"/>
                  <a:gd name="connsiteY98-13158" fmla="*/ 9599177 h 10474037"/>
                  <a:gd name="connsiteX99-13159" fmla="*/ 7466043 w 10460182"/>
                  <a:gd name="connsiteY99-13160" fmla="*/ 9550452 h 10474037"/>
                  <a:gd name="connsiteX100-13161" fmla="*/ 7439891 w 10460182"/>
                  <a:gd name="connsiteY100-13162" fmla="*/ 9240982 h 10474037"/>
                  <a:gd name="connsiteX101-13163" fmla="*/ 7397859 w 10460182"/>
                  <a:gd name="connsiteY101-13164" fmla="*/ 9434946 h 10474037"/>
                  <a:gd name="connsiteX102-13165" fmla="*/ 7287491 w 10460182"/>
                  <a:gd name="connsiteY102-13166" fmla="*/ 9528969 h 10474037"/>
                  <a:gd name="connsiteX103-13167" fmla="*/ 7221797 w 10460182"/>
                  <a:gd name="connsiteY103-13168" fmla="*/ 9200975 h 10474037"/>
                  <a:gd name="connsiteX104-13169" fmla="*/ 6954982 w 10460182"/>
                  <a:gd name="connsiteY104-13170" fmla="*/ 9268691 h 10474037"/>
                  <a:gd name="connsiteX105-13171" fmla="*/ 6710737 w 10460182"/>
                  <a:gd name="connsiteY105-13172" fmla="*/ 9341078 h 10474037"/>
                  <a:gd name="connsiteX106-13173" fmla="*/ 6674777 w 10460182"/>
                  <a:gd name="connsiteY106-13174" fmla="*/ 9141977 h 10474037"/>
                  <a:gd name="connsiteX107-13175" fmla="*/ 6511636 w 10460182"/>
                  <a:gd name="connsiteY107-13176" fmla="*/ 9033164 h 10474037"/>
                  <a:gd name="connsiteX108-13177" fmla="*/ 6428509 w 10460182"/>
                  <a:gd name="connsiteY108-13178" fmla="*/ 9033164 h 10474037"/>
                  <a:gd name="connsiteX109-13179" fmla="*/ 6325922 w 10460182"/>
                  <a:gd name="connsiteY109-13180" fmla="*/ 9136372 h 10474037"/>
                  <a:gd name="connsiteX110-13181" fmla="*/ 6167763 w 10460182"/>
                  <a:gd name="connsiteY110-13182" fmla="*/ 9057292 h 10474037"/>
                  <a:gd name="connsiteX111-13183" fmla="*/ 6002132 w 10460182"/>
                  <a:gd name="connsiteY111-13184" fmla="*/ 9172799 h 10474037"/>
                  <a:gd name="connsiteX112-13185" fmla="*/ 5749636 w 10460182"/>
                  <a:gd name="connsiteY112-13186" fmla="*/ 9130146 h 10474037"/>
                  <a:gd name="connsiteX113-13187" fmla="*/ 5674760 w 10460182"/>
                  <a:gd name="connsiteY113-13188" fmla="*/ 9160969 h 10474037"/>
                  <a:gd name="connsiteX114-13189" fmla="*/ 5507415 w 10460182"/>
                  <a:gd name="connsiteY114-13190" fmla="*/ 9207202 h 10474037"/>
                  <a:gd name="connsiteX115-13191" fmla="*/ 5505859 w 10460182"/>
                  <a:gd name="connsiteY115-13192" fmla="*/ 8950037 h 10474037"/>
                  <a:gd name="connsiteX116-13193" fmla="*/ 5505857 w 10460182"/>
                  <a:gd name="connsiteY116-13194" fmla="*/ 8714042 h 10474037"/>
                  <a:gd name="connsiteX117-13195" fmla="*/ 5336024 w 10460182"/>
                  <a:gd name="connsiteY117-13196" fmla="*/ 8412357 h 10474037"/>
                  <a:gd name="connsiteX118-13197" fmla="*/ 5230324 w 10460182"/>
                  <a:gd name="connsiteY118-13198" fmla="*/ 8161885 h 10474037"/>
                  <a:gd name="connsiteX119-13199" fmla="*/ 5317031 w 10460182"/>
                  <a:gd name="connsiteY119-13200" fmla="*/ 7689273 h 10474037"/>
                  <a:gd name="connsiteX120-13201" fmla="*/ 5201059 w 10460182"/>
                  <a:gd name="connsiteY120-13202" fmla="*/ 7399417 h 10474037"/>
                  <a:gd name="connsiteX121-13203" fmla="*/ 5250872 w 10460182"/>
                  <a:gd name="connsiteY121-13204" fmla="*/ 7148946 h 10474037"/>
                  <a:gd name="connsiteX122-13205" fmla="*/ 5245735 w 10460182"/>
                  <a:gd name="connsiteY122-13206" fmla="*/ 7097730 h 10474037"/>
                  <a:gd name="connsiteX123-13207" fmla="*/ 4577603 w 10460182"/>
                  <a:gd name="connsiteY123-13208" fmla="*/ 7093061 h 10474037"/>
                  <a:gd name="connsiteX124-13209" fmla="*/ 4528412 w 10460182"/>
                  <a:gd name="connsiteY124-13210" fmla="*/ 6919645 h 10474037"/>
                  <a:gd name="connsiteX125-13211" fmla="*/ 4038834 w 10460182"/>
                  <a:gd name="connsiteY125-13212" fmla="*/ 6895517 h 10474037"/>
                  <a:gd name="connsiteX126-13213" fmla="*/ 3976254 w 10460182"/>
                  <a:gd name="connsiteY126-13214" fmla="*/ 7148946 h 10474037"/>
                  <a:gd name="connsiteX127-13215" fmla="*/ 3932667 w 10460182"/>
                  <a:gd name="connsiteY127-13216" fmla="*/ 7360344 h 10474037"/>
                  <a:gd name="connsiteX128-13217" fmla="*/ 3910095 w 10460182"/>
                  <a:gd name="connsiteY128-13218" fmla="*/ 7482545 h 10474037"/>
                  <a:gd name="connsiteX129-13219" fmla="*/ 3559528 w 10460182"/>
                  <a:gd name="connsiteY129-13220" fmla="*/ 7476941 h 10474037"/>
                  <a:gd name="connsiteX130-13221" fmla="*/ 3311236 w 10460182"/>
                  <a:gd name="connsiteY130-13222" fmla="*/ 7481455 h 10474037"/>
                  <a:gd name="connsiteX131-13223" fmla="*/ 2895600 w 10460182"/>
                  <a:gd name="connsiteY131-13224" fmla="*/ 7467600 h 10474037"/>
                  <a:gd name="connsiteX132-13225" fmla="*/ 2784763 w 10460182"/>
                  <a:gd name="connsiteY132-13226" fmla="*/ 7218218 h 10474037"/>
                  <a:gd name="connsiteX133-13227" fmla="*/ 2604654 w 10460182"/>
                  <a:gd name="connsiteY133-13228" fmla="*/ 6941127 h 10474037"/>
                  <a:gd name="connsiteX134-13229" fmla="*/ 2410691 w 10460182"/>
                  <a:gd name="connsiteY134-13230" fmla="*/ 6442364 h 10474037"/>
                  <a:gd name="connsiteX135-13231" fmla="*/ 2327563 w 10460182"/>
                  <a:gd name="connsiteY135-13232" fmla="*/ 6303818 h 10474037"/>
                  <a:gd name="connsiteX136-13233" fmla="*/ 1662545 w 10460182"/>
                  <a:gd name="connsiteY136-13234" fmla="*/ 6276109 h 10474037"/>
                  <a:gd name="connsiteX137-13235" fmla="*/ 1233054 w 10460182"/>
                  <a:gd name="connsiteY137-13236" fmla="*/ 6276109 h 10474037"/>
                  <a:gd name="connsiteX138-13237" fmla="*/ 1136072 w 10460182"/>
                  <a:gd name="connsiteY138-13238" fmla="*/ 6331527 h 10474037"/>
                  <a:gd name="connsiteX139-13239" fmla="*/ 706582 w 10460182"/>
                  <a:gd name="connsiteY139-13240" fmla="*/ 6289964 h 10474037"/>
                  <a:gd name="connsiteX140-13241" fmla="*/ 318654 w 10460182"/>
                  <a:gd name="connsiteY140-13242" fmla="*/ 6317673 h 10474037"/>
                  <a:gd name="connsiteX141-13243" fmla="*/ 96982 w 10460182"/>
                  <a:gd name="connsiteY141-13244" fmla="*/ 6470073 h 10474037"/>
                  <a:gd name="connsiteX142-13245" fmla="*/ 0 w 10460182"/>
                  <a:gd name="connsiteY142-13246" fmla="*/ 6373091 h 10474037"/>
                  <a:gd name="connsiteX143-13247" fmla="*/ 83127 w 10460182"/>
                  <a:gd name="connsiteY143-13248" fmla="*/ 6317673 h 10474037"/>
                  <a:gd name="connsiteX0-13249" fmla="*/ 83127 w 10460182"/>
                  <a:gd name="connsiteY0-13250" fmla="*/ 6317673 h 10474037"/>
                  <a:gd name="connsiteX1-13251" fmla="*/ 96982 w 10460182"/>
                  <a:gd name="connsiteY1-13252" fmla="*/ 5874327 h 10474037"/>
                  <a:gd name="connsiteX2-13253" fmla="*/ 401782 w 10460182"/>
                  <a:gd name="connsiteY2-13254" fmla="*/ 5611091 h 10474037"/>
                  <a:gd name="connsiteX3-13255" fmla="*/ 651163 w 10460182"/>
                  <a:gd name="connsiteY3-13256" fmla="*/ 5749637 h 10474037"/>
                  <a:gd name="connsiteX4-13257" fmla="*/ 858982 w 10460182"/>
                  <a:gd name="connsiteY4-13258" fmla="*/ 5583382 h 10474037"/>
                  <a:gd name="connsiteX5-13259" fmla="*/ 997527 w 10460182"/>
                  <a:gd name="connsiteY5-13260" fmla="*/ 5430982 h 10474037"/>
                  <a:gd name="connsiteX6-13261" fmla="*/ 1080654 w 10460182"/>
                  <a:gd name="connsiteY6-13262" fmla="*/ 5514109 h 10474037"/>
                  <a:gd name="connsiteX7-13263" fmla="*/ 1269312 w 10460182"/>
                  <a:gd name="connsiteY7-13264" fmla="*/ 5758775 h 10474037"/>
                  <a:gd name="connsiteX8-13265" fmla="*/ 1523116 w 10460182"/>
                  <a:gd name="connsiteY8-13266" fmla="*/ 5560095 h 10474037"/>
                  <a:gd name="connsiteX9-13267" fmla="*/ 1731818 w 10460182"/>
                  <a:gd name="connsiteY9-13268" fmla="*/ 5375564 h 10474037"/>
                  <a:gd name="connsiteX10-13269" fmla="*/ 2022763 w 10460182"/>
                  <a:gd name="connsiteY10-13270" fmla="*/ 5140037 h 10474037"/>
                  <a:gd name="connsiteX11-13271" fmla="*/ 2119745 w 10460182"/>
                  <a:gd name="connsiteY11-13272" fmla="*/ 4710546 h 10474037"/>
                  <a:gd name="connsiteX12-13273" fmla="*/ 2172511 w 10460182"/>
                  <a:gd name="connsiteY12-13274" fmla="*/ 4243913 h 10474037"/>
                  <a:gd name="connsiteX13-13275" fmla="*/ 2355272 w 10460182"/>
                  <a:gd name="connsiteY13-13276" fmla="*/ 3934691 h 10474037"/>
                  <a:gd name="connsiteX14-13277" fmla="*/ 2715491 w 10460182"/>
                  <a:gd name="connsiteY14-13278" fmla="*/ 3532909 h 10474037"/>
                  <a:gd name="connsiteX15-13279" fmla="*/ 2978727 w 10460182"/>
                  <a:gd name="connsiteY15-13280" fmla="*/ 3338946 h 10474037"/>
                  <a:gd name="connsiteX16-13281" fmla="*/ 3006436 w 10460182"/>
                  <a:gd name="connsiteY16-13282" fmla="*/ 2895600 h 10474037"/>
                  <a:gd name="connsiteX17-13283" fmla="*/ 3075709 w 10460182"/>
                  <a:gd name="connsiteY17-13284" fmla="*/ 2604655 h 10474037"/>
                  <a:gd name="connsiteX18-13285" fmla="*/ 3075709 w 10460182"/>
                  <a:gd name="connsiteY18-13286" fmla="*/ 2396837 h 10474037"/>
                  <a:gd name="connsiteX19-13287" fmla="*/ 3214254 w 10460182"/>
                  <a:gd name="connsiteY19-13288" fmla="*/ 2064327 h 10474037"/>
                  <a:gd name="connsiteX20-13289" fmla="*/ 3214254 w 10460182"/>
                  <a:gd name="connsiteY20-13290" fmla="*/ 1773382 h 10474037"/>
                  <a:gd name="connsiteX21-13291" fmla="*/ 3513454 w 10460182"/>
                  <a:gd name="connsiteY21-13292" fmla="*/ 1205346 h 10474037"/>
                  <a:gd name="connsiteX22-13293" fmla="*/ 3463636 w 10460182"/>
                  <a:gd name="connsiteY22-13294" fmla="*/ 831273 h 10474037"/>
                  <a:gd name="connsiteX23-13295" fmla="*/ 3491345 w 10460182"/>
                  <a:gd name="connsiteY23-13296" fmla="*/ 623455 h 10474037"/>
                  <a:gd name="connsiteX24-13297" fmla="*/ 3823854 w 10460182"/>
                  <a:gd name="connsiteY24-13298" fmla="*/ 263237 h 10474037"/>
                  <a:gd name="connsiteX25-13299" fmla="*/ 4017818 w 10460182"/>
                  <a:gd name="connsiteY25-13300" fmla="*/ 138546 h 10474037"/>
                  <a:gd name="connsiteX26-13301" fmla="*/ 4433454 w 10460182"/>
                  <a:gd name="connsiteY26-13302" fmla="*/ 374073 h 10474037"/>
                  <a:gd name="connsiteX27-13303" fmla="*/ 4599709 w 10460182"/>
                  <a:gd name="connsiteY27-13304" fmla="*/ 568037 h 10474037"/>
                  <a:gd name="connsiteX28-13305" fmla="*/ 5070763 w 10460182"/>
                  <a:gd name="connsiteY28-13306" fmla="*/ 623455 h 10474037"/>
                  <a:gd name="connsiteX29-13307" fmla="*/ 5417127 w 10460182"/>
                  <a:gd name="connsiteY29-13308" fmla="*/ 637309 h 10474037"/>
                  <a:gd name="connsiteX30-13309" fmla="*/ 5647937 w 10460182"/>
                  <a:gd name="connsiteY30-13310" fmla="*/ 699212 h 10474037"/>
                  <a:gd name="connsiteX31-13311" fmla="*/ 5860472 w 10460182"/>
                  <a:gd name="connsiteY31-13312" fmla="*/ 360218 h 10474037"/>
                  <a:gd name="connsiteX32-13313" fmla="*/ 6123709 w 10460182"/>
                  <a:gd name="connsiteY32-13314" fmla="*/ 401782 h 10474037"/>
                  <a:gd name="connsiteX33-13315" fmla="*/ 6594763 w 10460182"/>
                  <a:gd name="connsiteY33-13316" fmla="*/ 263237 h 10474037"/>
                  <a:gd name="connsiteX34-13317" fmla="*/ 6761018 w 10460182"/>
                  <a:gd name="connsiteY34-13318" fmla="*/ 207818 h 10474037"/>
                  <a:gd name="connsiteX35-13319" fmla="*/ 7038109 w 10460182"/>
                  <a:gd name="connsiteY35-13320" fmla="*/ 277091 h 10474037"/>
                  <a:gd name="connsiteX36-13321" fmla="*/ 7232072 w 10460182"/>
                  <a:gd name="connsiteY36-13322" fmla="*/ 96982 h 10474037"/>
                  <a:gd name="connsiteX37-13323" fmla="*/ 7356763 w 10460182"/>
                  <a:gd name="connsiteY37-13324" fmla="*/ 0 h 10474037"/>
                  <a:gd name="connsiteX38-13325" fmla="*/ 7606145 w 10460182"/>
                  <a:gd name="connsiteY38-13326" fmla="*/ 83127 h 10474037"/>
                  <a:gd name="connsiteX39-13327" fmla="*/ 7910945 w 10460182"/>
                  <a:gd name="connsiteY39-13328" fmla="*/ 207818 h 10474037"/>
                  <a:gd name="connsiteX40-13329" fmla="*/ 8312727 w 10460182"/>
                  <a:gd name="connsiteY40-13330" fmla="*/ 138546 h 10474037"/>
                  <a:gd name="connsiteX41-13331" fmla="*/ 8672945 w 10460182"/>
                  <a:gd name="connsiteY41-13332" fmla="*/ 443346 h 10474037"/>
                  <a:gd name="connsiteX42-13333" fmla="*/ 8908472 w 10460182"/>
                  <a:gd name="connsiteY42-13334" fmla="*/ 623455 h 10474037"/>
                  <a:gd name="connsiteX43-13335" fmla="*/ 9088582 w 10460182"/>
                  <a:gd name="connsiteY43-13336" fmla="*/ 526473 h 10474037"/>
                  <a:gd name="connsiteX44-13337" fmla="*/ 9351818 w 10460182"/>
                  <a:gd name="connsiteY44-13338" fmla="*/ 471055 h 10474037"/>
                  <a:gd name="connsiteX45-13339" fmla="*/ 9518072 w 10460182"/>
                  <a:gd name="connsiteY45-13340" fmla="*/ 498764 h 10474037"/>
                  <a:gd name="connsiteX46-13341" fmla="*/ 9698182 w 10460182"/>
                  <a:gd name="connsiteY46-13342" fmla="*/ 526473 h 10474037"/>
                  <a:gd name="connsiteX47-13343" fmla="*/ 10002982 w 10460182"/>
                  <a:gd name="connsiteY47-13344" fmla="*/ 872837 h 10474037"/>
                  <a:gd name="connsiteX48-13345" fmla="*/ 10238509 w 10460182"/>
                  <a:gd name="connsiteY48-13346" fmla="*/ 1066800 h 10474037"/>
                  <a:gd name="connsiteX49-13347" fmla="*/ 10224654 w 10460182"/>
                  <a:gd name="connsiteY49-13348" fmla="*/ 1330037 h 10474037"/>
                  <a:gd name="connsiteX50-13349" fmla="*/ 10238509 w 10460182"/>
                  <a:gd name="connsiteY50-13350" fmla="*/ 1524000 h 10474037"/>
                  <a:gd name="connsiteX51-13351" fmla="*/ 10280072 w 10460182"/>
                  <a:gd name="connsiteY51-13352" fmla="*/ 1648691 h 10474037"/>
                  <a:gd name="connsiteX52-13353" fmla="*/ 10460182 w 10460182"/>
                  <a:gd name="connsiteY52-13354" fmla="*/ 1884218 h 10474037"/>
                  <a:gd name="connsiteX53-13355" fmla="*/ 10099963 w 10460182"/>
                  <a:gd name="connsiteY53-13356" fmla="*/ 2341418 h 10474037"/>
                  <a:gd name="connsiteX54-13357" fmla="*/ 9781309 w 10460182"/>
                  <a:gd name="connsiteY54-13358" fmla="*/ 2576946 h 10474037"/>
                  <a:gd name="connsiteX55-13359" fmla="*/ 9601200 w 10460182"/>
                  <a:gd name="connsiteY55-13360" fmla="*/ 3505200 h 10474037"/>
                  <a:gd name="connsiteX56-13361" fmla="*/ 9601200 w 10460182"/>
                  <a:gd name="connsiteY56-13362" fmla="*/ 3796146 h 10474037"/>
                  <a:gd name="connsiteX57-13363" fmla="*/ 9365672 w 10460182"/>
                  <a:gd name="connsiteY57-13364" fmla="*/ 3990109 h 10474037"/>
                  <a:gd name="connsiteX58-13365" fmla="*/ 9310254 w 10460182"/>
                  <a:gd name="connsiteY58-13366" fmla="*/ 4156364 h 10474037"/>
                  <a:gd name="connsiteX59-13367" fmla="*/ 9199418 w 10460182"/>
                  <a:gd name="connsiteY59-13368" fmla="*/ 4364182 h 10474037"/>
                  <a:gd name="connsiteX60-13369" fmla="*/ 9268691 w 10460182"/>
                  <a:gd name="connsiteY60-13370" fmla="*/ 4530437 h 10474037"/>
                  <a:gd name="connsiteX61-13371" fmla="*/ 9337963 w 10460182"/>
                  <a:gd name="connsiteY61-13372" fmla="*/ 4738255 h 10474037"/>
                  <a:gd name="connsiteX62-13373" fmla="*/ 9421091 w 10460182"/>
                  <a:gd name="connsiteY62-13374" fmla="*/ 4987637 h 10474037"/>
                  <a:gd name="connsiteX63-13375" fmla="*/ 9434945 w 10460182"/>
                  <a:gd name="connsiteY63-13376" fmla="*/ 5292437 h 10474037"/>
                  <a:gd name="connsiteX64-13377" fmla="*/ 9462654 w 10460182"/>
                  <a:gd name="connsiteY64-13378" fmla="*/ 5694218 h 10474037"/>
                  <a:gd name="connsiteX65-13379" fmla="*/ 9587345 w 10460182"/>
                  <a:gd name="connsiteY65-13380" fmla="*/ 6054437 h 10474037"/>
                  <a:gd name="connsiteX66-13381" fmla="*/ 9545782 w 10460182"/>
                  <a:gd name="connsiteY66-13382" fmla="*/ 6456218 h 10474037"/>
                  <a:gd name="connsiteX67-13383" fmla="*/ 9933709 w 10460182"/>
                  <a:gd name="connsiteY67-13384" fmla="*/ 6941127 h 10474037"/>
                  <a:gd name="connsiteX68-13385" fmla="*/ 10113818 w 10460182"/>
                  <a:gd name="connsiteY68-13386" fmla="*/ 7287491 h 10474037"/>
                  <a:gd name="connsiteX69-13387" fmla="*/ 10252363 w 10460182"/>
                  <a:gd name="connsiteY69-13388" fmla="*/ 7620000 h 10474037"/>
                  <a:gd name="connsiteX70-13389" fmla="*/ 9670472 w 10460182"/>
                  <a:gd name="connsiteY70-13390" fmla="*/ 7620000 h 10474037"/>
                  <a:gd name="connsiteX71-13391" fmla="*/ 9337963 w 10460182"/>
                  <a:gd name="connsiteY71-13392" fmla="*/ 7730837 h 10474037"/>
                  <a:gd name="connsiteX72-13393" fmla="*/ 9102436 w 10460182"/>
                  <a:gd name="connsiteY72-13394" fmla="*/ 7869382 h 10474037"/>
                  <a:gd name="connsiteX73-13395" fmla="*/ 9019309 w 10460182"/>
                  <a:gd name="connsiteY73-13396" fmla="*/ 8077200 h 10474037"/>
                  <a:gd name="connsiteX74-13397" fmla="*/ 8956730 w 10460182"/>
                  <a:gd name="connsiteY74-13398" fmla="*/ 8174182 h 10474037"/>
                  <a:gd name="connsiteX75-13399" fmla="*/ 9027559 w 10460182"/>
                  <a:gd name="connsiteY75-13400" fmla="*/ 8603673 h 10474037"/>
                  <a:gd name="connsiteX76-13401" fmla="*/ 9030673 w 10460182"/>
                  <a:gd name="connsiteY76-13402" fmla="*/ 8837177 h 10474037"/>
                  <a:gd name="connsiteX77-13403" fmla="*/ 8991600 w 10460182"/>
                  <a:gd name="connsiteY77-13404" fmla="*/ 9047018 h 10474037"/>
                  <a:gd name="connsiteX78-13405" fmla="*/ 8894618 w 10460182"/>
                  <a:gd name="connsiteY78-13406" fmla="*/ 9351818 h 10474037"/>
                  <a:gd name="connsiteX79-13407" fmla="*/ 8922327 w 10460182"/>
                  <a:gd name="connsiteY79-13408" fmla="*/ 9615055 h 10474037"/>
                  <a:gd name="connsiteX80-13409" fmla="*/ 9144000 w 10460182"/>
                  <a:gd name="connsiteY80-13410" fmla="*/ 9781309 h 10474037"/>
                  <a:gd name="connsiteX81-13411" fmla="*/ 9353374 w 10460182"/>
                  <a:gd name="connsiteY81-13412" fmla="*/ 9932153 h 10474037"/>
                  <a:gd name="connsiteX82-13413" fmla="*/ 9529903 w 10460182"/>
                  <a:gd name="connsiteY82-13414" fmla="*/ 9984146 h 10474037"/>
                  <a:gd name="connsiteX83-13415" fmla="*/ 9625328 w 10460182"/>
                  <a:gd name="connsiteY83-13416" fmla="*/ 9870197 h 10474037"/>
                  <a:gd name="connsiteX84-13417" fmla="*/ 9667359 w 10460182"/>
                  <a:gd name="connsiteY84-13418" fmla="*/ 9882495 h 10474037"/>
                  <a:gd name="connsiteX85-13419" fmla="*/ 9668916 w 10460182"/>
                  <a:gd name="connsiteY85-13420" fmla="*/ 10335491 h 10474037"/>
                  <a:gd name="connsiteX86-13421" fmla="*/ 9495500 w 10460182"/>
                  <a:gd name="connsiteY86-13422" fmla="*/ 10385150 h 10474037"/>
                  <a:gd name="connsiteX87-13423" fmla="*/ 9310254 w 10460182"/>
                  <a:gd name="connsiteY87-13424" fmla="*/ 10474037 h 10474037"/>
                  <a:gd name="connsiteX88-13425" fmla="*/ 9227127 w 10460182"/>
                  <a:gd name="connsiteY88-13426" fmla="*/ 10321637 h 10474037"/>
                  <a:gd name="connsiteX89-13427" fmla="*/ 9033163 w 10460182"/>
                  <a:gd name="connsiteY89-13428" fmla="*/ 10072255 h 10474037"/>
                  <a:gd name="connsiteX90-13429" fmla="*/ 8825345 w 10460182"/>
                  <a:gd name="connsiteY90-13430" fmla="*/ 9892146 h 10474037"/>
                  <a:gd name="connsiteX91-13431" fmla="*/ 8534400 w 10460182"/>
                  <a:gd name="connsiteY91-13432" fmla="*/ 9781309 h 10474037"/>
                  <a:gd name="connsiteX92-13433" fmla="*/ 8423563 w 10460182"/>
                  <a:gd name="connsiteY92-13434" fmla="*/ 9725891 h 10474037"/>
                  <a:gd name="connsiteX93-13435" fmla="*/ 8285018 w 10460182"/>
                  <a:gd name="connsiteY93-13436" fmla="*/ 9559637 h 10474037"/>
                  <a:gd name="connsiteX94-13437" fmla="*/ 8257309 w 10460182"/>
                  <a:gd name="connsiteY94-13438" fmla="*/ 9421091 h 10474037"/>
                  <a:gd name="connsiteX95-13439" fmla="*/ 8146472 w 10460182"/>
                  <a:gd name="connsiteY95-13440" fmla="*/ 9434946 h 10474037"/>
                  <a:gd name="connsiteX96-13441" fmla="*/ 8091054 w 10460182"/>
                  <a:gd name="connsiteY96-13442" fmla="*/ 9656618 h 10474037"/>
                  <a:gd name="connsiteX97-13443" fmla="*/ 7806336 w 10460182"/>
                  <a:gd name="connsiteY97-13444" fmla="*/ 9662378 h 10474037"/>
                  <a:gd name="connsiteX98-13445" fmla="*/ 7567694 w 10460182"/>
                  <a:gd name="connsiteY98-13446" fmla="*/ 9599177 h 10474037"/>
                  <a:gd name="connsiteX99-13447" fmla="*/ 7466043 w 10460182"/>
                  <a:gd name="connsiteY99-13448" fmla="*/ 9550452 h 10474037"/>
                  <a:gd name="connsiteX100-13449" fmla="*/ 7439891 w 10460182"/>
                  <a:gd name="connsiteY100-13450" fmla="*/ 9240982 h 10474037"/>
                  <a:gd name="connsiteX101-13451" fmla="*/ 7397859 w 10460182"/>
                  <a:gd name="connsiteY101-13452" fmla="*/ 9434946 h 10474037"/>
                  <a:gd name="connsiteX102-13453" fmla="*/ 7287491 w 10460182"/>
                  <a:gd name="connsiteY102-13454" fmla="*/ 9528969 h 10474037"/>
                  <a:gd name="connsiteX103-13455" fmla="*/ 7221797 w 10460182"/>
                  <a:gd name="connsiteY103-13456" fmla="*/ 9200975 h 10474037"/>
                  <a:gd name="connsiteX104-13457" fmla="*/ 6954982 w 10460182"/>
                  <a:gd name="connsiteY104-13458" fmla="*/ 9268691 h 10474037"/>
                  <a:gd name="connsiteX105-13459" fmla="*/ 6710737 w 10460182"/>
                  <a:gd name="connsiteY105-13460" fmla="*/ 9341078 h 10474037"/>
                  <a:gd name="connsiteX106-13461" fmla="*/ 6674777 w 10460182"/>
                  <a:gd name="connsiteY106-13462" fmla="*/ 9141977 h 10474037"/>
                  <a:gd name="connsiteX107-13463" fmla="*/ 6511636 w 10460182"/>
                  <a:gd name="connsiteY107-13464" fmla="*/ 9033164 h 10474037"/>
                  <a:gd name="connsiteX108-13465" fmla="*/ 6428509 w 10460182"/>
                  <a:gd name="connsiteY108-13466" fmla="*/ 9033164 h 10474037"/>
                  <a:gd name="connsiteX109-13467" fmla="*/ 6325922 w 10460182"/>
                  <a:gd name="connsiteY109-13468" fmla="*/ 9136372 h 10474037"/>
                  <a:gd name="connsiteX110-13469" fmla="*/ 6167763 w 10460182"/>
                  <a:gd name="connsiteY110-13470" fmla="*/ 9057292 h 10474037"/>
                  <a:gd name="connsiteX111-13471" fmla="*/ 6002132 w 10460182"/>
                  <a:gd name="connsiteY111-13472" fmla="*/ 9172799 h 10474037"/>
                  <a:gd name="connsiteX112-13473" fmla="*/ 5749636 w 10460182"/>
                  <a:gd name="connsiteY112-13474" fmla="*/ 9130146 h 10474037"/>
                  <a:gd name="connsiteX113-13475" fmla="*/ 5674760 w 10460182"/>
                  <a:gd name="connsiteY113-13476" fmla="*/ 9160969 h 10474037"/>
                  <a:gd name="connsiteX114-13477" fmla="*/ 5507415 w 10460182"/>
                  <a:gd name="connsiteY114-13478" fmla="*/ 9207202 h 10474037"/>
                  <a:gd name="connsiteX115-13479" fmla="*/ 5505859 w 10460182"/>
                  <a:gd name="connsiteY115-13480" fmla="*/ 8950037 h 10474037"/>
                  <a:gd name="connsiteX116-13481" fmla="*/ 5505857 w 10460182"/>
                  <a:gd name="connsiteY116-13482" fmla="*/ 8714042 h 10474037"/>
                  <a:gd name="connsiteX117-13483" fmla="*/ 5336024 w 10460182"/>
                  <a:gd name="connsiteY117-13484" fmla="*/ 8412357 h 10474037"/>
                  <a:gd name="connsiteX118-13485" fmla="*/ 5230324 w 10460182"/>
                  <a:gd name="connsiteY118-13486" fmla="*/ 8161885 h 10474037"/>
                  <a:gd name="connsiteX119-13487" fmla="*/ 5317031 w 10460182"/>
                  <a:gd name="connsiteY119-13488" fmla="*/ 7689273 h 10474037"/>
                  <a:gd name="connsiteX120-13489" fmla="*/ 5201059 w 10460182"/>
                  <a:gd name="connsiteY120-13490" fmla="*/ 7399417 h 10474037"/>
                  <a:gd name="connsiteX121-13491" fmla="*/ 5250872 w 10460182"/>
                  <a:gd name="connsiteY121-13492" fmla="*/ 7148946 h 10474037"/>
                  <a:gd name="connsiteX122-13493" fmla="*/ 5245735 w 10460182"/>
                  <a:gd name="connsiteY122-13494" fmla="*/ 7097730 h 10474037"/>
                  <a:gd name="connsiteX123-13495" fmla="*/ 4577603 w 10460182"/>
                  <a:gd name="connsiteY123-13496" fmla="*/ 7093061 h 10474037"/>
                  <a:gd name="connsiteX124-13497" fmla="*/ 4528412 w 10460182"/>
                  <a:gd name="connsiteY124-13498" fmla="*/ 6919645 h 10474037"/>
                  <a:gd name="connsiteX125-13499" fmla="*/ 4038834 w 10460182"/>
                  <a:gd name="connsiteY125-13500" fmla="*/ 6895517 h 10474037"/>
                  <a:gd name="connsiteX126-13501" fmla="*/ 3976254 w 10460182"/>
                  <a:gd name="connsiteY126-13502" fmla="*/ 7148946 h 10474037"/>
                  <a:gd name="connsiteX127-13503" fmla="*/ 3932667 w 10460182"/>
                  <a:gd name="connsiteY127-13504" fmla="*/ 7360344 h 10474037"/>
                  <a:gd name="connsiteX128-13505" fmla="*/ 3910095 w 10460182"/>
                  <a:gd name="connsiteY128-13506" fmla="*/ 7482545 h 10474037"/>
                  <a:gd name="connsiteX129-13507" fmla="*/ 3559528 w 10460182"/>
                  <a:gd name="connsiteY129-13508" fmla="*/ 7476941 h 10474037"/>
                  <a:gd name="connsiteX130-13509" fmla="*/ 3311236 w 10460182"/>
                  <a:gd name="connsiteY130-13510" fmla="*/ 7481455 h 10474037"/>
                  <a:gd name="connsiteX131-13511" fmla="*/ 2895600 w 10460182"/>
                  <a:gd name="connsiteY131-13512" fmla="*/ 7467600 h 10474037"/>
                  <a:gd name="connsiteX132-13513" fmla="*/ 2784763 w 10460182"/>
                  <a:gd name="connsiteY132-13514" fmla="*/ 7218218 h 10474037"/>
                  <a:gd name="connsiteX133-13515" fmla="*/ 2604654 w 10460182"/>
                  <a:gd name="connsiteY133-13516" fmla="*/ 6941127 h 10474037"/>
                  <a:gd name="connsiteX134-13517" fmla="*/ 2410691 w 10460182"/>
                  <a:gd name="connsiteY134-13518" fmla="*/ 6442364 h 10474037"/>
                  <a:gd name="connsiteX135-13519" fmla="*/ 2327563 w 10460182"/>
                  <a:gd name="connsiteY135-13520" fmla="*/ 6303818 h 10474037"/>
                  <a:gd name="connsiteX136-13521" fmla="*/ 1662545 w 10460182"/>
                  <a:gd name="connsiteY136-13522" fmla="*/ 6276109 h 10474037"/>
                  <a:gd name="connsiteX137-13523" fmla="*/ 1233054 w 10460182"/>
                  <a:gd name="connsiteY137-13524" fmla="*/ 6276109 h 10474037"/>
                  <a:gd name="connsiteX138-13525" fmla="*/ 1136072 w 10460182"/>
                  <a:gd name="connsiteY138-13526" fmla="*/ 6331527 h 10474037"/>
                  <a:gd name="connsiteX139-13527" fmla="*/ 706582 w 10460182"/>
                  <a:gd name="connsiteY139-13528" fmla="*/ 6289964 h 10474037"/>
                  <a:gd name="connsiteX140-13529" fmla="*/ 318654 w 10460182"/>
                  <a:gd name="connsiteY140-13530" fmla="*/ 6317673 h 10474037"/>
                  <a:gd name="connsiteX141-13531" fmla="*/ 96982 w 10460182"/>
                  <a:gd name="connsiteY141-13532" fmla="*/ 6470073 h 10474037"/>
                  <a:gd name="connsiteX142-13533" fmla="*/ 0 w 10460182"/>
                  <a:gd name="connsiteY142-13534" fmla="*/ 6373091 h 10474037"/>
                  <a:gd name="connsiteX143-13535" fmla="*/ 83127 w 10460182"/>
                  <a:gd name="connsiteY143-13536" fmla="*/ 6317673 h 10474037"/>
                  <a:gd name="connsiteX0-13537" fmla="*/ 83127 w 10460182"/>
                  <a:gd name="connsiteY0-13538" fmla="*/ 6317673 h 10474037"/>
                  <a:gd name="connsiteX1-13539" fmla="*/ 96982 w 10460182"/>
                  <a:gd name="connsiteY1-13540" fmla="*/ 5874327 h 10474037"/>
                  <a:gd name="connsiteX2-13541" fmla="*/ 401782 w 10460182"/>
                  <a:gd name="connsiteY2-13542" fmla="*/ 5611091 h 10474037"/>
                  <a:gd name="connsiteX3-13543" fmla="*/ 651163 w 10460182"/>
                  <a:gd name="connsiteY3-13544" fmla="*/ 5749637 h 10474037"/>
                  <a:gd name="connsiteX4-13545" fmla="*/ 858982 w 10460182"/>
                  <a:gd name="connsiteY4-13546" fmla="*/ 5583382 h 10474037"/>
                  <a:gd name="connsiteX5-13547" fmla="*/ 997527 w 10460182"/>
                  <a:gd name="connsiteY5-13548" fmla="*/ 5430982 h 10474037"/>
                  <a:gd name="connsiteX6-13549" fmla="*/ 1080654 w 10460182"/>
                  <a:gd name="connsiteY6-13550" fmla="*/ 5514109 h 10474037"/>
                  <a:gd name="connsiteX7-13551" fmla="*/ 1269312 w 10460182"/>
                  <a:gd name="connsiteY7-13552" fmla="*/ 5758775 h 10474037"/>
                  <a:gd name="connsiteX8-13553" fmla="*/ 1523116 w 10460182"/>
                  <a:gd name="connsiteY8-13554" fmla="*/ 5560095 h 10474037"/>
                  <a:gd name="connsiteX9-13555" fmla="*/ 1731818 w 10460182"/>
                  <a:gd name="connsiteY9-13556" fmla="*/ 5375564 h 10474037"/>
                  <a:gd name="connsiteX10-13557" fmla="*/ 2022763 w 10460182"/>
                  <a:gd name="connsiteY10-13558" fmla="*/ 5140037 h 10474037"/>
                  <a:gd name="connsiteX11-13559" fmla="*/ 2119745 w 10460182"/>
                  <a:gd name="connsiteY11-13560" fmla="*/ 4710546 h 10474037"/>
                  <a:gd name="connsiteX12-13561" fmla="*/ 2172511 w 10460182"/>
                  <a:gd name="connsiteY12-13562" fmla="*/ 4243913 h 10474037"/>
                  <a:gd name="connsiteX13-13563" fmla="*/ 2355272 w 10460182"/>
                  <a:gd name="connsiteY13-13564" fmla="*/ 3934691 h 10474037"/>
                  <a:gd name="connsiteX14-13565" fmla="*/ 2715491 w 10460182"/>
                  <a:gd name="connsiteY14-13566" fmla="*/ 3532909 h 10474037"/>
                  <a:gd name="connsiteX15-13567" fmla="*/ 2978727 w 10460182"/>
                  <a:gd name="connsiteY15-13568" fmla="*/ 3338946 h 10474037"/>
                  <a:gd name="connsiteX16-13569" fmla="*/ 3006436 w 10460182"/>
                  <a:gd name="connsiteY16-13570" fmla="*/ 2895600 h 10474037"/>
                  <a:gd name="connsiteX17-13571" fmla="*/ 3075709 w 10460182"/>
                  <a:gd name="connsiteY17-13572" fmla="*/ 2604655 h 10474037"/>
                  <a:gd name="connsiteX18-13573" fmla="*/ 3075709 w 10460182"/>
                  <a:gd name="connsiteY18-13574" fmla="*/ 2396837 h 10474037"/>
                  <a:gd name="connsiteX19-13575" fmla="*/ 3214254 w 10460182"/>
                  <a:gd name="connsiteY19-13576" fmla="*/ 2064327 h 10474037"/>
                  <a:gd name="connsiteX20-13577" fmla="*/ 3214254 w 10460182"/>
                  <a:gd name="connsiteY20-13578" fmla="*/ 1773382 h 10474037"/>
                  <a:gd name="connsiteX21-13579" fmla="*/ 3513454 w 10460182"/>
                  <a:gd name="connsiteY21-13580" fmla="*/ 1205346 h 10474037"/>
                  <a:gd name="connsiteX22-13581" fmla="*/ 3463636 w 10460182"/>
                  <a:gd name="connsiteY22-13582" fmla="*/ 831273 h 10474037"/>
                  <a:gd name="connsiteX23-13583" fmla="*/ 3491345 w 10460182"/>
                  <a:gd name="connsiteY23-13584" fmla="*/ 623455 h 10474037"/>
                  <a:gd name="connsiteX24-13585" fmla="*/ 3823854 w 10460182"/>
                  <a:gd name="connsiteY24-13586" fmla="*/ 263237 h 10474037"/>
                  <a:gd name="connsiteX25-13587" fmla="*/ 4017818 w 10460182"/>
                  <a:gd name="connsiteY25-13588" fmla="*/ 138546 h 10474037"/>
                  <a:gd name="connsiteX26-13589" fmla="*/ 4433454 w 10460182"/>
                  <a:gd name="connsiteY26-13590" fmla="*/ 374073 h 10474037"/>
                  <a:gd name="connsiteX27-13591" fmla="*/ 4599709 w 10460182"/>
                  <a:gd name="connsiteY27-13592" fmla="*/ 568037 h 10474037"/>
                  <a:gd name="connsiteX28-13593" fmla="*/ 5070763 w 10460182"/>
                  <a:gd name="connsiteY28-13594" fmla="*/ 623455 h 10474037"/>
                  <a:gd name="connsiteX29-13595" fmla="*/ 5391187 w 10460182"/>
                  <a:gd name="connsiteY29-13596" fmla="*/ 682704 h 10474037"/>
                  <a:gd name="connsiteX30-13597" fmla="*/ 5647937 w 10460182"/>
                  <a:gd name="connsiteY30-13598" fmla="*/ 699212 h 10474037"/>
                  <a:gd name="connsiteX31-13599" fmla="*/ 5860472 w 10460182"/>
                  <a:gd name="connsiteY31-13600" fmla="*/ 360218 h 10474037"/>
                  <a:gd name="connsiteX32-13601" fmla="*/ 6123709 w 10460182"/>
                  <a:gd name="connsiteY32-13602" fmla="*/ 401782 h 10474037"/>
                  <a:gd name="connsiteX33-13603" fmla="*/ 6594763 w 10460182"/>
                  <a:gd name="connsiteY33-13604" fmla="*/ 263237 h 10474037"/>
                  <a:gd name="connsiteX34-13605" fmla="*/ 6761018 w 10460182"/>
                  <a:gd name="connsiteY34-13606" fmla="*/ 207818 h 10474037"/>
                  <a:gd name="connsiteX35-13607" fmla="*/ 7038109 w 10460182"/>
                  <a:gd name="connsiteY35-13608" fmla="*/ 277091 h 10474037"/>
                  <a:gd name="connsiteX36-13609" fmla="*/ 7232072 w 10460182"/>
                  <a:gd name="connsiteY36-13610" fmla="*/ 96982 h 10474037"/>
                  <a:gd name="connsiteX37-13611" fmla="*/ 7356763 w 10460182"/>
                  <a:gd name="connsiteY37-13612" fmla="*/ 0 h 10474037"/>
                  <a:gd name="connsiteX38-13613" fmla="*/ 7606145 w 10460182"/>
                  <a:gd name="connsiteY38-13614" fmla="*/ 83127 h 10474037"/>
                  <a:gd name="connsiteX39-13615" fmla="*/ 7910945 w 10460182"/>
                  <a:gd name="connsiteY39-13616" fmla="*/ 207818 h 10474037"/>
                  <a:gd name="connsiteX40-13617" fmla="*/ 8312727 w 10460182"/>
                  <a:gd name="connsiteY40-13618" fmla="*/ 138546 h 10474037"/>
                  <a:gd name="connsiteX41-13619" fmla="*/ 8672945 w 10460182"/>
                  <a:gd name="connsiteY41-13620" fmla="*/ 443346 h 10474037"/>
                  <a:gd name="connsiteX42-13621" fmla="*/ 8908472 w 10460182"/>
                  <a:gd name="connsiteY42-13622" fmla="*/ 623455 h 10474037"/>
                  <a:gd name="connsiteX43-13623" fmla="*/ 9088582 w 10460182"/>
                  <a:gd name="connsiteY43-13624" fmla="*/ 526473 h 10474037"/>
                  <a:gd name="connsiteX44-13625" fmla="*/ 9351818 w 10460182"/>
                  <a:gd name="connsiteY44-13626" fmla="*/ 471055 h 10474037"/>
                  <a:gd name="connsiteX45-13627" fmla="*/ 9518072 w 10460182"/>
                  <a:gd name="connsiteY45-13628" fmla="*/ 498764 h 10474037"/>
                  <a:gd name="connsiteX46-13629" fmla="*/ 9698182 w 10460182"/>
                  <a:gd name="connsiteY46-13630" fmla="*/ 526473 h 10474037"/>
                  <a:gd name="connsiteX47-13631" fmla="*/ 10002982 w 10460182"/>
                  <a:gd name="connsiteY47-13632" fmla="*/ 872837 h 10474037"/>
                  <a:gd name="connsiteX48-13633" fmla="*/ 10238509 w 10460182"/>
                  <a:gd name="connsiteY48-13634" fmla="*/ 1066800 h 10474037"/>
                  <a:gd name="connsiteX49-13635" fmla="*/ 10224654 w 10460182"/>
                  <a:gd name="connsiteY49-13636" fmla="*/ 1330037 h 10474037"/>
                  <a:gd name="connsiteX50-13637" fmla="*/ 10238509 w 10460182"/>
                  <a:gd name="connsiteY50-13638" fmla="*/ 1524000 h 10474037"/>
                  <a:gd name="connsiteX51-13639" fmla="*/ 10280072 w 10460182"/>
                  <a:gd name="connsiteY51-13640" fmla="*/ 1648691 h 10474037"/>
                  <a:gd name="connsiteX52-13641" fmla="*/ 10460182 w 10460182"/>
                  <a:gd name="connsiteY52-13642" fmla="*/ 1884218 h 10474037"/>
                  <a:gd name="connsiteX53-13643" fmla="*/ 10099963 w 10460182"/>
                  <a:gd name="connsiteY53-13644" fmla="*/ 2341418 h 10474037"/>
                  <a:gd name="connsiteX54-13645" fmla="*/ 9781309 w 10460182"/>
                  <a:gd name="connsiteY54-13646" fmla="*/ 2576946 h 10474037"/>
                  <a:gd name="connsiteX55-13647" fmla="*/ 9601200 w 10460182"/>
                  <a:gd name="connsiteY55-13648" fmla="*/ 3505200 h 10474037"/>
                  <a:gd name="connsiteX56-13649" fmla="*/ 9601200 w 10460182"/>
                  <a:gd name="connsiteY56-13650" fmla="*/ 3796146 h 10474037"/>
                  <a:gd name="connsiteX57-13651" fmla="*/ 9365672 w 10460182"/>
                  <a:gd name="connsiteY57-13652" fmla="*/ 3990109 h 10474037"/>
                  <a:gd name="connsiteX58-13653" fmla="*/ 9310254 w 10460182"/>
                  <a:gd name="connsiteY58-13654" fmla="*/ 4156364 h 10474037"/>
                  <a:gd name="connsiteX59-13655" fmla="*/ 9199418 w 10460182"/>
                  <a:gd name="connsiteY59-13656" fmla="*/ 4364182 h 10474037"/>
                  <a:gd name="connsiteX60-13657" fmla="*/ 9268691 w 10460182"/>
                  <a:gd name="connsiteY60-13658" fmla="*/ 4530437 h 10474037"/>
                  <a:gd name="connsiteX61-13659" fmla="*/ 9337963 w 10460182"/>
                  <a:gd name="connsiteY61-13660" fmla="*/ 4738255 h 10474037"/>
                  <a:gd name="connsiteX62-13661" fmla="*/ 9421091 w 10460182"/>
                  <a:gd name="connsiteY62-13662" fmla="*/ 4987637 h 10474037"/>
                  <a:gd name="connsiteX63-13663" fmla="*/ 9434945 w 10460182"/>
                  <a:gd name="connsiteY63-13664" fmla="*/ 5292437 h 10474037"/>
                  <a:gd name="connsiteX64-13665" fmla="*/ 9462654 w 10460182"/>
                  <a:gd name="connsiteY64-13666" fmla="*/ 5694218 h 10474037"/>
                  <a:gd name="connsiteX65-13667" fmla="*/ 9587345 w 10460182"/>
                  <a:gd name="connsiteY65-13668" fmla="*/ 6054437 h 10474037"/>
                  <a:gd name="connsiteX66-13669" fmla="*/ 9545782 w 10460182"/>
                  <a:gd name="connsiteY66-13670" fmla="*/ 6456218 h 10474037"/>
                  <a:gd name="connsiteX67-13671" fmla="*/ 9933709 w 10460182"/>
                  <a:gd name="connsiteY67-13672" fmla="*/ 6941127 h 10474037"/>
                  <a:gd name="connsiteX68-13673" fmla="*/ 10113818 w 10460182"/>
                  <a:gd name="connsiteY68-13674" fmla="*/ 7287491 h 10474037"/>
                  <a:gd name="connsiteX69-13675" fmla="*/ 10252363 w 10460182"/>
                  <a:gd name="connsiteY69-13676" fmla="*/ 7620000 h 10474037"/>
                  <a:gd name="connsiteX70-13677" fmla="*/ 9670472 w 10460182"/>
                  <a:gd name="connsiteY70-13678" fmla="*/ 7620000 h 10474037"/>
                  <a:gd name="connsiteX71-13679" fmla="*/ 9337963 w 10460182"/>
                  <a:gd name="connsiteY71-13680" fmla="*/ 7730837 h 10474037"/>
                  <a:gd name="connsiteX72-13681" fmla="*/ 9102436 w 10460182"/>
                  <a:gd name="connsiteY72-13682" fmla="*/ 7869382 h 10474037"/>
                  <a:gd name="connsiteX73-13683" fmla="*/ 9019309 w 10460182"/>
                  <a:gd name="connsiteY73-13684" fmla="*/ 8077200 h 10474037"/>
                  <a:gd name="connsiteX74-13685" fmla="*/ 8956730 w 10460182"/>
                  <a:gd name="connsiteY74-13686" fmla="*/ 8174182 h 10474037"/>
                  <a:gd name="connsiteX75-13687" fmla="*/ 9027559 w 10460182"/>
                  <a:gd name="connsiteY75-13688" fmla="*/ 8603673 h 10474037"/>
                  <a:gd name="connsiteX76-13689" fmla="*/ 9030673 w 10460182"/>
                  <a:gd name="connsiteY76-13690" fmla="*/ 8837177 h 10474037"/>
                  <a:gd name="connsiteX77-13691" fmla="*/ 8991600 w 10460182"/>
                  <a:gd name="connsiteY77-13692" fmla="*/ 9047018 h 10474037"/>
                  <a:gd name="connsiteX78-13693" fmla="*/ 8894618 w 10460182"/>
                  <a:gd name="connsiteY78-13694" fmla="*/ 9351818 h 10474037"/>
                  <a:gd name="connsiteX79-13695" fmla="*/ 8922327 w 10460182"/>
                  <a:gd name="connsiteY79-13696" fmla="*/ 9615055 h 10474037"/>
                  <a:gd name="connsiteX80-13697" fmla="*/ 9144000 w 10460182"/>
                  <a:gd name="connsiteY80-13698" fmla="*/ 9781309 h 10474037"/>
                  <a:gd name="connsiteX81-13699" fmla="*/ 9353374 w 10460182"/>
                  <a:gd name="connsiteY81-13700" fmla="*/ 9932153 h 10474037"/>
                  <a:gd name="connsiteX82-13701" fmla="*/ 9529903 w 10460182"/>
                  <a:gd name="connsiteY82-13702" fmla="*/ 9984146 h 10474037"/>
                  <a:gd name="connsiteX83-13703" fmla="*/ 9625328 w 10460182"/>
                  <a:gd name="connsiteY83-13704" fmla="*/ 9870197 h 10474037"/>
                  <a:gd name="connsiteX84-13705" fmla="*/ 9667359 w 10460182"/>
                  <a:gd name="connsiteY84-13706" fmla="*/ 9882495 h 10474037"/>
                  <a:gd name="connsiteX85-13707" fmla="*/ 9668916 w 10460182"/>
                  <a:gd name="connsiteY85-13708" fmla="*/ 10335491 h 10474037"/>
                  <a:gd name="connsiteX86-13709" fmla="*/ 9495500 w 10460182"/>
                  <a:gd name="connsiteY86-13710" fmla="*/ 10385150 h 10474037"/>
                  <a:gd name="connsiteX87-13711" fmla="*/ 9310254 w 10460182"/>
                  <a:gd name="connsiteY87-13712" fmla="*/ 10474037 h 10474037"/>
                  <a:gd name="connsiteX88-13713" fmla="*/ 9227127 w 10460182"/>
                  <a:gd name="connsiteY88-13714" fmla="*/ 10321637 h 10474037"/>
                  <a:gd name="connsiteX89-13715" fmla="*/ 9033163 w 10460182"/>
                  <a:gd name="connsiteY89-13716" fmla="*/ 10072255 h 10474037"/>
                  <a:gd name="connsiteX90-13717" fmla="*/ 8825345 w 10460182"/>
                  <a:gd name="connsiteY90-13718" fmla="*/ 9892146 h 10474037"/>
                  <a:gd name="connsiteX91-13719" fmla="*/ 8534400 w 10460182"/>
                  <a:gd name="connsiteY91-13720" fmla="*/ 9781309 h 10474037"/>
                  <a:gd name="connsiteX92-13721" fmla="*/ 8423563 w 10460182"/>
                  <a:gd name="connsiteY92-13722" fmla="*/ 9725891 h 10474037"/>
                  <a:gd name="connsiteX93-13723" fmla="*/ 8285018 w 10460182"/>
                  <a:gd name="connsiteY93-13724" fmla="*/ 9559637 h 10474037"/>
                  <a:gd name="connsiteX94-13725" fmla="*/ 8257309 w 10460182"/>
                  <a:gd name="connsiteY94-13726" fmla="*/ 9421091 h 10474037"/>
                  <a:gd name="connsiteX95-13727" fmla="*/ 8146472 w 10460182"/>
                  <a:gd name="connsiteY95-13728" fmla="*/ 9434946 h 10474037"/>
                  <a:gd name="connsiteX96-13729" fmla="*/ 8091054 w 10460182"/>
                  <a:gd name="connsiteY96-13730" fmla="*/ 9656618 h 10474037"/>
                  <a:gd name="connsiteX97-13731" fmla="*/ 7806336 w 10460182"/>
                  <a:gd name="connsiteY97-13732" fmla="*/ 9662378 h 10474037"/>
                  <a:gd name="connsiteX98-13733" fmla="*/ 7567694 w 10460182"/>
                  <a:gd name="connsiteY98-13734" fmla="*/ 9599177 h 10474037"/>
                  <a:gd name="connsiteX99-13735" fmla="*/ 7466043 w 10460182"/>
                  <a:gd name="connsiteY99-13736" fmla="*/ 9550452 h 10474037"/>
                  <a:gd name="connsiteX100-13737" fmla="*/ 7439891 w 10460182"/>
                  <a:gd name="connsiteY100-13738" fmla="*/ 9240982 h 10474037"/>
                  <a:gd name="connsiteX101-13739" fmla="*/ 7397859 w 10460182"/>
                  <a:gd name="connsiteY101-13740" fmla="*/ 9434946 h 10474037"/>
                  <a:gd name="connsiteX102-13741" fmla="*/ 7287491 w 10460182"/>
                  <a:gd name="connsiteY102-13742" fmla="*/ 9528969 h 10474037"/>
                  <a:gd name="connsiteX103-13743" fmla="*/ 7221797 w 10460182"/>
                  <a:gd name="connsiteY103-13744" fmla="*/ 9200975 h 10474037"/>
                  <a:gd name="connsiteX104-13745" fmla="*/ 6954982 w 10460182"/>
                  <a:gd name="connsiteY104-13746" fmla="*/ 9268691 h 10474037"/>
                  <a:gd name="connsiteX105-13747" fmla="*/ 6710737 w 10460182"/>
                  <a:gd name="connsiteY105-13748" fmla="*/ 9341078 h 10474037"/>
                  <a:gd name="connsiteX106-13749" fmla="*/ 6674777 w 10460182"/>
                  <a:gd name="connsiteY106-13750" fmla="*/ 9141977 h 10474037"/>
                  <a:gd name="connsiteX107-13751" fmla="*/ 6511636 w 10460182"/>
                  <a:gd name="connsiteY107-13752" fmla="*/ 9033164 h 10474037"/>
                  <a:gd name="connsiteX108-13753" fmla="*/ 6428509 w 10460182"/>
                  <a:gd name="connsiteY108-13754" fmla="*/ 9033164 h 10474037"/>
                  <a:gd name="connsiteX109-13755" fmla="*/ 6325922 w 10460182"/>
                  <a:gd name="connsiteY109-13756" fmla="*/ 9136372 h 10474037"/>
                  <a:gd name="connsiteX110-13757" fmla="*/ 6167763 w 10460182"/>
                  <a:gd name="connsiteY110-13758" fmla="*/ 9057292 h 10474037"/>
                  <a:gd name="connsiteX111-13759" fmla="*/ 6002132 w 10460182"/>
                  <a:gd name="connsiteY111-13760" fmla="*/ 9172799 h 10474037"/>
                  <a:gd name="connsiteX112-13761" fmla="*/ 5749636 w 10460182"/>
                  <a:gd name="connsiteY112-13762" fmla="*/ 9130146 h 10474037"/>
                  <a:gd name="connsiteX113-13763" fmla="*/ 5674760 w 10460182"/>
                  <a:gd name="connsiteY113-13764" fmla="*/ 9160969 h 10474037"/>
                  <a:gd name="connsiteX114-13765" fmla="*/ 5507415 w 10460182"/>
                  <a:gd name="connsiteY114-13766" fmla="*/ 9207202 h 10474037"/>
                  <a:gd name="connsiteX115-13767" fmla="*/ 5505859 w 10460182"/>
                  <a:gd name="connsiteY115-13768" fmla="*/ 8950037 h 10474037"/>
                  <a:gd name="connsiteX116-13769" fmla="*/ 5505857 w 10460182"/>
                  <a:gd name="connsiteY116-13770" fmla="*/ 8714042 h 10474037"/>
                  <a:gd name="connsiteX117-13771" fmla="*/ 5336024 w 10460182"/>
                  <a:gd name="connsiteY117-13772" fmla="*/ 8412357 h 10474037"/>
                  <a:gd name="connsiteX118-13773" fmla="*/ 5230324 w 10460182"/>
                  <a:gd name="connsiteY118-13774" fmla="*/ 8161885 h 10474037"/>
                  <a:gd name="connsiteX119-13775" fmla="*/ 5317031 w 10460182"/>
                  <a:gd name="connsiteY119-13776" fmla="*/ 7689273 h 10474037"/>
                  <a:gd name="connsiteX120-13777" fmla="*/ 5201059 w 10460182"/>
                  <a:gd name="connsiteY120-13778" fmla="*/ 7399417 h 10474037"/>
                  <a:gd name="connsiteX121-13779" fmla="*/ 5250872 w 10460182"/>
                  <a:gd name="connsiteY121-13780" fmla="*/ 7148946 h 10474037"/>
                  <a:gd name="connsiteX122-13781" fmla="*/ 5245735 w 10460182"/>
                  <a:gd name="connsiteY122-13782" fmla="*/ 7097730 h 10474037"/>
                  <a:gd name="connsiteX123-13783" fmla="*/ 4577603 w 10460182"/>
                  <a:gd name="connsiteY123-13784" fmla="*/ 7093061 h 10474037"/>
                  <a:gd name="connsiteX124-13785" fmla="*/ 4528412 w 10460182"/>
                  <a:gd name="connsiteY124-13786" fmla="*/ 6919645 h 10474037"/>
                  <a:gd name="connsiteX125-13787" fmla="*/ 4038834 w 10460182"/>
                  <a:gd name="connsiteY125-13788" fmla="*/ 6895517 h 10474037"/>
                  <a:gd name="connsiteX126-13789" fmla="*/ 3976254 w 10460182"/>
                  <a:gd name="connsiteY126-13790" fmla="*/ 7148946 h 10474037"/>
                  <a:gd name="connsiteX127-13791" fmla="*/ 3932667 w 10460182"/>
                  <a:gd name="connsiteY127-13792" fmla="*/ 7360344 h 10474037"/>
                  <a:gd name="connsiteX128-13793" fmla="*/ 3910095 w 10460182"/>
                  <a:gd name="connsiteY128-13794" fmla="*/ 7482545 h 10474037"/>
                  <a:gd name="connsiteX129-13795" fmla="*/ 3559528 w 10460182"/>
                  <a:gd name="connsiteY129-13796" fmla="*/ 7476941 h 10474037"/>
                  <a:gd name="connsiteX130-13797" fmla="*/ 3311236 w 10460182"/>
                  <a:gd name="connsiteY130-13798" fmla="*/ 7481455 h 10474037"/>
                  <a:gd name="connsiteX131-13799" fmla="*/ 2895600 w 10460182"/>
                  <a:gd name="connsiteY131-13800" fmla="*/ 7467600 h 10474037"/>
                  <a:gd name="connsiteX132-13801" fmla="*/ 2784763 w 10460182"/>
                  <a:gd name="connsiteY132-13802" fmla="*/ 7218218 h 10474037"/>
                  <a:gd name="connsiteX133-13803" fmla="*/ 2604654 w 10460182"/>
                  <a:gd name="connsiteY133-13804" fmla="*/ 6941127 h 10474037"/>
                  <a:gd name="connsiteX134-13805" fmla="*/ 2410691 w 10460182"/>
                  <a:gd name="connsiteY134-13806" fmla="*/ 6442364 h 10474037"/>
                  <a:gd name="connsiteX135-13807" fmla="*/ 2327563 w 10460182"/>
                  <a:gd name="connsiteY135-13808" fmla="*/ 6303818 h 10474037"/>
                  <a:gd name="connsiteX136-13809" fmla="*/ 1662545 w 10460182"/>
                  <a:gd name="connsiteY136-13810" fmla="*/ 6276109 h 10474037"/>
                  <a:gd name="connsiteX137-13811" fmla="*/ 1233054 w 10460182"/>
                  <a:gd name="connsiteY137-13812" fmla="*/ 6276109 h 10474037"/>
                  <a:gd name="connsiteX138-13813" fmla="*/ 1136072 w 10460182"/>
                  <a:gd name="connsiteY138-13814" fmla="*/ 6331527 h 10474037"/>
                  <a:gd name="connsiteX139-13815" fmla="*/ 706582 w 10460182"/>
                  <a:gd name="connsiteY139-13816" fmla="*/ 6289964 h 10474037"/>
                  <a:gd name="connsiteX140-13817" fmla="*/ 318654 w 10460182"/>
                  <a:gd name="connsiteY140-13818" fmla="*/ 6317673 h 10474037"/>
                  <a:gd name="connsiteX141-13819" fmla="*/ 96982 w 10460182"/>
                  <a:gd name="connsiteY141-13820" fmla="*/ 6470073 h 10474037"/>
                  <a:gd name="connsiteX142-13821" fmla="*/ 0 w 10460182"/>
                  <a:gd name="connsiteY142-13822" fmla="*/ 6373091 h 10474037"/>
                  <a:gd name="connsiteX143-13823" fmla="*/ 83127 w 10460182"/>
                  <a:gd name="connsiteY143-13824" fmla="*/ 6317673 h 10474037"/>
                  <a:gd name="connsiteX0-13825" fmla="*/ 83127 w 10460182"/>
                  <a:gd name="connsiteY0-13826" fmla="*/ 6291732 h 10448096"/>
                  <a:gd name="connsiteX1-13827" fmla="*/ 96982 w 10460182"/>
                  <a:gd name="connsiteY1-13828" fmla="*/ 5848386 h 10448096"/>
                  <a:gd name="connsiteX2-13829" fmla="*/ 401782 w 10460182"/>
                  <a:gd name="connsiteY2-13830" fmla="*/ 5585150 h 10448096"/>
                  <a:gd name="connsiteX3-13831" fmla="*/ 651163 w 10460182"/>
                  <a:gd name="connsiteY3-13832" fmla="*/ 5723696 h 10448096"/>
                  <a:gd name="connsiteX4-13833" fmla="*/ 858982 w 10460182"/>
                  <a:gd name="connsiteY4-13834" fmla="*/ 5557441 h 10448096"/>
                  <a:gd name="connsiteX5-13835" fmla="*/ 997527 w 10460182"/>
                  <a:gd name="connsiteY5-13836" fmla="*/ 5405041 h 10448096"/>
                  <a:gd name="connsiteX6-13837" fmla="*/ 1080654 w 10460182"/>
                  <a:gd name="connsiteY6-13838" fmla="*/ 5488168 h 10448096"/>
                  <a:gd name="connsiteX7-13839" fmla="*/ 1269312 w 10460182"/>
                  <a:gd name="connsiteY7-13840" fmla="*/ 5732834 h 10448096"/>
                  <a:gd name="connsiteX8-13841" fmla="*/ 1523116 w 10460182"/>
                  <a:gd name="connsiteY8-13842" fmla="*/ 5534154 h 10448096"/>
                  <a:gd name="connsiteX9-13843" fmla="*/ 1731818 w 10460182"/>
                  <a:gd name="connsiteY9-13844" fmla="*/ 5349623 h 10448096"/>
                  <a:gd name="connsiteX10-13845" fmla="*/ 2022763 w 10460182"/>
                  <a:gd name="connsiteY10-13846" fmla="*/ 5114096 h 10448096"/>
                  <a:gd name="connsiteX11-13847" fmla="*/ 2119745 w 10460182"/>
                  <a:gd name="connsiteY11-13848" fmla="*/ 4684605 h 10448096"/>
                  <a:gd name="connsiteX12-13849" fmla="*/ 2172511 w 10460182"/>
                  <a:gd name="connsiteY12-13850" fmla="*/ 4217972 h 10448096"/>
                  <a:gd name="connsiteX13-13851" fmla="*/ 2355272 w 10460182"/>
                  <a:gd name="connsiteY13-13852" fmla="*/ 3908750 h 10448096"/>
                  <a:gd name="connsiteX14-13853" fmla="*/ 2715491 w 10460182"/>
                  <a:gd name="connsiteY14-13854" fmla="*/ 3506968 h 10448096"/>
                  <a:gd name="connsiteX15-13855" fmla="*/ 2978727 w 10460182"/>
                  <a:gd name="connsiteY15-13856" fmla="*/ 3313005 h 10448096"/>
                  <a:gd name="connsiteX16-13857" fmla="*/ 3006436 w 10460182"/>
                  <a:gd name="connsiteY16-13858" fmla="*/ 2869659 h 10448096"/>
                  <a:gd name="connsiteX17-13859" fmla="*/ 3075709 w 10460182"/>
                  <a:gd name="connsiteY17-13860" fmla="*/ 2578714 h 10448096"/>
                  <a:gd name="connsiteX18-13861" fmla="*/ 3075709 w 10460182"/>
                  <a:gd name="connsiteY18-13862" fmla="*/ 2370896 h 10448096"/>
                  <a:gd name="connsiteX19-13863" fmla="*/ 3214254 w 10460182"/>
                  <a:gd name="connsiteY19-13864" fmla="*/ 2038386 h 10448096"/>
                  <a:gd name="connsiteX20-13865" fmla="*/ 3214254 w 10460182"/>
                  <a:gd name="connsiteY20-13866" fmla="*/ 1747441 h 10448096"/>
                  <a:gd name="connsiteX21-13867" fmla="*/ 3513454 w 10460182"/>
                  <a:gd name="connsiteY21-13868" fmla="*/ 1179405 h 10448096"/>
                  <a:gd name="connsiteX22-13869" fmla="*/ 3463636 w 10460182"/>
                  <a:gd name="connsiteY22-13870" fmla="*/ 805332 h 10448096"/>
                  <a:gd name="connsiteX23-13871" fmla="*/ 3491345 w 10460182"/>
                  <a:gd name="connsiteY23-13872" fmla="*/ 597514 h 10448096"/>
                  <a:gd name="connsiteX24-13873" fmla="*/ 3823854 w 10460182"/>
                  <a:gd name="connsiteY24-13874" fmla="*/ 237296 h 10448096"/>
                  <a:gd name="connsiteX25-13875" fmla="*/ 4017818 w 10460182"/>
                  <a:gd name="connsiteY25-13876" fmla="*/ 112605 h 10448096"/>
                  <a:gd name="connsiteX26-13877" fmla="*/ 4433454 w 10460182"/>
                  <a:gd name="connsiteY26-13878" fmla="*/ 348132 h 10448096"/>
                  <a:gd name="connsiteX27-13879" fmla="*/ 4599709 w 10460182"/>
                  <a:gd name="connsiteY27-13880" fmla="*/ 542096 h 10448096"/>
                  <a:gd name="connsiteX28-13881" fmla="*/ 5070763 w 10460182"/>
                  <a:gd name="connsiteY28-13882" fmla="*/ 597514 h 10448096"/>
                  <a:gd name="connsiteX29-13883" fmla="*/ 5391187 w 10460182"/>
                  <a:gd name="connsiteY29-13884" fmla="*/ 656763 h 10448096"/>
                  <a:gd name="connsiteX30-13885" fmla="*/ 5647937 w 10460182"/>
                  <a:gd name="connsiteY30-13886" fmla="*/ 673271 h 10448096"/>
                  <a:gd name="connsiteX31-13887" fmla="*/ 5860472 w 10460182"/>
                  <a:gd name="connsiteY31-13888" fmla="*/ 334277 h 10448096"/>
                  <a:gd name="connsiteX32-13889" fmla="*/ 6123709 w 10460182"/>
                  <a:gd name="connsiteY32-13890" fmla="*/ 375841 h 10448096"/>
                  <a:gd name="connsiteX33-13891" fmla="*/ 6594763 w 10460182"/>
                  <a:gd name="connsiteY33-13892" fmla="*/ 237296 h 10448096"/>
                  <a:gd name="connsiteX34-13893" fmla="*/ 6761018 w 10460182"/>
                  <a:gd name="connsiteY34-13894" fmla="*/ 181877 h 10448096"/>
                  <a:gd name="connsiteX35-13895" fmla="*/ 7038109 w 10460182"/>
                  <a:gd name="connsiteY35-13896" fmla="*/ 251150 h 10448096"/>
                  <a:gd name="connsiteX36-13897" fmla="*/ 7232072 w 10460182"/>
                  <a:gd name="connsiteY36-13898" fmla="*/ 71041 h 10448096"/>
                  <a:gd name="connsiteX37-13899" fmla="*/ 7363248 w 10460182"/>
                  <a:gd name="connsiteY37-13900" fmla="*/ 0 h 10448096"/>
                  <a:gd name="connsiteX38-13901" fmla="*/ 7606145 w 10460182"/>
                  <a:gd name="connsiteY38-13902" fmla="*/ 57186 h 10448096"/>
                  <a:gd name="connsiteX39-13903" fmla="*/ 7910945 w 10460182"/>
                  <a:gd name="connsiteY39-13904" fmla="*/ 181877 h 10448096"/>
                  <a:gd name="connsiteX40-13905" fmla="*/ 8312727 w 10460182"/>
                  <a:gd name="connsiteY40-13906" fmla="*/ 112605 h 10448096"/>
                  <a:gd name="connsiteX41-13907" fmla="*/ 8672945 w 10460182"/>
                  <a:gd name="connsiteY41-13908" fmla="*/ 417405 h 10448096"/>
                  <a:gd name="connsiteX42-13909" fmla="*/ 8908472 w 10460182"/>
                  <a:gd name="connsiteY42-13910" fmla="*/ 597514 h 10448096"/>
                  <a:gd name="connsiteX43-13911" fmla="*/ 9088582 w 10460182"/>
                  <a:gd name="connsiteY43-13912" fmla="*/ 500532 h 10448096"/>
                  <a:gd name="connsiteX44-13913" fmla="*/ 9351818 w 10460182"/>
                  <a:gd name="connsiteY44-13914" fmla="*/ 445114 h 10448096"/>
                  <a:gd name="connsiteX45-13915" fmla="*/ 9518072 w 10460182"/>
                  <a:gd name="connsiteY45-13916" fmla="*/ 472823 h 10448096"/>
                  <a:gd name="connsiteX46-13917" fmla="*/ 9698182 w 10460182"/>
                  <a:gd name="connsiteY46-13918" fmla="*/ 500532 h 10448096"/>
                  <a:gd name="connsiteX47-13919" fmla="*/ 10002982 w 10460182"/>
                  <a:gd name="connsiteY47-13920" fmla="*/ 846896 h 10448096"/>
                  <a:gd name="connsiteX48-13921" fmla="*/ 10238509 w 10460182"/>
                  <a:gd name="connsiteY48-13922" fmla="*/ 1040859 h 10448096"/>
                  <a:gd name="connsiteX49-13923" fmla="*/ 10224654 w 10460182"/>
                  <a:gd name="connsiteY49-13924" fmla="*/ 1304096 h 10448096"/>
                  <a:gd name="connsiteX50-13925" fmla="*/ 10238509 w 10460182"/>
                  <a:gd name="connsiteY50-13926" fmla="*/ 1498059 h 10448096"/>
                  <a:gd name="connsiteX51-13927" fmla="*/ 10280072 w 10460182"/>
                  <a:gd name="connsiteY51-13928" fmla="*/ 1622750 h 10448096"/>
                  <a:gd name="connsiteX52-13929" fmla="*/ 10460182 w 10460182"/>
                  <a:gd name="connsiteY52-13930" fmla="*/ 1858277 h 10448096"/>
                  <a:gd name="connsiteX53-13931" fmla="*/ 10099963 w 10460182"/>
                  <a:gd name="connsiteY53-13932" fmla="*/ 2315477 h 10448096"/>
                  <a:gd name="connsiteX54-13933" fmla="*/ 9781309 w 10460182"/>
                  <a:gd name="connsiteY54-13934" fmla="*/ 2551005 h 10448096"/>
                  <a:gd name="connsiteX55-13935" fmla="*/ 9601200 w 10460182"/>
                  <a:gd name="connsiteY55-13936" fmla="*/ 3479259 h 10448096"/>
                  <a:gd name="connsiteX56-13937" fmla="*/ 9601200 w 10460182"/>
                  <a:gd name="connsiteY56-13938" fmla="*/ 3770205 h 10448096"/>
                  <a:gd name="connsiteX57-13939" fmla="*/ 9365672 w 10460182"/>
                  <a:gd name="connsiteY57-13940" fmla="*/ 3964168 h 10448096"/>
                  <a:gd name="connsiteX58-13941" fmla="*/ 9310254 w 10460182"/>
                  <a:gd name="connsiteY58-13942" fmla="*/ 4130423 h 10448096"/>
                  <a:gd name="connsiteX59-13943" fmla="*/ 9199418 w 10460182"/>
                  <a:gd name="connsiteY59-13944" fmla="*/ 4338241 h 10448096"/>
                  <a:gd name="connsiteX60-13945" fmla="*/ 9268691 w 10460182"/>
                  <a:gd name="connsiteY60-13946" fmla="*/ 4504496 h 10448096"/>
                  <a:gd name="connsiteX61-13947" fmla="*/ 9337963 w 10460182"/>
                  <a:gd name="connsiteY61-13948" fmla="*/ 4712314 h 10448096"/>
                  <a:gd name="connsiteX62-13949" fmla="*/ 9421091 w 10460182"/>
                  <a:gd name="connsiteY62-13950" fmla="*/ 4961696 h 10448096"/>
                  <a:gd name="connsiteX63-13951" fmla="*/ 9434945 w 10460182"/>
                  <a:gd name="connsiteY63-13952" fmla="*/ 5266496 h 10448096"/>
                  <a:gd name="connsiteX64-13953" fmla="*/ 9462654 w 10460182"/>
                  <a:gd name="connsiteY64-13954" fmla="*/ 5668277 h 10448096"/>
                  <a:gd name="connsiteX65-13955" fmla="*/ 9587345 w 10460182"/>
                  <a:gd name="connsiteY65-13956" fmla="*/ 6028496 h 10448096"/>
                  <a:gd name="connsiteX66-13957" fmla="*/ 9545782 w 10460182"/>
                  <a:gd name="connsiteY66-13958" fmla="*/ 6430277 h 10448096"/>
                  <a:gd name="connsiteX67-13959" fmla="*/ 9933709 w 10460182"/>
                  <a:gd name="connsiteY67-13960" fmla="*/ 6915186 h 10448096"/>
                  <a:gd name="connsiteX68-13961" fmla="*/ 10113818 w 10460182"/>
                  <a:gd name="connsiteY68-13962" fmla="*/ 7261550 h 10448096"/>
                  <a:gd name="connsiteX69-13963" fmla="*/ 10252363 w 10460182"/>
                  <a:gd name="connsiteY69-13964" fmla="*/ 7594059 h 10448096"/>
                  <a:gd name="connsiteX70-13965" fmla="*/ 9670472 w 10460182"/>
                  <a:gd name="connsiteY70-13966" fmla="*/ 7594059 h 10448096"/>
                  <a:gd name="connsiteX71-13967" fmla="*/ 9337963 w 10460182"/>
                  <a:gd name="connsiteY71-13968" fmla="*/ 7704896 h 10448096"/>
                  <a:gd name="connsiteX72-13969" fmla="*/ 9102436 w 10460182"/>
                  <a:gd name="connsiteY72-13970" fmla="*/ 7843441 h 10448096"/>
                  <a:gd name="connsiteX73-13971" fmla="*/ 9019309 w 10460182"/>
                  <a:gd name="connsiteY73-13972" fmla="*/ 8051259 h 10448096"/>
                  <a:gd name="connsiteX74-13973" fmla="*/ 8956730 w 10460182"/>
                  <a:gd name="connsiteY74-13974" fmla="*/ 8148241 h 10448096"/>
                  <a:gd name="connsiteX75-13975" fmla="*/ 9027559 w 10460182"/>
                  <a:gd name="connsiteY75-13976" fmla="*/ 8577732 h 10448096"/>
                  <a:gd name="connsiteX76-13977" fmla="*/ 9030673 w 10460182"/>
                  <a:gd name="connsiteY76-13978" fmla="*/ 8811236 h 10448096"/>
                  <a:gd name="connsiteX77-13979" fmla="*/ 8991600 w 10460182"/>
                  <a:gd name="connsiteY77-13980" fmla="*/ 9021077 h 10448096"/>
                  <a:gd name="connsiteX78-13981" fmla="*/ 8894618 w 10460182"/>
                  <a:gd name="connsiteY78-13982" fmla="*/ 9325877 h 10448096"/>
                  <a:gd name="connsiteX79-13983" fmla="*/ 8922327 w 10460182"/>
                  <a:gd name="connsiteY79-13984" fmla="*/ 9589114 h 10448096"/>
                  <a:gd name="connsiteX80-13985" fmla="*/ 9144000 w 10460182"/>
                  <a:gd name="connsiteY80-13986" fmla="*/ 9755368 h 10448096"/>
                  <a:gd name="connsiteX81-13987" fmla="*/ 9353374 w 10460182"/>
                  <a:gd name="connsiteY81-13988" fmla="*/ 9906212 h 10448096"/>
                  <a:gd name="connsiteX82-13989" fmla="*/ 9529903 w 10460182"/>
                  <a:gd name="connsiteY82-13990" fmla="*/ 9958205 h 10448096"/>
                  <a:gd name="connsiteX83-13991" fmla="*/ 9625328 w 10460182"/>
                  <a:gd name="connsiteY83-13992" fmla="*/ 9844256 h 10448096"/>
                  <a:gd name="connsiteX84-13993" fmla="*/ 9667359 w 10460182"/>
                  <a:gd name="connsiteY84-13994" fmla="*/ 9856554 h 10448096"/>
                  <a:gd name="connsiteX85-13995" fmla="*/ 9668916 w 10460182"/>
                  <a:gd name="connsiteY85-13996" fmla="*/ 10309550 h 10448096"/>
                  <a:gd name="connsiteX86-13997" fmla="*/ 9495500 w 10460182"/>
                  <a:gd name="connsiteY86-13998" fmla="*/ 10359209 h 10448096"/>
                  <a:gd name="connsiteX87-13999" fmla="*/ 9310254 w 10460182"/>
                  <a:gd name="connsiteY87-14000" fmla="*/ 10448096 h 10448096"/>
                  <a:gd name="connsiteX88-14001" fmla="*/ 9227127 w 10460182"/>
                  <a:gd name="connsiteY88-14002" fmla="*/ 10295696 h 10448096"/>
                  <a:gd name="connsiteX89-14003" fmla="*/ 9033163 w 10460182"/>
                  <a:gd name="connsiteY89-14004" fmla="*/ 10046314 h 10448096"/>
                  <a:gd name="connsiteX90-14005" fmla="*/ 8825345 w 10460182"/>
                  <a:gd name="connsiteY90-14006" fmla="*/ 9866205 h 10448096"/>
                  <a:gd name="connsiteX91-14007" fmla="*/ 8534400 w 10460182"/>
                  <a:gd name="connsiteY91-14008" fmla="*/ 9755368 h 10448096"/>
                  <a:gd name="connsiteX92-14009" fmla="*/ 8423563 w 10460182"/>
                  <a:gd name="connsiteY92-14010" fmla="*/ 9699950 h 10448096"/>
                  <a:gd name="connsiteX93-14011" fmla="*/ 8285018 w 10460182"/>
                  <a:gd name="connsiteY93-14012" fmla="*/ 9533696 h 10448096"/>
                  <a:gd name="connsiteX94-14013" fmla="*/ 8257309 w 10460182"/>
                  <a:gd name="connsiteY94-14014" fmla="*/ 9395150 h 10448096"/>
                  <a:gd name="connsiteX95-14015" fmla="*/ 8146472 w 10460182"/>
                  <a:gd name="connsiteY95-14016" fmla="*/ 9409005 h 10448096"/>
                  <a:gd name="connsiteX96-14017" fmla="*/ 8091054 w 10460182"/>
                  <a:gd name="connsiteY96-14018" fmla="*/ 9630677 h 10448096"/>
                  <a:gd name="connsiteX97-14019" fmla="*/ 7806336 w 10460182"/>
                  <a:gd name="connsiteY97-14020" fmla="*/ 9636437 h 10448096"/>
                  <a:gd name="connsiteX98-14021" fmla="*/ 7567694 w 10460182"/>
                  <a:gd name="connsiteY98-14022" fmla="*/ 9573236 h 10448096"/>
                  <a:gd name="connsiteX99-14023" fmla="*/ 7466043 w 10460182"/>
                  <a:gd name="connsiteY99-14024" fmla="*/ 9524511 h 10448096"/>
                  <a:gd name="connsiteX100-14025" fmla="*/ 7439891 w 10460182"/>
                  <a:gd name="connsiteY100-14026" fmla="*/ 9215041 h 10448096"/>
                  <a:gd name="connsiteX101-14027" fmla="*/ 7397859 w 10460182"/>
                  <a:gd name="connsiteY101-14028" fmla="*/ 9409005 h 10448096"/>
                  <a:gd name="connsiteX102-14029" fmla="*/ 7287491 w 10460182"/>
                  <a:gd name="connsiteY102-14030" fmla="*/ 9503028 h 10448096"/>
                  <a:gd name="connsiteX103-14031" fmla="*/ 7221797 w 10460182"/>
                  <a:gd name="connsiteY103-14032" fmla="*/ 9175034 h 10448096"/>
                  <a:gd name="connsiteX104-14033" fmla="*/ 6954982 w 10460182"/>
                  <a:gd name="connsiteY104-14034" fmla="*/ 9242750 h 10448096"/>
                  <a:gd name="connsiteX105-14035" fmla="*/ 6710737 w 10460182"/>
                  <a:gd name="connsiteY105-14036" fmla="*/ 9315137 h 10448096"/>
                  <a:gd name="connsiteX106-14037" fmla="*/ 6674777 w 10460182"/>
                  <a:gd name="connsiteY106-14038" fmla="*/ 9116036 h 10448096"/>
                  <a:gd name="connsiteX107-14039" fmla="*/ 6511636 w 10460182"/>
                  <a:gd name="connsiteY107-14040" fmla="*/ 9007223 h 10448096"/>
                  <a:gd name="connsiteX108-14041" fmla="*/ 6428509 w 10460182"/>
                  <a:gd name="connsiteY108-14042" fmla="*/ 9007223 h 10448096"/>
                  <a:gd name="connsiteX109-14043" fmla="*/ 6325922 w 10460182"/>
                  <a:gd name="connsiteY109-14044" fmla="*/ 9110431 h 10448096"/>
                  <a:gd name="connsiteX110-14045" fmla="*/ 6167763 w 10460182"/>
                  <a:gd name="connsiteY110-14046" fmla="*/ 9031351 h 10448096"/>
                  <a:gd name="connsiteX111-14047" fmla="*/ 6002132 w 10460182"/>
                  <a:gd name="connsiteY111-14048" fmla="*/ 9146858 h 10448096"/>
                  <a:gd name="connsiteX112-14049" fmla="*/ 5749636 w 10460182"/>
                  <a:gd name="connsiteY112-14050" fmla="*/ 9104205 h 10448096"/>
                  <a:gd name="connsiteX113-14051" fmla="*/ 5674760 w 10460182"/>
                  <a:gd name="connsiteY113-14052" fmla="*/ 9135028 h 10448096"/>
                  <a:gd name="connsiteX114-14053" fmla="*/ 5507415 w 10460182"/>
                  <a:gd name="connsiteY114-14054" fmla="*/ 9181261 h 10448096"/>
                  <a:gd name="connsiteX115-14055" fmla="*/ 5505859 w 10460182"/>
                  <a:gd name="connsiteY115-14056" fmla="*/ 8924096 h 10448096"/>
                  <a:gd name="connsiteX116-14057" fmla="*/ 5505857 w 10460182"/>
                  <a:gd name="connsiteY116-14058" fmla="*/ 8688101 h 10448096"/>
                  <a:gd name="connsiteX117-14059" fmla="*/ 5336024 w 10460182"/>
                  <a:gd name="connsiteY117-14060" fmla="*/ 8386416 h 10448096"/>
                  <a:gd name="connsiteX118-14061" fmla="*/ 5230324 w 10460182"/>
                  <a:gd name="connsiteY118-14062" fmla="*/ 8135944 h 10448096"/>
                  <a:gd name="connsiteX119-14063" fmla="*/ 5317031 w 10460182"/>
                  <a:gd name="connsiteY119-14064" fmla="*/ 7663332 h 10448096"/>
                  <a:gd name="connsiteX120-14065" fmla="*/ 5201059 w 10460182"/>
                  <a:gd name="connsiteY120-14066" fmla="*/ 7373476 h 10448096"/>
                  <a:gd name="connsiteX121-14067" fmla="*/ 5250872 w 10460182"/>
                  <a:gd name="connsiteY121-14068" fmla="*/ 7123005 h 10448096"/>
                  <a:gd name="connsiteX122-14069" fmla="*/ 5245735 w 10460182"/>
                  <a:gd name="connsiteY122-14070" fmla="*/ 7071789 h 10448096"/>
                  <a:gd name="connsiteX123-14071" fmla="*/ 4577603 w 10460182"/>
                  <a:gd name="connsiteY123-14072" fmla="*/ 7067120 h 10448096"/>
                  <a:gd name="connsiteX124-14073" fmla="*/ 4528412 w 10460182"/>
                  <a:gd name="connsiteY124-14074" fmla="*/ 6893704 h 10448096"/>
                  <a:gd name="connsiteX125-14075" fmla="*/ 4038834 w 10460182"/>
                  <a:gd name="connsiteY125-14076" fmla="*/ 6869576 h 10448096"/>
                  <a:gd name="connsiteX126-14077" fmla="*/ 3976254 w 10460182"/>
                  <a:gd name="connsiteY126-14078" fmla="*/ 7123005 h 10448096"/>
                  <a:gd name="connsiteX127-14079" fmla="*/ 3932667 w 10460182"/>
                  <a:gd name="connsiteY127-14080" fmla="*/ 7334403 h 10448096"/>
                  <a:gd name="connsiteX128-14081" fmla="*/ 3910095 w 10460182"/>
                  <a:gd name="connsiteY128-14082" fmla="*/ 7456604 h 10448096"/>
                  <a:gd name="connsiteX129-14083" fmla="*/ 3559528 w 10460182"/>
                  <a:gd name="connsiteY129-14084" fmla="*/ 7451000 h 10448096"/>
                  <a:gd name="connsiteX130-14085" fmla="*/ 3311236 w 10460182"/>
                  <a:gd name="connsiteY130-14086" fmla="*/ 7455514 h 10448096"/>
                  <a:gd name="connsiteX131-14087" fmla="*/ 2895600 w 10460182"/>
                  <a:gd name="connsiteY131-14088" fmla="*/ 7441659 h 10448096"/>
                  <a:gd name="connsiteX132-14089" fmla="*/ 2784763 w 10460182"/>
                  <a:gd name="connsiteY132-14090" fmla="*/ 7192277 h 10448096"/>
                  <a:gd name="connsiteX133-14091" fmla="*/ 2604654 w 10460182"/>
                  <a:gd name="connsiteY133-14092" fmla="*/ 6915186 h 10448096"/>
                  <a:gd name="connsiteX134-14093" fmla="*/ 2410691 w 10460182"/>
                  <a:gd name="connsiteY134-14094" fmla="*/ 6416423 h 10448096"/>
                  <a:gd name="connsiteX135-14095" fmla="*/ 2327563 w 10460182"/>
                  <a:gd name="connsiteY135-14096" fmla="*/ 6277877 h 10448096"/>
                  <a:gd name="connsiteX136-14097" fmla="*/ 1662545 w 10460182"/>
                  <a:gd name="connsiteY136-14098" fmla="*/ 6250168 h 10448096"/>
                  <a:gd name="connsiteX137-14099" fmla="*/ 1233054 w 10460182"/>
                  <a:gd name="connsiteY137-14100" fmla="*/ 6250168 h 10448096"/>
                  <a:gd name="connsiteX138-14101" fmla="*/ 1136072 w 10460182"/>
                  <a:gd name="connsiteY138-14102" fmla="*/ 6305586 h 10448096"/>
                  <a:gd name="connsiteX139-14103" fmla="*/ 706582 w 10460182"/>
                  <a:gd name="connsiteY139-14104" fmla="*/ 6264023 h 10448096"/>
                  <a:gd name="connsiteX140-14105" fmla="*/ 318654 w 10460182"/>
                  <a:gd name="connsiteY140-14106" fmla="*/ 6291732 h 10448096"/>
                  <a:gd name="connsiteX141-14107" fmla="*/ 96982 w 10460182"/>
                  <a:gd name="connsiteY141-14108" fmla="*/ 6444132 h 10448096"/>
                  <a:gd name="connsiteX142-14109" fmla="*/ 0 w 10460182"/>
                  <a:gd name="connsiteY142-14110" fmla="*/ 6347150 h 10448096"/>
                  <a:gd name="connsiteX143-14111" fmla="*/ 83127 w 10460182"/>
                  <a:gd name="connsiteY143-14112" fmla="*/ 6291732 h 10448096"/>
                  <a:gd name="connsiteX0-14113" fmla="*/ 83127 w 10460182"/>
                  <a:gd name="connsiteY0-14114" fmla="*/ 6291732 h 10448096"/>
                  <a:gd name="connsiteX1-14115" fmla="*/ 96982 w 10460182"/>
                  <a:gd name="connsiteY1-14116" fmla="*/ 5848386 h 10448096"/>
                  <a:gd name="connsiteX2-14117" fmla="*/ 401782 w 10460182"/>
                  <a:gd name="connsiteY2-14118" fmla="*/ 5585150 h 10448096"/>
                  <a:gd name="connsiteX3-14119" fmla="*/ 651163 w 10460182"/>
                  <a:gd name="connsiteY3-14120" fmla="*/ 5723696 h 10448096"/>
                  <a:gd name="connsiteX4-14121" fmla="*/ 858982 w 10460182"/>
                  <a:gd name="connsiteY4-14122" fmla="*/ 5557441 h 10448096"/>
                  <a:gd name="connsiteX5-14123" fmla="*/ 997527 w 10460182"/>
                  <a:gd name="connsiteY5-14124" fmla="*/ 5405041 h 10448096"/>
                  <a:gd name="connsiteX6-14125" fmla="*/ 1080654 w 10460182"/>
                  <a:gd name="connsiteY6-14126" fmla="*/ 5488168 h 10448096"/>
                  <a:gd name="connsiteX7-14127" fmla="*/ 1269312 w 10460182"/>
                  <a:gd name="connsiteY7-14128" fmla="*/ 5732834 h 10448096"/>
                  <a:gd name="connsiteX8-14129" fmla="*/ 1523116 w 10460182"/>
                  <a:gd name="connsiteY8-14130" fmla="*/ 5534154 h 10448096"/>
                  <a:gd name="connsiteX9-14131" fmla="*/ 1731818 w 10460182"/>
                  <a:gd name="connsiteY9-14132" fmla="*/ 5349623 h 10448096"/>
                  <a:gd name="connsiteX10-14133" fmla="*/ 2022763 w 10460182"/>
                  <a:gd name="connsiteY10-14134" fmla="*/ 5114096 h 10448096"/>
                  <a:gd name="connsiteX11-14135" fmla="*/ 2119745 w 10460182"/>
                  <a:gd name="connsiteY11-14136" fmla="*/ 4684605 h 10448096"/>
                  <a:gd name="connsiteX12-14137" fmla="*/ 2172511 w 10460182"/>
                  <a:gd name="connsiteY12-14138" fmla="*/ 4217972 h 10448096"/>
                  <a:gd name="connsiteX13-14139" fmla="*/ 2355272 w 10460182"/>
                  <a:gd name="connsiteY13-14140" fmla="*/ 3908750 h 10448096"/>
                  <a:gd name="connsiteX14-14141" fmla="*/ 2715491 w 10460182"/>
                  <a:gd name="connsiteY14-14142" fmla="*/ 3506968 h 10448096"/>
                  <a:gd name="connsiteX15-14143" fmla="*/ 2978727 w 10460182"/>
                  <a:gd name="connsiteY15-14144" fmla="*/ 3313005 h 10448096"/>
                  <a:gd name="connsiteX16-14145" fmla="*/ 3006436 w 10460182"/>
                  <a:gd name="connsiteY16-14146" fmla="*/ 2869659 h 10448096"/>
                  <a:gd name="connsiteX17-14147" fmla="*/ 3075709 w 10460182"/>
                  <a:gd name="connsiteY17-14148" fmla="*/ 2578714 h 10448096"/>
                  <a:gd name="connsiteX18-14149" fmla="*/ 3075709 w 10460182"/>
                  <a:gd name="connsiteY18-14150" fmla="*/ 2370896 h 10448096"/>
                  <a:gd name="connsiteX19-14151" fmla="*/ 3214254 w 10460182"/>
                  <a:gd name="connsiteY19-14152" fmla="*/ 2038386 h 10448096"/>
                  <a:gd name="connsiteX20-14153" fmla="*/ 3214254 w 10460182"/>
                  <a:gd name="connsiteY20-14154" fmla="*/ 1747441 h 10448096"/>
                  <a:gd name="connsiteX21-14155" fmla="*/ 3513454 w 10460182"/>
                  <a:gd name="connsiteY21-14156" fmla="*/ 1179405 h 10448096"/>
                  <a:gd name="connsiteX22-14157" fmla="*/ 3463636 w 10460182"/>
                  <a:gd name="connsiteY22-14158" fmla="*/ 805332 h 10448096"/>
                  <a:gd name="connsiteX23-14159" fmla="*/ 3491345 w 10460182"/>
                  <a:gd name="connsiteY23-14160" fmla="*/ 597514 h 10448096"/>
                  <a:gd name="connsiteX24-14161" fmla="*/ 3823854 w 10460182"/>
                  <a:gd name="connsiteY24-14162" fmla="*/ 237296 h 10448096"/>
                  <a:gd name="connsiteX25-14163" fmla="*/ 4017818 w 10460182"/>
                  <a:gd name="connsiteY25-14164" fmla="*/ 112605 h 10448096"/>
                  <a:gd name="connsiteX26-14165" fmla="*/ 4433454 w 10460182"/>
                  <a:gd name="connsiteY26-14166" fmla="*/ 348132 h 10448096"/>
                  <a:gd name="connsiteX27-14167" fmla="*/ 4599709 w 10460182"/>
                  <a:gd name="connsiteY27-14168" fmla="*/ 542096 h 10448096"/>
                  <a:gd name="connsiteX28-14169" fmla="*/ 5070763 w 10460182"/>
                  <a:gd name="connsiteY28-14170" fmla="*/ 597514 h 10448096"/>
                  <a:gd name="connsiteX29-14171" fmla="*/ 5391187 w 10460182"/>
                  <a:gd name="connsiteY29-14172" fmla="*/ 656763 h 10448096"/>
                  <a:gd name="connsiteX30-14173" fmla="*/ 5647937 w 10460182"/>
                  <a:gd name="connsiteY30-14174" fmla="*/ 673271 h 10448096"/>
                  <a:gd name="connsiteX31-14175" fmla="*/ 5860472 w 10460182"/>
                  <a:gd name="connsiteY31-14176" fmla="*/ 334277 h 10448096"/>
                  <a:gd name="connsiteX32-14177" fmla="*/ 6123709 w 10460182"/>
                  <a:gd name="connsiteY32-14178" fmla="*/ 375841 h 10448096"/>
                  <a:gd name="connsiteX33-14179" fmla="*/ 6594763 w 10460182"/>
                  <a:gd name="connsiteY33-14180" fmla="*/ 237296 h 10448096"/>
                  <a:gd name="connsiteX34-14181" fmla="*/ 6761018 w 10460182"/>
                  <a:gd name="connsiteY34-14182" fmla="*/ 181877 h 10448096"/>
                  <a:gd name="connsiteX35-14183" fmla="*/ 7038109 w 10460182"/>
                  <a:gd name="connsiteY35-14184" fmla="*/ 251150 h 10448096"/>
                  <a:gd name="connsiteX36-14185" fmla="*/ 7232072 w 10460182"/>
                  <a:gd name="connsiteY36-14186" fmla="*/ 71041 h 10448096"/>
                  <a:gd name="connsiteX37-14187" fmla="*/ 7363248 w 10460182"/>
                  <a:gd name="connsiteY37-14188" fmla="*/ 0 h 10448096"/>
                  <a:gd name="connsiteX38-14189" fmla="*/ 7606145 w 10460182"/>
                  <a:gd name="connsiteY38-14190" fmla="*/ 57186 h 10448096"/>
                  <a:gd name="connsiteX39-14191" fmla="*/ 7910945 w 10460182"/>
                  <a:gd name="connsiteY39-14192" fmla="*/ 181877 h 10448096"/>
                  <a:gd name="connsiteX40-14193" fmla="*/ 8312727 w 10460182"/>
                  <a:gd name="connsiteY40-14194" fmla="*/ 112605 h 10448096"/>
                  <a:gd name="connsiteX41-14195" fmla="*/ 8672945 w 10460182"/>
                  <a:gd name="connsiteY41-14196" fmla="*/ 417405 h 10448096"/>
                  <a:gd name="connsiteX42-14197" fmla="*/ 8908472 w 10460182"/>
                  <a:gd name="connsiteY42-14198" fmla="*/ 597514 h 10448096"/>
                  <a:gd name="connsiteX43-14199" fmla="*/ 9088582 w 10460182"/>
                  <a:gd name="connsiteY43-14200" fmla="*/ 500532 h 10448096"/>
                  <a:gd name="connsiteX44-14201" fmla="*/ 9351818 w 10460182"/>
                  <a:gd name="connsiteY44-14202" fmla="*/ 445114 h 10448096"/>
                  <a:gd name="connsiteX45-14203" fmla="*/ 9518072 w 10460182"/>
                  <a:gd name="connsiteY45-14204" fmla="*/ 472823 h 10448096"/>
                  <a:gd name="connsiteX46-14205" fmla="*/ 9698182 w 10460182"/>
                  <a:gd name="connsiteY46-14206" fmla="*/ 500532 h 10448096"/>
                  <a:gd name="connsiteX47-14207" fmla="*/ 10002982 w 10460182"/>
                  <a:gd name="connsiteY47-14208" fmla="*/ 846896 h 10448096"/>
                  <a:gd name="connsiteX48-14209" fmla="*/ 10238509 w 10460182"/>
                  <a:gd name="connsiteY48-14210" fmla="*/ 1040859 h 10448096"/>
                  <a:gd name="connsiteX49-14211" fmla="*/ 10224654 w 10460182"/>
                  <a:gd name="connsiteY49-14212" fmla="*/ 1304096 h 10448096"/>
                  <a:gd name="connsiteX50-14213" fmla="*/ 10238509 w 10460182"/>
                  <a:gd name="connsiteY50-14214" fmla="*/ 1498059 h 10448096"/>
                  <a:gd name="connsiteX51-14215" fmla="*/ 10280072 w 10460182"/>
                  <a:gd name="connsiteY51-14216" fmla="*/ 1622750 h 10448096"/>
                  <a:gd name="connsiteX52-14217" fmla="*/ 10460182 w 10460182"/>
                  <a:gd name="connsiteY52-14218" fmla="*/ 1858277 h 10448096"/>
                  <a:gd name="connsiteX53-14219" fmla="*/ 10099963 w 10460182"/>
                  <a:gd name="connsiteY53-14220" fmla="*/ 2315477 h 10448096"/>
                  <a:gd name="connsiteX54-14221" fmla="*/ 9781309 w 10460182"/>
                  <a:gd name="connsiteY54-14222" fmla="*/ 2551005 h 10448096"/>
                  <a:gd name="connsiteX55-14223" fmla="*/ 9601200 w 10460182"/>
                  <a:gd name="connsiteY55-14224" fmla="*/ 3479259 h 10448096"/>
                  <a:gd name="connsiteX56-14225" fmla="*/ 9601200 w 10460182"/>
                  <a:gd name="connsiteY56-14226" fmla="*/ 3770205 h 10448096"/>
                  <a:gd name="connsiteX57-14227" fmla="*/ 9365672 w 10460182"/>
                  <a:gd name="connsiteY57-14228" fmla="*/ 3964168 h 10448096"/>
                  <a:gd name="connsiteX58-14229" fmla="*/ 9310254 w 10460182"/>
                  <a:gd name="connsiteY58-14230" fmla="*/ 4130423 h 10448096"/>
                  <a:gd name="connsiteX59-14231" fmla="*/ 9199418 w 10460182"/>
                  <a:gd name="connsiteY59-14232" fmla="*/ 4338241 h 10448096"/>
                  <a:gd name="connsiteX60-14233" fmla="*/ 9268691 w 10460182"/>
                  <a:gd name="connsiteY60-14234" fmla="*/ 4504496 h 10448096"/>
                  <a:gd name="connsiteX61-14235" fmla="*/ 9337963 w 10460182"/>
                  <a:gd name="connsiteY61-14236" fmla="*/ 4712314 h 10448096"/>
                  <a:gd name="connsiteX62-14237" fmla="*/ 9421091 w 10460182"/>
                  <a:gd name="connsiteY62-14238" fmla="*/ 4961696 h 10448096"/>
                  <a:gd name="connsiteX63-14239" fmla="*/ 9434945 w 10460182"/>
                  <a:gd name="connsiteY63-14240" fmla="*/ 5266496 h 10448096"/>
                  <a:gd name="connsiteX64-14241" fmla="*/ 9462654 w 10460182"/>
                  <a:gd name="connsiteY64-14242" fmla="*/ 5668277 h 10448096"/>
                  <a:gd name="connsiteX65-14243" fmla="*/ 9587345 w 10460182"/>
                  <a:gd name="connsiteY65-14244" fmla="*/ 6028496 h 10448096"/>
                  <a:gd name="connsiteX66-14245" fmla="*/ 9545782 w 10460182"/>
                  <a:gd name="connsiteY66-14246" fmla="*/ 6430277 h 10448096"/>
                  <a:gd name="connsiteX67-14247" fmla="*/ 9933709 w 10460182"/>
                  <a:gd name="connsiteY67-14248" fmla="*/ 6915186 h 10448096"/>
                  <a:gd name="connsiteX68-14249" fmla="*/ 10113818 w 10460182"/>
                  <a:gd name="connsiteY68-14250" fmla="*/ 7261550 h 10448096"/>
                  <a:gd name="connsiteX69-14251" fmla="*/ 10252363 w 10460182"/>
                  <a:gd name="connsiteY69-14252" fmla="*/ 7594059 h 10448096"/>
                  <a:gd name="connsiteX70-14253" fmla="*/ 9670472 w 10460182"/>
                  <a:gd name="connsiteY70-14254" fmla="*/ 7594059 h 10448096"/>
                  <a:gd name="connsiteX71-14255" fmla="*/ 9337963 w 10460182"/>
                  <a:gd name="connsiteY71-14256" fmla="*/ 7704896 h 10448096"/>
                  <a:gd name="connsiteX72-14257" fmla="*/ 9102436 w 10460182"/>
                  <a:gd name="connsiteY72-14258" fmla="*/ 7843441 h 10448096"/>
                  <a:gd name="connsiteX73-14259" fmla="*/ 9019309 w 10460182"/>
                  <a:gd name="connsiteY73-14260" fmla="*/ 8051259 h 10448096"/>
                  <a:gd name="connsiteX74-14261" fmla="*/ 8956730 w 10460182"/>
                  <a:gd name="connsiteY74-14262" fmla="*/ 8148241 h 10448096"/>
                  <a:gd name="connsiteX75-14263" fmla="*/ 9027559 w 10460182"/>
                  <a:gd name="connsiteY75-14264" fmla="*/ 8577732 h 10448096"/>
                  <a:gd name="connsiteX76-14265" fmla="*/ 9030673 w 10460182"/>
                  <a:gd name="connsiteY76-14266" fmla="*/ 8811236 h 10448096"/>
                  <a:gd name="connsiteX77-14267" fmla="*/ 8991600 w 10460182"/>
                  <a:gd name="connsiteY77-14268" fmla="*/ 9021077 h 10448096"/>
                  <a:gd name="connsiteX78-14269" fmla="*/ 8894618 w 10460182"/>
                  <a:gd name="connsiteY78-14270" fmla="*/ 9325877 h 10448096"/>
                  <a:gd name="connsiteX79-14271" fmla="*/ 8922327 w 10460182"/>
                  <a:gd name="connsiteY79-14272" fmla="*/ 9589114 h 10448096"/>
                  <a:gd name="connsiteX80-14273" fmla="*/ 9144000 w 10460182"/>
                  <a:gd name="connsiteY80-14274" fmla="*/ 9755368 h 10448096"/>
                  <a:gd name="connsiteX81-14275" fmla="*/ 9353374 w 10460182"/>
                  <a:gd name="connsiteY81-14276" fmla="*/ 9906212 h 10448096"/>
                  <a:gd name="connsiteX82-14277" fmla="*/ 9529903 w 10460182"/>
                  <a:gd name="connsiteY82-14278" fmla="*/ 9958205 h 10448096"/>
                  <a:gd name="connsiteX83-14279" fmla="*/ 9625328 w 10460182"/>
                  <a:gd name="connsiteY83-14280" fmla="*/ 9844256 h 10448096"/>
                  <a:gd name="connsiteX84-14281" fmla="*/ 9667359 w 10460182"/>
                  <a:gd name="connsiteY84-14282" fmla="*/ 9856554 h 10448096"/>
                  <a:gd name="connsiteX85-14283" fmla="*/ 9668916 w 10460182"/>
                  <a:gd name="connsiteY85-14284" fmla="*/ 10309550 h 10448096"/>
                  <a:gd name="connsiteX86-14285" fmla="*/ 9495500 w 10460182"/>
                  <a:gd name="connsiteY86-14286" fmla="*/ 10359209 h 10448096"/>
                  <a:gd name="connsiteX87-14287" fmla="*/ 9310254 w 10460182"/>
                  <a:gd name="connsiteY87-14288" fmla="*/ 10448096 h 10448096"/>
                  <a:gd name="connsiteX88-14289" fmla="*/ 9227127 w 10460182"/>
                  <a:gd name="connsiteY88-14290" fmla="*/ 10295696 h 10448096"/>
                  <a:gd name="connsiteX89-14291" fmla="*/ 9033163 w 10460182"/>
                  <a:gd name="connsiteY89-14292" fmla="*/ 10046314 h 10448096"/>
                  <a:gd name="connsiteX90-14293" fmla="*/ 8825345 w 10460182"/>
                  <a:gd name="connsiteY90-14294" fmla="*/ 9866205 h 10448096"/>
                  <a:gd name="connsiteX91-14295" fmla="*/ 8534400 w 10460182"/>
                  <a:gd name="connsiteY91-14296" fmla="*/ 9755368 h 10448096"/>
                  <a:gd name="connsiteX92-14297" fmla="*/ 8423563 w 10460182"/>
                  <a:gd name="connsiteY92-14298" fmla="*/ 9699950 h 10448096"/>
                  <a:gd name="connsiteX93-14299" fmla="*/ 8285018 w 10460182"/>
                  <a:gd name="connsiteY93-14300" fmla="*/ 9533696 h 10448096"/>
                  <a:gd name="connsiteX94-14301" fmla="*/ 8257309 w 10460182"/>
                  <a:gd name="connsiteY94-14302" fmla="*/ 9395150 h 10448096"/>
                  <a:gd name="connsiteX95-14303" fmla="*/ 8146472 w 10460182"/>
                  <a:gd name="connsiteY95-14304" fmla="*/ 9409005 h 10448096"/>
                  <a:gd name="connsiteX96-14305" fmla="*/ 8091054 w 10460182"/>
                  <a:gd name="connsiteY96-14306" fmla="*/ 9630677 h 10448096"/>
                  <a:gd name="connsiteX97-14307" fmla="*/ 7806336 w 10460182"/>
                  <a:gd name="connsiteY97-14308" fmla="*/ 9636437 h 10448096"/>
                  <a:gd name="connsiteX98-14309" fmla="*/ 7567694 w 10460182"/>
                  <a:gd name="connsiteY98-14310" fmla="*/ 9573236 h 10448096"/>
                  <a:gd name="connsiteX99-14311" fmla="*/ 7466043 w 10460182"/>
                  <a:gd name="connsiteY99-14312" fmla="*/ 9524511 h 10448096"/>
                  <a:gd name="connsiteX100-14313" fmla="*/ 7439891 w 10460182"/>
                  <a:gd name="connsiteY100-14314" fmla="*/ 9215041 h 10448096"/>
                  <a:gd name="connsiteX101-14315" fmla="*/ 7397859 w 10460182"/>
                  <a:gd name="connsiteY101-14316" fmla="*/ 9409005 h 10448096"/>
                  <a:gd name="connsiteX102-14317" fmla="*/ 7287491 w 10460182"/>
                  <a:gd name="connsiteY102-14318" fmla="*/ 9503028 h 10448096"/>
                  <a:gd name="connsiteX103-14319" fmla="*/ 7221797 w 10460182"/>
                  <a:gd name="connsiteY103-14320" fmla="*/ 9175034 h 10448096"/>
                  <a:gd name="connsiteX104-14321" fmla="*/ 6954982 w 10460182"/>
                  <a:gd name="connsiteY104-14322" fmla="*/ 9242750 h 10448096"/>
                  <a:gd name="connsiteX105-14323" fmla="*/ 6710737 w 10460182"/>
                  <a:gd name="connsiteY105-14324" fmla="*/ 9315137 h 10448096"/>
                  <a:gd name="connsiteX106-14325" fmla="*/ 6674777 w 10460182"/>
                  <a:gd name="connsiteY106-14326" fmla="*/ 9116036 h 10448096"/>
                  <a:gd name="connsiteX107-14327" fmla="*/ 6511636 w 10460182"/>
                  <a:gd name="connsiteY107-14328" fmla="*/ 9007223 h 10448096"/>
                  <a:gd name="connsiteX108-14329" fmla="*/ 6428509 w 10460182"/>
                  <a:gd name="connsiteY108-14330" fmla="*/ 9007223 h 10448096"/>
                  <a:gd name="connsiteX109-14331" fmla="*/ 6325922 w 10460182"/>
                  <a:gd name="connsiteY109-14332" fmla="*/ 9110431 h 10448096"/>
                  <a:gd name="connsiteX110-14333" fmla="*/ 6167763 w 10460182"/>
                  <a:gd name="connsiteY110-14334" fmla="*/ 9031351 h 10448096"/>
                  <a:gd name="connsiteX111-14335" fmla="*/ 6002132 w 10460182"/>
                  <a:gd name="connsiteY111-14336" fmla="*/ 9146858 h 10448096"/>
                  <a:gd name="connsiteX112-14337" fmla="*/ 5749636 w 10460182"/>
                  <a:gd name="connsiteY112-14338" fmla="*/ 9104205 h 10448096"/>
                  <a:gd name="connsiteX113-14339" fmla="*/ 5674760 w 10460182"/>
                  <a:gd name="connsiteY113-14340" fmla="*/ 9135028 h 10448096"/>
                  <a:gd name="connsiteX114-14341" fmla="*/ 5507415 w 10460182"/>
                  <a:gd name="connsiteY114-14342" fmla="*/ 9181261 h 10448096"/>
                  <a:gd name="connsiteX115-14343" fmla="*/ 5505859 w 10460182"/>
                  <a:gd name="connsiteY115-14344" fmla="*/ 8924096 h 10448096"/>
                  <a:gd name="connsiteX116-14345" fmla="*/ 5505857 w 10460182"/>
                  <a:gd name="connsiteY116-14346" fmla="*/ 8688101 h 10448096"/>
                  <a:gd name="connsiteX117-14347" fmla="*/ 5336024 w 10460182"/>
                  <a:gd name="connsiteY117-14348" fmla="*/ 8386416 h 10448096"/>
                  <a:gd name="connsiteX118-14349" fmla="*/ 5230324 w 10460182"/>
                  <a:gd name="connsiteY118-14350" fmla="*/ 8135944 h 10448096"/>
                  <a:gd name="connsiteX119-14351" fmla="*/ 5317031 w 10460182"/>
                  <a:gd name="connsiteY119-14352" fmla="*/ 7663332 h 10448096"/>
                  <a:gd name="connsiteX120-14353" fmla="*/ 5201059 w 10460182"/>
                  <a:gd name="connsiteY120-14354" fmla="*/ 7373476 h 10448096"/>
                  <a:gd name="connsiteX121-14355" fmla="*/ 5250872 w 10460182"/>
                  <a:gd name="connsiteY121-14356" fmla="*/ 7123005 h 10448096"/>
                  <a:gd name="connsiteX122-14357" fmla="*/ 5245735 w 10460182"/>
                  <a:gd name="connsiteY122-14358" fmla="*/ 7071789 h 10448096"/>
                  <a:gd name="connsiteX123-14359" fmla="*/ 4577603 w 10460182"/>
                  <a:gd name="connsiteY123-14360" fmla="*/ 7067120 h 10448096"/>
                  <a:gd name="connsiteX124-14361" fmla="*/ 4528412 w 10460182"/>
                  <a:gd name="connsiteY124-14362" fmla="*/ 6893704 h 10448096"/>
                  <a:gd name="connsiteX125-14363" fmla="*/ 4038834 w 10460182"/>
                  <a:gd name="connsiteY125-14364" fmla="*/ 6869576 h 10448096"/>
                  <a:gd name="connsiteX126-14365" fmla="*/ 3976254 w 10460182"/>
                  <a:gd name="connsiteY126-14366" fmla="*/ 7123005 h 10448096"/>
                  <a:gd name="connsiteX127-14367" fmla="*/ 3932667 w 10460182"/>
                  <a:gd name="connsiteY127-14368" fmla="*/ 7334403 h 10448096"/>
                  <a:gd name="connsiteX128-14369" fmla="*/ 3910095 w 10460182"/>
                  <a:gd name="connsiteY128-14370" fmla="*/ 7456604 h 10448096"/>
                  <a:gd name="connsiteX129-14371" fmla="*/ 3559528 w 10460182"/>
                  <a:gd name="connsiteY129-14372" fmla="*/ 7451000 h 10448096"/>
                  <a:gd name="connsiteX130-14373" fmla="*/ 3311236 w 10460182"/>
                  <a:gd name="connsiteY130-14374" fmla="*/ 7455514 h 10448096"/>
                  <a:gd name="connsiteX131-14375" fmla="*/ 2895600 w 10460182"/>
                  <a:gd name="connsiteY131-14376" fmla="*/ 7441659 h 10448096"/>
                  <a:gd name="connsiteX132-14377" fmla="*/ 2784763 w 10460182"/>
                  <a:gd name="connsiteY132-14378" fmla="*/ 7192277 h 10448096"/>
                  <a:gd name="connsiteX133-14379" fmla="*/ 2604654 w 10460182"/>
                  <a:gd name="connsiteY133-14380" fmla="*/ 6915186 h 10448096"/>
                  <a:gd name="connsiteX134-14381" fmla="*/ 2410691 w 10460182"/>
                  <a:gd name="connsiteY134-14382" fmla="*/ 6416423 h 10448096"/>
                  <a:gd name="connsiteX135-14383" fmla="*/ 2327563 w 10460182"/>
                  <a:gd name="connsiteY135-14384" fmla="*/ 6277877 h 10448096"/>
                  <a:gd name="connsiteX136-14385" fmla="*/ 1662545 w 10460182"/>
                  <a:gd name="connsiteY136-14386" fmla="*/ 6250168 h 10448096"/>
                  <a:gd name="connsiteX137-14387" fmla="*/ 1233054 w 10460182"/>
                  <a:gd name="connsiteY137-14388" fmla="*/ 6250168 h 10448096"/>
                  <a:gd name="connsiteX138-14389" fmla="*/ 1136072 w 10460182"/>
                  <a:gd name="connsiteY138-14390" fmla="*/ 6305586 h 10448096"/>
                  <a:gd name="connsiteX139-14391" fmla="*/ 706582 w 10460182"/>
                  <a:gd name="connsiteY139-14392" fmla="*/ 6264023 h 10448096"/>
                  <a:gd name="connsiteX140-14393" fmla="*/ 318654 w 10460182"/>
                  <a:gd name="connsiteY140-14394" fmla="*/ 6291732 h 10448096"/>
                  <a:gd name="connsiteX141-14395" fmla="*/ 96982 w 10460182"/>
                  <a:gd name="connsiteY141-14396" fmla="*/ 6444132 h 10448096"/>
                  <a:gd name="connsiteX142-14397" fmla="*/ 0 w 10460182"/>
                  <a:gd name="connsiteY142-14398" fmla="*/ 6347150 h 10448096"/>
                  <a:gd name="connsiteX143-14399" fmla="*/ 83127 w 10460182"/>
                  <a:gd name="connsiteY143-14400" fmla="*/ 6291732 h 10448096"/>
                  <a:gd name="connsiteX0-14401" fmla="*/ 83127 w 10460182"/>
                  <a:gd name="connsiteY0-14402" fmla="*/ 6291732 h 10448096"/>
                  <a:gd name="connsiteX1-14403" fmla="*/ 96982 w 10460182"/>
                  <a:gd name="connsiteY1-14404" fmla="*/ 5848386 h 10448096"/>
                  <a:gd name="connsiteX2-14405" fmla="*/ 401782 w 10460182"/>
                  <a:gd name="connsiteY2-14406" fmla="*/ 5585150 h 10448096"/>
                  <a:gd name="connsiteX3-14407" fmla="*/ 651163 w 10460182"/>
                  <a:gd name="connsiteY3-14408" fmla="*/ 5723696 h 10448096"/>
                  <a:gd name="connsiteX4-14409" fmla="*/ 858982 w 10460182"/>
                  <a:gd name="connsiteY4-14410" fmla="*/ 5557441 h 10448096"/>
                  <a:gd name="connsiteX5-14411" fmla="*/ 997527 w 10460182"/>
                  <a:gd name="connsiteY5-14412" fmla="*/ 5405041 h 10448096"/>
                  <a:gd name="connsiteX6-14413" fmla="*/ 1080654 w 10460182"/>
                  <a:gd name="connsiteY6-14414" fmla="*/ 5488168 h 10448096"/>
                  <a:gd name="connsiteX7-14415" fmla="*/ 1269312 w 10460182"/>
                  <a:gd name="connsiteY7-14416" fmla="*/ 5732834 h 10448096"/>
                  <a:gd name="connsiteX8-14417" fmla="*/ 1523116 w 10460182"/>
                  <a:gd name="connsiteY8-14418" fmla="*/ 5534154 h 10448096"/>
                  <a:gd name="connsiteX9-14419" fmla="*/ 1731818 w 10460182"/>
                  <a:gd name="connsiteY9-14420" fmla="*/ 5349623 h 10448096"/>
                  <a:gd name="connsiteX10-14421" fmla="*/ 2022763 w 10460182"/>
                  <a:gd name="connsiteY10-14422" fmla="*/ 5114096 h 10448096"/>
                  <a:gd name="connsiteX11-14423" fmla="*/ 2119745 w 10460182"/>
                  <a:gd name="connsiteY11-14424" fmla="*/ 4684605 h 10448096"/>
                  <a:gd name="connsiteX12-14425" fmla="*/ 2172511 w 10460182"/>
                  <a:gd name="connsiteY12-14426" fmla="*/ 4217972 h 10448096"/>
                  <a:gd name="connsiteX13-14427" fmla="*/ 2355272 w 10460182"/>
                  <a:gd name="connsiteY13-14428" fmla="*/ 3908750 h 10448096"/>
                  <a:gd name="connsiteX14-14429" fmla="*/ 2715491 w 10460182"/>
                  <a:gd name="connsiteY14-14430" fmla="*/ 3506968 h 10448096"/>
                  <a:gd name="connsiteX15-14431" fmla="*/ 2978727 w 10460182"/>
                  <a:gd name="connsiteY15-14432" fmla="*/ 3313005 h 10448096"/>
                  <a:gd name="connsiteX16-14433" fmla="*/ 3006436 w 10460182"/>
                  <a:gd name="connsiteY16-14434" fmla="*/ 2869659 h 10448096"/>
                  <a:gd name="connsiteX17-14435" fmla="*/ 3075709 w 10460182"/>
                  <a:gd name="connsiteY17-14436" fmla="*/ 2578714 h 10448096"/>
                  <a:gd name="connsiteX18-14437" fmla="*/ 3075709 w 10460182"/>
                  <a:gd name="connsiteY18-14438" fmla="*/ 2370896 h 10448096"/>
                  <a:gd name="connsiteX19-14439" fmla="*/ 3214254 w 10460182"/>
                  <a:gd name="connsiteY19-14440" fmla="*/ 2038386 h 10448096"/>
                  <a:gd name="connsiteX20-14441" fmla="*/ 3214254 w 10460182"/>
                  <a:gd name="connsiteY20-14442" fmla="*/ 1747441 h 10448096"/>
                  <a:gd name="connsiteX21-14443" fmla="*/ 3513454 w 10460182"/>
                  <a:gd name="connsiteY21-14444" fmla="*/ 1179405 h 10448096"/>
                  <a:gd name="connsiteX22-14445" fmla="*/ 3463636 w 10460182"/>
                  <a:gd name="connsiteY22-14446" fmla="*/ 805332 h 10448096"/>
                  <a:gd name="connsiteX23-14447" fmla="*/ 3491345 w 10460182"/>
                  <a:gd name="connsiteY23-14448" fmla="*/ 597514 h 10448096"/>
                  <a:gd name="connsiteX24-14449" fmla="*/ 3823854 w 10460182"/>
                  <a:gd name="connsiteY24-14450" fmla="*/ 237296 h 10448096"/>
                  <a:gd name="connsiteX25-14451" fmla="*/ 4017818 w 10460182"/>
                  <a:gd name="connsiteY25-14452" fmla="*/ 112605 h 10448096"/>
                  <a:gd name="connsiteX26-14453" fmla="*/ 4433454 w 10460182"/>
                  <a:gd name="connsiteY26-14454" fmla="*/ 348132 h 10448096"/>
                  <a:gd name="connsiteX27-14455" fmla="*/ 4599709 w 10460182"/>
                  <a:gd name="connsiteY27-14456" fmla="*/ 542096 h 10448096"/>
                  <a:gd name="connsiteX28-14457" fmla="*/ 5070763 w 10460182"/>
                  <a:gd name="connsiteY28-14458" fmla="*/ 597514 h 10448096"/>
                  <a:gd name="connsiteX29-14459" fmla="*/ 5391187 w 10460182"/>
                  <a:gd name="connsiteY29-14460" fmla="*/ 656763 h 10448096"/>
                  <a:gd name="connsiteX30-14461" fmla="*/ 5647937 w 10460182"/>
                  <a:gd name="connsiteY30-14462" fmla="*/ 673271 h 10448096"/>
                  <a:gd name="connsiteX31-14463" fmla="*/ 5860472 w 10460182"/>
                  <a:gd name="connsiteY31-14464" fmla="*/ 334277 h 10448096"/>
                  <a:gd name="connsiteX32-14465" fmla="*/ 6123709 w 10460182"/>
                  <a:gd name="connsiteY32-14466" fmla="*/ 375841 h 10448096"/>
                  <a:gd name="connsiteX33-14467" fmla="*/ 6594763 w 10460182"/>
                  <a:gd name="connsiteY33-14468" fmla="*/ 237296 h 10448096"/>
                  <a:gd name="connsiteX34-14469" fmla="*/ 6761018 w 10460182"/>
                  <a:gd name="connsiteY34-14470" fmla="*/ 181877 h 10448096"/>
                  <a:gd name="connsiteX35-14471" fmla="*/ 7038109 w 10460182"/>
                  <a:gd name="connsiteY35-14472" fmla="*/ 251150 h 10448096"/>
                  <a:gd name="connsiteX36-14473" fmla="*/ 7232072 w 10460182"/>
                  <a:gd name="connsiteY36-14474" fmla="*/ 71041 h 10448096"/>
                  <a:gd name="connsiteX37-14475" fmla="*/ 7363248 w 10460182"/>
                  <a:gd name="connsiteY37-14476" fmla="*/ 0 h 10448096"/>
                  <a:gd name="connsiteX38-14477" fmla="*/ 7606145 w 10460182"/>
                  <a:gd name="connsiteY38-14478" fmla="*/ 57186 h 10448096"/>
                  <a:gd name="connsiteX39-14479" fmla="*/ 7910945 w 10460182"/>
                  <a:gd name="connsiteY39-14480" fmla="*/ 181877 h 10448096"/>
                  <a:gd name="connsiteX40-14481" fmla="*/ 8312727 w 10460182"/>
                  <a:gd name="connsiteY40-14482" fmla="*/ 112605 h 10448096"/>
                  <a:gd name="connsiteX41-14483" fmla="*/ 8647005 w 10460182"/>
                  <a:gd name="connsiteY41-14484" fmla="*/ 449831 h 10448096"/>
                  <a:gd name="connsiteX42-14485" fmla="*/ 8908472 w 10460182"/>
                  <a:gd name="connsiteY42-14486" fmla="*/ 597514 h 10448096"/>
                  <a:gd name="connsiteX43-14487" fmla="*/ 9088582 w 10460182"/>
                  <a:gd name="connsiteY43-14488" fmla="*/ 500532 h 10448096"/>
                  <a:gd name="connsiteX44-14489" fmla="*/ 9351818 w 10460182"/>
                  <a:gd name="connsiteY44-14490" fmla="*/ 445114 h 10448096"/>
                  <a:gd name="connsiteX45-14491" fmla="*/ 9518072 w 10460182"/>
                  <a:gd name="connsiteY45-14492" fmla="*/ 472823 h 10448096"/>
                  <a:gd name="connsiteX46-14493" fmla="*/ 9698182 w 10460182"/>
                  <a:gd name="connsiteY46-14494" fmla="*/ 500532 h 10448096"/>
                  <a:gd name="connsiteX47-14495" fmla="*/ 10002982 w 10460182"/>
                  <a:gd name="connsiteY47-14496" fmla="*/ 846896 h 10448096"/>
                  <a:gd name="connsiteX48-14497" fmla="*/ 10238509 w 10460182"/>
                  <a:gd name="connsiteY48-14498" fmla="*/ 1040859 h 10448096"/>
                  <a:gd name="connsiteX49-14499" fmla="*/ 10224654 w 10460182"/>
                  <a:gd name="connsiteY49-14500" fmla="*/ 1304096 h 10448096"/>
                  <a:gd name="connsiteX50-14501" fmla="*/ 10238509 w 10460182"/>
                  <a:gd name="connsiteY50-14502" fmla="*/ 1498059 h 10448096"/>
                  <a:gd name="connsiteX51-14503" fmla="*/ 10280072 w 10460182"/>
                  <a:gd name="connsiteY51-14504" fmla="*/ 1622750 h 10448096"/>
                  <a:gd name="connsiteX52-14505" fmla="*/ 10460182 w 10460182"/>
                  <a:gd name="connsiteY52-14506" fmla="*/ 1858277 h 10448096"/>
                  <a:gd name="connsiteX53-14507" fmla="*/ 10099963 w 10460182"/>
                  <a:gd name="connsiteY53-14508" fmla="*/ 2315477 h 10448096"/>
                  <a:gd name="connsiteX54-14509" fmla="*/ 9781309 w 10460182"/>
                  <a:gd name="connsiteY54-14510" fmla="*/ 2551005 h 10448096"/>
                  <a:gd name="connsiteX55-14511" fmla="*/ 9601200 w 10460182"/>
                  <a:gd name="connsiteY55-14512" fmla="*/ 3479259 h 10448096"/>
                  <a:gd name="connsiteX56-14513" fmla="*/ 9601200 w 10460182"/>
                  <a:gd name="connsiteY56-14514" fmla="*/ 3770205 h 10448096"/>
                  <a:gd name="connsiteX57-14515" fmla="*/ 9365672 w 10460182"/>
                  <a:gd name="connsiteY57-14516" fmla="*/ 3964168 h 10448096"/>
                  <a:gd name="connsiteX58-14517" fmla="*/ 9310254 w 10460182"/>
                  <a:gd name="connsiteY58-14518" fmla="*/ 4130423 h 10448096"/>
                  <a:gd name="connsiteX59-14519" fmla="*/ 9199418 w 10460182"/>
                  <a:gd name="connsiteY59-14520" fmla="*/ 4338241 h 10448096"/>
                  <a:gd name="connsiteX60-14521" fmla="*/ 9268691 w 10460182"/>
                  <a:gd name="connsiteY60-14522" fmla="*/ 4504496 h 10448096"/>
                  <a:gd name="connsiteX61-14523" fmla="*/ 9337963 w 10460182"/>
                  <a:gd name="connsiteY61-14524" fmla="*/ 4712314 h 10448096"/>
                  <a:gd name="connsiteX62-14525" fmla="*/ 9421091 w 10460182"/>
                  <a:gd name="connsiteY62-14526" fmla="*/ 4961696 h 10448096"/>
                  <a:gd name="connsiteX63-14527" fmla="*/ 9434945 w 10460182"/>
                  <a:gd name="connsiteY63-14528" fmla="*/ 5266496 h 10448096"/>
                  <a:gd name="connsiteX64-14529" fmla="*/ 9462654 w 10460182"/>
                  <a:gd name="connsiteY64-14530" fmla="*/ 5668277 h 10448096"/>
                  <a:gd name="connsiteX65-14531" fmla="*/ 9587345 w 10460182"/>
                  <a:gd name="connsiteY65-14532" fmla="*/ 6028496 h 10448096"/>
                  <a:gd name="connsiteX66-14533" fmla="*/ 9545782 w 10460182"/>
                  <a:gd name="connsiteY66-14534" fmla="*/ 6430277 h 10448096"/>
                  <a:gd name="connsiteX67-14535" fmla="*/ 9933709 w 10460182"/>
                  <a:gd name="connsiteY67-14536" fmla="*/ 6915186 h 10448096"/>
                  <a:gd name="connsiteX68-14537" fmla="*/ 10113818 w 10460182"/>
                  <a:gd name="connsiteY68-14538" fmla="*/ 7261550 h 10448096"/>
                  <a:gd name="connsiteX69-14539" fmla="*/ 10252363 w 10460182"/>
                  <a:gd name="connsiteY69-14540" fmla="*/ 7594059 h 10448096"/>
                  <a:gd name="connsiteX70-14541" fmla="*/ 9670472 w 10460182"/>
                  <a:gd name="connsiteY70-14542" fmla="*/ 7594059 h 10448096"/>
                  <a:gd name="connsiteX71-14543" fmla="*/ 9337963 w 10460182"/>
                  <a:gd name="connsiteY71-14544" fmla="*/ 7704896 h 10448096"/>
                  <a:gd name="connsiteX72-14545" fmla="*/ 9102436 w 10460182"/>
                  <a:gd name="connsiteY72-14546" fmla="*/ 7843441 h 10448096"/>
                  <a:gd name="connsiteX73-14547" fmla="*/ 9019309 w 10460182"/>
                  <a:gd name="connsiteY73-14548" fmla="*/ 8051259 h 10448096"/>
                  <a:gd name="connsiteX74-14549" fmla="*/ 8956730 w 10460182"/>
                  <a:gd name="connsiteY74-14550" fmla="*/ 8148241 h 10448096"/>
                  <a:gd name="connsiteX75-14551" fmla="*/ 9027559 w 10460182"/>
                  <a:gd name="connsiteY75-14552" fmla="*/ 8577732 h 10448096"/>
                  <a:gd name="connsiteX76-14553" fmla="*/ 9030673 w 10460182"/>
                  <a:gd name="connsiteY76-14554" fmla="*/ 8811236 h 10448096"/>
                  <a:gd name="connsiteX77-14555" fmla="*/ 8991600 w 10460182"/>
                  <a:gd name="connsiteY77-14556" fmla="*/ 9021077 h 10448096"/>
                  <a:gd name="connsiteX78-14557" fmla="*/ 8894618 w 10460182"/>
                  <a:gd name="connsiteY78-14558" fmla="*/ 9325877 h 10448096"/>
                  <a:gd name="connsiteX79-14559" fmla="*/ 8922327 w 10460182"/>
                  <a:gd name="connsiteY79-14560" fmla="*/ 9589114 h 10448096"/>
                  <a:gd name="connsiteX80-14561" fmla="*/ 9144000 w 10460182"/>
                  <a:gd name="connsiteY80-14562" fmla="*/ 9755368 h 10448096"/>
                  <a:gd name="connsiteX81-14563" fmla="*/ 9353374 w 10460182"/>
                  <a:gd name="connsiteY81-14564" fmla="*/ 9906212 h 10448096"/>
                  <a:gd name="connsiteX82-14565" fmla="*/ 9529903 w 10460182"/>
                  <a:gd name="connsiteY82-14566" fmla="*/ 9958205 h 10448096"/>
                  <a:gd name="connsiteX83-14567" fmla="*/ 9625328 w 10460182"/>
                  <a:gd name="connsiteY83-14568" fmla="*/ 9844256 h 10448096"/>
                  <a:gd name="connsiteX84-14569" fmla="*/ 9667359 w 10460182"/>
                  <a:gd name="connsiteY84-14570" fmla="*/ 9856554 h 10448096"/>
                  <a:gd name="connsiteX85-14571" fmla="*/ 9668916 w 10460182"/>
                  <a:gd name="connsiteY85-14572" fmla="*/ 10309550 h 10448096"/>
                  <a:gd name="connsiteX86-14573" fmla="*/ 9495500 w 10460182"/>
                  <a:gd name="connsiteY86-14574" fmla="*/ 10359209 h 10448096"/>
                  <a:gd name="connsiteX87-14575" fmla="*/ 9310254 w 10460182"/>
                  <a:gd name="connsiteY87-14576" fmla="*/ 10448096 h 10448096"/>
                  <a:gd name="connsiteX88-14577" fmla="*/ 9227127 w 10460182"/>
                  <a:gd name="connsiteY88-14578" fmla="*/ 10295696 h 10448096"/>
                  <a:gd name="connsiteX89-14579" fmla="*/ 9033163 w 10460182"/>
                  <a:gd name="connsiteY89-14580" fmla="*/ 10046314 h 10448096"/>
                  <a:gd name="connsiteX90-14581" fmla="*/ 8825345 w 10460182"/>
                  <a:gd name="connsiteY90-14582" fmla="*/ 9866205 h 10448096"/>
                  <a:gd name="connsiteX91-14583" fmla="*/ 8534400 w 10460182"/>
                  <a:gd name="connsiteY91-14584" fmla="*/ 9755368 h 10448096"/>
                  <a:gd name="connsiteX92-14585" fmla="*/ 8423563 w 10460182"/>
                  <a:gd name="connsiteY92-14586" fmla="*/ 9699950 h 10448096"/>
                  <a:gd name="connsiteX93-14587" fmla="*/ 8285018 w 10460182"/>
                  <a:gd name="connsiteY93-14588" fmla="*/ 9533696 h 10448096"/>
                  <a:gd name="connsiteX94-14589" fmla="*/ 8257309 w 10460182"/>
                  <a:gd name="connsiteY94-14590" fmla="*/ 9395150 h 10448096"/>
                  <a:gd name="connsiteX95-14591" fmla="*/ 8146472 w 10460182"/>
                  <a:gd name="connsiteY95-14592" fmla="*/ 9409005 h 10448096"/>
                  <a:gd name="connsiteX96-14593" fmla="*/ 8091054 w 10460182"/>
                  <a:gd name="connsiteY96-14594" fmla="*/ 9630677 h 10448096"/>
                  <a:gd name="connsiteX97-14595" fmla="*/ 7806336 w 10460182"/>
                  <a:gd name="connsiteY97-14596" fmla="*/ 9636437 h 10448096"/>
                  <a:gd name="connsiteX98-14597" fmla="*/ 7567694 w 10460182"/>
                  <a:gd name="connsiteY98-14598" fmla="*/ 9573236 h 10448096"/>
                  <a:gd name="connsiteX99-14599" fmla="*/ 7466043 w 10460182"/>
                  <a:gd name="connsiteY99-14600" fmla="*/ 9524511 h 10448096"/>
                  <a:gd name="connsiteX100-14601" fmla="*/ 7439891 w 10460182"/>
                  <a:gd name="connsiteY100-14602" fmla="*/ 9215041 h 10448096"/>
                  <a:gd name="connsiteX101-14603" fmla="*/ 7397859 w 10460182"/>
                  <a:gd name="connsiteY101-14604" fmla="*/ 9409005 h 10448096"/>
                  <a:gd name="connsiteX102-14605" fmla="*/ 7287491 w 10460182"/>
                  <a:gd name="connsiteY102-14606" fmla="*/ 9503028 h 10448096"/>
                  <a:gd name="connsiteX103-14607" fmla="*/ 7221797 w 10460182"/>
                  <a:gd name="connsiteY103-14608" fmla="*/ 9175034 h 10448096"/>
                  <a:gd name="connsiteX104-14609" fmla="*/ 6954982 w 10460182"/>
                  <a:gd name="connsiteY104-14610" fmla="*/ 9242750 h 10448096"/>
                  <a:gd name="connsiteX105-14611" fmla="*/ 6710737 w 10460182"/>
                  <a:gd name="connsiteY105-14612" fmla="*/ 9315137 h 10448096"/>
                  <a:gd name="connsiteX106-14613" fmla="*/ 6674777 w 10460182"/>
                  <a:gd name="connsiteY106-14614" fmla="*/ 9116036 h 10448096"/>
                  <a:gd name="connsiteX107-14615" fmla="*/ 6511636 w 10460182"/>
                  <a:gd name="connsiteY107-14616" fmla="*/ 9007223 h 10448096"/>
                  <a:gd name="connsiteX108-14617" fmla="*/ 6428509 w 10460182"/>
                  <a:gd name="connsiteY108-14618" fmla="*/ 9007223 h 10448096"/>
                  <a:gd name="connsiteX109-14619" fmla="*/ 6325922 w 10460182"/>
                  <a:gd name="connsiteY109-14620" fmla="*/ 9110431 h 10448096"/>
                  <a:gd name="connsiteX110-14621" fmla="*/ 6167763 w 10460182"/>
                  <a:gd name="connsiteY110-14622" fmla="*/ 9031351 h 10448096"/>
                  <a:gd name="connsiteX111-14623" fmla="*/ 6002132 w 10460182"/>
                  <a:gd name="connsiteY111-14624" fmla="*/ 9146858 h 10448096"/>
                  <a:gd name="connsiteX112-14625" fmla="*/ 5749636 w 10460182"/>
                  <a:gd name="connsiteY112-14626" fmla="*/ 9104205 h 10448096"/>
                  <a:gd name="connsiteX113-14627" fmla="*/ 5674760 w 10460182"/>
                  <a:gd name="connsiteY113-14628" fmla="*/ 9135028 h 10448096"/>
                  <a:gd name="connsiteX114-14629" fmla="*/ 5507415 w 10460182"/>
                  <a:gd name="connsiteY114-14630" fmla="*/ 9181261 h 10448096"/>
                  <a:gd name="connsiteX115-14631" fmla="*/ 5505859 w 10460182"/>
                  <a:gd name="connsiteY115-14632" fmla="*/ 8924096 h 10448096"/>
                  <a:gd name="connsiteX116-14633" fmla="*/ 5505857 w 10460182"/>
                  <a:gd name="connsiteY116-14634" fmla="*/ 8688101 h 10448096"/>
                  <a:gd name="connsiteX117-14635" fmla="*/ 5336024 w 10460182"/>
                  <a:gd name="connsiteY117-14636" fmla="*/ 8386416 h 10448096"/>
                  <a:gd name="connsiteX118-14637" fmla="*/ 5230324 w 10460182"/>
                  <a:gd name="connsiteY118-14638" fmla="*/ 8135944 h 10448096"/>
                  <a:gd name="connsiteX119-14639" fmla="*/ 5317031 w 10460182"/>
                  <a:gd name="connsiteY119-14640" fmla="*/ 7663332 h 10448096"/>
                  <a:gd name="connsiteX120-14641" fmla="*/ 5201059 w 10460182"/>
                  <a:gd name="connsiteY120-14642" fmla="*/ 7373476 h 10448096"/>
                  <a:gd name="connsiteX121-14643" fmla="*/ 5250872 w 10460182"/>
                  <a:gd name="connsiteY121-14644" fmla="*/ 7123005 h 10448096"/>
                  <a:gd name="connsiteX122-14645" fmla="*/ 5245735 w 10460182"/>
                  <a:gd name="connsiteY122-14646" fmla="*/ 7071789 h 10448096"/>
                  <a:gd name="connsiteX123-14647" fmla="*/ 4577603 w 10460182"/>
                  <a:gd name="connsiteY123-14648" fmla="*/ 7067120 h 10448096"/>
                  <a:gd name="connsiteX124-14649" fmla="*/ 4528412 w 10460182"/>
                  <a:gd name="connsiteY124-14650" fmla="*/ 6893704 h 10448096"/>
                  <a:gd name="connsiteX125-14651" fmla="*/ 4038834 w 10460182"/>
                  <a:gd name="connsiteY125-14652" fmla="*/ 6869576 h 10448096"/>
                  <a:gd name="connsiteX126-14653" fmla="*/ 3976254 w 10460182"/>
                  <a:gd name="connsiteY126-14654" fmla="*/ 7123005 h 10448096"/>
                  <a:gd name="connsiteX127-14655" fmla="*/ 3932667 w 10460182"/>
                  <a:gd name="connsiteY127-14656" fmla="*/ 7334403 h 10448096"/>
                  <a:gd name="connsiteX128-14657" fmla="*/ 3910095 w 10460182"/>
                  <a:gd name="connsiteY128-14658" fmla="*/ 7456604 h 10448096"/>
                  <a:gd name="connsiteX129-14659" fmla="*/ 3559528 w 10460182"/>
                  <a:gd name="connsiteY129-14660" fmla="*/ 7451000 h 10448096"/>
                  <a:gd name="connsiteX130-14661" fmla="*/ 3311236 w 10460182"/>
                  <a:gd name="connsiteY130-14662" fmla="*/ 7455514 h 10448096"/>
                  <a:gd name="connsiteX131-14663" fmla="*/ 2895600 w 10460182"/>
                  <a:gd name="connsiteY131-14664" fmla="*/ 7441659 h 10448096"/>
                  <a:gd name="connsiteX132-14665" fmla="*/ 2784763 w 10460182"/>
                  <a:gd name="connsiteY132-14666" fmla="*/ 7192277 h 10448096"/>
                  <a:gd name="connsiteX133-14667" fmla="*/ 2604654 w 10460182"/>
                  <a:gd name="connsiteY133-14668" fmla="*/ 6915186 h 10448096"/>
                  <a:gd name="connsiteX134-14669" fmla="*/ 2410691 w 10460182"/>
                  <a:gd name="connsiteY134-14670" fmla="*/ 6416423 h 10448096"/>
                  <a:gd name="connsiteX135-14671" fmla="*/ 2327563 w 10460182"/>
                  <a:gd name="connsiteY135-14672" fmla="*/ 6277877 h 10448096"/>
                  <a:gd name="connsiteX136-14673" fmla="*/ 1662545 w 10460182"/>
                  <a:gd name="connsiteY136-14674" fmla="*/ 6250168 h 10448096"/>
                  <a:gd name="connsiteX137-14675" fmla="*/ 1233054 w 10460182"/>
                  <a:gd name="connsiteY137-14676" fmla="*/ 6250168 h 10448096"/>
                  <a:gd name="connsiteX138-14677" fmla="*/ 1136072 w 10460182"/>
                  <a:gd name="connsiteY138-14678" fmla="*/ 6305586 h 10448096"/>
                  <a:gd name="connsiteX139-14679" fmla="*/ 706582 w 10460182"/>
                  <a:gd name="connsiteY139-14680" fmla="*/ 6264023 h 10448096"/>
                  <a:gd name="connsiteX140-14681" fmla="*/ 318654 w 10460182"/>
                  <a:gd name="connsiteY140-14682" fmla="*/ 6291732 h 10448096"/>
                  <a:gd name="connsiteX141-14683" fmla="*/ 96982 w 10460182"/>
                  <a:gd name="connsiteY141-14684" fmla="*/ 6444132 h 10448096"/>
                  <a:gd name="connsiteX142-14685" fmla="*/ 0 w 10460182"/>
                  <a:gd name="connsiteY142-14686" fmla="*/ 6347150 h 10448096"/>
                  <a:gd name="connsiteX143-14687" fmla="*/ 83127 w 10460182"/>
                  <a:gd name="connsiteY143-14688" fmla="*/ 6291732 h 10448096"/>
                  <a:gd name="connsiteX0-14689" fmla="*/ 83127 w 10460182"/>
                  <a:gd name="connsiteY0-14690" fmla="*/ 6291732 h 10448096"/>
                  <a:gd name="connsiteX1-14691" fmla="*/ 96982 w 10460182"/>
                  <a:gd name="connsiteY1-14692" fmla="*/ 5848386 h 10448096"/>
                  <a:gd name="connsiteX2-14693" fmla="*/ 401782 w 10460182"/>
                  <a:gd name="connsiteY2-14694" fmla="*/ 5585150 h 10448096"/>
                  <a:gd name="connsiteX3-14695" fmla="*/ 651163 w 10460182"/>
                  <a:gd name="connsiteY3-14696" fmla="*/ 5723696 h 10448096"/>
                  <a:gd name="connsiteX4-14697" fmla="*/ 858982 w 10460182"/>
                  <a:gd name="connsiteY4-14698" fmla="*/ 5557441 h 10448096"/>
                  <a:gd name="connsiteX5-14699" fmla="*/ 997527 w 10460182"/>
                  <a:gd name="connsiteY5-14700" fmla="*/ 5405041 h 10448096"/>
                  <a:gd name="connsiteX6-14701" fmla="*/ 1080654 w 10460182"/>
                  <a:gd name="connsiteY6-14702" fmla="*/ 5488168 h 10448096"/>
                  <a:gd name="connsiteX7-14703" fmla="*/ 1269312 w 10460182"/>
                  <a:gd name="connsiteY7-14704" fmla="*/ 5732834 h 10448096"/>
                  <a:gd name="connsiteX8-14705" fmla="*/ 1523116 w 10460182"/>
                  <a:gd name="connsiteY8-14706" fmla="*/ 5534154 h 10448096"/>
                  <a:gd name="connsiteX9-14707" fmla="*/ 1731818 w 10460182"/>
                  <a:gd name="connsiteY9-14708" fmla="*/ 5349623 h 10448096"/>
                  <a:gd name="connsiteX10-14709" fmla="*/ 2022763 w 10460182"/>
                  <a:gd name="connsiteY10-14710" fmla="*/ 5114096 h 10448096"/>
                  <a:gd name="connsiteX11-14711" fmla="*/ 2119745 w 10460182"/>
                  <a:gd name="connsiteY11-14712" fmla="*/ 4684605 h 10448096"/>
                  <a:gd name="connsiteX12-14713" fmla="*/ 2172511 w 10460182"/>
                  <a:gd name="connsiteY12-14714" fmla="*/ 4217972 h 10448096"/>
                  <a:gd name="connsiteX13-14715" fmla="*/ 2355272 w 10460182"/>
                  <a:gd name="connsiteY13-14716" fmla="*/ 3908750 h 10448096"/>
                  <a:gd name="connsiteX14-14717" fmla="*/ 2715491 w 10460182"/>
                  <a:gd name="connsiteY14-14718" fmla="*/ 3506968 h 10448096"/>
                  <a:gd name="connsiteX15-14719" fmla="*/ 2978727 w 10460182"/>
                  <a:gd name="connsiteY15-14720" fmla="*/ 3313005 h 10448096"/>
                  <a:gd name="connsiteX16-14721" fmla="*/ 3006436 w 10460182"/>
                  <a:gd name="connsiteY16-14722" fmla="*/ 2869659 h 10448096"/>
                  <a:gd name="connsiteX17-14723" fmla="*/ 3075709 w 10460182"/>
                  <a:gd name="connsiteY17-14724" fmla="*/ 2578714 h 10448096"/>
                  <a:gd name="connsiteX18-14725" fmla="*/ 3075709 w 10460182"/>
                  <a:gd name="connsiteY18-14726" fmla="*/ 2370896 h 10448096"/>
                  <a:gd name="connsiteX19-14727" fmla="*/ 3214254 w 10460182"/>
                  <a:gd name="connsiteY19-14728" fmla="*/ 2038386 h 10448096"/>
                  <a:gd name="connsiteX20-14729" fmla="*/ 3214254 w 10460182"/>
                  <a:gd name="connsiteY20-14730" fmla="*/ 1747441 h 10448096"/>
                  <a:gd name="connsiteX21-14731" fmla="*/ 3513454 w 10460182"/>
                  <a:gd name="connsiteY21-14732" fmla="*/ 1179405 h 10448096"/>
                  <a:gd name="connsiteX22-14733" fmla="*/ 3463636 w 10460182"/>
                  <a:gd name="connsiteY22-14734" fmla="*/ 805332 h 10448096"/>
                  <a:gd name="connsiteX23-14735" fmla="*/ 3491345 w 10460182"/>
                  <a:gd name="connsiteY23-14736" fmla="*/ 597514 h 10448096"/>
                  <a:gd name="connsiteX24-14737" fmla="*/ 3823854 w 10460182"/>
                  <a:gd name="connsiteY24-14738" fmla="*/ 237296 h 10448096"/>
                  <a:gd name="connsiteX25-14739" fmla="*/ 4017818 w 10460182"/>
                  <a:gd name="connsiteY25-14740" fmla="*/ 112605 h 10448096"/>
                  <a:gd name="connsiteX26-14741" fmla="*/ 4433454 w 10460182"/>
                  <a:gd name="connsiteY26-14742" fmla="*/ 348132 h 10448096"/>
                  <a:gd name="connsiteX27-14743" fmla="*/ 4599709 w 10460182"/>
                  <a:gd name="connsiteY27-14744" fmla="*/ 542096 h 10448096"/>
                  <a:gd name="connsiteX28-14745" fmla="*/ 5070763 w 10460182"/>
                  <a:gd name="connsiteY28-14746" fmla="*/ 597514 h 10448096"/>
                  <a:gd name="connsiteX29-14747" fmla="*/ 5391187 w 10460182"/>
                  <a:gd name="connsiteY29-14748" fmla="*/ 656763 h 10448096"/>
                  <a:gd name="connsiteX30-14749" fmla="*/ 5647937 w 10460182"/>
                  <a:gd name="connsiteY30-14750" fmla="*/ 673271 h 10448096"/>
                  <a:gd name="connsiteX31-14751" fmla="*/ 5860472 w 10460182"/>
                  <a:gd name="connsiteY31-14752" fmla="*/ 334277 h 10448096"/>
                  <a:gd name="connsiteX32-14753" fmla="*/ 6123709 w 10460182"/>
                  <a:gd name="connsiteY32-14754" fmla="*/ 375841 h 10448096"/>
                  <a:gd name="connsiteX33-14755" fmla="*/ 6594763 w 10460182"/>
                  <a:gd name="connsiteY33-14756" fmla="*/ 237296 h 10448096"/>
                  <a:gd name="connsiteX34-14757" fmla="*/ 6761018 w 10460182"/>
                  <a:gd name="connsiteY34-14758" fmla="*/ 181877 h 10448096"/>
                  <a:gd name="connsiteX35-14759" fmla="*/ 7038109 w 10460182"/>
                  <a:gd name="connsiteY35-14760" fmla="*/ 251150 h 10448096"/>
                  <a:gd name="connsiteX36-14761" fmla="*/ 7232072 w 10460182"/>
                  <a:gd name="connsiteY36-14762" fmla="*/ 71041 h 10448096"/>
                  <a:gd name="connsiteX37-14763" fmla="*/ 7363248 w 10460182"/>
                  <a:gd name="connsiteY37-14764" fmla="*/ 0 h 10448096"/>
                  <a:gd name="connsiteX38-14765" fmla="*/ 7606145 w 10460182"/>
                  <a:gd name="connsiteY38-14766" fmla="*/ 57186 h 10448096"/>
                  <a:gd name="connsiteX39-14767" fmla="*/ 7910945 w 10460182"/>
                  <a:gd name="connsiteY39-14768" fmla="*/ 181877 h 10448096"/>
                  <a:gd name="connsiteX40-14769" fmla="*/ 8312727 w 10460182"/>
                  <a:gd name="connsiteY40-14770" fmla="*/ 112605 h 10448096"/>
                  <a:gd name="connsiteX41-14771" fmla="*/ 8647005 w 10460182"/>
                  <a:gd name="connsiteY41-14772" fmla="*/ 449831 h 10448096"/>
                  <a:gd name="connsiteX42-14773" fmla="*/ 8908472 w 10460182"/>
                  <a:gd name="connsiteY42-14774" fmla="*/ 597514 h 10448096"/>
                  <a:gd name="connsiteX43-14775" fmla="*/ 9088582 w 10460182"/>
                  <a:gd name="connsiteY43-14776" fmla="*/ 500532 h 10448096"/>
                  <a:gd name="connsiteX44-14777" fmla="*/ 9351818 w 10460182"/>
                  <a:gd name="connsiteY44-14778" fmla="*/ 445114 h 10448096"/>
                  <a:gd name="connsiteX45-14779" fmla="*/ 9518072 w 10460182"/>
                  <a:gd name="connsiteY45-14780" fmla="*/ 472823 h 10448096"/>
                  <a:gd name="connsiteX46-14781" fmla="*/ 9646301 w 10460182"/>
                  <a:gd name="connsiteY46-14782" fmla="*/ 422711 h 10448096"/>
                  <a:gd name="connsiteX47-14783" fmla="*/ 10002982 w 10460182"/>
                  <a:gd name="connsiteY47-14784" fmla="*/ 846896 h 10448096"/>
                  <a:gd name="connsiteX48-14785" fmla="*/ 10238509 w 10460182"/>
                  <a:gd name="connsiteY48-14786" fmla="*/ 1040859 h 10448096"/>
                  <a:gd name="connsiteX49-14787" fmla="*/ 10224654 w 10460182"/>
                  <a:gd name="connsiteY49-14788" fmla="*/ 1304096 h 10448096"/>
                  <a:gd name="connsiteX50-14789" fmla="*/ 10238509 w 10460182"/>
                  <a:gd name="connsiteY50-14790" fmla="*/ 1498059 h 10448096"/>
                  <a:gd name="connsiteX51-14791" fmla="*/ 10280072 w 10460182"/>
                  <a:gd name="connsiteY51-14792" fmla="*/ 1622750 h 10448096"/>
                  <a:gd name="connsiteX52-14793" fmla="*/ 10460182 w 10460182"/>
                  <a:gd name="connsiteY52-14794" fmla="*/ 1858277 h 10448096"/>
                  <a:gd name="connsiteX53-14795" fmla="*/ 10099963 w 10460182"/>
                  <a:gd name="connsiteY53-14796" fmla="*/ 2315477 h 10448096"/>
                  <a:gd name="connsiteX54-14797" fmla="*/ 9781309 w 10460182"/>
                  <a:gd name="connsiteY54-14798" fmla="*/ 2551005 h 10448096"/>
                  <a:gd name="connsiteX55-14799" fmla="*/ 9601200 w 10460182"/>
                  <a:gd name="connsiteY55-14800" fmla="*/ 3479259 h 10448096"/>
                  <a:gd name="connsiteX56-14801" fmla="*/ 9601200 w 10460182"/>
                  <a:gd name="connsiteY56-14802" fmla="*/ 3770205 h 10448096"/>
                  <a:gd name="connsiteX57-14803" fmla="*/ 9365672 w 10460182"/>
                  <a:gd name="connsiteY57-14804" fmla="*/ 3964168 h 10448096"/>
                  <a:gd name="connsiteX58-14805" fmla="*/ 9310254 w 10460182"/>
                  <a:gd name="connsiteY58-14806" fmla="*/ 4130423 h 10448096"/>
                  <a:gd name="connsiteX59-14807" fmla="*/ 9199418 w 10460182"/>
                  <a:gd name="connsiteY59-14808" fmla="*/ 4338241 h 10448096"/>
                  <a:gd name="connsiteX60-14809" fmla="*/ 9268691 w 10460182"/>
                  <a:gd name="connsiteY60-14810" fmla="*/ 4504496 h 10448096"/>
                  <a:gd name="connsiteX61-14811" fmla="*/ 9337963 w 10460182"/>
                  <a:gd name="connsiteY61-14812" fmla="*/ 4712314 h 10448096"/>
                  <a:gd name="connsiteX62-14813" fmla="*/ 9421091 w 10460182"/>
                  <a:gd name="connsiteY62-14814" fmla="*/ 4961696 h 10448096"/>
                  <a:gd name="connsiteX63-14815" fmla="*/ 9434945 w 10460182"/>
                  <a:gd name="connsiteY63-14816" fmla="*/ 5266496 h 10448096"/>
                  <a:gd name="connsiteX64-14817" fmla="*/ 9462654 w 10460182"/>
                  <a:gd name="connsiteY64-14818" fmla="*/ 5668277 h 10448096"/>
                  <a:gd name="connsiteX65-14819" fmla="*/ 9587345 w 10460182"/>
                  <a:gd name="connsiteY65-14820" fmla="*/ 6028496 h 10448096"/>
                  <a:gd name="connsiteX66-14821" fmla="*/ 9545782 w 10460182"/>
                  <a:gd name="connsiteY66-14822" fmla="*/ 6430277 h 10448096"/>
                  <a:gd name="connsiteX67-14823" fmla="*/ 9933709 w 10460182"/>
                  <a:gd name="connsiteY67-14824" fmla="*/ 6915186 h 10448096"/>
                  <a:gd name="connsiteX68-14825" fmla="*/ 10113818 w 10460182"/>
                  <a:gd name="connsiteY68-14826" fmla="*/ 7261550 h 10448096"/>
                  <a:gd name="connsiteX69-14827" fmla="*/ 10252363 w 10460182"/>
                  <a:gd name="connsiteY69-14828" fmla="*/ 7594059 h 10448096"/>
                  <a:gd name="connsiteX70-14829" fmla="*/ 9670472 w 10460182"/>
                  <a:gd name="connsiteY70-14830" fmla="*/ 7594059 h 10448096"/>
                  <a:gd name="connsiteX71-14831" fmla="*/ 9337963 w 10460182"/>
                  <a:gd name="connsiteY71-14832" fmla="*/ 7704896 h 10448096"/>
                  <a:gd name="connsiteX72-14833" fmla="*/ 9102436 w 10460182"/>
                  <a:gd name="connsiteY72-14834" fmla="*/ 7843441 h 10448096"/>
                  <a:gd name="connsiteX73-14835" fmla="*/ 9019309 w 10460182"/>
                  <a:gd name="connsiteY73-14836" fmla="*/ 8051259 h 10448096"/>
                  <a:gd name="connsiteX74-14837" fmla="*/ 8956730 w 10460182"/>
                  <a:gd name="connsiteY74-14838" fmla="*/ 8148241 h 10448096"/>
                  <a:gd name="connsiteX75-14839" fmla="*/ 9027559 w 10460182"/>
                  <a:gd name="connsiteY75-14840" fmla="*/ 8577732 h 10448096"/>
                  <a:gd name="connsiteX76-14841" fmla="*/ 9030673 w 10460182"/>
                  <a:gd name="connsiteY76-14842" fmla="*/ 8811236 h 10448096"/>
                  <a:gd name="connsiteX77-14843" fmla="*/ 8991600 w 10460182"/>
                  <a:gd name="connsiteY77-14844" fmla="*/ 9021077 h 10448096"/>
                  <a:gd name="connsiteX78-14845" fmla="*/ 8894618 w 10460182"/>
                  <a:gd name="connsiteY78-14846" fmla="*/ 9325877 h 10448096"/>
                  <a:gd name="connsiteX79-14847" fmla="*/ 8922327 w 10460182"/>
                  <a:gd name="connsiteY79-14848" fmla="*/ 9589114 h 10448096"/>
                  <a:gd name="connsiteX80-14849" fmla="*/ 9144000 w 10460182"/>
                  <a:gd name="connsiteY80-14850" fmla="*/ 9755368 h 10448096"/>
                  <a:gd name="connsiteX81-14851" fmla="*/ 9353374 w 10460182"/>
                  <a:gd name="connsiteY81-14852" fmla="*/ 9906212 h 10448096"/>
                  <a:gd name="connsiteX82-14853" fmla="*/ 9529903 w 10460182"/>
                  <a:gd name="connsiteY82-14854" fmla="*/ 9958205 h 10448096"/>
                  <a:gd name="connsiteX83-14855" fmla="*/ 9625328 w 10460182"/>
                  <a:gd name="connsiteY83-14856" fmla="*/ 9844256 h 10448096"/>
                  <a:gd name="connsiteX84-14857" fmla="*/ 9667359 w 10460182"/>
                  <a:gd name="connsiteY84-14858" fmla="*/ 9856554 h 10448096"/>
                  <a:gd name="connsiteX85-14859" fmla="*/ 9668916 w 10460182"/>
                  <a:gd name="connsiteY85-14860" fmla="*/ 10309550 h 10448096"/>
                  <a:gd name="connsiteX86-14861" fmla="*/ 9495500 w 10460182"/>
                  <a:gd name="connsiteY86-14862" fmla="*/ 10359209 h 10448096"/>
                  <a:gd name="connsiteX87-14863" fmla="*/ 9310254 w 10460182"/>
                  <a:gd name="connsiteY87-14864" fmla="*/ 10448096 h 10448096"/>
                  <a:gd name="connsiteX88-14865" fmla="*/ 9227127 w 10460182"/>
                  <a:gd name="connsiteY88-14866" fmla="*/ 10295696 h 10448096"/>
                  <a:gd name="connsiteX89-14867" fmla="*/ 9033163 w 10460182"/>
                  <a:gd name="connsiteY89-14868" fmla="*/ 10046314 h 10448096"/>
                  <a:gd name="connsiteX90-14869" fmla="*/ 8825345 w 10460182"/>
                  <a:gd name="connsiteY90-14870" fmla="*/ 9866205 h 10448096"/>
                  <a:gd name="connsiteX91-14871" fmla="*/ 8534400 w 10460182"/>
                  <a:gd name="connsiteY91-14872" fmla="*/ 9755368 h 10448096"/>
                  <a:gd name="connsiteX92-14873" fmla="*/ 8423563 w 10460182"/>
                  <a:gd name="connsiteY92-14874" fmla="*/ 9699950 h 10448096"/>
                  <a:gd name="connsiteX93-14875" fmla="*/ 8285018 w 10460182"/>
                  <a:gd name="connsiteY93-14876" fmla="*/ 9533696 h 10448096"/>
                  <a:gd name="connsiteX94-14877" fmla="*/ 8257309 w 10460182"/>
                  <a:gd name="connsiteY94-14878" fmla="*/ 9395150 h 10448096"/>
                  <a:gd name="connsiteX95-14879" fmla="*/ 8146472 w 10460182"/>
                  <a:gd name="connsiteY95-14880" fmla="*/ 9409005 h 10448096"/>
                  <a:gd name="connsiteX96-14881" fmla="*/ 8091054 w 10460182"/>
                  <a:gd name="connsiteY96-14882" fmla="*/ 9630677 h 10448096"/>
                  <a:gd name="connsiteX97-14883" fmla="*/ 7806336 w 10460182"/>
                  <a:gd name="connsiteY97-14884" fmla="*/ 9636437 h 10448096"/>
                  <a:gd name="connsiteX98-14885" fmla="*/ 7567694 w 10460182"/>
                  <a:gd name="connsiteY98-14886" fmla="*/ 9573236 h 10448096"/>
                  <a:gd name="connsiteX99-14887" fmla="*/ 7466043 w 10460182"/>
                  <a:gd name="connsiteY99-14888" fmla="*/ 9524511 h 10448096"/>
                  <a:gd name="connsiteX100-14889" fmla="*/ 7439891 w 10460182"/>
                  <a:gd name="connsiteY100-14890" fmla="*/ 9215041 h 10448096"/>
                  <a:gd name="connsiteX101-14891" fmla="*/ 7397859 w 10460182"/>
                  <a:gd name="connsiteY101-14892" fmla="*/ 9409005 h 10448096"/>
                  <a:gd name="connsiteX102-14893" fmla="*/ 7287491 w 10460182"/>
                  <a:gd name="connsiteY102-14894" fmla="*/ 9503028 h 10448096"/>
                  <a:gd name="connsiteX103-14895" fmla="*/ 7221797 w 10460182"/>
                  <a:gd name="connsiteY103-14896" fmla="*/ 9175034 h 10448096"/>
                  <a:gd name="connsiteX104-14897" fmla="*/ 6954982 w 10460182"/>
                  <a:gd name="connsiteY104-14898" fmla="*/ 9242750 h 10448096"/>
                  <a:gd name="connsiteX105-14899" fmla="*/ 6710737 w 10460182"/>
                  <a:gd name="connsiteY105-14900" fmla="*/ 9315137 h 10448096"/>
                  <a:gd name="connsiteX106-14901" fmla="*/ 6674777 w 10460182"/>
                  <a:gd name="connsiteY106-14902" fmla="*/ 9116036 h 10448096"/>
                  <a:gd name="connsiteX107-14903" fmla="*/ 6511636 w 10460182"/>
                  <a:gd name="connsiteY107-14904" fmla="*/ 9007223 h 10448096"/>
                  <a:gd name="connsiteX108-14905" fmla="*/ 6428509 w 10460182"/>
                  <a:gd name="connsiteY108-14906" fmla="*/ 9007223 h 10448096"/>
                  <a:gd name="connsiteX109-14907" fmla="*/ 6325922 w 10460182"/>
                  <a:gd name="connsiteY109-14908" fmla="*/ 9110431 h 10448096"/>
                  <a:gd name="connsiteX110-14909" fmla="*/ 6167763 w 10460182"/>
                  <a:gd name="connsiteY110-14910" fmla="*/ 9031351 h 10448096"/>
                  <a:gd name="connsiteX111-14911" fmla="*/ 6002132 w 10460182"/>
                  <a:gd name="connsiteY111-14912" fmla="*/ 9146858 h 10448096"/>
                  <a:gd name="connsiteX112-14913" fmla="*/ 5749636 w 10460182"/>
                  <a:gd name="connsiteY112-14914" fmla="*/ 9104205 h 10448096"/>
                  <a:gd name="connsiteX113-14915" fmla="*/ 5674760 w 10460182"/>
                  <a:gd name="connsiteY113-14916" fmla="*/ 9135028 h 10448096"/>
                  <a:gd name="connsiteX114-14917" fmla="*/ 5507415 w 10460182"/>
                  <a:gd name="connsiteY114-14918" fmla="*/ 9181261 h 10448096"/>
                  <a:gd name="connsiteX115-14919" fmla="*/ 5505859 w 10460182"/>
                  <a:gd name="connsiteY115-14920" fmla="*/ 8924096 h 10448096"/>
                  <a:gd name="connsiteX116-14921" fmla="*/ 5505857 w 10460182"/>
                  <a:gd name="connsiteY116-14922" fmla="*/ 8688101 h 10448096"/>
                  <a:gd name="connsiteX117-14923" fmla="*/ 5336024 w 10460182"/>
                  <a:gd name="connsiteY117-14924" fmla="*/ 8386416 h 10448096"/>
                  <a:gd name="connsiteX118-14925" fmla="*/ 5230324 w 10460182"/>
                  <a:gd name="connsiteY118-14926" fmla="*/ 8135944 h 10448096"/>
                  <a:gd name="connsiteX119-14927" fmla="*/ 5317031 w 10460182"/>
                  <a:gd name="connsiteY119-14928" fmla="*/ 7663332 h 10448096"/>
                  <a:gd name="connsiteX120-14929" fmla="*/ 5201059 w 10460182"/>
                  <a:gd name="connsiteY120-14930" fmla="*/ 7373476 h 10448096"/>
                  <a:gd name="connsiteX121-14931" fmla="*/ 5250872 w 10460182"/>
                  <a:gd name="connsiteY121-14932" fmla="*/ 7123005 h 10448096"/>
                  <a:gd name="connsiteX122-14933" fmla="*/ 5245735 w 10460182"/>
                  <a:gd name="connsiteY122-14934" fmla="*/ 7071789 h 10448096"/>
                  <a:gd name="connsiteX123-14935" fmla="*/ 4577603 w 10460182"/>
                  <a:gd name="connsiteY123-14936" fmla="*/ 7067120 h 10448096"/>
                  <a:gd name="connsiteX124-14937" fmla="*/ 4528412 w 10460182"/>
                  <a:gd name="connsiteY124-14938" fmla="*/ 6893704 h 10448096"/>
                  <a:gd name="connsiteX125-14939" fmla="*/ 4038834 w 10460182"/>
                  <a:gd name="connsiteY125-14940" fmla="*/ 6869576 h 10448096"/>
                  <a:gd name="connsiteX126-14941" fmla="*/ 3976254 w 10460182"/>
                  <a:gd name="connsiteY126-14942" fmla="*/ 7123005 h 10448096"/>
                  <a:gd name="connsiteX127-14943" fmla="*/ 3932667 w 10460182"/>
                  <a:gd name="connsiteY127-14944" fmla="*/ 7334403 h 10448096"/>
                  <a:gd name="connsiteX128-14945" fmla="*/ 3910095 w 10460182"/>
                  <a:gd name="connsiteY128-14946" fmla="*/ 7456604 h 10448096"/>
                  <a:gd name="connsiteX129-14947" fmla="*/ 3559528 w 10460182"/>
                  <a:gd name="connsiteY129-14948" fmla="*/ 7451000 h 10448096"/>
                  <a:gd name="connsiteX130-14949" fmla="*/ 3311236 w 10460182"/>
                  <a:gd name="connsiteY130-14950" fmla="*/ 7455514 h 10448096"/>
                  <a:gd name="connsiteX131-14951" fmla="*/ 2895600 w 10460182"/>
                  <a:gd name="connsiteY131-14952" fmla="*/ 7441659 h 10448096"/>
                  <a:gd name="connsiteX132-14953" fmla="*/ 2784763 w 10460182"/>
                  <a:gd name="connsiteY132-14954" fmla="*/ 7192277 h 10448096"/>
                  <a:gd name="connsiteX133-14955" fmla="*/ 2604654 w 10460182"/>
                  <a:gd name="connsiteY133-14956" fmla="*/ 6915186 h 10448096"/>
                  <a:gd name="connsiteX134-14957" fmla="*/ 2410691 w 10460182"/>
                  <a:gd name="connsiteY134-14958" fmla="*/ 6416423 h 10448096"/>
                  <a:gd name="connsiteX135-14959" fmla="*/ 2327563 w 10460182"/>
                  <a:gd name="connsiteY135-14960" fmla="*/ 6277877 h 10448096"/>
                  <a:gd name="connsiteX136-14961" fmla="*/ 1662545 w 10460182"/>
                  <a:gd name="connsiteY136-14962" fmla="*/ 6250168 h 10448096"/>
                  <a:gd name="connsiteX137-14963" fmla="*/ 1233054 w 10460182"/>
                  <a:gd name="connsiteY137-14964" fmla="*/ 6250168 h 10448096"/>
                  <a:gd name="connsiteX138-14965" fmla="*/ 1136072 w 10460182"/>
                  <a:gd name="connsiteY138-14966" fmla="*/ 6305586 h 10448096"/>
                  <a:gd name="connsiteX139-14967" fmla="*/ 706582 w 10460182"/>
                  <a:gd name="connsiteY139-14968" fmla="*/ 6264023 h 10448096"/>
                  <a:gd name="connsiteX140-14969" fmla="*/ 318654 w 10460182"/>
                  <a:gd name="connsiteY140-14970" fmla="*/ 6291732 h 10448096"/>
                  <a:gd name="connsiteX141-14971" fmla="*/ 96982 w 10460182"/>
                  <a:gd name="connsiteY141-14972" fmla="*/ 6444132 h 10448096"/>
                  <a:gd name="connsiteX142-14973" fmla="*/ 0 w 10460182"/>
                  <a:gd name="connsiteY142-14974" fmla="*/ 6347150 h 10448096"/>
                  <a:gd name="connsiteX143-14975" fmla="*/ 83127 w 10460182"/>
                  <a:gd name="connsiteY143-14976" fmla="*/ 6291732 h 10448096"/>
                  <a:gd name="connsiteX0-14977" fmla="*/ 83127 w 10460182"/>
                  <a:gd name="connsiteY0-14978" fmla="*/ 6291732 h 10448096"/>
                  <a:gd name="connsiteX1-14979" fmla="*/ 96982 w 10460182"/>
                  <a:gd name="connsiteY1-14980" fmla="*/ 5848386 h 10448096"/>
                  <a:gd name="connsiteX2-14981" fmla="*/ 401782 w 10460182"/>
                  <a:gd name="connsiteY2-14982" fmla="*/ 5585150 h 10448096"/>
                  <a:gd name="connsiteX3-14983" fmla="*/ 651163 w 10460182"/>
                  <a:gd name="connsiteY3-14984" fmla="*/ 5723696 h 10448096"/>
                  <a:gd name="connsiteX4-14985" fmla="*/ 858982 w 10460182"/>
                  <a:gd name="connsiteY4-14986" fmla="*/ 5557441 h 10448096"/>
                  <a:gd name="connsiteX5-14987" fmla="*/ 997527 w 10460182"/>
                  <a:gd name="connsiteY5-14988" fmla="*/ 5405041 h 10448096"/>
                  <a:gd name="connsiteX6-14989" fmla="*/ 1080654 w 10460182"/>
                  <a:gd name="connsiteY6-14990" fmla="*/ 5488168 h 10448096"/>
                  <a:gd name="connsiteX7-14991" fmla="*/ 1269312 w 10460182"/>
                  <a:gd name="connsiteY7-14992" fmla="*/ 5732834 h 10448096"/>
                  <a:gd name="connsiteX8-14993" fmla="*/ 1523116 w 10460182"/>
                  <a:gd name="connsiteY8-14994" fmla="*/ 5534154 h 10448096"/>
                  <a:gd name="connsiteX9-14995" fmla="*/ 1731818 w 10460182"/>
                  <a:gd name="connsiteY9-14996" fmla="*/ 5349623 h 10448096"/>
                  <a:gd name="connsiteX10-14997" fmla="*/ 2022763 w 10460182"/>
                  <a:gd name="connsiteY10-14998" fmla="*/ 5114096 h 10448096"/>
                  <a:gd name="connsiteX11-14999" fmla="*/ 2119745 w 10460182"/>
                  <a:gd name="connsiteY11-15000" fmla="*/ 4684605 h 10448096"/>
                  <a:gd name="connsiteX12-15001" fmla="*/ 2172511 w 10460182"/>
                  <a:gd name="connsiteY12-15002" fmla="*/ 4217972 h 10448096"/>
                  <a:gd name="connsiteX13-15003" fmla="*/ 2355272 w 10460182"/>
                  <a:gd name="connsiteY13-15004" fmla="*/ 3908750 h 10448096"/>
                  <a:gd name="connsiteX14-15005" fmla="*/ 2715491 w 10460182"/>
                  <a:gd name="connsiteY14-15006" fmla="*/ 3506968 h 10448096"/>
                  <a:gd name="connsiteX15-15007" fmla="*/ 2978727 w 10460182"/>
                  <a:gd name="connsiteY15-15008" fmla="*/ 3313005 h 10448096"/>
                  <a:gd name="connsiteX16-15009" fmla="*/ 3006436 w 10460182"/>
                  <a:gd name="connsiteY16-15010" fmla="*/ 2869659 h 10448096"/>
                  <a:gd name="connsiteX17-15011" fmla="*/ 3075709 w 10460182"/>
                  <a:gd name="connsiteY17-15012" fmla="*/ 2578714 h 10448096"/>
                  <a:gd name="connsiteX18-15013" fmla="*/ 3075709 w 10460182"/>
                  <a:gd name="connsiteY18-15014" fmla="*/ 2370896 h 10448096"/>
                  <a:gd name="connsiteX19-15015" fmla="*/ 3214254 w 10460182"/>
                  <a:gd name="connsiteY19-15016" fmla="*/ 2038386 h 10448096"/>
                  <a:gd name="connsiteX20-15017" fmla="*/ 3214254 w 10460182"/>
                  <a:gd name="connsiteY20-15018" fmla="*/ 1747441 h 10448096"/>
                  <a:gd name="connsiteX21-15019" fmla="*/ 3513454 w 10460182"/>
                  <a:gd name="connsiteY21-15020" fmla="*/ 1179405 h 10448096"/>
                  <a:gd name="connsiteX22-15021" fmla="*/ 3463636 w 10460182"/>
                  <a:gd name="connsiteY22-15022" fmla="*/ 805332 h 10448096"/>
                  <a:gd name="connsiteX23-15023" fmla="*/ 3491345 w 10460182"/>
                  <a:gd name="connsiteY23-15024" fmla="*/ 597514 h 10448096"/>
                  <a:gd name="connsiteX24-15025" fmla="*/ 3823854 w 10460182"/>
                  <a:gd name="connsiteY24-15026" fmla="*/ 237296 h 10448096"/>
                  <a:gd name="connsiteX25-15027" fmla="*/ 4017818 w 10460182"/>
                  <a:gd name="connsiteY25-15028" fmla="*/ 112605 h 10448096"/>
                  <a:gd name="connsiteX26-15029" fmla="*/ 4433454 w 10460182"/>
                  <a:gd name="connsiteY26-15030" fmla="*/ 348132 h 10448096"/>
                  <a:gd name="connsiteX27-15031" fmla="*/ 4599709 w 10460182"/>
                  <a:gd name="connsiteY27-15032" fmla="*/ 542096 h 10448096"/>
                  <a:gd name="connsiteX28-15033" fmla="*/ 5070763 w 10460182"/>
                  <a:gd name="connsiteY28-15034" fmla="*/ 597514 h 10448096"/>
                  <a:gd name="connsiteX29-15035" fmla="*/ 5391187 w 10460182"/>
                  <a:gd name="connsiteY29-15036" fmla="*/ 656763 h 10448096"/>
                  <a:gd name="connsiteX30-15037" fmla="*/ 5647937 w 10460182"/>
                  <a:gd name="connsiteY30-15038" fmla="*/ 673271 h 10448096"/>
                  <a:gd name="connsiteX31-15039" fmla="*/ 5860472 w 10460182"/>
                  <a:gd name="connsiteY31-15040" fmla="*/ 334277 h 10448096"/>
                  <a:gd name="connsiteX32-15041" fmla="*/ 6123709 w 10460182"/>
                  <a:gd name="connsiteY32-15042" fmla="*/ 375841 h 10448096"/>
                  <a:gd name="connsiteX33-15043" fmla="*/ 6594763 w 10460182"/>
                  <a:gd name="connsiteY33-15044" fmla="*/ 237296 h 10448096"/>
                  <a:gd name="connsiteX34-15045" fmla="*/ 6761018 w 10460182"/>
                  <a:gd name="connsiteY34-15046" fmla="*/ 181877 h 10448096"/>
                  <a:gd name="connsiteX35-15047" fmla="*/ 7038109 w 10460182"/>
                  <a:gd name="connsiteY35-15048" fmla="*/ 251150 h 10448096"/>
                  <a:gd name="connsiteX36-15049" fmla="*/ 7232072 w 10460182"/>
                  <a:gd name="connsiteY36-15050" fmla="*/ 71041 h 10448096"/>
                  <a:gd name="connsiteX37-15051" fmla="*/ 7363248 w 10460182"/>
                  <a:gd name="connsiteY37-15052" fmla="*/ 0 h 10448096"/>
                  <a:gd name="connsiteX38-15053" fmla="*/ 7606145 w 10460182"/>
                  <a:gd name="connsiteY38-15054" fmla="*/ 57186 h 10448096"/>
                  <a:gd name="connsiteX39-15055" fmla="*/ 7910945 w 10460182"/>
                  <a:gd name="connsiteY39-15056" fmla="*/ 181877 h 10448096"/>
                  <a:gd name="connsiteX40-15057" fmla="*/ 8312727 w 10460182"/>
                  <a:gd name="connsiteY40-15058" fmla="*/ 112605 h 10448096"/>
                  <a:gd name="connsiteX41-15059" fmla="*/ 8647005 w 10460182"/>
                  <a:gd name="connsiteY41-15060" fmla="*/ 449831 h 10448096"/>
                  <a:gd name="connsiteX42-15061" fmla="*/ 8908472 w 10460182"/>
                  <a:gd name="connsiteY42-15062" fmla="*/ 597514 h 10448096"/>
                  <a:gd name="connsiteX43-15063" fmla="*/ 9088582 w 10460182"/>
                  <a:gd name="connsiteY43-15064" fmla="*/ 500532 h 10448096"/>
                  <a:gd name="connsiteX44-15065" fmla="*/ 9351818 w 10460182"/>
                  <a:gd name="connsiteY44-15066" fmla="*/ 445114 h 10448096"/>
                  <a:gd name="connsiteX45-15067" fmla="*/ 9518072 w 10460182"/>
                  <a:gd name="connsiteY45-15068" fmla="*/ 420943 h 10448096"/>
                  <a:gd name="connsiteX46-15069" fmla="*/ 9646301 w 10460182"/>
                  <a:gd name="connsiteY46-15070" fmla="*/ 422711 h 10448096"/>
                  <a:gd name="connsiteX47-15071" fmla="*/ 10002982 w 10460182"/>
                  <a:gd name="connsiteY47-15072" fmla="*/ 846896 h 10448096"/>
                  <a:gd name="connsiteX48-15073" fmla="*/ 10238509 w 10460182"/>
                  <a:gd name="connsiteY48-15074" fmla="*/ 1040859 h 10448096"/>
                  <a:gd name="connsiteX49-15075" fmla="*/ 10224654 w 10460182"/>
                  <a:gd name="connsiteY49-15076" fmla="*/ 1304096 h 10448096"/>
                  <a:gd name="connsiteX50-15077" fmla="*/ 10238509 w 10460182"/>
                  <a:gd name="connsiteY50-15078" fmla="*/ 1498059 h 10448096"/>
                  <a:gd name="connsiteX51-15079" fmla="*/ 10280072 w 10460182"/>
                  <a:gd name="connsiteY51-15080" fmla="*/ 1622750 h 10448096"/>
                  <a:gd name="connsiteX52-15081" fmla="*/ 10460182 w 10460182"/>
                  <a:gd name="connsiteY52-15082" fmla="*/ 1858277 h 10448096"/>
                  <a:gd name="connsiteX53-15083" fmla="*/ 10099963 w 10460182"/>
                  <a:gd name="connsiteY53-15084" fmla="*/ 2315477 h 10448096"/>
                  <a:gd name="connsiteX54-15085" fmla="*/ 9781309 w 10460182"/>
                  <a:gd name="connsiteY54-15086" fmla="*/ 2551005 h 10448096"/>
                  <a:gd name="connsiteX55-15087" fmla="*/ 9601200 w 10460182"/>
                  <a:gd name="connsiteY55-15088" fmla="*/ 3479259 h 10448096"/>
                  <a:gd name="connsiteX56-15089" fmla="*/ 9601200 w 10460182"/>
                  <a:gd name="connsiteY56-15090" fmla="*/ 3770205 h 10448096"/>
                  <a:gd name="connsiteX57-15091" fmla="*/ 9365672 w 10460182"/>
                  <a:gd name="connsiteY57-15092" fmla="*/ 3964168 h 10448096"/>
                  <a:gd name="connsiteX58-15093" fmla="*/ 9310254 w 10460182"/>
                  <a:gd name="connsiteY58-15094" fmla="*/ 4130423 h 10448096"/>
                  <a:gd name="connsiteX59-15095" fmla="*/ 9199418 w 10460182"/>
                  <a:gd name="connsiteY59-15096" fmla="*/ 4338241 h 10448096"/>
                  <a:gd name="connsiteX60-15097" fmla="*/ 9268691 w 10460182"/>
                  <a:gd name="connsiteY60-15098" fmla="*/ 4504496 h 10448096"/>
                  <a:gd name="connsiteX61-15099" fmla="*/ 9337963 w 10460182"/>
                  <a:gd name="connsiteY61-15100" fmla="*/ 4712314 h 10448096"/>
                  <a:gd name="connsiteX62-15101" fmla="*/ 9421091 w 10460182"/>
                  <a:gd name="connsiteY62-15102" fmla="*/ 4961696 h 10448096"/>
                  <a:gd name="connsiteX63-15103" fmla="*/ 9434945 w 10460182"/>
                  <a:gd name="connsiteY63-15104" fmla="*/ 5266496 h 10448096"/>
                  <a:gd name="connsiteX64-15105" fmla="*/ 9462654 w 10460182"/>
                  <a:gd name="connsiteY64-15106" fmla="*/ 5668277 h 10448096"/>
                  <a:gd name="connsiteX65-15107" fmla="*/ 9587345 w 10460182"/>
                  <a:gd name="connsiteY65-15108" fmla="*/ 6028496 h 10448096"/>
                  <a:gd name="connsiteX66-15109" fmla="*/ 9545782 w 10460182"/>
                  <a:gd name="connsiteY66-15110" fmla="*/ 6430277 h 10448096"/>
                  <a:gd name="connsiteX67-15111" fmla="*/ 9933709 w 10460182"/>
                  <a:gd name="connsiteY67-15112" fmla="*/ 6915186 h 10448096"/>
                  <a:gd name="connsiteX68-15113" fmla="*/ 10113818 w 10460182"/>
                  <a:gd name="connsiteY68-15114" fmla="*/ 7261550 h 10448096"/>
                  <a:gd name="connsiteX69-15115" fmla="*/ 10252363 w 10460182"/>
                  <a:gd name="connsiteY69-15116" fmla="*/ 7594059 h 10448096"/>
                  <a:gd name="connsiteX70-15117" fmla="*/ 9670472 w 10460182"/>
                  <a:gd name="connsiteY70-15118" fmla="*/ 7594059 h 10448096"/>
                  <a:gd name="connsiteX71-15119" fmla="*/ 9337963 w 10460182"/>
                  <a:gd name="connsiteY71-15120" fmla="*/ 7704896 h 10448096"/>
                  <a:gd name="connsiteX72-15121" fmla="*/ 9102436 w 10460182"/>
                  <a:gd name="connsiteY72-15122" fmla="*/ 7843441 h 10448096"/>
                  <a:gd name="connsiteX73-15123" fmla="*/ 9019309 w 10460182"/>
                  <a:gd name="connsiteY73-15124" fmla="*/ 8051259 h 10448096"/>
                  <a:gd name="connsiteX74-15125" fmla="*/ 8956730 w 10460182"/>
                  <a:gd name="connsiteY74-15126" fmla="*/ 8148241 h 10448096"/>
                  <a:gd name="connsiteX75-15127" fmla="*/ 9027559 w 10460182"/>
                  <a:gd name="connsiteY75-15128" fmla="*/ 8577732 h 10448096"/>
                  <a:gd name="connsiteX76-15129" fmla="*/ 9030673 w 10460182"/>
                  <a:gd name="connsiteY76-15130" fmla="*/ 8811236 h 10448096"/>
                  <a:gd name="connsiteX77-15131" fmla="*/ 8991600 w 10460182"/>
                  <a:gd name="connsiteY77-15132" fmla="*/ 9021077 h 10448096"/>
                  <a:gd name="connsiteX78-15133" fmla="*/ 8894618 w 10460182"/>
                  <a:gd name="connsiteY78-15134" fmla="*/ 9325877 h 10448096"/>
                  <a:gd name="connsiteX79-15135" fmla="*/ 8922327 w 10460182"/>
                  <a:gd name="connsiteY79-15136" fmla="*/ 9589114 h 10448096"/>
                  <a:gd name="connsiteX80-15137" fmla="*/ 9144000 w 10460182"/>
                  <a:gd name="connsiteY80-15138" fmla="*/ 9755368 h 10448096"/>
                  <a:gd name="connsiteX81-15139" fmla="*/ 9353374 w 10460182"/>
                  <a:gd name="connsiteY81-15140" fmla="*/ 9906212 h 10448096"/>
                  <a:gd name="connsiteX82-15141" fmla="*/ 9529903 w 10460182"/>
                  <a:gd name="connsiteY82-15142" fmla="*/ 9958205 h 10448096"/>
                  <a:gd name="connsiteX83-15143" fmla="*/ 9625328 w 10460182"/>
                  <a:gd name="connsiteY83-15144" fmla="*/ 9844256 h 10448096"/>
                  <a:gd name="connsiteX84-15145" fmla="*/ 9667359 w 10460182"/>
                  <a:gd name="connsiteY84-15146" fmla="*/ 9856554 h 10448096"/>
                  <a:gd name="connsiteX85-15147" fmla="*/ 9668916 w 10460182"/>
                  <a:gd name="connsiteY85-15148" fmla="*/ 10309550 h 10448096"/>
                  <a:gd name="connsiteX86-15149" fmla="*/ 9495500 w 10460182"/>
                  <a:gd name="connsiteY86-15150" fmla="*/ 10359209 h 10448096"/>
                  <a:gd name="connsiteX87-15151" fmla="*/ 9310254 w 10460182"/>
                  <a:gd name="connsiteY87-15152" fmla="*/ 10448096 h 10448096"/>
                  <a:gd name="connsiteX88-15153" fmla="*/ 9227127 w 10460182"/>
                  <a:gd name="connsiteY88-15154" fmla="*/ 10295696 h 10448096"/>
                  <a:gd name="connsiteX89-15155" fmla="*/ 9033163 w 10460182"/>
                  <a:gd name="connsiteY89-15156" fmla="*/ 10046314 h 10448096"/>
                  <a:gd name="connsiteX90-15157" fmla="*/ 8825345 w 10460182"/>
                  <a:gd name="connsiteY90-15158" fmla="*/ 9866205 h 10448096"/>
                  <a:gd name="connsiteX91-15159" fmla="*/ 8534400 w 10460182"/>
                  <a:gd name="connsiteY91-15160" fmla="*/ 9755368 h 10448096"/>
                  <a:gd name="connsiteX92-15161" fmla="*/ 8423563 w 10460182"/>
                  <a:gd name="connsiteY92-15162" fmla="*/ 9699950 h 10448096"/>
                  <a:gd name="connsiteX93-15163" fmla="*/ 8285018 w 10460182"/>
                  <a:gd name="connsiteY93-15164" fmla="*/ 9533696 h 10448096"/>
                  <a:gd name="connsiteX94-15165" fmla="*/ 8257309 w 10460182"/>
                  <a:gd name="connsiteY94-15166" fmla="*/ 9395150 h 10448096"/>
                  <a:gd name="connsiteX95-15167" fmla="*/ 8146472 w 10460182"/>
                  <a:gd name="connsiteY95-15168" fmla="*/ 9409005 h 10448096"/>
                  <a:gd name="connsiteX96-15169" fmla="*/ 8091054 w 10460182"/>
                  <a:gd name="connsiteY96-15170" fmla="*/ 9630677 h 10448096"/>
                  <a:gd name="connsiteX97-15171" fmla="*/ 7806336 w 10460182"/>
                  <a:gd name="connsiteY97-15172" fmla="*/ 9636437 h 10448096"/>
                  <a:gd name="connsiteX98-15173" fmla="*/ 7567694 w 10460182"/>
                  <a:gd name="connsiteY98-15174" fmla="*/ 9573236 h 10448096"/>
                  <a:gd name="connsiteX99-15175" fmla="*/ 7466043 w 10460182"/>
                  <a:gd name="connsiteY99-15176" fmla="*/ 9524511 h 10448096"/>
                  <a:gd name="connsiteX100-15177" fmla="*/ 7439891 w 10460182"/>
                  <a:gd name="connsiteY100-15178" fmla="*/ 9215041 h 10448096"/>
                  <a:gd name="connsiteX101-15179" fmla="*/ 7397859 w 10460182"/>
                  <a:gd name="connsiteY101-15180" fmla="*/ 9409005 h 10448096"/>
                  <a:gd name="connsiteX102-15181" fmla="*/ 7287491 w 10460182"/>
                  <a:gd name="connsiteY102-15182" fmla="*/ 9503028 h 10448096"/>
                  <a:gd name="connsiteX103-15183" fmla="*/ 7221797 w 10460182"/>
                  <a:gd name="connsiteY103-15184" fmla="*/ 9175034 h 10448096"/>
                  <a:gd name="connsiteX104-15185" fmla="*/ 6954982 w 10460182"/>
                  <a:gd name="connsiteY104-15186" fmla="*/ 9242750 h 10448096"/>
                  <a:gd name="connsiteX105-15187" fmla="*/ 6710737 w 10460182"/>
                  <a:gd name="connsiteY105-15188" fmla="*/ 9315137 h 10448096"/>
                  <a:gd name="connsiteX106-15189" fmla="*/ 6674777 w 10460182"/>
                  <a:gd name="connsiteY106-15190" fmla="*/ 9116036 h 10448096"/>
                  <a:gd name="connsiteX107-15191" fmla="*/ 6511636 w 10460182"/>
                  <a:gd name="connsiteY107-15192" fmla="*/ 9007223 h 10448096"/>
                  <a:gd name="connsiteX108-15193" fmla="*/ 6428509 w 10460182"/>
                  <a:gd name="connsiteY108-15194" fmla="*/ 9007223 h 10448096"/>
                  <a:gd name="connsiteX109-15195" fmla="*/ 6325922 w 10460182"/>
                  <a:gd name="connsiteY109-15196" fmla="*/ 9110431 h 10448096"/>
                  <a:gd name="connsiteX110-15197" fmla="*/ 6167763 w 10460182"/>
                  <a:gd name="connsiteY110-15198" fmla="*/ 9031351 h 10448096"/>
                  <a:gd name="connsiteX111-15199" fmla="*/ 6002132 w 10460182"/>
                  <a:gd name="connsiteY111-15200" fmla="*/ 9146858 h 10448096"/>
                  <a:gd name="connsiteX112-15201" fmla="*/ 5749636 w 10460182"/>
                  <a:gd name="connsiteY112-15202" fmla="*/ 9104205 h 10448096"/>
                  <a:gd name="connsiteX113-15203" fmla="*/ 5674760 w 10460182"/>
                  <a:gd name="connsiteY113-15204" fmla="*/ 9135028 h 10448096"/>
                  <a:gd name="connsiteX114-15205" fmla="*/ 5507415 w 10460182"/>
                  <a:gd name="connsiteY114-15206" fmla="*/ 9181261 h 10448096"/>
                  <a:gd name="connsiteX115-15207" fmla="*/ 5505859 w 10460182"/>
                  <a:gd name="connsiteY115-15208" fmla="*/ 8924096 h 10448096"/>
                  <a:gd name="connsiteX116-15209" fmla="*/ 5505857 w 10460182"/>
                  <a:gd name="connsiteY116-15210" fmla="*/ 8688101 h 10448096"/>
                  <a:gd name="connsiteX117-15211" fmla="*/ 5336024 w 10460182"/>
                  <a:gd name="connsiteY117-15212" fmla="*/ 8386416 h 10448096"/>
                  <a:gd name="connsiteX118-15213" fmla="*/ 5230324 w 10460182"/>
                  <a:gd name="connsiteY118-15214" fmla="*/ 8135944 h 10448096"/>
                  <a:gd name="connsiteX119-15215" fmla="*/ 5317031 w 10460182"/>
                  <a:gd name="connsiteY119-15216" fmla="*/ 7663332 h 10448096"/>
                  <a:gd name="connsiteX120-15217" fmla="*/ 5201059 w 10460182"/>
                  <a:gd name="connsiteY120-15218" fmla="*/ 7373476 h 10448096"/>
                  <a:gd name="connsiteX121-15219" fmla="*/ 5250872 w 10460182"/>
                  <a:gd name="connsiteY121-15220" fmla="*/ 7123005 h 10448096"/>
                  <a:gd name="connsiteX122-15221" fmla="*/ 5245735 w 10460182"/>
                  <a:gd name="connsiteY122-15222" fmla="*/ 7071789 h 10448096"/>
                  <a:gd name="connsiteX123-15223" fmla="*/ 4577603 w 10460182"/>
                  <a:gd name="connsiteY123-15224" fmla="*/ 7067120 h 10448096"/>
                  <a:gd name="connsiteX124-15225" fmla="*/ 4528412 w 10460182"/>
                  <a:gd name="connsiteY124-15226" fmla="*/ 6893704 h 10448096"/>
                  <a:gd name="connsiteX125-15227" fmla="*/ 4038834 w 10460182"/>
                  <a:gd name="connsiteY125-15228" fmla="*/ 6869576 h 10448096"/>
                  <a:gd name="connsiteX126-15229" fmla="*/ 3976254 w 10460182"/>
                  <a:gd name="connsiteY126-15230" fmla="*/ 7123005 h 10448096"/>
                  <a:gd name="connsiteX127-15231" fmla="*/ 3932667 w 10460182"/>
                  <a:gd name="connsiteY127-15232" fmla="*/ 7334403 h 10448096"/>
                  <a:gd name="connsiteX128-15233" fmla="*/ 3910095 w 10460182"/>
                  <a:gd name="connsiteY128-15234" fmla="*/ 7456604 h 10448096"/>
                  <a:gd name="connsiteX129-15235" fmla="*/ 3559528 w 10460182"/>
                  <a:gd name="connsiteY129-15236" fmla="*/ 7451000 h 10448096"/>
                  <a:gd name="connsiteX130-15237" fmla="*/ 3311236 w 10460182"/>
                  <a:gd name="connsiteY130-15238" fmla="*/ 7455514 h 10448096"/>
                  <a:gd name="connsiteX131-15239" fmla="*/ 2895600 w 10460182"/>
                  <a:gd name="connsiteY131-15240" fmla="*/ 7441659 h 10448096"/>
                  <a:gd name="connsiteX132-15241" fmla="*/ 2784763 w 10460182"/>
                  <a:gd name="connsiteY132-15242" fmla="*/ 7192277 h 10448096"/>
                  <a:gd name="connsiteX133-15243" fmla="*/ 2604654 w 10460182"/>
                  <a:gd name="connsiteY133-15244" fmla="*/ 6915186 h 10448096"/>
                  <a:gd name="connsiteX134-15245" fmla="*/ 2410691 w 10460182"/>
                  <a:gd name="connsiteY134-15246" fmla="*/ 6416423 h 10448096"/>
                  <a:gd name="connsiteX135-15247" fmla="*/ 2327563 w 10460182"/>
                  <a:gd name="connsiteY135-15248" fmla="*/ 6277877 h 10448096"/>
                  <a:gd name="connsiteX136-15249" fmla="*/ 1662545 w 10460182"/>
                  <a:gd name="connsiteY136-15250" fmla="*/ 6250168 h 10448096"/>
                  <a:gd name="connsiteX137-15251" fmla="*/ 1233054 w 10460182"/>
                  <a:gd name="connsiteY137-15252" fmla="*/ 6250168 h 10448096"/>
                  <a:gd name="connsiteX138-15253" fmla="*/ 1136072 w 10460182"/>
                  <a:gd name="connsiteY138-15254" fmla="*/ 6305586 h 10448096"/>
                  <a:gd name="connsiteX139-15255" fmla="*/ 706582 w 10460182"/>
                  <a:gd name="connsiteY139-15256" fmla="*/ 6264023 h 10448096"/>
                  <a:gd name="connsiteX140-15257" fmla="*/ 318654 w 10460182"/>
                  <a:gd name="connsiteY140-15258" fmla="*/ 6291732 h 10448096"/>
                  <a:gd name="connsiteX141-15259" fmla="*/ 96982 w 10460182"/>
                  <a:gd name="connsiteY141-15260" fmla="*/ 6444132 h 10448096"/>
                  <a:gd name="connsiteX142-15261" fmla="*/ 0 w 10460182"/>
                  <a:gd name="connsiteY142-15262" fmla="*/ 6347150 h 10448096"/>
                  <a:gd name="connsiteX143-15263" fmla="*/ 83127 w 10460182"/>
                  <a:gd name="connsiteY143-15264" fmla="*/ 6291732 h 10448096"/>
                  <a:gd name="connsiteX0-15265" fmla="*/ 83127 w 10479637"/>
                  <a:gd name="connsiteY0-15266" fmla="*/ 6291732 h 10448096"/>
                  <a:gd name="connsiteX1-15267" fmla="*/ 96982 w 10479637"/>
                  <a:gd name="connsiteY1-15268" fmla="*/ 5848386 h 10448096"/>
                  <a:gd name="connsiteX2-15269" fmla="*/ 401782 w 10479637"/>
                  <a:gd name="connsiteY2-15270" fmla="*/ 5585150 h 10448096"/>
                  <a:gd name="connsiteX3-15271" fmla="*/ 651163 w 10479637"/>
                  <a:gd name="connsiteY3-15272" fmla="*/ 5723696 h 10448096"/>
                  <a:gd name="connsiteX4-15273" fmla="*/ 858982 w 10479637"/>
                  <a:gd name="connsiteY4-15274" fmla="*/ 5557441 h 10448096"/>
                  <a:gd name="connsiteX5-15275" fmla="*/ 997527 w 10479637"/>
                  <a:gd name="connsiteY5-15276" fmla="*/ 5405041 h 10448096"/>
                  <a:gd name="connsiteX6-15277" fmla="*/ 1080654 w 10479637"/>
                  <a:gd name="connsiteY6-15278" fmla="*/ 5488168 h 10448096"/>
                  <a:gd name="connsiteX7-15279" fmla="*/ 1269312 w 10479637"/>
                  <a:gd name="connsiteY7-15280" fmla="*/ 5732834 h 10448096"/>
                  <a:gd name="connsiteX8-15281" fmla="*/ 1523116 w 10479637"/>
                  <a:gd name="connsiteY8-15282" fmla="*/ 5534154 h 10448096"/>
                  <a:gd name="connsiteX9-15283" fmla="*/ 1731818 w 10479637"/>
                  <a:gd name="connsiteY9-15284" fmla="*/ 5349623 h 10448096"/>
                  <a:gd name="connsiteX10-15285" fmla="*/ 2022763 w 10479637"/>
                  <a:gd name="connsiteY10-15286" fmla="*/ 5114096 h 10448096"/>
                  <a:gd name="connsiteX11-15287" fmla="*/ 2119745 w 10479637"/>
                  <a:gd name="connsiteY11-15288" fmla="*/ 4684605 h 10448096"/>
                  <a:gd name="connsiteX12-15289" fmla="*/ 2172511 w 10479637"/>
                  <a:gd name="connsiteY12-15290" fmla="*/ 4217972 h 10448096"/>
                  <a:gd name="connsiteX13-15291" fmla="*/ 2355272 w 10479637"/>
                  <a:gd name="connsiteY13-15292" fmla="*/ 3908750 h 10448096"/>
                  <a:gd name="connsiteX14-15293" fmla="*/ 2715491 w 10479637"/>
                  <a:gd name="connsiteY14-15294" fmla="*/ 3506968 h 10448096"/>
                  <a:gd name="connsiteX15-15295" fmla="*/ 2978727 w 10479637"/>
                  <a:gd name="connsiteY15-15296" fmla="*/ 3313005 h 10448096"/>
                  <a:gd name="connsiteX16-15297" fmla="*/ 3006436 w 10479637"/>
                  <a:gd name="connsiteY16-15298" fmla="*/ 2869659 h 10448096"/>
                  <a:gd name="connsiteX17-15299" fmla="*/ 3075709 w 10479637"/>
                  <a:gd name="connsiteY17-15300" fmla="*/ 2578714 h 10448096"/>
                  <a:gd name="connsiteX18-15301" fmla="*/ 3075709 w 10479637"/>
                  <a:gd name="connsiteY18-15302" fmla="*/ 2370896 h 10448096"/>
                  <a:gd name="connsiteX19-15303" fmla="*/ 3214254 w 10479637"/>
                  <a:gd name="connsiteY19-15304" fmla="*/ 2038386 h 10448096"/>
                  <a:gd name="connsiteX20-15305" fmla="*/ 3214254 w 10479637"/>
                  <a:gd name="connsiteY20-15306" fmla="*/ 1747441 h 10448096"/>
                  <a:gd name="connsiteX21-15307" fmla="*/ 3513454 w 10479637"/>
                  <a:gd name="connsiteY21-15308" fmla="*/ 1179405 h 10448096"/>
                  <a:gd name="connsiteX22-15309" fmla="*/ 3463636 w 10479637"/>
                  <a:gd name="connsiteY22-15310" fmla="*/ 805332 h 10448096"/>
                  <a:gd name="connsiteX23-15311" fmla="*/ 3491345 w 10479637"/>
                  <a:gd name="connsiteY23-15312" fmla="*/ 597514 h 10448096"/>
                  <a:gd name="connsiteX24-15313" fmla="*/ 3823854 w 10479637"/>
                  <a:gd name="connsiteY24-15314" fmla="*/ 237296 h 10448096"/>
                  <a:gd name="connsiteX25-15315" fmla="*/ 4017818 w 10479637"/>
                  <a:gd name="connsiteY25-15316" fmla="*/ 112605 h 10448096"/>
                  <a:gd name="connsiteX26-15317" fmla="*/ 4433454 w 10479637"/>
                  <a:gd name="connsiteY26-15318" fmla="*/ 348132 h 10448096"/>
                  <a:gd name="connsiteX27-15319" fmla="*/ 4599709 w 10479637"/>
                  <a:gd name="connsiteY27-15320" fmla="*/ 542096 h 10448096"/>
                  <a:gd name="connsiteX28-15321" fmla="*/ 5070763 w 10479637"/>
                  <a:gd name="connsiteY28-15322" fmla="*/ 597514 h 10448096"/>
                  <a:gd name="connsiteX29-15323" fmla="*/ 5391187 w 10479637"/>
                  <a:gd name="connsiteY29-15324" fmla="*/ 656763 h 10448096"/>
                  <a:gd name="connsiteX30-15325" fmla="*/ 5647937 w 10479637"/>
                  <a:gd name="connsiteY30-15326" fmla="*/ 673271 h 10448096"/>
                  <a:gd name="connsiteX31-15327" fmla="*/ 5860472 w 10479637"/>
                  <a:gd name="connsiteY31-15328" fmla="*/ 334277 h 10448096"/>
                  <a:gd name="connsiteX32-15329" fmla="*/ 6123709 w 10479637"/>
                  <a:gd name="connsiteY32-15330" fmla="*/ 375841 h 10448096"/>
                  <a:gd name="connsiteX33-15331" fmla="*/ 6594763 w 10479637"/>
                  <a:gd name="connsiteY33-15332" fmla="*/ 237296 h 10448096"/>
                  <a:gd name="connsiteX34-15333" fmla="*/ 6761018 w 10479637"/>
                  <a:gd name="connsiteY34-15334" fmla="*/ 181877 h 10448096"/>
                  <a:gd name="connsiteX35-15335" fmla="*/ 7038109 w 10479637"/>
                  <a:gd name="connsiteY35-15336" fmla="*/ 251150 h 10448096"/>
                  <a:gd name="connsiteX36-15337" fmla="*/ 7232072 w 10479637"/>
                  <a:gd name="connsiteY36-15338" fmla="*/ 71041 h 10448096"/>
                  <a:gd name="connsiteX37-15339" fmla="*/ 7363248 w 10479637"/>
                  <a:gd name="connsiteY37-15340" fmla="*/ 0 h 10448096"/>
                  <a:gd name="connsiteX38-15341" fmla="*/ 7606145 w 10479637"/>
                  <a:gd name="connsiteY38-15342" fmla="*/ 57186 h 10448096"/>
                  <a:gd name="connsiteX39-15343" fmla="*/ 7910945 w 10479637"/>
                  <a:gd name="connsiteY39-15344" fmla="*/ 181877 h 10448096"/>
                  <a:gd name="connsiteX40-15345" fmla="*/ 8312727 w 10479637"/>
                  <a:gd name="connsiteY40-15346" fmla="*/ 112605 h 10448096"/>
                  <a:gd name="connsiteX41-15347" fmla="*/ 8647005 w 10479637"/>
                  <a:gd name="connsiteY41-15348" fmla="*/ 449831 h 10448096"/>
                  <a:gd name="connsiteX42-15349" fmla="*/ 8908472 w 10479637"/>
                  <a:gd name="connsiteY42-15350" fmla="*/ 597514 h 10448096"/>
                  <a:gd name="connsiteX43-15351" fmla="*/ 9088582 w 10479637"/>
                  <a:gd name="connsiteY43-15352" fmla="*/ 500532 h 10448096"/>
                  <a:gd name="connsiteX44-15353" fmla="*/ 9351818 w 10479637"/>
                  <a:gd name="connsiteY44-15354" fmla="*/ 445114 h 10448096"/>
                  <a:gd name="connsiteX45-15355" fmla="*/ 9518072 w 10479637"/>
                  <a:gd name="connsiteY45-15356" fmla="*/ 420943 h 10448096"/>
                  <a:gd name="connsiteX46-15357" fmla="*/ 9646301 w 10479637"/>
                  <a:gd name="connsiteY46-15358" fmla="*/ 422711 h 10448096"/>
                  <a:gd name="connsiteX47-15359" fmla="*/ 10002982 w 10479637"/>
                  <a:gd name="connsiteY47-15360" fmla="*/ 846896 h 10448096"/>
                  <a:gd name="connsiteX48-15361" fmla="*/ 10238509 w 10479637"/>
                  <a:gd name="connsiteY48-15362" fmla="*/ 1040859 h 10448096"/>
                  <a:gd name="connsiteX49-15363" fmla="*/ 10224654 w 10479637"/>
                  <a:gd name="connsiteY49-15364" fmla="*/ 1304096 h 10448096"/>
                  <a:gd name="connsiteX50-15365" fmla="*/ 10238509 w 10479637"/>
                  <a:gd name="connsiteY50-15366" fmla="*/ 1498059 h 10448096"/>
                  <a:gd name="connsiteX51-15367" fmla="*/ 10280072 w 10479637"/>
                  <a:gd name="connsiteY51-15368" fmla="*/ 1622750 h 10448096"/>
                  <a:gd name="connsiteX52-15369" fmla="*/ 10479637 w 10479637"/>
                  <a:gd name="connsiteY52-15370" fmla="*/ 1773970 h 10448096"/>
                  <a:gd name="connsiteX53-15371" fmla="*/ 10099963 w 10479637"/>
                  <a:gd name="connsiteY53-15372" fmla="*/ 2315477 h 10448096"/>
                  <a:gd name="connsiteX54-15373" fmla="*/ 9781309 w 10479637"/>
                  <a:gd name="connsiteY54-15374" fmla="*/ 2551005 h 10448096"/>
                  <a:gd name="connsiteX55-15375" fmla="*/ 9601200 w 10479637"/>
                  <a:gd name="connsiteY55-15376" fmla="*/ 3479259 h 10448096"/>
                  <a:gd name="connsiteX56-15377" fmla="*/ 9601200 w 10479637"/>
                  <a:gd name="connsiteY56-15378" fmla="*/ 3770205 h 10448096"/>
                  <a:gd name="connsiteX57-15379" fmla="*/ 9365672 w 10479637"/>
                  <a:gd name="connsiteY57-15380" fmla="*/ 3964168 h 10448096"/>
                  <a:gd name="connsiteX58-15381" fmla="*/ 9310254 w 10479637"/>
                  <a:gd name="connsiteY58-15382" fmla="*/ 4130423 h 10448096"/>
                  <a:gd name="connsiteX59-15383" fmla="*/ 9199418 w 10479637"/>
                  <a:gd name="connsiteY59-15384" fmla="*/ 4338241 h 10448096"/>
                  <a:gd name="connsiteX60-15385" fmla="*/ 9268691 w 10479637"/>
                  <a:gd name="connsiteY60-15386" fmla="*/ 4504496 h 10448096"/>
                  <a:gd name="connsiteX61-15387" fmla="*/ 9337963 w 10479637"/>
                  <a:gd name="connsiteY61-15388" fmla="*/ 4712314 h 10448096"/>
                  <a:gd name="connsiteX62-15389" fmla="*/ 9421091 w 10479637"/>
                  <a:gd name="connsiteY62-15390" fmla="*/ 4961696 h 10448096"/>
                  <a:gd name="connsiteX63-15391" fmla="*/ 9434945 w 10479637"/>
                  <a:gd name="connsiteY63-15392" fmla="*/ 5266496 h 10448096"/>
                  <a:gd name="connsiteX64-15393" fmla="*/ 9462654 w 10479637"/>
                  <a:gd name="connsiteY64-15394" fmla="*/ 5668277 h 10448096"/>
                  <a:gd name="connsiteX65-15395" fmla="*/ 9587345 w 10479637"/>
                  <a:gd name="connsiteY65-15396" fmla="*/ 6028496 h 10448096"/>
                  <a:gd name="connsiteX66-15397" fmla="*/ 9545782 w 10479637"/>
                  <a:gd name="connsiteY66-15398" fmla="*/ 6430277 h 10448096"/>
                  <a:gd name="connsiteX67-15399" fmla="*/ 9933709 w 10479637"/>
                  <a:gd name="connsiteY67-15400" fmla="*/ 6915186 h 10448096"/>
                  <a:gd name="connsiteX68-15401" fmla="*/ 10113818 w 10479637"/>
                  <a:gd name="connsiteY68-15402" fmla="*/ 7261550 h 10448096"/>
                  <a:gd name="connsiteX69-15403" fmla="*/ 10252363 w 10479637"/>
                  <a:gd name="connsiteY69-15404" fmla="*/ 7594059 h 10448096"/>
                  <a:gd name="connsiteX70-15405" fmla="*/ 9670472 w 10479637"/>
                  <a:gd name="connsiteY70-15406" fmla="*/ 7594059 h 10448096"/>
                  <a:gd name="connsiteX71-15407" fmla="*/ 9337963 w 10479637"/>
                  <a:gd name="connsiteY71-15408" fmla="*/ 7704896 h 10448096"/>
                  <a:gd name="connsiteX72-15409" fmla="*/ 9102436 w 10479637"/>
                  <a:gd name="connsiteY72-15410" fmla="*/ 7843441 h 10448096"/>
                  <a:gd name="connsiteX73-15411" fmla="*/ 9019309 w 10479637"/>
                  <a:gd name="connsiteY73-15412" fmla="*/ 8051259 h 10448096"/>
                  <a:gd name="connsiteX74-15413" fmla="*/ 8956730 w 10479637"/>
                  <a:gd name="connsiteY74-15414" fmla="*/ 8148241 h 10448096"/>
                  <a:gd name="connsiteX75-15415" fmla="*/ 9027559 w 10479637"/>
                  <a:gd name="connsiteY75-15416" fmla="*/ 8577732 h 10448096"/>
                  <a:gd name="connsiteX76-15417" fmla="*/ 9030673 w 10479637"/>
                  <a:gd name="connsiteY76-15418" fmla="*/ 8811236 h 10448096"/>
                  <a:gd name="connsiteX77-15419" fmla="*/ 8991600 w 10479637"/>
                  <a:gd name="connsiteY77-15420" fmla="*/ 9021077 h 10448096"/>
                  <a:gd name="connsiteX78-15421" fmla="*/ 8894618 w 10479637"/>
                  <a:gd name="connsiteY78-15422" fmla="*/ 9325877 h 10448096"/>
                  <a:gd name="connsiteX79-15423" fmla="*/ 8922327 w 10479637"/>
                  <a:gd name="connsiteY79-15424" fmla="*/ 9589114 h 10448096"/>
                  <a:gd name="connsiteX80-15425" fmla="*/ 9144000 w 10479637"/>
                  <a:gd name="connsiteY80-15426" fmla="*/ 9755368 h 10448096"/>
                  <a:gd name="connsiteX81-15427" fmla="*/ 9353374 w 10479637"/>
                  <a:gd name="connsiteY81-15428" fmla="*/ 9906212 h 10448096"/>
                  <a:gd name="connsiteX82-15429" fmla="*/ 9529903 w 10479637"/>
                  <a:gd name="connsiteY82-15430" fmla="*/ 9958205 h 10448096"/>
                  <a:gd name="connsiteX83-15431" fmla="*/ 9625328 w 10479637"/>
                  <a:gd name="connsiteY83-15432" fmla="*/ 9844256 h 10448096"/>
                  <a:gd name="connsiteX84-15433" fmla="*/ 9667359 w 10479637"/>
                  <a:gd name="connsiteY84-15434" fmla="*/ 9856554 h 10448096"/>
                  <a:gd name="connsiteX85-15435" fmla="*/ 9668916 w 10479637"/>
                  <a:gd name="connsiteY85-15436" fmla="*/ 10309550 h 10448096"/>
                  <a:gd name="connsiteX86-15437" fmla="*/ 9495500 w 10479637"/>
                  <a:gd name="connsiteY86-15438" fmla="*/ 10359209 h 10448096"/>
                  <a:gd name="connsiteX87-15439" fmla="*/ 9310254 w 10479637"/>
                  <a:gd name="connsiteY87-15440" fmla="*/ 10448096 h 10448096"/>
                  <a:gd name="connsiteX88-15441" fmla="*/ 9227127 w 10479637"/>
                  <a:gd name="connsiteY88-15442" fmla="*/ 10295696 h 10448096"/>
                  <a:gd name="connsiteX89-15443" fmla="*/ 9033163 w 10479637"/>
                  <a:gd name="connsiteY89-15444" fmla="*/ 10046314 h 10448096"/>
                  <a:gd name="connsiteX90-15445" fmla="*/ 8825345 w 10479637"/>
                  <a:gd name="connsiteY90-15446" fmla="*/ 9866205 h 10448096"/>
                  <a:gd name="connsiteX91-15447" fmla="*/ 8534400 w 10479637"/>
                  <a:gd name="connsiteY91-15448" fmla="*/ 9755368 h 10448096"/>
                  <a:gd name="connsiteX92-15449" fmla="*/ 8423563 w 10479637"/>
                  <a:gd name="connsiteY92-15450" fmla="*/ 9699950 h 10448096"/>
                  <a:gd name="connsiteX93-15451" fmla="*/ 8285018 w 10479637"/>
                  <a:gd name="connsiteY93-15452" fmla="*/ 9533696 h 10448096"/>
                  <a:gd name="connsiteX94-15453" fmla="*/ 8257309 w 10479637"/>
                  <a:gd name="connsiteY94-15454" fmla="*/ 9395150 h 10448096"/>
                  <a:gd name="connsiteX95-15455" fmla="*/ 8146472 w 10479637"/>
                  <a:gd name="connsiteY95-15456" fmla="*/ 9409005 h 10448096"/>
                  <a:gd name="connsiteX96-15457" fmla="*/ 8091054 w 10479637"/>
                  <a:gd name="connsiteY96-15458" fmla="*/ 9630677 h 10448096"/>
                  <a:gd name="connsiteX97-15459" fmla="*/ 7806336 w 10479637"/>
                  <a:gd name="connsiteY97-15460" fmla="*/ 9636437 h 10448096"/>
                  <a:gd name="connsiteX98-15461" fmla="*/ 7567694 w 10479637"/>
                  <a:gd name="connsiteY98-15462" fmla="*/ 9573236 h 10448096"/>
                  <a:gd name="connsiteX99-15463" fmla="*/ 7466043 w 10479637"/>
                  <a:gd name="connsiteY99-15464" fmla="*/ 9524511 h 10448096"/>
                  <a:gd name="connsiteX100-15465" fmla="*/ 7439891 w 10479637"/>
                  <a:gd name="connsiteY100-15466" fmla="*/ 9215041 h 10448096"/>
                  <a:gd name="connsiteX101-15467" fmla="*/ 7397859 w 10479637"/>
                  <a:gd name="connsiteY101-15468" fmla="*/ 9409005 h 10448096"/>
                  <a:gd name="connsiteX102-15469" fmla="*/ 7287491 w 10479637"/>
                  <a:gd name="connsiteY102-15470" fmla="*/ 9503028 h 10448096"/>
                  <a:gd name="connsiteX103-15471" fmla="*/ 7221797 w 10479637"/>
                  <a:gd name="connsiteY103-15472" fmla="*/ 9175034 h 10448096"/>
                  <a:gd name="connsiteX104-15473" fmla="*/ 6954982 w 10479637"/>
                  <a:gd name="connsiteY104-15474" fmla="*/ 9242750 h 10448096"/>
                  <a:gd name="connsiteX105-15475" fmla="*/ 6710737 w 10479637"/>
                  <a:gd name="connsiteY105-15476" fmla="*/ 9315137 h 10448096"/>
                  <a:gd name="connsiteX106-15477" fmla="*/ 6674777 w 10479637"/>
                  <a:gd name="connsiteY106-15478" fmla="*/ 9116036 h 10448096"/>
                  <a:gd name="connsiteX107-15479" fmla="*/ 6511636 w 10479637"/>
                  <a:gd name="connsiteY107-15480" fmla="*/ 9007223 h 10448096"/>
                  <a:gd name="connsiteX108-15481" fmla="*/ 6428509 w 10479637"/>
                  <a:gd name="connsiteY108-15482" fmla="*/ 9007223 h 10448096"/>
                  <a:gd name="connsiteX109-15483" fmla="*/ 6325922 w 10479637"/>
                  <a:gd name="connsiteY109-15484" fmla="*/ 9110431 h 10448096"/>
                  <a:gd name="connsiteX110-15485" fmla="*/ 6167763 w 10479637"/>
                  <a:gd name="connsiteY110-15486" fmla="*/ 9031351 h 10448096"/>
                  <a:gd name="connsiteX111-15487" fmla="*/ 6002132 w 10479637"/>
                  <a:gd name="connsiteY111-15488" fmla="*/ 9146858 h 10448096"/>
                  <a:gd name="connsiteX112-15489" fmla="*/ 5749636 w 10479637"/>
                  <a:gd name="connsiteY112-15490" fmla="*/ 9104205 h 10448096"/>
                  <a:gd name="connsiteX113-15491" fmla="*/ 5674760 w 10479637"/>
                  <a:gd name="connsiteY113-15492" fmla="*/ 9135028 h 10448096"/>
                  <a:gd name="connsiteX114-15493" fmla="*/ 5507415 w 10479637"/>
                  <a:gd name="connsiteY114-15494" fmla="*/ 9181261 h 10448096"/>
                  <a:gd name="connsiteX115-15495" fmla="*/ 5505859 w 10479637"/>
                  <a:gd name="connsiteY115-15496" fmla="*/ 8924096 h 10448096"/>
                  <a:gd name="connsiteX116-15497" fmla="*/ 5505857 w 10479637"/>
                  <a:gd name="connsiteY116-15498" fmla="*/ 8688101 h 10448096"/>
                  <a:gd name="connsiteX117-15499" fmla="*/ 5336024 w 10479637"/>
                  <a:gd name="connsiteY117-15500" fmla="*/ 8386416 h 10448096"/>
                  <a:gd name="connsiteX118-15501" fmla="*/ 5230324 w 10479637"/>
                  <a:gd name="connsiteY118-15502" fmla="*/ 8135944 h 10448096"/>
                  <a:gd name="connsiteX119-15503" fmla="*/ 5317031 w 10479637"/>
                  <a:gd name="connsiteY119-15504" fmla="*/ 7663332 h 10448096"/>
                  <a:gd name="connsiteX120-15505" fmla="*/ 5201059 w 10479637"/>
                  <a:gd name="connsiteY120-15506" fmla="*/ 7373476 h 10448096"/>
                  <a:gd name="connsiteX121-15507" fmla="*/ 5250872 w 10479637"/>
                  <a:gd name="connsiteY121-15508" fmla="*/ 7123005 h 10448096"/>
                  <a:gd name="connsiteX122-15509" fmla="*/ 5245735 w 10479637"/>
                  <a:gd name="connsiteY122-15510" fmla="*/ 7071789 h 10448096"/>
                  <a:gd name="connsiteX123-15511" fmla="*/ 4577603 w 10479637"/>
                  <a:gd name="connsiteY123-15512" fmla="*/ 7067120 h 10448096"/>
                  <a:gd name="connsiteX124-15513" fmla="*/ 4528412 w 10479637"/>
                  <a:gd name="connsiteY124-15514" fmla="*/ 6893704 h 10448096"/>
                  <a:gd name="connsiteX125-15515" fmla="*/ 4038834 w 10479637"/>
                  <a:gd name="connsiteY125-15516" fmla="*/ 6869576 h 10448096"/>
                  <a:gd name="connsiteX126-15517" fmla="*/ 3976254 w 10479637"/>
                  <a:gd name="connsiteY126-15518" fmla="*/ 7123005 h 10448096"/>
                  <a:gd name="connsiteX127-15519" fmla="*/ 3932667 w 10479637"/>
                  <a:gd name="connsiteY127-15520" fmla="*/ 7334403 h 10448096"/>
                  <a:gd name="connsiteX128-15521" fmla="*/ 3910095 w 10479637"/>
                  <a:gd name="connsiteY128-15522" fmla="*/ 7456604 h 10448096"/>
                  <a:gd name="connsiteX129-15523" fmla="*/ 3559528 w 10479637"/>
                  <a:gd name="connsiteY129-15524" fmla="*/ 7451000 h 10448096"/>
                  <a:gd name="connsiteX130-15525" fmla="*/ 3311236 w 10479637"/>
                  <a:gd name="connsiteY130-15526" fmla="*/ 7455514 h 10448096"/>
                  <a:gd name="connsiteX131-15527" fmla="*/ 2895600 w 10479637"/>
                  <a:gd name="connsiteY131-15528" fmla="*/ 7441659 h 10448096"/>
                  <a:gd name="connsiteX132-15529" fmla="*/ 2784763 w 10479637"/>
                  <a:gd name="connsiteY132-15530" fmla="*/ 7192277 h 10448096"/>
                  <a:gd name="connsiteX133-15531" fmla="*/ 2604654 w 10479637"/>
                  <a:gd name="connsiteY133-15532" fmla="*/ 6915186 h 10448096"/>
                  <a:gd name="connsiteX134-15533" fmla="*/ 2410691 w 10479637"/>
                  <a:gd name="connsiteY134-15534" fmla="*/ 6416423 h 10448096"/>
                  <a:gd name="connsiteX135-15535" fmla="*/ 2327563 w 10479637"/>
                  <a:gd name="connsiteY135-15536" fmla="*/ 6277877 h 10448096"/>
                  <a:gd name="connsiteX136-15537" fmla="*/ 1662545 w 10479637"/>
                  <a:gd name="connsiteY136-15538" fmla="*/ 6250168 h 10448096"/>
                  <a:gd name="connsiteX137-15539" fmla="*/ 1233054 w 10479637"/>
                  <a:gd name="connsiteY137-15540" fmla="*/ 6250168 h 10448096"/>
                  <a:gd name="connsiteX138-15541" fmla="*/ 1136072 w 10479637"/>
                  <a:gd name="connsiteY138-15542" fmla="*/ 6305586 h 10448096"/>
                  <a:gd name="connsiteX139-15543" fmla="*/ 706582 w 10479637"/>
                  <a:gd name="connsiteY139-15544" fmla="*/ 6264023 h 10448096"/>
                  <a:gd name="connsiteX140-15545" fmla="*/ 318654 w 10479637"/>
                  <a:gd name="connsiteY140-15546" fmla="*/ 6291732 h 10448096"/>
                  <a:gd name="connsiteX141-15547" fmla="*/ 96982 w 10479637"/>
                  <a:gd name="connsiteY141-15548" fmla="*/ 6444132 h 10448096"/>
                  <a:gd name="connsiteX142-15549" fmla="*/ 0 w 10479637"/>
                  <a:gd name="connsiteY142-15550" fmla="*/ 6347150 h 10448096"/>
                  <a:gd name="connsiteX143-15551" fmla="*/ 83127 w 10479637"/>
                  <a:gd name="connsiteY143-15552" fmla="*/ 6291732 h 10448096"/>
                  <a:gd name="connsiteX0-15553" fmla="*/ 83127 w 10479637"/>
                  <a:gd name="connsiteY0-15554" fmla="*/ 6291732 h 10448096"/>
                  <a:gd name="connsiteX1-15555" fmla="*/ 96982 w 10479637"/>
                  <a:gd name="connsiteY1-15556" fmla="*/ 5848386 h 10448096"/>
                  <a:gd name="connsiteX2-15557" fmla="*/ 401782 w 10479637"/>
                  <a:gd name="connsiteY2-15558" fmla="*/ 5585150 h 10448096"/>
                  <a:gd name="connsiteX3-15559" fmla="*/ 651163 w 10479637"/>
                  <a:gd name="connsiteY3-15560" fmla="*/ 5723696 h 10448096"/>
                  <a:gd name="connsiteX4-15561" fmla="*/ 858982 w 10479637"/>
                  <a:gd name="connsiteY4-15562" fmla="*/ 5557441 h 10448096"/>
                  <a:gd name="connsiteX5-15563" fmla="*/ 997527 w 10479637"/>
                  <a:gd name="connsiteY5-15564" fmla="*/ 5405041 h 10448096"/>
                  <a:gd name="connsiteX6-15565" fmla="*/ 1080654 w 10479637"/>
                  <a:gd name="connsiteY6-15566" fmla="*/ 5488168 h 10448096"/>
                  <a:gd name="connsiteX7-15567" fmla="*/ 1269312 w 10479637"/>
                  <a:gd name="connsiteY7-15568" fmla="*/ 5732834 h 10448096"/>
                  <a:gd name="connsiteX8-15569" fmla="*/ 1523116 w 10479637"/>
                  <a:gd name="connsiteY8-15570" fmla="*/ 5534154 h 10448096"/>
                  <a:gd name="connsiteX9-15571" fmla="*/ 1731818 w 10479637"/>
                  <a:gd name="connsiteY9-15572" fmla="*/ 5349623 h 10448096"/>
                  <a:gd name="connsiteX10-15573" fmla="*/ 2022763 w 10479637"/>
                  <a:gd name="connsiteY10-15574" fmla="*/ 5114096 h 10448096"/>
                  <a:gd name="connsiteX11-15575" fmla="*/ 2119745 w 10479637"/>
                  <a:gd name="connsiteY11-15576" fmla="*/ 4684605 h 10448096"/>
                  <a:gd name="connsiteX12-15577" fmla="*/ 2172511 w 10479637"/>
                  <a:gd name="connsiteY12-15578" fmla="*/ 4217972 h 10448096"/>
                  <a:gd name="connsiteX13-15579" fmla="*/ 2355272 w 10479637"/>
                  <a:gd name="connsiteY13-15580" fmla="*/ 3908750 h 10448096"/>
                  <a:gd name="connsiteX14-15581" fmla="*/ 2715491 w 10479637"/>
                  <a:gd name="connsiteY14-15582" fmla="*/ 3506968 h 10448096"/>
                  <a:gd name="connsiteX15-15583" fmla="*/ 2978727 w 10479637"/>
                  <a:gd name="connsiteY15-15584" fmla="*/ 3313005 h 10448096"/>
                  <a:gd name="connsiteX16-15585" fmla="*/ 3006436 w 10479637"/>
                  <a:gd name="connsiteY16-15586" fmla="*/ 2869659 h 10448096"/>
                  <a:gd name="connsiteX17-15587" fmla="*/ 3075709 w 10479637"/>
                  <a:gd name="connsiteY17-15588" fmla="*/ 2578714 h 10448096"/>
                  <a:gd name="connsiteX18-15589" fmla="*/ 3075709 w 10479637"/>
                  <a:gd name="connsiteY18-15590" fmla="*/ 2370896 h 10448096"/>
                  <a:gd name="connsiteX19-15591" fmla="*/ 3214254 w 10479637"/>
                  <a:gd name="connsiteY19-15592" fmla="*/ 2038386 h 10448096"/>
                  <a:gd name="connsiteX20-15593" fmla="*/ 3214254 w 10479637"/>
                  <a:gd name="connsiteY20-15594" fmla="*/ 1747441 h 10448096"/>
                  <a:gd name="connsiteX21-15595" fmla="*/ 3513454 w 10479637"/>
                  <a:gd name="connsiteY21-15596" fmla="*/ 1179405 h 10448096"/>
                  <a:gd name="connsiteX22-15597" fmla="*/ 3463636 w 10479637"/>
                  <a:gd name="connsiteY22-15598" fmla="*/ 805332 h 10448096"/>
                  <a:gd name="connsiteX23-15599" fmla="*/ 3491345 w 10479637"/>
                  <a:gd name="connsiteY23-15600" fmla="*/ 597514 h 10448096"/>
                  <a:gd name="connsiteX24-15601" fmla="*/ 3823854 w 10479637"/>
                  <a:gd name="connsiteY24-15602" fmla="*/ 237296 h 10448096"/>
                  <a:gd name="connsiteX25-15603" fmla="*/ 4017818 w 10479637"/>
                  <a:gd name="connsiteY25-15604" fmla="*/ 112605 h 10448096"/>
                  <a:gd name="connsiteX26-15605" fmla="*/ 4433454 w 10479637"/>
                  <a:gd name="connsiteY26-15606" fmla="*/ 348132 h 10448096"/>
                  <a:gd name="connsiteX27-15607" fmla="*/ 4599709 w 10479637"/>
                  <a:gd name="connsiteY27-15608" fmla="*/ 542096 h 10448096"/>
                  <a:gd name="connsiteX28-15609" fmla="*/ 5070763 w 10479637"/>
                  <a:gd name="connsiteY28-15610" fmla="*/ 597514 h 10448096"/>
                  <a:gd name="connsiteX29-15611" fmla="*/ 5391187 w 10479637"/>
                  <a:gd name="connsiteY29-15612" fmla="*/ 656763 h 10448096"/>
                  <a:gd name="connsiteX30-15613" fmla="*/ 5647937 w 10479637"/>
                  <a:gd name="connsiteY30-15614" fmla="*/ 673271 h 10448096"/>
                  <a:gd name="connsiteX31-15615" fmla="*/ 5860472 w 10479637"/>
                  <a:gd name="connsiteY31-15616" fmla="*/ 334277 h 10448096"/>
                  <a:gd name="connsiteX32-15617" fmla="*/ 6123709 w 10479637"/>
                  <a:gd name="connsiteY32-15618" fmla="*/ 375841 h 10448096"/>
                  <a:gd name="connsiteX33-15619" fmla="*/ 6594763 w 10479637"/>
                  <a:gd name="connsiteY33-15620" fmla="*/ 237296 h 10448096"/>
                  <a:gd name="connsiteX34-15621" fmla="*/ 6761018 w 10479637"/>
                  <a:gd name="connsiteY34-15622" fmla="*/ 181877 h 10448096"/>
                  <a:gd name="connsiteX35-15623" fmla="*/ 7038109 w 10479637"/>
                  <a:gd name="connsiteY35-15624" fmla="*/ 251150 h 10448096"/>
                  <a:gd name="connsiteX36-15625" fmla="*/ 7232072 w 10479637"/>
                  <a:gd name="connsiteY36-15626" fmla="*/ 71041 h 10448096"/>
                  <a:gd name="connsiteX37-15627" fmla="*/ 7363248 w 10479637"/>
                  <a:gd name="connsiteY37-15628" fmla="*/ 0 h 10448096"/>
                  <a:gd name="connsiteX38-15629" fmla="*/ 7606145 w 10479637"/>
                  <a:gd name="connsiteY38-15630" fmla="*/ 57186 h 10448096"/>
                  <a:gd name="connsiteX39-15631" fmla="*/ 7910945 w 10479637"/>
                  <a:gd name="connsiteY39-15632" fmla="*/ 181877 h 10448096"/>
                  <a:gd name="connsiteX40-15633" fmla="*/ 8312727 w 10479637"/>
                  <a:gd name="connsiteY40-15634" fmla="*/ 112605 h 10448096"/>
                  <a:gd name="connsiteX41-15635" fmla="*/ 8647005 w 10479637"/>
                  <a:gd name="connsiteY41-15636" fmla="*/ 449831 h 10448096"/>
                  <a:gd name="connsiteX42-15637" fmla="*/ 8908472 w 10479637"/>
                  <a:gd name="connsiteY42-15638" fmla="*/ 597514 h 10448096"/>
                  <a:gd name="connsiteX43-15639" fmla="*/ 9088582 w 10479637"/>
                  <a:gd name="connsiteY43-15640" fmla="*/ 500532 h 10448096"/>
                  <a:gd name="connsiteX44-15641" fmla="*/ 9351818 w 10479637"/>
                  <a:gd name="connsiteY44-15642" fmla="*/ 445114 h 10448096"/>
                  <a:gd name="connsiteX45-15643" fmla="*/ 9518072 w 10479637"/>
                  <a:gd name="connsiteY45-15644" fmla="*/ 420943 h 10448096"/>
                  <a:gd name="connsiteX46-15645" fmla="*/ 9646301 w 10479637"/>
                  <a:gd name="connsiteY46-15646" fmla="*/ 422711 h 10448096"/>
                  <a:gd name="connsiteX47-15647" fmla="*/ 10002982 w 10479637"/>
                  <a:gd name="connsiteY47-15648" fmla="*/ 846896 h 10448096"/>
                  <a:gd name="connsiteX48-15649" fmla="*/ 10238509 w 10479637"/>
                  <a:gd name="connsiteY48-15650" fmla="*/ 1040859 h 10448096"/>
                  <a:gd name="connsiteX49-15651" fmla="*/ 10224654 w 10479637"/>
                  <a:gd name="connsiteY49-15652" fmla="*/ 1304096 h 10448096"/>
                  <a:gd name="connsiteX50-15653" fmla="*/ 10238509 w 10479637"/>
                  <a:gd name="connsiteY50-15654" fmla="*/ 1498059 h 10448096"/>
                  <a:gd name="connsiteX51-15655" fmla="*/ 10280072 w 10479637"/>
                  <a:gd name="connsiteY51-15656" fmla="*/ 1622750 h 10448096"/>
                  <a:gd name="connsiteX52-15657" fmla="*/ 10479637 w 10479637"/>
                  <a:gd name="connsiteY52-15658" fmla="*/ 1773970 h 10448096"/>
                  <a:gd name="connsiteX53-15659" fmla="*/ 10099963 w 10479637"/>
                  <a:gd name="connsiteY53-15660" fmla="*/ 2315477 h 10448096"/>
                  <a:gd name="connsiteX54-15661" fmla="*/ 9781309 w 10479637"/>
                  <a:gd name="connsiteY54-15662" fmla="*/ 2551005 h 10448096"/>
                  <a:gd name="connsiteX55-15663" fmla="*/ 9601200 w 10479637"/>
                  <a:gd name="connsiteY55-15664" fmla="*/ 3479259 h 10448096"/>
                  <a:gd name="connsiteX56-15665" fmla="*/ 9601200 w 10479637"/>
                  <a:gd name="connsiteY56-15666" fmla="*/ 3770205 h 10448096"/>
                  <a:gd name="connsiteX57-15667" fmla="*/ 9365672 w 10479637"/>
                  <a:gd name="connsiteY57-15668" fmla="*/ 3964168 h 10448096"/>
                  <a:gd name="connsiteX58-15669" fmla="*/ 9310254 w 10479637"/>
                  <a:gd name="connsiteY58-15670" fmla="*/ 4130423 h 10448096"/>
                  <a:gd name="connsiteX59-15671" fmla="*/ 9199418 w 10479637"/>
                  <a:gd name="connsiteY59-15672" fmla="*/ 4338241 h 10448096"/>
                  <a:gd name="connsiteX60-15673" fmla="*/ 9268691 w 10479637"/>
                  <a:gd name="connsiteY60-15674" fmla="*/ 4504496 h 10448096"/>
                  <a:gd name="connsiteX61-15675" fmla="*/ 9337963 w 10479637"/>
                  <a:gd name="connsiteY61-15676" fmla="*/ 4712314 h 10448096"/>
                  <a:gd name="connsiteX62-15677" fmla="*/ 9382180 w 10479637"/>
                  <a:gd name="connsiteY62-15678" fmla="*/ 4968181 h 10448096"/>
                  <a:gd name="connsiteX63-15679" fmla="*/ 9434945 w 10479637"/>
                  <a:gd name="connsiteY63-15680" fmla="*/ 5266496 h 10448096"/>
                  <a:gd name="connsiteX64-15681" fmla="*/ 9462654 w 10479637"/>
                  <a:gd name="connsiteY64-15682" fmla="*/ 5668277 h 10448096"/>
                  <a:gd name="connsiteX65-15683" fmla="*/ 9587345 w 10479637"/>
                  <a:gd name="connsiteY65-15684" fmla="*/ 6028496 h 10448096"/>
                  <a:gd name="connsiteX66-15685" fmla="*/ 9545782 w 10479637"/>
                  <a:gd name="connsiteY66-15686" fmla="*/ 6430277 h 10448096"/>
                  <a:gd name="connsiteX67-15687" fmla="*/ 9933709 w 10479637"/>
                  <a:gd name="connsiteY67-15688" fmla="*/ 6915186 h 10448096"/>
                  <a:gd name="connsiteX68-15689" fmla="*/ 10113818 w 10479637"/>
                  <a:gd name="connsiteY68-15690" fmla="*/ 7261550 h 10448096"/>
                  <a:gd name="connsiteX69-15691" fmla="*/ 10252363 w 10479637"/>
                  <a:gd name="connsiteY69-15692" fmla="*/ 7594059 h 10448096"/>
                  <a:gd name="connsiteX70-15693" fmla="*/ 9670472 w 10479637"/>
                  <a:gd name="connsiteY70-15694" fmla="*/ 7594059 h 10448096"/>
                  <a:gd name="connsiteX71-15695" fmla="*/ 9337963 w 10479637"/>
                  <a:gd name="connsiteY71-15696" fmla="*/ 7704896 h 10448096"/>
                  <a:gd name="connsiteX72-15697" fmla="*/ 9102436 w 10479637"/>
                  <a:gd name="connsiteY72-15698" fmla="*/ 7843441 h 10448096"/>
                  <a:gd name="connsiteX73-15699" fmla="*/ 9019309 w 10479637"/>
                  <a:gd name="connsiteY73-15700" fmla="*/ 8051259 h 10448096"/>
                  <a:gd name="connsiteX74-15701" fmla="*/ 8956730 w 10479637"/>
                  <a:gd name="connsiteY74-15702" fmla="*/ 8148241 h 10448096"/>
                  <a:gd name="connsiteX75-15703" fmla="*/ 9027559 w 10479637"/>
                  <a:gd name="connsiteY75-15704" fmla="*/ 8577732 h 10448096"/>
                  <a:gd name="connsiteX76-15705" fmla="*/ 9030673 w 10479637"/>
                  <a:gd name="connsiteY76-15706" fmla="*/ 8811236 h 10448096"/>
                  <a:gd name="connsiteX77-15707" fmla="*/ 8991600 w 10479637"/>
                  <a:gd name="connsiteY77-15708" fmla="*/ 9021077 h 10448096"/>
                  <a:gd name="connsiteX78-15709" fmla="*/ 8894618 w 10479637"/>
                  <a:gd name="connsiteY78-15710" fmla="*/ 9325877 h 10448096"/>
                  <a:gd name="connsiteX79-15711" fmla="*/ 8922327 w 10479637"/>
                  <a:gd name="connsiteY79-15712" fmla="*/ 9589114 h 10448096"/>
                  <a:gd name="connsiteX80-15713" fmla="*/ 9144000 w 10479637"/>
                  <a:gd name="connsiteY80-15714" fmla="*/ 9755368 h 10448096"/>
                  <a:gd name="connsiteX81-15715" fmla="*/ 9353374 w 10479637"/>
                  <a:gd name="connsiteY81-15716" fmla="*/ 9906212 h 10448096"/>
                  <a:gd name="connsiteX82-15717" fmla="*/ 9529903 w 10479637"/>
                  <a:gd name="connsiteY82-15718" fmla="*/ 9958205 h 10448096"/>
                  <a:gd name="connsiteX83-15719" fmla="*/ 9625328 w 10479637"/>
                  <a:gd name="connsiteY83-15720" fmla="*/ 9844256 h 10448096"/>
                  <a:gd name="connsiteX84-15721" fmla="*/ 9667359 w 10479637"/>
                  <a:gd name="connsiteY84-15722" fmla="*/ 9856554 h 10448096"/>
                  <a:gd name="connsiteX85-15723" fmla="*/ 9668916 w 10479637"/>
                  <a:gd name="connsiteY85-15724" fmla="*/ 10309550 h 10448096"/>
                  <a:gd name="connsiteX86-15725" fmla="*/ 9495500 w 10479637"/>
                  <a:gd name="connsiteY86-15726" fmla="*/ 10359209 h 10448096"/>
                  <a:gd name="connsiteX87-15727" fmla="*/ 9310254 w 10479637"/>
                  <a:gd name="connsiteY87-15728" fmla="*/ 10448096 h 10448096"/>
                  <a:gd name="connsiteX88-15729" fmla="*/ 9227127 w 10479637"/>
                  <a:gd name="connsiteY88-15730" fmla="*/ 10295696 h 10448096"/>
                  <a:gd name="connsiteX89-15731" fmla="*/ 9033163 w 10479637"/>
                  <a:gd name="connsiteY89-15732" fmla="*/ 10046314 h 10448096"/>
                  <a:gd name="connsiteX90-15733" fmla="*/ 8825345 w 10479637"/>
                  <a:gd name="connsiteY90-15734" fmla="*/ 9866205 h 10448096"/>
                  <a:gd name="connsiteX91-15735" fmla="*/ 8534400 w 10479637"/>
                  <a:gd name="connsiteY91-15736" fmla="*/ 9755368 h 10448096"/>
                  <a:gd name="connsiteX92-15737" fmla="*/ 8423563 w 10479637"/>
                  <a:gd name="connsiteY92-15738" fmla="*/ 9699950 h 10448096"/>
                  <a:gd name="connsiteX93-15739" fmla="*/ 8285018 w 10479637"/>
                  <a:gd name="connsiteY93-15740" fmla="*/ 9533696 h 10448096"/>
                  <a:gd name="connsiteX94-15741" fmla="*/ 8257309 w 10479637"/>
                  <a:gd name="connsiteY94-15742" fmla="*/ 9395150 h 10448096"/>
                  <a:gd name="connsiteX95-15743" fmla="*/ 8146472 w 10479637"/>
                  <a:gd name="connsiteY95-15744" fmla="*/ 9409005 h 10448096"/>
                  <a:gd name="connsiteX96-15745" fmla="*/ 8091054 w 10479637"/>
                  <a:gd name="connsiteY96-15746" fmla="*/ 9630677 h 10448096"/>
                  <a:gd name="connsiteX97-15747" fmla="*/ 7806336 w 10479637"/>
                  <a:gd name="connsiteY97-15748" fmla="*/ 9636437 h 10448096"/>
                  <a:gd name="connsiteX98-15749" fmla="*/ 7567694 w 10479637"/>
                  <a:gd name="connsiteY98-15750" fmla="*/ 9573236 h 10448096"/>
                  <a:gd name="connsiteX99-15751" fmla="*/ 7466043 w 10479637"/>
                  <a:gd name="connsiteY99-15752" fmla="*/ 9524511 h 10448096"/>
                  <a:gd name="connsiteX100-15753" fmla="*/ 7439891 w 10479637"/>
                  <a:gd name="connsiteY100-15754" fmla="*/ 9215041 h 10448096"/>
                  <a:gd name="connsiteX101-15755" fmla="*/ 7397859 w 10479637"/>
                  <a:gd name="connsiteY101-15756" fmla="*/ 9409005 h 10448096"/>
                  <a:gd name="connsiteX102-15757" fmla="*/ 7287491 w 10479637"/>
                  <a:gd name="connsiteY102-15758" fmla="*/ 9503028 h 10448096"/>
                  <a:gd name="connsiteX103-15759" fmla="*/ 7221797 w 10479637"/>
                  <a:gd name="connsiteY103-15760" fmla="*/ 9175034 h 10448096"/>
                  <a:gd name="connsiteX104-15761" fmla="*/ 6954982 w 10479637"/>
                  <a:gd name="connsiteY104-15762" fmla="*/ 9242750 h 10448096"/>
                  <a:gd name="connsiteX105-15763" fmla="*/ 6710737 w 10479637"/>
                  <a:gd name="connsiteY105-15764" fmla="*/ 9315137 h 10448096"/>
                  <a:gd name="connsiteX106-15765" fmla="*/ 6674777 w 10479637"/>
                  <a:gd name="connsiteY106-15766" fmla="*/ 9116036 h 10448096"/>
                  <a:gd name="connsiteX107-15767" fmla="*/ 6511636 w 10479637"/>
                  <a:gd name="connsiteY107-15768" fmla="*/ 9007223 h 10448096"/>
                  <a:gd name="connsiteX108-15769" fmla="*/ 6428509 w 10479637"/>
                  <a:gd name="connsiteY108-15770" fmla="*/ 9007223 h 10448096"/>
                  <a:gd name="connsiteX109-15771" fmla="*/ 6325922 w 10479637"/>
                  <a:gd name="connsiteY109-15772" fmla="*/ 9110431 h 10448096"/>
                  <a:gd name="connsiteX110-15773" fmla="*/ 6167763 w 10479637"/>
                  <a:gd name="connsiteY110-15774" fmla="*/ 9031351 h 10448096"/>
                  <a:gd name="connsiteX111-15775" fmla="*/ 6002132 w 10479637"/>
                  <a:gd name="connsiteY111-15776" fmla="*/ 9146858 h 10448096"/>
                  <a:gd name="connsiteX112-15777" fmla="*/ 5749636 w 10479637"/>
                  <a:gd name="connsiteY112-15778" fmla="*/ 9104205 h 10448096"/>
                  <a:gd name="connsiteX113-15779" fmla="*/ 5674760 w 10479637"/>
                  <a:gd name="connsiteY113-15780" fmla="*/ 9135028 h 10448096"/>
                  <a:gd name="connsiteX114-15781" fmla="*/ 5507415 w 10479637"/>
                  <a:gd name="connsiteY114-15782" fmla="*/ 9181261 h 10448096"/>
                  <a:gd name="connsiteX115-15783" fmla="*/ 5505859 w 10479637"/>
                  <a:gd name="connsiteY115-15784" fmla="*/ 8924096 h 10448096"/>
                  <a:gd name="connsiteX116-15785" fmla="*/ 5505857 w 10479637"/>
                  <a:gd name="connsiteY116-15786" fmla="*/ 8688101 h 10448096"/>
                  <a:gd name="connsiteX117-15787" fmla="*/ 5336024 w 10479637"/>
                  <a:gd name="connsiteY117-15788" fmla="*/ 8386416 h 10448096"/>
                  <a:gd name="connsiteX118-15789" fmla="*/ 5230324 w 10479637"/>
                  <a:gd name="connsiteY118-15790" fmla="*/ 8135944 h 10448096"/>
                  <a:gd name="connsiteX119-15791" fmla="*/ 5317031 w 10479637"/>
                  <a:gd name="connsiteY119-15792" fmla="*/ 7663332 h 10448096"/>
                  <a:gd name="connsiteX120-15793" fmla="*/ 5201059 w 10479637"/>
                  <a:gd name="connsiteY120-15794" fmla="*/ 7373476 h 10448096"/>
                  <a:gd name="connsiteX121-15795" fmla="*/ 5250872 w 10479637"/>
                  <a:gd name="connsiteY121-15796" fmla="*/ 7123005 h 10448096"/>
                  <a:gd name="connsiteX122-15797" fmla="*/ 5245735 w 10479637"/>
                  <a:gd name="connsiteY122-15798" fmla="*/ 7071789 h 10448096"/>
                  <a:gd name="connsiteX123-15799" fmla="*/ 4577603 w 10479637"/>
                  <a:gd name="connsiteY123-15800" fmla="*/ 7067120 h 10448096"/>
                  <a:gd name="connsiteX124-15801" fmla="*/ 4528412 w 10479637"/>
                  <a:gd name="connsiteY124-15802" fmla="*/ 6893704 h 10448096"/>
                  <a:gd name="connsiteX125-15803" fmla="*/ 4038834 w 10479637"/>
                  <a:gd name="connsiteY125-15804" fmla="*/ 6869576 h 10448096"/>
                  <a:gd name="connsiteX126-15805" fmla="*/ 3976254 w 10479637"/>
                  <a:gd name="connsiteY126-15806" fmla="*/ 7123005 h 10448096"/>
                  <a:gd name="connsiteX127-15807" fmla="*/ 3932667 w 10479637"/>
                  <a:gd name="connsiteY127-15808" fmla="*/ 7334403 h 10448096"/>
                  <a:gd name="connsiteX128-15809" fmla="*/ 3910095 w 10479637"/>
                  <a:gd name="connsiteY128-15810" fmla="*/ 7456604 h 10448096"/>
                  <a:gd name="connsiteX129-15811" fmla="*/ 3559528 w 10479637"/>
                  <a:gd name="connsiteY129-15812" fmla="*/ 7451000 h 10448096"/>
                  <a:gd name="connsiteX130-15813" fmla="*/ 3311236 w 10479637"/>
                  <a:gd name="connsiteY130-15814" fmla="*/ 7455514 h 10448096"/>
                  <a:gd name="connsiteX131-15815" fmla="*/ 2895600 w 10479637"/>
                  <a:gd name="connsiteY131-15816" fmla="*/ 7441659 h 10448096"/>
                  <a:gd name="connsiteX132-15817" fmla="*/ 2784763 w 10479637"/>
                  <a:gd name="connsiteY132-15818" fmla="*/ 7192277 h 10448096"/>
                  <a:gd name="connsiteX133-15819" fmla="*/ 2604654 w 10479637"/>
                  <a:gd name="connsiteY133-15820" fmla="*/ 6915186 h 10448096"/>
                  <a:gd name="connsiteX134-15821" fmla="*/ 2410691 w 10479637"/>
                  <a:gd name="connsiteY134-15822" fmla="*/ 6416423 h 10448096"/>
                  <a:gd name="connsiteX135-15823" fmla="*/ 2327563 w 10479637"/>
                  <a:gd name="connsiteY135-15824" fmla="*/ 6277877 h 10448096"/>
                  <a:gd name="connsiteX136-15825" fmla="*/ 1662545 w 10479637"/>
                  <a:gd name="connsiteY136-15826" fmla="*/ 6250168 h 10448096"/>
                  <a:gd name="connsiteX137-15827" fmla="*/ 1233054 w 10479637"/>
                  <a:gd name="connsiteY137-15828" fmla="*/ 6250168 h 10448096"/>
                  <a:gd name="connsiteX138-15829" fmla="*/ 1136072 w 10479637"/>
                  <a:gd name="connsiteY138-15830" fmla="*/ 6305586 h 10448096"/>
                  <a:gd name="connsiteX139-15831" fmla="*/ 706582 w 10479637"/>
                  <a:gd name="connsiteY139-15832" fmla="*/ 6264023 h 10448096"/>
                  <a:gd name="connsiteX140-15833" fmla="*/ 318654 w 10479637"/>
                  <a:gd name="connsiteY140-15834" fmla="*/ 6291732 h 10448096"/>
                  <a:gd name="connsiteX141-15835" fmla="*/ 96982 w 10479637"/>
                  <a:gd name="connsiteY141-15836" fmla="*/ 6444132 h 10448096"/>
                  <a:gd name="connsiteX142-15837" fmla="*/ 0 w 10479637"/>
                  <a:gd name="connsiteY142-15838" fmla="*/ 6347150 h 10448096"/>
                  <a:gd name="connsiteX143-15839" fmla="*/ 83127 w 10479637"/>
                  <a:gd name="connsiteY143-15840" fmla="*/ 6291732 h 10448096"/>
                  <a:gd name="connsiteX0-15841" fmla="*/ 83127 w 10479637"/>
                  <a:gd name="connsiteY0-15842" fmla="*/ 6291732 h 10448096"/>
                  <a:gd name="connsiteX1-15843" fmla="*/ 96982 w 10479637"/>
                  <a:gd name="connsiteY1-15844" fmla="*/ 5848386 h 10448096"/>
                  <a:gd name="connsiteX2-15845" fmla="*/ 401782 w 10479637"/>
                  <a:gd name="connsiteY2-15846" fmla="*/ 5585150 h 10448096"/>
                  <a:gd name="connsiteX3-15847" fmla="*/ 651163 w 10479637"/>
                  <a:gd name="connsiteY3-15848" fmla="*/ 5723696 h 10448096"/>
                  <a:gd name="connsiteX4-15849" fmla="*/ 858982 w 10479637"/>
                  <a:gd name="connsiteY4-15850" fmla="*/ 5557441 h 10448096"/>
                  <a:gd name="connsiteX5-15851" fmla="*/ 997527 w 10479637"/>
                  <a:gd name="connsiteY5-15852" fmla="*/ 5405041 h 10448096"/>
                  <a:gd name="connsiteX6-15853" fmla="*/ 1080654 w 10479637"/>
                  <a:gd name="connsiteY6-15854" fmla="*/ 5488168 h 10448096"/>
                  <a:gd name="connsiteX7-15855" fmla="*/ 1269312 w 10479637"/>
                  <a:gd name="connsiteY7-15856" fmla="*/ 5732834 h 10448096"/>
                  <a:gd name="connsiteX8-15857" fmla="*/ 1523116 w 10479637"/>
                  <a:gd name="connsiteY8-15858" fmla="*/ 5534154 h 10448096"/>
                  <a:gd name="connsiteX9-15859" fmla="*/ 1731818 w 10479637"/>
                  <a:gd name="connsiteY9-15860" fmla="*/ 5349623 h 10448096"/>
                  <a:gd name="connsiteX10-15861" fmla="*/ 2022763 w 10479637"/>
                  <a:gd name="connsiteY10-15862" fmla="*/ 5114096 h 10448096"/>
                  <a:gd name="connsiteX11-15863" fmla="*/ 2119745 w 10479637"/>
                  <a:gd name="connsiteY11-15864" fmla="*/ 4684605 h 10448096"/>
                  <a:gd name="connsiteX12-15865" fmla="*/ 2172511 w 10479637"/>
                  <a:gd name="connsiteY12-15866" fmla="*/ 4217972 h 10448096"/>
                  <a:gd name="connsiteX13-15867" fmla="*/ 2355272 w 10479637"/>
                  <a:gd name="connsiteY13-15868" fmla="*/ 3908750 h 10448096"/>
                  <a:gd name="connsiteX14-15869" fmla="*/ 2715491 w 10479637"/>
                  <a:gd name="connsiteY14-15870" fmla="*/ 3506968 h 10448096"/>
                  <a:gd name="connsiteX15-15871" fmla="*/ 2978727 w 10479637"/>
                  <a:gd name="connsiteY15-15872" fmla="*/ 3313005 h 10448096"/>
                  <a:gd name="connsiteX16-15873" fmla="*/ 3006436 w 10479637"/>
                  <a:gd name="connsiteY16-15874" fmla="*/ 2869659 h 10448096"/>
                  <a:gd name="connsiteX17-15875" fmla="*/ 3075709 w 10479637"/>
                  <a:gd name="connsiteY17-15876" fmla="*/ 2578714 h 10448096"/>
                  <a:gd name="connsiteX18-15877" fmla="*/ 3075709 w 10479637"/>
                  <a:gd name="connsiteY18-15878" fmla="*/ 2370896 h 10448096"/>
                  <a:gd name="connsiteX19-15879" fmla="*/ 3214254 w 10479637"/>
                  <a:gd name="connsiteY19-15880" fmla="*/ 2038386 h 10448096"/>
                  <a:gd name="connsiteX20-15881" fmla="*/ 3214254 w 10479637"/>
                  <a:gd name="connsiteY20-15882" fmla="*/ 1747441 h 10448096"/>
                  <a:gd name="connsiteX21-15883" fmla="*/ 3513454 w 10479637"/>
                  <a:gd name="connsiteY21-15884" fmla="*/ 1179405 h 10448096"/>
                  <a:gd name="connsiteX22-15885" fmla="*/ 3463636 w 10479637"/>
                  <a:gd name="connsiteY22-15886" fmla="*/ 805332 h 10448096"/>
                  <a:gd name="connsiteX23-15887" fmla="*/ 3491345 w 10479637"/>
                  <a:gd name="connsiteY23-15888" fmla="*/ 597514 h 10448096"/>
                  <a:gd name="connsiteX24-15889" fmla="*/ 3823854 w 10479637"/>
                  <a:gd name="connsiteY24-15890" fmla="*/ 237296 h 10448096"/>
                  <a:gd name="connsiteX25-15891" fmla="*/ 4017818 w 10479637"/>
                  <a:gd name="connsiteY25-15892" fmla="*/ 112605 h 10448096"/>
                  <a:gd name="connsiteX26-15893" fmla="*/ 4433454 w 10479637"/>
                  <a:gd name="connsiteY26-15894" fmla="*/ 348132 h 10448096"/>
                  <a:gd name="connsiteX27-15895" fmla="*/ 4599709 w 10479637"/>
                  <a:gd name="connsiteY27-15896" fmla="*/ 542096 h 10448096"/>
                  <a:gd name="connsiteX28-15897" fmla="*/ 5070763 w 10479637"/>
                  <a:gd name="connsiteY28-15898" fmla="*/ 597514 h 10448096"/>
                  <a:gd name="connsiteX29-15899" fmla="*/ 5391187 w 10479637"/>
                  <a:gd name="connsiteY29-15900" fmla="*/ 656763 h 10448096"/>
                  <a:gd name="connsiteX30-15901" fmla="*/ 5647937 w 10479637"/>
                  <a:gd name="connsiteY30-15902" fmla="*/ 673271 h 10448096"/>
                  <a:gd name="connsiteX31-15903" fmla="*/ 5860472 w 10479637"/>
                  <a:gd name="connsiteY31-15904" fmla="*/ 334277 h 10448096"/>
                  <a:gd name="connsiteX32-15905" fmla="*/ 6123709 w 10479637"/>
                  <a:gd name="connsiteY32-15906" fmla="*/ 375841 h 10448096"/>
                  <a:gd name="connsiteX33-15907" fmla="*/ 6594763 w 10479637"/>
                  <a:gd name="connsiteY33-15908" fmla="*/ 237296 h 10448096"/>
                  <a:gd name="connsiteX34-15909" fmla="*/ 6761018 w 10479637"/>
                  <a:gd name="connsiteY34-15910" fmla="*/ 181877 h 10448096"/>
                  <a:gd name="connsiteX35-15911" fmla="*/ 7038109 w 10479637"/>
                  <a:gd name="connsiteY35-15912" fmla="*/ 251150 h 10448096"/>
                  <a:gd name="connsiteX36-15913" fmla="*/ 7232072 w 10479637"/>
                  <a:gd name="connsiteY36-15914" fmla="*/ 71041 h 10448096"/>
                  <a:gd name="connsiteX37-15915" fmla="*/ 7363248 w 10479637"/>
                  <a:gd name="connsiteY37-15916" fmla="*/ 0 h 10448096"/>
                  <a:gd name="connsiteX38-15917" fmla="*/ 7606145 w 10479637"/>
                  <a:gd name="connsiteY38-15918" fmla="*/ 57186 h 10448096"/>
                  <a:gd name="connsiteX39-15919" fmla="*/ 7910945 w 10479637"/>
                  <a:gd name="connsiteY39-15920" fmla="*/ 181877 h 10448096"/>
                  <a:gd name="connsiteX40-15921" fmla="*/ 8312727 w 10479637"/>
                  <a:gd name="connsiteY40-15922" fmla="*/ 112605 h 10448096"/>
                  <a:gd name="connsiteX41-15923" fmla="*/ 8647005 w 10479637"/>
                  <a:gd name="connsiteY41-15924" fmla="*/ 449831 h 10448096"/>
                  <a:gd name="connsiteX42-15925" fmla="*/ 8908472 w 10479637"/>
                  <a:gd name="connsiteY42-15926" fmla="*/ 597514 h 10448096"/>
                  <a:gd name="connsiteX43-15927" fmla="*/ 9088582 w 10479637"/>
                  <a:gd name="connsiteY43-15928" fmla="*/ 500532 h 10448096"/>
                  <a:gd name="connsiteX44-15929" fmla="*/ 9351818 w 10479637"/>
                  <a:gd name="connsiteY44-15930" fmla="*/ 445114 h 10448096"/>
                  <a:gd name="connsiteX45-15931" fmla="*/ 9518072 w 10479637"/>
                  <a:gd name="connsiteY45-15932" fmla="*/ 420943 h 10448096"/>
                  <a:gd name="connsiteX46-15933" fmla="*/ 9646301 w 10479637"/>
                  <a:gd name="connsiteY46-15934" fmla="*/ 422711 h 10448096"/>
                  <a:gd name="connsiteX47-15935" fmla="*/ 10002982 w 10479637"/>
                  <a:gd name="connsiteY47-15936" fmla="*/ 846896 h 10448096"/>
                  <a:gd name="connsiteX48-15937" fmla="*/ 10238509 w 10479637"/>
                  <a:gd name="connsiteY48-15938" fmla="*/ 1040859 h 10448096"/>
                  <a:gd name="connsiteX49-15939" fmla="*/ 10224654 w 10479637"/>
                  <a:gd name="connsiteY49-15940" fmla="*/ 1304096 h 10448096"/>
                  <a:gd name="connsiteX50-15941" fmla="*/ 10238509 w 10479637"/>
                  <a:gd name="connsiteY50-15942" fmla="*/ 1498059 h 10448096"/>
                  <a:gd name="connsiteX51-15943" fmla="*/ 10280072 w 10479637"/>
                  <a:gd name="connsiteY51-15944" fmla="*/ 1622750 h 10448096"/>
                  <a:gd name="connsiteX52-15945" fmla="*/ 10479637 w 10479637"/>
                  <a:gd name="connsiteY52-15946" fmla="*/ 1773970 h 10448096"/>
                  <a:gd name="connsiteX53-15947" fmla="*/ 10099963 w 10479637"/>
                  <a:gd name="connsiteY53-15948" fmla="*/ 2315477 h 10448096"/>
                  <a:gd name="connsiteX54-15949" fmla="*/ 9781309 w 10479637"/>
                  <a:gd name="connsiteY54-15950" fmla="*/ 2551005 h 10448096"/>
                  <a:gd name="connsiteX55-15951" fmla="*/ 9601200 w 10479637"/>
                  <a:gd name="connsiteY55-15952" fmla="*/ 3479259 h 10448096"/>
                  <a:gd name="connsiteX56-15953" fmla="*/ 9601200 w 10479637"/>
                  <a:gd name="connsiteY56-15954" fmla="*/ 3770205 h 10448096"/>
                  <a:gd name="connsiteX57-15955" fmla="*/ 9365672 w 10479637"/>
                  <a:gd name="connsiteY57-15956" fmla="*/ 3964168 h 10448096"/>
                  <a:gd name="connsiteX58-15957" fmla="*/ 9310254 w 10479637"/>
                  <a:gd name="connsiteY58-15958" fmla="*/ 4130423 h 10448096"/>
                  <a:gd name="connsiteX59-15959" fmla="*/ 9199418 w 10479637"/>
                  <a:gd name="connsiteY59-15960" fmla="*/ 4338241 h 10448096"/>
                  <a:gd name="connsiteX60-15961" fmla="*/ 9268691 w 10479637"/>
                  <a:gd name="connsiteY60-15962" fmla="*/ 4504496 h 10448096"/>
                  <a:gd name="connsiteX61-15963" fmla="*/ 9337963 w 10479637"/>
                  <a:gd name="connsiteY61-15964" fmla="*/ 4712314 h 10448096"/>
                  <a:gd name="connsiteX62-15965" fmla="*/ 9382180 w 10479637"/>
                  <a:gd name="connsiteY62-15966" fmla="*/ 4968181 h 10448096"/>
                  <a:gd name="connsiteX63-15967" fmla="*/ 9434945 w 10479637"/>
                  <a:gd name="connsiteY63-15968" fmla="*/ 5266496 h 10448096"/>
                  <a:gd name="connsiteX64-15969" fmla="*/ 9462654 w 10479637"/>
                  <a:gd name="connsiteY64-15970" fmla="*/ 5668277 h 10448096"/>
                  <a:gd name="connsiteX65-15971" fmla="*/ 9587345 w 10479637"/>
                  <a:gd name="connsiteY65-15972" fmla="*/ 6028496 h 10448096"/>
                  <a:gd name="connsiteX66-15973" fmla="*/ 9545782 w 10479637"/>
                  <a:gd name="connsiteY66-15974" fmla="*/ 6430277 h 10448096"/>
                  <a:gd name="connsiteX67-15975" fmla="*/ 9933709 w 10479637"/>
                  <a:gd name="connsiteY67-15976" fmla="*/ 6915186 h 10448096"/>
                  <a:gd name="connsiteX68-15977" fmla="*/ 10113818 w 10479637"/>
                  <a:gd name="connsiteY68-15978" fmla="*/ 7261550 h 10448096"/>
                  <a:gd name="connsiteX69-15979" fmla="*/ 10232908 w 10479637"/>
                  <a:gd name="connsiteY69-15980" fmla="*/ 7568119 h 10448096"/>
                  <a:gd name="connsiteX70-15981" fmla="*/ 9670472 w 10479637"/>
                  <a:gd name="connsiteY70-15982" fmla="*/ 7594059 h 10448096"/>
                  <a:gd name="connsiteX71-15983" fmla="*/ 9337963 w 10479637"/>
                  <a:gd name="connsiteY71-15984" fmla="*/ 7704896 h 10448096"/>
                  <a:gd name="connsiteX72-15985" fmla="*/ 9102436 w 10479637"/>
                  <a:gd name="connsiteY72-15986" fmla="*/ 7843441 h 10448096"/>
                  <a:gd name="connsiteX73-15987" fmla="*/ 9019309 w 10479637"/>
                  <a:gd name="connsiteY73-15988" fmla="*/ 8051259 h 10448096"/>
                  <a:gd name="connsiteX74-15989" fmla="*/ 8956730 w 10479637"/>
                  <a:gd name="connsiteY74-15990" fmla="*/ 8148241 h 10448096"/>
                  <a:gd name="connsiteX75-15991" fmla="*/ 9027559 w 10479637"/>
                  <a:gd name="connsiteY75-15992" fmla="*/ 8577732 h 10448096"/>
                  <a:gd name="connsiteX76-15993" fmla="*/ 9030673 w 10479637"/>
                  <a:gd name="connsiteY76-15994" fmla="*/ 8811236 h 10448096"/>
                  <a:gd name="connsiteX77-15995" fmla="*/ 8991600 w 10479637"/>
                  <a:gd name="connsiteY77-15996" fmla="*/ 9021077 h 10448096"/>
                  <a:gd name="connsiteX78-15997" fmla="*/ 8894618 w 10479637"/>
                  <a:gd name="connsiteY78-15998" fmla="*/ 9325877 h 10448096"/>
                  <a:gd name="connsiteX79-15999" fmla="*/ 8922327 w 10479637"/>
                  <a:gd name="connsiteY79-16000" fmla="*/ 9589114 h 10448096"/>
                  <a:gd name="connsiteX80-16001" fmla="*/ 9144000 w 10479637"/>
                  <a:gd name="connsiteY80-16002" fmla="*/ 9755368 h 10448096"/>
                  <a:gd name="connsiteX81-16003" fmla="*/ 9353374 w 10479637"/>
                  <a:gd name="connsiteY81-16004" fmla="*/ 9906212 h 10448096"/>
                  <a:gd name="connsiteX82-16005" fmla="*/ 9529903 w 10479637"/>
                  <a:gd name="connsiteY82-16006" fmla="*/ 9958205 h 10448096"/>
                  <a:gd name="connsiteX83-16007" fmla="*/ 9625328 w 10479637"/>
                  <a:gd name="connsiteY83-16008" fmla="*/ 9844256 h 10448096"/>
                  <a:gd name="connsiteX84-16009" fmla="*/ 9667359 w 10479637"/>
                  <a:gd name="connsiteY84-16010" fmla="*/ 9856554 h 10448096"/>
                  <a:gd name="connsiteX85-16011" fmla="*/ 9668916 w 10479637"/>
                  <a:gd name="connsiteY85-16012" fmla="*/ 10309550 h 10448096"/>
                  <a:gd name="connsiteX86-16013" fmla="*/ 9495500 w 10479637"/>
                  <a:gd name="connsiteY86-16014" fmla="*/ 10359209 h 10448096"/>
                  <a:gd name="connsiteX87-16015" fmla="*/ 9310254 w 10479637"/>
                  <a:gd name="connsiteY87-16016" fmla="*/ 10448096 h 10448096"/>
                  <a:gd name="connsiteX88-16017" fmla="*/ 9227127 w 10479637"/>
                  <a:gd name="connsiteY88-16018" fmla="*/ 10295696 h 10448096"/>
                  <a:gd name="connsiteX89-16019" fmla="*/ 9033163 w 10479637"/>
                  <a:gd name="connsiteY89-16020" fmla="*/ 10046314 h 10448096"/>
                  <a:gd name="connsiteX90-16021" fmla="*/ 8825345 w 10479637"/>
                  <a:gd name="connsiteY90-16022" fmla="*/ 9866205 h 10448096"/>
                  <a:gd name="connsiteX91-16023" fmla="*/ 8534400 w 10479637"/>
                  <a:gd name="connsiteY91-16024" fmla="*/ 9755368 h 10448096"/>
                  <a:gd name="connsiteX92-16025" fmla="*/ 8423563 w 10479637"/>
                  <a:gd name="connsiteY92-16026" fmla="*/ 9699950 h 10448096"/>
                  <a:gd name="connsiteX93-16027" fmla="*/ 8285018 w 10479637"/>
                  <a:gd name="connsiteY93-16028" fmla="*/ 9533696 h 10448096"/>
                  <a:gd name="connsiteX94-16029" fmla="*/ 8257309 w 10479637"/>
                  <a:gd name="connsiteY94-16030" fmla="*/ 9395150 h 10448096"/>
                  <a:gd name="connsiteX95-16031" fmla="*/ 8146472 w 10479637"/>
                  <a:gd name="connsiteY95-16032" fmla="*/ 9409005 h 10448096"/>
                  <a:gd name="connsiteX96-16033" fmla="*/ 8091054 w 10479637"/>
                  <a:gd name="connsiteY96-16034" fmla="*/ 9630677 h 10448096"/>
                  <a:gd name="connsiteX97-16035" fmla="*/ 7806336 w 10479637"/>
                  <a:gd name="connsiteY97-16036" fmla="*/ 9636437 h 10448096"/>
                  <a:gd name="connsiteX98-16037" fmla="*/ 7567694 w 10479637"/>
                  <a:gd name="connsiteY98-16038" fmla="*/ 9573236 h 10448096"/>
                  <a:gd name="connsiteX99-16039" fmla="*/ 7466043 w 10479637"/>
                  <a:gd name="connsiteY99-16040" fmla="*/ 9524511 h 10448096"/>
                  <a:gd name="connsiteX100-16041" fmla="*/ 7439891 w 10479637"/>
                  <a:gd name="connsiteY100-16042" fmla="*/ 9215041 h 10448096"/>
                  <a:gd name="connsiteX101-16043" fmla="*/ 7397859 w 10479637"/>
                  <a:gd name="connsiteY101-16044" fmla="*/ 9409005 h 10448096"/>
                  <a:gd name="connsiteX102-16045" fmla="*/ 7287491 w 10479637"/>
                  <a:gd name="connsiteY102-16046" fmla="*/ 9503028 h 10448096"/>
                  <a:gd name="connsiteX103-16047" fmla="*/ 7221797 w 10479637"/>
                  <a:gd name="connsiteY103-16048" fmla="*/ 9175034 h 10448096"/>
                  <a:gd name="connsiteX104-16049" fmla="*/ 6954982 w 10479637"/>
                  <a:gd name="connsiteY104-16050" fmla="*/ 9242750 h 10448096"/>
                  <a:gd name="connsiteX105-16051" fmla="*/ 6710737 w 10479637"/>
                  <a:gd name="connsiteY105-16052" fmla="*/ 9315137 h 10448096"/>
                  <a:gd name="connsiteX106-16053" fmla="*/ 6674777 w 10479637"/>
                  <a:gd name="connsiteY106-16054" fmla="*/ 9116036 h 10448096"/>
                  <a:gd name="connsiteX107-16055" fmla="*/ 6511636 w 10479637"/>
                  <a:gd name="connsiteY107-16056" fmla="*/ 9007223 h 10448096"/>
                  <a:gd name="connsiteX108-16057" fmla="*/ 6428509 w 10479637"/>
                  <a:gd name="connsiteY108-16058" fmla="*/ 9007223 h 10448096"/>
                  <a:gd name="connsiteX109-16059" fmla="*/ 6325922 w 10479637"/>
                  <a:gd name="connsiteY109-16060" fmla="*/ 9110431 h 10448096"/>
                  <a:gd name="connsiteX110-16061" fmla="*/ 6167763 w 10479637"/>
                  <a:gd name="connsiteY110-16062" fmla="*/ 9031351 h 10448096"/>
                  <a:gd name="connsiteX111-16063" fmla="*/ 6002132 w 10479637"/>
                  <a:gd name="connsiteY111-16064" fmla="*/ 9146858 h 10448096"/>
                  <a:gd name="connsiteX112-16065" fmla="*/ 5749636 w 10479637"/>
                  <a:gd name="connsiteY112-16066" fmla="*/ 9104205 h 10448096"/>
                  <a:gd name="connsiteX113-16067" fmla="*/ 5674760 w 10479637"/>
                  <a:gd name="connsiteY113-16068" fmla="*/ 9135028 h 10448096"/>
                  <a:gd name="connsiteX114-16069" fmla="*/ 5507415 w 10479637"/>
                  <a:gd name="connsiteY114-16070" fmla="*/ 9181261 h 10448096"/>
                  <a:gd name="connsiteX115-16071" fmla="*/ 5505859 w 10479637"/>
                  <a:gd name="connsiteY115-16072" fmla="*/ 8924096 h 10448096"/>
                  <a:gd name="connsiteX116-16073" fmla="*/ 5505857 w 10479637"/>
                  <a:gd name="connsiteY116-16074" fmla="*/ 8688101 h 10448096"/>
                  <a:gd name="connsiteX117-16075" fmla="*/ 5336024 w 10479637"/>
                  <a:gd name="connsiteY117-16076" fmla="*/ 8386416 h 10448096"/>
                  <a:gd name="connsiteX118-16077" fmla="*/ 5230324 w 10479637"/>
                  <a:gd name="connsiteY118-16078" fmla="*/ 8135944 h 10448096"/>
                  <a:gd name="connsiteX119-16079" fmla="*/ 5317031 w 10479637"/>
                  <a:gd name="connsiteY119-16080" fmla="*/ 7663332 h 10448096"/>
                  <a:gd name="connsiteX120-16081" fmla="*/ 5201059 w 10479637"/>
                  <a:gd name="connsiteY120-16082" fmla="*/ 7373476 h 10448096"/>
                  <a:gd name="connsiteX121-16083" fmla="*/ 5250872 w 10479637"/>
                  <a:gd name="connsiteY121-16084" fmla="*/ 7123005 h 10448096"/>
                  <a:gd name="connsiteX122-16085" fmla="*/ 5245735 w 10479637"/>
                  <a:gd name="connsiteY122-16086" fmla="*/ 7071789 h 10448096"/>
                  <a:gd name="connsiteX123-16087" fmla="*/ 4577603 w 10479637"/>
                  <a:gd name="connsiteY123-16088" fmla="*/ 7067120 h 10448096"/>
                  <a:gd name="connsiteX124-16089" fmla="*/ 4528412 w 10479637"/>
                  <a:gd name="connsiteY124-16090" fmla="*/ 6893704 h 10448096"/>
                  <a:gd name="connsiteX125-16091" fmla="*/ 4038834 w 10479637"/>
                  <a:gd name="connsiteY125-16092" fmla="*/ 6869576 h 10448096"/>
                  <a:gd name="connsiteX126-16093" fmla="*/ 3976254 w 10479637"/>
                  <a:gd name="connsiteY126-16094" fmla="*/ 7123005 h 10448096"/>
                  <a:gd name="connsiteX127-16095" fmla="*/ 3932667 w 10479637"/>
                  <a:gd name="connsiteY127-16096" fmla="*/ 7334403 h 10448096"/>
                  <a:gd name="connsiteX128-16097" fmla="*/ 3910095 w 10479637"/>
                  <a:gd name="connsiteY128-16098" fmla="*/ 7456604 h 10448096"/>
                  <a:gd name="connsiteX129-16099" fmla="*/ 3559528 w 10479637"/>
                  <a:gd name="connsiteY129-16100" fmla="*/ 7451000 h 10448096"/>
                  <a:gd name="connsiteX130-16101" fmla="*/ 3311236 w 10479637"/>
                  <a:gd name="connsiteY130-16102" fmla="*/ 7455514 h 10448096"/>
                  <a:gd name="connsiteX131-16103" fmla="*/ 2895600 w 10479637"/>
                  <a:gd name="connsiteY131-16104" fmla="*/ 7441659 h 10448096"/>
                  <a:gd name="connsiteX132-16105" fmla="*/ 2784763 w 10479637"/>
                  <a:gd name="connsiteY132-16106" fmla="*/ 7192277 h 10448096"/>
                  <a:gd name="connsiteX133-16107" fmla="*/ 2604654 w 10479637"/>
                  <a:gd name="connsiteY133-16108" fmla="*/ 6915186 h 10448096"/>
                  <a:gd name="connsiteX134-16109" fmla="*/ 2410691 w 10479637"/>
                  <a:gd name="connsiteY134-16110" fmla="*/ 6416423 h 10448096"/>
                  <a:gd name="connsiteX135-16111" fmla="*/ 2327563 w 10479637"/>
                  <a:gd name="connsiteY135-16112" fmla="*/ 6277877 h 10448096"/>
                  <a:gd name="connsiteX136-16113" fmla="*/ 1662545 w 10479637"/>
                  <a:gd name="connsiteY136-16114" fmla="*/ 6250168 h 10448096"/>
                  <a:gd name="connsiteX137-16115" fmla="*/ 1233054 w 10479637"/>
                  <a:gd name="connsiteY137-16116" fmla="*/ 6250168 h 10448096"/>
                  <a:gd name="connsiteX138-16117" fmla="*/ 1136072 w 10479637"/>
                  <a:gd name="connsiteY138-16118" fmla="*/ 6305586 h 10448096"/>
                  <a:gd name="connsiteX139-16119" fmla="*/ 706582 w 10479637"/>
                  <a:gd name="connsiteY139-16120" fmla="*/ 6264023 h 10448096"/>
                  <a:gd name="connsiteX140-16121" fmla="*/ 318654 w 10479637"/>
                  <a:gd name="connsiteY140-16122" fmla="*/ 6291732 h 10448096"/>
                  <a:gd name="connsiteX141-16123" fmla="*/ 96982 w 10479637"/>
                  <a:gd name="connsiteY141-16124" fmla="*/ 6444132 h 10448096"/>
                  <a:gd name="connsiteX142-16125" fmla="*/ 0 w 10479637"/>
                  <a:gd name="connsiteY142-16126" fmla="*/ 6347150 h 10448096"/>
                  <a:gd name="connsiteX143-16127" fmla="*/ 83127 w 10479637"/>
                  <a:gd name="connsiteY143-16128" fmla="*/ 6291732 h 10448096"/>
                  <a:gd name="connsiteX0-16129" fmla="*/ 83127 w 10479637"/>
                  <a:gd name="connsiteY0-16130" fmla="*/ 6291732 h 10448096"/>
                  <a:gd name="connsiteX1-16131" fmla="*/ 96982 w 10479637"/>
                  <a:gd name="connsiteY1-16132" fmla="*/ 5848386 h 10448096"/>
                  <a:gd name="connsiteX2-16133" fmla="*/ 401782 w 10479637"/>
                  <a:gd name="connsiteY2-16134" fmla="*/ 5585150 h 10448096"/>
                  <a:gd name="connsiteX3-16135" fmla="*/ 651163 w 10479637"/>
                  <a:gd name="connsiteY3-16136" fmla="*/ 5723696 h 10448096"/>
                  <a:gd name="connsiteX4-16137" fmla="*/ 858982 w 10479637"/>
                  <a:gd name="connsiteY4-16138" fmla="*/ 5557441 h 10448096"/>
                  <a:gd name="connsiteX5-16139" fmla="*/ 997527 w 10479637"/>
                  <a:gd name="connsiteY5-16140" fmla="*/ 5405041 h 10448096"/>
                  <a:gd name="connsiteX6-16141" fmla="*/ 1080654 w 10479637"/>
                  <a:gd name="connsiteY6-16142" fmla="*/ 5488168 h 10448096"/>
                  <a:gd name="connsiteX7-16143" fmla="*/ 1269312 w 10479637"/>
                  <a:gd name="connsiteY7-16144" fmla="*/ 5732834 h 10448096"/>
                  <a:gd name="connsiteX8-16145" fmla="*/ 1523116 w 10479637"/>
                  <a:gd name="connsiteY8-16146" fmla="*/ 5534154 h 10448096"/>
                  <a:gd name="connsiteX9-16147" fmla="*/ 1731818 w 10479637"/>
                  <a:gd name="connsiteY9-16148" fmla="*/ 5349623 h 10448096"/>
                  <a:gd name="connsiteX10-16149" fmla="*/ 2022763 w 10479637"/>
                  <a:gd name="connsiteY10-16150" fmla="*/ 5114096 h 10448096"/>
                  <a:gd name="connsiteX11-16151" fmla="*/ 2119745 w 10479637"/>
                  <a:gd name="connsiteY11-16152" fmla="*/ 4684605 h 10448096"/>
                  <a:gd name="connsiteX12-16153" fmla="*/ 2172511 w 10479637"/>
                  <a:gd name="connsiteY12-16154" fmla="*/ 4217972 h 10448096"/>
                  <a:gd name="connsiteX13-16155" fmla="*/ 2355272 w 10479637"/>
                  <a:gd name="connsiteY13-16156" fmla="*/ 3908750 h 10448096"/>
                  <a:gd name="connsiteX14-16157" fmla="*/ 2715491 w 10479637"/>
                  <a:gd name="connsiteY14-16158" fmla="*/ 3506968 h 10448096"/>
                  <a:gd name="connsiteX15-16159" fmla="*/ 2978727 w 10479637"/>
                  <a:gd name="connsiteY15-16160" fmla="*/ 3313005 h 10448096"/>
                  <a:gd name="connsiteX16-16161" fmla="*/ 3006436 w 10479637"/>
                  <a:gd name="connsiteY16-16162" fmla="*/ 2869659 h 10448096"/>
                  <a:gd name="connsiteX17-16163" fmla="*/ 3075709 w 10479637"/>
                  <a:gd name="connsiteY17-16164" fmla="*/ 2578714 h 10448096"/>
                  <a:gd name="connsiteX18-16165" fmla="*/ 3075709 w 10479637"/>
                  <a:gd name="connsiteY18-16166" fmla="*/ 2370896 h 10448096"/>
                  <a:gd name="connsiteX19-16167" fmla="*/ 3214254 w 10479637"/>
                  <a:gd name="connsiteY19-16168" fmla="*/ 2038386 h 10448096"/>
                  <a:gd name="connsiteX20-16169" fmla="*/ 3214254 w 10479637"/>
                  <a:gd name="connsiteY20-16170" fmla="*/ 1747441 h 10448096"/>
                  <a:gd name="connsiteX21-16171" fmla="*/ 3513454 w 10479637"/>
                  <a:gd name="connsiteY21-16172" fmla="*/ 1179405 h 10448096"/>
                  <a:gd name="connsiteX22-16173" fmla="*/ 3463636 w 10479637"/>
                  <a:gd name="connsiteY22-16174" fmla="*/ 805332 h 10448096"/>
                  <a:gd name="connsiteX23-16175" fmla="*/ 3491345 w 10479637"/>
                  <a:gd name="connsiteY23-16176" fmla="*/ 597514 h 10448096"/>
                  <a:gd name="connsiteX24-16177" fmla="*/ 3823854 w 10479637"/>
                  <a:gd name="connsiteY24-16178" fmla="*/ 237296 h 10448096"/>
                  <a:gd name="connsiteX25-16179" fmla="*/ 4017818 w 10479637"/>
                  <a:gd name="connsiteY25-16180" fmla="*/ 112605 h 10448096"/>
                  <a:gd name="connsiteX26-16181" fmla="*/ 4433454 w 10479637"/>
                  <a:gd name="connsiteY26-16182" fmla="*/ 348132 h 10448096"/>
                  <a:gd name="connsiteX27-16183" fmla="*/ 4599709 w 10479637"/>
                  <a:gd name="connsiteY27-16184" fmla="*/ 542096 h 10448096"/>
                  <a:gd name="connsiteX28-16185" fmla="*/ 5070763 w 10479637"/>
                  <a:gd name="connsiteY28-16186" fmla="*/ 597514 h 10448096"/>
                  <a:gd name="connsiteX29-16187" fmla="*/ 5391187 w 10479637"/>
                  <a:gd name="connsiteY29-16188" fmla="*/ 656763 h 10448096"/>
                  <a:gd name="connsiteX30-16189" fmla="*/ 5647937 w 10479637"/>
                  <a:gd name="connsiteY30-16190" fmla="*/ 673271 h 10448096"/>
                  <a:gd name="connsiteX31-16191" fmla="*/ 5860472 w 10479637"/>
                  <a:gd name="connsiteY31-16192" fmla="*/ 334277 h 10448096"/>
                  <a:gd name="connsiteX32-16193" fmla="*/ 6123709 w 10479637"/>
                  <a:gd name="connsiteY32-16194" fmla="*/ 375841 h 10448096"/>
                  <a:gd name="connsiteX33-16195" fmla="*/ 6594763 w 10479637"/>
                  <a:gd name="connsiteY33-16196" fmla="*/ 237296 h 10448096"/>
                  <a:gd name="connsiteX34-16197" fmla="*/ 6761018 w 10479637"/>
                  <a:gd name="connsiteY34-16198" fmla="*/ 181877 h 10448096"/>
                  <a:gd name="connsiteX35-16199" fmla="*/ 7038109 w 10479637"/>
                  <a:gd name="connsiteY35-16200" fmla="*/ 251150 h 10448096"/>
                  <a:gd name="connsiteX36-16201" fmla="*/ 7232072 w 10479637"/>
                  <a:gd name="connsiteY36-16202" fmla="*/ 71041 h 10448096"/>
                  <a:gd name="connsiteX37-16203" fmla="*/ 7363248 w 10479637"/>
                  <a:gd name="connsiteY37-16204" fmla="*/ 0 h 10448096"/>
                  <a:gd name="connsiteX38-16205" fmla="*/ 7606145 w 10479637"/>
                  <a:gd name="connsiteY38-16206" fmla="*/ 57186 h 10448096"/>
                  <a:gd name="connsiteX39-16207" fmla="*/ 7910945 w 10479637"/>
                  <a:gd name="connsiteY39-16208" fmla="*/ 181877 h 10448096"/>
                  <a:gd name="connsiteX40-16209" fmla="*/ 8312727 w 10479637"/>
                  <a:gd name="connsiteY40-16210" fmla="*/ 112605 h 10448096"/>
                  <a:gd name="connsiteX41-16211" fmla="*/ 8647005 w 10479637"/>
                  <a:gd name="connsiteY41-16212" fmla="*/ 449831 h 10448096"/>
                  <a:gd name="connsiteX42-16213" fmla="*/ 8908472 w 10479637"/>
                  <a:gd name="connsiteY42-16214" fmla="*/ 597514 h 10448096"/>
                  <a:gd name="connsiteX43-16215" fmla="*/ 9088582 w 10479637"/>
                  <a:gd name="connsiteY43-16216" fmla="*/ 500532 h 10448096"/>
                  <a:gd name="connsiteX44-16217" fmla="*/ 9351818 w 10479637"/>
                  <a:gd name="connsiteY44-16218" fmla="*/ 445114 h 10448096"/>
                  <a:gd name="connsiteX45-16219" fmla="*/ 9518072 w 10479637"/>
                  <a:gd name="connsiteY45-16220" fmla="*/ 420943 h 10448096"/>
                  <a:gd name="connsiteX46-16221" fmla="*/ 9646301 w 10479637"/>
                  <a:gd name="connsiteY46-16222" fmla="*/ 422711 h 10448096"/>
                  <a:gd name="connsiteX47-16223" fmla="*/ 10002982 w 10479637"/>
                  <a:gd name="connsiteY47-16224" fmla="*/ 846896 h 10448096"/>
                  <a:gd name="connsiteX48-16225" fmla="*/ 10238509 w 10479637"/>
                  <a:gd name="connsiteY48-16226" fmla="*/ 1040859 h 10448096"/>
                  <a:gd name="connsiteX49-16227" fmla="*/ 10224654 w 10479637"/>
                  <a:gd name="connsiteY49-16228" fmla="*/ 1304096 h 10448096"/>
                  <a:gd name="connsiteX50-16229" fmla="*/ 10238509 w 10479637"/>
                  <a:gd name="connsiteY50-16230" fmla="*/ 1498059 h 10448096"/>
                  <a:gd name="connsiteX51-16231" fmla="*/ 10280072 w 10479637"/>
                  <a:gd name="connsiteY51-16232" fmla="*/ 1622750 h 10448096"/>
                  <a:gd name="connsiteX52-16233" fmla="*/ 10479637 w 10479637"/>
                  <a:gd name="connsiteY52-16234" fmla="*/ 1773970 h 10448096"/>
                  <a:gd name="connsiteX53-16235" fmla="*/ 10099963 w 10479637"/>
                  <a:gd name="connsiteY53-16236" fmla="*/ 2315477 h 10448096"/>
                  <a:gd name="connsiteX54-16237" fmla="*/ 9781309 w 10479637"/>
                  <a:gd name="connsiteY54-16238" fmla="*/ 2551005 h 10448096"/>
                  <a:gd name="connsiteX55-16239" fmla="*/ 9601200 w 10479637"/>
                  <a:gd name="connsiteY55-16240" fmla="*/ 3479259 h 10448096"/>
                  <a:gd name="connsiteX56-16241" fmla="*/ 9601200 w 10479637"/>
                  <a:gd name="connsiteY56-16242" fmla="*/ 3770205 h 10448096"/>
                  <a:gd name="connsiteX57-16243" fmla="*/ 9365672 w 10479637"/>
                  <a:gd name="connsiteY57-16244" fmla="*/ 3964168 h 10448096"/>
                  <a:gd name="connsiteX58-16245" fmla="*/ 9310254 w 10479637"/>
                  <a:gd name="connsiteY58-16246" fmla="*/ 4130423 h 10448096"/>
                  <a:gd name="connsiteX59-16247" fmla="*/ 9199418 w 10479637"/>
                  <a:gd name="connsiteY59-16248" fmla="*/ 4338241 h 10448096"/>
                  <a:gd name="connsiteX60-16249" fmla="*/ 9268691 w 10479637"/>
                  <a:gd name="connsiteY60-16250" fmla="*/ 4504496 h 10448096"/>
                  <a:gd name="connsiteX61-16251" fmla="*/ 9337963 w 10479637"/>
                  <a:gd name="connsiteY61-16252" fmla="*/ 4712314 h 10448096"/>
                  <a:gd name="connsiteX62-16253" fmla="*/ 9382180 w 10479637"/>
                  <a:gd name="connsiteY62-16254" fmla="*/ 4968181 h 10448096"/>
                  <a:gd name="connsiteX63-16255" fmla="*/ 9434945 w 10479637"/>
                  <a:gd name="connsiteY63-16256" fmla="*/ 5266496 h 10448096"/>
                  <a:gd name="connsiteX64-16257" fmla="*/ 9462654 w 10479637"/>
                  <a:gd name="connsiteY64-16258" fmla="*/ 5668277 h 10448096"/>
                  <a:gd name="connsiteX65-16259" fmla="*/ 9587345 w 10479637"/>
                  <a:gd name="connsiteY65-16260" fmla="*/ 6028496 h 10448096"/>
                  <a:gd name="connsiteX66-16261" fmla="*/ 9545782 w 10479637"/>
                  <a:gd name="connsiteY66-16262" fmla="*/ 6430277 h 10448096"/>
                  <a:gd name="connsiteX67-16263" fmla="*/ 9933709 w 10479637"/>
                  <a:gd name="connsiteY67-16264" fmla="*/ 6915186 h 10448096"/>
                  <a:gd name="connsiteX68-16265" fmla="*/ 10094363 w 10479637"/>
                  <a:gd name="connsiteY68-16266" fmla="*/ 7274520 h 10448096"/>
                  <a:gd name="connsiteX69-16267" fmla="*/ 10232908 w 10479637"/>
                  <a:gd name="connsiteY69-16268" fmla="*/ 7568119 h 10448096"/>
                  <a:gd name="connsiteX70-16269" fmla="*/ 9670472 w 10479637"/>
                  <a:gd name="connsiteY70-16270" fmla="*/ 7594059 h 10448096"/>
                  <a:gd name="connsiteX71-16271" fmla="*/ 9337963 w 10479637"/>
                  <a:gd name="connsiteY71-16272" fmla="*/ 7704896 h 10448096"/>
                  <a:gd name="connsiteX72-16273" fmla="*/ 9102436 w 10479637"/>
                  <a:gd name="connsiteY72-16274" fmla="*/ 7843441 h 10448096"/>
                  <a:gd name="connsiteX73-16275" fmla="*/ 9019309 w 10479637"/>
                  <a:gd name="connsiteY73-16276" fmla="*/ 8051259 h 10448096"/>
                  <a:gd name="connsiteX74-16277" fmla="*/ 8956730 w 10479637"/>
                  <a:gd name="connsiteY74-16278" fmla="*/ 8148241 h 10448096"/>
                  <a:gd name="connsiteX75-16279" fmla="*/ 9027559 w 10479637"/>
                  <a:gd name="connsiteY75-16280" fmla="*/ 8577732 h 10448096"/>
                  <a:gd name="connsiteX76-16281" fmla="*/ 9030673 w 10479637"/>
                  <a:gd name="connsiteY76-16282" fmla="*/ 8811236 h 10448096"/>
                  <a:gd name="connsiteX77-16283" fmla="*/ 8991600 w 10479637"/>
                  <a:gd name="connsiteY77-16284" fmla="*/ 9021077 h 10448096"/>
                  <a:gd name="connsiteX78-16285" fmla="*/ 8894618 w 10479637"/>
                  <a:gd name="connsiteY78-16286" fmla="*/ 9325877 h 10448096"/>
                  <a:gd name="connsiteX79-16287" fmla="*/ 8922327 w 10479637"/>
                  <a:gd name="connsiteY79-16288" fmla="*/ 9589114 h 10448096"/>
                  <a:gd name="connsiteX80-16289" fmla="*/ 9144000 w 10479637"/>
                  <a:gd name="connsiteY80-16290" fmla="*/ 9755368 h 10448096"/>
                  <a:gd name="connsiteX81-16291" fmla="*/ 9353374 w 10479637"/>
                  <a:gd name="connsiteY81-16292" fmla="*/ 9906212 h 10448096"/>
                  <a:gd name="connsiteX82-16293" fmla="*/ 9529903 w 10479637"/>
                  <a:gd name="connsiteY82-16294" fmla="*/ 9958205 h 10448096"/>
                  <a:gd name="connsiteX83-16295" fmla="*/ 9625328 w 10479637"/>
                  <a:gd name="connsiteY83-16296" fmla="*/ 9844256 h 10448096"/>
                  <a:gd name="connsiteX84-16297" fmla="*/ 9667359 w 10479637"/>
                  <a:gd name="connsiteY84-16298" fmla="*/ 9856554 h 10448096"/>
                  <a:gd name="connsiteX85-16299" fmla="*/ 9668916 w 10479637"/>
                  <a:gd name="connsiteY85-16300" fmla="*/ 10309550 h 10448096"/>
                  <a:gd name="connsiteX86-16301" fmla="*/ 9495500 w 10479637"/>
                  <a:gd name="connsiteY86-16302" fmla="*/ 10359209 h 10448096"/>
                  <a:gd name="connsiteX87-16303" fmla="*/ 9310254 w 10479637"/>
                  <a:gd name="connsiteY87-16304" fmla="*/ 10448096 h 10448096"/>
                  <a:gd name="connsiteX88-16305" fmla="*/ 9227127 w 10479637"/>
                  <a:gd name="connsiteY88-16306" fmla="*/ 10295696 h 10448096"/>
                  <a:gd name="connsiteX89-16307" fmla="*/ 9033163 w 10479637"/>
                  <a:gd name="connsiteY89-16308" fmla="*/ 10046314 h 10448096"/>
                  <a:gd name="connsiteX90-16309" fmla="*/ 8825345 w 10479637"/>
                  <a:gd name="connsiteY90-16310" fmla="*/ 9866205 h 10448096"/>
                  <a:gd name="connsiteX91-16311" fmla="*/ 8534400 w 10479637"/>
                  <a:gd name="connsiteY91-16312" fmla="*/ 9755368 h 10448096"/>
                  <a:gd name="connsiteX92-16313" fmla="*/ 8423563 w 10479637"/>
                  <a:gd name="connsiteY92-16314" fmla="*/ 9699950 h 10448096"/>
                  <a:gd name="connsiteX93-16315" fmla="*/ 8285018 w 10479637"/>
                  <a:gd name="connsiteY93-16316" fmla="*/ 9533696 h 10448096"/>
                  <a:gd name="connsiteX94-16317" fmla="*/ 8257309 w 10479637"/>
                  <a:gd name="connsiteY94-16318" fmla="*/ 9395150 h 10448096"/>
                  <a:gd name="connsiteX95-16319" fmla="*/ 8146472 w 10479637"/>
                  <a:gd name="connsiteY95-16320" fmla="*/ 9409005 h 10448096"/>
                  <a:gd name="connsiteX96-16321" fmla="*/ 8091054 w 10479637"/>
                  <a:gd name="connsiteY96-16322" fmla="*/ 9630677 h 10448096"/>
                  <a:gd name="connsiteX97-16323" fmla="*/ 7806336 w 10479637"/>
                  <a:gd name="connsiteY97-16324" fmla="*/ 9636437 h 10448096"/>
                  <a:gd name="connsiteX98-16325" fmla="*/ 7567694 w 10479637"/>
                  <a:gd name="connsiteY98-16326" fmla="*/ 9573236 h 10448096"/>
                  <a:gd name="connsiteX99-16327" fmla="*/ 7466043 w 10479637"/>
                  <a:gd name="connsiteY99-16328" fmla="*/ 9524511 h 10448096"/>
                  <a:gd name="connsiteX100-16329" fmla="*/ 7439891 w 10479637"/>
                  <a:gd name="connsiteY100-16330" fmla="*/ 9215041 h 10448096"/>
                  <a:gd name="connsiteX101-16331" fmla="*/ 7397859 w 10479637"/>
                  <a:gd name="connsiteY101-16332" fmla="*/ 9409005 h 10448096"/>
                  <a:gd name="connsiteX102-16333" fmla="*/ 7287491 w 10479637"/>
                  <a:gd name="connsiteY102-16334" fmla="*/ 9503028 h 10448096"/>
                  <a:gd name="connsiteX103-16335" fmla="*/ 7221797 w 10479637"/>
                  <a:gd name="connsiteY103-16336" fmla="*/ 9175034 h 10448096"/>
                  <a:gd name="connsiteX104-16337" fmla="*/ 6954982 w 10479637"/>
                  <a:gd name="connsiteY104-16338" fmla="*/ 9242750 h 10448096"/>
                  <a:gd name="connsiteX105-16339" fmla="*/ 6710737 w 10479637"/>
                  <a:gd name="connsiteY105-16340" fmla="*/ 9315137 h 10448096"/>
                  <a:gd name="connsiteX106-16341" fmla="*/ 6674777 w 10479637"/>
                  <a:gd name="connsiteY106-16342" fmla="*/ 9116036 h 10448096"/>
                  <a:gd name="connsiteX107-16343" fmla="*/ 6511636 w 10479637"/>
                  <a:gd name="connsiteY107-16344" fmla="*/ 9007223 h 10448096"/>
                  <a:gd name="connsiteX108-16345" fmla="*/ 6428509 w 10479637"/>
                  <a:gd name="connsiteY108-16346" fmla="*/ 9007223 h 10448096"/>
                  <a:gd name="connsiteX109-16347" fmla="*/ 6325922 w 10479637"/>
                  <a:gd name="connsiteY109-16348" fmla="*/ 9110431 h 10448096"/>
                  <a:gd name="connsiteX110-16349" fmla="*/ 6167763 w 10479637"/>
                  <a:gd name="connsiteY110-16350" fmla="*/ 9031351 h 10448096"/>
                  <a:gd name="connsiteX111-16351" fmla="*/ 6002132 w 10479637"/>
                  <a:gd name="connsiteY111-16352" fmla="*/ 9146858 h 10448096"/>
                  <a:gd name="connsiteX112-16353" fmla="*/ 5749636 w 10479637"/>
                  <a:gd name="connsiteY112-16354" fmla="*/ 9104205 h 10448096"/>
                  <a:gd name="connsiteX113-16355" fmla="*/ 5674760 w 10479637"/>
                  <a:gd name="connsiteY113-16356" fmla="*/ 9135028 h 10448096"/>
                  <a:gd name="connsiteX114-16357" fmla="*/ 5507415 w 10479637"/>
                  <a:gd name="connsiteY114-16358" fmla="*/ 9181261 h 10448096"/>
                  <a:gd name="connsiteX115-16359" fmla="*/ 5505859 w 10479637"/>
                  <a:gd name="connsiteY115-16360" fmla="*/ 8924096 h 10448096"/>
                  <a:gd name="connsiteX116-16361" fmla="*/ 5505857 w 10479637"/>
                  <a:gd name="connsiteY116-16362" fmla="*/ 8688101 h 10448096"/>
                  <a:gd name="connsiteX117-16363" fmla="*/ 5336024 w 10479637"/>
                  <a:gd name="connsiteY117-16364" fmla="*/ 8386416 h 10448096"/>
                  <a:gd name="connsiteX118-16365" fmla="*/ 5230324 w 10479637"/>
                  <a:gd name="connsiteY118-16366" fmla="*/ 8135944 h 10448096"/>
                  <a:gd name="connsiteX119-16367" fmla="*/ 5317031 w 10479637"/>
                  <a:gd name="connsiteY119-16368" fmla="*/ 7663332 h 10448096"/>
                  <a:gd name="connsiteX120-16369" fmla="*/ 5201059 w 10479637"/>
                  <a:gd name="connsiteY120-16370" fmla="*/ 7373476 h 10448096"/>
                  <a:gd name="connsiteX121-16371" fmla="*/ 5250872 w 10479637"/>
                  <a:gd name="connsiteY121-16372" fmla="*/ 7123005 h 10448096"/>
                  <a:gd name="connsiteX122-16373" fmla="*/ 5245735 w 10479637"/>
                  <a:gd name="connsiteY122-16374" fmla="*/ 7071789 h 10448096"/>
                  <a:gd name="connsiteX123-16375" fmla="*/ 4577603 w 10479637"/>
                  <a:gd name="connsiteY123-16376" fmla="*/ 7067120 h 10448096"/>
                  <a:gd name="connsiteX124-16377" fmla="*/ 4528412 w 10479637"/>
                  <a:gd name="connsiteY124-16378" fmla="*/ 6893704 h 10448096"/>
                  <a:gd name="connsiteX125-16379" fmla="*/ 4038834 w 10479637"/>
                  <a:gd name="connsiteY125-16380" fmla="*/ 6869576 h 10448096"/>
                  <a:gd name="connsiteX126-16381" fmla="*/ 3976254 w 10479637"/>
                  <a:gd name="connsiteY126-16382" fmla="*/ 7123005 h 10448096"/>
                  <a:gd name="connsiteX127-16383" fmla="*/ 3932667 w 10479637"/>
                  <a:gd name="connsiteY127-16384" fmla="*/ 7334403 h 10448096"/>
                  <a:gd name="connsiteX128-16385" fmla="*/ 3910095 w 10479637"/>
                  <a:gd name="connsiteY128-16386" fmla="*/ 7456604 h 10448096"/>
                  <a:gd name="connsiteX129-16387" fmla="*/ 3559528 w 10479637"/>
                  <a:gd name="connsiteY129-16388" fmla="*/ 7451000 h 10448096"/>
                  <a:gd name="connsiteX130-16389" fmla="*/ 3311236 w 10479637"/>
                  <a:gd name="connsiteY130-16390" fmla="*/ 7455514 h 10448096"/>
                  <a:gd name="connsiteX131-16391" fmla="*/ 2895600 w 10479637"/>
                  <a:gd name="connsiteY131-16392" fmla="*/ 7441659 h 10448096"/>
                  <a:gd name="connsiteX132-16393" fmla="*/ 2784763 w 10479637"/>
                  <a:gd name="connsiteY132-16394" fmla="*/ 7192277 h 10448096"/>
                  <a:gd name="connsiteX133-16395" fmla="*/ 2604654 w 10479637"/>
                  <a:gd name="connsiteY133-16396" fmla="*/ 6915186 h 10448096"/>
                  <a:gd name="connsiteX134-16397" fmla="*/ 2410691 w 10479637"/>
                  <a:gd name="connsiteY134-16398" fmla="*/ 6416423 h 10448096"/>
                  <a:gd name="connsiteX135-16399" fmla="*/ 2327563 w 10479637"/>
                  <a:gd name="connsiteY135-16400" fmla="*/ 6277877 h 10448096"/>
                  <a:gd name="connsiteX136-16401" fmla="*/ 1662545 w 10479637"/>
                  <a:gd name="connsiteY136-16402" fmla="*/ 6250168 h 10448096"/>
                  <a:gd name="connsiteX137-16403" fmla="*/ 1233054 w 10479637"/>
                  <a:gd name="connsiteY137-16404" fmla="*/ 6250168 h 10448096"/>
                  <a:gd name="connsiteX138-16405" fmla="*/ 1136072 w 10479637"/>
                  <a:gd name="connsiteY138-16406" fmla="*/ 6305586 h 10448096"/>
                  <a:gd name="connsiteX139-16407" fmla="*/ 706582 w 10479637"/>
                  <a:gd name="connsiteY139-16408" fmla="*/ 6264023 h 10448096"/>
                  <a:gd name="connsiteX140-16409" fmla="*/ 318654 w 10479637"/>
                  <a:gd name="connsiteY140-16410" fmla="*/ 6291732 h 10448096"/>
                  <a:gd name="connsiteX141-16411" fmla="*/ 96982 w 10479637"/>
                  <a:gd name="connsiteY141-16412" fmla="*/ 6444132 h 10448096"/>
                  <a:gd name="connsiteX142-16413" fmla="*/ 0 w 10479637"/>
                  <a:gd name="connsiteY142-16414" fmla="*/ 6347150 h 10448096"/>
                  <a:gd name="connsiteX143-16415" fmla="*/ 83127 w 10479637"/>
                  <a:gd name="connsiteY143-16416" fmla="*/ 6291732 h 10448096"/>
                  <a:gd name="connsiteX0-16417" fmla="*/ 83127 w 10479637"/>
                  <a:gd name="connsiteY0-16418" fmla="*/ 6291732 h 10448096"/>
                  <a:gd name="connsiteX1-16419" fmla="*/ 96982 w 10479637"/>
                  <a:gd name="connsiteY1-16420" fmla="*/ 5848386 h 10448096"/>
                  <a:gd name="connsiteX2-16421" fmla="*/ 401782 w 10479637"/>
                  <a:gd name="connsiteY2-16422" fmla="*/ 5585150 h 10448096"/>
                  <a:gd name="connsiteX3-16423" fmla="*/ 651163 w 10479637"/>
                  <a:gd name="connsiteY3-16424" fmla="*/ 5723696 h 10448096"/>
                  <a:gd name="connsiteX4-16425" fmla="*/ 858982 w 10479637"/>
                  <a:gd name="connsiteY4-16426" fmla="*/ 5557441 h 10448096"/>
                  <a:gd name="connsiteX5-16427" fmla="*/ 997527 w 10479637"/>
                  <a:gd name="connsiteY5-16428" fmla="*/ 5405041 h 10448096"/>
                  <a:gd name="connsiteX6-16429" fmla="*/ 1080654 w 10479637"/>
                  <a:gd name="connsiteY6-16430" fmla="*/ 5488168 h 10448096"/>
                  <a:gd name="connsiteX7-16431" fmla="*/ 1269312 w 10479637"/>
                  <a:gd name="connsiteY7-16432" fmla="*/ 5732834 h 10448096"/>
                  <a:gd name="connsiteX8-16433" fmla="*/ 1523116 w 10479637"/>
                  <a:gd name="connsiteY8-16434" fmla="*/ 5534154 h 10448096"/>
                  <a:gd name="connsiteX9-16435" fmla="*/ 1731818 w 10479637"/>
                  <a:gd name="connsiteY9-16436" fmla="*/ 5349623 h 10448096"/>
                  <a:gd name="connsiteX10-16437" fmla="*/ 2022763 w 10479637"/>
                  <a:gd name="connsiteY10-16438" fmla="*/ 5114096 h 10448096"/>
                  <a:gd name="connsiteX11-16439" fmla="*/ 2119745 w 10479637"/>
                  <a:gd name="connsiteY11-16440" fmla="*/ 4684605 h 10448096"/>
                  <a:gd name="connsiteX12-16441" fmla="*/ 2172511 w 10479637"/>
                  <a:gd name="connsiteY12-16442" fmla="*/ 4217972 h 10448096"/>
                  <a:gd name="connsiteX13-16443" fmla="*/ 2355272 w 10479637"/>
                  <a:gd name="connsiteY13-16444" fmla="*/ 3908750 h 10448096"/>
                  <a:gd name="connsiteX14-16445" fmla="*/ 2715491 w 10479637"/>
                  <a:gd name="connsiteY14-16446" fmla="*/ 3506968 h 10448096"/>
                  <a:gd name="connsiteX15-16447" fmla="*/ 2978727 w 10479637"/>
                  <a:gd name="connsiteY15-16448" fmla="*/ 3313005 h 10448096"/>
                  <a:gd name="connsiteX16-16449" fmla="*/ 3006436 w 10479637"/>
                  <a:gd name="connsiteY16-16450" fmla="*/ 2869659 h 10448096"/>
                  <a:gd name="connsiteX17-16451" fmla="*/ 3075709 w 10479637"/>
                  <a:gd name="connsiteY17-16452" fmla="*/ 2578714 h 10448096"/>
                  <a:gd name="connsiteX18-16453" fmla="*/ 3075709 w 10479637"/>
                  <a:gd name="connsiteY18-16454" fmla="*/ 2370896 h 10448096"/>
                  <a:gd name="connsiteX19-16455" fmla="*/ 3214254 w 10479637"/>
                  <a:gd name="connsiteY19-16456" fmla="*/ 2038386 h 10448096"/>
                  <a:gd name="connsiteX20-16457" fmla="*/ 3214254 w 10479637"/>
                  <a:gd name="connsiteY20-16458" fmla="*/ 1747441 h 10448096"/>
                  <a:gd name="connsiteX21-16459" fmla="*/ 3513454 w 10479637"/>
                  <a:gd name="connsiteY21-16460" fmla="*/ 1179405 h 10448096"/>
                  <a:gd name="connsiteX22-16461" fmla="*/ 3463636 w 10479637"/>
                  <a:gd name="connsiteY22-16462" fmla="*/ 805332 h 10448096"/>
                  <a:gd name="connsiteX23-16463" fmla="*/ 3491345 w 10479637"/>
                  <a:gd name="connsiteY23-16464" fmla="*/ 597514 h 10448096"/>
                  <a:gd name="connsiteX24-16465" fmla="*/ 3823854 w 10479637"/>
                  <a:gd name="connsiteY24-16466" fmla="*/ 237296 h 10448096"/>
                  <a:gd name="connsiteX25-16467" fmla="*/ 4017818 w 10479637"/>
                  <a:gd name="connsiteY25-16468" fmla="*/ 112605 h 10448096"/>
                  <a:gd name="connsiteX26-16469" fmla="*/ 4433454 w 10479637"/>
                  <a:gd name="connsiteY26-16470" fmla="*/ 348132 h 10448096"/>
                  <a:gd name="connsiteX27-16471" fmla="*/ 4599709 w 10479637"/>
                  <a:gd name="connsiteY27-16472" fmla="*/ 542096 h 10448096"/>
                  <a:gd name="connsiteX28-16473" fmla="*/ 5070763 w 10479637"/>
                  <a:gd name="connsiteY28-16474" fmla="*/ 597514 h 10448096"/>
                  <a:gd name="connsiteX29-16475" fmla="*/ 5391187 w 10479637"/>
                  <a:gd name="connsiteY29-16476" fmla="*/ 656763 h 10448096"/>
                  <a:gd name="connsiteX30-16477" fmla="*/ 5647937 w 10479637"/>
                  <a:gd name="connsiteY30-16478" fmla="*/ 673271 h 10448096"/>
                  <a:gd name="connsiteX31-16479" fmla="*/ 5860472 w 10479637"/>
                  <a:gd name="connsiteY31-16480" fmla="*/ 334277 h 10448096"/>
                  <a:gd name="connsiteX32-16481" fmla="*/ 6123709 w 10479637"/>
                  <a:gd name="connsiteY32-16482" fmla="*/ 375841 h 10448096"/>
                  <a:gd name="connsiteX33-16483" fmla="*/ 6594763 w 10479637"/>
                  <a:gd name="connsiteY33-16484" fmla="*/ 237296 h 10448096"/>
                  <a:gd name="connsiteX34-16485" fmla="*/ 6761018 w 10479637"/>
                  <a:gd name="connsiteY34-16486" fmla="*/ 181877 h 10448096"/>
                  <a:gd name="connsiteX35-16487" fmla="*/ 7038109 w 10479637"/>
                  <a:gd name="connsiteY35-16488" fmla="*/ 251150 h 10448096"/>
                  <a:gd name="connsiteX36-16489" fmla="*/ 7232072 w 10479637"/>
                  <a:gd name="connsiteY36-16490" fmla="*/ 71041 h 10448096"/>
                  <a:gd name="connsiteX37-16491" fmla="*/ 7363248 w 10479637"/>
                  <a:gd name="connsiteY37-16492" fmla="*/ 0 h 10448096"/>
                  <a:gd name="connsiteX38-16493" fmla="*/ 7606145 w 10479637"/>
                  <a:gd name="connsiteY38-16494" fmla="*/ 57186 h 10448096"/>
                  <a:gd name="connsiteX39-16495" fmla="*/ 7910945 w 10479637"/>
                  <a:gd name="connsiteY39-16496" fmla="*/ 181877 h 10448096"/>
                  <a:gd name="connsiteX40-16497" fmla="*/ 8312727 w 10479637"/>
                  <a:gd name="connsiteY40-16498" fmla="*/ 112605 h 10448096"/>
                  <a:gd name="connsiteX41-16499" fmla="*/ 8647005 w 10479637"/>
                  <a:gd name="connsiteY41-16500" fmla="*/ 449831 h 10448096"/>
                  <a:gd name="connsiteX42-16501" fmla="*/ 8908472 w 10479637"/>
                  <a:gd name="connsiteY42-16502" fmla="*/ 597514 h 10448096"/>
                  <a:gd name="connsiteX43-16503" fmla="*/ 9088582 w 10479637"/>
                  <a:gd name="connsiteY43-16504" fmla="*/ 500532 h 10448096"/>
                  <a:gd name="connsiteX44-16505" fmla="*/ 9351818 w 10479637"/>
                  <a:gd name="connsiteY44-16506" fmla="*/ 445114 h 10448096"/>
                  <a:gd name="connsiteX45-16507" fmla="*/ 9518072 w 10479637"/>
                  <a:gd name="connsiteY45-16508" fmla="*/ 420943 h 10448096"/>
                  <a:gd name="connsiteX46-16509" fmla="*/ 9646301 w 10479637"/>
                  <a:gd name="connsiteY46-16510" fmla="*/ 422711 h 10448096"/>
                  <a:gd name="connsiteX47-16511" fmla="*/ 10002982 w 10479637"/>
                  <a:gd name="connsiteY47-16512" fmla="*/ 846896 h 10448096"/>
                  <a:gd name="connsiteX48-16513" fmla="*/ 10238509 w 10479637"/>
                  <a:gd name="connsiteY48-16514" fmla="*/ 1040859 h 10448096"/>
                  <a:gd name="connsiteX49-16515" fmla="*/ 10224654 w 10479637"/>
                  <a:gd name="connsiteY49-16516" fmla="*/ 1304096 h 10448096"/>
                  <a:gd name="connsiteX50-16517" fmla="*/ 10238509 w 10479637"/>
                  <a:gd name="connsiteY50-16518" fmla="*/ 1498059 h 10448096"/>
                  <a:gd name="connsiteX51-16519" fmla="*/ 10280072 w 10479637"/>
                  <a:gd name="connsiteY51-16520" fmla="*/ 1622750 h 10448096"/>
                  <a:gd name="connsiteX52-16521" fmla="*/ 10479637 w 10479637"/>
                  <a:gd name="connsiteY52-16522" fmla="*/ 1773970 h 10448096"/>
                  <a:gd name="connsiteX53-16523" fmla="*/ 10099963 w 10479637"/>
                  <a:gd name="connsiteY53-16524" fmla="*/ 2315477 h 10448096"/>
                  <a:gd name="connsiteX54-16525" fmla="*/ 9781309 w 10479637"/>
                  <a:gd name="connsiteY54-16526" fmla="*/ 2551005 h 10448096"/>
                  <a:gd name="connsiteX55-16527" fmla="*/ 9601200 w 10479637"/>
                  <a:gd name="connsiteY55-16528" fmla="*/ 3479259 h 10448096"/>
                  <a:gd name="connsiteX56-16529" fmla="*/ 9601200 w 10479637"/>
                  <a:gd name="connsiteY56-16530" fmla="*/ 3770205 h 10448096"/>
                  <a:gd name="connsiteX57-16531" fmla="*/ 9365672 w 10479637"/>
                  <a:gd name="connsiteY57-16532" fmla="*/ 3964168 h 10448096"/>
                  <a:gd name="connsiteX58-16533" fmla="*/ 9310254 w 10479637"/>
                  <a:gd name="connsiteY58-16534" fmla="*/ 4130423 h 10448096"/>
                  <a:gd name="connsiteX59-16535" fmla="*/ 9199418 w 10479637"/>
                  <a:gd name="connsiteY59-16536" fmla="*/ 4338241 h 10448096"/>
                  <a:gd name="connsiteX60-16537" fmla="*/ 9268691 w 10479637"/>
                  <a:gd name="connsiteY60-16538" fmla="*/ 4504496 h 10448096"/>
                  <a:gd name="connsiteX61-16539" fmla="*/ 9337963 w 10479637"/>
                  <a:gd name="connsiteY61-16540" fmla="*/ 4712314 h 10448096"/>
                  <a:gd name="connsiteX62-16541" fmla="*/ 9382180 w 10479637"/>
                  <a:gd name="connsiteY62-16542" fmla="*/ 4968181 h 10448096"/>
                  <a:gd name="connsiteX63-16543" fmla="*/ 9434945 w 10479637"/>
                  <a:gd name="connsiteY63-16544" fmla="*/ 5266496 h 10448096"/>
                  <a:gd name="connsiteX64-16545" fmla="*/ 9462654 w 10479637"/>
                  <a:gd name="connsiteY64-16546" fmla="*/ 5668277 h 10448096"/>
                  <a:gd name="connsiteX65-16547" fmla="*/ 9587345 w 10479637"/>
                  <a:gd name="connsiteY65-16548" fmla="*/ 6028496 h 10448096"/>
                  <a:gd name="connsiteX66-16549" fmla="*/ 9545782 w 10479637"/>
                  <a:gd name="connsiteY66-16550" fmla="*/ 6430277 h 10448096"/>
                  <a:gd name="connsiteX67-16551" fmla="*/ 9933709 w 10479637"/>
                  <a:gd name="connsiteY67-16552" fmla="*/ 6915186 h 10448096"/>
                  <a:gd name="connsiteX68-16553" fmla="*/ 10094363 w 10479637"/>
                  <a:gd name="connsiteY68-16554" fmla="*/ 7274520 h 10448096"/>
                  <a:gd name="connsiteX69-16555" fmla="*/ 10232908 w 10479637"/>
                  <a:gd name="connsiteY69-16556" fmla="*/ 7568119 h 10448096"/>
                  <a:gd name="connsiteX70-16557" fmla="*/ 9670472 w 10479637"/>
                  <a:gd name="connsiteY70-16558" fmla="*/ 7594059 h 10448096"/>
                  <a:gd name="connsiteX71-16559" fmla="*/ 9337963 w 10479637"/>
                  <a:gd name="connsiteY71-16560" fmla="*/ 7704896 h 10448096"/>
                  <a:gd name="connsiteX72-16561" fmla="*/ 9102436 w 10479637"/>
                  <a:gd name="connsiteY72-16562" fmla="*/ 7843441 h 10448096"/>
                  <a:gd name="connsiteX73-16563" fmla="*/ 9019309 w 10479637"/>
                  <a:gd name="connsiteY73-16564" fmla="*/ 8051259 h 10448096"/>
                  <a:gd name="connsiteX74-16565" fmla="*/ 8956730 w 10479637"/>
                  <a:gd name="connsiteY74-16566" fmla="*/ 8148241 h 10448096"/>
                  <a:gd name="connsiteX75-16567" fmla="*/ 9027559 w 10479637"/>
                  <a:gd name="connsiteY75-16568" fmla="*/ 8577732 h 10448096"/>
                  <a:gd name="connsiteX76-16569" fmla="*/ 9030673 w 10479637"/>
                  <a:gd name="connsiteY76-16570" fmla="*/ 8811236 h 10448096"/>
                  <a:gd name="connsiteX77-16571" fmla="*/ 8991600 w 10479637"/>
                  <a:gd name="connsiteY77-16572" fmla="*/ 9021077 h 10448096"/>
                  <a:gd name="connsiteX78-16573" fmla="*/ 8894618 w 10479637"/>
                  <a:gd name="connsiteY78-16574" fmla="*/ 9325877 h 10448096"/>
                  <a:gd name="connsiteX79-16575" fmla="*/ 8922327 w 10479637"/>
                  <a:gd name="connsiteY79-16576" fmla="*/ 9589114 h 10448096"/>
                  <a:gd name="connsiteX80-16577" fmla="*/ 9144000 w 10479637"/>
                  <a:gd name="connsiteY80-16578" fmla="*/ 9755368 h 10448096"/>
                  <a:gd name="connsiteX81-16579" fmla="*/ 9353374 w 10479637"/>
                  <a:gd name="connsiteY81-16580" fmla="*/ 9906212 h 10448096"/>
                  <a:gd name="connsiteX82-16581" fmla="*/ 9529903 w 10479637"/>
                  <a:gd name="connsiteY82-16582" fmla="*/ 9958205 h 10448096"/>
                  <a:gd name="connsiteX83-16583" fmla="*/ 9625328 w 10479637"/>
                  <a:gd name="connsiteY83-16584" fmla="*/ 9844256 h 10448096"/>
                  <a:gd name="connsiteX84-16585" fmla="*/ 9667359 w 10479637"/>
                  <a:gd name="connsiteY84-16586" fmla="*/ 9856554 h 10448096"/>
                  <a:gd name="connsiteX85-16587" fmla="*/ 9668916 w 10479637"/>
                  <a:gd name="connsiteY85-16588" fmla="*/ 10309550 h 10448096"/>
                  <a:gd name="connsiteX86-16589" fmla="*/ 9495500 w 10479637"/>
                  <a:gd name="connsiteY86-16590" fmla="*/ 10359209 h 10448096"/>
                  <a:gd name="connsiteX87-16591" fmla="*/ 9310254 w 10479637"/>
                  <a:gd name="connsiteY87-16592" fmla="*/ 10448096 h 10448096"/>
                  <a:gd name="connsiteX88-16593" fmla="*/ 9227127 w 10479637"/>
                  <a:gd name="connsiteY88-16594" fmla="*/ 10295696 h 10448096"/>
                  <a:gd name="connsiteX89-16595" fmla="*/ 9033163 w 10479637"/>
                  <a:gd name="connsiteY89-16596" fmla="*/ 10046314 h 10448096"/>
                  <a:gd name="connsiteX90-16597" fmla="*/ 8825345 w 10479637"/>
                  <a:gd name="connsiteY90-16598" fmla="*/ 9866205 h 10448096"/>
                  <a:gd name="connsiteX91-16599" fmla="*/ 8534400 w 10479637"/>
                  <a:gd name="connsiteY91-16600" fmla="*/ 9755368 h 10448096"/>
                  <a:gd name="connsiteX92-16601" fmla="*/ 8423563 w 10479637"/>
                  <a:gd name="connsiteY92-16602" fmla="*/ 9699950 h 10448096"/>
                  <a:gd name="connsiteX93-16603" fmla="*/ 8285018 w 10479637"/>
                  <a:gd name="connsiteY93-16604" fmla="*/ 9533696 h 10448096"/>
                  <a:gd name="connsiteX94-16605" fmla="*/ 8257309 w 10479637"/>
                  <a:gd name="connsiteY94-16606" fmla="*/ 9395150 h 10448096"/>
                  <a:gd name="connsiteX95-16607" fmla="*/ 8146472 w 10479637"/>
                  <a:gd name="connsiteY95-16608" fmla="*/ 9409005 h 10448096"/>
                  <a:gd name="connsiteX96-16609" fmla="*/ 8091054 w 10479637"/>
                  <a:gd name="connsiteY96-16610" fmla="*/ 9630677 h 10448096"/>
                  <a:gd name="connsiteX97-16611" fmla="*/ 7806336 w 10479637"/>
                  <a:gd name="connsiteY97-16612" fmla="*/ 9636437 h 10448096"/>
                  <a:gd name="connsiteX98-16613" fmla="*/ 7567694 w 10479637"/>
                  <a:gd name="connsiteY98-16614" fmla="*/ 9573236 h 10448096"/>
                  <a:gd name="connsiteX99-16615" fmla="*/ 7466043 w 10479637"/>
                  <a:gd name="connsiteY99-16616" fmla="*/ 9524511 h 10448096"/>
                  <a:gd name="connsiteX100-16617" fmla="*/ 7439891 w 10479637"/>
                  <a:gd name="connsiteY100-16618" fmla="*/ 9215041 h 10448096"/>
                  <a:gd name="connsiteX101-16619" fmla="*/ 7397859 w 10479637"/>
                  <a:gd name="connsiteY101-16620" fmla="*/ 9409005 h 10448096"/>
                  <a:gd name="connsiteX102-16621" fmla="*/ 7287491 w 10479637"/>
                  <a:gd name="connsiteY102-16622" fmla="*/ 9503028 h 10448096"/>
                  <a:gd name="connsiteX103-16623" fmla="*/ 7221797 w 10479637"/>
                  <a:gd name="connsiteY103-16624" fmla="*/ 9175034 h 10448096"/>
                  <a:gd name="connsiteX104-16625" fmla="*/ 6954982 w 10479637"/>
                  <a:gd name="connsiteY104-16626" fmla="*/ 9242750 h 10448096"/>
                  <a:gd name="connsiteX105-16627" fmla="*/ 6710737 w 10479637"/>
                  <a:gd name="connsiteY105-16628" fmla="*/ 9315137 h 10448096"/>
                  <a:gd name="connsiteX106-16629" fmla="*/ 6674777 w 10479637"/>
                  <a:gd name="connsiteY106-16630" fmla="*/ 9116036 h 10448096"/>
                  <a:gd name="connsiteX107-16631" fmla="*/ 6511636 w 10479637"/>
                  <a:gd name="connsiteY107-16632" fmla="*/ 9007223 h 10448096"/>
                  <a:gd name="connsiteX108-16633" fmla="*/ 6428509 w 10479637"/>
                  <a:gd name="connsiteY108-16634" fmla="*/ 9007223 h 10448096"/>
                  <a:gd name="connsiteX109-16635" fmla="*/ 6325922 w 10479637"/>
                  <a:gd name="connsiteY109-16636" fmla="*/ 9110431 h 10448096"/>
                  <a:gd name="connsiteX110-16637" fmla="*/ 6167763 w 10479637"/>
                  <a:gd name="connsiteY110-16638" fmla="*/ 9031351 h 10448096"/>
                  <a:gd name="connsiteX111-16639" fmla="*/ 6002132 w 10479637"/>
                  <a:gd name="connsiteY111-16640" fmla="*/ 9146858 h 10448096"/>
                  <a:gd name="connsiteX112-16641" fmla="*/ 5749636 w 10479637"/>
                  <a:gd name="connsiteY112-16642" fmla="*/ 9104205 h 10448096"/>
                  <a:gd name="connsiteX113-16643" fmla="*/ 5674760 w 10479637"/>
                  <a:gd name="connsiteY113-16644" fmla="*/ 9135028 h 10448096"/>
                  <a:gd name="connsiteX114-16645" fmla="*/ 5507415 w 10479637"/>
                  <a:gd name="connsiteY114-16646" fmla="*/ 9181261 h 10448096"/>
                  <a:gd name="connsiteX115-16647" fmla="*/ 5505859 w 10479637"/>
                  <a:gd name="connsiteY115-16648" fmla="*/ 8924096 h 10448096"/>
                  <a:gd name="connsiteX116-16649" fmla="*/ 5505857 w 10479637"/>
                  <a:gd name="connsiteY116-16650" fmla="*/ 8688101 h 10448096"/>
                  <a:gd name="connsiteX117-16651" fmla="*/ 5336024 w 10479637"/>
                  <a:gd name="connsiteY117-16652" fmla="*/ 8386416 h 10448096"/>
                  <a:gd name="connsiteX118-16653" fmla="*/ 5230324 w 10479637"/>
                  <a:gd name="connsiteY118-16654" fmla="*/ 8135944 h 10448096"/>
                  <a:gd name="connsiteX119-16655" fmla="*/ 5317031 w 10479637"/>
                  <a:gd name="connsiteY119-16656" fmla="*/ 7663332 h 10448096"/>
                  <a:gd name="connsiteX120-16657" fmla="*/ 5201059 w 10479637"/>
                  <a:gd name="connsiteY120-16658" fmla="*/ 7373476 h 10448096"/>
                  <a:gd name="connsiteX121-16659" fmla="*/ 5250872 w 10479637"/>
                  <a:gd name="connsiteY121-16660" fmla="*/ 7123005 h 10448096"/>
                  <a:gd name="connsiteX122-16661" fmla="*/ 5245735 w 10479637"/>
                  <a:gd name="connsiteY122-16662" fmla="*/ 7071789 h 10448096"/>
                  <a:gd name="connsiteX123-16663" fmla="*/ 4577603 w 10479637"/>
                  <a:gd name="connsiteY123-16664" fmla="*/ 7067120 h 10448096"/>
                  <a:gd name="connsiteX124-16665" fmla="*/ 4528412 w 10479637"/>
                  <a:gd name="connsiteY124-16666" fmla="*/ 6893704 h 10448096"/>
                  <a:gd name="connsiteX125-16667" fmla="*/ 4038834 w 10479637"/>
                  <a:gd name="connsiteY125-16668" fmla="*/ 6869576 h 10448096"/>
                  <a:gd name="connsiteX126-16669" fmla="*/ 3976254 w 10479637"/>
                  <a:gd name="connsiteY126-16670" fmla="*/ 7123005 h 10448096"/>
                  <a:gd name="connsiteX127-16671" fmla="*/ 3932667 w 10479637"/>
                  <a:gd name="connsiteY127-16672" fmla="*/ 7334403 h 10448096"/>
                  <a:gd name="connsiteX128-16673" fmla="*/ 3910095 w 10479637"/>
                  <a:gd name="connsiteY128-16674" fmla="*/ 7456604 h 10448096"/>
                  <a:gd name="connsiteX129-16675" fmla="*/ 3559528 w 10479637"/>
                  <a:gd name="connsiteY129-16676" fmla="*/ 7451000 h 10448096"/>
                  <a:gd name="connsiteX130-16677" fmla="*/ 3311236 w 10479637"/>
                  <a:gd name="connsiteY130-16678" fmla="*/ 7455514 h 10448096"/>
                  <a:gd name="connsiteX131-16679" fmla="*/ 2921540 w 10479637"/>
                  <a:gd name="connsiteY131-16680" fmla="*/ 7467599 h 10448096"/>
                  <a:gd name="connsiteX132-16681" fmla="*/ 2784763 w 10479637"/>
                  <a:gd name="connsiteY132-16682" fmla="*/ 7192277 h 10448096"/>
                  <a:gd name="connsiteX133-16683" fmla="*/ 2604654 w 10479637"/>
                  <a:gd name="connsiteY133-16684" fmla="*/ 6915186 h 10448096"/>
                  <a:gd name="connsiteX134-16685" fmla="*/ 2410691 w 10479637"/>
                  <a:gd name="connsiteY134-16686" fmla="*/ 6416423 h 10448096"/>
                  <a:gd name="connsiteX135-16687" fmla="*/ 2327563 w 10479637"/>
                  <a:gd name="connsiteY135-16688" fmla="*/ 6277877 h 10448096"/>
                  <a:gd name="connsiteX136-16689" fmla="*/ 1662545 w 10479637"/>
                  <a:gd name="connsiteY136-16690" fmla="*/ 6250168 h 10448096"/>
                  <a:gd name="connsiteX137-16691" fmla="*/ 1233054 w 10479637"/>
                  <a:gd name="connsiteY137-16692" fmla="*/ 6250168 h 10448096"/>
                  <a:gd name="connsiteX138-16693" fmla="*/ 1136072 w 10479637"/>
                  <a:gd name="connsiteY138-16694" fmla="*/ 6305586 h 10448096"/>
                  <a:gd name="connsiteX139-16695" fmla="*/ 706582 w 10479637"/>
                  <a:gd name="connsiteY139-16696" fmla="*/ 6264023 h 10448096"/>
                  <a:gd name="connsiteX140-16697" fmla="*/ 318654 w 10479637"/>
                  <a:gd name="connsiteY140-16698" fmla="*/ 6291732 h 10448096"/>
                  <a:gd name="connsiteX141-16699" fmla="*/ 96982 w 10479637"/>
                  <a:gd name="connsiteY141-16700" fmla="*/ 6444132 h 10448096"/>
                  <a:gd name="connsiteX142-16701" fmla="*/ 0 w 10479637"/>
                  <a:gd name="connsiteY142-16702" fmla="*/ 6347150 h 10448096"/>
                  <a:gd name="connsiteX143-16703" fmla="*/ 83127 w 10479637"/>
                  <a:gd name="connsiteY143-16704" fmla="*/ 6291732 h 10448096"/>
                  <a:gd name="connsiteX0-16705" fmla="*/ 83127 w 10479637"/>
                  <a:gd name="connsiteY0-16706" fmla="*/ 6291732 h 10448096"/>
                  <a:gd name="connsiteX1-16707" fmla="*/ 96982 w 10479637"/>
                  <a:gd name="connsiteY1-16708" fmla="*/ 5848386 h 10448096"/>
                  <a:gd name="connsiteX2-16709" fmla="*/ 401782 w 10479637"/>
                  <a:gd name="connsiteY2-16710" fmla="*/ 5585150 h 10448096"/>
                  <a:gd name="connsiteX3-16711" fmla="*/ 651163 w 10479637"/>
                  <a:gd name="connsiteY3-16712" fmla="*/ 5723696 h 10448096"/>
                  <a:gd name="connsiteX4-16713" fmla="*/ 858982 w 10479637"/>
                  <a:gd name="connsiteY4-16714" fmla="*/ 5557441 h 10448096"/>
                  <a:gd name="connsiteX5-16715" fmla="*/ 997527 w 10479637"/>
                  <a:gd name="connsiteY5-16716" fmla="*/ 5405041 h 10448096"/>
                  <a:gd name="connsiteX6-16717" fmla="*/ 1080654 w 10479637"/>
                  <a:gd name="connsiteY6-16718" fmla="*/ 5488168 h 10448096"/>
                  <a:gd name="connsiteX7-16719" fmla="*/ 1269312 w 10479637"/>
                  <a:gd name="connsiteY7-16720" fmla="*/ 5732834 h 10448096"/>
                  <a:gd name="connsiteX8-16721" fmla="*/ 1523116 w 10479637"/>
                  <a:gd name="connsiteY8-16722" fmla="*/ 5534154 h 10448096"/>
                  <a:gd name="connsiteX9-16723" fmla="*/ 1731818 w 10479637"/>
                  <a:gd name="connsiteY9-16724" fmla="*/ 5349623 h 10448096"/>
                  <a:gd name="connsiteX10-16725" fmla="*/ 2022763 w 10479637"/>
                  <a:gd name="connsiteY10-16726" fmla="*/ 5114096 h 10448096"/>
                  <a:gd name="connsiteX11-16727" fmla="*/ 2119745 w 10479637"/>
                  <a:gd name="connsiteY11-16728" fmla="*/ 4684605 h 10448096"/>
                  <a:gd name="connsiteX12-16729" fmla="*/ 2172511 w 10479637"/>
                  <a:gd name="connsiteY12-16730" fmla="*/ 4217972 h 10448096"/>
                  <a:gd name="connsiteX13-16731" fmla="*/ 2355272 w 10479637"/>
                  <a:gd name="connsiteY13-16732" fmla="*/ 3908750 h 10448096"/>
                  <a:gd name="connsiteX14-16733" fmla="*/ 2715491 w 10479637"/>
                  <a:gd name="connsiteY14-16734" fmla="*/ 3506968 h 10448096"/>
                  <a:gd name="connsiteX15-16735" fmla="*/ 2978727 w 10479637"/>
                  <a:gd name="connsiteY15-16736" fmla="*/ 3313005 h 10448096"/>
                  <a:gd name="connsiteX16-16737" fmla="*/ 3006436 w 10479637"/>
                  <a:gd name="connsiteY16-16738" fmla="*/ 2869659 h 10448096"/>
                  <a:gd name="connsiteX17-16739" fmla="*/ 3075709 w 10479637"/>
                  <a:gd name="connsiteY17-16740" fmla="*/ 2578714 h 10448096"/>
                  <a:gd name="connsiteX18-16741" fmla="*/ 3075709 w 10479637"/>
                  <a:gd name="connsiteY18-16742" fmla="*/ 2370896 h 10448096"/>
                  <a:gd name="connsiteX19-16743" fmla="*/ 3214254 w 10479637"/>
                  <a:gd name="connsiteY19-16744" fmla="*/ 2038386 h 10448096"/>
                  <a:gd name="connsiteX20-16745" fmla="*/ 3214254 w 10479637"/>
                  <a:gd name="connsiteY20-16746" fmla="*/ 1747441 h 10448096"/>
                  <a:gd name="connsiteX21-16747" fmla="*/ 3513454 w 10479637"/>
                  <a:gd name="connsiteY21-16748" fmla="*/ 1179405 h 10448096"/>
                  <a:gd name="connsiteX22-16749" fmla="*/ 3463636 w 10479637"/>
                  <a:gd name="connsiteY22-16750" fmla="*/ 805332 h 10448096"/>
                  <a:gd name="connsiteX23-16751" fmla="*/ 3491345 w 10479637"/>
                  <a:gd name="connsiteY23-16752" fmla="*/ 597514 h 10448096"/>
                  <a:gd name="connsiteX24-16753" fmla="*/ 3823854 w 10479637"/>
                  <a:gd name="connsiteY24-16754" fmla="*/ 237296 h 10448096"/>
                  <a:gd name="connsiteX25-16755" fmla="*/ 4017818 w 10479637"/>
                  <a:gd name="connsiteY25-16756" fmla="*/ 112605 h 10448096"/>
                  <a:gd name="connsiteX26-16757" fmla="*/ 4433454 w 10479637"/>
                  <a:gd name="connsiteY26-16758" fmla="*/ 348132 h 10448096"/>
                  <a:gd name="connsiteX27-16759" fmla="*/ 4599709 w 10479637"/>
                  <a:gd name="connsiteY27-16760" fmla="*/ 542096 h 10448096"/>
                  <a:gd name="connsiteX28-16761" fmla="*/ 5070763 w 10479637"/>
                  <a:gd name="connsiteY28-16762" fmla="*/ 597514 h 10448096"/>
                  <a:gd name="connsiteX29-16763" fmla="*/ 5391187 w 10479637"/>
                  <a:gd name="connsiteY29-16764" fmla="*/ 656763 h 10448096"/>
                  <a:gd name="connsiteX30-16765" fmla="*/ 5647937 w 10479637"/>
                  <a:gd name="connsiteY30-16766" fmla="*/ 673271 h 10448096"/>
                  <a:gd name="connsiteX31-16767" fmla="*/ 5860472 w 10479637"/>
                  <a:gd name="connsiteY31-16768" fmla="*/ 334277 h 10448096"/>
                  <a:gd name="connsiteX32-16769" fmla="*/ 6123709 w 10479637"/>
                  <a:gd name="connsiteY32-16770" fmla="*/ 375841 h 10448096"/>
                  <a:gd name="connsiteX33-16771" fmla="*/ 6594763 w 10479637"/>
                  <a:gd name="connsiteY33-16772" fmla="*/ 237296 h 10448096"/>
                  <a:gd name="connsiteX34-16773" fmla="*/ 6761018 w 10479637"/>
                  <a:gd name="connsiteY34-16774" fmla="*/ 181877 h 10448096"/>
                  <a:gd name="connsiteX35-16775" fmla="*/ 7038109 w 10479637"/>
                  <a:gd name="connsiteY35-16776" fmla="*/ 251150 h 10448096"/>
                  <a:gd name="connsiteX36-16777" fmla="*/ 7232072 w 10479637"/>
                  <a:gd name="connsiteY36-16778" fmla="*/ 71041 h 10448096"/>
                  <a:gd name="connsiteX37-16779" fmla="*/ 7363248 w 10479637"/>
                  <a:gd name="connsiteY37-16780" fmla="*/ 0 h 10448096"/>
                  <a:gd name="connsiteX38-16781" fmla="*/ 7606145 w 10479637"/>
                  <a:gd name="connsiteY38-16782" fmla="*/ 57186 h 10448096"/>
                  <a:gd name="connsiteX39-16783" fmla="*/ 7910945 w 10479637"/>
                  <a:gd name="connsiteY39-16784" fmla="*/ 181877 h 10448096"/>
                  <a:gd name="connsiteX40-16785" fmla="*/ 8312727 w 10479637"/>
                  <a:gd name="connsiteY40-16786" fmla="*/ 112605 h 10448096"/>
                  <a:gd name="connsiteX41-16787" fmla="*/ 8647005 w 10479637"/>
                  <a:gd name="connsiteY41-16788" fmla="*/ 449831 h 10448096"/>
                  <a:gd name="connsiteX42-16789" fmla="*/ 8908472 w 10479637"/>
                  <a:gd name="connsiteY42-16790" fmla="*/ 597514 h 10448096"/>
                  <a:gd name="connsiteX43-16791" fmla="*/ 9088582 w 10479637"/>
                  <a:gd name="connsiteY43-16792" fmla="*/ 500532 h 10448096"/>
                  <a:gd name="connsiteX44-16793" fmla="*/ 9351818 w 10479637"/>
                  <a:gd name="connsiteY44-16794" fmla="*/ 445114 h 10448096"/>
                  <a:gd name="connsiteX45-16795" fmla="*/ 9518072 w 10479637"/>
                  <a:gd name="connsiteY45-16796" fmla="*/ 420943 h 10448096"/>
                  <a:gd name="connsiteX46-16797" fmla="*/ 9646301 w 10479637"/>
                  <a:gd name="connsiteY46-16798" fmla="*/ 422711 h 10448096"/>
                  <a:gd name="connsiteX47-16799" fmla="*/ 10002982 w 10479637"/>
                  <a:gd name="connsiteY47-16800" fmla="*/ 846896 h 10448096"/>
                  <a:gd name="connsiteX48-16801" fmla="*/ 10238509 w 10479637"/>
                  <a:gd name="connsiteY48-16802" fmla="*/ 1040859 h 10448096"/>
                  <a:gd name="connsiteX49-16803" fmla="*/ 10224654 w 10479637"/>
                  <a:gd name="connsiteY49-16804" fmla="*/ 1304096 h 10448096"/>
                  <a:gd name="connsiteX50-16805" fmla="*/ 10238509 w 10479637"/>
                  <a:gd name="connsiteY50-16806" fmla="*/ 1498059 h 10448096"/>
                  <a:gd name="connsiteX51-16807" fmla="*/ 10280072 w 10479637"/>
                  <a:gd name="connsiteY51-16808" fmla="*/ 1622750 h 10448096"/>
                  <a:gd name="connsiteX52-16809" fmla="*/ 10479637 w 10479637"/>
                  <a:gd name="connsiteY52-16810" fmla="*/ 1773970 h 10448096"/>
                  <a:gd name="connsiteX53-16811" fmla="*/ 10099963 w 10479637"/>
                  <a:gd name="connsiteY53-16812" fmla="*/ 2315477 h 10448096"/>
                  <a:gd name="connsiteX54-16813" fmla="*/ 9781309 w 10479637"/>
                  <a:gd name="connsiteY54-16814" fmla="*/ 2551005 h 10448096"/>
                  <a:gd name="connsiteX55-16815" fmla="*/ 9601200 w 10479637"/>
                  <a:gd name="connsiteY55-16816" fmla="*/ 3479259 h 10448096"/>
                  <a:gd name="connsiteX56-16817" fmla="*/ 9601200 w 10479637"/>
                  <a:gd name="connsiteY56-16818" fmla="*/ 3770205 h 10448096"/>
                  <a:gd name="connsiteX57-16819" fmla="*/ 9365672 w 10479637"/>
                  <a:gd name="connsiteY57-16820" fmla="*/ 3964168 h 10448096"/>
                  <a:gd name="connsiteX58-16821" fmla="*/ 9310254 w 10479637"/>
                  <a:gd name="connsiteY58-16822" fmla="*/ 4130423 h 10448096"/>
                  <a:gd name="connsiteX59-16823" fmla="*/ 9199418 w 10479637"/>
                  <a:gd name="connsiteY59-16824" fmla="*/ 4338241 h 10448096"/>
                  <a:gd name="connsiteX60-16825" fmla="*/ 9268691 w 10479637"/>
                  <a:gd name="connsiteY60-16826" fmla="*/ 4504496 h 10448096"/>
                  <a:gd name="connsiteX61-16827" fmla="*/ 9337963 w 10479637"/>
                  <a:gd name="connsiteY61-16828" fmla="*/ 4712314 h 10448096"/>
                  <a:gd name="connsiteX62-16829" fmla="*/ 9382180 w 10479637"/>
                  <a:gd name="connsiteY62-16830" fmla="*/ 4968181 h 10448096"/>
                  <a:gd name="connsiteX63-16831" fmla="*/ 9434945 w 10479637"/>
                  <a:gd name="connsiteY63-16832" fmla="*/ 5266496 h 10448096"/>
                  <a:gd name="connsiteX64-16833" fmla="*/ 9462654 w 10479637"/>
                  <a:gd name="connsiteY64-16834" fmla="*/ 5668277 h 10448096"/>
                  <a:gd name="connsiteX65-16835" fmla="*/ 9587345 w 10479637"/>
                  <a:gd name="connsiteY65-16836" fmla="*/ 6028496 h 10448096"/>
                  <a:gd name="connsiteX66-16837" fmla="*/ 9545782 w 10479637"/>
                  <a:gd name="connsiteY66-16838" fmla="*/ 6430277 h 10448096"/>
                  <a:gd name="connsiteX67-16839" fmla="*/ 9933709 w 10479637"/>
                  <a:gd name="connsiteY67-16840" fmla="*/ 6915186 h 10448096"/>
                  <a:gd name="connsiteX68-16841" fmla="*/ 10094363 w 10479637"/>
                  <a:gd name="connsiteY68-16842" fmla="*/ 7274520 h 10448096"/>
                  <a:gd name="connsiteX69-16843" fmla="*/ 10232908 w 10479637"/>
                  <a:gd name="connsiteY69-16844" fmla="*/ 7568119 h 10448096"/>
                  <a:gd name="connsiteX70-16845" fmla="*/ 9670472 w 10479637"/>
                  <a:gd name="connsiteY70-16846" fmla="*/ 7594059 h 10448096"/>
                  <a:gd name="connsiteX71-16847" fmla="*/ 9337963 w 10479637"/>
                  <a:gd name="connsiteY71-16848" fmla="*/ 7704896 h 10448096"/>
                  <a:gd name="connsiteX72-16849" fmla="*/ 9102436 w 10479637"/>
                  <a:gd name="connsiteY72-16850" fmla="*/ 7843441 h 10448096"/>
                  <a:gd name="connsiteX73-16851" fmla="*/ 9019309 w 10479637"/>
                  <a:gd name="connsiteY73-16852" fmla="*/ 8051259 h 10448096"/>
                  <a:gd name="connsiteX74-16853" fmla="*/ 8956730 w 10479637"/>
                  <a:gd name="connsiteY74-16854" fmla="*/ 8148241 h 10448096"/>
                  <a:gd name="connsiteX75-16855" fmla="*/ 9027559 w 10479637"/>
                  <a:gd name="connsiteY75-16856" fmla="*/ 8577732 h 10448096"/>
                  <a:gd name="connsiteX76-16857" fmla="*/ 9030673 w 10479637"/>
                  <a:gd name="connsiteY76-16858" fmla="*/ 8811236 h 10448096"/>
                  <a:gd name="connsiteX77-16859" fmla="*/ 8991600 w 10479637"/>
                  <a:gd name="connsiteY77-16860" fmla="*/ 9021077 h 10448096"/>
                  <a:gd name="connsiteX78-16861" fmla="*/ 8894618 w 10479637"/>
                  <a:gd name="connsiteY78-16862" fmla="*/ 9325877 h 10448096"/>
                  <a:gd name="connsiteX79-16863" fmla="*/ 8922327 w 10479637"/>
                  <a:gd name="connsiteY79-16864" fmla="*/ 9589114 h 10448096"/>
                  <a:gd name="connsiteX80-16865" fmla="*/ 9144000 w 10479637"/>
                  <a:gd name="connsiteY80-16866" fmla="*/ 9755368 h 10448096"/>
                  <a:gd name="connsiteX81-16867" fmla="*/ 9353374 w 10479637"/>
                  <a:gd name="connsiteY81-16868" fmla="*/ 9906212 h 10448096"/>
                  <a:gd name="connsiteX82-16869" fmla="*/ 9529903 w 10479637"/>
                  <a:gd name="connsiteY82-16870" fmla="*/ 9958205 h 10448096"/>
                  <a:gd name="connsiteX83-16871" fmla="*/ 9625328 w 10479637"/>
                  <a:gd name="connsiteY83-16872" fmla="*/ 9844256 h 10448096"/>
                  <a:gd name="connsiteX84-16873" fmla="*/ 9667359 w 10479637"/>
                  <a:gd name="connsiteY84-16874" fmla="*/ 9856554 h 10448096"/>
                  <a:gd name="connsiteX85-16875" fmla="*/ 9668916 w 10479637"/>
                  <a:gd name="connsiteY85-16876" fmla="*/ 10309550 h 10448096"/>
                  <a:gd name="connsiteX86-16877" fmla="*/ 9495500 w 10479637"/>
                  <a:gd name="connsiteY86-16878" fmla="*/ 10359209 h 10448096"/>
                  <a:gd name="connsiteX87-16879" fmla="*/ 9310254 w 10479637"/>
                  <a:gd name="connsiteY87-16880" fmla="*/ 10448096 h 10448096"/>
                  <a:gd name="connsiteX88-16881" fmla="*/ 9227127 w 10479637"/>
                  <a:gd name="connsiteY88-16882" fmla="*/ 10295696 h 10448096"/>
                  <a:gd name="connsiteX89-16883" fmla="*/ 9033163 w 10479637"/>
                  <a:gd name="connsiteY89-16884" fmla="*/ 10046314 h 10448096"/>
                  <a:gd name="connsiteX90-16885" fmla="*/ 8825345 w 10479637"/>
                  <a:gd name="connsiteY90-16886" fmla="*/ 9866205 h 10448096"/>
                  <a:gd name="connsiteX91-16887" fmla="*/ 8534400 w 10479637"/>
                  <a:gd name="connsiteY91-16888" fmla="*/ 9755368 h 10448096"/>
                  <a:gd name="connsiteX92-16889" fmla="*/ 8423563 w 10479637"/>
                  <a:gd name="connsiteY92-16890" fmla="*/ 9699950 h 10448096"/>
                  <a:gd name="connsiteX93-16891" fmla="*/ 8285018 w 10479637"/>
                  <a:gd name="connsiteY93-16892" fmla="*/ 9533696 h 10448096"/>
                  <a:gd name="connsiteX94-16893" fmla="*/ 8257309 w 10479637"/>
                  <a:gd name="connsiteY94-16894" fmla="*/ 9395150 h 10448096"/>
                  <a:gd name="connsiteX95-16895" fmla="*/ 8146472 w 10479637"/>
                  <a:gd name="connsiteY95-16896" fmla="*/ 9409005 h 10448096"/>
                  <a:gd name="connsiteX96-16897" fmla="*/ 8091054 w 10479637"/>
                  <a:gd name="connsiteY96-16898" fmla="*/ 9630677 h 10448096"/>
                  <a:gd name="connsiteX97-16899" fmla="*/ 7806336 w 10479637"/>
                  <a:gd name="connsiteY97-16900" fmla="*/ 9636437 h 10448096"/>
                  <a:gd name="connsiteX98-16901" fmla="*/ 7567694 w 10479637"/>
                  <a:gd name="connsiteY98-16902" fmla="*/ 9573236 h 10448096"/>
                  <a:gd name="connsiteX99-16903" fmla="*/ 7466043 w 10479637"/>
                  <a:gd name="connsiteY99-16904" fmla="*/ 9524511 h 10448096"/>
                  <a:gd name="connsiteX100-16905" fmla="*/ 7439891 w 10479637"/>
                  <a:gd name="connsiteY100-16906" fmla="*/ 9215041 h 10448096"/>
                  <a:gd name="connsiteX101-16907" fmla="*/ 7397859 w 10479637"/>
                  <a:gd name="connsiteY101-16908" fmla="*/ 9409005 h 10448096"/>
                  <a:gd name="connsiteX102-16909" fmla="*/ 7287491 w 10479637"/>
                  <a:gd name="connsiteY102-16910" fmla="*/ 9503028 h 10448096"/>
                  <a:gd name="connsiteX103-16911" fmla="*/ 7221797 w 10479637"/>
                  <a:gd name="connsiteY103-16912" fmla="*/ 9175034 h 10448096"/>
                  <a:gd name="connsiteX104-16913" fmla="*/ 6954982 w 10479637"/>
                  <a:gd name="connsiteY104-16914" fmla="*/ 9242750 h 10448096"/>
                  <a:gd name="connsiteX105-16915" fmla="*/ 6710737 w 10479637"/>
                  <a:gd name="connsiteY105-16916" fmla="*/ 9315137 h 10448096"/>
                  <a:gd name="connsiteX106-16917" fmla="*/ 6674777 w 10479637"/>
                  <a:gd name="connsiteY106-16918" fmla="*/ 9116036 h 10448096"/>
                  <a:gd name="connsiteX107-16919" fmla="*/ 6511636 w 10479637"/>
                  <a:gd name="connsiteY107-16920" fmla="*/ 9007223 h 10448096"/>
                  <a:gd name="connsiteX108-16921" fmla="*/ 6428509 w 10479637"/>
                  <a:gd name="connsiteY108-16922" fmla="*/ 9007223 h 10448096"/>
                  <a:gd name="connsiteX109-16923" fmla="*/ 6325922 w 10479637"/>
                  <a:gd name="connsiteY109-16924" fmla="*/ 9110431 h 10448096"/>
                  <a:gd name="connsiteX110-16925" fmla="*/ 6167763 w 10479637"/>
                  <a:gd name="connsiteY110-16926" fmla="*/ 9031351 h 10448096"/>
                  <a:gd name="connsiteX111-16927" fmla="*/ 6002132 w 10479637"/>
                  <a:gd name="connsiteY111-16928" fmla="*/ 9146858 h 10448096"/>
                  <a:gd name="connsiteX112-16929" fmla="*/ 5749636 w 10479637"/>
                  <a:gd name="connsiteY112-16930" fmla="*/ 9104205 h 10448096"/>
                  <a:gd name="connsiteX113-16931" fmla="*/ 5674760 w 10479637"/>
                  <a:gd name="connsiteY113-16932" fmla="*/ 9135028 h 10448096"/>
                  <a:gd name="connsiteX114-16933" fmla="*/ 5507415 w 10479637"/>
                  <a:gd name="connsiteY114-16934" fmla="*/ 9181261 h 10448096"/>
                  <a:gd name="connsiteX115-16935" fmla="*/ 5505859 w 10479637"/>
                  <a:gd name="connsiteY115-16936" fmla="*/ 8924096 h 10448096"/>
                  <a:gd name="connsiteX116-16937" fmla="*/ 5505857 w 10479637"/>
                  <a:gd name="connsiteY116-16938" fmla="*/ 8688101 h 10448096"/>
                  <a:gd name="connsiteX117-16939" fmla="*/ 5336024 w 10479637"/>
                  <a:gd name="connsiteY117-16940" fmla="*/ 8386416 h 10448096"/>
                  <a:gd name="connsiteX118-16941" fmla="*/ 5230324 w 10479637"/>
                  <a:gd name="connsiteY118-16942" fmla="*/ 8135944 h 10448096"/>
                  <a:gd name="connsiteX119-16943" fmla="*/ 5317031 w 10479637"/>
                  <a:gd name="connsiteY119-16944" fmla="*/ 7663332 h 10448096"/>
                  <a:gd name="connsiteX120-16945" fmla="*/ 5201059 w 10479637"/>
                  <a:gd name="connsiteY120-16946" fmla="*/ 7373476 h 10448096"/>
                  <a:gd name="connsiteX121-16947" fmla="*/ 5250872 w 10479637"/>
                  <a:gd name="connsiteY121-16948" fmla="*/ 7123005 h 10448096"/>
                  <a:gd name="connsiteX122-16949" fmla="*/ 5245735 w 10479637"/>
                  <a:gd name="connsiteY122-16950" fmla="*/ 7071789 h 10448096"/>
                  <a:gd name="connsiteX123-16951" fmla="*/ 4577603 w 10479637"/>
                  <a:gd name="connsiteY123-16952" fmla="*/ 7067120 h 10448096"/>
                  <a:gd name="connsiteX124-16953" fmla="*/ 4528412 w 10479637"/>
                  <a:gd name="connsiteY124-16954" fmla="*/ 6893704 h 10448096"/>
                  <a:gd name="connsiteX125-16955" fmla="*/ 4038834 w 10479637"/>
                  <a:gd name="connsiteY125-16956" fmla="*/ 6869576 h 10448096"/>
                  <a:gd name="connsiteX126-16957" fmla="*/ 3976254 w 10479637"/>
                  <a:gd name="connsiteY126-16958" fmla="*/ 7123005 h 10448096"/>
                  <a:gd name="connsiteX127-16959" fmla="*/ 3932667 w 10479637"/>
                  <a:gd name="connsiteY127-16960" fmla="*/ 7334403 h 10448096"/>
                  <a:gd name="connsiteX128-16961" fmla="*/ 3910095 w 10479637"/>
                  <a:gd name="connsiteY128-16962" fmla="*/ 7456604 h 10448096"/>
                  <a:gd name="connsiteX129-16963" fmla="*/ 3572499 w 10479637"/>
                  <a:gd name="connsiteY129-16964" fmla="*/ 7418574 h 10448096"/>
                  <a:gd name="connsiteX130-16965" fmla="*/ 3311236 w 10479637"/>
                  <a:gd name="connsiteY130-16966" fmla="*/ 7455514 h 10448096"/>
                  <a:gd name="connsiteX131-16967" fmla="*/ 2921540 w 10479637"/>
                  <a:gd name="connsiteY131-16968" fmla="*/ 7467599 h 10448096"/>
                  <a:gd name="connsiteX132-16969" fmla="*/ 2784763 w 10479637"/>
                  <a:gd name="connsiteY132-16970" fmla="*/ 7192277 h 10448096"/>
                  <a:gd name="connsiteX133-16971" fmla="*/ 2604654 w 10479637"/>
                  <a:gd name="connsiteY133-16972" fmla="*/ 6915186 h 10448096"/>
                  <a:gd name="connsiteX134-16973" fmla="*/ 2410691 w 10479637"/>
                  <a:gd name="connsiteY134-16974" fmla="*/ 6416423 h 10448096"/>
                  <a:gd name="connsiteX135-16975" fmla="*/ 2327563 w 10479637"/>
                  <a:gd name="connsiteY135-16976" fmla="*/ 6277877 h 10448096"/>
                  <a:gd name="connsiteX136-16977" fmla="*/ 1662545 w 10479637"/>
                  <a:gd name="connsiteY136-16978" fmla="*/ 6250168 h 10448096"/>
                  <a:gd name="connsiteX137-16979" fmla="*/ 1233054 w 10479637"/>
                  <a:gd name="connsiteY137-16980" fmla="*/ 6250168 h 10448096"/>
                  <a:gd name="connsiteX138-16981" fmla="*/ 1136072 w 10479637"/>
                  <a:gd name="connsiteY138-16982" fmla="*/ 6305586 h 10448096"/>
                  <a:gd name="connsiteX139-16983" fmla="*/ 706582 w 10479637"/>
                  <a:gd name="connsiteY139-16984" fmla="*/ 6264023 h 10448096"/>
                  <a:gd name="connsiteX140-16985" fmla="*/ 318654 w 10479637"/>
                  <a:gd name="connsiteY140-16986" fmla="*/ 6291732 h 10448096"/>
                  <a:gd name="connsiteX141-16987" fmla="*/ 96982 w 10479637"/>
                  <a:gd name="connsiteY141-16988" fmla="*/ 6444132 h 10448096"/>
                  <a:gd name="connsiteX142-16989" fmla="*/ 0 w 10479637"/>
                  <a:gd name="connsiteY142-16990" fmla="*/ 6347150 h 10448096"/>
                  <a:gd name="connsiteX143-16991" fmla="*/ 83127 w 10479637"/>
                  <a:gd name="connsiteY143-16992" fmla="*/ 6291732 h 10448096"/>
                  <a:gd name="connsiteX0-16993" fmla="*/ 83127 w 10479637"/>
                  <a:gd name="connsiteY0-16994" fmla="*/ 6291732 h 10448096"/>
                  <a:gd name="connsiteX1-16995" fmla="*/ 96982 w 10479637"/>
                  <a:gd name="connsiteY1-16996" fmla="*/ 5848386 h 10448096"/>
                  <a:gd name="connsiteX2-16997" fmla="*/ 401782 w 10479637"/>
                  <a:gd name="connsiteY2-16998" fmla="*/ 5585150 h 10448096"/>
                  <a:gd name="connsiteX3-16999" fmla="*/ 651163 w 10479637"/>
                  <a:gd name="connsiteY3-17000" fmla="*/ 5723696 h 10448096"/>
                  <a:gd name="connsiteX4-17001" fmla="*/ 858982 w 10479637"/>
                  <a:gd name="connsiteY4-17002" fmla="*/ 5557441 h 10448096"/>
                  <a:gd name="connsiteX5-17003" fmla="*/ 997527 w 10479637"/>
                  <a:gd name="connsiteY5-17004" fmla="*/ 5405041 h 10448096"/>
                  <a:gd name="connsiteX6-17005" fmla="*/ 1080654 w 10479637"/>
                  <a:gd name="connsiteY6-17006" fmla="*/ 5488168 h 10448096"/>
                  <a:gd name="connsiteX7-17007" fmla="*/ 1269312 w 10479637"/>
                  <a:gd name="connsiteY7-17008" fmla="*/ 5732834 h 10448096"/>
                  <a:gd name="connsiteX8-17009" fmla="*/ 1523116 w 10479637"/>
                  <a:gd name="connsiteY8-17010" fmla="*/ 5534154 h 10448096"/>
                  <a:gd name="connsiteX9-17011" fmla="*/ 1731818 w 10479637"/>
                  <a:gd name="connsiteY9-17012" fmla="*/ 5349623 h 10448096"/>
                  <a:gd name="connsiteX10-17013" fmla="*/ 2022763 w 10479637"/>
                  <a:gd name="connsiteY10-17014" fmla="*/ 5114096 h 10448096"/>
                  <a:gd name="connsiteX11-17015" fmla="*/ 2119745 w 10479637"/>
                  <a:gd name="connsiteY11-17016" fmla="*/ 4684605 h 10448096"/>
                  <a:gd name="connsiteX12-17017" fmla="*/ 2172511 w 10479637"/>
                  <a:gd name="connsiteY12-17018" fmla="*/ 4217972 h 10448096"/>
                  <a:gd name="connsiteX13-17019" fmla="*/ 2355272 w 10479637"/>
                  <a:gd name="connsiteY13-17020" fmla="*/ 3908750 h 10448096"/>
                  <a:gd name="connsiteX14-17021" fmla="*/ 2715491 w 10479637"/>
                  <a:gd name="connsiteY14-17022" fmla="*/ 3506968 h 10448096"/>
                  <a:gd name="connsiteX15-17023" fmla="*/ 2978727 w 10479637"/>
                  <a:gd name="connsiteY15-17024" fmla="*/ 3313005 h 10448096"/>
                  <a:gd name="connsiteX16-17025" fmla="*/ 3006436 w 10479637"/>
                  <a:gd name="connsiteY16-17026" fmla="*/ 2869659 h 10448096"/>
                  <a:gd name="connsiteX17-17027" fmla="*/ 3075709 w 10479637"/>
                  <a:gd name="connsiteY17-17028" fmla="*/ 2578714 h 10448096"/>
                  <a:gd name="connsiteX18-17029" fmla="*/ 3075709 w 10479637"/>
                  <a:gd name="connsiteY18-17030" fmla="*/ 2370896 h 10448096"/>
                  <a:gd name="connsiteX19-17031" fmla="*/ 3214254 w 10479637"/>
                  <a:gd name="connsiteY19-17032" fmla="*/ 2038386 h 10448096"/>
                  <a:gd name="connsiteX20-17033" fmla="*/ 3214254 w 10479637"/>
                  <a:gd name="connsiteY20-17034" fmla="*/ 1747441 h 10448096"/>
                  <a:gd name="connsiteX21-17035" fmla="*/ 3513454 w 10479637"/>
                  <a:gd name="connsiteY21-17036" fmla="*/ 1179405 h 10448096"/>
                  <a:gd name="connsiteX22-17037" fmla="*/ 3463636 w 10479637"/>
                  <a:gd name="connsiteY22-17038" fmla="*/ 805332 h 10448096"/>
                  <a:gd name="connsiteX23-17039" fmla="*/ 3491345 w 10479637"/>
                  <a:gd name="connsiteY23-17040" fmla="*/ 597514 h 10448096"/>
                  <a:gd name="connsiteX24-17041" fmla="*/ 3823854 w 10479637"/>
                  <a:gd name="connsiteY24-17042" fmla="*/ 237296 h 10448096"/>
                  <a:gd name="connsiteX25-17043" fmla="*/ 4017818 w 10479637"/>
                  <a:gd name="connsiteY25-17044" fmla="*/ 112605 h 10448096"/>
                  <a:gd name="connsiteX26-17045" fmla="*/ 4433454 w 10479637"/>
                  <a:gd name="connsiteY26-17046" fmla="*/ 348132 h 10448096"/>
                  <a:gd name="connsiteX27-17047" fmla="*/ 4599709 w 10479637"/>
                  <a:gd name="connsiteY27-17048" fmla="*/ 542096 h 10448096"/>
                  <a:gd name="connsiteX28-17049" fmla="*/ 5070763 w 10479637"/>
                  <a:gd name="connsiteY28-17050" fmla="*/ 597514 h 10448096"/>
                  <a:gd name="connsiteX29-17051" fmla="*/ 5391187 w 10479637"/>
                  <a:gd name="connsiteY29-17052" fmla="*/ 656763 h 10448096"/>
                  <a:gd name="connsiteX30-17053" fmla="*/ 5647937 w 10479637"/>
                  <a:gd name="connsiteY30-17054" fmla="*/ 673271 h 10448096"/>
                  <a:gd name="connsiteX31-17055" fmla="*/ 5860472 w 10479637"/>
                  <a:gd name="connsiteY31-17056" fmla="*/ 334277 h 10448096"/>
                  <a:gd name="connsiteX32-17057" fmla="*/ 6123709 w 10479637"/>
                  <a:gd name="connsiteY32-17058" fmla="*/ 375841 h 10448096"/>
                  <a:gd name="connsiteX33-17059" fmla="*/ 6594763 w 10479637"/>
                  <a:gd name="connsiteY33-17060" fmla="*/ 237296 h 10448096"/>
                  <a:gd name="connsiteX34-17061" fmla="*/ 6761018 w 10479637"/>
                  <a:gd name="connsiteY34-17062" fmla="*/ 181877 h 10448096"/>
                  <a:gd name="connsiteX35-17063" fmla="*/ 7038109 w 10479637"/>
                  <a:gd name="connsiteY35-17064" fmla="*/ 251150 h 10448096"/>
                  <a:gd name="connsiteX36-17065" fmla="*/ 7232072 w 10479637"/>
                  <a:gd name="connsiteY36-17066" fmla="*/ 71041 h 10448096"/>
                  <a:gd name="connsiteX37-17067" fmla="*/ 7363248 w 10479637"/>
                  <a:gd name="connsiteY37-17068" fmla="*/ 0 h 10448096"/>
                  <a:gd name="connsiteX38-17069" fmla="*/ 7606145 w 10479637"/>
                  <a:gd name="connsiteY38-17070" fmla="*/ 57186 h 10448096"/>
                  <a:gd name="connsiteX39-17071" fmla="*/ 7910945 w 10479637"/>
                  <a:gd name="connsiteY39-17072" fmla="*/ 181877 h 10448096"/>
                  <a:gd name="connsiteX40-17073" fmla="*/ 8312727 w 10479637"/>
                  <a:gd name="connsiteY40-17074" fmla="*/ 112605 h 10448096"/>
                  <a:gd name="connsiteX41-17075" fmla="*/ 8647005 w 10479637"/>
                  <a:gd name="connsiteY41-17076" fmla="*/ 449831 h 10448096"/>
                  <a:gd name="connsiteX42-17077" fmla="*/ 8908472 w 10479637"/>
                  <a:gd name="connsiteY42-17078" fmla="*/ 597514 h 10448096"/>
                  <a:gd name="connsiteX43-17079" fmla="*/ 9088582 w 10479637"/>
                  <a:gd name="connsiteY43-17080" fmla="*/ 500532 h 10448096"/>
                  <a:gd name="connsiteX44-17081" fmla="*/ 9351818 w 10479637"/>
                  <a:gd name="connsiteY44-17082" fmla="*/ 445114 h 10448096"/>
                  <a:gd name="connsiteX45-17083" fmla="*/ 9518072 w 10479637"/>
                  <a:gd name="connsiteY45-17084" fmla="*/ 420943 h 10448096"/>
                  <a:gd name="connsiteX46-17085" fmla="*/ 9646301 w 10479637"/>
                  <a:gd name="connsiteY46-17086" fmla="*/ 422711 h 10448096"/>
                  <a:gd name="connsiteX47-17087" fmla="*/ 10002982 w 10479637"/>
                  <a:gd name="connsiteY47-17088" fmla="*/ 846896 h 10448096"/>
                  <a:gd name="connsiteX48-17089" fmla="*/ 10238509 w 10479637"/>
                  <a:gd name="connsiteY48-17090" fmla="*/ 1040859 h 10448096"/>
                  <a:gd name="connsiteX49-17091" fmla="*/ 10224654 w 10479637"/>
                  <a:gd name="connsiteY49-17092" fmla="*/ 1304096 h 10448096"/>
                  <a:gd name="connsiteX50-17093" fmla="*/ 10238509 w 10479637"/>
                  <a:gd name="connsiteY50-17094" fmla="*/ 1498059 h 10448096"/>
                  <a:gd name="connsiteX51-17095" fmla="*/ 10280072 w 10479637"/>
                  <a:gd name="connsiteY51-17096" fmla="*/ 1622750 h 10448096"/>
                  <a:gd name="connsiteX52-17097" fmla="*/ 10479637 w 10479637"/>
                  <a:gd name="connsiteY52-17098" fmla="*/ 1773970 h 10448096"/>
                  <a:gd name="connsiteX53-17099" fmla="*/ 10099963 w 10479637"/>
                  <a:gd name="connsiteY53-17100" fmla="*/ 2315477 h 10448096"/>
                  <a:gd name="connsiteX54-17101" fmla="*/ 9781309 w 10479637"/>
                  <a:gd name="connsiteY54-17102" fmla="*/ 2551005 h 10448096"/>
                  <a:gd name="connsiteX55-17103" fmla="*/ 9601200 w 10479637"/>
                  <a:gd name="connsiteY55-17104" fmla="*/ 3479259 h 10448096"/>
                  <a:gd name="connsiteX56-17105" fmla="*/ 9601200 w 10479637"/>
                  <a:gd name="connsiteY56-17106" fmla="*/ 3770205 h 10448096"/>
                  <a:gd name="connsiteX57-17107" fmla="*/ 9365672 w 10479637"/>
                  <a:gd name="connsiteY57-17108" fmla="*/ 3964168 h 10448096"/>
                  <a:gd name="connsiteX58-17109" fmla="*/ 9310254 w 10479637"/>
                  <a:gd name="connsiteY58-17110" fmla="*/ 4130423 h 10448096"/>
                  <a:gd name="connsiteX59-17111" fmla="*/ 9199418 w 10479637"/>
                  <a:gd name="connsiteY59-17112" fmla="*/ 4338241 h 10448096"/>
                  <a:gd name="connsiteX60-17113" fmla="*/ 9268691 w 10479637"/>
                  <a:gd name="connsiteY60-17114" fmla="*/ 4504496 h 10448096"/>
                  <a:gd name="connsiteX61-17115" fmla="*/ 9337963 w 10479637"/>
                  <a:gd name="connsiteY61-17116" fmla="*/ 4712314 h 10448096"/>
                  <a:gd name="connsiteX62-17117" fmla="*/ 9382180 w 10479637"/>
                  <a:gd name="connsiteY62-17118" fmla="*/ 4968181 h 10448096"/>
                  <a:gd name="connsiteX63-17119" fmla="*/ 9434945 w 10479637"/>
                  <a:gd name="connsiteY63-17120" fmla="*/ 5266496 h 10448096"/>
                  <a:gd name="connsiteX64-17121" fmla="*/ 9462654 w 10479637"/>
                  <a:gd name="connsiteY64-17122" fmla="*/ 5668277 h 10448096"/>
                  <a:gd name="connsiteX65-17123" fmla="*/ 9587345 w 10479637"/>
                  <a:gd name="connsiteY65-17124" fmla="*/ 6028496 h 10448096"/>
                  <a:gd name="connsiteX66-17125" fmla="*/ 9545782 w 10479637"/>
                  <a:gd name="connsiteY66-17126" fmla="*/ 6430277 h 10448096"/>
                  <a:gd name="connsiteX67-17127" fmla="*/ 9933709 w 10479637"/>
                  <a:gd name="connsiteY67-17128" fmla="*/ 6915186 h 10448096"/>
                  <a:gd name="connsiteX68-17129" fmla="*/ 10094363 w 10479637"/>
                  <a:gd name="connsiteY68-17130" fmla="*/ 7274520 h 10448096"/>
                  <a:gd name="connsiteX69-17131" fmla="*/ 10232908 w 10479637"/>
                  <a:gd name="connsiteY69-17132" fmla="*/ 7568119 h 10448096"/>
                  <a:gd name="connsiteX70-17133" fmla="*/ 9670472 w 10479637"/>
                  <a:gd name="connsiteY70-17134" fmla="*/ 7594059 h 10448096"/>
                  <a:gd name="connsiteX71-17135" fmla="*/ 9337963 w 10479637"/>
                  <a:gd name="connsiteY71-17136" fmla="*/ 7704896 h 10448096"/>
                  <a:gd name="connsiteX72-17137" fmla="*/ 9102436 w 10479637"/>
                  <a:gd name="connsiteY72-17138" fmla="*/ 7843441 h 10448096"/>
                  <a:gd name="connsiteX73-17139" fmla="*/ 9019309 w 10479637"/>
                  <a:gd name="connsiteY73-17140" fmla="*/ 8051259 h 10448096"/>
                  <a:gd name="connsiteX74-17141" fmla="*/ 8956730 w 10479637"/>
                  <a:gd name="connsiteY74-17142" fmla="*/ 8148241 h 10448096"/>
                  <a:gd name="connsiteX75-17143" fmla="*/ 9027559 w 10479637"/>
                  <a:gd name="connsiteY75-17144" fmla="*/ 8577732 h 10448096"/>
                  <a:gd name="connsiteX76-17145" fmla="*/ 9030673 w 10479637"/>
                  <a:gd name="connsiteY76-17146" fmla="*/ 8811236 h 10448096"/>
                  <a:gd name="connsiteX77-17147" fmla="*/ 8991600 w 10479637"/>
                  <a:gd name="connsiteY77-17148" fmla="*/ 9021077 h 10448096"/>
                  <a:gd name="connsiteX78-17149" fmla="*/ 8894618 w 10479637"/>
                  <a:gd name="connsiteY78-17150" fmla="*/ 9325877 h 10448096"/>
                  <a:gd name="connsiteX79-17151" fmla="*/ 8922327 w 10479637"/>
                  <a:gd name="connsiteY79-17152" fmla="*/ 9589114 h 10448096"/>
                  <a:gd name="connsiteX80-17153" fmla="*/ 9144000 w 10479637"/>
                  <a:gd name="connsiteY80-17154" fmla="*/ 9755368 h 10448096"/>
                  <a:gd name="connsiteX81-17155" fmla="*/ 9353374 w 10479637"/>
                  <a:gd name="connsiteY81-17156" fmla="*/ 9906212 h 10448096"/>
                  <a:gd name="connsiteX82-17157" fmla="*/ 9529903 w 10479637"/>
                  <a:gd name="connsiteY82-17158" fmla="*/ 9958205 h 10448096"/>
                  <a:gd name="connsiteX83-17159" fmla="*/ 9625328 w 10479637"/>
                  <a:gd name="connsiteY83-17160" fmla="*/ 9844256 h 10448096"/>
                  <a:gd name="connsiteX84-17161" fmla="*/ 9667359 w 10479637"/>
                  <a:gd name="connsiteY84-17162" fmla="*/ 9856554 h 10448096"/>
                  <a:gd name="connsiteX85-17163" fmla="*/ 9668916 w 10479637"/>
                  <a:gd name="connsiteY85-17164" fmla="*/ 10309550 h 10448096"/>
                  <a:gd name="connsiteX86-17165" fmla="*/ 9495500 w 10479637"/>
                  <a:gd name="connsiteY86-17166" fmla="*/ 10359209 h 10448096"/>
                  <a:gd name="connsiteX87-17167" fmla="*/ 9310254 w 10479637"/>
                  <a:gd name="connsiteY87-17168" fmla="*/ 10448096 h 10448096"/>
                  <a:gd name="connsiteX88-17169" fmla="*/ 9227127 w 10479637"/>
                  <a:gd name="connsiteY88-17170" fmla="*/ 10295696 h 10448096"/>
                  <a:gd name="connsiteX89-17171" fmla="*/ 9033163 w 10479637"/>
                  <a:gd name="connsiteY89-17172" fmla="*/ 10046314 h 10448096"/>
                  <a:gd name="connsiteX90-17173" fmla="*/ 8825345 w 10479637"/>
                  <a:gd name="connsiteY90-17174" fmla="*/ 9866205 h 10448096"/>
                  <a:gd name="connsiteX91-17175" fmla="*/ 8534400 w 10479637"/>
                  <a:gd name="connsiteY91-17176" fmla="*/ 9755368 h 10448096"/>
                  <a:gd name="connsiteX92-17177" fmla="*/ 8423563 w 10479637"/>
                  <a:gd name="connsiteY92-17178" fmla="*/ 9699950 h 10448096"/>
                  <a:gd name="connsiteX93-17179" fmla="*/ 8285018 w 10479637"/>
                  <a:gd name="connsiteY93-17180" fmla="*/ 9533696 h 10448096"/>
                  <a:gd name="connsiteX94-17181" fmla="*/ 8257309 w 10479637"/>
                  <a:gd name="connsiteY94-17182" fmla="*/ 9395150 h 10448096"/>
                  <a:gd name="connsiteX95-17183" fmla="*/ 8146472 w 10479637"/>
                  <a:gd name="connsiteY95-17184" fmla="*/ 9409005 h 10448096"/>
                  <a:gd name="connsiteX96-17185" fmla="*/ 8091054 w 10479637"/>
                  <a:gd name="connsiteY96-17186" fmla="*/ 9630677 h 10448096"/>
                  <a:gd name="connsiteX97-17187" fmla="*/ 7806336 w 10479637"/>
                  <a:gd name="connsiteY97-17188" fmla="*/ 9636437 h 10448096"/>
                  <a:gd name="connsiteX98-17189" fmla="*/ 7567694 w 10479637"/>
                  <a:gd name="connsiteY98-17190" fmla="*/ 9573236 h 10448096"/>
                  <a:gd name="connsiteX99-17191" fmla="*/ 7466043 w 10479637"/>
                  <a:gd name="connsiteY99-17192" fmla="*/ 9524511 h 10448096"/>
                  <a:gd name="connsiteX100-17193" fmla="*/ 7439891 w 10479637"/>
                  <a:gd name="connsiteY100-17194" fmla="*/ 9215041 h 10448096"/>
                  <a:gd name="connsiteX101-17195" fmla="*/ 7397859 w 10479637"/>
                  <a:gd name="connsiteY101-17196" fmla="*/ 9409005 h 10448096"/>
                  <a:gd name="connsiteX102-17197" fmla="*/ 7287491 w 10479637"/>
                  <a:gd name="connsiteY102-17198" fmla="*/ 9503028 h 10448096"/>
                  <a:gd name="connsiteX103-17199" fmla="*/ 7221797 w 10479637"/>
                  <a:gd name="connsiteY103-17200" fmla="*/ 9175034 h 10448096"/>
                  <a:gd name="connsiteX104-17201" fmla="*/ 6954982 w 10479637"/>
                  <a:gd name="connsiteY104-17202" fmla="*/ 9242750 h 10448096"/>
                  <a:gd name="connsiteX105-17203" fmla="*/ 6710737 w 10479637"/>
                  <a:gd name="connsiteY105-17204" fmla="*/ 9315137 h 10448096"/>
                  <a:gd name="connsiteX106-17205" fmla="*/ 6674777 w 10479637"/>
                  <a:gd name="connsiteY106-17206" fmla="*/ 9116036 h 10448096"/>
                  <a:gd name="connsiteX107-17207" fmla="*/ 6511636 w 10479637"/>
                  <a:gd name="connsiteY107-17208" fmla="*/ 9007223 h 10448096"/>
                  <a:gd name="connsiteX108-17209" fmla="*/ 6428509 w 10479637"/>
                  <a:gd name="connsiteY108-17210" fmla="*/ 9007223 h 10448096"/>
                  <a:gd name="connsiteX109-17211" fmla="*/ 6325922 w 10479637"/>
                  <a:gd name="connsiteY109-17212" fmla="*/ 9110431 h 10448096"/>
                  <a:gd name="connsiteX110-17213" fmla="*/ 6167763 w 10479637"/>
                  <a:gd name="connsiteY110-17214" fmla="*/ 9031351 h 10448096"/>
                  <a:gd name="connsiteX111-17215" fmla="*/ 6002132 w 10479637"/>
                  <a:gd name="connsiteY111-17216" fmla="*/ 9146858 h 10448096"/>
                  <a:gd name="connsiteX112-17217" fmla="*/ 5749636 w 10479637"/>
                  <a:gd name="connsiteY112-17218" fmla="*/ 9104205 h 10448096"/>
                  <a:gd name="connsiteX113-17219" fmla="*/ 5674760 w 10479637"/>
                  <a:gd name="connsiteY113-17220" fmla="*/ 9135028 h 10448096"/>
                  <a:gd name="connsiteX114-17221" fmla="*/ 5507415 w 10479637"/>
                  <a:gd name="connsiteY114-17222" fmla="*/ 9181261 h 10448096"/>
                  <a:gd name="connsiteX115-17223" fmla="*/ 5505859 w 10479637"/>
                  <a:gd name="connsiteY115-17224" fmla="*/ 8924096 h 10448096"/>
                  <a:gd name="connsiteX116-17225" fmla="*/ 5505857 w 10479637"/>
                  <a:gd name="connsiteY116-17226" fmla="*/ 8688101 h 10448096"/>
                  <a:gd name="connsiteX117-17227" fmla="*/ 5336024 w 10479637"/>
                  <a:gd name="connsiteY117-17228" fmla="*/ 8386416 h 10448096"/>
                  <a:gd name="connsiteX118-17229" fmla="*/ 5230324 w 10479637"/>
                  <a:gd name="connsiteY118-17230" fmla="*/ 8135944 h 10448096"/>
                  <a:gd name="connsiteX119-17231" fmla="*/ 5317031 w 10479637"/>
                  <a:gd name="connsiteY119-17232" fmla="*/ 7663332 h 10448096"/>
                  <a:gd name="connsiteX120-17233" fmla="*/ 5201059 w 10479637"/>
                  <a:gd name="connsiteY120-17234" fmla="*/ 7373476 h 10448096"/>
                  <a:gd name="connsiteX121-17235" fmla="*/ 5250872 w 10479637"/>
                  <a:gd name="connsiteY121-17236" fmla="*/ 7123005 h 10448096"/>
                  <a:gd name="connsiteX122-17237" fmla="*/ 5245735 w 10479637"/>
                  <a:gd name="connsiteY122-17238" fmla="*/ 7071789 h 10448096"/>
                  <a:gd name="connsiteX123-17239" fmla="*/ 4577603 w 10479637"/>
                  <a:gd name="connsiteY123-17240" fmla="*/ 7067120 h 10448096"/>
                  <a:gd name="connsiteX124-17241" fmla="*/ 4528412 w 10479637"/>
                  <a:gd name="connsiteY124-17242" fmla="*/ 6893704 h 10448096"/>
                  <a:gd name="connsiteX125-17243" fmla="*/ 4038834 w 10479637"/>
                  <a:gd name="connsiteY125-17244" fmla="*/ 6869576 h 10448096"/>
                  <a:gd name="connsiteX126-17245" fmla="*/ 3976254 w 10479637"/>
                  <a:gd name="connsiteY126-17246" fmla="*/ 7123005 h 10448096"/>
                  <a:gd name="connsiteX127-17247" fmla="*/ 3932667 w 10479637"/>
                  <a:gd name="connsiteY127-17248" fmla="*/ 7334403 h 10448096"/>
                  <a:gd name="connsiteX128-17249" fmla="*/ 3884155 w 10479637"/>
                  <a:gd name="connsiteY128-17250" fmla="*/ 7456604 h 10448096"/>
                  <a:gd name="connsiteX129-17251" fmla="*/ 3572499 w 10479637"/>
                  <a:gd name="connsiteY129-17252" fmla="*/ 7418574 h 10448096"/>
                  <a:gd name="connsiteX130-17253" fmla="*/ 3311236 w 10479637"/>
                  <a:gd name="connsiteY130-17254" fmla="*/ 7455514 h 10448096"/>
                  <a:gd name="connsiteX131-17255" fmla="*/ 2921540 w 10479637"/>
                  <a:gd name="connsiteY131-17256" fmla="*/ 7467599 h 10448096"/>
                  <a:gd name="connsiteX132-17257" fmla="*/ 2784763 w 10479637"/>
                  <a:gd name="connsiteY132-17258" fmla="*/ 7192277 h 10448096"/>
                  <a:gd name="connsiteX133-17259" fmla="*/ 2604654 w 10479637"/>
                  <a:gd name="connsiteY133-17260" fmla="*/ 6915186 h 10448096"/>
                  <a:gd name="connsiteX134-17261" fmla="*/ 2410691 w 10479637"/>
                  <a:gd name="connsiteY134-17262" fmla="*/ 6416423 h 10448096"/>
                  <a:gd name="connsiteX135-17263" fmla="*/ 2327563 w 10479637"/>
                  <a:gd name="connsiteY135-17264" fmla="*/ 6277877 h 10448096"/>
                  <a:gd name="connsiteX136-17265" fmla="*/ 1662545 w 10479637"/>
                  <a:gd name="connsiteY136-17266" fmla="*/ 6250168 h 10448096"/>
                  <a:gd name="connsiteX137-17267" fmla="*/ 1233054 w 10479637"/>
                  <a:gd name="connsiteY137-17268" fmla="*/ 6250168 h 10448096"/>
                  <a:gd name="connsiteX138-17269" fmla="*/ 1136072 w 10479637"/>
                  <a:gd name="connsiteY138-17270" fmla="*/ 6305586 h 10448096"/>
                  <a:gd name="connsiteX139-17271" fmla="*/ 706582 w 10479637"/>
                  <a:gd name="connsiteY139-17272" fmla="*/ 6264023 h 10448096"/>
                  <a:gd name="connsiteX140-17273" fmla="*/ 318654 w 10479637"/>
                  <a:gd name="connsiteY140-17274" fmla="*/ 6291732 h 10448096"/>
                  <a:gd name="connsiteX141-17275" fmla="*/ 96982 w 10479637"/>
                  <a:gd name="connsiteY141-17276" fmla="*/ 6444132 h 10448096"/>
                  <a:gd name="connsiteX142-17277" fmla="*/ 0 w 10479637"/>
                  <a:gd name="connsiteY142-17278" fmla="*/ 6347150 h 10448096"/>
                  <a:gd name="connsiteX143-17279" fmla="*/ 83127 w 10479637"/>
                  <a:gd name="connsiteY143-17280" fmla="*/ 6291732 h 10448096"/>
                  <a:gd name="connsiteX0-17281" fmla="*/ 83127 w 10479637"/>
                  <a:gd name="connsiteY0-17282" fmla="*/ 6291732 h 10448096"/>
                  <a:gd name="connsiteX1-17283" fmla="*/ 96982 w 10479637"/>
                  <a:gd name="connsiteY1-17284" fmla="*/ 5848386 h 10448096"/>
                  <a:gd name="connsiteX2-17285" fmla="*/ 401782 w 10479637"/>
                  <a:gd name="connsiteY2-17286" fmla="*/ 5585150 h 10448096"/>
                  <a:gd name="connsiteX3-17287" fmla="*/ 651163 w 10479637"/>
                  <a:gd name="connsiteY3-17288" fmla="*/ 5723696 h 10448096"/>
                  <a:gd name="connsiteX4-17289" fmla="*/ 858982 w 10479637"/>
                  <a:gd name="connsiteY4-17290" fmla="*/ 5557441 h 10448096"/>
                  <a:gd name="connsiteX5-17291" fmla="*/ 997527 w 10479637"/>
                  <a:gd name="connsiteY5-17292" fmla="*/ 5405041 h 10448096"/>
                  <a:gd name="connsiteX6-17293" fmla="*/ 1080654 w 10479637"/>
                  <a:gd name="connsiteY6-17294" fmla="*/ 5488168 h 10448096"/>
                  <a:gd name="connsiteX7-17295" fmla="*/ 1269312 w 10479637"/>
                  <a:gd name="connsiteY7-17296" fmla="*/ 5732834 h 10448096"/>
                  <a:gd name="connsiteX8-17297" fmla="*/ 1523116 w 10479637"/>
                  <a:gd name="connsiteY8-17298" fmla="*/ 5534154 h 10448096"/>
                  <a:gd name="connsiteX9-17299" fmla="*/ 1731818 w 10479637"/>
                  <a:gd name="connsiteY9-17300" fmla="*/ 5349623 h 10448096"/>
                  <a:gd name="connsiteX10-17301" fmla="*/ 2022763 w 10479637"/>
                  <a:gd name="connsiteY10-17302" fmla="*/ 5114096 h 10448096"/>
                  <a:gd name="connsiteX11-17303" fmla="*/ 2119745 w 10479637"/>
                  <a:gd name="connsiteY11-17304" fmla="*/ 4684605 h 10448096"/>
                  <a:gd name="connsiteX12-17305" fmla="*/ 2172511 w 10479637"/>
                  <a:gd name="connsiteY12-17306" fmla="*/ 4217972 h 10448096"/>
                  <a:gd name="connsiteX13-17307" fmla="*/ 2355272 w 10479637"/>
                  <a:gd name="connsiteY13-17308" fmla="*/ 3908750 h 10448096"/>
                  <a:gd name="connsiteX14-17309" fmla="*/ 2715491 w 10479637"/>
                  <a:gd name="connsiteY14-17310" fmla="*/ 3506968 h 10448096"/>
                  <a:gd name="connsiteX15-17311" fmla="*/ 2978727 w 10479637"/>
                  <a:gd name="connsiteY15-17312" fmla="*/ 3313005 h 10448096"/>
                  <a:gd name="connsiteX16-17313" fmla="*/ 3006436 w 10479637"/>
                  <a:gd name="connsiteY16-17314" fmla="*/ 2869659 h 10448096"/>
                  <a:gd name="connsiteX17-17315" fmla="*/ 3075709 w 10479637"/>
                  <a:gd name="connsiteY17-17316" fmla="*/ 2578714 h 10448096"/>
                  <a:gd name="connsiteX18-17317" fmla="*/ 3075709 w 10479637"/>
                  <a:gd name="connsiteY18-17318" fmla="*/ 2370896 h 10448096"/>
                  <a:gd name="connsiteX19-17319" fmla="*/ 3214254 w 10479637"/>
                  <a:gd name="connsiteY19-17320" fmla="*/ 2038386 h 10448096"/>
                  <a:gd name="connsiteX20-17321" fmla="*/ 3214254 w 10479637"/>
                  <a:gd name="connsiteY20-17322" fmla="*/ 1747441 h 10448096"/>
                  <a:gd name="connsiteX21-17323" fmla="*/ 3513454 w 10479637"/>
                  <a:gd name="connsiteY21-17324" fmla="*/ 1179405 h 10448096"/>
                  <a:gd name="connsiteX22-17325" fmla="*/ 3463636 w 10479637"/>
                  <a:gd name="connsiteY22-17326" fmla="*/ 805332 h 10448096"/>
                  <a:gd name="connsiteX23-17327" fmla="*/ 3491345 w 10479637"/>
                  <a:gd name="connsiteY23-17328" fmla="*/ 597514 h 10448096"/>
                  <a:gd name="connsiteX24-17329" fmla="*/ 3823854 w 10479637"/>
                  <a:gd name="connsiteY24-17330" fmla="*/ 237296 h 10448096"/>
                  <a:gd name="connsiteX25-17331" fmla="*/ 4017818 w 10479637"/>
                  <a:gd name="connsiteY25-17332" fmla="*/ 112605 h 10448096"/>
                  <a:gd name="connsiteX26-17333" fmla="*/ 4433454 w 10479637"/>
                  <a:gd name="connsiteY26-17334" fmla="*/ 348132 h 10448096"/>
                  <a:gd name="connsiteX27-17335" fmla="*/ 4599709 w 10479637"/>
                  <a:gd name="connsiteY27-17336" fmla="*/ 542096 h 10448096"/>
                  <a:gd name="connsiteX28-17337" fmla="*/ 5070763 w 10479637"/>
                  <a:gd name="connsiteY28-17338" fmla="*/ 597514 h 10448096"/>
                  <a:gd name="connsiteX29-17339" fmla="*/ 5391187 w 10479637"/>
                  <a:gd name="connsiteY29-17340" fmla="*/ 656763 h 10448096"/>
                  <a:gd name="connsiteX30-17341" fmla="*/ 5647937 w 10479637"/>
                  <a:gd name="connsiteY30-17342" fmla="*/ 673271 h 10448096"/>
                  <a:gd name="connsiteX31-17343" fmla="*/ 5860472 w 10479637"/>
                  <a:gd name="connsiteY31-17344" fmla="*/ 334277 h 10448096"/>
                  <a:gd name="connsiteX32-17345" fmla="*/ 6123709 w 10479637"/>
                  <a:gd name="connsiteY32-17346" fmla="*/ 375841 h 10448096"/>
                  <a:gd name="connsiteX33-17347" fmla="*/ 6594763 w 10479637"/>
                  <a:gd name="connsiteY33-17348" fmla="*/ 237296 h 10448096"/>
                  <a:gd name="connsiteX34-17349" fmla="*/ 6761018 w 10479637"/>
                  <a:gd name="connsiteY34-17350" fmla="*/ 181877 h 10448096"/>
                  <a:gd name="connsiteX35-17351" fmla="*/ 7038109 w 10479637"/>
                  <a:gd name="connsiteY35-17352" fmla="*/ 251150 h 10448096"/>
                  <a:gd name="connsiteX36-17353" fmla="*/ 7232072 w 10479637"/>
                  <a:gd name="connsiteY36-17354" fmla="*/ 71041 h 10448096"/>
                  <a:gd name="connsiteX37-17355" fmla="*/ 7363248 w 10479637"/>
                  <a:gd name="connsiteY37-17356" fmla="*/ 0 h 10448096"/>
                  <a:gd name="connsiteX38-17357" fmla="*/ 7606145 w 10479637"/>
                  <a:gd name="connsiteY38-17358" fmla="*/ 57186 h 10448096"/>
                  <a:gd name="connsiteX39-17359" fmla="*/ 7910945 w 10479637"/>
                  <a:gd name="connsiteY39-17360" fmla="*/ 181877 h 10448096"/>
                  <a:gd name="connsiteX40-17361" fmla="*/ 8312727 w 10479637"/>
                  <a:gd name="connsiteY40-17362" fmla="*/ 112605 h 10448096"/>
                  <a:gd name="connsiteX41-17363" fmla="*/ 8647005 w 10479637"/>
                  <a:gd name="connsiteY41-17364" fmla="*/ 449831 h 10448096"/>
                  <a:gd name="connsiteX42-17365" fmla="*/ 8908472 w 10479637"/>
                  <a:gd name="connsiteY42-17366" fmla="*/ 597514 h 10448096"/>
                  <a:gd name="connsiteX43-17367" fmla="*/ 9088582 w 10479637"/>
                  <a:gd name="connsiteY43-17368" fmla="*/ 500532 h 10448096"/>
                  <a:gd name="connsiteX44-17369" fmla="*/ 9351818 w 10479637"/>
                  <a:gd name="connsiteY44-17370" fmla="*/ 445114 h 10448096"/>
                  <a:gd name="connsiteX45-17371" fmla="*/ 9518072 w 10479637"/>
                  <a:gd name="connsiteY45-17372" fmla="*/ 420943 h 10448096"/>
                  <a:gd name="connsiteX46-17373" fmla="*/ 9646301 w 10479637"/>
                  <a:gd name="connsiteY46-17374" fmla="*/ 422711 h 10448096"/>
                  <a:gd name="connsiteX47-17375" fmla="*/ 10002982 w 10479637"/>
                  <a:gd name="connsiteY47-17376" fmla="*/ 846896 h 10448096"/>
                  <a:gd name="connsiteX48-17377" fmla="*/ 10238509 w 10479637"/>
                  <a:gd name="connsiteY48-17378" fmla="*/ 1040859 h 10448096"/>
                  <a:gd name="connsiteX49-17379" fmla="*/ 10224654 w 10479637"/>
                  <a:gd name="connsiteY49-17380" fmla="*/ 1304096 h 10448096"/>
                  <a:gd name="connsiteX50-17381" fmla="*/ 10238509 w 10479637"/>
                  <a:gd name="connsiteY50-17382" fmla="*/ 1498059 h 10448096"/>
                  <a:gd name="connsiteX51-17383" fmla="*/ 10280072 w 10479637"/>
                  <a:gd name="connsiteY51-17384" fmla="*/ 1622750 h 10448096"/>
                  <a:gd name="connsiteX52-17385" fmla="*/ 10479637 w 10479637"/>
                  <a:gd name="connsiteY52-17386" fmla="*/ 1773970 h 10448096"/>
                  <a:gd name="connsiteX53-17387" fmla="*/ 10099963 w 10479637"/>
                  <a:gd name="connsiteY53-17388" fmla="*/ 2315477 h 10448096"/>
                  <a:gd name="connsiteX54-17389" fmla="*/ 9781309 w 10479637"/>
                  <a:gd name="connsiteY54-17390" fmla="*/ 2551005 h 10448096"/>
                  <a:gd name="connsiteX55-17391" fmla="*/ 9601200 w 10479637"/>
                  <a:gd name="connsiteY55-17392" fmla="*/ 3479259 h 10448096"/>
                  <a:gd name="connsiteX56-17393" fmla="*/ 9601200 w 10479637"/>
                  <a:gd name="connsiteY56-17394" fmla="*/ 3770205 h 10448096"/>
                  <a:gd name="connsiteX57-17395" fmla="*/ 9365672 w 10479637"/>
                  <a:gd name="connsiteY57-17396" fmla="*/ 3964168 h 10448096"/>
                  <a:gd name="connsiteX58-17397" fmla="*/ 9310254 w 10479637"/>
                  <a:gd name="connsiteY58-17398" fmla="*/ 4130423 h 10448096"/>
                  <a:gd name="connsiteX59-17399" fmla="*/ 9199418 w 10479637"/>
                  <a:gd name="connsiteY59-17400" fmla="*/ 4338241 h 10448096"/>
                  <a:gd name="connsiteX60-17401" fmla="*/ 9268691 w 10479637"/>
                  <a:gd name="connsiteY60-17402" fmla="*/ 4504496 h 10448096"/>
                  <a:gd name="connsiteX61-17403" fmla="*/ 9337963 w 10479637"/>
                  <a:gd name="connsiteY61-17404" fmla="*/ 4712314 h 10448096"/>
                  <a:gd name="connsiteX62-17405" fmla="*/ 9382180 w 10479637"/>
                  <a:gd name="connsiteY62-17406" fmla="*/ 4968181 h 10448096"/>
                  <a:gd name="connsiteX63-17407" fmla="*/ 9434945 w 10479637"/>
                  <a:gd name="connsiteY63-17408" fmla="*/ 5266496 h 10448096"/>
                  <a:gd name="connsiteX64-17409" fmla="*/ 9462654 w 10479637"/>
                  <a:gd name="connsiteY64-17410" fmla="*/ 5668277 h 10448096"/>
                  <a:gd name="connsiteX65-17411" fmla="*/ 9587345 w 10479637"/>
                  <a:gd name="connsiteY65-17412" fmla="*/ 6028496 h 10448096"/>
                  <a:gd name="connsiteX66-17413" fmla="*/ 9545782 w 10479637"/>
                  <a:gd name="connsiteY66-17414" fmla="*/ 6430277 h 10448096"/>
                  <a:gd name="connsiteX67-17415" fmla="*/ 9933709 w 10479637"/>
                  <a:gd name="connsiteY67-17416" fmla="*/ 6915186 h 10448096"/>
                  <a:gd name="connsiteX68-17417" fmla="*/ 10094363 w 10479637"/>
                  <a:gd name="connsiteY68-17418" fmla="*/ 7274520 h 10448096"/>
                  <a:gd name="connsiteX69-17419" fmla="*/ 10232908 w 10479637"/>
                  <a:gd name="connsiteY69-17420" fmla="*/ 7568119 h 10448096"/>
                  <a:gd name="connsiteX70-17421" fmla="*/ 9670472 w 10479637"/>
                  <a:gd name="connsiteY70-17422" fmla="*/ 7594059 h 10448096"/>
                  <a:gd name="connsiteX71-17423" fmla="*/ 9337963 w 10479637"/>
                  <a:gd name="connsiteY71-17424" fmla="*/ 7704896 h 10448096"/>
                  <a:gd name="connsiteX72-17425" fmla="*/ 9102436 w 10479637"/>
                  <a:gd name="connsiteY72-17426" fmla="*/ 7843441 h 10448096"/>
                  <a:gd name="connsiteX73-17427" fmla="*/ 9019309 w 10479637"/>
                  <a:gd name="connsiteY73-17428" fmla="*/ 8051259 h 10448096"/>
                  <a:gd name="connsiteX74-17429" fmla="*/ 8956730 w 10479637"/>
                  <a:gd name="connsiteY74-17430" fmla="*/ 8148241 h 10448096"/>
                  <a:gd name="connsiteX75-17431" fmla="*/ 9027559 w 10479637"/>
                  <a:gd name="connsiteY75-17432" fmla="*/ 8577732 h 10448096"/>
                  <a:gd name="connsiteX76-17433" fmla="*/ 9030673 w 10479637"/>
                  <a:gd name="connsiteY76-17434" fmla="*/ 8811236 h 10448096"/>
                  <a:gd name="connsiteX77-17435" fmla="*/ 8991600 w 10479637"/>
                  <a:gd name="connsiteY77-17436" fmla="*/ 9021077 h 10448096"/>
                  <a:gd name="connsiteX78-17437" fmla="*/ 8894618 w 10479637"/>
                  <a:gd name="connsiteY78-17438" fmla="*/ 9325877 h 10448096"/>
                  <a:gd name="connsiteX79-17439" fmla="*/ 8922327 w 10479637"/>
                  <a:gd name="connsiteY79-17440" fmla="*/ 9589114 h 10448096"/>
                  <a:gd name="connsiteX80-17441" fmla="*/ 9144000 w 10479637"/>
                  <a:gd name="connsiteY80-17442" fmla="*/ 9755368 h 10448096"/>
                  <a:gd name="connsiteX81-17443" fmla="*/ 9353374 w 10479637"/>
                  <a:gd name="connsiteY81-17444" fmla="*/ 9906212 h 10448096"/>
                  <a:gd name="connsiteX82-17445" fmla="*/ 9529903 w 10479637"/>
                  <a:gd name="connsiteY82-17446" fmla="*/ 9958205 h 10448096"/>
                  <a:gd name="connsiteX83-17447" fmla="*/ 9625328 w 10479637"/>
                  <a:gd name="connsiteY83-17448" fmla="*/ 9844256 h 10448096"/>
                  <a:gd name="connsiteX84-17449" fmla="*/ 9667359 w 10479637"/>
                  <a:gd name="connsiteY84-17450" fmla="*/ 9856554 h 10448096"/>
                  <a:gd name="connsiteX85-17451" fmla="*/ 9668916 w 10479637"/>
                  <a:gd name="connsiteY85-17452" fmla="*/ 10309550 h 10448096"/>
                  <a:gd name="connsiteX86-17453" fmla="*/ 9495500 w 10479637"/>
                  <a:gd name="connsiteY86-17454" fmla="*/ 10359209 h 10448096"/>
                  <a:gd name="connsiteX87-17455" fmla="*/ 9310254 w 10479637"/>
                  <a:gd name="connsiteY87-17456" fmla="*/ 10448096 h 10448096"/>
                  <a:gd name="connsiteX88-17457" fmla="*/ 9227127 w 10479637"/>
                  <a:gd name="connsiteY88-17458" fmla="*/ 10295696 h 10448096"/>
                  <a:gd name="connsiteX89-17459" fmla="*/ 9033163 w 10479637"/>
                  <a:gd name="connsiteY89-17460" fmla="*/ 10046314 h 10448096"/>
                  <a:gd name="connsiteX90-17461" fmla="*/ 8825345 w 10479637"/>
                  <a:gd name="connsiteY90-17462" fmla="*/ 9866205 h 10448096"/>
                  <a:gd name="connsiteX91-17463" fmla="*/ 8534400 w 10479637"/>
                  <a:gd name="connsiteY91-17464" fmla="*/ 9755368 h 10448096"/>
                  <a:gd name="connsiteX92-17465" fmla="*/ 8423563 w 10479637"/>
                  <a:gd name="connsiteY92-17466" fmla="*/ 9699950 h 10448096"/>
                  <a:gd name="connsiteX93-17467" fmla="*/ 8285018 w 10479637"/>
                  <a:gd name="connsiteY93-17468" fmla="*/ 9533696 h 10448096"/>
                  <a:gd name="connsiteX94-17469" fmla="*/ 8257309 w 10479637"/>
                  <a:gd name="connsiteY94-17470" fmla="*/ 9395150 h 10448096"/>
                  <a:gd name="connsiteX95-17471" fmla="*/ 8146472 w 10479637"/>
                  <a:gd name="connsiteY95-17472" fmla="*/ 9409005 h 10448096"/>
                  <a:gd name="connsiteX96-17473" fmla="*/ 8091054 w 10479637"/>
                  <a:gd name="connsiteY96-17474" fmla="*/ 9630677 h 10448096"/>
                  <a:gd name="connsiteX97-17475" fmla="*/ 7806336 w 10479637"/>
                  <a:gd name="connsiteY97-17476" fmla="*/ 9636437 h 10448096"/>
                  <a:gd name="connsiteX98-17477" fmla="*/ 7567694 w 10479637"/>
                  <a:gd name="connsiteY98-17478" fmla="*/ 9573236 h 10448096"/>
                  <a:gd name="connsiteX99-17479" fmla="*/ 7466043 w 10479637"/>
                  <a:gd name="connsiteY99-17480" fmla="*/ 9524511 h 10448096"/>
                  <a:gd name="connsiteX100-17481" fmla="*/ 7439891 w 10479637"/>
                  <a:gd name="connsiteY100-17482" fmla="*/ 9215041 h 10448096"/>
                  <a:gd name="connsiteX101-17483" fmla="*/ 7397859 w 10479637"/>
                  <a:gd name="connsiteY101-17484" fmla="*/ 9409005 h 10448096"/>
                  <a:gd name="connsiteX102-17485" fmla="*/ 7287491 w 10479637"/>
                  <a:gd name="connsiteY102-17486" fmla="*/ 9503028 h 10448096"/>
                  <a:gd name="connsiteX103-17487" fmla="*/ 7221797 w 10479637"/>
                  <a:gd name="connsiteY103-17488" fmla="*/ 9175034 h 10448096"/>
                  <a:gd name="connsiteX104-17489" fmla="*/ 6954982 w 10479637"/>
                  <a:gd name="connsiteY104-17490" fmla="*/ 9242750 h 10448096"/>
                  <a:gd name="connsiteX105-17491" fmla="*/ 6710737 w 10479637"/>
                  <a:gd name="connsiteY105-17492" fmla="*/ 9315137 h 10448096"/>
                  <a:gd name="connsiteX106-17493" fmla="*/ 6674777 w 10479637"/>
                  <a:gd name="connsiteY106-17494" fmla="*/ 9116036 h 10448096"/>
                  <a:gd name="connsiteX107-17495" fmla="*/ 6511636 w 10479637"/>
                  <a:gd name="connsiteY107-17496" fmla="*/ 9007223 h 10448096"/>
                  <a:gd name="connsiteX108-17497" fmla="*/ 6428509 w 10479637"/>
                  <a:gd name="connsiteY108-17498" fmla="*/ 9007223 h 10448096"/>
                  <a:gd name="connsiteX109-17499" fmla="*/ 6325922 w 10479637"/>
                  <a:gd name="connsiteY109-17500" fmla="*/ 9110431 h 10448096"/>
                  <a:gd name="connsiteX110-17501" fmla="*/ 6167763 w 10479637"/>
                  <a:gd name="connsiteY110-17502" fmla="*/ 9031351 h 10448096"/>
                  <a:gd name="connsiteX111-17503" fmla="*/ 6002132 w 10479637"/>
                  <a:gd name="connsiteY111-17504" fmla="*/ 9146858 h 10448096"/>
                  <a:gd name="connsiteX112-17505" fmla="*/ 5749636 w 10479637"/>
                  <a:gd name="connsiteY112-17506" fmla="*/ 9104205 h 10448096"/>
                  <a:gd name="connsiteX113-17507" fmla="*/ 5674760 w 10479637"/>
                  <a:gd name="connsiteY113-17508" fmla="*/ 9135028 h 10448096"/>
                  <a:gd name="connsiteX114-17509" fmla="*/ 5507415 w 10479637"/>
                  <a:gd name="connsiteY114-17510" fmla="*/ 9181261 h 10448096"/>
                  <a:gd name="connsiteX115-17511" fmla="*/ 5505859 w 10479637"/>
                  <a:gd name="connsiteY115-17512" fmla="*/ 8924096 h 10448096"/>
                  <a:gd name="connsiteX116-17513" fmla="*/ 5505857 w 10479637"/>
                  <a:gd name="connsiteY116-17514" fmla="*/ 8688101 h 10448096"/>
                  <a:gd name="connsiteX117-17515" fmla="*/ 5336024 w 10479637"/>
                  <a:gd name="connsiteY117-17516" fmla="*/ 8386416 h 10448096"/>
                  <a:gd name="connsiteX118-17517" fmla="*/ 5230324 w 10479637"/>
                  <a:gd name="connsiteY118-17518" fmla="*/ 8135944 h 10448096"/>
                  <a:gd name="connsiteX119-17519" fmla="*/ 5317031 w 10479637"/>
                  <a:gd name="connsiteY119-17520" fmla="*/ 7663332 h 10448096"/>
                  <a:gd name="connsiteX120-17521" fmla="*/ 5201059 w 10479637"/>
                  <a:gd name="connsiteY120-17522" fmla="*/ 7373476 h 10448096"/>
                  <a:gd name="connsiteX121-17523" fmla="*/ 5250872 w 10479637"/>
                  <a:gd name="connsiteY121-17524" fmla="*/ 7123005 h 10448096"/>
                  <a:gd name="connsiteX122-17525" fmla="*/ 5245735 w 10479637"/>
                  <a:gd name="connsiteY122-17526" fmla="*/ 7071789 h 10448096"/>
                  <a:gd name="connsiteX123-17527" fmla="*/ 4577603 w 10479637"/>
                  <a:gd name="connsiteY123-17528" fmla="*/ 7067120 h 10448096"/>
                  <a:gd name="connsiteX124-17529" fmla="*/ 4528412 w 10479637"/>
                  <a:gd name="connsiteY124-17530" fmla="*/ 6893704 h 10448096"/>
                  <a:gd name="connsiteX125-17531" fmla="*/ 4038834 w 10479637"/>
                  <a:gd name="connsiteY125-17532" fmla="*/ 6869576 h 10448096"/>
                  <a:gd name="connsiteX126-17533" fmla="*/ 3976254 w 10479637"/>
                  <a:gd name="connsiteY126-17534" fmla="*/ 7123005 h 10448096"/>
                  <a:gd name="connsiteX127-17535" fmla="*/ 3932667 w 10479637"/>
                  <a:gd name="connsiteY127-17536" fmla="*/ 7334403 h 10448096"/>
                  <a:gd name="connsiteX128-17537" fmla="*/ 3884155 w 10479637"/>
                  <a:gd name="connsiteY128-17538" fmla="*/ 7456604 h 10448096"/>
                  <a:gd name="connsiteX129-17539" fmla="*/ 3572499 w 10479637"/>
                  <a:gd name="connsiteY129-17540" fmla="*/ 7418574 h 10448096"/>
                  <a:gd name="connsiteX130-17541" fmla="*/ 3311236 w 10479637"/>
                  <a:gd name="connsiteY130-17542" fmla="*/ 7455514 h 10448096"/>
                  <a:gd name="connsiteX131-17543" fmla="*/ 2921540 w 10479637"/>
                  <a:gd name="connsiteY131-17544" fmla="*/ 7467599 h 10448096"/>
                  <a:gd name="connsiteX132-17545" fmla="*/ 2784763 w 10479637"/>
                  <a:gd name="connsiteY132-17546" fmla="*/ 7192277 h 10448096"/>
                  <a:gd name="connsiteX133-17547" fmla="*/ 2604654 w 10479637"/>
                  <a:gd name="connsiteY133-17548" fmla="*/ 6915186 h 10448096"/>
                  <a:gd name="connsiteX134-17549" fmla="*/ 2410691 w 10479637"/>
                  <a:gd name="connsiteY134-17550" fmla="*/ 6416423 h 10448096"/>
                  <a:gd name="connsiteX135-17551" fmla="*/ 2327563 w 10479637"/>
                  <a:gd name="connsiteY135-17552" fmla="*/ 6277877 h 10448096"/>
                  <a:gd name="connsiteX136-17553" fmla="*/ 1662545 w 10479637"/>
                  <a:gd name="connsiteY136-17554" fmla="*/ 6250168 h 10448096"/>
                  <a:gd name="connsiteX137-17555" fmla="*/ 1233054 w 10479637"/>
                  <a:gd name="connsiteY137-17556" fmla="*/ 6250168 h 10448096"/>
                  <a:gd name="connsiteX138-17557" fmla="*/ 1136072 w 10479637"/>
                  <a:gd name="connsiteY138-17558" fmla="*/ 6305586 h 10448096"/>
                  <a:gd name="connsiteX139-17559" fmla="*/ 706582 w 10479637"/>
                  <a:gd name="connsiteY139-17560" fmla="*/ 6264023 h 10448096"/>
                  <a:gd name="connsiteX140-17561" fmla="*/ 318654 w 10479637"/>
                  <a:gd name="connsiteY140-17562" fmla="*/ 6291732 h 10448096"/>
                  <a:gd name="connsiteX141-17563" fmla="*/ 96982 w 10479637"/>
                  <a:gd name="connsiteY141-17564" fmla="*/ 6444132 h 10448096"/>
                  <a:gd name="connsiteX142-17565" fmla="*/ 0 w 10479637"/>
                  <a:gd name="connsiteY142-17566" fmla="*/ 6347150 h 10448096"/>
                  <a:gd name="connsiteX143-17567" fmla="*/ 83127 w 10479637"/>
                  <a:gd name="connsiteY143-17568" fmla="*/ 6291732 h 10448096"/>
                  <a:gd name="connsiteX0-17569" fmla="*/ 83127 w 10479637"/>
                  <a:gd name="connsiteY0-17570" fmla="*/ 6291732 h 10448096"/>
                  <a:gd name="connsiteX1-17571" fmla="*/ 96982 w 10479637"/>
                  <a:gd name="connsiteY1-17572" fmla="*/ 5848386 h 10448096"/>
                  <a:gd name="connsiteX2-17573" fmla="*/ 401782 w 10479637"/>
                  <a:gd name="connsiteY2-17574" fmla="*/ 5585150 h 10448096"/>
                  <a:gd name="connsiteX3-17575" fmla="*/ 651163 w 10479637"/>
                  <a:gd name="connsiteY3-17576" fmla="*/ 5723696 h 10448096"/>
                  <a:gd name="connsiteX4-17577" fmla="*/ 858982 w 10479637"/>
                  <a:gd name="connsiteY4-17578" fmla="*/ 5557441 h 10448096"/>
                  <a:gd name="connsiteX5-17579" fmla="*/ 997527 w 10479637"/>
                  <a:gd name="connsiteY5-17580" fmla="*/ 5405041 h 10448096"/>
                  <a:gd name="connsiteX6-17581" fmla="*/ 1080654 w 10479637"/>
                  <a:gd name="connsiteY6-17582" fmla="*/ 5488168 h 10448096"/>
                  <a:gd name="connsiteX7-17583" fmla="*/ 1269312 w 10479637"/>
                  <a:gd name="connsiteY7-17584" fmla="*/ 5732834 h 10448096"/>
                  <a:gd name="connsiteX8-17585" fmla="*/ 1523116 w 10479637"/>
                  <a:gd name="connsiteY8-17586" fmla="*/ 5534154 h 10448096"/>
                  <a:gd name="connsiteX9-17587" fmla="*/ 1731818 w 10479637"/>
                  <a:gd name="connsiteY9-17588" fmla="*/ 5349623 h 10448096"/>
                  <a:gd name="connsiteX10-17589" fmla="*/ 2022763 w 10479637"/>
                  <a:gd name="connsiteY10-17590" fmla="*/ 5114096 h 10448096"/>
                  <a:gd name="connsiteX11-17591" fmla="*/ 2119745 w 10479637"/>
                  <a:gd name="connsiteY11-17592" fmla="*/ 4684605 h 10448096"/>
                  <a:gd name="connsiteX12-17593" fmla="*/ 2172511 w 10479637"/>
                  <a:gd name="connsiteY12-17594" fmla="*/ 4217972 h 10448096"/>
                  <a:gd name="connsiteX13-17595" fmla="*/ 2355272 w 10479637"/>
                  <a:gd name="connsiteY13-17596" fmla="*/ 3908750 h 10448096"/>
                  <a:gd name="connsiteX14-17597" fmla="*/ 2715491 w 10479637"/>
                  <a:gd name="connsiteY14-17598" fmla="*/ 3506968 h 10448096"/>
                  <a:gd name="connsiteX15-17599" fmla="*/ 2978727 w 10479637"/>
                  <a:gd name="connsiteY15-17600" fmla="*/ 3313005 h 10448096"/>
                  <a:gd name="connsiteX16-17601" fmla="*/ 3006436 w 10479637"/>
                  <a:gd name="connsiteY16-17602" fmla="*/ 2869659 h 10448096"/>
                  <a:gd name="connsiteX17-17603" fmla="*/ 3075709 w 10479637"/>
                  <a:gd name="connsiteY17-17604" fmla="*/ 2578714 h 10448096"/>
                  <a:gd name="connsiteX18-17605" fmla="*/ 3075709 w 10479637"/>
                  <a:gd name="connsiteY18-17606" fmla="*/ 2370896 h 10448096"/>
                  <a:gd name="connsiteX19-17607" fmla="*/ 3214254 w 10479637"/>
                  <a:gd name="connsiteY19-17608" fmla="*/ 2038386 h 10448096"/>
                  <a:gd name="connsiteX20-17609" fmla="*/ 3214254 w 10479637"/>
                  <a:gd name="connsiteY20-17610" fmla="*/ 1747441 h 10448096"/>
                  <a:gd name="connsiteX21-17611" fmla="*/ 3513454 w 10479637"/>
                  <a:gd name="connsiteY21-17612" fmla="*/ 1179405 h 10448096"/>
                  <a:gd name="connsiteX22-17613" fmla="*/ 3463636 w 10479637"/>
                  <a:gd name="connsiteY22-17614" fmla="*/ 805332 h 10448096"/>
                  <a:gd name="connsiteX23-17615" fmla="*/ 3491345 w 10479637"/>
                  <a:gd name="connsiteY23-17616" fmla="*/ 597514 h 10448096"/>
                  <a:gd name="connsiteX24-17617" fmla="*/ 3823854 w 10479637"/>
                  <a:gd name="connsiteY24-17618" fmla="*/ 237296 h 10448096"/>
                  <a:gd name="connsiteX25-17619" fmla="*/ 4017818 w 10479637"/>
                  <a:gd name="connsiteY25-17620" fmla="*/ 112605 h 10448096"/>
                  <a:gd name="connsiteX26-17621" fmla="*/ 4433454 w 10479637"/>
                  <a:gd name="connsiteY26-17622" fmla="*/ 348132 h 10448096"/>
                  <a:gd name="connsiteX27-17623" fmla="*/ 4599709 w 10479637"/>
                  <a:gd name="connsiteY27-17624" fmla="*/ 542096 h 10448096"/>
                  <a:gd name="connsiteX28-17625" fmla="*/ 5070763 w 10479637"/>
                  <a:gd name="connsiteY28-17626" fmla="*/ 597514 h 10448096"/>
                  <a:gd name="connsiteX29-17627" fmla="*/ 5391187 w 10479637"/>
                  <a:gd name="connsiteY29-17628" fmla="*/ 656763 h 10448096"/>
                  <a:gd name="connsiteX30-17629" fmla="*/ 5647937 w 10479637"/>
                  <a:gd name="connsiteY30-17630" fmla="*/ 673271 h 10448096"/>
                  <a:gd name="connsiteX31-17631" fmla="*/ 5860472 w 10479637"/>
                  <a:gd name="connsiteY31-17632" fmla="*/ 334277 h 10448096"/>
                  <a:gd name="connsiteX32-17633" fmla="*/ 6123709 w 10479637"/>
                  <a:gd name="connsiteY32-17634" fmla="*/ 375841 h 10448096"/>
                  <a:gd name="connsiteX33-17635" fmla="*/ 6594763 w 10479637"/>
                  <a:gd name="connsiteY33-17636" fmla="*/ 237296 h 10448096"/>
                  <a:gd name="connsiteX34-17637" fmla="*/ 6761018 w 10479637"/>
                  <a:gd name="connsiteY34-17638" fmla="*/ 181877 h 10448096"/>
                  <a:gd name="connsiteX35-17639" fmla="*/ 7038109 w 10479637"/>
                  <a:gd name="connsiteY35-17640" fmla="*/ 251150 h 10448096"/>
                  <a:gd name="connsiteX36-17641" fmla="*/ 7232072 w 10479637"/>
                  <a:gd name="connsiteY36-17642" fmla="*/ 71041 h 10448096"/>
                  <a:gd name="connsiteX37-17643" fmla="*/ 7363248 w 10479637"/>
                  <a:gd name="connsiteY37-17644" fmla="*/ 0 h 10448096"/>
                  <a:gd name="connsiteX38-17645" fmla="*/ 7606145 w 10479637"/>
                  <a:gd name="connsiteY38-17646" fmla="*/ 57186 h 10448096"/>
                  <a:gd name="connsiteX39-17647" fmla="*/ 7910945 w 10479637"/>
                  <a:gd name="connsiteY39-17648" fmla="*/ 181877 h 10448096"/>
                  <a:gd name="connsiteX40-17649" fmla="*/ 8312727 w 10479637"/>
                  <a:gd name="connsiteY40-17650" fmla="*/ 112605 h 10448096"/>
                  <a:gd name="connsiteX41-17651" fmla="*/ 8647005 w 10479637"/>
                  <a:gd name="connsiteY41-17652" fmla="*/ 449831 h 10448096"/>
                  <a:gd name="connsiteX42-17653" fmla="*/ 8908472 w 10479637"/>
                  <a:gd name="connsiteY42-17654" fmla="*/ 597514 h 10448096"/>
                  <a:gd name="connsiteX43-17655" fmla="*/ 9088582 w 10479637"/>
                  <a:gd name="connsiteY43-17656" fmla="*/ 500532 h 10448096"/>
                  <a:gd name="connsiteX44-17657" fmla="*/ 9351818 w 10479637"/>
                  <a:gd name="connsiteY44-17658" fmla="*/ 445114 h 10448096"/>
                  <a:gd name="connsiteX45-17659" fmla="*/ 9518072 w 10479637"/>
                  <a:gd name="connsiteY45-17660" fmla="*/ 420943 h 10448096"/>
                  <a:gd name="connsiteX46-17661" fmla="*/ 9646301 w 10479637"/>
                  <a:gd name="connsiteY46-17662" fmla="*/ 422711 h 10448096"/>
                  <a:gd name="connsiteX47-17663" fmla="*/ 10002982 w 10479637"/>
                  <a:gd name="connsiteY47-17664" fmla="*/ 846896 h 10448096"/>
                  <a:gd name="connsiteX48-17665" fmla="*/ 10238509 w 10479637"/>
                  <a:gd name="connsiteY48-17666" fmla="*/ 1040859 h 10448096"/>
                  <a:gd name="connsiteX49-17667" fmla="*/ 10224654 w 10479637"/>
                  <a:gd name="connsiteY49-17668" fmla="*/ 1304096 h 10448096"/>
                  <a:gd name="connsiteX50-17669" fmla="*/ 10238509 w 10479637"/>
                  <a:gd name="connsiteY50-17670" fmla="*/ 1498059 h 10448096"/>
                  <a:gd name="connsiteX51-17671" fmla="*/ 10280072 w 10479637"/>
                  <a:gd name="connsiteY51-17672" fmla="*/ 1622750 h 10448096"/>
                  <a:gd name="connsiteX52-17673" fmla="*/ 10479637 w 10479637"/>
                  <a:gd name="connsiteY52-17674" fmla="*/ 1773970 h 10448096"/>
                  <a:gd name="connsiteX53-17675" fmla="*/ 10099963 w 10479637"/>
                  <a:gd name="connsiteY53-17676" fmla="*/ 2315477 h 10448096"/>
                  <a:gd name="connsiteX54-17677" fmla="*/ 9781309 w 10479637"/>
                  <a:gd name="connsiteY54-17678" fmla="*/ 2551005 h 10448096"/>
                  <a:gd name="connsiteX55-17679" fmla="*/ 9601200 w 10479637"/>
                  <a:gd name="connsiteY55-17680" fmla="*/ 3479259 h 10448096"/>
                  <a:gd name="connsiteX56-17681" fmla="*/ 9601200 w 10479637"/>
                  <a:gd name="connsiteY56-17682" fmla="*/ 3770205 h 10448096"/>
                  <a:gd name="connsiteX57-17683" fmla="*/ 9365672 w 10479637"/>
                  <a:gd name="connsiteY57-17684" fmla="*/ 3964168 h 10448096"/>
                  <a:gd name="connsiteX58-17685" fmla="*/ 9310254 w 10479637"/>
                  <a:gd name="connsiteY58-17686" fmla="*/ 4130423 h 10448096"/>
                  <a:gd name="connsiteX59-17687" fmla="*/ 9199418 w 10479637"/>
                  <a:gd name="connsiteY59-17688" fmla="*/ 4338241 h 10448096"/>
                  <a:gd name="connsiteX60-17689" fmla="*/ 9268691 w 10479637"/>
                  <a:gd name="connsiteY60-17690" fmla="*/ 4504496 h 10448096"/>
                  <a:gd name="connsiteX61-17691" fmla="*/ 9337963 w 10479637"/>
                  <a:gd name="connsiteY61-17692" fmla="*/ 4712314 h 10448096"/>
                  <a:gd name="connsiteX62-17693" fmla="*/ 9382180 w 10479637"/>
                  <a:gd name="connsiteY62-17694" fmla="*/ 4968181 h 10448096"/>
                  <a:gd name="connsiteX63-17695" fmla="*/ 9434945 w 10479637"/>
                  <a:gd name="connsiteY63-17696" fmla="*/ 5266496 h 10448096"/>
                  <a:gd name="connsiteX64-17697" fmla="*/ 9462654 w 10479637"/>
                  <a:gd name="connsiteY64-17698" fmla="*/ 5668277 h 10448096"/>
                  <a:gd name="connsiteX65-17699" fmla="*/ 9587345 w 10479637"/>
                  <a:gd name="connsiteY65-17700" fmla="*/ 6028496 h 10448096"/>
                  <a:gd name="connsiteX66-17701" fmla="*/ 9545782 w 10479637"/>
                  <a:gd name="connsiteY66-17702" fmla="*/ 6430277 h 10448096"/>
                  <a:gd name="connsiteX67-17703" fmla="*/ 9933709 w 10479637"/>
                  <a:gd name="connsiteY67-17704" fmla="*/ 6915186 h 10448096"/>
                  <a:gd name="connsiteX68-17705" fmla="*/ 10094363 w 10479637"/>
                  <a:gd name="connsiteY68-17706" fmla="*/ 7274520 h 10448096"/>
                  <a:gd name="connsiteX69-17707" fmla="*/ 10232908 w 10479637"/>
                  <a:gd name="connsiteY69-17708" fmla="*/ 7568119 h 10448096"/>
                  <a:gd name="connsiteX70-17709" fmla="*/ 9670472 w 10479637"/>
                  <a:gd name="connsiteY70-17710" fmla="*/ 7594059 h 10448096"/>
                  <a:gd name="connsiteX71-17711" fmla="*/ 9337963 w 10479637"/>
                  <a:gd name="connsiteY71-17712" fmla="*/ 7704896 h 10448096"/>
                  <a:gd name="connsiteX72-17713" fmla="*/ 9102436 w 10479637"/>
                  <a:gd name="connsiteY72-17714" fmla="*/ 7843441 h 10448096"/>
                  <a:gd name="connsiteX73-17715" fmla="*/ 9019309 w 10479637"/>
                  <a:gd name="connsiteY73-17716" fmla="*/ 8051259 h 10448096"/>
                  <a:gd name="connsiteX74-17717" fmla="*/ 8956730 w 10479637"/>
                  <a:gd name="connsiteY74-17718" fmla="*/ 8148241 h 10448096"/>
                  <a:gd name="connsiteX75-17719" fmla="*/ 9027559 w 10479637"/>
                  <a:gd name="connsiteY75-17720" fmla="*/ 8577732 h 10448096"/>
                  <a:gd name="connsiteX76-17721" fmla="*/ 9030673 w 10479637"/>
                  <a:gd name="connsiteY76-17722" fmla="*/ 8811236 h 10448096"/>
                  <a:gd name="connsiteX77-17723" fmla="*/ 8991600 w 10479637"/>
                  <a:gd name="connsiteY77-17724" fmla="*/ 9021077 h 10448096"/>
                  <a:gd name="connsiteX78-17725" fmla="*/ 8894618 w 10479637"/>
                  <a:gd name="connsiteY78-17726" fmla="*/ 9325877 h 10448096"/>
                  <a:gd name="connsiteX79-17727" fmla="*/ 8922327 w 10479637"/>
                  <a:gd name="connsiteY79-17728" fmla="*/ 9589114 h 10448096"/>
                  <a:gd name="connsiteX80-17729" fmla="*/ 9144000 w 10479637"/>
                  <a:gd name="connsiteY80-17730" fmla="*/ 9755368 h 10448096"/>
                  <a:gd name="connsiteX81-17731" fmla="*/ 9353374 w 10479637"/>
                  <a:gd name="connsiteY81-17732" fmla="*/ 9906212 h 10448096"/>
                  <a:gd name="connsiteX82-17733" fmla="*/ 9529903 w 10479637"/>
                  <a:gd name="connsiteY82-17734" fmla="*/ 9958205 h 10448096"/>
                  <a:gd name="connsiteX83-17735" fmla="*/ 9625328 w 10479637"/>
                  <a:gd name="connsiteY83-17736" fmla="*/ 9844256 h 10448096"/>
                  <a:gd name="connsiteX84-17737" fmla="*/ 9667359 w 10479637"/>
                  <a:gd name="connsiteY84-17738" fmla="*/ 9856554 h 10448096"/>
                  <a:gd name="connsiteX85-17739" fmla="*/ 9668916 w 10479637"/>
                  <a:gd name="connsiteY85-17740" fmla="*/ 10309550 h 10448096"/>
                  <a:gd name="connsiteX86-17741" fmla="*/ 9495500 w 10479637"/>
                  <a:gd name="connsiteY86-17742" fmla="*/ 10359209 h 10448096"/>
                  <a:gd name="connsiteX87-17743" fmla="*/ 9310254 w 10479637"/>
                  <a:gd name="connsiteY87-17744" fmla="*/ 10448096 h 10448096"/>
                  <a:gd name="connsiteX88-17745" fmla="*/ 9227127 w 10479637"/>
                  <a:gd name="connsiteY88-17746" fmla="*/ 10295696 h 10448096"/>
                  <a:gd name="connsiteX89-17747" fmla="*/ 9033163 w 10479637"/>
                  <a:gd name="connsiteY89-17748" fmla="*/ 10046314 h 10448096"/>
                  <a:gd name="connsiteX90-17749" fmla="*/ 8825345 w 10479637"/>
                  <a:gd name="connsiteY90-17750" fmla="*/ 9866205 h 10448096"/>
                  <a:gd name="connsiteX91-17751" fmla="*/ 8534400 w 10479637"/>
                  <a:gd name="connsiteY91-17752" fmla="*/ 9755368 h 10448096"/>
                  <a:gd name="connsiteX92-17753" fmla="*/ 8423563 w 10479637"/>
                  <a:gd name="connsiteY92-17754" fmla="*/ 9699950 h 10448096"/>
                  <a:gd name="connsiteX93-17755" fmla="*/ 8285018 w 10479637"/>
                  <a:gd name="connsiteY93-17756" fmla="*/ 9533696 h 10448096"/>
                  <a:gd name="connsiteX94-17757" fmla="*/ 8257309 w 10479637"/>
                  <a:gd name="connsiteY94-17758" fmla="*/ 9395150 h 10448096"/>
                  <a:gd name="connsiteX95-17759" fmla="*/ 8146472 w 10479637"/>
                  <a:gd name="connsiteY95-17760" fmla="*/ 9409005 h 10448096"/>
                  <a:gd name="connsiteX96-17761" fmla="*/ 8091054 w 10479637"/>
                  <a:gd name="connsiteY96-17762" fmla="*/ 9630677 h 10448096"/>
                  <a:gd name="connsiteX97-17763" fmla="*/ 7806336 w 10479637"/>
                  <a:gd name="connsiteY97-17764" fmla="*/ 9636437 h 10448096"/>
                  <a:gd name="connsiteX98-17765" fmla="*/ 7567694 w 10479637"/>
                  <a:gd name="connsiteY98-17766" fmla="*/ 9573236 h 10448096"/>
                  <a:gd name="connsiteX99-17767" fmla="*/ 7466043 w 10479637"/>
                  <a:gd name="connsiteY99-17768" fmla="*/ 9524511 h 10448096"/>
                  <a:gd name="connsiteX100-17769" fmla="*/ 7439891 w 10479637"/>
                  <a:gd name="connsiteY100-17770" fmla="*/ 9215041 h 10448096"/>
                  <a:gd name="connsiteX101-17771" fmla="*/ 7397859 w 10479637"/>
                  <a:gd name="connsiteY101-17772" fmla="*/ 9409005 h 10448096"/>
                  <a:gd name="connsiteX102-17773" fmla="*/ 7287491 w 10479637"/>
                  <a:gd name="connsiteY102-17774" fmla="*/ 9503028 h 10448096"/>
                  <a:gd name="connsiteX103-17775" fmla="*/ 7221797 w 10479637"/>
                  <a:gd name="connsiteY103-17776" fmla="*/ 9175034 h 10448096"/>
                  <a:gd name="connsiteX104-17777" fmla="*/ 6954982 w 10479637"/>
                  <a:gd name="connsiteY104-17778" fmla="*/ 9242750 h 10448096"/>
                  <a:gd name="connsiteX105-17779" fmla="*/ 6710737 w 10479637"/>
                  <a:gd name="connsiteY105-17780" fmla="*/ 9315137 h 10448096"/>
                  <a:gd name="connsiteX106-17781" fmla="*/ 6674777 w 10479637"/>
                  <a:gd name="connsiteY106-17782" fmla="*/ 9116036 h 10448096"/>
                  <a:gd name="connsiteX107-17783" fmla="*/ 6511636 w 10479637"/>
                  <a:gd name="connsiteY107-17784" fmla="*/ 9007223 h 10448096"/>
                  <a:gd name="connsiteX108-17785" fmla="*/ 6428509 w 10479637"/>
                  <a:gd name="connsiteY108-17786" fmla="*/ 9007223 h 10448096"/>
                  <a:gd name="connsiteX109-17787" fmla="*/ 6325922 w 10479637"/>
                  <a:gd name="connsiteY109-17788" fmla="*/ 9110431 h 10448096"/>
                  <a:gd name="connsiteX110-17789" fmla="*/ 6167763 w 10479637"/>
                  <a:gd name="connsiteY110-17790" fmla="*/ 9031351 h 10448096"/>
                  <a:gd name="connsiteX111-17791" fmla="*/ 6002132 w 10479637"/>
                  <a:gd name="connsiteY111-17792" fmla="*/ 9146858 h 10448096"/>
                  <a:gd name="connsiteX112-17793" fmla="*/ 5749636 w 10479637"/>
                  <a:gd name="connsiteY112-17794" fmla="*/ 9104205 h 10448096"/>
                  <a:gd name="connsiteX113-17795" fmla="*/ 5674760 w 10479637"/>
                  <a:gd name="connsiteY113-17796" fmla="*/ 9135028 h 10448096"/>
                  <a:gd name="connsiteX114-17797" fmla="*/ 5507415 w 10479637"/>
                  <a:gd name="connsiteY114-17798" fmla="*/ 9181261 h 10448096"/>
                  <a:gd name="connsiteX115-17799" fmla="*/ 5505859 w 10479637"/>
                  <a:gd name="connsiteY115-17800" fmla="*/ 8924096 h 10448096"/>
                  <a:gd name="connsiteX116-17801" fmla="*/ 5505857 w 10479637"/>
                  <a:gd name="connsiteY116-17802" fmla="*/ 8688101 h 10448096"/>
                  <a:gd name="connsiteX117-17803" fmla="*/ 5336024 w 10479637"/>
                  <a:gd name="connsiteY117-17804" fmla="*/ 8386416 h 10448096"/>
                  <a:gd name="connsiteX118-17805" fmla="*/ 5230324 w 10479637"/>
                  <a:gd name="connsiteY118-17806" fmla="*/ 8135944 h 10448096"/>
                  <a:gd name="connsiteX119-17807" fmla="*/ 5317031 w 10479637"/>
                  <a:gd name="connsiteY119-17808" fmla="*/ 7663332 h 10448096"/>
                  <a:gd name="connsiteX120-17809" fmla="*/ 5201059 w 10479637"/>
                  <a:gd name="connsiteY120-17810" fmla="*/ 7373476 h 10448096"/>
                  <a:gd name="connsiteX121-17811" fmla="*/ 5250872 w 10479637"/>
                  <a:gd name="connsiteY121-17812" fmla="*/ 7123005 h 10448096"/>
                  <a:gd name="connsiteX122-17813" fmla="*/ 5245735 w 10479637"/>
                  <a:gd name="connsiteY122-17814" fmla="*/ 7071789 h 10448096"/>
                  <a:gd name="connsiteX123-17815" fmla="*/ 4577603 w 10479637"/>
                  <a:gd name="connsiteY123-17816" fmla="*/ 7067120 h 10448096"/>
                  <a:gd name="connsiteX124-17817" fmla="*/ 4528412 w 10479637"/>
                  <a:gd name="connsiteY124-17818" fmla="*/ 6893704 h 10448096"/>
                  <a:gd name="connsiteX125-17819" fmla="*/ 4038834 w 10479637"/>
                  <a:gd name="connsiteY125-17820" fmla="*/ 6869576 h 10448096"/>
                  <a:gd name="connsiteX126-17821" fmla="*/ 3976254 w 10479637"/>
                  <a:gd name="connsiteY126-17822" fmla="*/ 7123005 h 10448096"/>
                  <a:gd name="connsiteX127-17823" fmla="*/ 3932667 w 10479637"/>
                  <a:gd name="connsiteY127-17824" fmla="*/ 7334403 h 10448096"/>
                  <a:gd name="connsiteX128-17825" fmla="*/ 3884155 w 10479637"/>
                  <a:gd name="connsiteY128-17826" fmla="*/ 7456604 h 10448096"/>
                  <a:gd name="connsiteX129-17827" fmla="*/ 3572499 w 10479637"/>
                  <a:gd name="connsiteY129-17828" fmla="*/ 7418574 h 10448096"/>
                  <a:gd name="connsiteX130-17829" fmla="*/ 3311236 w 10479637"/>
                  <a:gd name="connsiteY130-17830" fmla="*/ 7455514 h 10448096"/>
                  <a:gd name="connsiteX131-17831" fmla="*/ 2921540 w 10479637"/>
                  <a:gd name="connsiteY131-17832" fmla="*/ 7467599 h 10448096"/>
                  <a:gd name="connsiteX132-17833" fmla="*/ 2784763 w 10479637"/>
                  <a:gd name="connsiteY132-17834" fmla="*/ 7192277 h 10448096"/>
                  <a:gd name="connsiteX133-17835" fmla="*/ 2604654 w 10479637"/>
                  <a:gd name="connsiteY133-17836" fmla="*/ 6915186 h 10448096"/>
                  <a:gd name="connsiteX134-17837" fmla="*/ 2410691 w 10479637"/>
                  <a:gd name="connsiteY134-17838" fmla="*/ 6416423 h 10448096"/>
                  <a:gd name="connsiteX135-17839" fmla="*/ 2327563 w 10479637"/>
                  <a:gd name="connsiteY135-17840" fmla="*/ 6277877 h 10448096"/>
                  <a:gd name="connsiteX136-17841" fmla="*/ 1662545 w 10479637"/>
                  <a:gd name="connsiteY136-17842" fmla="*/ 6250168 h 10448096"/>
                  <a:gd name="connsiteX137-17843" fmla="*/ 1233054 w 10479637"/>
                  <a:gd name="connsiteY137-17844" fmla="*/ 6250168 h 10448096"/>
                  <a:gd name="connsiteX138-17845" fmla="*/ 1136072 w 10479637"/>
                  <a:gd name="connsiteY138-17846" fmla="*/ 6305586 h 10448096"/>
                  <a:gd name="connsiteX139-17847" fmla="*/ 706582 w 10479637"/>
                  <a:gd name="connsiteY139-17848" fmla="*/ 6264023 h 10448096"/>
                  <a:gd name="connsiteX140-17849" fmla="*/ 318654 w 10479637"/>
                  <a:gd name="connsiteY140-17850" fmla="*/ 6291732 h 10448096"/>
                  <a:gd name="connsiteX141-17851" fmla="*/ 96982 w 10479637"/>
                  <a:gd name="connsiteY141-17852" fmla="*/ 6444132 h 10448096"/>
                  <a:gd name="connsiteX142-17853" fmla="*/ 0 w 10479637"/>
                  <a:gd name="connsiteY142-17854" fmla="*/ 6347150 h 10448096"/>
                  <a:gd name="connsiteX143-17855" fmla="*/ 83127 w 10479637"/>
                  <a:gd name="connsiteY143-17856" fmla="*/ 6291732 h 10448096"/>
                  <a:gd name="connsiteX0-17857" fmla="*/ 83127 w 10490654"/>
                  <a:gd name="connsiteY0-17858" fmla="*/ 6291732 h 10448096"/>
                  <a:gd name="connsiteX1-17859" fmla="*/ 96982 w 10490654"/>
                  <a:gd name="connsiteY1-17860" fmla="*/ 5848386 h 10448096"/>
                  <a:gd name="connsiteX2-17861" fmla="*/ 401782 w 10490654"/>
                  <a:gd name="connsiteY2-17862" fmla="*/ 5585150 h 10448096"/>
                  <a:gd name="connsiteX3-17863" fmla="*/ 651163 w 10490654"/>
                  <a:gd name="connsiteY3-17864" fmla="*/ 5723696 h 10448096"/>
                  <a:gd name="connsiteX4-17865" fmla="*/ 858982 w 10490654"/>
                  <a:gd name="connsiteY4-17866" fmla="*/ 5557441 h 10448096"/>
                  <a:gd name="connsiteX5-17867" fmla="*/ 997527 w 10490654"/>
                  <a:gd name="connsiteY5-17868" fmla="*/ 5405041 h 10448096"/>
                  <a:gd name="connsiteX6-17869" fmla="*/ 1080654 w 10490654"/>
                  <a:gd name="connsiteY6-17870" fmla="*/ 5488168 h 10448096"/>
                  <a:gd name="connsiteX7-17871" fmla="*/ 1269312 w 10490654"/>
                  <a:gd name="connsiteY7-17872" fmla="*/ 5732834 h 10448096"/>
                  <a:gd name="connsiteX8-17873" fmla="*/ 1523116 w 10490654"/>
                  <a:gd name="connsiteY8-17874" fmla="*/ 5534154 h 10448096"/>
                  <a:gd name="connsiteX9-17875" fmla="*/ 1731818 w 10490654"/>
                  <a:gd name="connsiteY9-17876" fmla="*/ 5349623 h 10448096"/>
                  <a:gd name="connsiteX10-17877" fmla="*/ 2022763 w 10490654"/>
                  <a:gd name="connsiteY10-17878" fmla="*/ 5114096 h 10448096"/>
                  <a:gd name="connsiteX11-17879" fmla="*/ 2119745 w 10490654"/>
                  <a:gd name="connsiteY11-17880" fmla="*/ 4684605 h 10448096"/>
                  <a:gd name="connsiteX12-17881" fmla="*/ 2172511 w 10490654"/>
                  <a:gd name="connsiteY12-17882" fmla="*/ 4217972 h 10448096"/>
                  <a:gd name="connsiteX13-17883" fmla="*/ 2355272 w 10490654"/>
                  <a:gd name="connsiteY13-17884" fmla="*/ 3908750 h 10448096"/>
                  <a:gd name="connsiteX14-17885" fmla="*/ 2715491 w 10490654"/>
                  <a:gd name="connsiteY14-17886" fmla="*/ 3506968 h 10448096"/>
                  <a:gd name="connsiteX15-17887" fmla="*/ 2978727 w 10490654"/>
                  <a:gd name="connsiteY15-17888" fmla="*/ 3313005 h 10448096"/>
                  <a:gd name="connsiteX16-17889" fmla="*/ 3006436 w 10490654"/>
                  <a:gd name="connsiteY16-17890" fmla="*/ 2869659 h 10448096"/>
                  <a:gd name="connsiteX17-17891" fmla="*/ 3075709 w 10490654"/>
                  <a:gd name="connsiteY17-17892" fmla="*/ 2578714 h 10448096"/>
                  <a:gd name="connsiteX18-17893" fmla="*/ 3075709 w 10490654"/>
                  <a:gd name="connsiteY18-17894" fmla="*/ 2370896 h 10448096"/>
                  <a:gd name="connsiteX19-17895" fmla="*/ 3214254 w 10490654"/>
                  <a:gd name="connsiteY19-17896" fmla="*/ 2038386 h 10448096"/>
                  <a:gd name="connsiteX20-17897" fmla="*/ 3214254 w 10490654"/>
                  <a:gd name="connsiteY20-17898" fmla="*/ 1747441 h 10448096"/>
                  <a:gd name="connsiteX21-17899" fmla="*/ 3513454 w 10490654"/>
                  <a:gd name="connsiteY21-17900" fmla="*/ 1179405 h 10448096"/>
                  <a:gd name="connsiteX22-17901" fmla="*/ 3463636 w 10490654"/>
                  <a:gd name="connsiteY22-17902" fmla="*/ 805332 h 10448096"/>
                  <a:gd name="connsiteX23-17903" fmla="*/ 3491345 w 10490654"/>
                  <a:gd name="connsiteY23-17904" fmla="*/ 597514 h 10448096"/>
                  <a:gd name="connsiteX24-17905" fmla="*/ 3823854 w 10490654"/>
                  <a:gd name="connsiteY24-17906" fmla="*/ 237296 h 10448096"/>
                  <a:gd name="connsiteX25-17907" fmla="*/ 4017818 w 10490654"/>
                  <a:gd name="connsiteY25-17908" fmla="*/ 112605 h 10448096"/>
                  <a:gd name="connsiteX26-17909" fmla="*/ 4433454 w 10490654"/>
                  <a:gd name="connsiteY26-17910" fmla="*/ 348132 h 10448096"/>
                  <a:gd name="connsiteX27-17911" fmla="*/ 4599709 w 10490654"/>
                  <a:gd name="connsiteY27-17912" fmla="*/ 542096 h 10448096"/>
                  <a:gd name="connsiteX28-17913" fmla="*/ 5070763 w 10490654"/>
                  <a:gd name="connsiteY28-17914" fmla="*/ 597514 h 10448096"/>
                  <a:gd name="connsiteX29-17915" fmla="*/ 5391187 w 10490654"/>
                  <a:gd name="connsiteY29-17916" fmla="*/ 656763 h 10448096"/>
                  <a:gd name="connsiteX30-17917" fmla="*/ 5647937 w 10490654"/>
                  <a:gd name="connsiteY30-17918" fmla="*/ 673271 h 10448096"/>
                  <a:gd name="connsiteX31-17919" fmla="*/ 5860472 w 10490654"/>
                  <a:gd name="connsiteY31-17920" fmla="*/ 334277 h 10448096"/>
                  <a:gd name="connsiteX32-17921" fmla="*/ 6123709 w 10490654"/>
                  <a:gd name="connsiteY32-17922" fmla="*/ 375841 h 10448096"/>
                  <a:gd name="connsiteX33-17923" fmla="*/ 6594763 w 10490654"/>
                  <a:gd name="connsiteY33-17924" fmla="*/ 237296 h 10448096"/>
                  <a:gd name="connsiteX34-17925" fmla="*/ 6761018 w 10490654"/>
                  <a:gd name="connsiteY34-17926" fmla="*/ 181877 h 10448096"/>
                  <a:gd name="connsiteX35-17927" fmla="*/ 7038109 w 10490654"/>
                  <a:gd name="connsiteY35-17928" fmla="*/ 251150 h 10448096"/>
                  <a:gd name="connsiteX36-17929" fmla="*/ 7232072 w 10490654"/>
                  <a:gd name="connsiteY36-17930" fmla="*/ 71041 h 10448096"/>
                  <a:gd name="connsiteX37-17931" fmla="*/ 7363248 w 10490654"/>
                  <a:gd name="connsiteY37-17932" fmla="*/ 0 h 10448096"/>
                  <a:gd name="connsiteX38-17933" fmla="*/ 7606145 w 10490654"/>
                  <a:gd name="connsiteY38-17934" fmla="*/ 57186 h 10448096"/>
                  <a:gd name="connsiteX39-17935" fmla="*/ 7910945 w 10490654"/>
                  <a:gd name="connsiteY39-17936" fmla="*/ 181877 h 10448096"/>
                  <a:gd name="connsiteX40-17937" fmla="*/ 8312727 w 10490654"/>
                  <a:gd name="connsiteY40-17938" fmla="*/ 112605 h 10448096"/>
                  <a:gd name="connsiteX41-17939" fmla="*/ 8647005 w 10490654"/>
                  <a:gd name="connsiteY41-17940" fmla="*/ 449831 h 10448096"/>
                  <a:gd name="connsiteX42-17941" fmla="*/ 8908472 w 10490654"/>
                  <a:gd name="connsiteY42-17942" fmla="*/ 597514 h 10448096"/>
                  <a:gd name="connsiteX43-17943" fmla="*/ 9088582 w 10490654"/>
                  <a:gd name="connsiteY43-17944" fmla="*/ 500532 h 10448096"/>
                  <a:gd name="connsiteX44-17945" fmla="*/ 9351818 w 10490654"/>
                  <a:gd name="connsiteY44-17946" fmla="*/ 445114 h 10448096"/>
                  <a:gd name="connsiteX45-17947" fmla="*/ 9518072 w 10490654"/>
                  <a:gd name="connsiteY45-17948" fmla="*/ 420943 h 10448096"/>
                  <a:gd name="connsiteX46-17949" fmla="*/ 9646301 w 10490654"/>
                  <a:gd name="connsiteY46-17950" fmla="*/ 422711 h 10448096"/>
                  <a:gd name="connsiteX47-17951" fmla="*/ 10002982 w 10490654"/>
                  <a:gd name="connsiteY47-17952" fmla="*/ 846896 h 10448096"/>
                  <a:gd name="connsiteX48-17953" fmla="*/ 10238509 w 10490654"/>
                  <a:gd name="connsiteY48-17954" fmla="*/ 1040859 h 10448096"/>
                  <a:gd name="connsiteX49-17955" fmla="*/ 10224654 w 10490654"/>
                  <a:gd name="connsiteY49-17956" fmla="*/ 1304096 h 10448096"/>
                  <a:gd name="connsiteX50-17957" fmla="*/ 10238509 w 10490654"/>
                  <a:gd name="connsiteY50-17958" fmla="*/ 1498059 h 10448096"/>
                  <a:gd name="connsiteX51-17959" fmla="*/ 10280072 w 10490654"/>
                  <a:gd name="connsiteY51-17960" fmla="*/ 1622750 h 10448096"/>
                  <a:gd name="connsiteX52-17961" fmla="*/ 10490654 w 10490654"/>
                  <a:gd name="connsiteY52-17962" fmla="*/ 1807021 h 10448096"/>
                  <a:gd name="connsiteX53-17963" fmla="*/ 10099963 w 10490654"/>
                  <a:gd name="connsiteY53-17964" fmla="*/ 2315477 h 10448096"/>
                  <a:gd name="connsiteX54-17965" fmla="*/ 9781309 w 10490654"/>
                  <a:gd name="connsiteY54-17966" fmla="*/ 2551005 h 10448096"/>
                  <a:gd name="connsiteX55-17967" fmla="*/ 9601200 w 10490654"/>
                  <a:gd name="connsiteY55-17968" fmla="*/ 3479259 h 10448096"/>
                  <a:gd name="connsiteX56-17969" fmla="*/ 9601200 w 10490654"/>
                  <a:gd name="connsiteY56-17970" fmla="*/ 3770205 h 10448096"/>
                  <a:gd name="connsiteX57-17971" fmla="*/ 9365672 w 10490654"/>
                  <a:gd name="connsiteY57-17972" fmla="*/ 3964168 h 10448096"/>
                  <a:gd name="connsiteX58-17973" fmla="*/ 9310254 w 10490654"/>
                  <a:gd name="connsiteY58-17974" fmla="*/ 4130423 h 10448096"/>
                  <a:gd name="connsiteX59-17975" fmla="*/ 9199418 w 10490654"/>
                  <a:gd name="connsiteY59-17976" fmla="*/ 4338241 h 10448096"/>
                  <a:gd name="connsiteX60-17977" fmla="*/ 9268691 w 10490654"/>
                  <a:gd name="connsiteY60-17978" fmla="*/ 4504496 h 10448096"/>
                  <a:gd name="connsiteX61-17979" fmla="*/ 9337963 w 10490654"/>
                  <a:gd name="connsiteY61-17980" fmla="*/ 4712314 h 10448096"/>
                  <a:gd name="connsiteX62-17981" fmla="*/ 9382180 w 10490654"/>
                  <a:gd name="connsiteY62-17982" fmla="*/ 4968181 h 10448096"/>
                  <a:gd name="connsiteX63-17983" fmla="*/ 9434945 w 10490654"/>
                  <a:gd name="connsiteY63-17984" fmla="*/ 5266496 h 10448096"/>
                  <a:gd name="connsiteX64-17985" fmla="*/ 9462654 w 10490654"/>
                  <a:gd name="connsiteY64-17986" fmla="*/ 5668277 h 10448096"/>
                  <a:gd name="connsiteX65-17987" fmla="*/ 9587345 w 10490654"/>
                  <a:gd name="connsiteY65-17988" fmla="*/ 6028496 h 10448096"/>
                  <a:gd name="connsiteX66-17989" fmla="*/ 9545782 w 10490654"/>
                  <a:gd name="connsiteY66-17990" fmla="*/ 6430277 h 10448096"/>
                  <a:gd name="connsiteX67-17991" fmla="*/ 9933709 w 10490654"/>
                  <a:gd name="connsiteY67-17992" fmla="*/ 6915186 h 10448096"/>
                  <a:gd name="connsiteX68-17993" fmla="*/ 10094363 w 10490654"/>
                  <a:gd name="connsiteY68-17994" fmla="*/ 7274520 h 10448096"/>
                  <a:gd name="connsiteX69-17995" fmla="*/ 10232908 w 10490654"/>
                  <a:gd name="connsiteY69-17996" fmla="*/ 7568119 h 10448096"/>
                  <a:gd name="connsiteX70-17997" fmla="*/ 9670472 w 10490654"/>
                  <a:gd name="connsiteY70-17998" fmla="*/ 7594059 h 10448096"/>
                  <a:gd name="connsiteX71-17999" fmla="*/ 9337963 w 10490654"/>
                  <a:gd name="connsiteY71-18000" fmla="*/ 7704896 h 10448096"/>
                  <a:gd name="connsiteX72-18001" fmla="*/ 9102436 w 10490654"/>
                  <a:gd name="connsiteY72-18002" fmla="*/ 7843441 h 10448096"/>
                  <a:gd name="connsiteX73-18003" fmla="*/ 9019309 w 10490654"/>
                  <a:gd name="connsiteY73-18004" fmla="*/ 8051259 h 10448096"/>
                  <a:gd name="connsiteX74-18005" fmla="*/ 8956730 w 10490654"/>
                  <a:gd name="connsiteY74-18006" fmla="*/ 8148241 h 10448096"/>
                  <a:gd name="connsiteX75-18007" fmla="*/ 9027559 w 10490654"/>
                  <a:gd name="connsiteY75-18008" fmla="*/ 8577732 h 10448096"/>
                  <a:gd name="connsiteX76-18009" fmla="*/ 9030673 w 10490654"/>
                  <a:gd name="connsiteY76-18010" fmla="*/ 8811236 h 10448096"/>
                  <a:gd name="connsiteX77-18011" fmla="*/ 8991600 w 10490654"/>
                  <a:gd name="connsiteY77-18012" fmla="*/ 9021077 h 10448096"/>
                  <a:gd name="connsiteX78-18013" fmla="*/ 8894618 w 10490654"/>
                  <a:gd name="connsiteY78-18014" fmla="*/ 9325877 h 10448096"/>
                  <a:gd name="connsiteX79-18015" fmla="*/ 8922327 w 10490654"/>
                  <a:gd name="connsiteY79-18016" fmla="*/ 9589114 h 10448096"/>
                  <a:gd name="connsiteX80-18017" fmla="*/ 9144000 w 10490654"/>
                  <a:gd name="connsiteY80-18018" fmla="*/ 9755368 h 10448096"/>
                  <a:gd name="connsiteX81-18019" fmla="*/ 9353374 w 10490654"/>
                  <a:gd name="connsiteY81-18020" fmla="*/ 9906212 h 10448096"/>
                  <a:gd name="connsiteX82-18021" fmla="*/ 9529903 w 10490654"/>
                  <a:gd name="connsiteY82-18022" fmla="*/ 9958205 h 10448096"/>
                  <a:gd name="connsiteX83-18023" fmla="*/ 9625328 w 10490654"/>
                  <a:gd name="connsiteY83-18024" fmla="*/ 9844256 h 10448096"/>
                  <a:gd name="connsiteX84-18025" fmla="*/ 9667359 w 10490654"/>
                  <a:gd name="connsiteY84-18026" fmla="*/ 9856554 h 10448096"/>
                  <a:gd name="connsiteX85-18027" fmla="*/ 9668916 w 10490654"/>
                  <a:gd name="connsiteY85-18028" fmla="*/ 10309550 h 10448096"/>
                  <a:gd name="connsiteX86-18029" fmla="*/ 9495500 w 10490654"/>
                  <a:gd name="connsiteY86-18030" fmla="*/ 10359209 h 10448096"/>
                  <a:gd name="connsiteX87-18031" fmla="*/ 9310254 w 10490654"/>
                  <a:gd name="connsiteY87-18032" fmla="*/ 10448096 h 10448096"/>
                  <a:gd name="connsiteX88-18033" fmla="*/ 9227127 w 10490654"/>
                  <a:gd name="connsiteY88-18034" fmla="*/ 10295696 h 10448096"/>
                  <a:gd name="connsiteX89-18035" fmla="*/ 9033163 w 10490654"/>
                  <a:gd name="connsiteY89-18036" fmla="*/ 10046314 h 10448096"/>
                  <a:gd name="connsiteX90-18037" fmla="*/ 8825345 w 10490654"/>
                  <a:gd name="connsiteY90-18038" fmla="*/ 9866205 h 10448096"/>
                  <a:gd name="connsiteX91-18039" fmla="*/ 8534400 w 10490654"/>
                  <a:gd name="connsiteY91-18040" fmla="*/ 9755368 h 10448096"/>
                  <a:gd name="connsiteX92-18041" fmla="*/ 8423563 w 10490654"/>
                  <a:gd name="connsiteY92-18042" fmla="*/ 9699950 h 10448096"/>
                  <a:gd name="connsiteX93-18043" fmla="*/ 8285018 w 10490654"/>
                  <a:gd name="connsiteY93-18044" fmla="*/ 9533696 h 10448096"/>
                  <a:gd name="connsiteX94-18045" fmla="*/ 8257309 w 10490654"/>
                  <a:gd name="connsiteY94-18046" fmla="*/ 9395150 h 10448096"/>
                  <a:gd name="connsiteX95-18047" fmla="*/ 8146472 w 10490654"/>
                  <a:gd name="connsiteY95-18048" fmla="*/ 9409005 h 10448096"/>
                  <a:gd name="connsiteX96-18049" fmla="*/ 8091054 w 10490654"/>
                  <a:gd name="connsiteY96-18050" fmla="*/ 9630677 h 10448096"/>
                  <a:gd name="connsiteX97-18051" fmla="*/ 7806336 w 10490654"/>
                  <a:gd name="connsiteY97-18052" fmla="*/ 9636437 h 10448096"/>
                  <a:gd name="connsiteX98-18053" fmla="*/ 7567694 w 10490654"/>
                  <a:gd name="connsiteY98-18054" fmla="*/ 9573236 h 10448096"/>
                  <a:gd name="connsiteX99-18055" fmla="*/ 7466043 w 10490654"/>
                  <a:gd name="connsiteY99-18056" fmla="*/ 9524511 h 10448096"/>
                  <a:gd name="connsiteX100-18057" fmla="*/ 7439891 w 10490654"/>
                  <a:gd name="connsiteY100-18058" fmla="*/ 9215041 h 10448096"/>
                  <a:gd name="connsiteX101-18059" fmla="*/ 7397859 w 10490654"/>
                  <a:gd name="connsiteY101-18060" fmla="*/ 9409005 h 10448096"/>
                  <a:gd name="connsiteX102-18061" fmla="*/ 7287491 w 10490654"/>
                  <a:gd name="connsiteY102-18062" fmla="*/ 9503028 h 10448096"/>
                  <a:gd name="connsiteX103-18063" fmla="*/ 7221797 w 10490654"/>
                  <a:gd name="connsiteY103-18064" fmla="*/ 9175034 h 10448096"/>
                  <a:gd name="connsiteX104-18065" fmla="*/ 6954982 w 10490654"/>
                  <a:gd name="connsiteY104-18066" fmla="*/ 9242750 h 10448096"/>
                  <a:gd name="connsiteX105-18067" fmla="*/ 6710737 w 10490654"/>
                  <a:gd name="connsiteY105-18068" fmla="*/ 9315137 h 10448096"/>
                  <a:gd name="connsiteX106-18069" fmla="*/ 6674777 w 10490654"/>
                  <a:gd name="connsiteY106-18070" fmla="*/ 9116036 h 10448096"/>
                  <a:gd name="connsiteX107-18071" fmla="*/ 6511636 w 10490654"/>
                  <a:gd name="connsiteY107-18072" fmla="*/ 9007223 h 10448096"/>
                  <a:gd name="connsiteX108-18073" fmla="*/ 6428509 w 10490654"/>
                  <a:gd name="connsiteY108-18074" fmla="*/ 9007223 h 10448096"/>
                  <a:gd name="connsiteX109-18075" fmla="*/ 6325922 w 10490654"/>
                  <a:gd name="connsiteY109-18076" fmla="*/ 9110431 h 10448096"/>
                  <a:gd name="connsiteX110-18077" fmla="*/ 6167763 w 10490654"/>
                  <a:gd name="connsiteY110-18078" fmla="*/ 9031351 h 10448096"/>
                  <a:gd name="connsiteX111-18079" fmla="*/ 6002132 w 10490654"/>
                  <a:gd name="connsiteY111-18080" fmla="*/ 9146858 h 10448096"/>
                  <a:gd name="connsiteX112-18081" fmla="*/ 5749636 w 10490654"/>
                  <a:gd name="connsiteY112-18082" fmla="*/ 9104205 h 10448096"/>
                  <a:gd name="connsiteX113-18083" fmla="*/ 5674760 w 10490654"/>
                  <a:gd name="connsiteY113-18084" fmla="*/ 9135028 h 10448096"/>
                  <a:gd name="connsiteX114-18085" fmla="*/ 5507415 w 10490654"/>
                  <a:gd name="connsiteY114-18086" fmla="*/ 9181261 h 10448096"/>
                  <a:gd name="connsiteX115-18087" fmla="*/ 5505859 w 10490654"/>
                  <a:gd name="connsiteY115-18088" fmla="*/ 8924096 h 10448096"/>
                  <a:gd name="connsiteX116-18089" fmla="*/ 5505857 w 10490654"/>
                  <a:gd name="connsiteY116-18090" fmla="*/ 8688101 h 10448096"/>
                  <a:gd name="connsiteX117-18091" fmla="*/ 5336024 w 10490654"/>
                  <a:gd name="connsiteY117-18092" fmla="*/ 8386416 h 10448096"/>
                  <a:gd name="connsiteX118-18093" fmla="*/ 5230324 w 10490654"/>
                  <a:gd name="connsiteY118-18094" fmla="*/ 8135944 h 10448096"/>
                  <a:gd name="connsiteX119-18095" fmla="*/ 5317031 w 10490654"/>
                  <a:gd name="connsiteY119-18096" fmla="*/ 7663332 h 10448096"/>
                  <a:gd name="connsiteX120-18097" fmla="*/ 5201059 w 10490654"/>
                  <a:gd name="connsiteY120-18098" fmla="*/ 7373476 h 10448096"/>
                  <a:gd name="connsiteX121-18099" fmla="*/ 5250872 w 10490654"/>
                  <a:gd name="connsiteY121-18100" fmla="*/ 7123005 h 10448096"/>
                  <a:gd name="connsiteX122-18101" fmla="*/ 5245735 w 10490654"/>
                  <a:gd name="connsiteY122-18102" fmla="*/ 7071789 h 10448096"/>
                  <a:gd name="connsiteX123-18103" fmla="*/ 4577603 w 10490654"/>
                  <a:gd name="connsiteY123-18104" fmla="*/ 7067120 h 10448096"/>
                  <a:gd name="connsiteX124-18105" fmla="*/ 4528412 w 10490654"/>
                  <a:gd name="connsiteY124-18106" fmla="*/ 6893704 h 10448096"/>
                  <a:gd name="connsiteX125-18107" fmla="*/ 4038834 w 10490654"/>
                  <a:gd name="connsiteY125-18108" fmla="*/ 6869576 h 10448096"/>
                  <a:gd name="connsiteX126-18109" fmla="*/ 3976254 w 10490654"/>
                  <a:gd name="connsiteY126-18110" fmla="*/ 7123005 h 10448096"/>
                  <a:gd name="connsiteX127-18111" fmla="*/ 3932667 w 10490654"/>
                  <a:gd name="connsiteY127-18112" fmla="*/ 7334403 h 10448096"/>
                  <a:gd name="connsiteX128-18113" fmla="*/ 3884155 w 10490654"/>
                  <a:gd name="connsiteY128-18114" fmla="*/ 7456604 h 10448096"/>
                  <a:gd name="connsiteX129-18115" fmla="*/ 3572499 w 10490654"/>
                  <a:gd name="connsiteY129-18116" fmla="*/ 7418574 h 10448096"/>
                  <a:gd name="connsiteX130-18117" fmla="*/ 3311236 w 10490654"/>
                  <a:gd name="connsiteY130-18118" fmla="*/ 7455514 h 10448096"/>
                  <a:gd name="connsiteX131-18119" fmla="*/ 2921540 w 10490654"/>
                  <a:gd name="connsiteY131-18120" fmla="*/ 7467599 h 10448096"/>
                  <a:gd name="connsiteX132-18121" fmla="*/ 2784763 w 10490654"/>
                  <a:gd name="connsiteY132-18122" fmla="*/ 7192277 h 10448096"/>
                  <a:gd name="connsiteX133-18123" fmla="*/ 2604654 w 10490654"/>
                  <a:gd name="connsiteY133-18124" fmla="*/ 6915186 h 10448096"/>
                  <a:gd name="connsiteX134-18125" fmla="*/ 2410691 w 10490654"/>
                  <a:gd name="connsiteY134-18126" fmla="*/ 6416423 h 10448096"/>
                  <a:gd name="connsiteX135-18127" fmla="*/ 2327563 w 10490654"/>
                  <a:gd name="connsiteY135-18128" fmla="*/ 6277877 h 10448096"/>
                  <a:gd name="connsiteX136-18129" fmla="*/ 1662545 w 10490654"/>
                  <a:gd name="connsiteY136-18130" fmla="*/ 6250168 h 10448096"/>
                  <a:gd name="connsiteX137-18131" fmla="*/ 1233054 w 10490654"/>
                  <a:gd name="connsiteY137-18132" fmla="*/ 6250168 h 10448096"/>
                  <a:gd name="connsiteX138-18133" fmla="*/ 1136072 w 10490654"/>
                  <a:gd name="connsiteY138-18134" fmla="*/ 6305586 h 10448096"/>
                  <a:gd name="connsiteX139-18135" fmla="*/ 706582 w 10490654"/>
                  <a:gd name="connsiteY139-18136" fmla="*/ 6264023 h 10448096"/>
                  <a:gd name="connsiteX140-18137" fmla="*/ 318654 w 10490654"/>
                  <a:gd name="connsiteY140-18138" fmla="*/ 6291732 h 10448096"/>
                  <a:gd name="connsiteX141-18139" fmla="*/ 96982 w 10490654"/>
                  <a:gd name="connsiteY141-18140" fmla="*/ 6444132 h 10448096"/>
                  <a:gd name="connsiteX142-18141" fmla="*/ 0 w 10490654"/>
                  <a:gd name="connsiteY142-18142" fmla="*/ 6347150 h 10448096"/>
                  <a:gd name="connsiteX143-18143" fmla="*/ 83127 w 10490654"/>
                  <a:gd name="connsiteY143-18144" fmla="*/ 6291732 h 10448096"/>
                  <a:gd name="connsiteX0-18145" fmla="*/ 83127 w 10490654"/>
                  <a:gd name="connsiteY0-18146" fmla="*/ 6291732 h 10448096"/>
                  <a:gd name="connsiteX1-18147" fmla="*/ 96982 w 10490654"/>
                  <a:gd name="connsiteY1-18148" fmla="*/ 5848386 h 10448096"/>
                  <a:gd name="connsiteX2-18149" fmla="*/ 401782 w 10490654"/>
                  <a:gd name="connsiteY2-18150" fmla="*/ 5585150 h 10448096"/>
                  <a:gd name="connsiteX3-18151" fmla="*/ 651163 w 10490654"/>
                  <a:gd name="connsiteY3-18152" fmla="*/ 5723696 h 10448096"/>
                  <a:gd name="connsiteX4-18153" fmla="*/ 858982 w 10490654"/>
                  <a:gd name="connsiteY4-18154" fmla="*/ 5557441 h 10448096"/>
                  <a:gd name="connsiteX5-18155" fmla="*/ 997527 w 10490654"/>
                  <a:gd name="connsiteY5-18156" fmla="*/ 5405041 h 10448096"/>
                  <a:gd name="connsiteX6-18157" fmla="*/ 1080654 w 10490654"/>
                  <a:gd name="connsiteY6-18158" fmla="*/ 5488168 h 10448096"/>
                  <a:gd name="connsiteX7-18159" fmla="*/ 1269312 w 10490654"/>
                  <a:gd name="connsiteY7-18160" fmla="*/ 5732834 h 10448096"/>
                  <a:gd name="connsiteX8-18161" fmla="*/ 1523116 w 10490654"/>
                  <a:gd name="connsiteY8-18162" fmla="*/ 5534154 h 10448096"/>
                  <a:gd name="connsiteX9-18163" fmla="*/ 1731818 w 10490654"/>
                  <a:gd name="connsiteY9-18164" fmla="*/ 5349623 h 10448096"/>
                  <a:gd name="connsiteX10-18165" fmla="*/ 2022763 w 10490654"/>
                  <a:gd name="connsiteY10-18166" fmla="*/ 5114096 h 10448096"/>
                  <a:gd name="connsiteX11-18167" fmla="*/ 2119745 w 10490654"/>
                  <a:gd name="connsiteY11-18168" fmla="*/ 4684605 h 10448096"/>
                  <a:gd name="connsiteX12-18169" fmla="*/ 2172511 w 10490654"/>
                  <a:gd name="connsiteY12-18170" fmla="*/ 4217972 h 10448096"/>
                  <a:gd name="connsiteX13-18171" fmla="*/ 2355272 w 10490654"/>
                  <a:gd name="connsiteY13-18172" fmla="*/ 3908750 h 10448096"/>
                  <a:gd name="connsiteX14-18173" fmla="*/ 2715491 w 10490654"/>
                  <a:gd name="connsiteY14-18174" fmla="*/ 3506968 h 10448096"/>
                  <a:gd name="connsiteX15-18175" fmla="*/ 2978727 w 10490654"/>
                  <a:gd name="connsiteY15-18176" fmla="*/ 3313005 h 10448096"/>
                  <a:gd name="connsiteX16-18177" fmla="*/ 3006436 w 10490654"/>
                  <a:gd name="connsiteY16-18178" fmla="*/ 2869659 h 10448096"/>
                  <a:gd name="connsiteX17-18179" fmla="*/ 3075709 w 10490654"/>
                  <a:gd name="connsiteY17-18180" fmla="*/ 2578714 h 10448096"/>
                  <a:gd name="connsiteX18-18181" fmla="*/ 3075709 w 10490654"/>
                  <a:gd name="connsiteY18-18182" fmla="*/ 2370896 h 10448096"/>
                  <a:gd name="connsiteX19-18183" fmla="*/ 3214254 w 10490654"/>
                  <a:gd name="connsiteY19-18184" fmla="*/ 2038386 h 10448096"/>
                  <a:gd name="connsiteX20-18185" fmla="*/ 3214254 w 10490654"/>
                  <a:gd name="connsiteY20-18186" fmla="*/ 1747441 h 10448096"/>
                  <a:gd name="connsiteX21-18187" fmla="*/ 3513454 w 10490654"/>
                  <a:gd name="connsiteY21-18188" fmla="*/ 1179405 h 10448096"/>
                  <a:gd name="connsiteX22-18189" fmla="*/ 3463636 w 10490654"/>
                  <a:gd name="connsiteY22-18190" fmla="*/ 805332 h 10448096"/>
                  <a:gd name="connsiteX23-18191" fmla="*/ 3491345 w 10490654"/>
                  <a:gd name="connsiteY23-18192" fmla="*/ 597514 h 10448096"/>
                  <a:gd name="connsiteX24-18193" fmla="*/ 3823854 w 10490654"/>
                  <a:gd name="connsiteY24-18194" fmla="*/ 237296 h 10448096"/>
                  <a:gd name="connsiteX25-18195" fmla="*/ 4017818 w 10490654"/>
                  <a:gd name="connsiteY25-18196" fmla="*/ 112605 h 10448096"/>
                  <a:gd name="connsiteX26-18197" fmla="*/ 4433454 w 10490654"/>
                  <a:gd name="connsiteY26-18198" fmla="*/ 348132 h 10448096"/>
                  <a:gd name="connsiteX27-18199" fmla="*/ 4599709 w 10490654"/>
                  <a:gd name="connsiteY27-18200" fmla="*/ 542096 h 10448096"/>
                  <a:gd name="connsiteX28-18201" fmla="*/ 5070763 w 10490654"/>
                  <a:gd name="connsiteY28-18202" fmla="*/ 597514 h 10448096"/>
                  <a:gd name="connsiteX29-18203" fmla="*/ 5391187 w 10490654"/>
                  <a:gd name="connsiteY29-18204" fmla="*/ 656763 h 10448096"/>
                  <a:gd name="connsiteX30-18205" fmla="*/ 5647937 w 10490654"/>
                  <a:gd name="connsiteY30-18206" fmla="*/ 673271 h 10448096"/>
                  <a:gd name="connsiteX31-18207" fmla="*/ 5860472 w 10490654"/>
                  <a:gd name="connsiteY31-18208" fmla="*/ 334277 h 10448096"/>
                  <a:gd name="connsiteX32-18209" fmla="*/ 6123709 w 10490654"/>
                  <a:gd name="connsiteY32-18210" fmla="*/ 375841 h 10448096"/>
                  <a:gd name="connsiteX33-18211" fmla="*/ 6594763 w 10490654"/>
                  <a:gd name="connsiteY33-18212" fmla="*/ 237296 h 10448096"/>
                  <a:gd name="connsiteX34-18213" fmla="*/ 6761018 w 10490654"/>
                  <a:gd name="connsiteY34-18214" fmla="*/ 181877 h 10448096"/>
                  <a:gd name="connsiteX35-18215" fmla="*/ 7038109 w 10490654"/>
                  <a:gd name="connsiteY35-18216" fmla="*/ 251150 h 10448096"/>
                  <a:gd name="connsiteX36-18217" fmla="*/ 7232072 w 10490654"/>
                  <a:gd name="connsiteY36-18218" fmla="*/ 71041 h 10448096"/>
                  <a:gd name="connsiteX37-18219" fmla="*/ 7363248 w 10490654"/>
                  <a:gd name="connsiteY37-18220" fmla="*/ 0 h 10448096"/>
                  <a:gd name="connsiteX38-18221" fmla="*/ 7606145 w 10490654"/>
                  <a:gd name="connsiteY38-18222" fmla="*/ 57186 h 10448096"/>
                  <a:gd name="connsiteX39-18223" fmla="*/ 7910945 w 10490654"/>
                  <a:gd name="connsiteY39-18224" fmla="*/ 181877 h 10448096"/>
                  <a:gd name="connsiteX40-18225" fmla="*/ 8312727 w 10490654"/>
                  <a:gd name="connsiteY40-18226" fmla="*/ 112605 h 10448096"/>
                  <a:gd name="connsiteX41-18227" fmla="*/ 8647005 w 10490654"/>
                  <a:gd name="connsiteY41-18228" fmla="*/ 449831 h 10448096"/>
                  <a:gd name="connsiteX42-18229" fmla="*/ 8908472 w 10490654"/>
                  <a:gd name="connsiteY42-18230" fmla="*/ 597514 h 10448096"/>
                  <a:gd name="connsiteX43-18231" fmla="*/ 9088582 w 10490654"/>
                  <a:gd name="connsiteY43-18232" fmla="*/ 500532 h 10448096"/>
                  <a:gd name="connsiteX44-18233" fmla="*/ 9351818 w 10490654"/>
                  <a:gd name="connsiteY44-18234" fmla="*/ 445114 h 10448096"/>
                  <a:gd name="connsiteX45-18235" fmla="*/ 9518072 w 10490654"/>
                  <a:gd name="connsiteY45-18236" fmla="*/ 420943 h 10448096"/>
                  <a:gd name="connsiteX46-18237" fmla="*/ 9646301 w 10490654"/>
                  <a:gd name="connsiteY46-18238" fmla="*/ 422711 h 10448096"/>
                  <a:gd name="connsiteX47-18239" fmla="*/ 10002982 w 10490654"/>
                  <a:gd name="connsiteY47-18240" fmla="*/ 846896 h 10448096"/>
                  <a:gd name="connsiteX48-18241" fmla="*/ 10238509 w 10490654"/>
                  <a:gd name="connsiteY48-18242" fmla="*/ 1040859 h 10448096"/>
                  <a:gd name="connsiteX49-18243" fmla="*/ 10224654 w 10490654"/>
                  <a:gd name="connsiteY49-18244" fmla="*/ 1304096 h 10448096"/>
                  <a:gd name="connsiteX50-18245" fmla="*/ 10238509 w 10490654"/>
                  <a:gd name="connsiteY50-18246" fmla="*/ 1498059 h 10448096"/>
                  <a:gd name="connsiteX51-18247" fmla="*/ 10280072 w 10490654"/>
                  <a:gd name="connsiteY51-18248" fmla="*/ 1622750 h 10448096"/>
                  <a:gd name="connsiteX52-18249" fmla="*/ 10490654 w 10490654"/>
                  <a:gd name="connsiteY52-18250" fmla="*/ 1807021 h 10448096"/>
                  <a:gd name="connsiteX53-18251" fmla="*/ 10077929 w 10490654"/>
                  <a:gd name="connsiteY53-18252" fmla="*/ 2260393 h 10448096"/>
                  <a:gd name="connsiteX54-18253" fmla="*/ 9781309 w 10490654"/>
                  <a:gd name="connsiteY54-18254" fmla="*/ 2551005 h 10448096"/>
                  <a:gd name="connsiteX55-18255" fmla="*/ 9601200 w 10490654"/>
                  <a:gd name="connsiteY55-18256" fmla="*/ 3479259 h 10448096"/>
                  <a:gd name="connsiteX56-18257" fmla="*/ 9601200 w 10490654"/>
                  <a:gd name="connsiteY56-18258" fmla="*/ 3770205 h 10448096"/>
                  <a:gd name="connsiteX57-18259" fmla="*/ 9365672 w 10490654"/>
                  <a:gd name="connsiteY57-18260" fmla="*/ 3964168 h 10448096"/>
                  <a:gd name="connsiteX58-18261" fmla="*/ 9310254 w 10490654"/>
                  <a:gd name="connsiteY58-18262" fmla="*/ 4130423 h 10448096"/>
                  <a:gd name="connsiteX59-18263" fmla="*/ 9199418 w 10490654"/>
                  <a:gd name="connsiteY59-18264" fmla="*/ 4338241 h 10448096"/>
                  <a:gd name="connsiteX60-18265" fmla="*/ 9268691 w 10490654"/>
                  <a:gd name="connsiteY60-18266" fmla="*/ 4504496 h 10448096"/>
                  <a:gd name="connsiteX61-18267" fmla="*/ 9337963 w 10490654"/>
                  <a:gd name="connsiteY61-18268" fmla="*/ 4712314 h 10448096"/>
                  <a:gd name="connsiteX62-18269" fmla="*/ 9382180 w 10490654"/>
                  <a:gd name="connsiteY62-18270" fmla="*/ 4968181 h 10448096"/>
                  <a:gd name="connsiteX63-18271" fmla="*/ 9434945 w 10490654"/>
                  <a:gd name="connsiteY63-18272" fmla="*/ 5266496 h 10448096"/>
                  <a:gd name="connsiteX64-18273" fmla="*/ 9462654 w 10490654"/>
                  <a:gd name="connsiteY64-18274" fmla="*/ 5668277 h 10448096"/>
                  <a:gd name="connsiteX65-18275" fmla="*/ 9587345 w 10490654"/>
                  <a:gd name="connsiteY65-18276" fmla="*/ 6028496 h 10448096"/>
                  <a:gd name="connsiteX66-18277" fmla="*/ 9545782 w 10490654"/>
                  <a:gd name="connsiteY66-18278" fmla="*/ 6430277 h 10448096"/>
                  <a:gd name="connsiteX67-18279" fmla="*/ 9933709 w 10490654"/>
                  <a:gd name="connsiteY67-18280" fmla="*/ 6915186 h 10448096"/>
                  <a:gd name="connsiteX68-18281" fmla="*/ 10094363 w 10490654"/>
                  <a:gd name="connsiteY68-18282" fmla="*/ 7274520 h 10448096"/>
                  <a:gd name="connsiteX69-18283" fmla="*/ 10232908 w 10490654"/>
                  <a:gd name="connsiteY69-18284" fmla="*/ 7568119 h 10448096"/>
                  <a:gd name="connsiteX70-18285" fmla="*/ 9670472 w 10490654"/>
                  <a:gd name="connsiteY70-18286" fmla="*/ 7594059 h 10448096"/>
                  <a:gd name="connsiteX71-18287" fmla="*/ 9337963 w 10490654"/>
                  <a:gd name="connsiteY71-18288" fmla="*/ 7704896 h 10448096"/>
                  <a:gd name="connsiteX72-18289" fmla="*/ 9102436 w 10490654"/>
                  <a:gd name="connsiteY72-18290" fmla="*/ 7843441 h 10448096"/>
                  <a:gd name="connsiteX73-18291" fmla="*/ 9019309 w 10490654"/>
                  <a:gd name="connsiteY73-18292" fmla="*/ 8051259 h 10448096"/>
                  <a:gd name="connsiteX74-18293" fmla="*/ 8956730 w 10490654"/>
                  <a:gd name="connsiteY74-18294" fmla="*/ 8148241 h 10448096"/>
                  <a:gd name="connsiteX75-18295" fmla="*/ 9027559 w 10490654"/>
                  <a:gd name="connsiteY75-18296" fmla="*/ 8577732 h 10448096"/>
                  <a:gd name="connsiteX76-18297" fmla="*/ 9030673 w 10490654"/>
                  <a:gd name="connsiteY76-18298" fmla="*/ 8811236 h 10448096"/>
                  <a:gd name="connsiteX77-18299" fmla="*/ 8991600 w 10490654"/>
                  <a:gd name="connsiteY77-18300" fmla="*/ 9021077 h 10448096"/>
                  <a:gd name="connsiteX78-18301" fmla="*/ 8894618 w 10490654"/>
                  <a:gd name="connsiteY78-18302" fmla="*/ 9325877 h 10448096"/>
                  <a:gd name="connsiteX79-18303" fmla="*/ 8922327 w 10490654"/>
                  <a:gd name="connsiteY79-18304" fmla="*/ 9589114 h 10448096"/>
                  <a:gd name="connsiteX80-18305" fmla="*/ 9144000 w 10490654"/>
                  <a:gd name="connsiteY80-18306" fmla="*/ 9755368 h 10448096"/>
                  <a:gd name="connsiteX81-18307" fmla="*/ 9353374 w 10490654"/>
                  <a:gd name="connsiteY81-18308" fmla="*/ 9906212 h 10448096"/>
                  <a:gd name="connsiteX82-18309" fmla="*/ 9529903 w 10490654"/>
                  <a:gd name="connsiteY82-18310" fmla="*/ 9958205 h 10448096"/>
                  <a:gd name="connsiteX83-18311" fmla="*/ 9625328 w 10490654"/>
                  <a:gd name="connsiteY83-18312" fmla="*/ 9844256 h 10448096"/>
                  <a:gd name="connsiteX84-18313" fmla="*/ 9667359 w 10490654"/>
                  <a:gd name="connsiteY84-18314" fmla="*/ 9856554 h 10448096"/>
                  <a:gd name="connsiteX85-18315" fmla="*/ 9668916 w 10490654"/>
                  <a:gd name="connsiteY85-18316" fmla="*/ 10309550 h 10448096"/>
                  <a:gd name="connsiteX86-18317" fmla="*/ 9495500 w 10490654"/>
                  <a:gd name="connsiteY86-18318" fmla="*/ 10359209 h 10448096"/>
                  <a:gd name="connsiteX87-18319" fmla="*/ 9310254 w 10490654"/>
                  <a:gd name="connsiteY87-18320" fmla="*/ 10448096 h 10448096"/>
                  <a:gd name="connsiteX88-18321" fmla="*/ 9227127 w 10490654"/>
                  <a:gd name="connsiteY88-18322" fmla="*/ 10295696 h 10448096"/>
                  <a:gd name="connsiteX89-18323" fmla="*/ 9033163 w 10490654"/>
                  <a:gd name="connsiteY89-18324" fmla="*/ 10046314 h 10448096"/>
                  <a:gd name="connsiteX90-18325" fmla="*/ 8825345 w 10490654"/>
                  <a:gd name="connsiteY90-18326" fmla="*/ 9866205 h 10448096"/>
                  <a:gd name="connsiteX91-18327" fmla="*/ 8534400 w 10490654"/>
                  <a:gd name="connsiteY91-18328" fmla="*/ 9755368 h 10448096"/>
                  <a:gd name="connsiteX92-18329" fmla="*/ 8423563 w 10490654"/>
                  <a:gd name="connsiteY92-18330" fmla="*/ 9699950 h 10448096"/>
                  <a:gd name="connsiteX93-18331" fmla="*/ 8285018 w 10490654"/>
                  <a:gd name="connsiteY93-18332" fmla="*/ 9533696 h 10448096"/>
                  <a:gd name="connsiteX94-18333" fmla="*/ 8257309 w 10490654"/>
                  <a:gd name="connsiteY94-18334" fmla="*/ 9395150 h 10448096"/>
                  <a:gd name="connsiteX95-18335" fmla="*/ 8146472 w 10490654"/>
                  <a:gd name="connsiteY95-18336" fmla="*/ 9409005 h 10448096"/>
                  <a:gd name="connsiteX96-18337" fmla="*/ 8091054 w 10490654"/>
                  <a:gd name="connsiteY96-18338" fmla="*/ 9630677 h 10448096"/>
                  <a:gd name="connsiteX97-18339" fmla="*/ 7806336 w 10490654"/>
                  <a:gd name="connsiteY97-18340" fmla="*/ 9636437 h 10448096"/>
                  <a:gd name="connsiteX98-18341" fmla="*/ 7567694 w 10490654"/>
                  <a:gd name="connsiteY98-18342" fmla="*/ 9573236 h 10448096"/>
                  <a:gd name="connsiteX99-18343" fmla="*/ 7466043 w 10490654"/>
                  <a:gd name="connsiteY99-18344" fmla="*/ 9524511 h 10448096"/>
                  <a:gd name="connsiteX100-18345" fmla="*/ 7439891 w 10490654"/>
                  <a:gd name="connsiteY100-18346" fmla="*/ 9215041 h 10448096"/>
                  <a:gd name="connsiteX101-18347" fmla="*/ 7397859 w 10490654"/>
                  <a:gd name="connsiteY101-18348" fmla="*/ 9409005 h 10448096"/>
                  <a:gd name="connsiteX102-18349" fmla="*/ 7287491 w 10490654"/>
                  <a:gd name="connsiteY102-18350" fmla="*/ 9503028 h 10448096"/>
                  <a:gd name="connsiteX103-18351" fmla="*/ 7221797 w 10490654"/>
                  <a:gd name="connsiteY103-18352" fmla="*/ 9175034 h 10448096"/>
                  <a:gd name="connsiteX104-18353" fmla="*/ 6954982 w 10490654"/>
                  <a:gd name="connsiteY104-18354" fmla="*/ 9242750 h 10448096"/>
                  <a:gd name="connsiteX105-18355" fmla="*/ 6710737 w 10490654"/>
                  <a:gd name="connsiteY105-18356" fmla="*/ 9315137 h 10448096"/>
                  <a:gd name="connsiteX106-18357" fmla="*/ 6674777 w 10490654"/>
                  <a:gd name="connsiteY106-18358" fmla="*/ 9116036 h 10448096"/>
                  <a:gd name="connsiteX107-18359" fmla="*/ 6511636 w 10490654"/>
                  <a:gd name="connsiteY107-18360" fmla="*/ 9007223 h 10448096"/>
                  <a:gd name="connsiteX108-18361" fmla="*/ 6428509 w 10490654"/>
                  <a:gd name="connsiteY108-18362" fmla="*/ 9007223 h 10448096"/>
                  <a:gd name="connsiteX109-18363" fmla="*/ 6325922 w 10490654"/>
                  <a:gd name="connsiteY109-18364" fmla="*/ 9110431 h 10448096"/>
                  <a:gd name="connsiteX110-18365" fmla="*/ 6167763 w 10490654"/>
                  <a:gd name="connsiteY110-18366" fmla="*/ 9031351 h 10448096"/>
                  <a:gd name="connsiteX111-18367" fmla="*/ 6002132 w 10490654"/>
                  <a:gd name="connsiteY111-18368" fmla="*/ 9146858 h 10448096"/>
                  <a:gd name="connsiteX112-18369" fmla="*/ 5749636 w 10490654"/>
                  <a:gd name="connsiteY112-18370" fmla="*/ 9104205 h 10448096"/>
                  <a:gd name="connsiteX113-18371" fmla="*/ 5674760 w 10490654"/>
                  <a:gd name="connsiteY113-18372" fmla="*/ 9135028 h 10448096"/>
                  <a:gd name="connsiteX114-18373" fmla="*/ 5507415 w 10490654"/>
                  <a:gd name="connsiteY114-18374" fmla="*/ 9181261 h 10448096"/>
                  <a:gd name="connsiteX115-18375" fmla="*/ 5505859 w 10490654"/>
                  <a:gd name="connsiteY115-18376" fmla="*/ 8924096 h 10448096"/>
                  <a:gd name="connsiteX116-18377" fmla="*/ 5505857 w 10490654"/>
                  <a:gd name="connsiteY116-18378" fmla="*/ 8688101 h 10448096"/>
                  <a:gd name="connsiteX117-18379" fmla="*/ 5336024 w 10490654"/>
                  <a:gd name="connsiteY117-18380" fmla="*/ 8386416 h 10448096"/>
                  <a:gd name="connsiteX118-18381" fmla="*/ 5230324 w 10490654"/>
                  <a:gd name="connsiteY118-18382" fmla="*/ 8135944 h 10448096"/>
                  <a:gd name="connsiteX119-18383" fmla="*/ 5317031 w 10490654"/>
                  <a:gd name="connsiteY119-18384" fmla="*/ 7663332 h 10448096"/>
                  <a:gd name="connsiteX120-18385" fmla="*/ 5201059 w 10490654"/>
                  <a:gd name="connsiteY120-18386" fmla="*/ 7373476 h 10448096"/>
                  <a:gd name="connsiteX121-18387" fmla="*/ 5250872 w 10490654"/>
                  <a:gd name="connsiteY121-18388" fmla="*/ 7123005 h 10448096"/>
                  <a:gd name="connsiteX122-18389" fmla="*/ 5245735 w 10490654"/>
                  <a:gd name="connsiteY122-18390" fmla="*/ 7071789 h 10448096"/>
                  <a:gd name="connsiteX123-18391" fmla="*/ 4577603 w 10490654"/>
                  <a:gd name="connsiteY123-18392" fmla="*/ 7067120 h 10448096"/>
                  <a:gd name="connsiteX124-18393" fmla="*/ 4528412 w 10490654"/>
                  <a:gd name="connsiteY124-18394" fmla="*/ 6893704 h 10448096"/>
                  <a:gd name="connsiteX125-18395" fmla="*/ 4038834 w 10490654"/>
                  <a:gd name="connsiteY125-18396" fmla="*/ 6869576 h 10448096"/>
                  <a:gd name="connsiteX126-18397" fmla="*/ 3976254 w 10490654"/>
                  <a:gd name="connsiteY126-18398" fmla="*/ 7123005 h 10448096"/>
                  <a:gd name="connsiteX127-18399" fmla="*/ 3932667 w 10490654"/>
                  <a:gd name="connsiteY127-18400" fmla="*/ 7334403 h 10448096"/>
                  <a:gd name="connsiteX128-18401" fmla="*/ 3884155 w 10490654"/>
                  <a:gd name="connsiteY128-18402" fmla="*/ 7456604 h 10448096"/>
                  <a:gd name="connsiteX129-18403" fmla="*/ 3572499 w 10490654"/>
                  <a:gd name="connsiteY129-18404" fmla="*/ 7418574 h 10448096"/>
                  <a:gd name="connsiteX130-18405" fmla="*/ 3311236 w 10490654"/>
                  <a:gd name="connsiteY130-18406" fmla="*/ 7455514 h 10448096"/>
                  <a:gd name="connsiteX131-18407" fmla="*/ 2921540 w 10490654"/>
                  <a:gd name="connsiteY131-18408" fmla="*/ 7467599 h 10448096"/>
                  <a:gd name="connsiteX132-18409" fmla="*/ 2784763 w 10490654"/>
                  <a:gd name="connsiteY132-18410" fmla="*/ 7192277 h 10448096"/>
                  <a:gd name="connsiteX133-18411" fmla="*/ 2604654 w 10490654"/>
                  <a:gd name="connsiteY133-18412" fmla="*/ 6915186 h 10448096"/>
                  <a:gd name="connsiteX134-18413" fmla="*/ 2410691 w 10490654"/>
                  <a:gd name="connsiteY134-18414" fmla="*/ 6416423 h 10448096"/>
                  <a:gd name="connsiteX135-18415" fmla="*/ 2327563 w 10490654"/>
                  <a:gd name="connsiteY135-18416" fmla="*/ 6277877 h 10448096"/>
                  <a:gd name="connsiteX136-18417" fmla="*/ 1662545 w 10490654"/>
                  <a:gd name="connsiteY136-18418" fmla="*/ 6250168 h 10448096"/>
                  <a:gd name="connsiteX137-18419" fmla="*/ 1233054 w 10490654"/>
                  <a:gd name="connsiteY137-18420" fmla="*/ 6250168 h 10448096"/>
                  <a:gd name="connsiteX138-18421" fmla="*/ 1136072 w 10490654"/>
                  <a:gd name="connsiteY138-18422" fmla="*/ 6305586 h 10448096"/>
                  <a:gd name="connsiteX139-18423" fmla="*/ 706582 w 10490654"/>
                  <a:gd name="connsiteY139-18424" fmla="*/ 6264023 h 10448096"/>
                  <a:gd name="connsiteX140-18425" fmla="*/ 318654 w 10490654"/>
                  <a:gd name="connsiteY140-18426" fmla="*/ 6291732 h 10448096"/>
                  <a:gd name="connsiteX141-18427" fmla="*/ 96982 w 10490654"/>
                  <a:gd name="connsiteY141-18428" fmla="*/ 6444132 h 10448096"/>
                  <a:gd name="connsiteX142-18429" fmla="*/ 0 w 10490654"/>
                  <a:gd name="connsiteY142-18430" fmla="*/ 6347150 h 10448096"/>
                  <a:gd name="connsiteX143-18431" fmla="*/ 83127 w 10490654"/>
                  <a:gd name="connsiteY143-18432" fmla="*/ 6291732 h 10448096"/>
                  <a:gd name="connsiteX0-18433" fmla="*/ 83127 w 10490654"/>
                  <a:gd name="connsiteY0-18434" fmla="*/ 6291732 h 10448096"/>
                  <a:gd name="connsiteX1-18435" fmla="*/ 96982 w 10490654"/>
                  <a:gd name="connsiteY1-18436" fmla="*/ 5848386 h 10448096"/>
                  <a:gd name="connsiteX2-18437" fmla="*/ 401782 w 10490654"/>
                  <a:gd name="connsiteY2-18438" fmla="*/ 5585150 h 10448096"/>
                  <a:gd name="connsiteX3-18439" fmla="*/ 651163 w 10490654"/>
                  <a:gd name="connsiteY3-18440" fmla="*/ 5723696 h 10448096"/>
                  <a:gd name="connsiteX4-18441" fmla="*/ 858982 w 10490654"/>
                  <a:gd name="connsiteY4-18442" fmla="*/ 5557441 h 10448096"/>
                  <a:gd name="connsiteX5-18443" fmla="*/ 997527 w 10490654"/>
                  <a:gd name="connsiteY5-18444" fmla="*/ 5405041 h 10448096"/>
                  <a:gd name="connsiteX6-18445" fmla="*/ 1080654 w 10490654"/>
                  <a:gd name="connsiteY6-18446" fmla="*/ 5488168 h 10448096"/>
                  <a:gd name="connsiteX7-18447" fmla="*/ 1269312 w 10490654"/>
                  <a:gd name="connsiteY7-18448" fmla="*/ 5732834 h 10448096"/>
                  <a:gd name="connsiteX8-18449" fmla="*/ 1523116 w 10490654"/>
                  <a:gd name="connsiteY8-18450" fmla="*/ 5534154 h 10448096"/>
                  <a:gd name="connsiteX9-18451" fmla="*/ 1731818 w 10490654"/>
                  <a:gd name="connsiteY9-18452" fmla="*/ 5349623 h 10448096"/>
                  <a:gd name="connsiteX10-18453" fmla="*/ 2022763 w 10490654"/>
                  <a:gd name="connsiteY10-18454" fmla="*/ 5114096 h 10448096"/>
                  <a:gd name="connsiteX11-18455" fmla="*/ 2119745 w 10490654"/>
                  <a:gd name="connsiteY11-18456" fmla="*/ 4684605 h 10448096"/>
                  <a:gd name="connsiteX12-18457" fmla="*/ 2172511 w 10490654"/>
                  <a:gd name="connsiteY12-18458" fmla="*/ 4217972 h 10448096"/>
                  <a:gd name="connsiteX13-18459" fmla="*/ 2355272 w 10490654"/>
                  <a:gd name="connsiteY13-18460" fmla="*/ 3908750 h 10448096"/>
                  <a:gd name="connsiteX14-18461" fmla="*/ 2715491 w 10490654"/>
                  <a:gd name="connsiteY14-18462" fmla="*/ 3506968 h 10448096"/>
                  <a:gd name="connsiteX15-18463" fmla="*/ 2978727 w 10490654"/>
                  <a:gd name="connsiteY15-18464" fmla="*/ 3313005 h 10448096"/>
                  <a:gd name="connsiteX16-18465" fmla="*/ 3006436 w 10490654"/>
                  <a:gd name="connsiteY16-18466" fmla="*/ 2869659 h 10448096"/>
                  <a:gd name="connsiteX17-18467" fmla="*/ 3075709 w 10490654"/>
                  <a:gd name="connsiteY17-18468" fmla="*/ 2578714 h 10448096"/>
                  <a:gd name="connsiteX18-18469" fmla="*/ 3075709 w 10490654"/>
                  <a:gd name="connsiteY18-18470" fmla="*/ 2370896 h 10448096"/>
                  <a:gd name="connsiteX19-18471" fmla="*/ 3214254 w 10490654"/>
                  <a:gd name="connsiteY19-18472" fmla="*/ 2038386 h 10448096"/>
                  <a:gd name="connsiteX20-18473" fmla="*/ 3214254 w 10490654"/>
                  <a:gd name="connsiteY20-18474" fmla="*/ 1747441 h 10448096"/>
                  <a:gd name="connsiteX21-18475" fmla="*/ 3513454 w 10490654"/>
                  <a:gd name="connsiteY21-18476" fmla="*/ 1179405 h 10448096"/>
                  <a:gd name="connsiteX22-18477" fmla="*/ 3463636 w 10490654"/>
                  <a:gd name="connsiteY22-18478" fmla="*/ 805332 h 10448096"/>
                  <a:gd name="connsiteX23-18479" fmla="*/ 3491345 w 10490654"/>
                  <a:gd name="connsiteY23-18480" fmla="*/ 597514 h 10448096"/>
                  <a:gd name="connsiteX24-18481" fmla="*/ 3823854 w 10490654"/>
                  <a:gd name="connsiteY24-18482" fmla="*/ 237296 h 10448096"/>
                  <a:gd name="connsiteX25-18483" fmla="*/ 4017818 w 10490654"/>
                  <a:gd name="connsiteY25-18484" fmla="*/ 112605 h 10448096"/>
                  <a:gd name="connsiteX26-18485" fmla="*/ 4433454 w 10490654"/>
                  <a:gd name="connsiteY26-18486" fmla="*/ 348132 h 10448096"/>
                  <a:gd name="connsiteX27-18487" fmla="*/ 4599709 w 10490654"/>
                  <a:gd name="connsiteY27-18488" fmla="*/ 542096 h 10448096"/>
                  <a:gd name="connsiteX28-18489" fmla="*/ 5070763 w 10490654"/>
                  <a:gd name="connsiteY28-18490" fmla="*/ 597514 h 10448096"/>
                  <a:gd name="connsiteX29-18491" fmla="*/ 5391187 w 10490654"/>
                  <a:gd name="connsiteY29-18492" fmla="*/ 656763 h 10448096"/>
                  <a:gd name="connsiteX30-18493" fmla="*/ 5647937 w 10490654"/>
                  <a:gd name="connsiteY30-18494" fmla="*/ 673271 h 10448096"/>
                  <a:gd name="connsiteX31-18495" fmla="*/ 5860472 w 10490654"/>
                  <a:gd name="connsiteY31-18496" fmla="*/ 334277 h 10448096"/>
                  <a:gd name="connsiteX32-18497" fmla="*/ 6123709 w 10490654"/>
                  <a:gd name="connsiteY32-18498" fmla="*/ 375841 h 10448096"/>
                  <a:gd name="connsiteX33-18499" fmla="*/ 6594763 w 10490654"/>
                  <a:gd name="connsiteY33-18500" fmla="*/ 237296 h 10448096"/>
                  <a:gd name="connsiteX34-18501" fmla="*/ 6761018 w 10490654"/>
                  <a:gd name="connsiteY34-18502" fmla="*/ 181877 h 10448096"/>
                  <a:gd name="connsiteX35-18503" fmla="*/ 7038109 w 10490654"/>
                  <a:gd name="connsiteY35-18504" fmla="*/ 251150 h 10448096"/>
                  <a:gd name="connsiteX36-18505" fmla="*/ 7232072 w 10490654"/>
                  <a:gd name="connsiteY36-18506" fmla="*/ 71041 h 10448096"/>
                  <a:gd name="connsiteX37-18507" fmla="*/ 7363248 w 10490654"/>
                  <a:gd name="connsiteY37-18508" fmla="*/ 0 h 10448096"/>
                  <a:gd name="connsiteX38-18509" fmla="*/ 7606145 w 10490654"/>
                  <a:gd name="connsiteY38-18510" fmla="*/ 57186 h 10448096"/>
                  <a:gd name="connsiteX39-18511" fmla="*/ 7910945 w 10490654"/>
                  <a:gd name="connsiteY39-18512" fmla="*/ 181877 h 10448096"/>
                  <a:gd name="connsiteX40-18513" fmla="*/ 8312727 w 10490654"/>
                  <a:gd name="connsiteY40-18514" fmla="*/ 112605 h 10448096"/>
                  <a:gd name="connsiteX41-18515" fmla="*/ 8647005 w 10490654"/>
                  <a:gd name="connsiteY41-18516" fmla="*/ 449831 h 10448096"/>
                  <a:gd name="connsiteX42-18517" fmla="*/ 8908472 w 10490654"/>
                  <a:gd name="connsiteY42-18518" fmla="*/ 597514 h 10448096"/>
                  <a:gd name="connsiteX43-18519" fmla="*/ 9088582 w 10490654"/>
                  <a:gd name="connsiteY43-18520" fmla="*/ 500532 h 10448096"/>
                  <a:gd name="connsiteX44-18521" fmla="*/ 9351818 w 10490654"/>
                  <a:gd name="connsiteY44-18522" fmla="*/ 445114 h 10448096"/>
                  <a:gd name="connsiteX45-18523" fmla="*/ 9518072 w 10490654"/>
                  <a:gd name="connsiteY45-18524" fmla="*/ 420943 h 10448096"/>
                  <a:gd name="connsiteX46-18525" fmla="*/ 9646301 w 10490654"/>
                  <a:gd name="connsiteY46-18526" fmla="*/ 422711 h 10448096"/>
                  <a:gd name="connsiteX47-18527" fmla="*/ 10002982 w 10490654"/>
                  <a:gd name="connsiteY47-18528" fmla="*/ 846896 h 10448096"/>
                  <a:gd name="connsiteX48-18529" fmla="*/ 10238509 w 10490654"/>
                  <a:gd name="connsiteY48-18530" fmla="*/ 1040859 h 10448096"/>
                  <a:gd name="connsiteX49-18531" fmla="*/ 10224654 w 10490654"/>
                  <a:gd name="connsiteY49-18532" fmla="*/ 1304096 h 10448096"/>
                  <a:gd name="connsiteX50-18533" fmla="*/ 10238509 w 10490654"/>
                  <a:gd name="connsiteY50-18534" fmla="*/ 1498059 h 10448096"/>
                  <a:gd name="connsiteX51-18535" fmla="*/ 10280072 w 10490654"/>
                  <a:gd name="connsiteY51-18536" fmla="*/ 1622750 h 10448096"/>
                  <a:gd name="connsiteX52-18537" fmla="*/ 10490654 w 10490654"/>
                  <a:gd name="connsiteY52-18538" fmla="*/ 1807021 h 10448096"/>
                  <a:gd name="connsiteX53-18539" fmla="*/ 10077929 w 10490654"/>
                  <a:gd name="connsiteY53-18540" fmla="*/ 2260393 h 10448096"/>
                  <a:gd name="connsiteX54-18541" fmla="*/ 9781309 w 10490654"/>
                  <a:gd name="connsiteY54-18542" fmla="*/ 2551005 h 10448096"/>
                  <a:gd name="connsiteX55-18543" fmla="*/ 9601200 w 10490654"/>
                  <a:gd name="connsiteY55-18544" fmla="*/ 3479259 h 10448096"/>
                  <a:gd name="connsiteX56-18545" fmla="*/ 9601200 w 10490654"/>
                  <a:gd name="connsiteY56-18546" fmla="*/ 3770205 h 10448096"/>
                  <a:gd name="connsiteX57-18547" fmla="*/ 9365672 w 10490654"/>
                  <a:gd name="connsiteY57-18548" fmla="*/ 3964168 h 10448096"/>
                  <a:gd name="connsiteX58-18549" fmla="*/ 9310254 w 10490654"/>
                  <a:gd name="connsiteY58-18550" fmla="*/ 4130423 h 10448096"/>
                  <a:gd name="connsiteX59-18551" fmla="*/ 9199418 w 10490654"/>
                  <a:gd name="connsiteY59-18552" fmla="*/ 4338241 h 10448096"/>
                  <a:gd name="connsiteX60-18553" fmla="*/ 9268691 w 10490654"/>
                  <a:gd name="connsiteY60-18554" fmla="*/ 4504496 h 10448096"/>
                  <a:gd name="connsiteX61-18555" fmla="*/ 9337963 w 10490654"/>
                  <a:gd name="connsiteY61-18556" fmla="*/ 4712314 h 10448096"/>
                  <a:gd name="connsiteX62-18557" fmla="*/ 9382180 w 10490654"/>
                  <a:gd name="connsiteY62-18558" fmla="*/ 4968181 h 10448096"/>
                  <a:gd name="connsiteX63-18559" fmla="*/ 9434945 w 10490654"/>
                  <a:gd name="connsiteY63-18560" fmla="*/ 5266496 h 10448096"/>
                  <a:gd name="connsiteX64-18561" fmla="*/ 9462654 w 10490654"/>
                  <a:gd name="connsiteY64-18562" fmla="*/ 5668277 h 10448096"/>
                  <a:gd name="connsiteX65-18563" fmla="*/ 9587345 w 10490654"/>
                  <a:gd name="connsiteY65-18564" fmla="*/ 6028496 h 10448096"/>
                  <a:gd name="connsiteX66-18565" fmla="*/ 9545782 w 10490654"/>
                  <a:gd name="connsiteY66-18566" fmla="*/ 6430277 h 10448096"/>
                  <a:gd name="connsiteX67-18567" fmla="*/ 9933709 w 10490654"/>
                  <a:gd name="connsiteY67-18568" fmla="*/ 6915186 h 10448096"/>
                  <a:gd name="connsiteX68-18569" fmla="*/ 10094363 w 10490654"/>
                  <a:gd name="connsiteY68-18570" fmla="*/ 7274520 h 10448096"/>
                  <a:gd name="connsiteX69-18571" fmla="*/ 10232908 w 10490654"/>
                  <a:gd name="connsiteY69-18572" fmla="*/ 7568119 h 10448096"/>
                  <a:gd name="connsiteX70-18573" fmla="*/ 9670472 w 10490654"/>
                  <a:gd name="connsiteY70-18574" fmla="*/ 7594059 h 10448096"/>
                  <a:gd name="connsiteX71-18575" fmla="*/ 9337963 w 10490654"/>
                  <a:gd name="connsiteY71-18576" fmla="*/ 7704896 h 10448096"/>
                  <a:gd name="connsiteX72-18577" fmla="*/ 9102436 w 10490654"/>
                  <a:gd name="connsiteY72-18578" fmla="*/ 7843441 h 10448096"/>
                  <a:gd name="connsiteX73-18579" fmla="*/ 9019309 w 10490654"/>
                  <a:gd name="connsiteY73-18580" fmla="*/ 8051259 h 10448096"/>
                  <a:gd name="connsiteX74-18581" fmla="*/ 8956730 w 10490654"/>
                  <a:gd name="connsiteY74-18582" fmla="*/ 8148241 h 10448096"/>
                  <a:gd name="connsiteX75-18583" fmla="*/ 9027559 w 10490654"/>
                  <a:gd name="connsiteY75-18584" fmla="*/ 8577732 h 10448096"/>
                  <a:gd name="connsiteX76-18585" fmla="*/ 9030673 w 10490654"/>
                  <a:gd name="connsiteY76-18586" fmla="*/ 8811236 h 10448096"/>
                  <a:gd name="connsiteX77-18587" fmla="*/ 8991600 w 10490654"/>
                  <a:gd name="connsiteY77-18588" fmla="*/ 9021077 h 10448096"/>
                  <a:gd name="connsiteX78-18589" fmla="*/ 8894618 w 10490654"/>
                  <a:gd name="connsiteY78-18590" fmla="*/ 9325877 h 10448096"/>
                  <a:gd name="connsiteX79-18591" fmla="*/ 8922327 w 10490654"/>
                  <a:gd name="connsiteY79-18592" fmla="*/ 9589114 h 10448096"/>
                  <a:gd name="connsiteX80-18593" fmla="*/ 9144000 w 10490654"/>
                  <a:gd name="connsiteY80-18594" fmla="*/ 9755368 h 10448096"/>
                  <a:gd name="connsiteX81-18595" fmla="*/ 9353374 w 10490654"/>
                  <a:gd name="connsiteY81-18596" fmla="*/ 9906212 h 10448096"/>
                  <a:gd name="connsiteX82-18597" fmla="*/ 9529903 w 10490654"/>
                  <a:gd name="connsiteY82-18598" fmla="*/ 9958205 h 10448096"/>
                  <a:gd name="connsiteX83-18599" fmla="*/ 9625328 w 10490654"/>
                  <a:gd name="connsiteY83-18600" fmla="*/ 9844256 h 10448096"/>
                  <a:gd name="connsiteX84-18601" fmla="*/ 9667359 w 10490654"/>
                  <a:gd name="connsiteY84-18602" fmla="*/ 9856554 h 10448096"/>
                  <a:gd name="connsiteX85-18603" fmla="*/ 9668916 w 10490654"/>
                  <a:gd name="connsiteY85-18604" fmla="*/ 10309550 h 10448096"/>
                  <a:gd name="connsiteX86-18605" fmla="*/ 9495500 w 10490654"/>
                  <a:gd name="connsiteY86-18606" fmla="*/ 10359209 h 10448096"/>
                  <a:gd name="connsiteX87-18607" fmla="*/ 9310254 w 10490654"/>
                  <a:gd name="connsiteY87-18608" fmla="*/ 10448096 h 10448096"/>
                  <a:gd name="connsiteX88-18609" fmla="*/ 9227127 w 10490654"/>
                  <a:gd name="connsiteY88-18610" fmla="*/ 10295696 h 10448096"/>
                  <a:gd name="connsiteX89-18611" fmla="*/ 9033163 w 10490654"/>
                  <a:gd name="connsiteY89-18612" fmla="*/ 10046314 h 10448096"/>
                  <a:gd name="connsiteX90-18613" fmla="*/ 8825345 w 10490654"/>
                  <a:gd name="connsiteY90-18614" fmla="*/ 9866205 h 10448096"/>
                  <a:gd name="connsiteX91-18615" fmla="*/ 8534400 w 10490654"/>
                  <a:gd name="connsiteY91-18616" fmla="*/ 9755368 h 10448096"/>
                  <a:gd name="connsiteX92-18617" fmla="*/ 8423563 w 10490654"/>
                  <a:gd name="connsiteY92-18618" fmla="*/ 9699950 h 10448096"/>
                  <a:gd name="connsiteX93-18619" fmla="*/ 8285018 w 10490654"/>
                  <a:gd name="connsiteY93-18620" fmla="*/ 9533696 h 10448096"/>
                  <a:gd name="connsiteX94-18621" fmla="*/ 8257309 w 10490654"/>
                  <a:gd name="connsiteY94-18622" fmla="*/ 9395150 h 10448096"/>
                  <a:gd name="connsiteX95-18623" fmla="*/ 8146472 w 10490654"/>
                  <a:gd name="connsiteY95-18624" fmla="*/ 9409005 h 10448096"/>
                  <a:gd name="connsiteX96-18625" fmla="*/ 8091054 w 10490654"/>
                  <a:gd name="connsiteY96-18626" fmla="*/ 9630677 h 10448096"/>
                  <a:gd name="connsiteX97-18627" fmla="*/ 7806336 w 10490654"/>
                  <a:gd name="connsiteY97-18628" fmla="*/ 9636437 h 10448096"/>
                  <a:gd name="connsiteX98-18629" fmla="*/ 7567694 w 10490654"/>
                  <a:gd name="connsiteY98-18630" fmla="*/ 9573236 h 10448096"/>
                  <a:gd name="connsiteX99-18631" fmla="*/ 7466043 w 10490654"/>
                  <a:gd name="connsiteY99-18632" fmla="*/ 9524511 h 10448096"/>
                  <a:gd name="connsiteX100-18633" fmla="*/ 7439891 w 10490654"/>
                  <a:gd name="connsiteY100-18634" fmla="*/ 9215041 h 10448096"/>
                  <a:gd name="connsiteX101-18635" fmla="*/ 7397859 w 10490654"/>
                  <a:gd name="connsiteY101-18636" fmla="*/ 9409005 h 10448096"/>
                  <a:gd name="connsiteX102-18637" fmla="*/ 7287491 w 10490654"/>
                  <a:gd name="connsiteY102-18638" fmla="*/ 9503028 h 10448096"/>
                  <a:gd name="connsiteX103-18639" fmla="*/ 7221797 w 10490654"/>
                  <a:gd name="connsiteY103-18640" fmla="*/ 9175034 h 10448096"/>
                  <a:gd name="connsiteX104-18641" fmla="*/ 6954982 w 10490654"/>
                  <a:gd name="connsiteY104-18642" fmla="*/ 9242750 h 10448096"/>
                  <a:gd name="connsiteX105-18643" fmla="*/ 6710737 w 10490654"/>
                  <a:gd name="connsiteY105-18644" fmla="*/ 9315137 h 10448096"/>
                  <a:gd name="connsiteX106-18645" fmla="*/ 6674777 w 10490654"/>
                  <a:gd name="connsiteY106-18646" fmla="*/ 9116036 h 10448096"/>
                  <a:gd name="connsiteX107-18647" fmla="*/ 6511636 w 10490654"/>
                  <a:gd name="connsiteY107-18648" fmla="*/ 9007223 h 10448096"/>
                  <a:gd name="connsiteX108-18649" fmla="*/ 6428509 w 10490654"/>
                  <a:gd name="connsiteY108-18650" fmla="*/ 9007223 h 10448096"/>
                  <a:gd name="connsiteX109-18651" fmla="*/ 6325922 w 10490654"/>
                  <a:gd name="connsiteY109-18652" fmla="*/ 9110431 h 10448096"/>
                  <a:gd name="connsiteX110-18653" fmla="*/ 6167763 w 10490654"/>
                  <a:gd name="connsiteY110-18654" fmla="*/ 9031351 h 10448096"/>
                  <a:gd name="connsiteX111-18655" fmla="*/ 6002132 w 10490654"/>
                  <a:gd name="connsiteY111-18656" fmla="*/ 9146858 h 10448096"/>
                  <a:gd name="connsiteX112-18657" fmla="*/ 5749636 w 10490654"/>
                  <a:gd name="connsiteY112-18658" fmla="*/ 9104205 h 10448096"/>
                  <a:gd name="connsiteX113-18659" fmla="*/ 5674760 w 10490654"/>
                  <a:gd name="connsiteY113-18660" fmla="*/ 9135028 h 10448096"/>
                  <a:gd name="connsiteX114-18661" fmla="*/ 5507415 w 10490654"/>
                  <a:gd name="connsiteY114-18662" fmla="*/ 9181261 h 10448096"/>
                  <a:gd name="connsiteX115-18663" fmla="*/ 5505859 w 10490654"/>
                  <a:gd name="connsiteY115-18664" fmla="*/ 8924096 h 10448096"/>
                  <a:gd name="connsiteX116-18665" fmla="*/ 5505857 w 10490654"/>
                  <a:gd name="connsiteY116-18666" fmla="*/ 8688101 h 10448096"/>
                  <a:gd name="connsiteX117-18667" fmla="*/ 5336024 w 10490654"/>
                  <a:gd name="connsiteY117-18668" fmla="*/ 8386416 h 10448096"/>
                  <a:gd name="connsiteX118-18669" fmla="*/ 5230324 w 10490654"/>
                  <a:gd name="connsiteY118-18670" fmla="*/ 8135944 h 10448096"/>
                  <a:gd name="connsiteX119-18671" fmla="*/ 5317031 w 10490654"/>
                  <a:gd name="connsiteY119-18672" fmla="*/ 7663332 h 10448096"/>
                  <a:gd name="connsiteX120-18673" fmla="*/ 5201059 w 10490654"/>
                  <a:gd name="connsiteY120-18674" fmla="*/ 7373476 h 10448096"/>
                  <a:gd name="connsiteX121-18675" fmla="*/ 5250872 w 10490654"/>
                  <a:gd name="connsiteY121-18676" fmla="*/ 7123005 h 10448096"/>
                  <a:gd name="connsiteX122-18677" fmla="*/ 5245735 w 10490654"/>
                  <a:gd name="connsiteY122-18678" fmla="*/ 7071789 h 10448096"/>
                  <a:gd name="connsiteX123-18679" fmla="*/ 4577603 w 10490654"/>
                  <a:gd name="connsiteY123-18680" fmla="*/ 7067120 h 10448096"/>
                  <a:gd name="connsiteX124-18681" fmla="*/ 4528412 w 10490654"/>
                  <a:gd name="connsiteY124-18682" fmla="*/ 6893704 h 10448096"/>
                  <a:gd name="connsiteX125-18683" fmla="*/ 4038834 w 10490654"/>
                  <a:gd name="connsiteY125-18684" fmla="*/ 6869576 h 10448096"/>
                  <a:gd name="connsiteX126-18685" fmla="*/ 3976254 w 10490654"/>
                  <a:gd name="connsiteY126-18686" fmla="*/ 7123005 h 10448096"/>
                  <a:gd name="connsiteX127-18687" fmla="*/ 3932667 w 10490654"/>
                  <a:gd name="connsiteY127-18688" fmla="*/ 7334403 h 10448096"/>
                  <a:gd name="connsiteX128-18689" fmla="*/ 3884155 w 10490654"/>
                  <a:gd name="connsiteY128-18690" fmla="*/ 7456604 h 10448096"/>
                  <a:gd name="connsiteX129-18691" fmla="*/ 3572499 w 10490654"/>
                  <a:gd name="connsiteY129-18692" fmla="*/ 7418574 h 10448096"/>
                  <a:gd name="connsiteX130-18693" fmla="*/ 3311236 w 10490654"/>
                  <a:gd name="connsiteY130-18694" fmla="*/ 7455514 h 10448096"/>
                  <a:gd name="connsiteX131-18695" fmla="*/ 2921540 w 10490654"/>
                  <a:gd name="connsiteY131-18696" fmla="*/ 7467599 h 10448096"/>
                  <a:gd name="connsiteX132-18697" fmla="*/ 2784763 w 10490654"/>
                  <a:gd name="connsiteY132-18698" fmla="*/ 7192277 h 10448096"/>
                  <a:gd name="connsiteX133-18699" fmla="*/ 2604654 w 10490654"/>
                  <a:gd name="connsiteY133-18700" fmla="*/ 6915186 h 10448096"/>
                  <a:gd name="connsiteX134-18701" fmla="*/ 2410691 w 10490654"/>
                  <a:gd name="connsiteY134-18702" fmla="*/ 6416423 h 10448096"/>
                  <a:gd name="connsiteX135-18703" fmla="*/ 2327563 w 10490654"/>
                  <a:gd name="connsiteY135-18704" fmla="*/ 6277877 h 10448096"/>
                  <a:gd name="connsiteX136-18705" fmla="*/ 1662545 w 10490654"/>
                  <a:gd name="connsiteY136-18706" fmla="*/ 6250168 h 10448096"/>
                  <a:gd name="connsiteX137-18707" fmla="*/ 1233054 w 10490654"/>
                  <a:gd name="connsiteY137-18708" fmla="*/ 6250168 h 10448096"/>
                  <a:gd name="connsiteX138-18709" fmla="*/ 1136072 w 10490654"/>
                  <a:gd name="connsiteY138-18710" fmla="*/ 6305586 h 10448096"/>
                  <a:gd name="connsiteX139-18711" fmla="*/ 706582 w 10490654"/>
                  <a:gd name="connsiteY139-18712" fmla="*/ 6264023 h 10448096"/>
                  <a:gd name="connsiteX140-18713" fmla="*/ 318654 w 10490654"/>
                  <a:gd name="connsiteY140-18714" fmla="*/ 6291732 h 10448096"/>
                  <a:gd name="connsiteX141-18715" fmla="*/ 96982 w 10490654"/>
                  <a:gd name="connsiteY141-18716" fmla="*/ 6444132 h 10448096"/>
                  <a:gd name="connsiteX142-18717" fmla="*/ 0 w 10490654"/>
                  <a:gd name="connsiteY142-18718" fmla="*/ 6347150 h 10448096"/>
                  <a:gd name="connsiteX143-18719" fmla="*/ 83127 w 10490654"/>
                  <a:gd name="connsiteY143-18720" fmla="*/ 6291732 h 10448096"/>
                  <a:gd name="connsiteX0-18721" fmla="*/ 83127 w 10490654"/>
                  <a:gd name="connsiteY0-18722" fmla="*/ 6291732 h 10448096"/>
                  <a:gd name="connsiteX1-18723" fmla="*/ 96982 w 10490654"/>
                  <a:gd name="connsiteY1-18724" fmla="*/ 5848386 h 10448096"/>
                  <a:gd name="connsiteX2-18725" fmla="*/ 401782 w 10490654"/>
                  <a:gd name="connsiteY2-18726" fmla="*/ 5585150 h 10448096"/>
                  <a:gd name="connsiteX3-18727" fmla="*/ 651163 w 10490654"/>
                  <a:gd name="connsiteY3-18728" fmla="*/ 5723696 h 10448096"/>
                  <a:gd name="connsiteX4-18729" fmla="*/ 858982 w 10490654"/>
                  <a:gd name="connsiteY4-18730" fmla="*/ 5557441 h 10448096"/>
                  <a:gd name="connsiteX5-18731" fmla="*/ 997527 w 10490654"/>
                  <a:gd name="connsiteY5-18732" fmla="*/ 5405041 h 10448096"/>
                  <a:gd name="connsiteX6-18733" fmla="*/ 1080654 w 10490654"/>
                  <a:gd name="connsiteY6-18734" fmla="*/ 5488168 h 10448096"/>
                  <a:gd name="connsiteX7-18735" fmla="*/ 1269312 w 10490654"/>
                  <a:gd name="connsiteY7-18736" fmla="*/ 5732834 h 10448096"/>
                  <a:gd name="connsiteX8-18737" fmla="*/ 1523116 w 10490654"/>
                  <a:gd name="connsiteY8-18738" fmla="*/ 5534154 h 10448096"/>
                  <a:gd name="connsiteX9-18739" fmla="*/ 1731818 w 10490654"/>
                  <a:gd name="connsiteY9-18740" fmla="*/ 5349623 h 10448096"/>
                  <a:gd name="connsiteX10-18741" fmla="*/ 2022763 w 10490654"/>
                  <a:gd name="connsiteY10-18742" fmla="*/ 5114096 h 10448096"/>
                  <a:gd name="connsiteX11-18743" fmla="*/ 2119745 w 10490654"/>
                  <a:gd name="connsiteY11-18744" fmla="*/ 4684605 h 10448096"/>
                  <a:gd name="connsiteX12-18745" fmla="*/ 2172511 w 10490654"/>
                  <a:gd name="connsiteY12-18746" fmla="*/ 4217972 h 10448096"/>
                  <a:gd name="connsiteX13-18747" fmla="*/ 2355272 w 10490654"/>
                  <a:gd name="connsiteY13-18748" fmla="*/ 3908750 h 10448096"/>
                  <a:gd name="connsiteX14-18749" fmla="*/ 2715491 w 10490654"/>
                  <a:gd name="connsiteY14-18750" fmla="*/ 3506968 h 10448096"/>
                  <a:gd name="connsiteX15-18751" fmla="*/ 2978727 w 10490654"/>
                  <a:gd name="connsiteY15-18752" fmla="*/ 3313005 h 10448096"/>
                  <a:gd name="connsiteX16-18753" fmla="*/ 3006436 w 10490654"/>
                  <a:gd name="connsiteY16-18754" fmla="*/ 2869659 h 10448096"/>
                  <a:gd name="connsiteX17-18755" fmla="*/ 3075709 w 10490654"/>
                  <a:gd name="connsiteY17-18756" fmla="*/ 2578714 h 10448096"/>
                  <a:gd name="connsiteX18-18757" fmla="*/ 3075709 w 10490654"/>
                  <a:gd name="connsiteY18-18758" fmla="*/ 2370896 h 10448096"/>
                  <a:gd name="connsiteX19-18759" fmla="*/ 3214254 w 10490654"/>
                  <a:gd name="connsiteY19-18760" fmla="*/ 2038386 h 10448096"/>
                  <a:gd name="connsiteX20-18761" fmla="*/ 3214254 w 10490654"/>
                  <a:gd name="connsiteY20-18762" fmla="*/ 1747441 h 10448096"/>
                  <a:gd name="connsiteX21-18763" fmla="*/ 3513454 w 10490654"/>
                  <a:gd name="connsiteY21-18764" fmla="*/ 1179405 h 10448096"/>
                  <a:gd name="connsiteX22-18765" fmla="*/ 3463636 w 10490654"/>
                  <a:gd name="connsiteY22-18766" fmla="*/ 805332 h 10448096"/>
                  <a:gd name="connsiteX23-18767" fmla="*/ 3491345 w 10490654"/>
                  <a:gd name="connsiteY23-18768" fmla="*/ 597514 h 10448096"/>
                  <a:gd name="connsiteX24-18769" fmla="*/ 3823854 w 10490654"/>
                  <a:gd name="connsiteY24-18770" fmla="*/ 237296 h 10448096"/>
                  <a:gd name="connsiteX25-18771" fmla="*/ 4017818 w 10490654"/>
                  <a:gd name="connsiteY25-18772" fmla="*/ 112605 h 10448096"/>
                  <a:gd name="connsiteX26-18773" fmla="*/ 4433454 w 10490654"/>
                  <a:gd name="connsiteY26-18774" fmla="*/ 348132 h 10448096"/>
                  <a:gd name="connsiteX27-18775" fmla="*/ 4599709 w 10490654"/>
                  <a:gd name="connsiteY27-18776" fmla="*/ 542096 h 10448096"/>
                  <a:gd name="connsiteX28-18777" fmla="*/ 5070763 w 10490654"/>
                  <a:gd name="connsiteY28-18778" fmla="*/ 597514 h 10448096"/>
                  <a:gd name="connsiteX29-18779" fmla="*/ 5391187 w 10490654"/>
                  <a:gd name="connsiteY29-18780" fmla="*/ 656763 h 10448096"/>
                  <a:gd name="connsiteX30-18781" fmla="*/ 5647937 w 10490654"/>
                  <a:gd name="connsiteY30-18782" fmla="*/ 673271 h 10448096"/>
                  <a:gd name="connsiteX31-18783" fmla="*/ 5860472 w 10490654"/>
                  <a:gd name="connsiteY31-18784" fmla="*/ 334277 h 10448096"/>
                  <a:gd name="connsiteX32-18785" fmla="*/ 6123709 w 10490654"/>
                  <a:gd name="connsiteY32-18786" fmla="*/ 375841 h 10448096"/>
                  <a:gd name="connsiteX33-18787" fmla="*/ 6594763 w 10490654"/>
                  <a:gd name="connsiteY33-18788" fmla="*/ 237296 h 10448096"/>
                  <a:gd name="connsiteX34-18789" fmla="*/ 6761018 w 10490654"/>
                  <a:gd name="connsiteY34-18790" fmla="*/ 181877 h 10448096"/>
                  <a:gd name="connsiteX35-18791" fmla="*/ 7038109 w 10490654"/>
                  <a:gd name="connsiteY35-18792" fmla="*/ 251150 h 10448096"/>
                  <a:gd name="connsiteX36-18793" fmla="*/ 7232072 w 10490654"/>
                  <a:gd name="connsiteY36-18794" fmla="*/ 71041 h 10448096"/>
                  <a:gd name="connsiteX37-18795" fmla="*/ 7363248 w 10490654"/>
                  <a:gd name="connsiteY37-18796" fmla="*/ 0 h 10448096"/>
                  <a:gd name="connsiteX38-18797" fmla="*/ 7606145 w 10490654"/>
                  <a:gd name="connsiteY38-18798" fmla="*/ 57186 h 10448096"/>
                  <a:gd name="connsiteX39-18799" fmla="*/ 7910945 w 10490654"/>
                  <a:gd name="connsiteY39-18800" fmla="*/ 181877 h 10448096"/>
                  <a:gd name="connsiteX40-18801" fmla="*/ 8312727 w 10490654"/>
                  <a:gd name="connsiteY40-18802" fmla="*/ 112605 h 10448096"/>
                  <a:gd name="connsiteX41-18803" fmla="*/ 8647005 w 10490654"/>
                  <a:gd name="connsiteY41-18804" fmla="*/ 449831 h 10448096"/>
                  <a:gd name="connsiteX42-18805" fmla="*/ 8908472 w 10490654"/>
                  <a:gd name="connsiteY42-18806" fmla="*/ 597514 h 10448096"/>
                  <a:gd name="connsiteX43-18807" fmla="*/ 9088582 w 10490654"/>
                  <a:gd name="connsiteY43-18808" fmla="*/ 500532 h 10448096"/>
                  <a:gd name="connsiteX44-18809" fmla="*/ 9351818 w 10490654"/>
                  <a:gd name="connsiteY44-18810" fmla="*/ 445114 h 10448096"/>
                  <a:gd name="connsiteX45-18811" fmla="*/ 9518072 w 10490654"/>
                  <a:gd name="connsiteY45-18812" fmla="*/ 420943 h 10448096"/>
                  <a:gd name="connsiteX46-18813" fmla="*/ 9646301 w 10490654"/>
                  <a:gd name="connsiteY46-18814" fmla="*/ 422711 h 10448096"/>
                  <a:gd name="connsiteX47-18815" fmla="*/ 10002982 w 10490654"/>
                  <a:gd name="connsiteY47-18816" fmla="*/ 846896 h 10448096"/>
                  <a:gd name="connsiteX48-18817" fmla="*/ 10238509 w 10490654"/>
                  <a:gd name="connsiteY48-18818" fmla="*/ 1040859 h 10448096"/>
                  <a:gd name="connsiteX49-18819" fmla="*/ 10224654 w 10490654"/>
                  <a:gd name="connsiteY49-18820" fmla="*/ 1304096 h 10448096"/>
                  <a:gd name="connsiteX50-18821" fmla="*/ 10238509 w 10490654"/>
                  <a:gd name="connsiteY50-18822" fmla="*/ 1498059 h 10448096"/>
                  <a:gd name="connsiteX51-18823" fmla="*/ 10280072 w 10490654"/>
                  <a:gd name="connsiteY51-18824" fmla="*/ 1622750 h 10448096"/>
                  <a:gd name="connsiteX52-18825" fmla="*/ 10490654 w 10490654"/>
                  <a:gd name="connsiteY52-18826" fmla="*/ 1807021 h 10448096"/>
                  <a:gd name="connsiteX53-18827" fmla="*/ 10077929 w 10490654"/>
                  <a:gd name="connsiteY53-18828" fmla="*/ 2260393 h 10448096"/>
                  <a:gd name="connsiteX54-18829" fmla="*/ 9781309 w 10490654"/>
                  <a:gd name="connsiteY54-18830" fmla="*/ 2551005 h 10448096"/>
                  <a:gd name="connsiteX55-18831" fmla="*/ 9601200 w 10490654"/>
                  <a:gd name="connsiteY55-18832" fmla="*/ 3479259 h 10448096"/>
                  <a:gd name="connsiteX56-18833" fmla="*/ 9601200 w 10490654"/>
                  <a:gd name="connsiteY56-18834" fmla="*/ 3770205 h 10448096"/>
                  <a:gd name="connsiteX57-18835" fmla="*/ 9365672 w 10490654"/>
                  <a:gd name="connsiteY57-18836" fmla="*/ 3964168 h 10448096"/>
                  <a:gd name="connsiteX58-18837" fmla="*/ 9310254 w 10490654"/>
                  <a:gd name="connsiteY58-18838" fmla="*/ 4130423 h 10448096"/>
                  <a:gd name="connsiteX59-18839" fmla="*/ 9199418 w 10490654"/>
                  <a:gd name="connsiteY59-18840" fmla="*/ 4338241 h 10448096"/>
                  <a:gd name="connsiteX60-18841" fmla="*/ 9268691 w 10490654"/>
                  <a:gd name="connsiteY60-18842" fmla="*/ 4504496 h 10448096"/>
                  <a:gd name="connsiteX61-18843" fmla="*/ 9337963 w 10490654"/>
                  <a:gd name="connsiteY61-18844" fmla="*/ 4712314 h 10448096"/>
                  <a:gd name="connsiteX62-18845" fmla="*/ 9382180 w 10490654"/>
                  <a:gd name="connsiteY62-18846" fmla="*/ 4968181 h 10448096"/>
                  <a:gd name="connsiteX63-18847" fmla="*/ 9434945 w 10490654"/>
                  <a:gd name="connsiteY63-18848" fmla="*/ 5266496 h 10448096"/>
                  <a:gd name="connsiteX64-18849" fmla="*/ 9462654 w 10490654"/>
                  <a:gd name="connsiteY64-18850" fmla="*/ 5668277 h 10448096"/>
                  <a:gd name="connsiteX65-18851" fmla="*/ 9587345 w 10490654"/>
                  <a:gd name="connsiteY65-18852" fmla="*/ 6028496 h 10448096"/>
                  <a:gd name="connsiteX66-18853" fmla="*/ 9545782 w 10490654"/>
                  <a:gd name="connsiteY66-18854" fmla="*/ 6430277 h 10448096"/>
                  <a:gd name="connsiteX67-18855" fmla="*/ 9933709 w 10490654"/>
                  <a:gd name="connsiteY67-18856" fmla="*/ 6915186 h 10448096"/>
                  <a:gd name="connsiteX68-18857" fmla="*/ 10094363 w 10490654"/>
                  <a:gd name="connsiteY68-18858" fmla="*/ 7274520 h 10448096"/>
                  <a:gd name="connsiteX69-18859" fmla="*/ 10232908 w 10490654"/>
                  <a:gd name="connsiteY69-18860" fmla="*/ 7568119 h 10448096"/>
                  <a:gd name="connsiteX70-18861" fmla="*/ 9670472 w 10490654"/>
                  <a:gd name="connsiteY70-18862" fmla="*/ 7594059 h 10448096"/>
                  <a:gd name="connsiteX71-18863" fmla="*/ 9337963 w 10490654"/>
                  <a:gd name="connsiteY71-18864" fmla="*/ 7704896 h 10448096"/>
                  <a:gd name="connsiteX72-18865" fmla="*/ 9102436 w 10490654"/>
                  <a:gd name="connsiteY72-18866" fmla="*/ 7843441 h 10448096"/>
                  <a:gd name="connsiteX73-18867" fmla="*/ 9019309 w 10490654"/>
                  <a:gd name="connsiteY73-18868" fmla="*/ 8051259 h 10448096"/>
                  <a:gd name="connsiteX74-18869" fmla="*/ 8956730 w 10490654"/>
                  <a:gd name="connsiteY74-18870" fmla="*/ 8148241 h 10448096"/>
                  <a:gd name="connsiteX75-18871" fmla="*/ 9027559 w 10490654"/>
                  <a:gd name="connsiteY75-18872" fmla="*/ 8577732 h 10448096"/>
                  <a:gd name="connsiteX76-18873" fmla="*/ 9030673 w 10490654"/>
                  <a:gd name="connsiteY76-18874" fmla="*/ 8811236 h 10448096"/>
                  <a:gd name="connsiteX77-18875" fmla="*/ 8991600 w 10490654"/>
                  <a:gd name="connsiteY77-18876" fmla="*/ 9021077 h 10448096"/>
                  <a:gd name="connsiteX78-18877" fmla="*/ 8894618 w 10490654"/>
                  <a:gd name="connsiteY78-18878" fmla="*/ 9325877 h 10448096"/>
                  <a:gd name="connsiteX79-18879" fmla="*/ 8922327 w 10490654"/>
                  <a:gd name="connsiteY79-18880" fmla="*/ 9589114 h 10448096"/>
                  <a:gd name="connsiteX80-18881" fmla="*/ 9144000 w 10490654"/>
                  <a:gd name="connsiteY80-18882" fmla="*/ 9755368 h 10448096"/>
                  <a:gd name="connsiteX81-18883" fmla="*/ 9353374 w 10490654"/>
                  <a:gd name="connsiteY81-18884" fmla="*/ 9906212 h 10448096"/>
                  <a:gd name="connsiteX82-18885" fmla="*/ 9529903 w 10490654"/>
                  <a:gd name="connsiteY82-18886" fmla="*/ 9958205 h 10448096"/>
                  <a:gd name="connsiteX83-18887" fmla="*/ 9625328 w 10490654"/>
                  <a:gd name="connsiteY83-18888" fmla="*/ 9844256 h 10448096"/>
                  <a:gd name="connsiteX84-18889" fmla="*/ 9667359 w 10490654"/>
                  <a:gd name="connsiteY84-18890" fmla="*/ 9856554 h 10448096"/>
                  <a:gd name="connsiteX85-18891" fmla="*/ 9668916 w 10490654"/>
                  <a:gd name="connsiteY85-18892" fmla="*/ 10309550 h 10448096"/>
                  <a:gd name="connsiteX86-18893" fmla="*/ 9495500 w 10490654"/>
                  <a:gd name="connsiteY86-18894" fmla="*/ 10359209 h 10448096"/>
                  <a:gd name="connsiteX87-18895" fmla="*/ 9310254 w 10490654"/>
                  <a:gd name="connsiteY87-18896" fmla="*/ 10448096 h 10448096"/>
                  <a:gd name="connsiteX88-18897" fmla="*/ 9227127 w 10490654"/>
                  <a:gd name="connsiteY88-18898" fmla="*/ 10295696 h 10448096"/>
                  <a:gd name="connsiteX89-18899" fmla="*/ 9033163 w 10490654"/>
                  <a:gd name="connsiteY89-18900" fmla="*/ 10046314 h 10448096"/>
                  <a:gd name="connsiteX90-18901" fmla="*/ 8825345 w 10490654"/>
                  <a:gd name="connsiteY90-18902" fmla="*/ 9866205 h 10448096"/>
                  <a:gd name="connsiteX91-18903" fmla="*/ 8534400 w 10490654"/>
                  <a:gd name="connsiteY91-18904" fmla="*/ 9755368 h 10448096"/>
                  <a:gd name="connsiteX92-18905" fmla="*/ 8423563 w 10490654"/>
                  <a:gd name="connsiteY92-18906" fmla="*/ 9699950 h 10448096"/>
                  <a:gd name="connsiteX93-18907" fmla="*/ 8285018 w 10490654"/>
                  <a:gd name="connsiteY93-18908" fmla="*/ 9533696 h 10448096"/>
                  <a:gd name="connsiteX94-18909" fmla="*/ 8257309 w 10490654"/>
                  <a:gd name="connsiteY94-18910" fmla="*/ 9395150 h 10448096"/>
                  <a:gd name="connsiteX95-18911" fmla="*/ 8146472 w 10490654"/>
                  <a:gd name="connsiteY95-18912" fmla="*/ 9409005 h 10448096"/>
                  <a:gd name="connsiteX96-18913" fmla="*/ 8091054 w 10490654"/>
                  <a:gd name="connsiteY96-18914" fmla="*/ 9630677 h 10448096"/>
                  <a:gd name="connsiteX97-18915" fmla="*/ 7806336 w 10490654"/>
                  <a:gd name="connsiteY97-18916" fmla="*/ 9636437 h 10448096"/>
                  <a:gd name="connsiteX98-18917" fmla="*/ 7567694 w 10490654"/>
                  <a:gd name="connsiteY98-18918" fmla="*/ 9573236 h 10448096"/>
                  <a:gd name="connsiteX99-18919" fmla="*/ 7466043 w 10490654"/>
                  <a:gd name="connsiteY99-18920" fmla="*/ 9524511 h 10448096"/>
                  <a:gd name="connsiteX100-18921" fmla="*/ 7397859 w 10490654"/>
                  <a:gd name="connsiteY100-18922" fmla="*/ 9409005 h 10448096"/>
                  <a:gd name="connsiteX101-18923" fmla="*/ 7287491 w 10490654"/>
                  <a:gd name="connsiteY101-18924" fmla="*/ 9503028 h 10448096"/>
                  <a:gd name="connsiteX102-18925" fmla="*/ 7221797 w 10490654"/>
                  <a:gd name="connsiteY102-18926" fmla="*/ 9175034 h 10448096"/>
                  <a:gd name="connsiteX103-18927" fmla="*/ 6954982 w 10490654"/>
                  <a:gd name="connsiteY103-18928" fmla="*/ 9242750 h 10448096"/>
                  <a:gd name="connsiteX104-18929" fmla="*/ 6710737 w 10490654"/>
                  <a:gd name="connsiteY104-18930" fmla="*/ 9315137 h 10448096"/>
                  <a:gd name="connsiteX105-18931" fmla="*/ 6674777 w 10490654"/>
                  <a:gd name="connsiteY105-18932" fmla="*/ 9116036 h 10448096"/>
                  <a:gd name="connsiteX106-18933" fmla="*/ 6511636 w 10490654"/>
                  <a:gd name="connsiteY106-18934" fmla="*/ 9007223 h 10448096"/>
                  <a:gd name="connsiteX107-18935" fmla="*/ 6428509 w 10490654"/>
                  <a:gd name="connsiteY107-18936" fmla="*/ 9007223 h 10448096"/>
                  <a:gd name="connsiteX108-18937" fmla="*/ 6325922 w 10490654"/>
                  <a:gd name="connsiteY108-18938" fmla="*/ 9110431 h 10448096"/>
                  <a:gd name="connsiteX109-18939" fmla="*/ 6167763 w 10490654"/>
                  <a:gd name="connsiteY109-18940" fmla="*/ 9031351 h 10448096"/>
                  <a:gd name="connsiteX110-18941" fmla="*/ 6002132 w 10490654"/>
                  <a:gd name="connsiteY110-18942" fmla="*/ 9146858 h 10448096"/>
                  <a:gd name="connsiteX111-18943" fmla="*/ 5749636 w 10490654"/>
                  <a:gd name="connsiteY111-18944" fmla="*/ 9104205 h 10448096"/>
                  <a:gd name="connsiteX112-18945" fmla="*/ 5674760 w 10490654"/>
                  <a:gd name="connsiteY112-18946" fmla="*/ 9135028 h 10448096"/>
                  <a:gd name="connsiteX113-18947" fmla="*/ 5507415 w 10490654"/>
                  <a:gd name="connsiteY113-18948" fmla="*/ 9181261 h 10448096"/>
                  <a:gd name="connsiteX114-18949" fmla="*/ 5505859 w 10490654"/>
                  <a:gd name="connsiteY114-18950" fmla="*/ 8924096 h 10448096"/>
                  <a:gd name="connsiteX115-18951" fmla="*/ 5505857 w 10490654"/>
                  <a:gd name="connsiteY115-18952" fmla="*/ 8688101 h 10448096"/>
                  <a:gd name="connsiteX116-18953" fmla="*/ 5336024 w 10490654"/>
                  <a:gd name="connsiteY116-18954" fmla="*/ 8386416 h 10448096"/>
                  <a:gd name="connsiteX117-18955" fmla="*/ 5230324 w 10490654"/>
                  <a:gd name="connsiteY117-18956" fmla="*/ 8135944 h 10448096"/>
                  <a:gd name="connsiteX118-18957" fmla="*/ 5317031 w 10490654"/>
                  <a:gd name="connsiteY118-18958" fmla="*/ 7663332 h 10448096"/>
                  <a:gd name="connsiteX119-18959" fmla="*/ 5201059 w 10490654"/>
                  <a:gd name="connsiteY119-18960" fmla="*/ 7373476 h 10448096"/>
                  <a:gd name="connsiteX120-18961" fmla="*/ 5250872 w 10490654"/>
                  <a:gd name="connsiteY120-18962" fmla="*/ 7123005 h 10448096"/>
                  <a:gd name="connsiteX121-18963" fmla="*/ 5245735 w 10490654"/>
                  <a:gd name="connsiteY121-18964" fmla="*/ 7071789 h 10448096"/>
                  <a:gd name="connsiteX122-18965" fmla="*/ 4577603 w 10490654"/>
                  <a:gd name="connsiteY122-18966" fmla="*/ 7067120 h 10448096"/>
                  <a:gd name="connsiteX123-18967" fmla="*/ 4528412 w 10490654"/>
                  <a:gd name="connsiteY123-18968" fmla="*/ 6893704 h 10448096"/>
                  <a:gd name="connsiteX124-18969" fmla="*/ 4038834 w 10490654"/>
                  <a:gd name="connsiteY124-18970" fmla="*/ 6869576 h 10448096"/>
                  <a:gd name="connsiteX125-18971" fmla="*/ 3976254 w 10490654"/>
                  <a:gd name="connsiteY125-18972" fmla="*/ 7123005 h 10448096"/>
                  <a:gd name="connsiteX126-18973" fmla="*/ 3932667 w 10490654"/>
                  <a:gd name="connsiteY126-18974" fmla="*/ 7334403 h 10448096"/>
                  <a:gd name="connsiteX127-18975" fmla="*/ 3884155 w 10490654"/>
                  <a:gd name="connsiteY127-18976" fmla="*/ 7456604 h 10448096"/>
                  <a:gd name="connsiteX128-18977" fmla="*/ 3572499 w 10490654"/>
                  <a:gd name="connsiteY128-18978" fmla="*/ 7418574 h 10448096"/>
                  <a:gd name="connsiteX129-18979" fmla="*/ 3311236 w 10490654"/>
                  <a:gd name="connsiteY129-18980" fmla="*/ 7455514 h 10448096"/>
                  <a:gd name="connsiteX130-18981" fmla="*/ 2921540 w 10490654"/>
                  <a:gd name="connsiteY130-18982" fmla="*/ 7467599 h 10448096"/>
                  <a:gd name="connsiteX131-18983" fmla="*/ 2784763 w 10490654"/>
                  <a:gd name="connsiteY131-18984" fmla="*/ 7192277 h 10448096"/>
                  <a:gd name="connsiteX132-18985" fmla="*/ 2604654 w 10490654"/>
                  <a:gd name="connsiteY132-18986" fmla="*/ 6915186 h 10448096"/>
                  <a:gd name="connsiteX133-18987" fmla="*/ 2410691 w 10490654"/>
                  <a:gd name="connsiteY133-18988" fmla="*/ 6416423 h 10448096"/>
                  <a:gd name="connsiteX134-18989" fmla="*/ 2327563 w 10490654"/>
                  <a:gd name="connsiteY134-18990" fmla="*/ 6277877 h 10448096"/>
                  <a:gd name="connsiteX135-18991" fmla="*/ 1662545 w 10490654"/>
                  <a:gd name="connsiteY135-18992" fmla="*/ 6250168 h 10448096"/>
                  <a:gd name="connsiteX136-18993" fmla="*/ 1233054 w 10490654"/>
                  <a:gd name="connsiteY136-18994" fmla="*/ 6250168 h 10448096"/>
                  <a:gd name="connsiteX137-18995" fmla="*/ 1136072 w 10490654"/>
                  <a:gd name="connsiteY137-18996" fmla="*/ 6305586 h 10448096"/>
                  <a:gd name="connsiteX138-18997" fmla="*/ 706582 w 10490654"/>
                  <a:gd name="connsiteY138-18998" fmla="*/ 6264023 h 10448096"/>
                  <a:gd name="connsiteX139-18999" fmla="*/ 318654 w 10490654"/>
                  <a:gd name="connsiteY139-19000" fmla="*/ 6291732 h 10448096"/>
                  <a:gd name="connsiteX140-19001" fmla="*/ 96982 w 10490654"/>
                  <a:gd name="connsiteY140-19002" fmla="*/ 6444132 h 10448096"/>
                  <a:gd name="connsiteX141-19003" fmla="*/ 0 w 10490654"/>
                  <a:gd name="connsiteY141-19004" fmla="*/ 6347150 h 10448096"/>
                  <a:gd name="connsiteX142-19005" fmla="*/ 83127 w 10490654"/>
                  <a:gd name="connsiteY142-19006" fmla="*/ 6291732 h 10448096"/>
                  <a:gd name="connsiteX0-19007" fmla="*/ 83127 w 10490654"/>
                  <a:gd name="connsiteY0-19008" fmla="*/ 6291732 h 10448096"/>
                  <a:gd name="connsiteX1-19009" fmla="*/ 96982 w 10490654"/>
                  <a:gd name="connsiteY1-19010" fmla="*/ 5848386 h 10448096"/>
                  <a:gd name="connsiteX2-19011" fmla="*/ 401782 w 10490654"/>
                  <a:gd name="connsiteY2-19012" fmla="*/ 5585150 h 10448096"/>
                  <a:gd name="connsiteX3-19013" fmla="*/ 651163 w 10490654"/>
                  <a:gd name="connsiteY3-19014" fmla="*/ 5723696 h 10448096"/>
                  <a:gd name="connsiteX4-19015" fmla="*/ 858982 w 10490654"/>
                  <a:gd name="connsiteY4-19016" fmla="*/ 5557441 h 10448096"/>
                  <a:gd name="connsiteX5-19017" fmla="*/ 997527 w 10490654"/>
                  <a:gd name="connsiteY5-19018" fmla="*/ 5405041 h 10448096"/>
                  <a:gd name="connsiteX6-19019" fmla="*/ 1080654 w 10490654"/>
                  <a:gd name="connsiteY6-19020" fmla="*/ 5488168 h 10448096"/>
                  <a:gd name="connsiteX7-19021" fmla="*/ 1269312 w 10490654"/>
                  <a:gd name="connsiteY7-19022" fmla="*/ 5732834 h 10448096"/>
                  <a:gd name="connsiteX8-19023" fmla="*/ 1523116 w 10490654"/>
                  <a:gd name="connsiteY8-19024" fmla="*/ 5534154 h 10448096"/>
                  <a:gd name="connsiteX9-19025" fmla="*/ 1731818 w 10490654"/>
                  <a:gd name="connsiteY9-19026" fmla="*/ 5349623 h 10448096"/>
                  <a:gd name="connsiteX10-19027" fmla="*/ 2022763 w 10490654"/>
                  <a:gd name="connsiteY10-19028" fmla="*/ 5114096 h 10448096"/>
                  <a:gd name="connsiteX11-19029" fmla="*/ 2119745 w 10490654"/>
                  <a:gd name="connsiteY11-19030" fmla="*/ 4684605 h 10448096"/>
                  <a:gd name="connsiteX12-19031" fmla="*/ 2172511 w 10490654"/>
                  <a:gd name="connsiteY12-19032" fmla="*/ 4217972 h 10448096"/>
                  <a:gd name="connsiteX13-19033" fmla="*/ 2355272 w 10490654"/>
                  <a:gd name="connsiteY13-19034" fmla="*/ 3908750 h 10448096"/>
                  <a:gd name="connsiteX14-19035" fmla="*/ 2715491 w 10490654"/>
                  <a:gd name="connsiteY14-19036" fmla="*/ 3506968 h 10448096"/>
                  <a:gd name="connsiteX15-19037" fmla="*/ 2978727 w 10490654"/>
                  <a:gd name="connsiteY15-19038" fmla="*/ 3313005 h 10448096"/>
                  <a:gd name="connsiteX16-19039" fmla="*/ 3006436 w 10490654"/>
                  <a:gd name="connsiteY16-19040" fmla="*/ 2869659 h 10448096"/>
                  <a:gd name="connsiteX17-19041" fmla="*/ 3075709 w 10490654"/>
                  <a:gd name="connsiteY17-19042" fmla="*/ 2578714 h 10448096"/>
                  <a:gd name="connsiteX18-19043" fmla="*/ 3075709 w 10490654"/>
                  <a:gd name="connsiteY18-19044" fmla="*/ 2370896 h 10448096"/>
                  <a:gd name="connsiteX19-19045" fmla="*/ 3214254 w 10490654"/>
                  <a:gd name="connsiteY19-19046" fmla="*/ 2038386 h 10448096"/>
                  <a:gd name="connsiteX20-19047" fmla="*/ 3214254 w 10490654"/>
                  <a:gd name="connsiteY20-19048" fmla="*/ 1747441 h 10448096"/>
                  <a:gd name="connsiteX21-19049" fmla="*/ 3513454 w 10490654"/>
                  <a:gd name="connsiteY21-19050" fmla="*/ 1179405 h 10448096"/>
                  <a:gd name="connsiteX22-19051" fmla="*/ 3463636 w 10490654"/>
                  <a:gd name="connsiteY22-19052" fmla="*/ 805332 h 10448096"/>
                  <a:gd name="connsiteX23-19053" fmla="*/ 3491345 w 10490654"/>
                  <a:gd name="connsiteY23-19054" fmla="*/ 597514 h 10448096"/>
                  <a:gd name="connsiteX24-19055" fmla="*/ 3823854 w 10490654"/>
                  <a:gd name="connsiteY24-19056" fmla="*/ 237296 h 10448096"/>
                  <a:gd name="connsiteX25-19057" fmla="*/ 4017818 w 10490654"/>
                  <a:gd name="connsiteY25-19058" fmla="*/ 112605 h 10448096"/>
                  <a:gd name="connsiteX26-19059" fmla="*/ 4433454 w 10490654"/>
                  <a:gd name="connsiteY26-19060" fmla="*/ 348132 h 10448096"/>
                  <a:gd name="connsiteX27-19061" fmla="*/ 4599709 w 10490654"/>
                  <a:gd name="connsiteY27-19062" fmla="*/ 542096 h 10448096"/>
                  <a:gd name="connsiteX28-19063" fmla="*/ 5070763 w 10490654"/>
                  <a:gd name="connsiteY28-19064" fmla="*/ 597514 h 10448096"/>
                  <a:gd name="connsiteX29-19065" fmla="*/ 5391187 w 10490654"/>
                  <a:gd name="connsiteY29-19066" fmla="*/ 656763 h 10448096"/>
                  <a:gd name="connsiteX30-19067" fmla="*/ 5647937 w 10490654"/>
                  <a:gd name="connsiteY30-19068" fmla="*/ 673271 h 10448096"/>
                  <a:gd name="connsiteX31-19069" fmla="*/ 5860472 w 10490654"/>
                  <a:gd name="connsiteY31-19070" fmla="*/ 334277 h 10448096"/>
                  <a:gd name="connsiteX32-19071" fmla="*/ 6123709 w 10490654"/>
                  <a:gd name="connsiteY32-19072" fmla="*/ 375841 h 10448096"/>
                  <a:gd name="connsiteX33-19073" fmla="*/ 6594763 w 10490654"/>
                  <a:gd name="connsiteY33-19074" fmla="*/ 237296 h 10448096"/>
                  <a:gd name="connsiteX34-19075" fmla="*/ 6761018 w 10490654"/>
                  <a:gd name="connsiteY34-19076" fmla="*/ 181877 h 10448096"/>
                  <a:gd name="connsiteX35-19077" fmla="*/ 7038109 w 10490654"/>
                  <a:gd name="connsiteY35-19078" fmla="*/ 251150 h 10448096"/>
                  <a:gd name="connsiteX36-19079" fmla="*/ 7232072 w 10490654"/>
                  <a:gd name="connsiteY36-19080" fmla="*/ 71041 h 10448096"/>
                  <a:gd name="connsiteX37-19081" fmla="*/ 7363248 w 10490654"/>
                  <a:gd name="connsiteY37-19082" fmla="*/ 0 h 10448096"/>
                  <a:gd name="connsiteX38-19083" fmla="*/ 7606145 w 10490654"/>
                  <a:gd name="connsiteY38-19084" fmla="*/ 57186 h 10448096"/>
                  <a:gd name="connsiteX39-19085" fmla="*/ 7910945 w 10490654"/>
                  <a:gd name="connsiteY39-19086" fmla="*/ 181877 h 10448096"/>
                  <a:gd name="connsiteX40-19087" fmla="*/ 8312727 w 10490654"/>
                  <a:gd name="connsiteY40-19088" fmla="*/ 112605 h 10448096"/>
                  <a:gd name="connsiteX41-19089" fmla="*/ 8647005 w 10490654"/>
                  <a:gd name="connsiteY41-19090" fmla="*/ 449831 h 10448096"/>
                  <a:gd name="connsiteX42-19091" fmla="*/ 8908472 w 10490654"/>
                  <a:gd name="connsiteY42-19092" fmla="*/ 597514 h 10448096"/>
                  <a:gd name="connsiteX43-19093" fmla="*/ 9088582 w 10490654"/>
                  <a:gd name="connsiteY43-19094" fmla="*/ 500532 h 10448096"/>
                  <a:gd name="connsiteX44-19095" fmla="*/ 9351818 w 10490654"/>
                  <a:gd name="connsiteY44-19096" fmla="*/ 445114 h 10448096"/>
                  <a:gd name="connsiteX45-19097" fmla="*/ 9518072 w 10490654"/>
                  <a:gd name="connsiteY45-19098" fmla="*/ 420943 h 10448096"/>
                  <a:gd name="connsiteX46-19099" fmla="*/ 9646301 w 10490654"/>
                  <a:gd name="connsiteY46-19100" fmla="*/ 422711 h 10448096"/>
                  <a:gd name="connsiteX47-19101" fmla="*/ 10002982 w 10490654"/>
                  <a:gd name="connsiteY47-19102" fmla="*/ 846896 h 10448096"/>
                  <a:gd name="connsiteX48-19103" fmla="*/ 10238509 w 10490654"/>
                  <a:gd name="connsiteY48-19104" fmla="*/ 1040859 h 10448096"/>
                  <a:gd name="connsiteX49-19105" fmla="*/ 10224654 w 10490654"/>
                  <a:gd name="connsiteY49-19106" fmla="*/ 1304096 h 10448096"/>
                  <a:gd name="connsiteX50-19107" fmla="*/ 10238509 w 10490654"/>
                  <a:gd name="connsiteY50-19108" fmla="*/ 1498059 h 10448096"/>
                  <a:gd name="connsiteX51-19109" fmla="*/ 10280072 w 10490654"/>
                  <a:gd name="connsiteY51-19110" fmla="*/ 1622750 h 10448096"/>
                  <a:gd name="connsiteX52-19111" fmla="*/ 10490654 w 10490654"/>
                  <a:gd name="connsiteY52-19112" fmla="*/ 1807021 h 10448096"/>
                  <a:gd name="connsiteX53-19113" fmla="*/ 10077929 w 10490654"/>
                  <a:gd name="connsiteY53-19114" fmla="*/ 2260393 h 10448096"/>
                  <a:gd name="connsiteX54-19115" fmla="*/ 9781309 w 10490654"/>
                  <a:gd name="connsiteY54-19116" fmla="*/ 2551005 h 10448096"/>
                  <a:gd name="connsiteX55-19117" fmla="*/ 9601200 w 10490654"/>
                  <a:gd name="connsiteY55-19118" fmla="*/ 3479259 h 10448096"/>
                  <a:gd name="connsiteX56-19119" fmla="*/ 9601200 w 10490654"/>
                  <a:gd name="connsiteY56-19120" fmla="*/ 3770205 h 10448096"/>
                  <a:gd name="connsiteX57-19121" fmla="*/ 9365672 w 10490654"/>
                  <a:gd name="connsiteY57-19122" fmla="*/ 3964168 h 10448096"/>
                  <a:gd name="connsiteX58-19123" fmla="*/ 9310254 w 10490654"/>
                  <a:gd name="connsiteY58-19124" fmla="*/ 4130423 h 10448096"/>
                  <a:gd name="connsiteX59-19125" fmla="*/ 9199418 w 10490654"/>
                  <a:gd name="connsiteY59-19126" fmla="*/ 4338241 h 10448096"/>
                  <a:gd name="connsiteX60-19127" fmla="*/ 9268691 w 10490654"/>
                  <a:gd name="connsiteY60-19128" fmla="*/ 4504496 h 10448096"/>
                  <a:gd name="connsiteX61-19129" fmla="*/ 9337963 w 10490654"/>
                  <a:gd name="connsiteY61-19130" fmla="*/ 4712314 h 10448096"/>
                  <a:gd name="connsiteX62-19131" fmla="*/ 9382180 w 10490654"/>
                  <a:gd name="connsiteY62-19132" fmla="*/ 4968181 h 10448096"/>
                  <a:gd name="connsiteX63-19133" fmla="*/ 9434945 w 10490654"/>
                  <a:gd name="connsiteY63-19134" fmla="*/ 5266496 h 10448096"/>
                  <a:gd name="connsiteX64-19135" fmla="*/ 9462654 w 10490654"/>
                  <a:gd name="connsiteY64-19136" fmla="*/ 5668277 h 10448096"/>
                  <a:gd name="connsiteX65-19137" fmla="*/ 9587345 w 10490654"/>
                  <a:gd name="connsiteY65-19138" fmla="*/ 6028496 h 10448096"/>
                  <a:gd name="connsiteX66-19139" fmla="*/ 9545782 w 10490654"/>
                  <a:gd name="connsiteY66-19140" fmla="*/ 6430277 h 10448096"/>
                  <a:gd name="connsiteX67-19141" fmla="*/ 9933709 w 10490654"/>
                  <a:gd name="connsiteY67-19142" fmla="*/ 6915186 h 10448096"/>
                  <a:gd name="connsiteX68-19143" fmla="*/ 10094363 w 10490654"/>
                  <a:gd name="connsiteY68-19144" fmla="*/ 7274520 h 10448096"/>
                  <a:gd name="connsiteX69-19145" fmla="*/ 10232908 w 10490654"/>
                  <a:gd name="connsiteY69-19146" fmla="*/ 7568119 h 10448096"/>
                  <a:gd name="connsiteX70-19147" fmla="*/ 9670472 w 10490654"/>
                  <a:gd name="connsiteY70-19148" fmla="*/ 7594059 h 10448096"/>
                  <a:gd name="connsiteX71-19149" fmla="*/ 9337963 w 10490654"/>
                  <a:gd name="connsiteY71-19150" fmla="*/ 7704896 h 10448096"/>
                  <a:gd name="connsiteX72-19151" fmla="*/ 9102436 w 10490654"/>
                  <a:gd name="connsiteY72-19152" fmla="*/ 7843441 h 10448096"/>
                  <a:gd name="connsiteX73-19153" fmla="*/ 9019309 w 10490654"/>
                  <a:gd name="connsiteY73-19154" fmla="*/ 8051259 h 10448096"/>
                  <a:gd name="connsiteX74-19155" fmla="*/ 8956730 w 10490654"/>
                  <a:gd name="connsiteY74-19156" fmla="*/ 8148241 h 10448096"/>
                  <a:gd name="connsiteX75-19157" fmla="*/ 9027559 w 10490654"/>
                  <a:gd name="connsiteY75-19158" fmla="*/ 8577732 h 10448096"/>
                  <a:gd name="connsiteX76-19159" fmla="*/ 9030673 w 10490654"/>
                  <a:gd name="connsiteY76-19160" fmla="*/ 8811236 h 10448096"/>
                  <a:gd name="connsiteX77-19161" fmla="*/ 8991600 w 10490654"/>
                  <a:gd name="connsiteY77-19162" fmla="*/ 9021077 h 10448096"/>
                  <a:gd name="connsiteX78-19163" fmla="*/ 8894618 w 10490654"/>
                  <a:gd name="connsiteY78-19164" fmla="*/ 9325877 h 10448096"/>
                  <a:gd name="connsiteX79-19165" fmla="*/ 8922327 w 10490654"/>
                  <a:gd name="connsiteY79-19166" fmla="*/ 9589114 h 10448096"/>
                  <a:gd name="connsiteX80-19167" fmla="*/ 9144000 w 10490654"/>
                  <a:gd name="connsiteY80-19168" fmla="*/ 9755368 h 10448096"/>
                  <a:gd name="connsiteX81-19169" fmla="*/ 9353374 w 10490654"/>
                  <a:gd name="connsiteY81-19170" fmla="*/ 9906212 h 10448096"/>
                  <a:gd name="connsiteX82-19171" fmla="*/ 9529903 w 10490654"/>
                  <a:gd name="connsiteY82-19172" fmla="*/ 9958205 h 10448096"/>
                  <a:gd name="connsiteX83-19173" fmla="*/ 9625328 w 10490654"/>
                  <a:gd name="connsiteY83-19174" fmla="*/ 9844256 h 10448096"/>
                  <a:gd name="connsiteX84-19175" fmla="*/ 9667359 w 10490654"/>
                  <a:gd name="connsiteY84-19176" fmla="*/ 9856554 h 10448096"/>
                  <a:gd name="connsiteX85-19177" fmla="*/ 9668916 w 10490654"/>
                  <a:gd name="connsiteY85-19178" fmla="*/ 10309550 h 10448096"/>
                  <a:gd name="connsiteX86-19179" fmla="*/ 9495500 w 10490654"/>
                  <a:gd name="connsiteY86-19180" fmla="*/ 10359209 h 10448096"/>
                  <a:gd name="connsiteX87-19181" fmla="*/ 9310254 w 10490654"/>
                  <a:gd name="connsiteY87-19182" fmla="*/ 10448096 h 10448096"/>
                  <a:gd name="connsiteX88-19183" fmla="*/ 9227127 w 10490654"/>
                  <a:gd name="connsiteY88-19184" fmla="*/ 10295696 h 10448096"/>
                  <a:gd name="connsiteX89-19185" fmla="*/ 9033163 w 10490654"/>
                  <a:gd name="connsiteY89-19186" fmla="*/ 10046314 h 10448096"/>
                  <a:gd name="connsiteX90-19187" fmla="*/ 8825345 w 10490654"/>
                  <a:gd name="connsiteY90-19188" fmla="*/ 9866205 h 10448096"/>
                  <a:gd name="connsiteX91-19189" fmla="*/ 8534400 w 10490654"/>
                  <a:gd name="connsiteY91-19190" fmla="*/ 9755368 h 10448096"/>
                  <a:gd name="connsiteX92-19191" fmla="*/ 8423563 w 10490654"/>
                  <a:gd name="connsiteY92-19192" fmla="*/ 9699950 h 10448096"/>
                  <a:gd name="connsiteX93-19193" fmla="*/ 8285018 w 10490654"/>
                  <a:gd name="connsiteY93-19194" fmla="*/ 9533696 h 10448096"/>
                  <a:gd name="connsiteX94-19195" fmla="*/ 8257309 w 10490654"/>
                  <a:gd name="connsiteY94-19196" fmla="*/ 9395150 h 10448096"/>
                  <a:gd name="connsiteX95-19197" fmla="*/ 8146472 w 10490654"/>
                  <a:gd name="connsiteY95-19198" fmla="*/ 9409005 h 10448096"/>
                  <a:gd name="connsiteX96-19199" fmla="*/ 8091054 w 10490654"/>
                  <a:gd name="connsiteY96-19200" fmla="*/ 9630677 h 10448096"/>
                  <a:gd name="connsiteX97-19201" fmla="*/ 7806336 w 10490654"/>
                  <a:gd name="connsiteY97-19202" fmla="*/ 9636437 h 10448096"/>
                  <a:gd name="connsiteX98-19203" fmla="*/ 7567694 w 10490654"/>
                  <a:gd name="connsiteY98-19204" fmla="*/ 9573236 h 10448096"/>
                  <a:gd name="connsiteX99-19205" fmla="*/ 7466043 w 10490654"/>
                  <a:gd name="connsiteY99-19206" fmla="*/ 9524511 h 10448096"/>
                  <a:gd name="connsiteX100-19207" fmla="*/ 7287491 w 10490654"/>
                  <a:gd name="connsiteY100-19208" fmla="*/ 9503028 h 10448096"/>
                  <a:gd name="connsiteX101-19209" fmla="*/ 7221797 w 10490654"/>
                  <a:gd name="connsiteY101-19210" fmla="*/ 9175034 h 10448096"/>
                  <a:gd name="connsiteX102-19211" fmla="*/ 6954982 w 10490654"/>
                  <a:gd name="connsiteY102-19212" fmla="*/ 9242750 h 10448096"/>
                  <a:gd name="connsiteX103-19213" fmla="*/ 6710737 w 10490654"/>
                  <a:gd name="connsiteY103-19214" fmla="*/ 9315137 h 10448096"/>
                  <a:gd name="connsiteX104-19215" fmla="*/ 6674777 w 10490654"/>
                  <a:gd name="connsiteY104-19216" fmla="*/ 9116036 h 10448096"/>
                  <a:gd name="connsiteX105-19217" fmla="*/ 6511636 w 10490654"/>
                  <a:gd name="connsiteY105-19218" fmla="*/ 9007223 h 10448096"/>
                  <a:gd name="connsiteX106-19219" fmla="*/ 6428509 w 10490654"/>
                  <a:gd name="connsiteY106-19220" fmla="*/ 9007223 h 10448096"/>
                  <a:gd name="connsiteX107-19221" fmla="*/ 6325922 w 10490654"/>
                  <a:gd name="connsiteY107-19222" fmla="*/ 9110431 h 10448096"/>
                  <a:gd name="connsiteX108-19223" fmla="*/ 6167763 w 10490654"/>
                  <a:gd name="connsiteY108-19224" fmla="*/ 9031351 h 10448096"/>
                  <a:gd name="connsiteX109-19225" fmla="*/ 6002132 w 10490654"/>
                  <a:gd name="connsiteY109-19226" fmla="*/ 9146858 h 10448096"/>
                  <a:gd name="connsiteX110-19227" fmla="*/ 5749636 w 10490654"/>
                  <a:gd name="connsiteY110-19228" fmla="*/ 9104205 h 10448096"/>
                  <a:gd name="connsiteX111-19229" fmla="*/ 5674760 w 10490654"/>
                  <a:gd name="connsiteY111-19230" fmla="*/ 9135028 h 10448096"/>
                  <a:gd name="connsiteX112-19231" fmla="*/ 5507415 w 10490654"/>
                  <a:gd name="connsiteY112-19232" fmla="*/ 9181261 h 10448096"/>
                  <a:gd name="connsiteX113-19233" fmla="*/ 5505859 w 10490654"/>
                  <a:gd name="connsiteY113-19234" fmla="*/ 8924096 h 10448096"/>
                  <a:gd name="connsiteX114-19235" fmla="*/ 5505857 w 10490654"/>
                  <a:gd name="connsiteY114-19236" fmla="*/ 8688101 h 10448096"/>
                  <a:gd name="connsiteX115-19237" fmla="*/ 5336024 w 10490654"/>
                  <a:gd name="connsiteY115-19238" fmla="*/ 8386416 h 10448096"/>
                  <a:gd name="connsiteX116-19239" fmla="*/ 5230324 w 10490654"/>
                  <a:gd name="connsiteY116-19240" fmla="*/ 8135944 h 10448096"/>
                  <a:gd name="connsiteX117-19241" fmla="*/ 5317031 w 10490654"/>
                  <a:gd name="connsiteY117-19242" fmla="*/ 7663332 h 10448096"/>
                  <a:gd name="connsiteX118-19243" fmla="*/ 5201059 w 10490654"/>
                  <a:gd name="connsiteY118-19244" fmla="*/ 7373476 h 10448096"/>
                  <a:gd name="connsiteX119-19245" fmla="*/ 5250872 w 10490654"/>
                  <a:gd name="connsiteY119-19246" fmla="*/ 7123005 h 10448096"/>
                  <a:gd name="connsiteX120-19247" fmla="*/ 5245735 w 10490654"/>
                  <a:gd name="connsiteY120-19248" fmla="*/ 7071789 h 10448096"/>
                  <a:gd name="connsiteX121-19249" fmla="*/ 4577603 w 10490654"/>
                  <a:gd name="connsiteY121-19250" fmla="*/ 7067120 h 10448096"/>
                  <a:gd name="connsiteX122-19251" fmla="*/ 4528412 w 10490654"/>
                  <a:gd name="connsiteY122-19252" fmla="*/ 6893704 h 10448096"/>
                  <a:gd name="connsiteX123-19253" fmla="*/ 4038834 w 10490654"/>
                  <a:gd name="connsiteY123-19254" fmla="*/ 6869576 h 10448096"/>
                  <a:gd name="connsiteX124-19255" fmla="*/ 3976254 w 10490654"/>
                  <a:gd name="connsiteY124-19256" fmla="*/ 7123005 h 10448096"/>
                  <a:gd name="connsiteX125-19257" fmla="*/ 3932667 w 10490654"/>
                  <a:gd name="connsiteY125-19258" fmla="*/ 7334403 h 10448096"/>
                  <a:gd name="connsiteX126-19259" fmla="*/ 3884155 w 10490654"/>
                  <a:gd name="connsiteY126-19260" fmla="*/ 7456604 h 10448096"/>
                  <a:gd name="connsiteX127-19261" fmla="*/ 3572499 w 10490654"/>
                  <a:gd name="connsiteY127-19262" fmla="*/ 7418574 h 10448096"/>
                  <a:gd name="connsiteX128-19263" fmla="*/ 3311236 w 10490654"/>
                  <a:gd name="connsiteY128-19264" fmla="*/ 7455514 h 10448096"/>
                  <a:gd name="connsiteX129-19265" fmla="*/ 2921540 w 10490654"/>
                  <a:gd name="connsiteY129-19266" fmla="*/ 7467599 h 10448096"/>
                  <a:gd name="connsiteX130-19267" fmla="*/ 2784763 w 10490654"/>
                  <a:gd name="connsiteY130-19268" fmla="*/ 7192277 h 10448096"/>
                  <a:gd name="connsiteX131-19269" fmla="*/ 2604654 w 10490654"/>
                  <a:gd name="connsiteY131-19270" fmla="*/ 6915186 h 10448096"/>
                  <a:gd name="connsiteX132-19271" fmla="*/ 2410691 w 10490654"/>
                  <a:gd name="connsiteY132-19272" fmla="*/ 6416423 h 10448096"/>
                  <a:gd name="connsiteX133-19273" fmla="*/ 2327563 w 10490654"/>
                  <a:gd name="connsiteY133-19274" fmla="*/ 6277877 h 10448096"/>
                  <a:gd name="connsiteX134-19275" fmla="*/ 1662545 w 10490654"/>
                  <a:gd name="connsiteY134-19276" fmla="*/ 6250168 h 10448096"/>
                  <a:gd name="connsiteX135-19277" fmla="*/ 1233054 w 10490654"/>
                  <a:gd name="connsiteY135-19278" fmla="*/ 6250168 h 10448096"/>
                  <a:gd name="connsiteX136-19279" fmla="*/ 1136072 w 10490654"/>
                  <a:gd name="connsiteY136-19280" fmla="*/ 6305586 h 10448096"/>
                  <a:gd name="connsiteX137-19281" fmla="*/ 706582 w 10490654"/>
                  <a:gd name="connsiteY137-19282" fmla="*/ 6264023 h 10448096"/>
                  <a:gd name="connsiteX138-19283" fmla="*/ 318654 w 10490654"/>
                  <a:gd name="connsiteY138-19284" fmla="*/ 6291732 h 10448096"/>
                  <a:gd name="connsiteX139-19285" fmla="*/ 96982 w 10490654"/>
                  <a:gd name="connsiteY139-19286" fmla="*/ 6444132 h 10448096"/>
                  <a:gd name="connsiteX140-19287" fmla="*/ 0 w 10490654"/>
                  <a:gd name="connsiteY140-19288" fmla="*/ 6347150 h 10448096"/>
                  <a:gd name="connsiteX141-19289" fmla="*/ 83127 w 10490654"/>
                  <a:gd name="connsiteY141-19290" fmla="*/ 6291732 h 10448096"/>
                  <a:gd name="connsiteX0-19291" fmla="*/ 83127 w 10490654"/>
                  <a:gd name="connsiteY0-19292" fmla="*/ 6291732 h 10448096"/>
                  <a:gd name="connsiteX1-19293" fmla="*/ 96982 w 10490654"/>
                  <a:gd name="connsiteY1-19294" fmla="*/ 5848386 h 10448096"/>
                  <a:gd name="connsiteX2-19295" fmla="*/ 401782 w 10490654"/>
                  <a:gd name="connsiteY2-19296" fmla="*/ 5585150 h 10448096"/>
                  <a:gd name="connsiteX3-19297" fmla="*/ 651163 w 10490654"/>
                  <a:gd name="connsiteY3-19298" fmla="*/ 5723696 h 10448096"/>
                  <a:gd name="connsiteX4-19299" fmla="*/ 858982 w 10490654"/>
                  <a:gd name="connsiteY4-19300" fmla="*/ 5557441 h 10448096"/>
                  <a:gd name="connsiteX5-19301" fmla="*/ 997527 w 10490654"/>
                  <a:gd name="connsiteY5-19302" fmla="*/ 5405041 h 10448096"/>
                  <a:gd name="connsiteX6-19303" fmla="*/ 1080654 w 10490654"/>
                  <a:gd name="connsiteY6-19304" fmla="*/ 5488168 h 10448096"/>
                  <a:gd name="connsiteX7-19305" fmla="*/ 1269312 w 10490654"/>
                  <a:gd name="connsiteY7-19306" fmla="*/ 5732834 h 10448096"/>
                  <a:gd name="connsiteX8-19307" fmla="*/ 1523116 w 10490654"/>
                  <a:gd name="connsiteY8-19308" fmla="*/ 5534154 h 10448096"/>
                  <a:gd name="connsiteX9-19309" fmla="*/ 1731818 w 10490654"/>
                  <a:gd name="connsiteY9-19310" fmla="*/ 5349623 h 10448096"/>
                  <a:gd name="connsiteX10-19311" fmla="*/ 2022763 w 10490654"/>
                  <a:gd name="connsiteY10-19312" fmla="*/ 5114096 h 10448096"/>
                  <a:gd name="connsiteX11-19313" fmla="*/ 2119745 w 10490654"/>
                  <a:gd name="connsiteY11-19314" fmla="*/ 4684605 h 10448096"/>
                  <a:gd name="connsiteX12-19315" fmla="*/ 2172511 w 10490654"/>
                  <a:gd name="connsiteY12-19316" fmla="*/ 4217972 h 10448096"/>
                  <a:gd name="connsiteX13-19317" fmla="*/ 2355272 w 10490654"/>
                  <a:gd name="connsiteY13-19318" fmla="*/ 3908750 h 10448096"/>
                  <a:gd name="connsiteX14-19319" fmla="*/ 2699633 w 10490654"/>
                  <a:gd name="connsiteY14-19320" fmla="*/ 3506968 h 10448096"/>
                  <a:gd name="connsiteX15-19321" fmla="*/ 2978727 w 10490654"/>
                  <a:gd name="connsiteY15-19322" fmla="*/ 3313005 h 10448096"/>
                  <a:gd name="connsiteX16-19323" fmla="*/ 3006436 w 10490654"/>
                  <a:gd name="connsiteY16-19324" fmla="*/ 2869659 h 10448096"/>
                  <a:gd name="connsiteX17-19325" fmla="*/ 3075709 w 10490654"/>
                  <a:gd name="connsiteY17-19326" fmla="*/ 2578714 h 10448096"/>
                  <a:gd name="connsiteX18-19327" fmla="*/ 3075709 w 10490654"/>
                  <a:gd name="connsiteY18-19328" fmla="*/ 2370896 h 10448096"/>
                  <a:gd name="connsiteX19-19329" fmla="*/ 3214254 w 10490654"/>
                  <a:gd name="connsiteY19-19330" fmla="*/ 2038386 h 10448096"/>
                  <a:gd name="connsiteX20-19331" fmla="*/ 3214254 w 10490654"/>
                  <a:gd name="connsiteY20-19332" fmla="*/ 1747441 h 10448096"/>
                  <a:gd name="connsiteX21-19333" fmla="*/ 3513454 w 10490654"/>
                  <a:gd name="connsiteY21-19334" fmla="*/ 1179405 h 10448096"/>
                  <a:gd name="connsiteX22-19335" fmla="*/ 3463636 w 10490654"/>
                  <a:gd name="connsiteY22-19336" fmla="*/ 805332 h 10448096"/>
                  <a:gd name="connsiteX23-19337" fmla="*/ 3491345 w 10490654"/>
                  <a:gd name="connsiteY23-19338" fmla="*/ 597514 h 10448096"/>
                  <a:gd name="connsiteX24-19339" fmla="*/ 3823854 w 10490654"/>
                  <a:gd name="connsiteY24-19340" fmla="*/ 237296 h 10448096"/>
                  <a:gd name="connsiteX25-19341" fmla="*/ 4017818 w 10490654"/>
                  <a:gd name="connsiteY25-19342" fmla="*/ 112605 h 10448096"/>
                  <a:gd name="connsiteX26-19343" fmla="*/ 4433454 w 10490654"/>
                  <a:gd name="connsiteY26-19344" fmla="*/ 348132 h 10448096"/>
                  <a:gd name="connsiteX27-19345" fmla="*/ 4599709 w 10490654"/>
                  <a:gd name="connsiteY27-19346" fmla="*/ 542096 h 10448096"/>
                  <a:gd name="connsiteX28-19347" fmla="*/ 5070763 w 10490654"/>
                  <a:gd name="connsiteY28-19348" fmla="*/ 597514 h 10448096"/>
                  <a:gd name="connsiteX29-19349" fmla="*/ 5391187 w 10490654"/>
                  <a:gd name="connsiteY29-19350" fmla="*/ 656763 h 10448096"/>
                  <a:gd name="connsiteX30-19351" fmla="*/ 5647937 w 10490654"/>
                  <a:gd name="connsiteY30-19352" fmla="*/ 673271 h 10448096"/>
                  <a:gd name="connsiteX31-19353" fmla="*/ 5860472 w 10490654"/>
                  <a:gd name="connsiteY31-19354" fmla="*/ 334277 h 10448096"/>
                  <a:gd name="connsiteX32-19355" fmla="*/ 6123709 w 10490654"/>
                  <a:gd name="connsiteY32-19356" fmla="*/ 375841 h 10448096"/>
                  <a:gd name="connsiteX33-19357" fmla="*/ 6594763 w 10490654"/>
                  <a:gd name="connsiteY33-19358" fmla="*/ 237296 h 10448096"/>
                  <a:gd name="connsiteX34-19359" fmla="*/ 6761018 w 10490654"/>
                  <a:gd name="connsiteY34-19360" fmla="*/ 181877 h 10448096"/>
                  <a:gd name="connsiteX35-19361" fmla="*/ 7038109 w 10490654"/>
                  <a:gd name="connsiteY35-19362" fmla="*/ 251150 h 10448096"/>
                  <a:gd name="connsiteX36-19363" fmla="*/ 7232072 w 10490654"/>
                  <a:gd name="connsiteY36-19364" fmla="*/ 71041 h 10448096"/>
                  <a:gd name="connsiteX37-19365" fmla="*/ 7363248 w 10490654"/>
                  <a:gd name="connsiteY37-19366" fmla="*/ 0 h 10448096"/>
                  <a:gd name="connsiteX38-19367" fmla="*/ 7606145 w 10490654"/>
                  <a:gd name="connsiteY38-19368" fmla="*/ 57186 h 10448096"/>
                  <a:gd name="connsiteX39-19369" fmla="*/ 7910945 w 10490654"/>
                  <a:gd name="connsiteY39-19370" fmla="*/ 181877 h 10448096"/>
                  <a:gd name="connsiteX40-19371" fmla="*/ 8312727 w 10490654"/>
                  <a:gd name="connsiteY40-19372" fmla="*/ 112605 h 10448096"/>
                  <a:gd name="connsiteX41-19373" fmla="*/ 8647005 w 10490654"/>
                  <a:gd name="connsiteY41-19374" fmla="*/ 449831 h 10448096"/>
                  <a:gd name="connsiteX42-19375" fmla="*/ 8908472 w 10490654"/>
                  <a:gd name="connsiteY42-19376" fmla="*/ 597514 h 10448096"/>
                  <a:gd name="connsiteX43-19377" fmla="*/ 9088582 w 10490654"/>
                  <a:gd name="connsiteY43-19378" fmla="*/ 500532 h 10448096"/>
                  <a:gd name="connsiteX44-19379" fmla="*/ 9351818 w 10490654"/>
                  <a:gd name="connsiteY44-19380" fmla="*/ 445114 h 10448096"/>
                  <a:gd name="connsiteX45-19381" fmla="*/ 9518072 w 10490654"/>
                  <a:gd name="connsiteY45-19382" fmla="*/ 420943 h 10448096"/>
                  <a:gd name="connsiteX46-19383" fmla="*/ 9646301 w 10490654"/>
                  <a:gd name="connsiteY46-19384" fmla="*/ 422711 h 10448096"/>
                  <a:gd name="connsiteX47-19385" fmla="*/ 10002982 w 10490654"/>
                  <a:gd name="connsiteY47-19386" fmla="*/ 846896 h 10448096"/>
                  <a:gd name="connsiteX48-19387" fmla="*/ 10238509 w 10490654"/>
                  <a:gd name="connsiteY48-19388" fmla="*/ 1040859 h 10448096"/>
                  <a:gd name="connsiteX49-19389" fmla="*/ 10224654 w 10490654"/>
                  <a:gd name="connsiteY49-19390" fmla="*/ 1304096 h 10448096"/>
                  <a:gd name="connsiteX50-19391" fmla="*/ 10238509 w 10490654"/>
                  <a:gd name="connsiteY50-19392" fmla="*/ 1498059 h 10448096"/>
                  <a:gd name="connsiteX51-19393" fmla="*/ 10280072 w 10490654"/>
                  <a:gd name="connsiteY51-19394" fmla="*/ 1622750 h 10448096"/>
                  <a:gd name="connsiteX52-19395" fmla="*/ 10490654 w 10490654"/>
                  <a:gd name="connsiteY52-19396" fmla="*/ 1807021 h 10448096"/>
                  <a:gd name="connsiteX53-19397" fmla="*/ 10077929 w 10490654"/>
                  <a:gd name="connsiteY53-19398" fmla="*/ 2260393 h 10448096"/>
                  <a:gd name="connsiteX54-19399" fmla="*/ 9781309 w 10490654"/>
                  <a:gd name="connsiteY54-19400" fmla="*/ 2551005 h 10448096"/>
                  <a:gd name="connsiteX55-19401" fmla="*/ 9601200 w 10490654"/>
                  <a:gd name="connsiteY55-19402" fmla="*/ 3479259 h 10448096"/>
                  <a:gd name="connsiteX56-19403" fmla="*/ 9601200 w 10490654"/>
                  <a:gd name="connsiteY56-19404" fmla="*/ 3770205 h 10448096"/>
                  <a:gd name="connsiteX57-19405" fmla="*/ 9365672 w 10490654"/>
                  <a:gd name="connsiteY57-19406" fmla="*/ 3964168 h 10448096"/>
                  <a:gd name="connsiteX58-19407" fmla="*/ 9310254 w 10490654"/>
                  <a:gd name="connsiteY58-19408" fmla="*/ 4130423 h 10448096"/>
                  <a:gd name="connsiteX59-19409" fmla="*/ 9199418 w 10490654"/>
                  <a:gd name="connsiteY59-19410" fmla="*/ 4338241 h 10448096"/>
                  <a:gd name="connsiteX60-19411" fmla="*/ 9268691 w 10490654"/>
                  <a:gd name="connsiteY60-19412" fmla="*/ 4504496 h 10448096"/>
                  <a:gd name="connsiteX61-19413" fmla="*/ 9337963 w 10490654"/>
                  <a:gd name="connsiteY61-19414" fmla="*/ 4712314 h 10448096"/>
                  <a:gd name="connsiteX62-19415" fmla="*/ 9382180 w 10490654"/>
                  <a:gd name="connsiteY62-19416" fmla="*/ 4968181 h 10448096"/>
                  <a:gd name="connsiteX63-19417" fmla="*/ 9434945 w 10490654"/>
                  <a:gd name="connsiteY63-19418" fmla="*/ 5266496 h 10448096"/>
                  <a:gd name="connsiteX64-19419" fmla="*/ 9462654 w 10490654"/>
                  <a:gd name="connsiteY64-19420" fmla="*/ 5668277 h 10448096"/>
                  <a:gd name="connsiteX65-19421" fmla="*/ 9587345 w 10490654"/>
                  <a:gd name="connsiteY65-19422" fmla="*/ 6028496 h 10448096"/>
                  <a:gd name="connsiteX66-19423" fmla="*/ 9545782 w 10490654"/>
                  <a:gd name="connsiteY66-19424" fmla="*/ 6430277 h 10448096"/>
                  <a:gd name="connsiteX67-19425" fmla="*/ 9933709 w 10490654"/>
                  <a:gd name="connsiteY67-19426" fmla="*/ 6915186 h 10448096"/>
                  <a:gd name="connsiteX68-19427" fmla="*/ 10094363 w 10490654"/>
                  <a:gd name="connsiteY68-19428" fmla="*/ 7274520 h 10448096"/>
                  <a:gd name="connsiteX69-19429" fmla="*/ 10232908 w 10490654"/>
                  <a:gd name="connsiteY69-19430" fmla="*/ 7568119 h 10448096"/>
                  <a:gd name="connsiteX70-19431" fmla="*/ 9670472 w 10490654"/>
                  <a:gd name="connsiteY70-19432" fmla="*/ 7594059 h 10448096"/>
                  <a:gd name="connsiteX71-19433" fmla="*/ 9337963 w 10490654"/>
                  <a:gd name="connsiteY71-19434" fmla="*/ 7704896 h 10448096"/>
                  <a:gd name="connsiteX72-19435" fmla="*/ 9102436 w 10490654"/>
                  <a:gd name="connsiteY72-19436" fmla="*/ 7843441 h 10448096"/>
                  <a:gd name="connsiteX73-19437" fmla="*/ 9019309 w 10490654"/>
                  <a:gd name="connsiteY73-19438" fmla="*/ 8051259 h 10448096"/>
                  <a:gd name="connsiteX74-19439" fmla="*/ 8956730 w 10490654"/>
                  <a:gd name="connsiteY74-19440" fmla="*/ 8148241 h 10448096"/>
                  <a:gd name="connsiteX75-19441" fmla="*/ 9027559 w 10490654"/>
                  <a:gd name="connsiteY75-19442" fmla="*/ 8577732 h 10448096"/>
                  <a:gd name="connsiteX76-19443" fmla="*/ 9030673 w 10490654"/>
                  <a:gd name="connsiteY76-19444" fmla="*/ 8811236 h 10448096"/>
                  <a:gd name="connsiteX77-19445" fmla="*/ 8991600 w 10490654"/>
                  <a:gd name="connsiteY77-19446" fmla="*/ 9021077 h 10448096"/>
                  <a:gd name="connsiteX78-19447" fmla="*/ 8894618 w 10490654"/>
                  <a:gd name="connsiteY78-19448" fmla="*/ 9325877 h 10448096"/>
                  <a:gd name="connsiteX79-19449" fmla="*/ 8922327 w 10490654"/>
                  <a:gd name="connsiteY79-19450" fmla="*/ 9589114 h 10448096"/>
                  <a:gd name="connsiteX80-19451" fmla="*/ 9144000 w 10490654"/>
                  <a:gd name="connsiteY80-19452" fmla="*/ 9755368 h 10448096"/>
                  <a:gd name="connsiteX81-19453" fmla="*/ 9353374 w 10490654"/>
                  <a:gd name="connsiteY81-19454" fmla="*/ 9906212 h 10448096"/>
                  <a:gd name="connsiteX82-19455" fmla="*/ 9529903 w 10490654"/>
                  <a:gd name="connsiteY82-19456" fmla="*/ 9958205 h 10448096"/>
                  <a:gd name="connsiteX83-19457" fmla="*/ 9625328 w 10490654"/>
                  <a:gd name="connsiteY83-19458" fmla="*/ 9844256 h 10448096"/>
                  <a:gd name="connsiteX84-19459" fmla="*/ 9667359 w 10490654"/>
                  <a:gd name="connsiteY84-19460" fmla="*/ 9856554 h 10448096"/>
                  <a:gd name="connsiteX85-19461" fmla="*/ 9668916 w 10490654"/>
                  <a:gd name="connsiteY85-19462" fmla="*/ 10309550 h 10448096"/>
                  <a:gd name="connsiteX86-19463" fmla="*/ 9495500 w 10490654"/>
                  <a:gd name="connsiteY86-19464" fmla="*/ 10359209 h 10448096"/>
                  <a:gd name="connsiteX87-19465" fmla="*/ 9310254 w 10490654"/>
                  <a:gd name="connsiteY87-19466" fmla="*/ 10448096 h 10448096"/>
                  <a:gd name="connsiteX88-19467" fmla="*/ 9227127 w 10490654"/>
                  <a:gd name="connsiteY88-19468" fmla="*/ 10295696 h 10448096"/>
                  <a:gd name="connsiteX89-19469" fmla="*/ 9033163 w 10490654"/>
                  <a:gd name="connsiteY89-19470" fmla="*/ 10046314 h 10448096"/>
                  <a:gd name="connsiteX90-19471" fmla="*/ 8825345 w 10490654"/>
                  <a:gd name="connsiteY90-19472" fmla="*/ 9866205 h 10448096"/>
                  <a:gd name="connsiteX91-19473" fmla="*/ 8534400 w 10490654"/>
                  <a:gd name="connsiteY91-19474" fmla="*/ 9755368 h 10448096"/>
                  <a:gd name="connsiteX92-19475" fmla="*/ 8423563 w 10490654"/>
                  <a:gd name="connsiteY92-19476" fmla="*/ 9699950 h 10448096"/>
                  <a:gd name="connsiteX93-19477" fmla="*/ 8285018 w 10490654"/>
                  <a:gd name="connsiteY93-19478" fmla="*/ 9533696 h 10448096"/>
                  <a:gd name="connsiteX94-19479" fmla="*/ 8257309 w 10490654"/>
                  <a:gd name="connsiteY94-19480" fmla="*/ 9395150 h 10448096"/>
                  <a:gd name="connsiteX95-19481" fmla="*/ 8146472 w 10490654"/>
                  <a:gd name="connsiteY95-19482" fmla="*/ 9409005 h 10448096"/>
                  <a:gd name="connsiteX96-19483" fmla="*/ 8091054 w 10490654"/>
                  <a:gd name="connsiteY96-19484" fmla="*/ 9630677 h 10448096"/>
                  <a:gd name="connsiteX97-19485" fmla="*/ 7806336 w 10490654"/>
                  <a:gd name="connsiteY97-19486" fmla="*/ 9636437 h 10448096"/>
                  <a:gd name="connsiteX98-19487" fmla="*/ 7567694 w 10490654"/>
                  <a:gd name="connsiteY98-19488" fmla="*/ 9573236 h 10448096"/>
                  <a:gd name="connsiteX99-19489" fmla="*/ 7466043 w 10490654"/>
                  <a:gd name="connsiteY99-19490" fmla="*/ 9524511 h 10448096"/>
                  <a:gd name="connsiteX100-19491" fmla="*/ 7287491 w 10490654"/>
                  <a:gd name="connsiteY100-19492" fmla="*/ 9503028 h 10448096"/>
                  <a:gd name="connsiteX101-19493" fmla="*/ 7221797 w 10490654"/>
                  <a:gd name="connsiteY101-19494" fmla="*/ 9175034 h 10448096"/>
                  <a:gd name="connsiteX102-19495" fmla="*/ 6954982 w 10490654"/>
                  <a:gd name="connsiteY102-19496" fmla="*/ 9242750 h 10448096"/>
                  <a:gd name="connsiteX103-19497" fmla="*/ 6710737 w 10490654"/>
                  <a:gd name="connsiteY103-19498" fmla="*/ 9315137 h 10448096"/>
                  <a:gd name="connsiteX104-19499" fmla="*/ 6674777 w 10490654"/>
                  <a:gd name="connsiteY104-19500" fmla="*/ 9116036 h 10448096"/>
                  <a:gd name="connsiteX105-19501" fmla="*/ 6511636 w 10490654"/>
                  <a:gd name="connsiteY105-19502" fmla="*/ 9007223 h 10448096"/>
                  <a:gd name="connsiteX106-19503" fmla="*/ 6428509 w 10490654"/>
                  <a:gd name="connsiteY106-19504" fmla="*/ 9007223 h 10448096"/>
                  <a:gd name="connsiteX107-19505" fmla="*/ 6325922 w 10490654"/>
                  <a:gd name="connsiteY107-19506" fmla="*/ 9110431 h 10448096"/>
                  <a:gd name="connsiteX108-19507" fmla="*/ 6167763 w 10490654"/>
                  <a:gd name="connsiteY108-19508" fmla="*/ 9031351 h 10448096"/>
                  <a:gd name="connsiteX109-19509" fmla="*/ 6002132 w 10490654"/>
                  <a:gd name="connsiteY109-19510" fmla="*/ 9146858 h 10448096"/>
                  <a:gd name="connsiteX110-19511" fmla="*/ 5749636 w 10490654"/>
                  <a:gd name="connsiteY110-19512" fmla="*/ 9104205 h 10448096"/>
                  <a:gd name="connsiteX111-19513" fmla="*/ 5674760 w 10490654"/>
                  <a:gd name="connsiteY111-19514" fmla="*/ 9135028 h 10448096"/>
                  <a:gd name="connsiteX112-19515" fmla="*/ 5507415 w 10490654"/>
                  <a:gd name="connsiteY112-19516" fmla="*/ 9181261 h 10448096"/>
                  <a:gd name="connsiteX113-19517" fmla="*/ 5505859 w 10490654"/>
                  <a:gd name="connsiteY113-19518" fmla="*/ 8924096 h 10448096"/>
                  <a:gd name="connsiteX114-19519" fmla="*/ 5505857 w 10490654"/>
                  <a:gd name="connsiteY114-19520" fmla="*/ 8688101 h 10448096"/>
                  <a:gd name="connsiteX115-19521" fmla="*/ 5336024 w 10490654"/>
                  <a:gd name="connsiteY115-19522" fmla="*/ 8386416 h 10448096"/>
                  <a:gd name="connsiteX116-19523" fmla="*/ 5230324 w 10490654"/>
                  <a:gd name="connsiteY116-19524" fmla="*/ 8135944 h 10448096"/>
                  <a:gd name="connsiteX117-19525" fmla="*/ 5317031 w 10490654"/>
                  <a:gd name="connsiteY117-19526" fmla="*/ 7663332 h 10448096"/>
                  <a:gd name="connsiteX118-19527" fmla="*/ 5201059 w 10490654"/>
                  <a:gd name="connsiteY118-19528" fmla="*/ 7373476 h 10448096"/>
                  <a:gd name="connsiteX119-19529" fmla="*/ 5250872 w 10490654"/>
                  <a:gd name="connsiteY119-19530" fmla="*/ 7123005 h 10448096"/>
                  <a:gd name="connsiteX120-19531" fmla="*/ 5245735 w 10490654"/>
                  <a:gd name="connsiteY120-19532" fmla="*/ 7071789 h 10448096"/>
                  <a:gd name="connsiteX121-19533" fmla="*/ 4577603 w 10490654"/>
                  <a:gd name="connsiteY121-19534" fmla="*/ 7067120 h 10448096"/>
                  <a:gd name="connsiteX122-19535" fmla="*/ 4528412 w 10490654"/>
                  <a:gd name="connsiteY122-19536" fmla="*/ 6893704 h 10448096"/>
                  <a:gd name="connsiteX123-19537" fmla="*/ 4038834 w 10490654"/>
                  <a:gd name="connsiteY123-19538" fmla="*/ 6869576 h 10448096"/>
                  <a:gd name="connsiteX124-19539" fmla="*/ 3976254 w 10490654"/>
                  <a:gd name="connsiteY124-19540" fmla="*/ 7123005 h 10448096"/>
                  <a:gd name="connsiteX125-19541" fmla="*/ 3932667 w 10490654"/>
                  <a:gd name="connsiteY125-19542" fmla="*/ 7334403 h 10448096"/>
                  <a:gd name="connsiteX126-19543" fmla="*/ 3884155 w 10490654"/>
                  <a:gd name="connsiteY126-19544" fmla="*/ 7456604 h 10448096"/>
                  <a:gd name="connsiteX127-19545" fmla="*/ 3572499 w 10490654"/>
                  <a:gd name="connsiteY127-19546" fmla="*/ 7418574 h 10448096"/>
                  <a:gd name="connsiteX128-19547" fmla="*/ 3311236 w 10490654"/>
                  <a:gd name="connsiteY128-19548" fmla="*/ 7455514 h 10448096"/>
                  <a:gd name="connsiteX129-19549" fmla="*/ 2921540 w 10490654"/>
                  <a:gd name="connsiteY129-19550" fmla="*/ 7467599 h 10448096"/>
                  <a:gd name="connsiteX130-19551" fmla="*/ 2784763 w 10490654"/>
                  <a:gd name="connsiteY130-19552" fmla="*/ 7192277 h 10448096"/>
                  <a:gd name="connsiteX131-19553" fmla="*/ 2604654 w 10490654"/>
                  <a:gd name="connsiteY131-19554" fmla="*/ 6915186 h 10448096"/>
                  <a:gd name="connsiteX132-19555" fmla="*/ 2410691 w 10490654"/>
                  <a:gd name="connsiteY132-19556" fmla="*/ 6416423 h 10448096"/>
                  <a:gd name="connsiteX133-19557" fmla="*/ 2327563 w 10490654"/>
                  <a:gd name="connsiteY133-19558" fmla="*/ 6277877 h 10448096"/>
                  <a:gd name="connsiteX134-19559" fmla="*/ 1662545 w 10490654"/>
                  <a:gd name="connsiteY134-19560" fmla="*/ 6250168 h 10448096"/>
                  <a:gd name="connsiteX135-19561" fmla="*/ 1233054 w 10490654"/>
                  <a:gd name="connsiteY135-19562" fmla="*/ 6250168 h 10448096"/>
                  <a:gd name="connsiteX136-19563" fmla="*/ 1136072 w 10490654"/>
                  <a:gd name="connsiteY136-19564" fmla="*/ 6305586 h 10448096"/>
                  <a:gd name="connsiteX137-19565" fmla="*/ 706582 w 10490654"/>
                  <a:gd name="connsiteY137-19566" fmla="*/ 6264023 h 10448096"/>
                  <a:gd name="connsiteX138-19567" fmla="*/ 318654 w 10490654"/>
                  <a:gd name="connsiteY138-19568" fmla="*/ 6291732 h 10448096"/>
                  <a:gd name="connsiteX139-19569" fmla="*/ 96982 w 10490654"/>
                  <a:gd name="connsiteY139-19570" fmla="*/ 6444132 h 10448096"/>
                  <a:gd name="connsiteX140-19571" fmla="*/ 0 w 10490654"/>
                  <a:gd name="connsiteY140-19572" fmla="*/ 6347150 h 10448096"/>
                  <a:gd name="connsiteX141-19573" fmla="*/ 83127 w 10490654"/>
                  <a:gd name="connsiteY141-19574" fmla="*/ 6291732 h 10448096"/>
                  <a:gd name="connsiteX0-19575" fmla="*/ 83127 w 10490654"/>
                  <a:gd name="connsiteY0-19576" fmla="*/ 6291732 h 10448096"/>
                  <a:gd name="connsiteX1-19577" fmla="*/ 96982 w 10490654"/>
                  <a:gd name="connsiteY1-19578" fmla="*/ 5848386 h 10448096"/>
                  <a:gd name="connsiteX2-19579" fmla="*/ 401782 w 10490654"/>
                  <a:gd name="connsiteY2-19580" fmla="*/ 5585150 h 10448096"/>
                  <a:gd name="connsiteX3-19581" fmla="*/ 651163 w 10490654"/>
                  <a:gd name="connsiteY3-19582" fmla="*/ 5723696 h 10448096"/>
                  <a:gd name="connsiteX4-19583" fmla="*/ 858982 w 10490654"/>
                  <a:gd name="connsiteY4-19584" fmla="*/ 5557441 h 10448096"/>
                  <a:gd name="connsiteX5-19585" fmla="*/ 997527 w 10490654"/>
                  <a:gd name="connsiteY5-19586" fmla="*/ 5405041 h 10448096"/>
                  <a:gd name="connsiteX6-19587" fmla="*/ 1080654 w 10490654"/>
                  <a:gd name="connsiteY6-19588" fmla="*/ 5488168 h 10448096"/>
                  <a:gd name="connsiteX7-19589" fmla="*/ 1269312 w 10490654"/>
                  <a:gd name="connsiteY7-19590" fmla="*/ 5732834 h 10448096"/>
                  <a:gd name="connsiteX8-19591" fmla="*/ 1523116 w 10490654"/>
                  <a:gd name="connsiteY8-19592" fmla="*/ 5534154 h 10448096"/>
                  <a:gd name="connsiteX9-19593" fmla="*/ 1731818 w 10490654"/>
                  <a:gd name="connsiteY9-19594" fmla="*/ 5349623 h 10448096"/>
                  <a:gd name="connsiteX10-19595" fmla="*/ 2022763 w 10490654"/>
                  <a:gd name="connsiteY10-19596" fmla="*/ 5114096 h 10448096"/>
                  <a:gd name="connsiteX11-19597" fmla="*/ 2119745 w 10490654"/>
                  <a:gd name="connsiteY11-19598" fmla="*/ 4684605 h 10448096"/>
                  <a:gd name="connsiteX12-19599" fmla="*/ 2172511 w 10490654"/>
                  <a:gd name="connsiteY12-19600" fmla="*/ 4217972 h 10448096"/>
                  <a:gd name="connsiteX13-19601" fmla="*/ 2355272 w 10490654"/>
                  <a:gd name="connsiteY13-19602" fmla="*/ 3908750 h 10448096"/>
                  <a:gd name="connsiteX14-19603" fmla="*/ 2752497 w 10490654"/>
                  <a:gd name="connsiteY14-19604" fmla="*/ 3528216 h 10448096"/>
                  <a:gd name="connsiteX15-19605" fmla="*/ 2978727 w 10490654"/>
                  <a:gd name="connsiteY15-19606" fmla="*/ 3313005 h 10448096"/>
                  <a:gd name="connsiteX16-19607" fmla="*/ 3006436 w 10490654"/>
                  <a:gd name="connsiteY16-19608" fmla="*/ 2869659 h 10448096"/>
                  <a:gd name="connsiteX17-19609" fmla="*/ 3075709 w 10490654"/>
                  <a:gd name="connsiteY17-19610" fmla="*/ 2578714 h 10448096"/>
                  <a:gd name="connsiteX18-19611" fmla="*/ 3075709 w 10490654"/>
                  <a:gd name="connsiteY18-19612" fmla="*/ 2370896 h 10448096"/>
                  <a:gd name="connsiteX19-19613" fmla="*/ 3214254 w 10490654"/>
                  <a:gd name="connsiteY19-19614" fmla="*/ 2038386 h 10448096"/>
                  <a:gd name="connsiteX20-19615" fmla="*/ 3214254 w 10490654"/>
                  <a:gd name="connsiteY20-19616" fmla="*/ 1747441 h 10448096"/>
                  <a:gd name="connsiteX21-19617" fmla="*/ 3513454 w 10490654"/>
                  <a:gd name="connsiteY21-19618" fmla="*/ 1179405 h 10448096"/>
                  <a:gd name="connsiteX22-19619" fmla="*/ 3463636 w 10490654"/>
                  <a:gd name="connsiteY22-19620" fmla="*/ 805332 h 10448096"/>
                  <a:gd name="connsiteX23-19621" fmla="*/ 3491345 w 10490654"/>
                  <a:gd name="connsiteY23-19622" fmla="*/ 597514 h 10448096"/>
                  <a:gd name="connsiteX24-19623" fmla="*/ 3823854 w 10490654"/>
                  <a:gd name="connsiteY24-19624" fmla="*/ 237296 h 10448096"/>
                  <a:gd name="connsiteX25-19625" fmla="*/ 4017818 w 10490654"/>
                  <a:gd name="connsiteY25-19626" fmla="*/ 112605 h 10448096"/>
                  <a:gd name="connsiteX26-19627" fmla="*/ 4433454 w 10490654"/>
                  <a:gd name="connsiteY26-19628" fmla="*/ 348132 h 10448096"/>
                  <a:gd name="connsiteX27-19629" fmla="*/ 4599709 w 10490654"/>
                  <a:gd name="connsiteY27-19630" fmla="*/ 542096 h 10448096"/>
                  <a:gd name="connsiteX28-19631" fmla="*/ 5070763 w 10490654"/>
                  <a:gd name="connsiteY28-19632" fmla="*/ 597514 h 10448096"/>
                  <a:gd name="connsiteX29-19633" fmla="*/ 5391187 w 10490654"/>
                  <a:gd name="connsiteY29-19634" fmla="*/ 656763 h 10448096"/>
                  <a:gd name="connsiteX30-19635" fmla="*/ 5647937 w 10490654"/>
                  <a:gd name="connsiteY30-19636" fmla="*/ 673271 h 10448096"/>
                  <a:gd name="connsiteX31-19637" fmla="*/ 5860472 w 10490654"/>
                  <a:gd name="connsiteY31-19638" fmla="*/ 334277 h 10448096"/>
                  <a:gd name="connsiteX32-19639" fmla="*/ 6123709 w 10490654"/>
                  <a:gd name="connsiteY32-19640" fmla="*/ 375841 h 10448096"/>
                  <a:gd name="connsiteX33-19641" fmla="*/ 6594763 w 10490654"/>
                  <a:gd name="connsiteY33-19642" fmla="*/ 237296 h 10448096"/>
                  <a:gd name="connsiteX34-19643" fmla="*/ 6761018 w 10490654"/>
                  <a:gd name="connsiteY34-19644" fmla="*/ 181877 h 10448096"/>
                  <a:gd name="connsiteX35-19645" fmla="*/ 7038109 w 10490654"/>
                  <a:gd name="connsiteY35-19646" fmla="*/ 251150 h 10448096"/>
                  <a:gd name="connsiteX36-19647" fmla="*/ 7232072 w 10490654"/>
                  <a:gd name="connsiteY36-19648" fmla="*/ 71041 h 10448096"/>
                  <a:gd name="connsiteX37-19649" fmla="*/ 7363248 w 10490654"/>
                  <a:gd name="connsiteY37-19650" fmla="*/ 0 h 10448096"/>
                  <a:gd name="connsiteX38-19651" fmla="*/ 7606145 w 10490654"/>
                  <a:gd name="connsiteY38-19652" fmla="*/ 57186 h 10448096"/>
                  <a:gd name="connsiteX39-19653" fmla="*/ 7910945 w 10490654"/>
                  <a:gd name="connsiteY39-19654" fmla="*/ 181877 h 10448096"/>
                  <a:gd name="connsiteX40-19655" fmla="*/ 8312727 w 10490654"/>
                  <a:gd name="connsiteY40-19656" fmla="*/ 112605 h 10448096"/>
                  <a:gd name="connsiteX41-19657" fmla="*/ 8647005 w 10490654"/>
                  <a:gd name="connsiteY41-19658" fmla="*/ 449831 h 10448096"/>
                  <a:gd name="connsiteX42-19659" fmla="*/ 8908472 w 10490654"/>
                  <a:gd name="connsiteY42-19660" fmla="*/ 597514 h 10448096"/>
                  <a:gd name="connsiteX43-19661" fmla="*/ 9088582 w 10490654"/>
                  <a:gd name="connsiteY43-19662" fmla="*/ 500532 h 10448096"/>
                  <a:gd name="connsiteX44-19663" fmla="*/ 9351818 w 10490654"/>
                  <a:gd name="connsiteY44-19664" fmla="*/ 445114 h 10448096"/>
                  <a:gd name="connsiteX45-19665" fmla="*/ 9518072 w 10490654"/>
                  <a:gd name="connsiteY45-19666" fmla="*/ 420943 h 10448096"/>
                  <a:gd name="connsiteX46-19667" fmla="*/ 9646301 w 10490654"/>
                  <a:gd name="connsiteY46-19668" fmla="*/ 422711 h 10448096"/>
                  <a:gd name="connsiteX47-19669" fmla="*/ 10002982 w 10490654"/>
                  <a:gd name="connsiteY47-19670" fmla="*/ 846896 h 10448096"/>
                  <a:gd name="connsiteX48-19671" fmla="*/ 10238509 w 10490654"/>
                  <a:gd name="connsiteY48-19672" fmla="*/ 1040859 h 10448096"/>
                  <a:gd name="connsiteX49-19673" fmla="*/ 10224654 w 10490654"/>
                  <a:gd name="connsiteY49-19674" fmla="*/ 1304096 h 10448096"/>
                  <a:gd name="connsiteX50-19675" fmla="*/ 10238509 w 10490654"/>
                  <a:gd name="connsiteY50-19676" fmla="*/ 1498059 h 10448096"/>
                  <a:gd name="connsiteX51-19677" fmla="*/ 10280072 w 10490654"/>
                  <a:gd name="connsiteY51-19678" fmla="*/ 1622750 h 10448096"/>
                  <a:gd name="connsiteX52-19679" fmla="*/ 10490654 w 10490654"/>
                  <a:gd name="connsiteY52-19680" fmla="*/ 1807021 h 10448096"/>
                  <a:gd name="connsiteX53-19681" fmla="*/ 10077929 w 10490654"/>
                  <a:gd name="connsiteY53-19682" fmla="*/ 2260393 h 10448096"/>
                  <a:gd name="connsiteX54-19683" fmla="*/ 9781309 w 10490654"/>
                  <a:gd name="connsiteY54-19684" fmla="*/ 2551005 h 10448096"/>
                  <a:gd name="connsiteX55-19685" fmla="*/ 9601200 w 10490654"/>
                  <a:gd name="connsiteY55-19686" fmla="*/ 3479259 h 10448096"/>
                  <a:gd name="connsiteX56-19687" fmla="*/ 9601200 w 10490654"/>
                  <a:gd name="connsiteY56-19688" fmla="*/ 3770205 h 10448096"/>
                  <a:gd name="connsiteX57-19689" fmla="*/ 9365672 w 10490654"/>
                  <a:gd name="connsiteY57-19690" fmla="*/ 3964168 h 10448096"/>
                  <a:gd name="connsiteX58-19691" fmla="*/ 9310254 w 10490654"/>
                  <a:gd name="connsiteY58-19692" fmla="*/ 4130423 h 10448096"/>
                  <a:gd name="connsiteX59-19693" fmla="*/ 9199418 w 10490654"/>
                  <a:gd name="connsiteY59-19694" fmla="*/ 4338241 h 10448096"/>
                  <a:gd name="connsiteX60-19695" fmla="*/ 9268691 w 10490654"/>
                  <a:gd name="connsiteY60-19696" fmla="*/ 4504496 h 10448096"/>
                  <a:gd name="connsiteX61-19697" fmla="*/ 9337963 w 10490654"/>
                  <a:gd name="connsiteY61-19698" fmla="*/ 4712314 h 10448096"/>
                  <a:gd name="connsiteX62-19699" fmla="*/ 9382180 w 10490654"/>
                  <a:gd name="connsiteY62-19700" fmla="*/ 4968181 h 10448096"/>
                  <a:gd name="connsiteX63-19701" fmla="*/ 9434945 w 10490654"/>
                  <a:gd name="connsiteY63-19702" fmla="*/ 5266496 h 10448096"/>
                  <a:gd name="connsiteX64-19703" fmla="*/ 9462654 w 10490654"/>
                  <a:gd name="connsiteY64-19704" fmla="*/ 5668277 h 10448096"/>
                  <a:gd name="connsiteX65-19705" fmla="*/ 9587345 w 10490654"/>
                  <a:gd name="connsiteY65-19706" fmla="*/ 6028496 h 10448096"/>
                  <a:gd name="connsiteX66-19707" fmla="*/ 9545782 w 10490654"/>
                  <a:gd name="connsiteY66-19708" fmla="*/ 6430277 h 10448096"/>
                  <a:gd name="connsiteX67-19709" fmla="*/ 9933709 w 10490654"/>
                  <a:gd name="connsiteY67-19710" fmla="*/ 6915186 h 10448096"/>
                  <a:gd name="connsiteX68-19711" fmla="*/ 10094363 w 10490654"/>
                  <a:gd name="connsiteY68-19712" fmla="*/ 7274520 h 10448096"/>
                  <a:gd name="connsiteX69-19713" fmla="*/ 10232908 w 10490654"/>
                  <a:gd name="connsiteY69-19714" fmla="*/ 7568119 h 10448096"/>
                  <a:gd name="connsiteX70-19715" fmla="*/ 9670472 w 10490654"/>
                  <a:gd name="connsiteY70-19716" fmla="*/ 7594059 h 10448096"/>
                  <a:gd name="connsiteX71-19717" fmla="*/ 9337963 w 10490654"/>
                  <a:gd name="connsiteY71-19718" fmla="*/ 7704896 h 10448096"/>
                  <a:gd name="connsiteX72-19719" fmla="*/ 9102436 w 10490654"/>
                  <a:gd name="connsiteY72-19720" fmla="*/ 7843441 h 10448096"/>
                  <a:gd name="connsiteX73-19721" fmla="*/ 9019309 w 10490654"/>
                  <a:gd name="connsiteY73-19722" fmla="*/ 8051259 h 10448096"/>
                  <a:gd name="connsiteX74-19723" fmla="*/ 8956730 w 10490654"/>
                  <a:gd name="connsiteY74-19724" fmla="*/ 8148241 h 10448096"/>
                  <a:gd name="connsiteX75-19725" fmla="*/ 9027559 w 10490654"/>
                  <a:gd name="connsiteY75-19726" fmla="*/ 8577732 h 10448096"/>
                  <a:gd name="connsiteX76-19727" fmla="*/ 9030673 w 10490654"/>
                  <a:gd name="connsiteY76-19728" fmla="*/ 8811236 h 10448096"/>
                  <a:gd name="connsiteX77-19729" fmla="*/ 8991600 w 10490654"/>
                  <a:gd name="connsiteY77-19730" fmla="*/ 9021077 h 10448096"/>
                  <a:gd name="connsiteX78-19731" fmla="*/ 8894618 w 10490654"/>
                  <a:gd name="connsiteY78-19732" fmla="*/ 9325877 h 10448096"/>
                  <a:gd name="connsiteX79-19733" fmla="*/ 8922327 w 10490654"/>
                  <a:gd name="connsiteY79-19734" fmla="*/ 9589114 h 10448096"/>
                  <a:gd name="connsiteX80-19735" fmla="*/ 9144000 w 10490654"/>
                  <a:gd name="connsiteY80-19736" fmla="*/ 9755368 h 10448096"/>
                  <a:gd name="connsiteX81-19737" fmla="*/ 9353374 w 10490654"/>
                  <a:gd name="connsiteY81-19738" fmla="*/ 9906212 h 10448096"/>
                  <a:gd name="connsiteX82-19739" fmla="*/ 9529903 w 10490654"/>
                  <a:gd name="connsiteY82-19740" fmla="*/ 9958205 h 10448096"/>
                  <a:gd name="connsiteX83-19741" fmla="*/ 9625328 w 10490654"/>
                  <a:gd name="connsiteY83-19742" fmla="*/ 9844256 h 10448096"/>
                  <a:gd name="connsiteX84-19743" fmla="*/ 9667359 w 10490654"/>
                  <a:gd name="connsiteY84-19744" fmla="*/ 9856554 h 10448096"/>
                  <a:gd name="connsiteX85-19745" fmla="*/ 9668916 w 10490654"/>
                  <a:gd name="connsiteY85-19746" fmla="*/ 10309550 h 10448096"/>
                  <a:gd name="connsiteX86-19747" fmla="*/ 9495500 w 10490654"/>
                  <a:gd name="connsiteY86-19748" fmla="*/ 10359209 h 10448096"/>
                  <a:gd name="connsiteX87-19749" fmla="*/ 9310254 w 10490654"/>
                  <a:gd name="connsiteY87-19750" fmla="*/ 10448096 h 10448096"/>
                  <a:gd name="connsiteX88-19751" fmla="*/ 9227127 w 10490654"/>
                  <a:gd name="connsiteY88-19752" fmla="*/ 10295696 h 10448096"/>
                  <a:gd name="connsiteX89-19753" fmla="*/ 9033163 w 10490654"/>
                  <a:gd name="connsiteY89-19754" fmla="*/ 10046314 h 10448096"/>
                  <a:gd name="connsiteX90-19755" fmla="*/ 8825345 w 10490654"/>
                  <a:gd name="connsiteY90-19756" fmla="*/ 9866205 h 10448096"/>
                  <a:gd name="connsiteX91-19757" fmla="*/ 8534400 w 10490654"/>
                  <a:gd name="connsiteY91-19758" fmla="*/ 9755368 h 10448096"/>
                  <a:gd name="connsiteX92-19759" fmla="*/ 8423563 w 10490654"/>
                  <a:gd name="connsiteY92-19760" fmla="*/ 9699950 h 10448096"/>
                  <a:gd name="connsiteX93-19761" fmla="*/ 8285018 w 10490654"/>
                  <a:gd name="connsiteY93-19762" fmla="*/ 9533696 h 10448096"/>
                  <a:gd name="connsiteX94-19763" fmla="*/ 8257309 w 10490654"/>
                  <a:gd name="connsiteY94-19764" fmla="*/ 9395150 h 10448096"/>
                  <a:gd name="connsiteX95-19765" fmla="*/ 8146472 w 10490654"/>
                  <a:gd name="connsiteY95-19766" fmla="*/ 9409005 h 10448096"/>
                  <a:gd name="connsiteX96-19767" fmla="*/ 8091054 w 10490654"/>
                  <a:gd name="connsiteY96-19768" fmla="*/ 9630677 h 10448096"/>
                  <a:gd name="connsiteX97-19769" fmla="*/ 7806336 w 10490654"/>
                  <a:gd name="connsiteY97-19770" fmla="*/ 9636437 h 10448096"/>
                  <a:gd name="connsiteX98-19771" fmla="*/ 7567694 w 10490654"/>
                  <a:gd name="connsiteY98-19772" fmla="*/ 9573236 h 10448096"/>
                  <a:gd name="connsiteX99-19773" fmla="*/ 7466043 w 10490654"/>
                  <a:gd name="connsiteY99-19774" fmla="*/ 9524511 h 10448096"/>
                  <a:gd name="connsiteX100-19775" fmla="*/ 7287491 w 10490654"/>
                  <a:gd name="connsiteY100-19776" fmla="*/ 9503028 h 10448096"/>
                  <a:gd name="connsiteX101-19777" fmla="*/ 7221797 w 10490654"/>
                  <a:gd name="connsiteY101-19778" fmla="*/ 9175034 h 10448096"/>
                  <a:gd name="connsiteX102-19779" fmla="*/ 6954982 w 10490654"/>
                  <a:gd name="connsiteY102-19780" fmla="*/ 9242750 h 10448096"/>
                  <a:gd name="connsiteX103-19781" fmla="*/ 6710737 w 10490654"/>
                  <a:gd name="connsiteY103-19782" fmla="*/ 9315137 h 10448096"/>
                  <a:gd name="connsiteX104-19783" fmla="*/ 6674777 w 10490654"/>
                  <a:gd name="connsiteY104-19784" fmla="*/ 9116036 h 10448096"/>
                  <a:gd name="connsiteX105-19785" fmla="*/ 6511636 w 10490654"/>
                  <a:gd name="connsiteY105-19786" fmla="*/ 9007223 h 10448096"/>
                  <a:gd name="connsiteX106-19787" fmla="*/ 6428509 w 10490654"/>
                  <a:gd name="connsiteY106-19788" fmla="*/ 9007223 h 10448096"/>
                  <a:gd name="connsiteX107-19789" fmla="*/ 6325922 w 10490654"/>
                  <a:gd name="connsiteY107-19790" fmla="*/ 9110431 h 10448096"/>
                  <a:gd name="connsiteX108-19791" fmla="*/ 6167763 w 10490654"/>
                  <a:gd name="connsiteY108-19792" fmla="*/ 9031351 h 10448096"/>
                  <a:gd name="connsiteX109-19793" fmla="*/ 6002132 w 10490654"/>
                  <a:gd name="connsiteY109-19794" fmla="*/ 9146858 h 10448096"/>
                  <a:gd name="connsiteX110-19795" fmla="*/ 5749636 w 10490654"/>
                  <a:gd name="connsiteY110-19796" fmla="*/ 9104205 h 10448096"/>
                  <a:gd name="connsiteX111-19797" fmla="*/ 5674760 w 10490654"/>
                  <a:gd name="connsiteY111-19798" fmla="*/ 9135028 h 10448096"/>
                  <a:gd name="connsiteX112-19799" fmla="*/ 5507415 w 10490654"/>
                  <a:gd name="connsiteY112-19800" fmla="*/ 9181261 h 10448096"/>
                  <a:gd name="connsiteX113-19801" fmla="*/ 5505859 w 10490654"/>
                  <a:gd name="connsiteY113-19802" fmla="*/ 8924096 h 10448096"/>
                  <a:gd name="connsiteX114-19803" fmla="*/ 5505857 w 10490654"/>
                  <a:gd name="connsiteY114-19804" fmla="*/ 8688101 h 10448096"/>
                  <a:gd name="connsiteX115-19805" fmla="*/ 5336024 w 10490654"/>
                  <a:gd name="connsiteY115-19806" fmla="*/ 8386416 h 10448096"/>
                  <a:gd name="connsiteX116-19807" fmla="*/ 5230324 w 10490654"/>
                  <a:gd name="connsiteY116-19808" fmla="*/ 8135944 h 10448096"/>
                  <a:gd name="connsiteX117-19809" fmla="*/ 5317031 w 10490654"/>
                  <a:gd name="connsiteY117-19810" fmla="*/ 7663332 h 10448096"/>
                  <a:gd name="connsiteX118-19811" fmla="*/ 5201059 w 10490654"/>
                  <a:gd name="connsiteY118-19812" fmla="*/ 7373476 h 10448096"/>
                  <a:gd name="connsiteX119-19813" fmla="*/ 5250872 w 10490654"/>
                  <a:gd name="connsiteY119-19814" fmla="*/ 7123005 h 10448096"/>
                  <a:gd name="connsiteX120-19815" fmla="*/ 5245735 w 10490654"/>
                  <a:gd name="connsiteY120-19816" fmla="*/ 7071789 h 10448096"/>
                  <a:gd name="connsiteX121-19817" fmla="*/ 4577603 w 10490654"/>
                  <a:gd name="connsiteY121-19818" fmla="*/ 7067120 h 10448096"/>
                  <a:gd name="connsiteX122-19819" fmla="*/ 4528412 w 10490654"/>
                  <a:gd name="connsiteY122-19820" fmla="*/ 6893704 h 10448096"/>
                  <a:gd name="connsiteX123-19821" fmla="*/ 4038834 w 10490654"/>
                  <a:gd name="connsiteY123-19822" fmla="*/ 6869576 h 10448096"/>
                  <a:gd name="connsiteX124-19823" fmla="*/ 3976254 w 10490654"/>
                  <a:gd name="connsiteY124-19824" fmla="*/ 7123005 h 10448096"/>
                  <a:gd name="connsiteX125-19825" fmla="*/ 3932667 w 10490654"/>
                  <a:gd name="connsiteY125-19826" fmla="*/ 7334403 h 10448096"/>
                  <a:gd name="connsiteX126-19827" fmla="*/ 3884155 w 10490654"/>
                  <a:gd name="connsiteY126-19828" fmla="*/ 7456604 h 10448096"/>
                  <a:gd name="connsiteX127-19829" fmla="*/ 3572499 w 10490654"/>
                  <a:gd name="connsiteY127-19830" fmla="*/ 7418574 h 10448096"/>
                  <a:gd name="connsiteX128-19831" fmla="*/ 3311236 w 10490654"/>
                  <a:gd name="connsiteY128-19832" fmla="*/ 7455514 h 10448096"/>
                  <a:gd name="connsiteX129-19833" fmla="*/ 2921540 w 10490654"/>
                  <a:gd name="connsiteY129-19834" fmla="*/ 7467599 h 10448096"/>
                  <a:gd name="connsiteX130-19835" fmla="*/ 2784763 w 10490654"/>
                  <a:gd name="connsiteY130-19836" fmla="*/ 7192277 h 10448096"/>
                  <a:gd name="connsiteX131-19837" fmla="*/ 2604654 w 10490654"/>
                  <a:gd name="connsiteY131-19838" fmla="*/ 6915186 h 10448096"/>
                  <a:gd name="connsiteX132-19839" fmla="*/ 2410691 w 10490654"/>
                  <a:gd name="connsiteY132-19840" fmla="*/ 6416423 h 10448096"/>
                  <a:gd name="connsiteX133-19841" fmla="*/ 2327563 w 10490654"/>
                  <a:gd name="connsiteY133-19842" fmla="*/ 6277877 h 10448096"/>
                  <a:gd name="connsiteX134-19843" fmla="*/ 1662545 w 10490654"/>
                  <a:gd name="connsiteY134-19844" fmla="*/ 6250168 h 10448096"/>
                  <a:gd name="connsiteX135-19845" fmla="*/ 1233054 w 10490654"/>
                  <a:gd name="connsiteY135-19846" fmla="*/ 6250168 h 10448096"/>
                  <a:gd name="connsiteX136-19847" fmla="*/ 1136072 w 10490654"/>
                  <a:gd name="connsiteY136-19848" fmla="*/ 6305586 h 10448096"/>
                  <a:gd name="connsiteX137-19849" fmla="*/ 706582 w 10490654"/>
                  <a:gd name="connsiteY137-19850" fmla="*/ 6264023 h 10448096"/>
                  <a:gd name="connsiteX138-19851" fmla="*/ 318654 w 10490654"/>
                  <a:gd name="connsiteY138-19852" fmla="*/ 6291732 h 10448096"/>
                  <a:gd name="connsiteX139-19853" fmla="*/ 96982 w 10490654"/>
                  <a:gd name="connsiteY139-19854" fmla="*/ 6444132 h 10448096"/>
                  <a:gd name="connsiteX140-19855" fmla="*/ 0 w 10490654"/>
                  <a:gd name="connsiteY140-19856" fmla="*/ 6347150 h 10448096"/>
                  <a:gd name="connsiteX141-19857" fmla="*/ 83127 w 10490654"/>
                  <a:gd name="connsiteY141-19858" fmla="*/ 6291732 h 10448096"/>
                  <a:gd name="connsiteX0-19859" fmla="*/ 83127 w 10490654"/>
                  <a:gd name="connsiteY0-19860" fmla="*/ 6291732 h 10448096"/>
                  <a:gd name="connsiteX1-19861" fmla="*/ 96982 w 10490654"/>
                  <a:gd name="connsiteY1-19862" fmla="*/ 5848386 h 10448096"/>
                  <a:gd name="connsiteX2-19863" fmla="*/ 401782 w 10490654"/>
                  <a:gd name="connsiteY2-19864" fmla="*/ 5585150 h 10448096"/>
                  <a:gd name="connsiteX3-19865" fmla="*/ 651163 w 10490654"/>
                  <a:gd name="connsiteY3-19866" fmla="*/ 5723696 h 10448096"/>
                  <a:gd name="connsiteX4-19867" fmla="*/ 858982 w 10490654"/>
                  <a:gd name="connsiteY4-19868" fmla="*/ 5557441 h 10448096"/>
                  <a:gd name="connsiteX5-19869" fmla="*/ 997527 w 10490654"/>
                  <a:gd name="connsiteY5-19870" fmla="*/ 5405041 h 10448096"/>
                  <a:gd name="connsiteX6-19871" fmla="*/ 1080654 w 10490654"/>
                  <a:gd name="connsiteY6-19872" fmla="*/ 5488168 h 10448096"/>
                  <a:gd name="connsiteX7-19873" fmla="*/ 1269312 w 10490654"/>
                  <a:gd name="connsiteY7-19874" fmla="*/ 5732834 h 10448096"/>
                  <a:gd name="connsiteX8-19875" fmla="*/ 1523116 w 10490654"/>
                  <a:gd name="connsiteY8-19876" fmla="*/ 5534154 h 10448096"/>
                  <a:gd name="connsiteX9-19877" fmla="*/ 1731818 w 10490654"/>
                  <a:gd name="connsiteY9-19878" fmla="*/ 5349623 h 10448096"/>
                  <a:gd name="connsiteX10-19879" fmla="*/ 2022763 w 10490654"/>
                  <a:gd name="connsiteY10-19880" fmla="*/ 5114096 h 10448096"/>
                  <a:gd name="connsiteX11-19881" fmla="*/ 2119745 w 10490654"/>
                  <a:gd name="connsiteY11-19882" fmla="*/ 4684605 h 10448096"/>
                  <a:gd name="connsiteX12-19883" fmla="*/ 2172511 w 10490654"/>
                  <a:gd name="connsiteY12-19884" fmla="*/ 4217972 h 10448096"/>
                  <a:gd name="connsiteX13-19885" fmla="*/ 2355272 w 10490654"/>
                  <a:gd name="connsiteY13-19886" fmla="*/ 3908750 h 10448096"/>
                  <a:gd name="connsiteX14-19887" fmla="*/ 2752497 w 10490654"/>
                  <a:gd name="connsiteY14-19888" fmla="*/ 3528216 h 10448096"/>
                  <a:gd name="connsiteX15-19889" fmla="*/ 2978727 w 10490654"/>
                  <a:gd name="connsiteY15-19890" fmla="*/ 3313005 h 10448096"/>
                  <a:gd name="connsiteX16-19891" fmla="*/ 3006436 w 10490654"/>
                  <a:gd name="connsiteY16-19892" fmla="*/ 2869659 h 10448096"/>
                  <a:gd name="connsiteX17-19893" fmla="*/ 3075709 w 10490654"/>
                  <a:gd name="connsiteY17-19894" fmla="*/ 2578714 h 10448096"/>
                  <a:gd name="connsiteX18-19895" fmla="*/ 3075709 w 10490654"/>
                  <a:gd name="connsiteY18-19896" fmla="*/ 2370896 h 10448096"/>
                  <a:gd name="connsiteX19-19897" fmla="*/ 3214254 w 10490654"/>
                  <a:gd name="connsiteY19-19898" fmla="*/ 2038386 h 10448096"/>
                  <a:gd name="connsiteX20-19899" fmla="*/ 3214254 w 10490654"/>
                  <a:gd name="connsiteY20-19900" fmla="*/ 1747441 h 10448096"/>
                  <a:gd name="connsiteX21-19901" fmla="*/ 3513454 w 10490654"/>
                  <a:gd name="connsiteY21-19902" fmla="*/ 1179405 h 10448096"/>
                  <a:gd name="connsiteX22-19903" fmla="*/ 3463636 w 10490654"/>
                  <a:gd name="connsiteY22-19904" fmla="*/ 805332 h 10448096"/>
                  <a:gd name="connsiteX23-19905" fmla="*/ 3491345 w 10490654"/>
                  <a:gd name="connsiteY23-19906" fmla="*/ 597514 h 10448096"/>
                  <a:gd name="connsiteX24-19907" fmla="*/ 3823854 w 10490654"/>
                  <a:gd name="connsiteY24-19908" fmla="*/ 237296 h 10448096"/>
                  <a:gd name="connsiteX25-19909" fmla="*/ 4017818 w 10490654"/>
                  <a:gd name="connsiteY25-19910" fmla="*/ 112605 h 10448096"/>
                  <a:gd name="connsiteX26-19911" fmla="*/ 4433454 w 10490654"/>
                  <a:gd name="connsiteY26-19912" fmla="*/ 348132 h 10448096"/>
                  <a:gd name="connsiteX27-19913" fmla="*/ 4599709 w 10490654"/>
                  <a:gd name="connsiteY27-19914" fmla="*/ 542096 h 10448096"/>
                  <a:gd name="connsiteX28-19915" fmla="*/ 5070763 w 10490654"/>
                  <a:gd name="connsiteY28-19916" fmla="*/ 597514 h 10448096"/>
                  <a:gd name="connsiteX29-19917" fmla="*/ 5391187 w 10490654"/>
                  <a:gd name="connsiteY29-19918" fmla="*/ 656763 h 10448096"/>
                  <a:gd name="connsiteX30-19919" fmla="*/ 5595074 w 10490654"/>
                  <a:gd name="connsiteY30-19920" fmla="*/ 604209 h 10448096"/>
                  <a:gd name="connsiteX31-19921" fmla="*/ 5860472 w 10490654"/>
                  <a:gd name="connsiteY31-19922" fmla="*/ 334277 h 10448096"/>
                  <a:gd name="connsiteX32-19923" fmla="*/ 6123709 w 10490654"/>
                  <a:gd name="connsiteY32-19924" fmla="*/ 375841 h 10448096"/>
                  <a:gd name="connsiteX33-19925" fmla="*/ 6594763 w 10490654"/>
                  <a:gd name="connsiteY33-19926" fmla="*/ 237296 h 10448096"/>
                  <a:gd name="connsiteX34-19927" fmla="*/ 6761018 w 10490654"/>
                  <a:gd name="connsiteY34-19928" fmla="*/ 181877 h 10448096"/>
                  <a:gd name="connsiteX35-19929" fmla="*/ 7038109 w 10490654"/>
                  <a:gd name="connsiteY35-19930" fmla="*/ 251150 h 10448096"/>
                  <a:gd name="connsiteX36-19931" fmla="*/ 7232072 w 10490654"/>
                  <a:gd name="connsiteY36-19932" fmla="*/ 71041 h 10448096"/>
                  <a:gd name="connsiteX37-19933" fmla="*/ 7363248 w 10490654"/>
                  <a:gd name="connsiteY37-19934" fmla="*/ 0 h 10448096"/>
                  <a:gd name="connsiteX38-19935" fmla="*/ 7606145 w 10490654"/>
                  <a:gd name="connsiteY38-19936" fmla="*/ 57186 h 10448096"/>
                  <a:gd name="connsiteX39-19937" fmla="*/ 7910945 w 10490654"/>
                  <a:gd name="connsiteY39-19938" fmla="*/ 181877 h 10448096"/>
                  <a:gd name="connsiteX40-19939" fmla="*/ 8312727 w 10490654"/>
                  <a:gd name="connsiteY40-19940" fmla="*/ 112605 h 10448096"/>
                  <a:gd name="connsiteX41-19941" fmla="*/ 8647005 w 10490654"/>
                  <a:gd name="connsiteY41-19942" fmla="*/ 449831 h 10448096"/>
                  <a:gd name="connsiteX42-19943" fmla="*/ 8908472 w 10490654"/>
                  <a:gd name="connsiteY42-19944" fmla="*/ 597514 h 10448096"/>
                  <a:gd name="connsiteX43-19945" fmla="*/ 9088582 w 10490654"/>
                  <a:gd name="connsiteY43-19946" fmla="*/ 500532 h 10448096"/>
                  <a:gd name="connsiteX44-19947" fmla="*/ 9351818 w 10490654"/>
                  <a:gd name="connsiteY44-19948" fmla="*/ 445114 h 10448096"/>
                  <a:gd name="connsiteX45-19949" fmla="*/ 9518072 w 10490654"/>
                  <a:gd name="connsiteY45-19950" fmla="*/ 420943 h 10448096"/>
                  <a:gd name="connsiteX46-19951" fmla="*/ 9646301 w 10490654"/>
                  <a:gd name="connsiteY46-19952" fmla="*/ 422711 h 10448096"/>
                  <a:gd name="connsiteX47-19953" fmla="*/ 10002982 w 10490654"/>
                  <a:gd name="connsiteY47-19954" fmla="*/ 846896 h 10448096"/>
                  <a:gd name="connsiteX48-19955" fmla="*/ 10238509 w 10490654"/>
                  <a:gd name="connsiteY48-19956" fmla="*/ 1040859 h 10448096"/>
                  <a:gd name="connsiteX49-19957" fmla="*/ 10224654 w 10490654"/>
                  <a:gd name="connsiteY49-19958" fmla="*/ 1304096 h 10448096"/>
                  <a:gd name="connsiteX50-19959" fmla="*/ 10238509 w 10490654"/>
                  <a:gd name="connsiteY50-19960" fmla="*/ 1498059 h 10448096"/>
                  <a:gd name="connsiteX51-19961" fmla="*/ 10280072 w 10490654"/>
                  <a:gd name="connsiteY51-19962" fmla="*/ 1622750 h 10448096"/>
                  <a:gd name="connsiteX52-19963" fmla="*/ 10490654 w 10490654"/>
                  <a:gd name="connsiteY52-19964" fmla="*/ 1807021 h 10448096"/>
                  <a:gd name="connsiteX53-19965" fmla="*/ 10077929 w 10490654"/>
                  <a:gd name="connsiteY53-19966" fmla="*/ 2260393 h 10448096"/>
                  <a:gd name="connsiteX54-19967" fmla="*/ 9781309 w 10490654"/>
                  <a:gd name="connsiteY54-19968" fmla="*/ 2551005 h 10448096"/>
                  <a:gd name="connsiteX55-19969" fmla="*/ 9601200 w 10490654"/>
                  <a:gd name="connsiteY55-19970" fmla="*/ 3479259 h 10448096"/>
                  <a:gd name="connsiteX56-19971" fmla="*/ 9601200 w 10490654"/>
                  <a:gd name="connsiteY56-19972" fmla="*/ 3770205 h 10448096"/>
                  <a:gd name="connsiteX57-19973" fmla="*/ 9365672 w 10490654"/>
                  <a:gd name="connsiteY57-19974" fmla="*/ 3964168 h 10448096"/>
                  <a:gd name="connsiteX58-19975" fmla="*/ 9310254 w 10490654"/>
                  <a:gd name="connsiteY58-19976" fmla="*/ 4130423 h 10448096"/>
                  <a:gd name="connsiteX59-19977" fmla="*/ 9199418 w 10490654"/>
                  <a:gd name="connsiteY59-19978" fmla="*/ 4338241 h 10448096"/>
                  <a:gd name="connsiteX60-19979" fmla="*/ 9268691 w 10490654"/>
                  <a:gd name="connsiteY60-19980" fmla="*/ 4504496 h 10448096"/>
                  <a:gd name="connsiteX61-19981" fmla="*/ 9337963 w 10490654"/>
                  <a:gd name="connsiteY61-19982" fmla="*/ 4712314 h 10448096"/>
                  <a:gd name="connsiteX62-19983" fmla="*/ 9382180 w 10490654"/>
                  <a:gd name="connsiteY62-19984" fmla="*/ 4968181 h 10448096"/>
                  <a:gd name="connsiteX63-19985" fmla="*/ 9434945 w 10490654"/>
                  <a:gd name="connsiteY63-19986" fmla="*/ 5266496 h 10448096"/>
                  <a:gd name="connsiteX64-19987" fmla="*/ 9462654 w 10490654"/>
                  <a:gd name="connsiteY64-19988" fmla="*/ 5668277 h 10448096"/>
                  <a:gd name="connsiteX65-19989" fmla="*/ 9587345 w 10490654"/>
                  <a:gd name="connsiteY65-19990" fmla="*/ 6028496 h 10448096"/>
                  <a:gd name="connsiteX66-19991" fmla="*/ 9545782 w 10490654"/>
                  <a:gd name="connsiteY66-19992" fmla="*/ 6430277 h 10448096"/>
                  <a:gd name="connsiteX67-19993" fmla="*/ 9933709 w 10490654"/>
                  <a:gd name="connsiteY67-19994" fmla="*/ 6915186 h 10448096"/>
                  <a:gd name="connsiteX68-19995" fmla="*/ 10094363 w 10490654"/>
                  <a:gd name="connsiteY68-19996" fmla="*/ 7274520 h 10448096"/>
                  <a:gd name="connsiteX69-19997" fmla="*/ 10232908 w 10490654"/>
                  <a:gd name="connsiteY69-19998" fmla="*/ 7568119 h 10448096"/>
                  <a:gd name="connsiteX70-19999" fmla="*/ 9670472 w 10490654"/>
                  <a:gd name="connsiteY70-20000" fmla="*/ 7594059 h 10448096"/>
                  <a:gd name="connsiteX71-20001" fmla="*/ 9337963 w 10490654"/>
                  <a:gd name="connsiteY71-20002" fmla="*/ 7704896 h 10448096"/>
                  <a:gd name="connsiteX72-20003" fmla="*/ 9102436 w 10490654"/>
                  <a:gd name="connsiteY72-20004" fmla="*/ 7843441 h 10448096"/>
                  <a:gd name="connsiteX73-20005" fmla="*/ 9019309 w 10490654"/>
                  <a:gd name="connsiteY73-20006" fmla="*/ 8051259 h 10448096"/>
                  <a:gd name="connsiteX74-20007" fmla="*/ 8956730 w 10490654"/>
                  <a:gd name="connsiteY74-20008" fmla="*/ 8148241 h 10448096"/>
                  <a:gd name="connsiteX75-20009" fmla="*/ 9027559 w 10490654"/>
                  <a:gd name="connsiteY75-20010" fmla="*/ 8577732 h 10448096"/>
                  <a:gd name="connsiteX76-20011" fmla="*/ 9030673 w 10490654"/>
                  <a:gd name="connsiteY76-20012" fmla="*/ 8811236 h 10448096"/>
                  <a:gd name="connsiteX77-20013" fmla="*/ 8991600 w 10490654"/>
                  <a:gd name="connsiteY77-20014" fmla="*/ 9021077 h 10448096"/>
                  <a:gd name="connsiteX78-20015" fmla="*/ 8894618 w 10490654"/>
                  <a:gd name="connsiteY78-20016" fmla="*/ 9325877 h 10448096"/>
                  <a:gd name="connsiteX79-20017" fmla="*/ 8922327 w 10490654"/>
                  <a:gd name="connsiteY79-20018" fmla="*/ 9589114 h 10448096"/>
                  <a:gd name="connsiteX80-20019" fmla="*/ 9144000 w 10490654"/>
                  <a:gd name="connsiteY80-20020" fmla="*/ 9755368 h 10448096"/>
                  <a:gd name="connsiteX81-20021" fmla="*/ 9353374 w 10490654"/>
                  <a:gd name="connsiteY81-20022" fmla="*/ 9906212 h 10448096"/>
                  <a:gd name="connsiteX82-20023" fmla="*/ 9529903 w 10490654"/>
                  <a:gd name="connsiteY82-20024" fmla="*/ 9958205 h 10448096"/>
                  <a:gd name="connsiteX83-20025" fmla="*/ 9625328 w 10490654"/>
                  <a:gd name="connsiteY83-20026" fmla="*/ 9844256 h 10448096"/>
                  <a:gd name="connsiteX84-20027" fmla="*/ 9667359 w 10490654"/>
                  <a:gd name="connsiteY84-20028" fmla="*/ 9856554 h 10448096"/>
                  <a:gd name="connsiteX85-20029" fmla="*/ 9668916 w 10490654"/>
                  <a:gd name="connsiteY85-20030" fmla="*/ 10309550 h 10448096"/>
                  <a:gd name="connsiteX86-20031" fmla="*/ 9495500 w 10490654"/>
                  <a:gd name="connsiteY86-20032" fmla="*/ 10359209 h 10448096"/>
                  <a:gd name="connsiteX87-20033" fmla="*/ 9310254 w 10490654"/>
                  <a:gd name="connsiteY87-20034" fmla="*/ 10448096 h 10448096"/>
                  <a:gd name="connsiteX88-20035" fmla="*/ 9227127 w 10490654"/>
                  <a:gd name="connsiteY88-20036" fmla="*/ 10295696 h 10448096"/>
                  <a:gd name="connsiteX89-20037" fmla="*/ 9033163 w 10490654"/>
                  <a:gd name="connsiteY89-20038" fmla="*/ 10046314 h 10448096"/>
                  <a:gd name="connsiteX90-20039" fmla="*/ 8825345 w 10490654"/>
                  <a:gd name="connsiteY90-20040" fmla="*/ 9866205 h 10448096"/>
                  <a:gd name="connsiteX91-20041" fmla="*/ 8534400 w 10490654"/>
                  <a:gd name="connsiteY91-20042" fmla="*/ 9755368 h 10448096"/>
                  <a:gd name="connsiteX92-20043" fmla="*/ 8423563 w 10490654"/>
                  <a:gd name="connsiteY92-20044" fmla="*/ 9699950 h 10448096"/>
                  <a:gd name="connsiteX93-20045" fmla="*/ 8285018 w 10490654"/>
                  <a:gd name="connsiteY93-20046" fmla="*/ 9533696 h 10448096"/>
                  <a:gd name="connsiteX94-20047" fmla="*/ 8257309 w 10490654"/>
                  <a:gd name="connsiteY94-20048" fmla="*/ 9395150 h 10448096"/>
                  <a:gd name="connsiteX95-20049" fmla="*/ 8146472 w 10490654"/>
                  <a:gd name="connsiteY95-20050" fmla="*/ 9409005 h 10448096"/>
                  <a:gd name="connsiteX96-20051" fmla="*/ 8091054 w 10490654"/>
                  <a:gd name="connsiteY96-20052" fmla="*/ 9630677 h 10448096"/>
                  <a:gd name="connsiteX97-20053" fmla="*/ 7806336 w 10490654"/>
                  <a:gd name="connsiteY97-20054" fmla="*/ 9636437 h 10448096"/>
                  <a:gd name="connsiteX98-20055" fmla="*/ 7567694 w 10490654"/>
                  <a:gd name="connsiteY98-20056" fmla="*/ 9573236 h 10448096"/>
                  <a:gd name="connsiteX99-20057" fmla="*/ 7466043 w 10490654"/>
                  <a:gd name="connsiteY99-20058" fmla="*/ 9524511 h 10448096"/>
                  <a:gd name="connsiteX100-20059" fmla="*/ 7287491 w 10490654"/>
                  <a:gd name="connsiteY100-20060" fmla="*/ 9503028 h 10448096"/>
                  <a:gd name="connsiteX101-20061" fmla="*/ 7221797 w 10490654"/>
                  <a:gd name="connsiteY101-20062" fmla="*/ 9175034 h 10448096"/>
                  <a:gd name="connsiteX102-20063" fmla="*/ 6954982 w 10490654"/>
                  <a:gd name="connsiteY102-20064" fmla="*/ 9242750 h 10448096"/>
                  <a:gd name="connsiteX103-20065" fmla="*/ 6710737 w 10490654"/>
                  <a:gd name="connsiteY103-20066" fmla="*/ 9315137 h 10448096"/>
                  <a:gd name="connsiteX104-20067" fmla="*/ 6674777 w 10490654"/>
                  <a:gd name="connsiteY104-20068" fmla="*/ 9116036 h 10448096"/>
                  <a:gd name="connsiteX105-20069" fmla="*/ 6511636 w 10490654"/>
                  <a:gd name="connsiteY105-20070" fmla="*/ 9007223 h 10448096"/>
                  <a:gd name="connsiteX106-20071" fmla="*/ 6428509 w 10490654"/>
                  <a:gd name="connsiteY106-20072" fmla="*/ 9007223 h 10448096"/>
                  <a:gd name="connsiteX107-20073" fmla="*/ 6325922 w 10490654"/>
                  <a:gd name="connsiteY107-20074" fmla="*/ 9110431 h 10448096"/>
                  <a:gd name="connsiteX108-20075" fmla="*/ 6167763 w 10490654"/>
                  <a:gd name="connsiteY108-20076" fmla="*/ 9031351 h 10448096"/>
                  <a:gd name="connsiteX109-20077" fmla="*/ 6002132 w 10490654"/>
                  <a:gd name="connsiteY109-20078" fmla="*/ 9146858 h 10448096"/>
                  <a:gd name="connsiteX110-20079" fmla="*/ 5749636 w 10490654"/>
                  <a:gd name="connsiteY110-20080" fmla="*/ 9104205 h 10448096"/>
                  <a:gd name="connsiteX111-20081" fmla="*/ 5674760 w 10490654"/>
                  <a:gd name="connsiteY111-20082" fmla="*/ 9135028 h 10448096"/>
                  <a:gd name="connsiteX112-20083" fmla="*/ 5507415 w 10490654"/>
                  <a:gd name="connsiteY112-20084" fmla="*/ 9181261 h 10448096"/>
                  <a:gd name="connsiteX113-20085" fmla="*/ 5505859 w 10490654"/>
                  <a:gd name="connsiteY113-20086" fmla="*/ 8924096 h 10448096"/>
                  <a:gd name="connsiteX114-20087" fmla="*/ 5505857 w 10490654"/>
                  <a:gd name="connsiteY114-20088" fmla="*/ 8688101 h 10448096"/>
                  <a:gd name="connsiteX115-20089" fmla="*/ 5336024 w 10490654"/>
                  <a:gd name="connsiteY115-20090" fmla="*/ 8386416 h 10448096"/>
                  <a:gd name="connsiteX116-20091" fmla="*/ 5230324 w 10490654"/>
                  <a:gd name="connsiteY116-20092" fmla="*/ 8135944 h 10448096"/>
                  <a:gd name="connsiteX117-20093" fmla="*/ 5317031 w 10490654"/>
                  <a:gd name="connsiteY117-20094" fmla="*/ 7663332 h 10448096"/>
                  <a:gd name="connsiteX118-20095" fmla="*/ 5201059 w 10490654"/>
                  <a:gd name="connsiteY118-20096" fmla="*/ 7373476 h 10448096"/>
                  <a:gd name="connsiteX119-20097" fmla="*/ 5250872 w 10490654"/>
                  <a:gd name="connsiteY119-20098" fmla="*/ 7123005 h 10448096"/>
                  <a:gd name="connsiteX120-20099" fmla="*/ 5245735 w 10490654"/>
                  <a:gd name="connsiteY120-20100" fmla="*/ 7071789 h 10448096"/>
                  <a:gd name="connsiteX121-20101" fmla="*/ 4577603 w 10490654"/>
                  <a:gd name="connsiteY121-20102" fmla="*/ 7067120 h 10448096"/>
                  <a:gd name="connsiteX122-20103" fmla="*/ 4528412 w 10490654"/>
                  <a:gd name="connsiteY122-20104" fmla="*/ 6893704 h 10448096"/>
                  <a:gd name="connsiteX123-20105" fmla="*/ 4038834 w 10490654"/>
                  <a:gd name="connsiteY123-20106" fmla="*/ 6869576 h 10448096"/>
                  <a:gd name="connsiteX124-20107" fmla="*/ 3976254 w 10490654"/>
                  <a:gd name="connsiteY124-20108" fmla="*/ 7123005 h 10448096"/>
                  <a:gd name="connsiteX125-20109" fmla="*/ 3932667 w 10490654"/>
                  <a:gd name="connsiteY125-20110" fmla="*/ 7334403 h 10448096"/>
                  <a:gd name="connsiteX126-20111" fmla="*/ 3884155 w 10490654"/>
                  <a:gd name="connsiteY126-20112" fmla="*/ 7456604 h 10448096"/>
                  <a:gd name="connsiteX127-20113" fmla="*/ 3572499 w 10490654"/>
                  <a:gd name="connsiteY127-20114" fmla="*/ 7418574 h 10448096"/>
                  <a:gd name="connsiteX128-20115" fmla="*/ 3311236 w 10490654"/>
                  <a:gd name="connsiteY128-20116" fmla="*/ 7455514 h 10448096"/>
                  <a:gd name="connsiteX129-20117" fmla="*/ 2921540 w 10490654"/>
                  <a:gd name="connsiteY129-20118" fmla="*/ 7467599 h 10448096"/>
                  <a:gd name="connsiteX130-20119" fmla="*/ 2784763 w 10490654"/>
                  <a:gd name="connsiteY130-20120" fmla="*/ 7192277 h 10448096"/>
                  <a:gd name="connsiteX131-20121" fmla="*/ 2604654 w 10490654"/>
                  <a:gd name="connsiteY131-20122" fmla="*/ 6915186 h 10448096"/>
                  <a:gd name="connsiteX132-20123" fmla="*/ 2410691 w 10490654"/>
                  <a:gd name="connsiteY132-20124" fmla="*/ 6416423 h 10448096"/>
                  <a:gd name="connsiteX133-20125" fmla="*/ 2327563 w 10490654"/>
                  <a:gd name="connsiteY133-20126" fmla="*/ 6277877 h 10448096"/>
                  <a:gd name="connsiteX134-20127" fmla="*/ 1662545 w 10490654"/>
                  <a:gd name="connsiteY134-20128" fmla="*/ 6250168 h 10448096"/>
                  <a:gd name="connsiteX135-20129" fmla="*/ 1233054 w 10490654"/>
                  <a:gd name="connsiteY135-20130" fmla="*/ 6250168 h 10448096"/>
                  <a:gd name="connsiteX136-20131" fmla="*/ 1136072 w 10490654"/>
                  <a:gd name="connsiteY136-20132" fmla="*/ 6305586 h 10448096"/>
                  <a:gd name="connsiteX137-20133" fmla="*/ 706582 w 10490654"/>
                  <a:gd name="connsiteY137-20134" fmla="*/ 6264023 h 10448096"/>
                  <a:gd name="connsiteX138-20135" fmla="*/ 318654 w 10490654"/>
                  <a:gd name="connsiteY138-20136" fmla="*/ 6291732 h 10448096"/>
                  <a:gd name="connsiteX139-20137" fmla="*/ 96982 w 10490654"/>
                  <a:gd name="connsiteY139-20138" fmla="*/ 6444132 h 10448096"/>
                  <a:gd name="connsiteX140-20139" fmla="*/ 0 w 10490654"/>
                  <a:gd name="connsiteY140-20140" fmla="*/ 6347150 h 10448096"/>
                  <a:gd name="connsiteX141-20141" fmla="*/ 83127 w 10490654"/>
                  <a:gd name="connsiteY141-20142" fmla="*/ 6291732 h 10448096"/>
                  <a:gd name="connsiteX0-20143" fmla="*/ 83127 w 10490654"/>
                  <a:gd name="connsiteY0-20144" fmla="*/ 6291732 h 10448096"/>
                  <a:gd name="connsiteX1-20145" fmla="*/ 96982 w 10490654"/>
                  <a:gd name="connsiteY1-20146" fmla="*/ 5848386 h 10448096"/>
                  <a:gd name="connsiteX2-20147" fmla="*/ 401782 w 10490654"/>
                  <a:gd name="connsiteY2-20148" fmla="*/ 5585150 h 10448096"/>
                  <a:gd name="connsiteX3-20149" fmla="*/ 651163 w 10490654"/>
                  <a:gd name="connsiteY3-20150" fmla="*/ 5723696 h 10448096"/>
                  <a:gd name="connsiteX4-20151" fmla="*/ 858982 w 10490654"/>
                  <a:gd name="connsiteY4-20152" fmla="*/ 5557441 h 10448096"/>
                  <a:gd name="connsiteX5-20153" fmla="*/ 997527 w 10490654"/>
                  <a:gd name="connsiteY5-20154" fmla="*/ 5405041 h 10448096"/>
                  <a:gd name="connsiteX6-20155" fmla="*/ 1080654 w 10490654"/>
                  <a:gd name="connsiteY6-20156" fmla="*/ 5488168 h 10448096"/>
                  <a:gd name="connsiteX7-20157" fmla="*/ 1269312 w 10490654"/>
                  <a:gd name="connsiteY7-20158" fmla="*/ 5732834 h 10448096"/>
                  <a:gd name="connsiteX8-20159" fmla="*/ 1523116 w 10490654"/>
                  <a:gd name="connsiteY8-20160" fmla="*/ 5534154 h 10448096"/>
                  <a:gd name="connsiteX9-20161" fmla="*/ 1731818 w 10490654"/>
                  <a:gd name="connsiteY9-20162" fmla="*/ 5349623 h 10448096"/>
                  <a:gd name="connsiteX10-20163" fmla="*/ 2022763 w 10490654"/>
                  <a:gd name="connsiteY10-20164" fmla="*/ 5114096 h 10448096"/>
                  <a:gd name="connsiteX11-20165" fmla="*/ 2119745 w 10490654"/>
                  <a:gd name="connsiteY11-20166" fmla="*/ 4684605 h 10448096"/>
                  <a:gd name="connsiteX12-20167" fmla="*/ 2172511 w 10490654"/>
                  <a:gd name="connsiteY12-20168" fmla="*/ 4217972 h 10448096"/>
                  <a:gd name="connsiteX13-20169" fmla="*/ 2355272 w 10490654"/>
                  <a:gd name="connsiteY13-20170" fmla="*/ 3908750 h 10448096"/>
                  <a:gd name="connsiteX14-20171" fmla="*/ 2752497 w 10490654"/>
                  <a:gd name="connsiteY14-20172" fmla="*/ 3528216 h 10448096"/>
                  <a:gd name="connsiteX15-20173" fmla="*/ 2978727 w 10490654"/>
                  <a:gd name="connsiteY15-20174" fmla="*/ 3313005 h 10448096"/>
                  <a:gd name="connsiteX16-20175" fmla="*/ 3006436 w 10490654"/>
                  <a:gd name="connsiteY16-20176" fmla="*/ 2869659 h 10448096"/>
                  <a:gd name="connsiteX17-20177" fmla="*/ 3075709 w 10490654"/>
                  <a:gd name="connsiteY17-20178" fmla="*/ 2578714 h 10448096"/>
                  <a:gd name="connsiteX18-20179" fmla="*/ 3075709 w 10490654"/>
                  <a:gd name="connsiteY18-20180" fmla="*/ 2370896 h 10448096"/>
                  <a:gd name="connsiteX19-20181" fmla="*/ 3214254 w 10490654"/>
                  <a:gd name="connsiteY19-20182" fmla="*/ 2038386 h 10448096"/>
                  <a:gd name="connsiteX20-20183" fmla="*/ 3214254 w 10490654"/>
                  <a:gd name="connsiteY20-20184" fmla="*/ 1747441 h 10448096"/>
                  <a:gd name="connsiteX21-20185" fmla="*/ 3513454 w 10490654"/>
                  <a:gd name="connsiteY21-20186" fmla="*/ 1179405 h 10448096"/>
                  <a:gd name="connsiteX22-20187" fmla="*/ 3463636 w 10490654"/>
                  <a:gd name="connsiteY22-20188" fmla="*/ 805332 h 10448096"/>
                  <a:gd name="connsiteX23-20189" fmla="*/ 3491345 w 10490654"/>
                  <a:gd name="connsiteY23-20190" fmla="*/ 597514 h 10448096"/>
                  <a:gd name="connsiteX24-20191" fmla="*/ 3823854 w 10490654"/>
                  <a:gd name="connsiteY24-20192" fmla="*/ 237296 h 10448096"/>
                  <a:gd name="connsiteX25-20193" fmla="*/ 4017818 w 10490654"/>
                  <a:gd name="connsiteY25-20194" fmla="*/ 112605 h 10448096"/>
                  <a:gd name="connsiteX26-20195" fmla="*/ 4433454 w 10490654"/>
                  <a:gd name="connsiteY26-20196" fmla="*/ 348132 h 10448096"/>
                  <a:gd name="connsiteX27-20197" fmla="*/ 4599709 w 10490654"/>
                  <a:gd name="connsiteY27-20198" fmla="*/ 542096 h 10448096"/>
                  <a:gd name="connsiteX28-20199" fmla="*/ 5070763 w 10490654"/>
                  <a:gd name="connsiteY28-20200" fmla="*/ 597514 h 10448096"/>
                  <a:gd name="connsiteX29-20201" fmla="*/ 5391187 w 10490654"/>
                  <a:gd name="connsiteY29-20202" fmla="*/ 656763 h 10448096"/>
                  <a:gd name="connsiteX30-20203" fmla="*/ 5568642 w 10490654"/>
                  <a:gd name="connsiteY30-20204" fmla="*/ 641395 h 10448096"/>
                  <a:gd name="connsiteX31-20205" fmla="*/ 5860472 w 10490654"/>
                  <a:gd name="connsiteY31-20206" fmla="*/ 334277 h 10448096"/>
                  <a:gd name="connsiteX32-20207" fmla="*/ 6123709 w 10490654"/>
                  <a:gd name="connsiteY32-20208" fmla="*/ 375841 h 10448096"/>
                  <a:gd name="connsiteX33-20209" fmla="*/ 6594763 w 10490654"/>
                  <a:gd name="connsiteY33-20210" fmla="*/ 237296 h 10448096"/>
                  <a:gd name="connsiteX34-20211" fmla="*/ 6761018 w 10490654"/>
                  <a:gd name="connsiteY34-20212" fmla="*/ 181877 h 10448096"/>
                  <a:gd name="connsiteX35-20213" fmla="*/ 7038109 w 10490654"/>
                  <a:gd name="connsiteY35-20214" fmla="*/ 251150 h 10448096"/>
                  <a:gd name="connsiteX36-20215" fmla="*/ 7232072 w 10490654"/>
                  <a:gd name="connsiteY36-20216" fmla="*/ 71041 h 10448096"/>
                  <a:gd name="connsiteX37-20217" fmla="*/ 7363248 w 10490654"/>
                  <a:gd name="connsiteY37-20218" fmla="*/ 0 h 10448096"/>
                  <a:gd name="connsiteX38-20219" fmla="*/ 7606145 w 10490654"/>
                  <a:gd name="connsiteY38-20220" fmla="*/ 57186 h 10448096"/>
                  <a:gd name="connsiteX39-20221" fmla="*/ 7910945 w 10490654"/>
                  <a:gd name="connsiteY39-20222" fmla="*/ 181877 h 10448096"/>
                  <a:gd name="connsiteX40-20223" fmla="*/ 8312727 w 10490654"/>
                  <a:gd name="connsiteY40-20224" fmla="*/ 112605 h 10448096"/>
                  <a:gd name="connsiteX41-20225" fmla="*/ 8647005 w 10490654"/>
                  <a:gd name="connsiteY41-20226" fmla="*/ 449831 h 10448096"/>
                  <a:gd name="connsiteX42-20227" fmla="*/ 8908472 w 10490654"/>
                  <a:gd name="connsiteY42-20228" fmla="*/ 597514 h 10448096"/>
                  <a:gd name="connsiteX43-20229" fmla="*/ 9088582 w 10490654"/>
                  <a:gd name="connsiteY43-20230" fmla="*/ 500532 h 10448096"/>
                  <a:gd name="connsiteX44-20231" fmla="*/ 9351818 w 10490654"/>
                  <a:gd name="connsiteY44-20232" fmla="*/ 445114 h 10448096"/>
                  <a:gd name="connsiteX45-20233" fmla="*/ 9518072 w 10490654"/>
                  <a:gd name="connsiteY45-20234" fmla="*/ 420943 h 10448096"/>
                  <a:gd name="connsiteX46-20235" fmla="*/ 9646301 w 10490654"/>
                  <a:gd name="connsiteY46-20236" fmla="*/ 422711 h 10448096"/>
                  <a:gd name="connsiteX47-20237" fmla="*/ 10002982 w 10490654"/>
                  <a:gd name="connsiteY47-20238" fmla="*/ 846896 h 10448096"/>
                  <a:gd name="connsiteX48-20239" fmla="*/ 10238509 w 10490654"/>
                  <a:gd name="connsiteY48-20240" fmla="*/ 1040859 h 10448096"/>
                  <a:gd name="connsiteX49-20241" fmla="*/ 10224654 w 10490654"/>
                  <a:gd name="connsiteY49-20242" fmla="*/ 1304096 h 10448096"/>
                  <a:gd name="connsiteX50-20243" fmla="*/ 10238509 w 10490654"/>
                  <a:gd name="connsiteY50-20244" fmla="*/ 1498059 h 10448096"/>
                  <a:gd name="connsiteX51-20245" fmla="*/ 10280072 w 10490654"/>
                  <a:gd name="connsiteY51-20246" fmla="*/ 1622750 h 10448096"/>
                  <a:gd name="connsiteX52-20247" fmla="*/ 10490654 w 10490654"/>
                  <a:gd name="connsiteY52-20248" fmla="*/ 1807021 h 10448096"/>
                  <a:gd name="connsiteX53-20249" fmla="*/ 10077929 w 10490654"/>
                  <a:gd name="connsiteY53-20250" fmla="*/ 2260393 h 10448096"/>
                  <a:gd name="connsiteX54-20251" fmla="*/ 9781309 w 10490654"/>
                  <a:gd name="connsiteY54-20252" fmla="*/ 2551005 h 10448096"/>
                  <a:gd name="connsiteX55-20253" fmla="*/ 9601200 w 10490654"/>
                  <a:gd name="connsiteY55-20254" fmla="*/ 3479259 h 10448096"/>
                  <a:gd name="connsiteX56-20255" fmla="*/ 9601200 w 10490654"/>
                  <a:gd name="connsiteY56-20256" fmla="*/ 3770205 h 10448096"/>
                  <a:gd name="connsiteX57-20257" fmla="*/ 9365672 w 10490654"/>
                  <a:gd name="connsiteY57-20258" fmla="*/ 3964168 h 10448096"/>
                  <a:gd name="connsiteX58-20259" fmla="*/ 9310254 w 10490654"/>
                  <a:gd name="connsiteY58-20260" fmla="*/ 4130423 h 10448096"/>
                  <a:gd name="connsiteX59-20261" fmla="*/ 9199418 w 10490654"/>
                  <a:gd name="connsiteY59-20262" fmla="*/ 4338241 h 10448096"/>
                  <a:gd name="connsiteX60-20263" fmla="*/ 9268691 w 10490654"/>
                  <a:gd name="connsiteY60-20264" fmla="*/ 4504496 h 10448096"/>
                  <a:gd name="connsiteX61-20265" fmla="*/ 9337963 w 10490654"/>
                  <a:gd name="connsiteY61-20266" fmla="*/ 4712314 h 10448096"/>
                  <a:gd name="connsiteX62-20267" fmla="*/ 9382180 w 10490654"/>
                  <a:gd name="connsiteY62-20268" fmla="*/ 4968181 h 10448096"/>
                  <a:gd name="connsiteX63-20269" fmla="*/ 9434945 w 10490654"/>
                  <a:gd name="connsiteY63-20270" fmla="*/ 5266496 h 10448096"/>
                  <a:gd name="connsiteX64-20271" fmla="*/ 9462654 w 10490654"/>
                  <a:gd name="connsiteY64-20272" fmla="*/ 5668277 h 10448096"/>
                  <a:gd name="connsiteX65-20273" fmla="*/ 9587345 w 10490654"/>
                  <a:gd name="connsiteY65-20274" fmla="*/ 6028496 h 10448096"/>
                  <a:gd name="connsiteX66-20275" fmla="*/ 9545782 w 10490654"/>
                  <a:gd name="connsiteY66-20276" fmla="*/ 6430277 h 10448096"/>
                  <a:gd name="connsiteX67-20277" fmla="*/ 9933709 w 10490654"/>
                  <a:gd name="connsiteY67-20278" fmla="*/ 6915186 h 10448096"/>
                  <a:gd name="connsiteX68-20279" fmla="*/ 10094363 w 10490654"/>
                  <a:gd name="connsiteY68-20280" fmla="*/ 7274520 h 10448096"/>
                  <a:gd name="connsiteX69-20281" fmla="*/ 10232908 w 10490654"/>
                  <a:gd name="connsiteY69-20282" fmla="*/ 7568119 h 10448096"/>
                  <a:gd name="connsiteX70-20283" fmla="*/ 9670472 w 10490654"/>
                  <a:gd name="connsiteY70-20284" fmla="*/ 7594059 h 10448096"/>
                  <a:gd name="connsiteX71-20285" fmla="*/ 9337963 w 10490654"/>
                  <a:gd name="connsiteY71-20286" fmla="*/ 7704896 h 10448096"/>
                  <a:gd name="connsiteX72-20287" fmla="*/ 9102436 w 10490654"/>
                  <a:gd name="connsiteY72-20288" fmla="*/ 7843441 h 10448096"/>
                  <a:gd name="connsiteX73-20289" fmla="*/ 9019309 w 10490654"/>
                  <a:gd name="connsiteY73-20290" fmla="*/ 8051259 h 10448096"/>
                  <a:gd name="connsiteX74-20291" fmla="*/ 8956730 w 10490654"/>
                  <a:gd name="connsiteY74-20292" fmla="*/ 8148241 h 10448096"/>
                  <a:gd name="connsiteX75-20293" fmla="*/ 9027559 w 10490654"/>
                  <a:gd name="connsiteY75-20294" fmla="*/ 8577732 h 10448096"/>
                  <a:gd name="connsiteX76-20295" fmla="*/ 9030673 w 10490654"/>
                  <a:gd name="connsiteY76-20296" fmla="*/ 8811236 h 10448096"/>
                  <a:gd name="connsiteX77-20297" fmla="*/ 8991600 w 10490654"/>
                  <a:gd name="connsiteY77-20298" fmla="*/ 9021077 h 10448096"/>
                  <a:gd name="connsiteX78-20299" fmla="*/ 8894618 w 10490654"/>
                  <a:gd name="connsiteY78-20300" fmla="*/ 9325877 h 10448096"/>
                  <a:gd name="connsiteX79-20301" fmla="*/ 8922327 w 10490654"/>
                  <a:gd name="connsiteY79-20302" fmla="*/ 9589114 h 10448096"/>
                  <a:gd name="connsiteX80-20303" fmla="*/ 9144000 w 10490654"/>
                  <a:gd name="connsiteY80-20304" fmla="*/ 9755368 h 10448096"/>
                  <a:gd name="connsiteX81-20305" fmla="*/ 9353374 w 10490654"/>
                  <a:gd name="connsiteY81-20306" fmla="*/ 9906212 h 10448096"/>
                  <a:gd name="connsiteX82-20307" fmla="*/ 9529903 w 10490654"/>
                  <a:gd name="connsiteY82-20308" fmla="*/ 9958205 h 10448096"/>
                  <a:gd name="connsiteX83-20309" fmla="*/ 9625328 w 10490654"/>
                  <a:gd name="connsiteY83-20310" fmla="*/ 9844256 h 10448096"/>
                  <a:gd name="connsiteX84-20311" fmla="*/ 9667359 w 10490654"/>
                  <a:gd name="connsiteY84-20312" fmla="*/ 9856554 h 10448096"/>
                  <a:gd name="connsiteX85-20313" fmla="*/ 9668916 w 10490654"/>
                  <a:gd name="connsiteY85-20314" fmla="*/ 10309550 h 10448096"/>
                  <a:gd name="connsiteX86-20315" fmla="*/ 9495500 w 10490654"/>
                  <a:gd name="connsiteY86-20316" fmla="*/ 10359209 h 10448096"/>
                  <a:gd name="connsiteX87-20317" fmla="*/ 9310254 w 10490654"/>
                  <a:gd name="connsiteY87-20318" fmla="*/ 10448096 h 10448096"/>
                  <a:gd name="connsiteX88-20319" fmla="*/ 9227127 w 10490654"/>
                  <a:gd name="connsiteY88-20320" fmla="*/ 10295696 h 10448096"/>
                  <a:gd name="connsiteX89-20321" fmla="*/ 9033163 w 10490654"/>
                  <a:gd name="connsiteY89-20322" fmla="*/ 10046314 h 10448096"/>
                  <a:gd name="connsiteX90-20323" fmla="*/ 8825345 w 10490654"/>
                  <a:gd name="connsiteY90-20324" fmla="*/ 9866205 h 10448096"/>
                  <a:gd name="connsiteX91-20325" fmla="*/ 8534400 w 10490654"/>
                  <a:gd name="connsiteY91-20326" fmla="*/ 9755368 h 10448096"/>
                  <a:gd name="connsiteX92-20327" fmla="*/ 8423563 w 10490654"/>
                  <a:gd name="connsiteY92-20328" fmla="*/ 9699950 h 10448096"/>
                  <a:gd name="connsiteX93-20329" fmla="*/ 8285018 w 10490654"/>
                  <a:gd name="connsiteY93-20330" fmla="*/ 9533696 h 10448096"/>
                  <a:gd name="connsiteX94-20331" fmla="*/ 8257309 w 10490654"/>
                  <a:gd name="connsiteY94-20332" fmla="*/ 9395150 h 10448096"/>
                  <a:gd name="connsiteX95-20333" fmla="*/ 8146472 w 10490654"/>
                  <a:gd name="connsiteY95-20334" fmla="*/ 9409005 h 10448096"/>
                  <a:gd name="connsiteX96-20335" fmla="*/ 8091054 w 10490654"/>
                  <a:gd name="connsiteY96-20336" fmla="*/ 9630677 h 10448096"/>
                  <a:gd name="connsiteX97-20337" fmla="*/ 7806336 w 10490654"/>
                  <a:gd name="connsiteY97-20338" fmla="*/ 9636437 h 10448096"/>
                  <a:gd name="connsiteX98-20339" fmla="*/ 7567694 w 10490654"/>
                  <a:gd name="connsiteY98-20340" fmla="*/ 9573236 h 10448096"/>
                  <a:gd name="connsiteX99-20341" fmla="*/ 7466043 w 10490654"/>
                  <a:gd name="connsiteY99-20342" fmla="*/ 9524511 h 10448096"/>
                  <a:gd name="connsiteX100-20343" fmla="*/ 7287491 w 10490654"/>
                  <a:gd name="connsiteY100-20344" fmla="*/ 9503028 h 10448096"/>
                  <a:gd name="connsiteX101-20345" fmla="*/ 7221797 w 10490654"/>
                  <a:gd name="connsiteY101-20346" fmla="*/ 9175034 h 10448096"/>
                  <a:gd name="connsiteX102-20347" fmla="*/ 6954982 w 10490654"/>
                  <a:gd name="connsiteY102-20348" fmla="*/ 9242750 h 10448096"/>
                  <a:gd name="connsiteX103-20349" fmla="*/ 6710737 w 10490654"/>
                  <a:gd name="connsiteY103-20350" fmla="*/ 9315137 h 10448096"/>
                  <a:gd name="connsiteX104-20351" fmla="*/ 6674777 w 10490654"/>
                  <a:gd name="connsiteY104-20352" fmla="*/ 9116036 h 10448096"/>
                  <a:gd name="connsiteX105-20353" fmla="*/ 6511636 w 10490654"/>
                  <a:gd name="connsiteY105-20354" fmla="*/ 9007223 h 10448096"/>
                  <a:gd name="connsiteX106-20355" fmla="*/ 6428509 w 10490654"/>
                  <a:gd name="connsiteY106-20356" fmla="*/ 9007223 h 10448096"/>
                  <a:gd name="connsiteX107-20357" fmla="*/ 6325922 w 10490654"/>
                  <a:gd name="connsiteY107-20358" fmla="*/ 9110431 h 10448096"/>
                  <a:gd name="connsiteX108-20359" fmla="*/ 6167763 w 10490654"/>
                  <a:gd name="connsiteY108-20360" fmla="*/ 9031351 h 10448096"/>
                  <a:gd name="connsiteX109-20361" fmla="*/ 6002132 w 10490654"/>
                  <a:gd name="connsiteY109-20362" fmla="*/ 9146858 h 10448096"/>
                  <a:gd name="connsiteX110-20363" fmla="*/ 5749636 w 10490654"/>
                  <a:gd name="connsiteY110-20364" fmla="*/ 9104205 h 10448096"/>
                  <a:gd name="connsiteX111-20365" fmla="*/ 5674760 w 10490654"/>
                  <a:gd name="connsiteY111-20366" fmla="*/ 9135028 h 10448096"/>
                  <a:gd name="connsiteX112-20367" fmla="*/ 5507415 w 10490654"/>
                  <a:gd name="connsiteY112-20368" fmla="*/ 9181261 h 10448096"/>
                  <a:gd name="connsiteX113-20369" fmla="*/ 5505859 w 10490654"/>
                  <a:gd name="connsiteY113-20370" fmla="*/ 8924096 h 10448096"/>
                  <a:gd name="connsiteX114-20371" fmla="*/ 5505857 w 10490654"/>
                  <a:gd name="connsiteY114-20372" fmla="*/ 8688101 h 10448096"/>
                  <a:gd name="connsiteX115-20373" fmla="*/ 5336024 w 10490654"/>
                  <a:gd name="connsiteY115-20374" fmla="*/ 8386416 h 10448096"/>
                  <a:gd name="connsiteX116-20375" fmla="*/ 5230324 w 10490654"/>
                  <a:gd name="connsiteY116-20376" fmla="*/ 8135944 h 10448096"/>
                  <a:gd name="connsiteX117-20377" fmla="*/ 5317031 w 10490654"/>
                  <a:gd name="connsiteY117-20378" fmla="*/ 7663332 h 10448096"/>
                  <a:gd name="connsiteX118-20379" fmla="*/ 5201059 w 10490654"/>
                  <a:gd name="connsiteY118-20380" fmla="*/ 7373476 h 10448096"/>
                  <a:gd name="connsiteX119-20381" fmla="*/ 5250872 w 10490654"/>
                  <a:gd name="connsiteY119-20382" fmla="*/ 7123005 h 10448096"/>
                  <a:gd name="connsiteX120-20383" fmla="*/ 5245735 w 10490654"/>
                  <a:gd name="connsiteY120-20384" fmla="*/ 7071789 h 10448096"/>
                  <a:gd name="connsiteX121-20385" fmla="*/ 4577603 w 10490654"/>
                  <a:gd name="connsiteY121-20386" fmla="*/ 7067120 h 10448096"/>
                  <a:gd name="connsiteX122-20387" fmla="*/ 4528412 w 10490654"/>
                  <a:gd name="connsiteY122-20388" fmla="*/ 6893704 h 10448096"/>
                  <a:gd name="connsiteX123-20389" fmla="*/ 4038834 w 10490654"/>
                  <a:gd name="connsiteY123-20390" fmla="*/ 6869576 h 10448096"/>
                  <a:gd name="connsiteX124-20391" fmla="*/ 3976254 w 10490654"/>
                  <a:gd name="connsiteY124-20392" fmla="*/ 7123005 h 10448096"/>
                  <a:gd name="connsiteX125-20393" fmla="*/ 3932667 w 10490654"/>
                  <a:gd name="connsiteY125-20394" fmla="*/ 7334403 h 10448096"/>
                  <a:gd name="connsiteX126-20395" fmla="*/ 3884155 w 10490654"/>
                  <a:gd name="connsiteY126-20396" fmla="*/ 7456604 h 10448096"/>
                  <a:gd name="connsiteX127-20397" fmla="*/ 3572499 w 10490654"/>
                  <a:gd name="connsiteY127-20398" fmla="*/ 7418574 h 10448096"/>
                  <a:gd name="connsiteX128-20399" fmla="*/ 3311236 w 10490654"/>
                  <a:gd name="connsiteY128-20400" fmla="*/ 7455514 h 10448096"/>
                  <a:gd name="connsiteX129-20401" fmla="*/ 2921540 w 10490654"/>
                  <a:gd name="connsiteY129-20402" fmla="*/ 7467599 h 10448096"/>
                  <a:gd name="connsiteX130-20403" fmla="*/ 2784763 w 10490654"/>
                  <a:gd name="connsiteY130-20404" fmla="*/ 7192277 h 10448096"/>
                  <a:gd name="connsiteX131-20405" fmla="*/ 2604654 w 10490654"/>
                  <a:gd name="connsiteY131-20406" fmla="*/ 6915186 h 10448096"/>
                  <a:gd name="connsiteX132-20407" fmla="*/ 2410691 w 10490654"/>
                  <a:gd name="connsiteY132-20408" fmla="*/ 6416423 h 10448096"/>
                  <a:gd name="connsiteX133-20409" fmla="*/ 2327563 w 10490654"/>
                  <a:gd name="connsiteY133-20410" fmla="*/ 6277877 h 10448096"/>
                  <a:gd name="connsiteX134-20411" fmla="*/ 1662545 w 10490654"/>
                  <a:gd name="connsiteY134-20412" fmla="*/ 6250168 h 10448096"/>
                  <a:gd name="connsiteX135-20413" fmla="*/ 1233054 w 10490654"/>
                  <a:gd name="connsiteY135-20414" fmla="*/ 6250168 h 10448096"/>
                  <a:gd name="connsiteX136-20415" fmla="*/ 1136072 w 10490654"/>
                  <a:gd name="connsiteY136-20416" fmla="*/ 6305586 h 10448096"/>
                  <a:gd name="connsiteX137-20417" fmla="*/ 706582 w 10490654"/>
                  <a:gd name="connsiteY137-20418" fmla="*/ 6264023 h 10448096"/>
                  <a:gd name="connsiteX138-20419" fmla="*/ 318654 w 10490654"/>
                  <a:gd name="connsiteY138-20420" fmla="*/ 6291732 h 10448096"/>
                  <a:gd name="connsiteX139-20421" fmla="*/ 96982 w 10490654"/>
                  <a:gd name="connsiteY139-20422" fmla="*/ 6444132 h 10448096"/>
                  <a:gd name="connsiteX140-20423" fmla="*/ 0 w 10490654"/>
                  <a:gd name="connsiteY140-20424" fmla="*/ 6347150 h 10448096"/>
                  <a:gd name="connsiteX141-20425" fmla="*/ 83127 w 10490654"/>
                  <a:gd name="connsiteY141-20426" fmla="*/ 6291732 h 10448096"/>
                  <a:gd name="connsiteX0-20427" fmla="*/ 83127 w 10490654"/>
                  <a:gd name="connsiteY0-20428" fmla="*/ 6291732 h 10448096"/>
                  <a:gd name="connsiteX1-20429" fmla="*/ 96982 w 10490654"/>
                  <a:gd name="connsiteY1-20430" fmla="*/ 5848386 h 10448096"/>
                  <a:gd name="connsiteX2-20431" fmla="*/ 401782 w 10490654"/>
                  <a:gd name="connsiteY2-20432" fmla="*/ 5585150 h 10448096"/>
                  <a:gd name="connsiteX3-20433" fmla="*/ 651163 w 10490654"/>
                  <a:gd name="connsiteY3-20434" fmla="*/ 5723696 h 10448096"/>
                  <a:gd name="connsiteX4-20435" fmla="*/ 858982 w 10490654"/>
                  <a:gd name="connsiteY4-20436" fmla="*/ 5557441 h 10448096"/>
                  <a:gd name="connsiteX5-20437" fmla="*/ 997527 w 10490654"/>
                  <a:gd name="connsiteY5-20438" fmla="*/ 5405041 h 10448096"/>
                  <a:gd name="connsiteX6-20439" fmla="*/ 1080654 w 10490654"/>
                  <a:gd name="connsiteY6-20440" fmla="*/ 5488168 h 10448096"/>
                  <a:gd name="connsiteX7-20441" fmla="*/ 1269312 w 10490654"/>
                  <a:gd name="connsiteY7-20442" fmla="*/ 5732834 h 10448096"/>
                  <a:gd name="connsiteX8-20443" fmla="*/ 1523116 w 10490654"/>
                  <a:gd name="connsiteY8-20444" fmla="*/ 5534154 h 10448096"/>
                  <a:gd name="connsiteX9-20445" fmla="*/ 1731818 w 10490654"/>
                  <a:gd name="connsiteY9-20446" fmla="*/ 5349623 h 10448096"/>
                  <a:gd name="connsiteX10-20447" fmla="*/ 2022763 w 10490654"/>
                  <a:gd name="connsiteY10-20448" fmla="*/ 5114096 h 10448096"/>
                  <a:gd name="connsiteX11-20449" fmla="*/ 2119745 w 10490654"/>
                  <a:gd name="connsiteY11-20450" fmla="*/ 4684605 h 10448096"/>
                  <a:gd name="connsiteX12-20451" fmla="*/ 2172511 w 10490654"/>
                  <a:gd name="connsiteY12-20452" fmla="*/ 4217972 h 10448096"/>
                  <a:gd name="connsiteX13-20453" fmla="*/ 2355272 w 10490654"/>
                  <a:gd name="connsiteY13-20454" fmla="*/ 3908750 h 10448096"/>
                  <a:gd name="connsiteX14-20455" fmla="*/ 2752497 w 10490654"/>
                  <a:gd name="connsiteY14-20456" fmla="*/ 3528216 h 10448096"/>
                  <a:gd name="connsiteX15-20457" fmla="*/ 2978727 w 10490654"/>
                  <a:gd name="connsiteY15-20458" fmla="*/ 3313005 h 10448096"/>
                  <a:gd name="connsiteX16-20459" fmla="*/ 3006436 w 10490654"/>
                  <a:gd name="connsiteY16-20460" fmla="*/ 2869659 h 10448096"/>
                  <a:gd name="connsiteX17-20461" fmla="*/ 3075709 w 10490654"/>
                  <a:gd name="connsiteY17-20462" fmla="*/ 2578714 h 10448096"/>
                  <a:gd name="connsiteX18-20463" fmla="*/ 3075709 w 10490654"/>
                  <a:gd name="connsiteY18-20464" fmla="*/ 2370896 h 10448096"/>
                  <a:gd name="connsiteX19-20465" fmla="*/ 3214254 w 10490654"/>
                  <a:gd name="connsiteY19-20466" fmla="*/ 2038386 h 10448096"/>
                  <a:gd name="connsiteX20-20467" fmla="*/ 3214254 w 10490654"/>
                  <a:gd name="connsiteY20-20468" fmla="*/ 1747441 h 10448096"/>
                  <a:gd name="connsiteX21-20469" fmla="*/ 3513454 w 10490654"/>
                  <a:gd name="connsiteY21-20470" fmla="*/ 1179405 h 10448096"/>
                  <a:gd name="connsiteX22-20471" fmla="*/ 3463636 w 10490654"/>
                  <a:gd name="connsiteY22-20472" fmla="*/ 805332 h 10448096"/>
                  <a:gd name="connsiteX23-20473" fmla="*/ 3491345 w 10490654"/>
                  <a:gd name="connsiteY23-20474" fmla="*/ 597514 h 10448096"/>
                  <a:gd name="connsiteX24-20475" fmla="*/ 3823854 w 10490654"/>
                  <a:gd name="connsiteY24-20476" fmla="*/ 237296 h 10448096"/>
                  <a:gd name="connsiteX25-20477" fmla="*/ 4017818 w 10490654"/>
                  <a:gd name="connsiteY25-20478" fmla="*/ 112605 h 10448096"/>
                  <a:gd name="connsiteX26-20479" fmla="*/ 4433454 w 10490654"/>
                  <a:gd name="connsiteY26-20480" fmla="*/ 348132 h 10448096"/>
                  <a:gd name="connsiteX27-20481" fmla="*/ 4599709 w 10490654"/>
                  <a:gd name="connsiteY27-20482" fmla="*/ 542096 h 10448096"/>
                  <a:gd name="connsiteX28-20483" fmla="*/ 5070763 w 10490654"/>
                  <a:gd name="connsiteY28-20484" fmla="*/ 597514 h 10448096"/>
                  <a:gd name="connsiteX29-20485" fmla="*/ 5391187 w 10490654"/>
                  <a:gd name="connsiteY29-20486" fmla="*/ 656763 h 10448096"/>
                  <a:gd name="connsiteX30-20487" fmla="*/ 5568642 w 10490654"/>
                  <a:gd name="connsiteY30-20488" fmla="*/ 641395 h 10448096"/>
                  <a:gd name="connsiteX31-20489" fmla="*/ 5860472 w 10490654"/>
                  <a:gd name="connsiteY31-20490" fmla="*/ 334277 h 10448096"/>
                  <a:gd name="connsiteX32-20491" fmla="*/ 6123709 w 10490654"/>
                  <a:gd name="connsiteY32-20492" fmla="*/ 375841 h 10448096"/>
                  <a:gd name="connsiteX33-20493" fmla="*/ 6594763 w 10490654"/>
                  <a:gd name="connsiteY33-20494" fmla="*/ 237296 h 10448096"/>
                  <a:gd name="connsiteX34-20495" fmla="*/ 6761018 w 10490654"/>
                  <a:gd name="connsiteY34-20496" fmla="*/ 181877 h 10448096"/>
                  <a:gd name="connsiteX35-20497" fmla="*/ 7038109 w 10490654"/>
                  <a:gd name="connsiteY35-20498" fmla="*/ 251150 h 10448096"/>
                  <a:gd name="connsiteX36-20499" fmla="*/ 7232072 w 10490654"/>
                  <a:gd name="connsiteY36-20500" fmla="*/ 71041 h 10448096"/>
                  <a:gd name="connsiteX37-20501" fmla="*/ 7363248 w 10490654"/>
                  <a:gd name="connsiteY37-20502" fmla="*/ 0 h 10448096"/>
                  <a:gd name="connsiteX38-20503" fmla="*/ 7600859 w 10490654"/>
                  <a:gd name="connsiteY38-20504" fmla="*/ 94372 h 10448096"/>
                  <a:gd name="connsiteX39-20505" fmla="*/ 7910945 w 10490654"/>
                  <a:gd name="connsiteY39-20506" fmla="*/ 181877 h 10448096"/>
                  <a:gd name="connsiteX40-20507" fmla="*/ 8312727 w 10490654"/>
                  <a:gd name="connsiteY40-20508" fmla="*/ 112605 h 10448096"/>
                  <a:gd name="connsiteX41-20509" fmla="*/ 8647005 w 10490654"/>
                  <a:gd name="connsiteY41-20510" fmla="*/ 449831 h 10448096"/>
                  <a:gd name="connsiteX42-20511" fmla="*/ 8908472 w 10490654"/>
                  <a:gd name="connsiteY42-20512" fmla="*/ 597514 h 10448096"/>
                  <a:gd name="connsiteX43-20513" fmla="*/ 9088582 w 10490654"/>
                  <a:gd name="connsiteY43-20514" fmla="*/ 500532 h 10448096"/>
                  <a:gd name="connsiteX44-20515" fmla="*/ 9351818 w 10490654"/>
                  <a:gd name="connsiteY44-20516" fmla="*/ 445114 h 10448096"/>
                  <a:gd name="connsiteX45-20517" fmla="*/ 9518072 w 10490654"/>
                  <a:gd name="connsiteY45-20518" fmla="*/ 420943 h 10448096"/>
                  <a:gd name="connsiteX46-20519" fmla="*/ 9646301 w 10490654"/>
                  <a:gd name="connsiteY46-20520" fmla="*/ 422711 h 10448096"/>
                  <a:gd name="connsiteX47-20521" fmla="*/ 10002982 w 10490654"/>
                  <a:gd name="connsiteY47-20522" fmla="*/ 846896 h 10448096"/>
                  <a:gd name="connsiteX48-20523" fmla="*/ 10238509 w 10490654"/>
                  <a:gd name="connsiteY48-20524" fmla="*/ 1040859 h 10448096"/>
                  <a:gd name="connsiteX49-20525" fmla="*/ 10224654 w 10490654"/>
                  <a:gd name="connsiteY49-20526" fmla="*/ 1304096 h 10448096"/>
                  <a:gd name="connsiteX50-20527" fmla="*/ 10238509 w 10490654"/>
                  <a:gd name="connsiteY50-20528" fmla="*/ 1498059 h 10448096"/>
                  <a:gd name="connsiteX51-20529" fmla="*/ 10280072 w 10490654"/>
                  <a:gd name="connsiteY51-20530" fmla="*/ 1622750 h 10448096"/>
                  <a:gd name="connsiteX52-20531" fmla="*/ 10490654 w 10490654"/>
                  <a:gd name="connsiteY52-20532" fmla="*/ 1807021 h 10448096"/>
                  <a:gd name="connsiteX53-20533" fmla="*/ 10077929 w 10490654"/>
                  <a:gd name="connsiteY53-20534" fmla="*/ 2260393 h 10448096"/>
                  <a:gd name="connsiteX54-20535" fmla="*/ 9781309 w 10490654"/>
                  <a:gd name="connsiteY54-20536" fmla="*/ 2551005 h 10448096"/>
                  <a:gd name="connsiteX55-20537" fmla="*/ 9601200 w 10490654"/>
                  <a:gd name="connsiteY55-20538" fmla="*/ 3479259 h 10448096"/>
                  <a:gd name="connsiteX56-20539" fmla="*/ 9601200 w 10490654"/>
                  <a:gd name="connsiteY56-20540" fmla="*/ 3770205 h 10448096"/>
                  <a:gd name="connsiteX57-20541" fmla="*/ 9365672 w 10490654"/>
                  <a:gd name="connsiteY57-20542" fmla="*/ 3964168 h 10448096"/>
                  <a:gd name="connsiteX58-20543" fmla="*/ 9310254 w 10490654"/>
                  <a:gd name="connsiteY58-20544" fmla="*/ 4130423 h 10448096"/>
                  <a:gd name="connsiteX59-20545" fmla="*/ 9199418 w 10490654"/>
                  <a:gd name="connsiteY59-20546" fmla="*/ 4338241 h 10448096"/>
                  <a:gd name="connsiteX60-20547" fmla="*/ 9268691 w 10490654"/>
                  <a:gd name="connsiteY60-20548" fmla="*/ 4504496 h 10448096"/>
                  <a:gd name="connsiteX61-20549" fmla="*/ 9337963 w 10490654"/>
                  <a:gd name="connsiteY61-20550" fmla="*/ 4712314 h 10448096"/>
                  <a:gd name="connsiteX62-20551" fmla="*/ 9382180 w 10490654"/>
                  <a:gd name="connsiteY62-20552" fmla="*/ 4968181 h 10448096"/>
                  <a:gd name="connsiteX63-20553" fmla="*/ 9434945 w 10490654"/>
                  <a:gd name="connsiteY63-20554" fmla="*/ 5266496 h 10448096"/>
                  <a:gd name="connsiteX64-20555" fmla="*/ 9462654 w 10490654"/>
                  <a:gd name="connsiteY64-20556" fmla="*/ 5668277 h 10448096"/>
                  <a:gd name="connsiteX65-20557" fmla="*/ 9587345 w 10490654"/>
                  <a:gd name="connsiteY65-20558" fmla="*/ 6028496 h 10448096"/>
                  <a:gd name="connsiteX66-20559" fmla="*/ 9545782 w 10490654"/>
                  <a:gd name="connsiteY66-20560" fmla="*/ 6430277 h 10448096"/>
                  <a:gd name="connsiteX67-20561" fmla="*/ 9933709 w 10490654"/>
                  <a:gd name="connsiteY67-20562" fmla="*/ 6915186 h 10448096"/>
                  <a:gd name="connsiteX68-20563" fmla="*/ 10094363 w 10490654"/>
                  <a:gd name="connsiteY68-20564" fmla="*/ 7274520 h 10448096"/>
                  <a:gd name="connsiteX69-20565" fmla="*/ 10232908 w 10490654"/>
                  <a:gd name="connsiteY69-20566" fmla="*/ 7568119 h 10448096"/>
                  <a:gd name="connsiteX70-20567" fmla="*/ 9670472 w 10490654"/>
                  <a:gd name="connsiteY70-20568" fmla="*/ 7594059 h 10448096"/>
                  <a:gd name="connsiteX71-20569" fmla="*/ 9337963 w 10490654"/>
                  <a:gd name="connsiteY71-20570" fmla="*/ 7704896 h 10448096"/>
                  <a:gd name="connsiteX72-20571" fmla="*/ 9102436 w 10490654"/>
                  <a:gd name="connsiteY72-20572" fmla="*/ 7843441 h 10448096"/>
                  <a:gd name="connsiteX73-20573" fmla="*/ 9019309 w 10490654"/>
                  <a:gd name="connsiteY73-20574" fmla="*/ 8051259 h 10448096"/>
                  <a:gd name="connsiteX74-20575" fmla="*/ 8956730 w 10490654"/>
                  <a:gd name="connsiteY74-20576" fmla="*/ 8148241 h 10448096"/>
                  <a:gd name="connsiteX75-20577" fmla="*/ 9027559 w 10490654"/>
                  <a:gd name="connsiteY75-20578" fmla="*/ 8577732 h 10448096"/>
                  <a:gd name="connsiteX76-20579" fmla="*/ 9030673 w 10490654"/>
                  <a:gd name="connsiteY76-20580" fmla="*/ 8811236 h 10448096"/>
                  <a:gd name="connsiteX77-20581" fmla="*/ 8991600 w 10490654"/>
                  <a:gd name="connsiteY77-20582" fmla="*/ 9021077 h 10448096"/>
                  <a:gd name="connsiteX78-20583" fmla="*/ 8894618 w 10490654"/>
                  <a:gd name="connsiteY78-20584" fmla="*/ 9325877 h 10448096"/>
                  <a:gd name="connsiteX79-20585" fmla="*/ 8922327 w 10490654"/>
                  <a:gd name="connsiteY79-20586" fmla="*/ 9589114 h 10448096"/>
                  <a:gd name="connsiteX80-20587" fmla="*/ 9144000 w 10490654"/>
                  <a:gd name="connsiteY80-20588" fmla="*/ 9755368 h 10448096"/>
                  <a:gd name="connsiteX81-20589" fmla="*/ 9353374 w 10490654"/>
                  <a:gd name="connsiteY81-20590" fmla="*/ 9906212 h 10448096"/>
                  <a:gd name="connsiteX82-20591" fmla="*/ 9529903 w 10490654"/>
                  <a:gd name="connsiteY82-20592" fmla="*/ 9958205 h 10448096"/>
                  <a:gd name="connsiteX83-20593" fmla="*/ 9625328 w 10490654"/>
                  <a:gd name="connsiteY83-20594" fmla="*/ 9844256 h 10448096"/>
                  <a:gd name="connsiteX84-20595" fmla="*/ 9667359 w 10490654"/>
                  <a:gd name="connsiteY84-20596" fmla="*/ 9856554 h 10448096"/>
                  <a:gd name="connsiteX85-20597" fmla="*/ 9668916 w 10490654"/>
                  <a:gd name="connsiteY85-20598" fmla="*/ 10309550 h 10448096"/>
                  <a:gd name="connsiteX86-20599" fmla="*/ 9495500 w 10490654"/>
                  <a:gd name="connsiteY86-20600" fmla="*/ 10359209 h 10448096"/>
                  <a:gd name="connsiteX87-20601" fmla="*/ 9310254 w 10490654"/>
                  <a:gd name="connsiteY87-20602" fmla="*/ 10448096 h 10448096"/>
                  <a:gd name="connsiteX88-20603" fmla="*/ 9227127 w 10490654"/>
                  <a:gd name="connsiteY88-20604" fmla="*/ 10295696 h 10448096"/>
                  <a:gd name="connsiteX89-20605" fmla="*/ 9033163 w 10490654"/>
                  <a:gd name="connsiteY89-20606" fmla="*/ 10046314 h 10448096"/>
                  <a:gd name="connsiteX90-20607" fmla="*/ 8825345 w 10490654"/>
                  <a:gd name="connsiteY90-20608" fmla="*/ 9866205 h 10448096"/>
                  <a:gd name="connsiteX91-20609" fmla="*/ 8534400 w 10490654"/>
                  <a:gd name="connsiteY91-20610" fmla="*/ 9755368 h 10448096"/>
                  <a:gd name="connsiteX92-20611" fmla="*/ 8423563 w 10490654"/>
                  <a:gd name="connsiteY92-20612" fmla="*/ 9699950 h 10448096"/>
                  <a:gd name="connsiteX93-20613" fmla="*/ 8285018 w 10490654"/>
                  <a:gd name="connsiteY93-20614" fmla="*/ 9533696 h 10448096"/>
                  <a:gd name="connsiteX94-20615" fmla="*/ 8257309 w 10490654"/>
                  <a:gd name="connsiteY94-20616" fmla="*/ 9395150 h 10448096"/>
                  <a:gd name="connsiteX95-20617" fmla="*/ 8146472 w 10490654"/>
                  <a:gd name="connsiteY95-20618" fmla="*/ 9409005 h 10448096"/>
                  <a:gd name="connsiteX96-20619" fmla="*/ 8091054 w 10490654"/>
                  <a:gd name="connsiteY96-20620" fmla="*/ 9630677 h 10448096"/>
                  <a:gd name="connsiteX97-20621" fmla="*/ 7806336 w 10490654"/>
                  <a:gd name="connsiteY97-20622" fmla="*/ 9636437 h 10448096"/>
                  <a:gd name="connsiteX98-20623" fmla="*/ 7567694 w 10490654"/>
                  <a:gd name="connsiteY98-20624" fmla="*/ 9573236 h 10448096"/>
                  <a:gd name="connsiteX99-20625" fmla="*/ 7466043 w 10490654"/>
                  <a:gd name="connsiteY99-20626" fmla="*/ 9524511 h 10448096"/>
                  <a:gd name="connsiteX100-20627" fmla="*/ 7287491 w 10490654"/>
                  <a:gd name="connsiteY100-20628" fmla="*/ 9503028 h 10448096"/>
                  <a:gd name="connsiteX101-20629" fmla="*/ 7221797 w 10490654"/>
                  <a:gd name="connsiteY101-20630" fmla="*/ 9175034 h 10448096"/>
                  <a:gd name="connsiteX102-20631" fmla="*/ 6954982 w 10490654"/>
                  <a:gd name="connsiteY102-20632" fmla="*/ 9242750 h 10448096"/>
                  <a:gd name="connsiteX103-20633" fmla="*/ 6710737 w 10490654"/>
                  <a:gd name="connsiteY103-20634" fmla="*/ 9315137 h 10448096"/>
                  <a:gd name="connsiteX104-20635" fmla="*/ 6674777 w 10490654"/>
                  <a:gd name="connsiteY104-20636" fmla="*/ 9116036 h 10448096"/>
                  <a:gd name="connsiteX105-20637" fmla="*/ 6511636 w 10490654"/>
                  <a:gd name="connsiteY105-20638" fmla="*/ 9007223 h 10448096"/>
                  <a:gd name="connsiteX106-20639" fmla="*/ 6428509 w 10490654"/>
                  <a:gd name="connsiteY106-20640" fmla="*/ 9007223 h 10448096"/>
                  <a:gd name="connsiteX107-20641" fmla="*/ 6325922 w 10490654"/>
                  <a:gd name="connsiteY107-20642" fmla="*/ 9110431 h 10448096"/>
                  <a:gd name="connsiteX108-20643" fmla="*/ 6167763 w 10490654"/>
                  <a:gd name="connsiteY108-20644" fmla="*/ 9031351 h 10448096"/>
                  <a:gd name="connsiteX109-20645" fmla="*/ 6002132 w 10490654"/>
                  <a:gd name="connsiteY109-20646" fmla="*/ 9146858 h 10448096"/>
                  <a:gd name="connsiteX110-20647" fmla="*/ 5749636 w 10490654"/>
                  <a:gd name="connsiteY110-20648" fmla="*/ 9104205 h 10448096"/>
                  <a:gd name="connsiteX111-20649" fmla="*/ 5674760 w 10490654"/>
                  <a:gd name="connsiteY111-20650" fmla="*/ 9135028 h 10448096"/>
                  <a:gd name="connsiteX112-20651" fmla="*/ 5507415 w 10490654"/>
                  <a:gd name="connsiteY112-20652" fmla="*/ 9181261 h 10448096"/>
                  <a:gd name="connsiteX113-20653" fmla="*/ 5505859 w 10490654"/>
                  <a:gd name="connsiteY113-20654" fmla="*/ 8924096 h 10448096"/>
                  <a:gd name="connsiteX114-20655" fmla="*/ 5505857 w 10490654"/>
                  <a:gd name="connsiteY114-20656" fmla="*/ 8688101 h 10448096"/>
                  <a:gd name="connsiteX115-20657" fmla="*/ 5336024 w 10490654"/>
                  <a:gd name="connsiteY115-20658" fmla="*/ 8386416 h 10448096"/>
                  <a:gd name="connsiteX116-20659" fmla="*/ 5230324 w 10490654"/>
                  <a:gd name="connsiteY116-20660" fmla="*/ 8135944 h 10448096"/>
                  <a:gd name="connsiteX117-20661" fmla="*/ 5317031 w 10490654"/>
                  <a:gd name="connsiteY117-20662" fmla="*/ 7663332 h 10448096"/>
                  <a:gd name="connsiteX118-20663" fmla="*/ 5201059 w 10490654"/>
                  <a:gd name="connsiteY118-20664" fmla="*/ 7373476 h 10448096"/>
                  <a:gd name="connsiteX119-20665" fmla="*/ 5250872 w 10490654"/>
                  <a:gd name="connsiteY119-20666" fmla="*/ 7123005 h 10448096"/>
                  <a:gd name="connsiteX120-20667" fmla="*/ 5245735 w 10490654"/>
                  <a:gd name="connsiteY120-20668" fmla="*/ 7071789 h 10448096"/>
                  <a:gd name="connsiteX121-20669" fmla="*/ 4577603 w 10490654"/>
                  <a:gd name="connsiteY121-20670" fmla="*/ 7067120 h 10448096"/>
                  <a:gd name="connsiteX122-20671" fmla="*/ 4528412 w 10490654"/>
                  <a:gd name="connsiteY122-20672" fmla="*/ 6893704 h 10448096"/>
                  <a:gd name="connsiteX123-20673" fmla="*/ 4038834 w 10490654"/>
                  <a:gd name="connsiteY123-20674" fmla="*/ 6869576 h 10448096"/>
                  <a:gd name="connsiteX124-20675" fmla="*/ 3976254 w 10490654"/>
                  <a:gd name="connsiteY124-20676" fmla="*/ 7123005 h 10448096"/>
                  <a:gd name="connsiteX125-20677" fmla="*/ 3932667 w 10490654"/>
                  <a:gd name="connsiteY125-20678" fmla="*/ 7334403 h 10448096"/>
                  <a:gd name="connsiteX126-20679" fmla="*/ 3884155 w 10490654"/>
                  <a:gd name="connsiteY126-20680" fmla="*/ 7456604 h 10448096"/>
                  <a:gd name="connsiteX127-20681" fmla="*/ 3572499 w 10490654"/>
                  <a:gd name="connsiteY127-20682" fmla="*/ 7418574 h 10448096"/>
                  <a:gd name="connsiteX128-20683" fmla="*/ 3311236 w 10490654"/>
                  <a:gd name="connsiteY128-20684" fmla="*/ 7455514 h 10448096"/>
                  <a:gd name="connsiteX129-20685" fmla="*/ 2921540 w 10490654"/>
                  <a:gd name="connsiteY129-20686" fmla="*/ 7467599 h 10448096"/>
                  <a:gd name="connsiteX130-20687" fmla="*/ 2784763 w 10490654"/>
                  <a:gd name="connsiteY130-20688" fmla="*/ 7192277 h 10448096"/>
                  <a:gd name="connsiteX131-20689" fmla="*/ 2604654 w 10490654"/>
                  <a:gd name="connsiteY131-20690" fmla="*/ 6915186 h 10448096"/>
                  <a:gd name="connsiteX132-20691" fmla="*/ 2410691 w 10490654"/>
                  <a:gd name="connsiteY132-20692" fmla="*/ 6416423 h 10448096"/>
                  <a:gd name="connsiteX133-20693" fmla="*/ 2327563 w 10490654"/>
                  <a:gd name="connsiteY133-20694" fmla="*/ 6277877 h 10448096"/>
                  <a:gd name="connsiteX134-20695" fmla="*/ 1662545 w 10490654"/>
                  <a:gd name="connsiteY134-20696" fmla="*/ 6250168 h 10448096"/>
                  <a:gd name="connsiteX135-20697" fmla="*/ 1233054 w 10490654"/>
                  <a:gd name="connsiteY135-20698" fmla="*/ 6250168 h 10448096"/>
                  <a:gd name="connsiteX136-20699" fmla="*/ 1136072 w 10490654"/>
                  <a:gd name="connsiteY136-20700" fmla="*/ 6305586 h 10448096"/>
                  <a:gd name="connsiteX137-20701" fmla="*/ 706582 w 10490654"/>
                  <a:gd name="connsiteY137-20702" fmla="*/ 6264023 h 10448096"/>
                  <a:gd name="connsiteX138-20703" fmla="*/ 318654 w 10490654"/>
                  <a:gd name="connsiteY138-20704" fmla="*/ 6291732 h 10448096"/>
                  <a:gd name="connsiteX139-20705" fmla="*/ 96982 w 10490654"/>
                  <a:gd name="connsiteY139-20706" fmla="*/ 6444132 h 10448096"/>
                  <a:gd name="connsiteX140-20707" fmla="*/ 0 w 10490654"/>
                  <a:gd name="connsiteY140-20708" fmla="*/ 6347150 h 10448096"/>
                  <a:gd name="connsiteX141-20709" fmla="*/ 83127 w 10490654"/>
                  <a:gd name="connsiteY141-20710" fmla="*/ 6291732 h 10448096"/>
                  <a:gd name="connsiteX0-20711" fmla="*/ 83127 w 10490654"/>
                  <a:gd name="connsiteY0-20712" fmla="*/ 6238608 h 10394972"/>
                  <a:gd name="connsiteX1-20713" fmla="*/ 96982 w 10490654"/>
                  <a:gd name="connsiteY1-20714" fmla="*/ 5795262 h 10394972"/>
                  <a:gd name="connsiteX2-20715" fmla="*/ 401782 w 10490654"/>
                  <a:gd name="connsiteY2-20716" fmla="*/ 5532026 h 10394972"/>
                  <a:gd name="connsiteX3-20717" fmla="*/ 651163 w 10490654"/>
                  <a:gd name="connsiteY3-20718" fmla="*/ 5670572 h 10394972"/>
                  <a:gd name="connsiteX4-20719" fmla="*/ 858982 w 10490654"/>
                  <a:gd name="connsiteY4-20720" fmla="*/ 5504317 h 10394972"/>
                  <a:gd name="connsiteX5-20721" fmla="*/ 997527 w 10490654"/>
                  <a:gd name="connsiteY5-20722" fmla="*/ 5351917 h 10394972"/>
                  <a:gd name="connsiteX6-20723" fmla="*/ 1080654 w 10490654"/>
                  <a:gd name="connsiteY6-20724" fmla="*/ 5435044 h 10394972"/>
                  <a:gd name="connsiteX7-20725" fmla="*/ 1269312 w 10490654"/>
                  <a:gd name="connsiteY7-20726" fmla="*/ 5679710 h 10394972"/>
                  <a:gd name="connsiteX8-20727" fmla="*/ 1523116 w 10490654"/>
                  <a:gd name="connsiteY8-20728" fmla="*/ 5481030 h 10394972"/>
                  <a:gd name="connsiteX9-20729" fmla="*/ 1731818 w 10490654"/>
                  <a:gd name="connsiteY9-20730" fmla="*/ 5296499 h 10394972"/>
                  <a:gd name="connsiteX10-20731" fmla="*/ 2022763 w 10490654"/>
                  <a:gd name="connsiteY10-20732" fmla="*/ 5060972 h 10394972"/>
                  <a:gd name="connsiteX11-20733" fmla="*/ 2119745 w 10490654"/>
                  <a:gd name="connsiteY11-20734" fmla="*/ 4631481 h 10394972"/>
                  <a:gd name="connsiteX12-20735" fmla="*/ 2172511 w 10490654"/>
                  <a:gd name="connsiteY12-20736" fmla="*/ 4164848 h 10394972"/>
                  <a:gd name="connsiteX13-20737" fmla="*/ 2355272 w 10490654"/>
                  <a:gd name="connsiteY13-20738" fmla="*/ 3855626 h 10394972"/>
                  <a:gd name="connsiteX14-20739" fmla="*/ 2752497 w 10490654"/>
                  <a:gd name="connsiteY14-20740" fmla="*/ 3475092 h 10394972"/>
                  <a:gd name="connsiteX15-20741" fmla="*/ 2978727 w 10490654"/>
                  <a:gd name="connsiteY15-20742" fmla="*/ 3259881 h 10394972"/>
                  <a:gd name="connsiteX16-20743" fmla="*/ 3006436 w 10490654"/>
                  <a:gd name="connsiteY16-20744" fmla="*/ 2816535 h 10394972"/>
                  <a:gd name="connsiteX17-20745" fmla="*/ 3075709 w 10490654"/>
                  <a:gd name="connsiteY17-20746" fmla="*/ 2525590 h 10394972"/>
                  <a:gd name="connsiteX18-20747" fmla="*/ 3075709 w 10490654"/>
                  <a:gd name="connsiteY18-20748" fmla="*/ 2317772 h 10394972"/>
                  <a:gd name="connsiteX19-20749" fmla="*/ 3214254 w 10490654"/>
                  <a:gd name="connsiteY19-20750" fmla="*/ 1985262 h 10394972"/>
                  <a:gd name="connsiteX20-20751" fmla="*/ 3214254 w 10490654"/>
                  <a:gd name="connsiteY20-20752" fmla="*/ 1694317 h 10394972"/>
                  <a:gd name="connsiteX21-20753" fmla="*/ 3513454 w 10490654"/>
                  <a:gd name="connsiteY21-20754" fmla="*/ 1126281 h 10394972"/>
                  <a:gd name="connsiteX22-20755" fmla="*/ 3463636 w 10490654"/>
                  <a:gd name="connsiteY22-20756" fmla="*/ 752208 h 10394972"/>
                  <a:gd name="connsiteX23-20757" fmla="*/ 3491345 w 10490654"/>
                  <a:gd name="connsiteY23-20758" fmla="*/ 544390 h 10394972"/>
                  <a:gd name="connsiteX24-20759" fmla="*/ 3823854 w 10490654"/>
                  <a:gd name="connsiteY24-20760" fmla="*/ 184172 h 10394972"/>
                  <a:gd name="connsiteX25-20761" fmla="*/ 4017818 w 10490654"/>
                  <a:gd name="connsiteY25-20762" fmla="*/ 59481 h 10394972"/>
                  <a:gd name="connsiteX26-20763" fmla="*/ 4433454 w 10490654"/>
                  <a:gd name="connsiteY26-20764" fmla="*/ 295008 h 10394972"/>
                  <a:gd name="connsiteX27-20765" fmla="*/ 4599709 w 10490654"/>
                  <a:gd name="connsiteY27-20766" fmla="*/ 488972 h 10394972"/>
                  <a:gd name="connsiteX28-20767" fmla="*/ 5070763 w 10490654"/>
                  <a:gd name="connsiteY28-20768" fmla="*/ 544390 h 10394972"/>
                  <a:gd name="connsiteX29-20769" fmla="*/ 5391187 w 10490654"/>
                  <a:gd name="connsiteY29-20770" fmla="*/ 603639 h 10394972"/>
                  <a:gd name="connsiteX30-20771" fmla="*/ 5568642 w 10490654"/>
                  <a:gd name="connsiteY30-20772" fmla="*/ 588271 h 10394972"/>
                  <a:gd name="connsiteX31-20773" fmla="*/ 5860472 w 10490654"/>
                  <a:gd name="connsiteY31-20774" fmla="*/ 281153 h 10394972"/>
                  <a:gd name="connsiteX32-20775" fmla="*/ 6123709 w 10490654"/>
                  <a:gd name="connsiteY32-20776" fmla="*/ 322717 h 10394972"/>
                  <a:gd name="connsiteX33-20777" fmla="*/ 6594763 w 10490654"/>
                  <a:gd name="connsiteY33-20778" fmla="*/ 184172 h 10394972"/>
                  <a:gd name="connsiteX34-20779" fmla="*/ 6761018 w 10490654"/>
                  <a:gd name="connsiteY34-20780" fmla="*/ 128753 h 10394972"/>
                  <a:gd name="connsiteX35-20781" fmla="*/ 7038109 w 10490654"/>
                  <a:gd name="connsiteY35-20782" fmla="*/ 198026 h 10394972"/>
                  <a:gd name="connsiteX36-20783" fmla="*/ 7232072 w 10490654"/>
                  <a:gd name="connsiteY36-20784" fmla="*/ 17917 h 10394972"/>
                  <a:gd name="connsiteX37-20785" fmla="*/ 7379107 w 10490654"/>
                  <a:gd name="connsiteY37-20786" fmla="*/ 0 h 10394972"/>
                  <a:gd name="connsiteX38-20787" fmla="*/ 7600859 w 10490654"/>
                  <a:gd name="connsiteY38-20788" fmla="*/ 41248 h 10394972"/>
                  <a:gd name="connsiteX39-20789" fmla="*/ 7910945 w 10490654"/>
                  <a:gd name="connsiteY39-20790" fmla="*/ 128753 h 10394972"/>
                  <a:gd name="connsiteX40-20791" fmla="*/ 8312727 w 10490654"/>
                  <a:gd name="connsiteY40-20792" fmla="*/ 59481 h 10394972"/>
                  <a:gd name="connsiteX41-20793" fmla="*/ 8647005 w 10490654"/>
                  <a:gd name="connsiteY41-20794" fmla="*/ 396707 h 10394972"/>
                  <a:gd name="connsiteX42-20795" fmla="*/ 8908472 w 10490654"/>
                  <a:gd name="connsiteY42-20796" fmla="*/ 544390 h 10394972"/>
                  <a:gd name="connsiteX43-20797" fmla="*/ 9088582 w 10490654"/>
                  <a:gd name="connsiteY43-20798" fmla="*/ 447408 h 10394972"/>
                  <a:gd name="connsiteX44-20799" fmla="*/ 9351818 w 10490654"/>
                  <a:gd name="connsiteY44-20800" fmla="*/ 391990 h 10394972"/>
                  <a:gd name="connsiteX45-20801" fmla="*/ 9518072 w 10490654"/>
                  <a:gd name="connsiteY45-20802" fmla="*/ 367819 h 10394972"/>
                  <a:gd name="connsiteX46-20803" fmla="*/ 9646301 w 10490654"/>
                  <a:gd name="connsiteY46-20804" fmla="*/ 369587 h 10394972"/>
                  <a:gd name="connsiteX47-20805" fmla="*/ 10002982 w 10490654"/>
                  <a:gd name="connsiteY47-20806" fmla="*/ 793772 h 10394972"/>
                  <a:gd name="connsiteX48-20807" fmla="*/ 10238509 w 10490654"/>
                  <a:gd name="connsiteY48-20808" fmla="*/ 987735 h 10394972"/>
                  <a:gd name="connsiteX49-20809" fmla="*/ 10224654 w 10490654"/>
                  <a:gd name="connsiteY49-20810" fmla="*/ 1250972 h 10394972"/>
                  <a:gd name="connsiteX50-20811" fmla="*/ 10238509 w 10490654"/>
                  <a:gd name="connsiteY50-20812" fmla="*/ 1444935 h 10394972"/>
                  <a:gd name="connsiteX51-20813" fmla="*/ 10280072 w 10490654"/>
                  <a:gd name="connsiteY51-20814" fmla="*/ 1569626 h 10394972"/>
                  <a:gd name="connsiteX52-20815" fmla="*/ 10490654 w 10490654"/>
                  <a:gd name="connsiteY52-20816" fmla="*/ 1753897 h 10394972"/>
                  <a:gd name="connsiteX53-20817" fmla="*/ 10077929 w 10490654"/>
                  <a:gd name="connsiteY53-20818" fmla="*/ 2207269 h 10394972"/>
                  <a:gd name="connsiteX54-20819" fmla="*/ 9781309 w 10490654"/>
                  <a:gd name="connsiteY54-20820" fmla="*/ 2497881 h 10394972"/>
                  <a:gd name="connsiteX55-20821" fmla="*/ 9601200 w 10490654"/>
                  <a:gd name="connsiteY55-20822" fmla="*/ 3426135 h 10394972"/>
                  <a:gd name="connsiteX56-20823" fmla="*/ 9601200 w 10490654"/>
                  <a:gd name="connsiteY56-20824" fmla="*/ 3717081 h 10394972"/>
                  <a:gd name="connsiteX57-20825" fmla="*/ 9365672 w 10490654"/>
                  <a:gd name="connsiteY57-20826" fmla="*/ 3911044 h 10394972"/>
                  <a:gd name="connsiteX58-20827" fmla="*/ 9310254 w 10490654"/>
                  <a:gd name="connsiteY58-20828" fmla="*/ 4077299 h 10394972"/>
                  <a:gd name="connsiteX59-20829" fmla="*/ 9199418 w 10490654"/>
                  <a:gd name="connsiteY59-20830" fmla="*/ 4285117 h 10394972"/>
                  <a:gd name="connsiteX60-20831" fmla="*/ 9268691 w 10490654"/>
                  <a:gd name="connsiteY60-20832" fmla="*/ 4451372 h 10394972"/>
                  <a:gd name="connsiteX61-20833" fmla="*/ 9337963 w 10490654"/>
                  <a:gd name="connsiteY61-20834" fmla="*/ 4659190 h 10394972"/>
                  <a:gd name="connsiteX62-20835" fmla="*/ 9382180 w 10490654"/>
                  <a:gd name="connsiteY62-20836" fmla="*/ 4915057 h 10394972"/>
                  <a:gd name="connsiteX63-20837" fmla="*/ 9434945 w 10490654"/>
                  <a:gd name="connsiteY63-20838" fmla="*/ 5213372 h 10394972"/>
                  <a:gd name="connsiteX64-20839" fmla="*/ 9462654 w 10490654"/>
                  <a:gd name="connsiteY64-20840" fmla="*/ 5615153 h 10394972"/>
                  <a:gd name="connsiteX65-20841" fmla="*/ 9587345 w 10490654"/>
                  <a:gd name="connsiteY65-20842" fmla="*/ 5975372 h 10394972"/>
                  <a:gd name="connsiteX66-20843" fmla="*/ 9545782 w 10490654"/>
                  <a:gd name="connsiteY66-20844" fmla="*/ 6377153 h 10394972"/>
                  <a:gd name="connsiteX67-20845" fmla="*/ 9933709 w 10490654"/>
                  <a:gd name="connsiteY67-20846" fmla="*/ 6862062 h 10394972"/>
                  <a:gd name="connsiteX68-20847" fmla="*/ 10094363 w 10490654"/>
                  <a:gd name="connsiteY68-20848" fmla="*/ 7221396 h 10394972"/>
                  <a:gd name="connsiteX69-20849" fmla="*/ 10232908 w 10490654"/>
                  <a:gd name="connsiteY69-20850" fmla="*/ 7514995 h 10394972"/>
                  <a:gd name="connsiteX70-20851" fmla="*/ 9670472 w 10490654"/>
                  <a:gd name="connsiteY70-20852" fmla="*/ 7540935 h 10394972"/>
                  <a:gd name="connsiteX71-20853" fmla="*/ 9337963 w 10490654"/>
                  <a:gd name="connsiteY71-20854" fmla="*/ 7651772 h 10394972"/>
                  <a:gd name="connsiteX72-20855" fmla="*/ 9102436 w 10490654"/>
                  <a:gd name="connsiteY72-20856" fmla="*/ 7790317 h 10394972"/>
                  <a:gd name="connsiteX73-20857" fmla="*/ 9019309 w 10490654"/>
                  <a:gd name="connsiteY73-20858" fmla="*/ 7998135 h 10394972"/>
                  <a:gd name="connsiteX74-20859" fmla="*/ 8956730 w 10490654"/>
                  <a:gd name="connsiteY74-20860" fmla="*/ 8095117 h 10394972"/>
                  <a:gd name="connsiteX75-20861" fmla="*/ 9027559 w 10490654"/>
                  <a:gd name="connsiteY75-20862" fmla="*/ 8524608 h 10394972"/>
                  <a:gd name="connsiteX76-20863" fmla="*/ 9030673 w 10490654"/>
                  <a:gd name="connsiteY76-20864" fmla="*/ 8758112 h 10394972"/>
                  <a:gd name="connsiteX77-20865" fmla="*/ 8991600 w 10490654"/>
                  <a:gd name="connsiteY77-20866" fmla="*/ 8967953 h 10394972"/>
                  <a:gd name="connsiteX78-20867" fmla="*/ 8894618 w 10490654"/>
                  <a:gd name="connsiteY78-20868" fmla="*/ 9272753 h 10394972"/>
                  <a:gd name="connsiteX79-20869" fmla="*/ 8922327 w 10490654"/>
                  <a:gd name="connsiteY79-20870" fmla="*/ 9535990 h 10394972"/>
                  <a:gd name="connsiteX80-20871" fmla="*/ 9144000 w 10490654"/>
                  <a:gd name="connsiteY80-20872" fmla="*/ 9702244 h 10394972"/>
                  <a:gd name="connsiteX81-20873" fmla="*/ 9353374 w 10490654"/>
                  <a:gd name="connsiteY81-20874" fmla="*/ 9853088 h 10394972"/>
                  <a:gd name="connsiteX82-20875" fmla="*/ 9529903 w 10490654"/>
                  <a:gd name="connsiteY82-20876" fmla="*/ 9905081 h 10394972"/>
                  <a:gd name="connsiteX83-20877" fmla="*/ 9625328 w 10490654"/>
                  <a:gd name="connsiteY83-20878" fmla="*/ 9791132 h 10394972"/>
                  <a:gd name="connsiteX84-20879" fmla="*/ 9667359 w 10490654"/>
                  <a:gd name="connsiteY84-20880" fmla="*/ 9803430 h 10394972"/>
                  <a:gd name="connsiteX85-20881" fmla="*/ 9668916 w 10490654"/>
                  <a:gd name="connsiteY85-20882" fmla="*/ 10256426 h 10394972"/>
                  <a:gd name="connsiteX86-20883" fmla="*/ 9495500 w 10490654"/>
                  <a:gd name="connsiteY86-20884" fmla="*/ 10306085 h 10394972"/>
                  <a:gd name="connsiteX87-20885" fmla="*/ 9310254 w 10490654"/>
                  <a:gd name="connsiteY87-20886" fmla="*/ 10394972 h 10394972"/>
                  <a:gd name="connsiteX88-20887" fmla="*/ 9227127 w 10490654"/>
                  <a:gd name="connsiteY88-20888" fmla="*/ 10242572 h 10394972"/>
                  <a:gd name="connsiteX89-20889" fmla="*/ 9033163 w 10490654"/>
                  <a:gd name="connsiteY89-20890" fmla="*/ 9993190 h 10394972"/>
                  <a:gd name="connsiteX90-20891" fmla="*/ 8825345 w 10490654"/>
                  <a:gd name="connsiteY90-20892" fmla="*/ 9813081 h 10394972"/>
                  <a:gd name="connsiteX91-20893" fmla="*/ 8534400 w 10490654"/>
                  <a:gd name="connsiteY91-20894" fmla="*/ 9702244 h 10394972"/>
                  <a:gd name="connsiteX92-20895" fmla="*/ 8423563 w 10490654"/>
                  <a:gd name="connsiteY92-20896" fmla="*/ 9646826 h 10394972"/>
                  <a:gd name="connsiteX93-20897" fmla="*/ 8285018 w 10490654"/>
                  <a:gd name="connsiteY93-20898" fmla="*/ 9480572 h 10394972"/>
                  <a:gd name="connsiteX94-20899" fmla="*/ 8257309 w 10490654"/>
                  <a:gd name="connsiteY94-20900" fmla="*/ 9342026 h 10394972"/>
                  <a:gd name="connsiteX95-20901" fmla="*/ 8146472 w 10490654"/>
                  <a:gd name="connsiteY95-20902" fmla="*/ 9355881 h 10394972"/>
                  <a:gd name="connsiteX96-20903" fmla="*/ 8091054 w 10490654"/>
                  <a:gd name="connsiteY96-20904" fmla="*/ 9577553 h 10394972"/>
                  <a:gd name="connsiteX97-20905" fmla="*/ 7806336 w 10490654"/>
                  <a:gd name="connsiteY97-20906" fmla="*/ 9583313 h 10394972"/>
                  <a:gd name="connsiteX98-20907" fmla="*/ 7567694 w 10490654"/>
                  <a:gd name="connsiteY98-20908" fmla="*/ 9520112 h 10394972"/>
                  <a:gd name="connsiteX99-20909" fmla="*/ 7466043 w 10490654"/>
                  <a:gd name="connsiteY99-20910" fmla="*/ 9471387 h 10394972"/>
                  <a:gd name="connsiteX100-20911" fmla="*/ 7287491 w 10490654"/>
                  <a:gd name="connsiteY100-20912" fmla="*/ 9449904 h 10394972"/>
                  <a:gd name="connsiteX101-20913" fmla="*/ 7221797 w 10490654"/>
                  <a:gd name="connsiteY101-20914" fmla="*/ 9121910 h 10394972"/>
                  <a:gd name="connsiteX102-20915" fmla="*/ 6954982 w 10490654"/>
                  <a:gd name="connsiteY102-20916" fmla="*/ 9189626 h 10394972"/>
                  <a:gd name="connsiteX103-20917" fmla="*/ 6710737 w 10490654"/>
                  <a:gd name="connsiteY103-20918" fmla="*/ 9262013 h 10394972"/>
                  <a:gd name="connsiteX104-20919" fmla="*/ 6674777 w 10490654"/>
                  <a:gd name="connsiteY104-20920" fmla="*/ 9062912 h 10394972"/>
                  <a:gd name="connsiteX105-20921" fmla="*/ 6511636 w 10490654"/>
                  <a:gd name="connsiteY105-20922" fmla="*/ 8954099 h 10394972"/>
                  <a:gd name="connsiteX106-20923" fmla="*/ 6428509 w 10490654"/>
                  <a:gd name="connsiteY106-20924" fmla="*/ 8954099 h 10394972"/>
                  <a:gd name="connsiteX107-20925" fmla="*/ 6325922 w 10490654"/>
                  <a:gd name="connsiteY107-20926" fmla="*/ 9057307 h 10394972"/>
                  <a:gd name="connsiteX108-20927" fmla="*/ 6167763 w 10490654"/>
                  <a:gd name="connsiteY108-20928" fmla="*/ 8978227 h 10394972"/>
                  <a:gd name="connsiteX109-20929" fmla="*/ 6002132 w 10490654"/>
                  <a:gd name="connsiteY109-20930" fmla="*/ 9093734 h 10394972"/>
                  <a:gd name="connsiteX110-20931" fmla="*/ 5749636 w 10490654"/>
                  <a:gd name="connsiteY110-20932" fmla="*/ 9051081 h 10394972"/>
                  <a:gd name="connsiteX111-20933" fmla="*/ 5674760 w 10490654"/>
                  <a:gd name="connsiteY111-20934" fmla="*/ 9081904 h 10394972"/>
                  <a:gd name="connsiteX112-20935" fmla="*/ 5507415 w 10490654"/>
                  <a:gd name="connsiteY112-20936" fmla="*/ 9128137 h 10394972"/>
                  <a:gd name="connsiteX113-20937" fmla="*/ 5505859 w 10490654"/>
                  <a:gd name="connsiteY113-20938" fmla="*/ 8870972 h 10394972"/>
                  <a:gd name="connsiteX114-20939" fmla="*/ 5505857 w 10490654"/>
                  <a:gd name="connsiteY114-20940" fmla="*/ 8634977 h 10394972"/>
                  <a:gd name="connsiteX115-20941" fmla="*/ 5336024 w 10490654"/>
                  <a:gd name="connsiteY115-20942" fmla="*/ 8333292 h 10394972"/>
                  <a:gd name="connsiteX116-20943" fmla="*/ 5230324 w 10490654"/>
                  <a:gd name="connsiteY116-20944" fmla="*/ 8082820 h 10394972"/>
                  <a:gd name="connsiteX117-20945" fmla="*/ 5317031 w 10490654"/>
                  <a:gd name="connsiteY117-20946" fmla="*/ 7610208 h 10394972"/>
                  <a:gd name="connsiteX118-20947" fmla="*/ 5201059 w 10490654"/>
                  <a:gd name="connsiteY118-20948" fmla="*/ 7320352 h 10394972"/>
                  <a:gd name="connsiteX119-20949" fmla="*/ 5250872 w 10490654"/>
                  <a:gd name="connsiteY119-20950" fmla="*/ 7069881 h 10394972"/>
                  <a:gd name="connsiteX120-20951" fmla="*/ 5245735 w 10490654"/>
                  <a:gd name="connsiteY120-20952" fmla="*/ 7018665 h 10394972"/>
                  <a:gd name="connsiteX121-20953" fmla="*/ 4577603 w 10490654"/>
                  <a:gd name="connsiteY121-20954" fmla="*/ 7013996 h 10394972"/>
                  <a:gd name="connsiteX122-20955" fmla="*/ 4528412 w 10490654"/>
                  <a:gd name="connsiteY122-20956" fmla="*/ 6840580 h 10394972"/>
                  <a:gd name="connsiteX123-20957" fmla="*/ 4038834 w 10490654"/>
                  <a:gd name="connsiteY123-20958" fmla="*/ 6816452 h 10394972"/>
                  <a:gd name="connsiteX124-20959" fmla="*/ 3976254 w 10490654"/>
                  <a:gd name="connsiteY124-20960" fmla="*/ 7069881 h 10394972"/>
                  <a:gd name="connsiteX125-20961" fmla="*/ 3932667 w 10490654"/>
                  <a:gd name="connsiteY125-20962" fmla="*/ 7281279 h 10394972"/>
                  <a:gd name="connsiteX126-20963" fmla="*/ 3884155 w 10490654"/>
                  <a:gd name="connsiteY126-20964" fmla="*/ 7403480 h 10394972"/>
                  <a:gd name="connsiteX127-20965" fmla="*/ 3572499 w 10490654"/>
                  <a:gd name="connsiteY127-20966" fmla="*/ 7365450 h 10394972"/>
                  <a:gd name="connsiteX128-20967" fmla="*/ 3311236 w 10490654"/>
                  <a:gd name="connsiteY128-20968" fmla="*/ 7402390 h 10394972"/>
                  <a:gd name="connsiteX129-20969" fmla="*/ 2921540 w 10490654"/>
                  <a:gd name="connsiteY129-20970" fmla="*/ 7414475 h 10394972"/>
                  <a:gd name="connsiteX130-20971" fmla="*/ 2784763 w 10490654"/>
                  <a:gd name="connsiteY130-20972" fmla="*/ 7139153 h 10394972"/>
                  <a:gd name="connsiteX131-20973" fmla="*/ 2604654 w 10490654"/>
                  <a:gd name="connsiteY131-20974" fmla="*/ 6862062 h 10394972"/>
                  <a:gd name="connsiteX132-20975" fmla="*/ 2410691 w 10490654"/>
                  <a:gd name="connsiteY132-20976" fmla="*/ 6363299 h 10394972"/>
                  <a:gd name="connsiteX133-20977" fmla="*/ 2327563 w 10490654"/>
                  <a:gd name="connsiteY133-20978" fmla="*/ 6224753 h 10394972"/>
                  <a:gd name="connsiteX134-20979" fmla="*/ 1662545 w 10490654"/>
                  <a:gd name="connsiteY134-20980" fmla="*/ 6197044 h 10394972"/>
                  <a:gd name="connsiteX135-20981" fmla="*/ 1233054 w 10490654"/>
                  <a:gd name="connsiteY135-20982" fmla="*/ 6197044 h 10394972"/>
                  <a:gd name="connsiteX136-20983" fmla="*/ 1136072 w 10490654"/>
                  <a:gd name="connsiteY136-20984" fmla="*/ 6252462 h 10394972"/>
                  <a:gd name="connsiteX137-20985" fmla="*/ 706582 w 10490654"/>
                  <a:gd name="connsiteY137-20986" fmla="*/ 6210899 h 10394972"/>
                  <a:gd name="connsiteX138-20987" fmla="*/ 318654 w 10490654"/>
                  <a:gd name="connsiteY138-20988" fmla="*/ 6238608 h 10394972"/>
                  <a:gd name="connsiteX139-20989" fmla="*/ 96982 w 10490654"/>
                  <a:gd name="connsiteY139-20990" fmla="*/ 6391008 h 10394972"/>
                  <a:gd name="connsiteX140-20991" fmla="*/ 0 w 10490654"/>
                  <a:gd name="connsiteY140-20992" fmla="*/ 6294026 h 10394972"/>
                  <a:gd name="connsiteX141-20993" fmla="*/ 83127 w 10490654"/>
                  <a:gd name="connsiteY141-20994" fmla="*/ 6238608 h 10394972"/>
                  <a:gd name="connsiteX0-20995" fmla="*/ 83127 w 10490654"/>
                  <a:gd name="connsiteY0-20996" fmla="*/ 6238608 h 10394972"/>
                  <a:gd name="connsiteX1-20997" fmla="*/ 96982 w 10490654"/>
                  <a:gd name="connsiteY1-20998" fmla="*/ 5795262 h 10394972"/>
                  <a:gd name="connsiteX2-20999" fmla="*/ 401782 w 10490654"/>
                  <a:gd name="connsiteY2-21000" fmla="*/ 5532026 h 10394972"/>
                  <a:gd name="connsiteX3-21001" fmla="*/ 651163 w 10490654"/>
                  <a:gd name="connsiteY3-21002" fmla="*/ 5670572 h 10394972"/>
                  <a:gd name="connsiteX4-21003" fmla="*/ 858982 w 10490654"/>
                  <a:gd name="connsiteY4-21004" fmla="*/ 5504317 h 10394972"/>
                  <a:gd name="connsiteX5-21005" fmla="*/ 997527 w 10490654"/>
                  <a:gd name="connsiteY5-21006" fmla="*/ 5351917 h 10394972"/>
                  <a:gd name="connsiteX6-21007" fmla="*/ 1080654 w 10490654"/>
                  <a:gd name="connsiteY6-21008" fmla="*/ 5435044 h 10394972"/>
                  <a:gd name="connsiteX7-21009" fmla="*/ 1269312 w 10490654"/>
                  <a:gd name="connsiteY7-21010" fmla="*/ 5679710 h 10394972"/>
                  <a:gd name="connsiteX8-21011" fmla="*/ 1523116 w 10490654"/>
                  <a:gd name="connsiteY8-21012" fmla="*/ 5481030 h 10394972"/>
                  <a:gd name="connsiteX9-21013" fmla="*/ 1731818 w 10490654"/>
                  <a:gd name="connsiteY9-21014" fmla="*/ 5296499 h 10394972"/>
                  <a:gd name="connsiteX10-21015" fmla="*/ 2022763 w 10490654"/>
                  <a:gd name="connsiteY10-21016" fmla="*/ 5060972 h 10394972"/>
                  <a:gd name="connsiteX11-21017" fmla="*/ 2119745 w 10490654"/>
                  <a:gd name="connsiteY11-21018" fmla="*/ 4631481 h 10394972"/>
                  <a:gd name="connsiteX12-21019" fmla="*/ 2172511 w 10490654"/>
                  <a:gd name="connsiteY12-21020" fmla="*/ 4164848 h 10394972"/>
                  <a:gd name="connsiteX13-21021" fmla="*/ 2355272 w 10490654"/>
                  <a:gd name="connsiteY13-21022" fmla="*/ 3855626 h 10394972"/>
                  <a:gd name="connsiteX14-21023" fmla="*/ 2752497 w 10490654"/>
                  <a:gd name="connsiteY14-21024" fmla="*/ 3475092 h 10394972"/>
                  <a:gd name="connsiteX15-21025" fmla="*/ 2978727 w 10490654"/>
                  <a:gd name="connsiteY15-21026" fmla="*/ 3259881 h 10394972"/>
                  <a:gd name="connsiteX16-21027" fmla="*/ 3006436 w 10490654"/>
                  <a:gd name="connsiteY16-21028" fmla="*/ 2816535 h 10394972"/>
                  <a:gd name="connsiteX17-21029" fmla="*/ 3075709 w 10490654"/>
                  <a:gd name="connsiteY17-21030" fmla="*/ 2525590 h 10394972"/>
                  <a:gd name="connsiteX18-21031" fmla="*/ 3075709 w 10490654"/>
                  <a:gd name="connsiteY18-21032" fmla="*/ 2317772 h 10394972"/>
                  <a:gd name="connsiteX19-21033" fmla="*/ 3214254 w 10490654"/>
                  <a:gd name="connsiteY19-21034" fmla="*/ 1985262 h 10394972"/>
                  <a:gd name="connsiteX20-21035" fmla="*/ 3214254 w 10490654"/>
                  <a:gd name="connsiteY20-21036" fmla="*/ 1694317 h 10394972"/>
                  <a:gd name="connsiteX21-21037" fmla="*/ 3513454 w 10490654"/>
                  <a:gd name="connsiteY21-21038" fmla="*/ 1126281 h 10394972"/>
                  <a:gd name="connsiteX22-21039" fmla="*/ 3463636 w 10490654"/>
                  <a:gd name="connsiteY22-21040" fmla="*/ 752208 h 10394972"/>
                  <a:gd name="connsiteX23-21041" fmla="*/ 3491345 w 10490654"/>
                  <a:gd name="connsiteY23-21042" fmla="*/ 544390 h 10394972"/>
                  <a:gd name="connsiteX24-21043" fmla="*/ 3823854 w 10490654"/>
                  <a:gd name="connsiteY24-21044" fmla="*/ 184172 h 10394972"/>
                  <a:gd name="connsiteX25-21045" fmla="*/ 4017818 w 10490654"/>
                  <a:gd name="connsiteY25-21046" fmla="*/ 59481 h 10394972"/>
                  <a:gd name="connsiteX26-21047" fmla="*/ 4433454 w 10490654"/>
                  <a:gd name="connsiteY26-21048" fmla="*/ 295008 h 10394972"/>
                  <a:gd name="connsiteX27-21049" fmla="*/ 4599709 w 10490654"/>
                  <a:gd name="connsiteY27-21050" fmla="*/ 488972 h 10394972"/>
                  <a:gd name="connsiteX28-21051" fmla="*/ 5070763 w 10490654"/>
                  <a:gd name="connsiteY28-21052" fmla="*/ 544390 h 10394972"/>
                  <a:gd name="connsiteX29-21053" fmla="*/ 5391187 w 10490654"/>
                  <a:gd name="connsiteY29-21054" fmla="*/ 603639 h 10394972"/>
                  <a:gd name="connsiteX30-21055" fmla="*/ 5568642 w 10490654"/>
                  <a:gd name="connsiteY30-21056" fmla="*/ 588271 h 10394972"/>
                  <a:gd name="connsiteX31-21057" fmla="*/ 5860472 w 10490654"/>
                  <a:gd name="connsiteY31-21058" fmla="*/ 281153 h 10394972"/>
                  <a:gd name="connsiteX32-21059" fmla="*/ 6123709 w 10490654"/>
                  <a:gd name="connsiteY32-21060" fmla="*/ 322717 h 10394972"/>
                  <a:gd name="connsiteX33-21061" fmla="*/ 6541900 w 10490654"/>
                  <a:gd name="connsiteY33-21062" fmla="*/ 168233 h 10394972"/>
                  <a:gd name="connsiteX34-21063" fmla="*/ 6761018 w 10490654"/>
                  <a:gd name="connsiteY34-21064" fmla="*/ 128753 h 10394972"/>
                  <a:gd name="connsiteX35-21065" fmla="*/ 7038109 w 10490654"/>
                  <a:gd name="connsiteY35-21066" fmla="*/ 198026 h 10394972"/>
                  <a:gd name="connsiteX36-21067" fmla="*/ 7232072 w 10490654"/>
                  <a:gd name="connsiteY36-21068" fmla="*/ 17917 h 10394972"/>
                  <a:gd name="connsiteX37-21069" fmla="*/ 7379107 w 10490654"/>
                  <a:gd name="connsiteY37-21070" fmla="*/ 0 h 10394972"/>
                  <a:gd name="connsiteX38-21071" fmla="*/ 7600859 w 10490654"/>
                  <a:gd name="connsiteY38-21072" fmla="*/ 41248 h 10394972"/>
                  <a:gd name="connsiteX39-21073" fmla="*/ 7910945 w 10490654"/>
                  <a:gd name="connsiteY39-21074" fmla="*/ 128753 h 10394972"/>
                  <a:gd name="connsiteX40-21075" fmla="*/ 8312727 w 10490654"/>
                  <a:gd name="connsiteY40-21076" fmla="*/ 59481 h 10394972"/>
                  <a:gd name="connsiteX41-21077" fmla="*/ 8647005 w 10490654"/>
                  <a:gd name="connsiteY41-21078" fmla="*/ 396707 h 10394972"/>
                  <a:gd name="connsiteX42-21079" fmla="*/ 8908472 w 10490654"/>
                  <a:gd name="connsiteY42-21080" fmla="*/ 544390 h 10394972"/>
                  <a:gd name="connsiteX43-21081" fmla="*/ 9088582 w 10490654"/>
                  <a:gd name="connsiteY43-21082" fmla="*/ 447408 h 10394972"/>
                  <a:gd name="connsiteX44-21083" fmla="*/ 9351818 w 10490654"/>
                  <a:gd name="connsiteY44-21084" fmla="*/ 391990 h 10394972"/>
                  <a:gd name="connsiteX45-21085" fmla="*/ 9518072 w 10490654"/>
                  <a:gd name="connsiteY45-21086" fmla="*/ 367819 h 10394972"/>
                  <a:gd name="connsiteX46-21087" fmla="*/ 9646301 w 10490654"/>
                  <a:gd name="connsiteY46-21088" fmla="*/ 369587 h 10394972"/>
                  <a:gd name="connsiteX47-21089" fmla="*/ 10002982 w 10490654"/>
                  <a:gd name="connsiteY47-21090" fmla="*/ 793772 h 10394972"/>
                  <a:gd name="connsiteX48-21091" fmla="*/ 10238509 w 10490654"/>
                  <a:gd name="connsiteY48-21092" fmla="*/ 987735 h 10394972"/>
                  <a:gd name="connsiteX49-21093" fmla="*/ 10224654 w 10490654"/>
                  <a:gd name="connsiteY49-21094" fmla="*/ 1250972 h 10394972"/>
                  <a:gd name="connsiteX50-21095" fmla="*/ 10238509 w 10490654"/>
                  <a:gd name="connsiteY50-21096" fmla="*/ 1444935 h 10394972"/>
                  <a:gd name="connsiteX51-21097" fmla="*/ 10280072 w 10490654"/>
                  <a:gd name="connsiteY51-21098" fmla="*/ 1569626 h 10394972"/>
                  <a:gd name="connsiteX52-21099" fmla="*/ 10490654 w 10490654"/>
                  <a:gd name="connsiteY52-21100" fmla="*/ 1753897 h 10394972"/>
                  <a:gd name="connsiteX53-21101" fmla="*/ 10077929 w 10490654"/>
                  <a:gd name="connsiteY53-21102" fmla="*/ 2207269 h 10394972"/>
                  <a:gd name="connsiteX54-21103" fmla="*/ 9781309 w 10490654"/>
                  <a:gd name="connsiteY54-21104" fmla="*/ 2497881 h 10394972"/>
                  <a:gd name="connsiteX55-21105" fmla="*/ 9601200 w 10490654"/>
                  <a:gd name="connsiteY55-21106" fmla="*/ 3426135 h 10394972"/>
                  <a:gd name="connsiteX56-21107" fmla="*/ 9601200 w 10490654"/>
                  <a:gd name="connsiteY56-21108" fmla="*/ 3717081 h 10394972"/>
                  <a:gd name="connsiteX57-21109" fmla="*/ 9365672 w 10490654"/>
                  <a:gd name="connsiteY57-21110" fmla="*/ 3911044 h 10394972"/>
                  <a:gd name="connsiteX58-21111" fmla="*/ 9310254 w 10490654"/>
                  <a:gd name="connsiteY58-21112" fmla="*/ 4077299 h 10394972"/>
                  <a:gd name="connsiteX59-21113" fmla="*/ 9199418 w 10490654"/>
                  <a:gd name="connsiteY59-21114" fmla="*/ 4285117 h 10394972"/>
                  <a:gd name="connsiteX60-21115" fmla="*/ 9268691 w 10490654"/>
                  <a:gd name="connsiteY60-21116" fmla="*/ 4451372 h 10394972"/>
                  <a:gd name="connsiteX61-21117" fmla="*/ 9337963 w 10490654"/>
                  <a:gd name="connsiteY61-21118" fmla="*/ 4659190 h 10394972"/>
                  <a:gd name="connsiteX62-21119" fmla="*/ 9382180 w 10490654"/>
                  <a:gd name="connsiteY62-21120" fmla="*/ 4915057 h 10394972"/>
                  <a:gd name="connsiteX63-21121" fmla="*/ 9434945 w 10490654"/>
                  <a:gd name="connsiteY63-21122" fmla="*/ 5213372 h 10394972"/>
                  <a:gd name="connsiteX64-21123" fmla="*/ 9462654 w 10490654"/>
                  <a:gd name="connsiteY64-21124" fmla="*/ 5615153 h 10394972"/>
                  <a:gd name="connsiteX65-21125" fmla="*/ 9587345 w 10490654"/>
                  <a:gd name="connsiteY65-21126" fmla="*/ 5975372 h 10394972"/>
                  <a:gd name="connsiteX66-21127" fmla="*/ 9545782 w 10490654"/>
                  <a:gd name="connsiteY66-21128" fmla="*/ 6377153 h 10394972"/>
                  <a:gd name="connsiteX67-21129" fmla="*/ 9933709 w 10490654"/>
                  <a:gd name="connsiteY67-21130" fmla="*/ 6862062 h 10394972"/>
                  <a:gd name="connsiteX68-21131" fmla="*/ 10094363 w 10490654"/>
                  <a:gd name="connsiteY68-21132" fmla="*/ 7221396 h 10394972"/>
                  <a:gd name="connsiteX69-21133" fmla="*/ 10232908 w 10490654"/>
                  <a:gd name="connsiteY69-21134" fmla="*/ 7514995 h 10394972"/>
                  <a:gd name="connsiteX70-21135" fmla="*/ 9670472 w 10490654"/>
                  <a:gd name="connsiteY70-21136" fmla="*/ 7540935 h 10394972"/>
                  <a:gd name="connsiteX71-21137" fmla="*/ 9337963 w 10490654"/>
                  <a:gd name="connsiteY71-21138" fmla="*/ 7651772 h 10394972"/>
                  <a:gd name="connsiteX72-21139" fmla="*/ 9102436 w 10490654"/>
                  <a:gd name="connsiteY72-21140" fmla="*/ 7790317 h 10394972"/>
                  <a:gd name="connsiteX73-21141" fmla="*/ 9019309 w 10490654"/>
                  <a:gd name="connsiteY73-21142" fmla="*/ 7998135 h 10394972"/>
                  <a:gd name="connsiteX74-21143" fmla="*/ 8956730 w 10490654"/>
                  <a:gd name="connsiteY74-21144" fmla="*/ 8095117 h 10394972"/>
                  <a:gd name="connsiteX75-21145" fmla="*/ 9027559 w 10490654"/>
                  <a:gd name="connsiteY75-21146" fmla="*/ 8524608 h 10394972"/>
                  <a:gd name="connsiteX76-21147" fmla="*/ 9030673 w 10490654"/>
                  <a:gd name="connsiteY76-21148" fmla="*/ 8758112 h 10394972"/>
                  <a:gd name="connsiteX77-21149" fmla="*/ 8991600 w 10490654"/>
                  <a:gd name="connsiteY77-21150" fmla="*/ 8967953 h 10394972"/>
                  <a:gd name="connsiteX78-21151" fmla="*/ 8894618 w 10490654"/>
                  <a:gd name="connsiteY78-21152" fmla="*/ 9272753 h 10394972"/>
                  <a:gd name="connsiteX79-21153" fmla="*/ 8922327 w 10490654"/>
                  <a:gd name="connsiteY79-21154" fmla="*/ 9535990 h 10394972"/>
                  <a:gd name="connsiteX80-21155" fmla="*/ 9144000 w 10490654"/>
                  <a:gd name="connsiteY80-21156" fmla="*/ 9702244 h 10394972"/>
                  <a:gd name="connsiteX81-21157" fmla="*/ 9353374 w 10490654"/>
                  <a:gd name="connsiteY81-21158" fmla="*/ 9853088 h 10394972"/>
                  <a:gd name="connsiteX82-21159" fmla="*/ 9529903 w 10490654"/>
                  <a:gd name="connsiteY82-21160" fmla="*/ 9905081 h 10394972"/>
                  <a:gd name="connsiteX83-21161" fmla="*/ 9625328 w 10490654"/>
                  <a:gd name="connsiteY83-21162" fmla="*/ 9791132 h 10394972"/>
                  <a:gd name="connsiteX84-21163" fmla="*/ 9667359 w 10490654"/>
                  <a:gd name="connsiteY84-21164" fmla="*/ 9803430 h 10394972"/>
                  <a:gd name="connsiteX85-21165" fmla="*/ 9668916 w 10490654"/>
                  <a:gd name="connsiteY85-21166" fmla="*/ 10256426 h 10394972"/>
                  <a:gd name="connsiteX86-21167" fmla="*/ 9495500 w 10490654"/>
                  <a:gd name="connsiteY86-21168" fmla="*/ 10306085 h 10394972"/>
                  <a:gd name="connsiteX87-21169" fmla="*/ 9310254 w 10490654"/>
                  <a:gd name="connsiteY87-21170" fmla="*/ 10394972 h 10394972"/>
                  <a:gd name="connsiteX88-21171" fmla="*/ 9227127 w 10490654"/>
                  <a:gd name="connsiteY88-21172" fmla="*/ 10242572 h 10394972"/>
                  <a:gd name="connsiteX89-21173" fmla="*/ 9033163 w 10490654"/>
                  <a:gd name="connsiteY89-21174" fmla="*/ 9993190 h 10394972"/>
                  <a:gd name="connsiteX90-21175" fmla="*/ 8825345 w 10490654"/>
                  <a:gd name="connsiteY90-21176" fmla="*/ 9813081 h 10394972"/>
                  <a:gd name="connsiteX91-21177" fmla="*/ 8534400 w 10490654"/>
                  <a:gd name="connsiteY91-21178" fmla="*/ 9702244 h 10394972"/>
                  <a:gd name="connsiteX92-21179" fmla="*/ 8423563 w 10490654"/>
                  <a:gd name="connsiteY92-21180" fmla="*/ 9646826 h 10394972"/>
                  <a:gd name="connsiteX93-21181" fmla="*/ 8285018 w 10490654"/>
                  <a:gd name="connsiteY93-21182" fmla="*/ 9480572 h 10394972"/>
                  <a:gd name="connsiteX94-21183" fmla="*/ 8257309 w 10490654"/>
                  <a:gd name="connsiteY94-21184" fmla="*/ 9342026 h 10394972"/>
                  <a:gd name="connsiteX95-21185" fmla="*/ 8146472 w 10490654"/>
                  <a:gd name="connsiteY95-21186" fmla="*/ 9355881 h 10394972"/>
                  <a:gd name="connsiteX96-21187" fmla="*/ 8091054 w 10490654"/>
                  <a:gd name="connsiteY96-21188" fmla="*/ 9577553 h 10394972"/>
                  <a:gd name="connsiteX97-21189" fmla="*/ 7806336 w 10490654"/>
                  <a:gd name="connsiteY97-21190" fmla="*/ 9583313 h 10394972"/>
                  <a:gd name="connsiteX98-21191" fmla="*/ 7567694 w 10490654"/>
                  <a:gd name="connsiteY98-21192" fmla="*/ 9520112 h 10394972"/>
                  <a:gd name="connsiteX99-21193" fmla="*/ 7466043 w 10490654"/>
                  <a:gd name="connsiteY99-21194" fmla="*/ 9471387 h 10394972"/>
                  <a:gd name="connsiteX100-21195" fmla="*/ 7287491 w 10490654"/>
                  <a:gd name="connsiteY100-21196" fmla="*/ 9449904 h 10394972"/>
                  <a:gd name="connsiteX101-21197" fmla="*/ 7221797 w 10490654"/>
                  <a:gd name="connsiteY101-21198" fmla="*/ 9121910 h 10394972"/>
                  <a:gd name="connsiteX102-21199" fmla="*/ 6954982 w 10490654"/>
                  <a:gd name="connsiteY102-21200" fmla="*/ 9189626 h 10394972"/>
                  <a:gd name="connsiteX103-21201" fmla="*/ 6710737 w 10490654"/>
                  <a:gd name="connsiteY103-21202" fmla="*/ 9262013 h 10394972"/>
                  <a:gd name="connsiteX104-21203" fmla="*/ 6674777 w 10490654"/>
                  <a:gd name="connsiteY104-21204" fmla="*/ 9062912 h 10394972"/>
                  <a:gd name="connsiteX105-21205" fmla="*/ 6511636 w 10490654"/>
                  <a:gd name="connsiteY105-21206" fmla="*/ 8954099 h 10394972"/>
                  <a:gd name="connsiteX106-21207" fmla="*/ 6428509 w 10490654"/>
                  <a:gd name="connsiteY106-21208" fmla="*/ 8954099 h 10394972"/>
                  <a:gd name="connsiteX107-21209" fmla="*/ 6325922 w 10490654"/>
                  <a:gd name="connsiteY107-21210" fmla="*/ 9057307 h 10394972"/>
                  <a:gd name="connsiteX108-21211" fmla="*/ 6167763 w 10490654"/>
                  <a:gd name="connsiteY108-21212" fmla="*/ 8978227 h 10394972"/>
                  <a:gd name="connsiteX109-21213" fmla="*/ 6002132 w 10490654"/>
                  <a:gd name="connsiteY109-21214" fmla="*/ 9093734 h 10394972"/>
                  <a:gd name="connsiteX110-21215" fmla="*/ 5749636 w 10490654"/>
                  <a:gd name="connsiteY110-21216" fmla="*/ 9051081 h 10394972"/>
                  <a:gd name="connsiteX111-21217" fmla="*/ 5674760 w 10490654"/>
                  <a:gd name="connsiteY111-21218" fmla="*/ 9081904 h 10394972"/>
                  <a:gd name="connsiteX112-21219" fmla="*/ 5507415 w 10490654"/>
                  <a:gd name="connsiteY112-21220" fmla="*/ 9128137 h 10394972"/>
                  <a:gd name="connsiteX113-21221" fmla="*/ 5505859 w 10490654"/>
                  <a:gd name="connsiteY113-21222" fmla="*/ 8870972 h 10394972"/>
                  <a:gd name="connsiteX114-21223" fmla="*/ 5505857 w 10490654"/>
                  <a:gd name="connsiteY114-21224" fmla="*/ 8634977 h 10394972"/>
                  <a:gd name="connsiteX115-21225" fmla="*/ 5336024 w 10490654"/>
                  <a:gd name="connsiteY115-21226" fmla="*/ 8333292 h 10394972"/>
                  <a:gd name="connsiteX116-21227" fmla="*/ 5230324 w 10490654"/>
                  <a:gd name="connsiteY116-21228" fmla="*/ 8082820 h 10394972"/>
                  <a:gd name="connsiteX117-21229" fmla="*/ 5317031 w 10490654"/>
                  <a:gd name="connsiteY117-21230" fmla="*/ 7610208 h 10394972"/>
                  <a:gd name="connsiteX118-21231" fmla="*/ 5201059 w 10490654"/>
                  <a:gd name="connsiteY118-21232" fmla="*/ 7320352 h 10394972"/>
                  <a:gd name="connsiteX119-21233" fmla="*/ 5250872 w 10490654"/>
                  <a:gd name="connsiteY119-21234" fmla="*/ 7069881 h 10394972"/>
                  <a:gd name="connsiteX120-21235" fmla="*/ 5245735 w 10490654"/>
                  <a:gd name="connsiteY120-21236" fmla="*/ 7018665 h 10394972"/>
                  <a:gd name="connsiteX121-21237" fmla="*/ 4577603 w 10490654"/>
                  <a:gd name="connsiteY121-21238" fmla="*/ 7013996 h 10394972"/>
                  <a:gd name="connsiteX122-21239" fmla="*/ 4528412 w 10490654"/>
                  <a:gd name="connsiteY122-21240" fmla="*/ 6840580 h 10394972"/>
                  <a:gd name="connsiteX123-21241" fmla="*/ 4038834 w 10490654"/>
                  <a:gd name="connsiteY123-21242" fmla="*/ 6816452 h 10394972"/>
                  <a:gd name="connsiteX124-21243" fmla="*/ 3976254 w 10490654"/>
                  <a:gd name="connsiteY124-21244" fmla="*/ 7069881 h 10394972"/>
                  <a:gd name="connsiteX125-21245" fmla="*/ 3932667 w 10490654"/>
                  <a:gd name="connsiteY125-21246" fmla="*/ 7281279 h 10394972"/>
                  <a:gd name="connsiteX126-21247" fmla="*/ 3884155 w 10490654"/>
                  <a:gd name="connsiteY126-21248" fmla="*/ 7403480 h 10394972"/>
                  <a:gd name="connsiteX127-21249" fmla="*/ 3572499 w 10490654"/>
                  <a:gd name="connsiteY127-21250" fmla="*/ 7365450 h 10394972"/>
                  <a:gd name="connsiteX128-21251" fmla="*/ 3311236 w 10490654"/>
                  <a:gd name="connsiteY128-21252" fmla="*/ 7402390 h 10394972"/>
                  <a:gd name="connsiteX129-21253" fmla="*/ 2921540 w 10490654"/>
                  <a:gd name="connsiteY129-21254" fmla="*/ 7414475 h 10394972"/>
                  <a:gd name="connsiteX130-21255" fmla="*/ 2784763 w 10490654"/>
                  <a:gd name="connsiteY130-21256" fmla="*/ 7139153 h 10394972"/>
                  <a:gd name="connsiteX131-21257" fmla="*/ 2604654 w 10490654"/>
                  <a:gd name="connsiteY131-21258" fmla="*/ 6862062 h 10394972"/>
                  <a:gd name="connsiteX132-21259" fmla="*/ 2410691 w 10490654"/>
                  <a:gd name="connsiteY132-21260" fmla="*/ 6363299 h 10394972"/>
                  <a:gd name="connsiteX133-21261" fmla="*/ 2327563 w 10490654"/>
                  <a:gd name="connsiteY133-21262" fmla="*/ 6224753 h 10394972"/>
                  <a:gd name="connsiteX134-21263" fmla="*/ 1662545 w 10490654"/>
                  <a:gd name="connsiteY134-21264" fmla="*/ 6197044 h 10394972"/>
                  <a:gd name="connsiteX135-21265" fmla="*/ 1233054 w 10490654"/>
                  <a:gd name="connsiteY135-21266" fmla="*/ 6197044 h 10394972"/>
                  <a:gd name="connsiteX136-21267" fmla="*/ 1136072 w 10490654"/>
                  <a:gd name="connsiteY136-21268" fmla="*/ 6252462 h 10394972"/>
                  <a:gd name="connsiteX137-21269" fmla="*/ 706582 w 10490654"/>
                  <a:gd name="connsiteY137-21270" fmla="*/ 6210899 h 10394972"/>
                  <a:gd name="connsiteX138-21271" fmla="*/ 318654 w 10490654"/>
                  <a:gd name="connsiteY138-21272" fmla="*/ 6238608 h 10394972"/>
                  <a:gd name="connsiteX139-21273" fmla="*/ 96982 w 10490654"/>
                  <a:gd name="connsiteY139-21274" fmla="*/ 6391008 h 10394972"/>
                  <a:gd name="connsiteX140-21275" fmla="*/ 0 w 10490654"/>
                  <a:gd name="connsiteY140-21276" fmla="*/ 6294026 h 10394972"/>
                  <a:gd name="connsiteX141-21277" fmla="*/ 83127 w 10490654"/>
                  <a:gd name="connsiteY141-21278" fmla="*/ 6238608 h 10394972"/>
                  <a:gd name="connsiteX0-21279" fmla="*/ 83127 w 10490654"/>
                  <a:gd name="connsiteY0-21280" fmla="*/ 6238608 h 10394972"/>
                  <a:gd name="connsiteX1-21281" fmla="*/ 96982 w 10490654"/>
                  <a:gd name="connsiteY1-21282" fmla="*/ 5795262 h 10394972"/>
                  <a:gd name="connsiteX2-21283" fmla="*/ 401782 w 10490654"/>
                  <a:gd name="connsiteY2-21284" fmla="*/ 5532026 h 10394972"/>
                  <a:gd name="connsiteX3-21285" fmla="*/ 651163 w 10490654"/>
                  <a:gd name="connsiteY3-21286" fmla="*/ 5670572 h 10394972"/>
                  <a:gd name="connsiteX4-21287" fmla="*/ 858982 w 10490654"/>
                  <a:gd name="connsiteY4-21288" fmla="*/ 5504317 h 10394972"/>
                  <a:gd name="connsiteX5-21289" fmla="*/ 997527 w 10490654"/>
                  <a:gd name="connsiteY5-21290" fmla="*/ 5351917 h 10394972"/>
                  <a:gd name="connsiteX6-21291" fmla="*/ 1080654 w 10490654"/>
                  <a:gd name="connsiteY6-21292" fmla="*/ 5435044 h 10394972"/>
                  <a:gd name="connsiteX7-21293" fmla="*/ 1269312 w 10490654"/>
                  <a:gd name="connsiteY7-21294" fmla="*/ 5679710 h 10394972"/>
                  <a:gd name="connsiteX8-21295" fmla="*/ 1523116 w 10490654"/>
                  <a:gd name="connsiteY8-21296" fmla="*/ 5481030 h 10394972"/>
                  <a:gd name="connsiteX9-21297" fmla="*/ 1731818 w 10490654"/>
                  <a:gd name="connsiteY9-21298" fmla="*/ 5296499 h 10394972"/>
                  <a:gd name="connsiteX10-21299" fmla="*/ 2022763 w 10490654"/>
                  <a:gd name="connsiteY10-21300" fmla="*/ 5060972 h 10394972"/>
                  <a:gd name="connsiteX11-21301" fmla="*/ 2119745 w 10490654"/>
                  <a:gd name="connsiteY11-21302" fmla="*/ 4631481 h 10394972"/>
                  <a:gd name="connsiteX12-21303" fmla="*/ 2172511 w 10490654"/>
                  <a:gd name="connsiteY12-21304" fmla="*/ 4164848 h 10394972"/>
                  <a:gd name="connsiteX13-21305" fmla="*/ 2355272 w 10490654"/>
                  <a:gd name="connsiteY13-21306" fmla="*/ 3855626 h 10394972"/>
                  <a:gd name="connsiteX14-21307" fmla="*/ 2752497 w 10490654"/>
                  <a:gd name="connsiteY14-21308" fmla="*/ 3475092 h 10394972"/>
                  <a:gd name="connsiteX15-21309" fmla="*/ 2978727 w 10490654"/>
                  <a:gd name="connsiteY15-21310" fmla="*/ 3259881 h 10394972"/>
                  <a:gd name="connsiteX16-21311" fmla="*/ 3006436 w 10490654"/>
                  <a:gd name="connsiteY16-21312" fmla="*/ 2816535 h 10394972"/>
                  <a:gd name="connsiteX17-21313" fmla="*/ 3075709 w 10490654"/>
                  <a:gd name="connsiteY17-21314" fmla="*/ 2525590 h 10394972"/>
                  <a:gd name="connsiteX18-21315" fmla="*/ 3075709 w 10490654"/>
                  <a:gd name="connsiteY18-21316" fmla="*/ 2317772 h 10394972"/>
                  <a:gd name="connsiteX19-21317" fmla="*/ 3214254 w 10490654"/>
                  <a:gd name="connsiteY19-21318" fmla="*/ 1985262 h 10394972"/>
                  <a:gd name="connsiteX20-21319" fmla="*/ 3214254 w 10490654"/>
                  <a:gd name="connsiteY20-21320" fmla="*/ 1694317 h 10394972"/>
                  <a:gd name="connsiteX21-21321" fmla="*/ 3513454 w 10490654"/>
                  <a:gd name="connsiteY21-21322" fmla="*/ 1126281 h 10394972"/>
                  <a:gd name="connsiteX22-21323" fmla="*/ 3463636 w 10490654"/>
                  <a:gd name="connsiteY22-21324" fmla="*/ 752208 h 10394972"/>
                  <a:gd name="connsiteX23-21325" fmla="*/ 3491345 w 10490654"/>
                  <a:gd name="connsiteY23-21326" fmla="*/ 544390 h 10394972"/>
                  <a:gd name="connsiteX24-21327" fmla="*/ 3823854 w 10490654"/>
                  <a:gd name="connsiteY24-21328" fmla="*/ 184172 h 10394972"/>
                  <a:gd name="connsiteX25-21329" fmla="*/ 4017818 w 10490654"/>
                  <a:gd name="connsiteY25-21330" fmla="*/ 59481 h 10394972"/>
                  <a:gd name="connsiteX26-21331" fmla="*/ 4433454 w 10490654"/>
                  <a:gd name="connsiteY26-21332" fmla="*/ 295008 h 10394972"/>
                  <a:gd name="connsiteX27-21333" fmla="*/ 4599709 w 10490654"/>
                  <a:gd name="connsiteY27-21334" fmla="*/ 488972 h 10394972"/>
                  <a:gd name="connsiteX28-21335" fmla="*/ 5070763 w 10490654"/>
                  <a:gd name="connsiteY28-21336" fmla="*/ 544390 h 10394972"/>
                  <a:gd name="connsiteX29-21337" fmla="*/ 5391187 w 10490654"/>
                  <a:gd name="connsiteY29-21338" fmla="*/ 603639 h 10394972"/>
                  <a:gd name="connsiteX30-21339" fmla="*/ 5568642 w 10490654"/>
                  <a:gd name="connsiteY30-21340" fmla="*/ 588271 h 10394972"/>
                  <a:gd name="connsiteX31-21341" fmla="*/ 5860472 w 10490654"/>
                  <a:gd name="connsiteY31-21342" fmla="*/ 281153 h 10394972"/>
                  <a:gd name="connsiteX32-21343" fmla="*/ 6123709 w 10490654"/>
                  <a:gd name="connsiteY32-21344" fmla="*/ 322717 h 10394972"/>
                  <a:gd name="connsiteX33-21345" fmla="*/ 6541900 w 10490654"/>
                  <a:gd name="connsiteY33-21346" fmla="*/ 168233 h 10394972"/>
                  <a:gd name="connsiteX34-21347" fmla="*/ 6681722 w 10490654"/>
                  <a:gd name="connsiteY34-21348" fmla="*/ 107503 h 10394972"/>
                  <a:gd name="connsiteX35-21349" fmla="*/ 7038109 w 10490654"/>
                  <a:gd name="connsiteY35-21350" fmla="*/ 198026 h 10394972"/>
                  <a:gd name="connsiteX36-21351" fmla="*/ 7232072 w 10490654"/>
                  <a:gd name="connsiteY36-21352" fmla="*/ 17917 h 10394972"/>
                  <a:gd name="connsiteX37-21353" fmla="*/ 7379107 w 10490654"/>
                  <a:gd name="connsiteY37-21354" fmla="*/ 0 h 10394972"/>
                  <a:gd name="connsiteX38-21355" fmla="*/ 7600859 w 10490654"/>
                  <a:gd name="connsiteY38-21356" fmla="*/ 41248 h 10394972"/>
                  <a:gd name="connsiteX39-21357" fmla="*/ 7910945 w 10490654"/>
                  <a:gd name="connsiteY39-21358" fmla="*/ 128753 h 10394972"/>
                  <a:gd name="connsiteX40-21359" fmla="*/ 8312727 w 10490654"/>
                  <a:gd name="connsiteY40-21360" fmla="*/ 59481 h 10394972"/>
                  <a:gd name="connsiteX41-21361" fmla="*/ 8647005 w 10490654"/>
                  <a:gd name="connsiteY41-21362" fmla="*/ 396707 h 10394972"/>
                  <a:gd name="connsiteX42-21363" fmla="*/ 8908472 w 10490654"/>
                  <a:gd name="connsiteY42-21364" fmla="*/ 544390 h 10394972"/>
                  <a:gd name="connsiteX43-21365" fmla="*/ 9088582 w 10490654"/>
                  <a:gd name="connsiteY43-21366" fmla="*/ 447408 h 10394972"/>
                  <a:gd name="connsiteX44-21367" fmla="*/ 9351818 w 10490654"/>
                  <a:gd name="connsiteY44-21368" fmla="*/ 391990 h 10394972"/>
                  <a:gd name="connsiteX45-21369" fmla="*/ 9518072 w 10490654"/>
                  <a:gd name="connsiteY45-21370" fmla="*/ 367819 h 10394972"/>
                  <a:gd name="connsiteX46-21371" fmla="*/ 9646301 w 10490654"/>
                  <a:gd name="connsiteY46-21372" fmla="*/ 369587 h 10394972"/>
                  <a:gd name="connsiteX47-21373" fmla="*/ 10002982 w 10490654"/>
                  <a:gd name="connsiteY47-21374" fmla="*/ 793772 h 10394972"/>
                  <a:gd name="connsiteX48-21375" fmla="*/ 10238509 w 10490654"/>
                  <a:gd name="connsiteY48-21376" fmla="*/ 987735 h 10394972"/>
                  <a:gd name="connsiteX49-21377" fmla="*/ 10224654 w 10490654"/>
                  <a:gd name="connsiteY49-21378" fmla="*/ 1250972 h 10394972"/>
                  <a:gd name="connsiteX50-21379" fmla="*/ 10238509 w 10490654"/>
                  <a:gd name="connsiteY50-21380" fmla="*/ 1444935 h 10394972"/>
                  <a:gd name="connsiteX51-21381" fmla="*/ 10280072 w 10490654"/>
                  <a:gd name="connsiteY51-21382" fmla="*/ 1569626 h 10394972"/>
                  <a:gd name="connsiteX52-21383" fmla="*/ 10490654 w 10490654"/>
                  <a:gd name="connsiteY52-21384" fmla="*/ 1753897 h 10394972"/>
                  <a:gd name="connsiteX53-21385" fmla="*/ 10077929 w 10490654"/>
                  <a:gd name="connsiteY53-21386" fmla="*/ 2207269 h 10394972"/>
                  <a:gd name="connsiteX54-21387" fmla="*/ 9781309 w 10490654"/>
                  <a:gd name="connsiteY54-21388" fmla="*/ 2497881 h 10394972"/>
                  <a:gd name="connsiteX55-21389" fmla="*/ 9601200 w 10490654"/>
                  <a:gd name="connsiteY55-21390" fmla="*/ 3426135 h 10394972"/>
                  <a:gd name="connsiteX56-21391" fmla="*/ 9601200 w 10490654"/>
                  <a:gd name="connsiteY56-21392" fmla="*/ 3717081 h 10394972"/>
                  <a:gd name="connsiteX57-21393" fmla="*/ 9365672 w 10490654"/>
                  <a:gd name="connsiteY57-21394" fmla="*/ 3911044 h 10394972"/>
                  <a:gd name="connsiteX58-21395" fmla="*/ 9310254 w 10490654"/>
                  <a:gd name="connsiteY58-21396" fmla="*/ 4077299 h 10394972"/>
                  <a:gd name="connsiteX59-21397" fmla="*/ 9199418 w 10490654"/>
                  <a:gd name="connsiteY59-21398" fmla="*/ 4285117 h 10394972"/>
                  <a:gd name="connsiteX60-21399" fmla="*/ 9268691 w 10490654"/>
                  <a:gd name="connsiteY60-21400" fmla="*/ 4451372 h 10394972"/>
                  <a:gd name="connsiteX61-21401" fmla="*/ 9337963 w 10490654"/>
                  <a:gd name="connsiteY61-21402" fmla="*/ 4659190 h 10394972"/>
                  <a:gd name="connsiteX62-21403" fmla="*/ 9382180 w 10490654"/>
                  <a:gd name="connsiteY62-21404" fmla="*/ 4915057 h 10394972"/>
                  <a:gd name="connsiteX63-21405" fmla="*/ 9434945 w 10490654"/>
                  <a:gd name="connsiteY63-21406" fmla="*/ 5213372 h 10394972"/>
                  <a:gd name="connsiteX64-21407" fmla="*/ 9462654 w 10490654"/>
                  <a:gd name="connsiteY64-21408" fmla="*/ 5615153 h 10394972"/>
                  <a:gd name="connsiteX65-21409" fmla="*/ 9587345 w 10490654"/>
                  <a:gd name="connsiteY65-21410" fmla="*/ 5975372 h 10394972"/>
                  <a:gd name="connsiteX66-21411" fmla="*/ 9545782 w 10490654"/>
                  <a:gd name="connsiteY66-21412" fmla="*/ 6377153 h 10394972"/>
                  <a:gd name="connsiteX67-21413" fmla="*/ 9933709 w 10490654"/>
                  <a:gd name="connsiteY67-21414" fmla="*/ 6862062 h 10394972"/>
                  <a:gd name="connsiteX68-21415" fmla="*/ 10094363 w 10490654"/>
                  <a:gd name="connsiteY68-21416" fmla="*/ 7221396 h 10394972"/>
                  <a:gd name="connsiteX69-21417" fmla="*/ 10232908 w 10490654"/>
                  <a:gd name="connsiteY69-21418" fmla="*/ 7514995 h 10394972"/>
                  <a:gd name="connsiteX70-21419" fmla="*/ 9670472 w 10490654"/>
                  <a:gd name="connsiteY70-21420" fmla="*/ 7540935 h 10394972"/>
                  <a:gd name="connsiteX71-21421" fmla="*/ 9337963 w 10490654"/>
                  <a:gd name="connsiteY71-21422" fmla="*/ 7651772 h 10394972"/>
                  <a:gd name="connsiteX72-21423" fmla="*/ 9102436 w 10490654"/>
                  <a:gd name="connsiteY72-21424" fmla="*/ 7790317 h 10394972"/>
                  <a:gd name="connsiteX73-21425" fmla="*/ 9019309 w 10490654"/>
                  <a:gd name="connsiteY73-21426" fmla="*/ 7998135 h 10394972"/>
                  <a:gd name="connsiteX74-21427" fmla="*/ 8956730 w 10490654"/>
                  <a:gd name="connsiteY74-21428" fmla="*/ 8095117 h 10394972"/>
                  <a:gd name="connsiteX75-21429" fmla="*/ 9027559 w 10490654"/>
                  <a:gd name="connsiteY75-21430" fmla="*/ 8524608 h 10394972"/>
                  <a:gd name="connsiteX76-21431" fmla="*/ 9030673 w 10490654"/>
                  <a:gd name="connsiteY76-21432" fmla="*/ 8758112 h 10394972"/>
                  <a:gd name="connsiteX77-21433" fmla="*/ 8991600 w 10490654"/>
                  <a:gd name="connsiteY77-21434" fmla="*/ 8967953 h 10394972"/>
                  <a:gd name="connsiteX78-21435" fmla="*/ 8894618 w 10490654"/>
                  <a:gd name="connsiteY78-21436" fmla="*/ 9272753 h 10394972"/>
                  <a:gd name="connsiteX79-21437" fmla="*/ 8922327 w 10490654"/>
                  <a:gd name="connsiteY79-21438" fmla="*/ 9535990 h 10394972"/>
                  <a:gd name="connsiteX80-21439" fmla="*/ 9144000 w 10490654"/>
                  <a:gd name="connsiteY80-21440" fmla="*/ 9702244 h 10394972"/>
                  <a:gd name="connsiteX81-21441" fmla="*/ 9353374 w 10490654"/>
                  <a:gd name="connsiteY81-21442" fmla="*/ 9853088 h 10394972"/>
                  <a:gd name="connsiteX82-21443" fmla="*/ 9529903 w 10490654"/>
                  <a:gd name="connsiteY82-21444" fmla="*/ 9905081 h 10394972"/>
                  <a:gd name="connsiteX83-21445" fmla="*/ 9625328 w 10490654"/>
                  <a:gd name="connsiteY83-21446" fmla="*/ 9791132 h 10394972"/>
                  <a:gd name="connsiteX84-21447" fmla="*/ 9667359 w 10490654"/>
                  <a:gd name="connsiteY84-21448" fmla="*/ 9803430 h 10394972"/>
                  <a:gd name="connsiteX85-21449" fmla="*/ 9668916 w 10490654"/>
                  <a:gd name="connsiteY85-21450" fmla="*/ 10256426 h 10394972"/>
                  <a:gd name="connsiteX86-21451" fmla="*/ 9495500 w 10490654"/>
                  <a:gd name="connsiteY86-21452" fmla="*/ 10306085 h 10394972"/>
                  <a:gd name="connsiteX87-21453" fmla="*/ 9310254 w 10490654"/>
                  <a:gd name="connsiteY87-21454" fmla="*/ 10394972 h 10394972"/>
                  <a:gd name="connsiteX88-21455" fmla="*/ 9227127 w 10490654"/>
                  <a:gd name="connsiteY88-21456" fmla="*/ 10242572 h 10394972"/>
                  <a:gd name="connsiteX89-21457" fmla="*/ 9033163 w 10490654"/>
                  <a:gd name="connsiteY89-21458" fmla="*/ 9993190 h 10394972"/>
                  <a:gd name="connsiteX90-21459" fmla="*/ 8825345 w 10490654"/>
                  <a:gd name="connsiteY90-21460" fmla="*/ 9813081 h 10394972"/>
                  <a:gd name="connsiteX91-21461" fmla="*/ 8534400 w 10490654"/>
                  <a:gd name="connsiteY91-21462" fmla="*/ 9702244 h 10394972"/>
                  <a:gd name="connsiteX92-21463" fmla="*/ 8423563 w 10490654"/>
                  <a:gd name="connsiteY92-21464" fmla="*/ 9646826 h 10394972"/>
                  <a:gd name="connsiteX93-21465" fmla="*/ 8285018 w 10490654"/>
                  <a:gd name="connsiteY93-21466" fmla="*/ 9480572 h 10394972"/>
                  <a:gd name="connsiteX94-21467" fmla="*/ 8257309 w 10490654"/>
                  <a:gd name="connsiteY94-21468" fmla="*/ 9342026 h 10394972"/>
                  <a:gd name="connsiteX95-21469" fmla="*/ 8146472 w 10490654"/>
                  <a:gd name="connsiteY95-21470" fmla="*/ 9355881 h 10394972"/>
                  <a:gd name="connsiteX96-21471" fmla="*/ 8091054 w 10490654"/>
                  <a:gd name="connsiteY96-21472" fmla="*/ 9577553 h 10394972"/>
                  <a:gd name="connsiteX97-21473" fmla="*/ 7806336 w 10490654"/>
                  <a:gd name="connsiteY97-21474" fmla="*/ 9583313 h 10394972"/>
                  <a:gd name="connsiteX98-21475" fmla="*/ 7567694 w 10490654"/>
                  <a:gd name="connsiteY98-21476" fmla="*/ 9520112 h 10394972"/>
                  <a:gd name="connsiteX99-21477" fmla="*/ 7466043 w 10490654"/>
                  <a:gd name="connsiteY99-21478" fmla="*/ 9471387 h 10394972"/>
                  <a:gd name="connsiteX100-21479" fmla="*/ 7287491 w 10490654"/>
                  <a:gd name="connsiteY100-21480" fmla="*/ 9449904 h 10394972"/>
                  <a:gd name="connsiteX101-21481" fmla="*/ 7221797 w 10490654"/>
                  <a:gd name="connsiteY101-21482" fmla="*/ 9121910 h 10394972"/>
                  <a:gd name="connsiteX102-21483" fmla="*/ 6954982 w 10490654"/>
                  <a:gd name="connsiteY102-21484" fmla="*/ 9189626 h 10394972"/>
                  <a:gd name="connsiteX103-21485" fmla="*/ 6710737 w 10490654"/>
                  <a:gd name="connsiteY103-21486" fmla="*/ 9262013 h 10394972"/>
                  <a:gd name="connsiteX104-21487" fmla="*/ 6674777 w 10490654"/>
                  <a:gd name="connsiteY104-21488" fmla="*/ 9062912 h 10394972"/>
                  <a:gd name="connsiteX105-21489" fmla="*/ 6511636 w 10490654"/>
                  <a:gd name="connsiteY105-21490" fmla="*/ 8954099 h 10394972"/>
                  <a:gd name="connsiteX106-21491" fmla="*/ 6428509 w 10490654"/>
                  <a:gd name="connsiteY106-21492" fmla="*/ 8954099 h 10394972"/>
                  <a:gd name="connsiteX107-21493" fmla="*/ 6325922 w 10490654"/>
                  <a:gd name="connsiteY107-21494" fmla="*/ 9057307 h 10394972"/>
                  <a:gd name="connsiteX108-21495" fmla="*/ 6167763 w 10490654"/>
                  <a:gd name="connsiteY108-21496" fmla="*/ 8978227 h 10394972"/>
                  <a:gd name="connsiteX109-21497" fmla="*/ 6002132 w 10490654"/>
                  <a:gd name="connsiteY109-21498" fmla="*/ 9093734 h 10394972"/>
                  <a:gd name="connsiteX110-21499" fmla="*/ 5749636 w 10490654"/>
                  <a:gd name="connsiteY110-21500" fmla="*/ 9051081 h 10394972"/>
                  <a:gd name="connsiteX111-21501" fmla="*/ 5674760 w 10490654"/>
                  <a:gd name="connsiteY111-21502" fmla="*/ 9081904 h 10394972"/>
                  <a:gd name="connsiteX112-21503" fmla="*/ 5507415 w 10490654"/>
                  <a:gd name="connsiteY112-21504" fmla="*/ 9128137 h 10394972"/>
                  <a:gd name="connsiteX113-21505" fmla="*/ 5505859 w 10490654"/>
                  <a:gd name="connsiteY113-21506" fmla="*/ 8870972 h 10394972"/>
                  <a:gd name="connsiteX114-21507" fmla="*/ 5505857 w 10490654"/>
                  <a:gd name="connsiteY114-21508" fmla="*/ 8634977 h 10394972"/>
                  <a:gd name="connsiteX115-21509" fmla="*/ 5336024 w 10490654"/>
                  <a:gd name="connsiteY115-21510" fmla="*/ 8333292 h 10394972"/>
                  <a:gd name="connsiteX116-21511" fmla="*/ 5230324 w 10490654"/>
                  <a:gd name="connsiteY116-21512" fmla="*/ 8082820 h 10394972"/>
                  <a:gd name="connsiteX117-21513" fmla="*/ 5317031 w 10490654"/>
                  <a:gd name="connsiteY117-21514" fmla="*/ 7610208 h 10394972"/>
                  <a:gd name="connsiteX118-21515" fmla="*/ 5201059 w 10490654"/>
                  <a:gd name="connsiteY118-21516" fmla="*/ 7320352 h 10394972"/>
                  <a:gd name="connsiteX119-21517" fmla="*/ 5250872 w 10490654"/>
                  <a:gd name="connsiteY119-21518" fmla="*/ 7069881 h 10394972"/>
                  <a:gd name="connsiteX120-21519" fmla="*/ 5245735 w 10490654"/>
                  <a:gd name="connsiteY120-21520" fmla="*/ 7018665 h 10394972"/>
                  <a:gd name="connsiteX121-21521" fmla="*/ 4577603 w 10490654"/>
                  <a:gd name="connsiteY121-21522" fmla="*/ 7013996 h 10394972"/>
                  <a:gd name="connsiteX122-21523" fmla="*/ 4528412 w 10490654"/>
                  <a:gd name="connsiteY122-21524" fmla="*/ 6840580 h 10394972"/>
                  <a:gd name="connsiteX123-21525" fmla="*/ 4038834 w 10490654"/>
                  <a:gd name="connsiteY123-21526" fmla="*/ 6816452 h 10394972"/>
                  <a:gd name="connsiteX124-21527" fmla="*/ 3976254 w 10490654"/>
                  <a:gd name="connsiteY124-21528" fmla="*/ 7069881 h 10394972"/>
                  <a:gd name="connsiteX125-21529" fmla="*/ 3932667 w 10490654"/>
                  <a:gd name="connsiteY125-21530" fmla="*/ 7281279 h 10394972"/>
                  <a:gd name="connsiteX126-21531" fmla="*/ 3884155 w 10490654"/>
                  <a:gd name="connsiteY126-21532" fmla="*/ 7403480 h 10394972"/>
                  <a:gd name="connsiteX127-21533" fmla="*/ 3572499 w 10490654"/>
                  <a:gd name="connsiteY127-21534" fmla="*/ 7365450 h 10394972"/>
                  <a:gd name="connsiteX128-21535" fmla="*/ 3311236 w 10490654"/>
                  <a:gd name="connsiteY128-21536" fmla="*/ 7402390 h 10394972"/>
                  <a:gd name="connsiteX129-21537" fmla="*/ 2921540 w 10490654"/>
                  <a:gd name="connsiteY129-21538" fmla="*/ 7414475 h 10394972"/>
                  <a:gd name="connsiteX130-21539" fmla="*/ 2784763 w 10490654"/>
                  <a:gd name="connsiteY130-21540" fmla="*/ 7139153 h 10394972"/>
                  <a:gd name="connsiteX131-21541" fmla="*/ 2604654 w 10490654"/>
                  <a:gd name="connsiteY131-21542" fmla="*/ 6862062 h 10394972"/>
                  <a:gd name="connsiteX132-21543" fmla="*/ 2410691 w 10490654"/>
                  <a:gd name="connsiteY132-21544" fmla="*/ 6363299 h 10394972"/>
                  <a:gd name="connsiteX133-21545" fmla="*/ 2327563 w 10490654"/>
                  <a:gd name="connsiteY133-21546" fmla="*/ 6224753 h 10394972"/>
                  <a:gd name="connsiteX134-21547" fmla="*/ 1662545 w 10490654"/>
                  <a:gd name="connsiteY134-21548" fmla="*/ 6197044 h 10394972"/>
                  <a:gd name="connsiteX135-21549" fmla="*/ 1233054 w 10490654"/>
                  <a:gd name="connsiteY135-21550" fmla="*/ 6197044 h 10394972"/>
                  <a:gd name="connsiteX136-21551" fmla="*/ 1136072 w 10490654"/>
                  <a:gd name="connsiteY136-21552" fmla="*/ 6252462 h 10394972"/>
                  <a:gd name="connsiteX137-21553" fmla="*/ 706582 w 10490654"/>
                  <a:gd name="connsiteY137-21554" fmla="*/ 6210899 h 10394972"/>
                  <a:gd name="connsiteX138-21555" fmla="*/ 318654 w 10490654"/>
                  <a:gd name="connsiteY138-21556" fmla="*/ 6238608 h 10394972"/>
                  <a:gd name="connsiteX139-21557" fmla="*/ 96982 w 10490654"/>
                  <a:gd name="connsiteY139-21558" fmla="*/ 6391008 h 10394972"/>
                  <a:gd name="connsiteX140-21559" fmla="*/ 0 w 10490654"/>
                  <a:gd name="connsiteY140-21560" fmla="*/ 6294026 h 10394972"/>
                  <a:gd name="connsiteX141-21561" fmla="*/ 83127 w 10490654"/>
                  <a:gd name="connsiteY141-21562" fmla="*/ 6238608 h 10394972"/>
                  <a:gd name="connsiteX0-21563" fmla="*/ 83127 w 10490654"/>
                  <a:gd name="connsiteY0-21564" fmla="*/ 6238608 h 10394972"/>
                  <a:gd name="connsiteX1-21565" fmla="*/ 96982 w 10490654"/>
                  <a:gd name="connsiteY1-21566" fmla="*/ 5795262 h 10394972"/>
                  <a:gd name="connsiteX2-21567" fmla="*/ 401782 w 10490654"/>
                  <a:gd name="connsiteY2-21568" fmla="*/ 5532026 h 10394972"/>
                  <a:gd name="connsiteX3-21569" fmla="*/ 651163 w 10490654"/>
                  <a:gd name="connsiteY3-21570" fmla="*/ 5670572 h 10394972"/>
                  <a:gd name="connsiteX4-21571" fmla="*/ 858982 w 10490654"/>
                  <a:gd name="connsiteY4-21572" fmla="*/ 5504317 h 10394972"/>
                  <a:gd name="connsiteX5-21573" fmla="*/ 997527 w 10490654"/>
                  <a:gd name="connsiteY5-21574" fmla="*/ 5351917 h 10394972"/>
                  <a:gd name="connsiteX6-21575" fmla="*/ 1080654 w 10490654"/>
                  <a:gd name="connsiteY6-21576" fmla="*/ 5435044 h 10394972"/>
                  <a:gd name="connsiteX7-21577" fmla="*/ 1269312 w 10490654"/>
                  <a:gd name="connsiteY7-21578" fmla="*/ 5679710 h 10394972"/>
                  <a:gd name="connsiteX8-21579" fmla="*/ 1523116 w 10490654"/>
                  <a:gd name="connsiteY8-21580" fmla="*/ 5481030 h 10394972"/>
                  <a:gd name="connsiteX9-21581" fmla="*/ 1731818 w 10490654"/>
                  <a:gd name="connsiteY9-21582" fmla="*/ 5296499 h 10394972"/>
                  <a:gd name="connsiteX10-21583" fmla="*/ 2022763 w 10490654"/>
                  <a:gd name="connsiteY10-21584" fmla="*/ 5060972 h 10394972"/>
                  <a:gd name="connsiteX11-21585" fmla="*/ 2119745 w 10490654"/>
                  <a:gd name="connsiteY11-21586" fmla="*/ 4631481 h 10394972"/>
                  <a:gd name="connsiteX12-21587" fmla="*/ 2172511 w 10490654"/>
                  <a:gd name="connsiteY12-21588" fmla="*/ 4164848 h 10394972"/>
                  <a:gd name="connsiteX13-21589" fmla="*/ 2355272 w 10490654"/>
                  <a:gd name="connsiteY13-21590" fmla="*/ 3855626 h 10394972"/>
                  <a:gd name="connsiteX14-21591" fmla="*/ 2752497 w 10490654"/>
                  <a:gd name="connsiteY14-21592" fmla="*/ 3475092 h 10394972"/>
                  <a:gd name="connsiteX15-21593" fmla="*/ 2978727 w 10490654"/>
                  <a:gd name="connsiteY15-21594" fmla="*/ 3259881 h 10394972"/>
                  <a:gd name="connsiteX16-21595" fmla="*/ 3006436 w 10490654"/>
                  <a:gd name="connsiteY16-21596" fmla="*/ 2816535 h 10394972"/>
                  <a:gd name="connsiteX17-21597" fmla="*/ 3075709 w 10490654"/>
                  <a:gd name="connsiteY17-21598" fmla="*/ 2525590 h 10394972"/>
                  <a:gd name="connsiteX18-21599" fmla="*/ 3075709 w 10490654"/>
                  <a:gd name="connsiteY18-21600" fmla="*/ 2317772 h 10394972"/>
                  <a:gd name="connsiteX19-21601" fmla="*/ 3214254 w 10490654"/>
                  <a:gd name="connsiteY19-21602" fmla="*/ 1985262 h 10394972"/>
                  <a:gd name="connsiteX20-21603" fmla="*/ 3214254 w 10490654"/>
                  <a:gd name="connsiteY20-21604" fmla="*/ 1694317 h 10394972"/>
                  <a:gd name="connsiteX21-21605" fmla="*/ 3513454 w 10490654"/>
                  <a:gd name="connsiteY21-21606" fmla="*/ 1126281 h 10394972"/>
                  <a:gd name="connsiteX22-21607" fmla="*/ 3463636 w 10490654"/>
                  <a:gd name="connsiteY22-21608" fmla="*/ 752208 h 10394972"/>
                  <a:gd name="connsiteX23-21609" fmla="*/ 3491345 w 10490654"/>
                  <a:gd name="connsiteY23-21610" fmla="*/ 544390 h 10394972"/>
                  <a:gd name="connsiteX24-21611" fmla="*/ 3823854 w 10490654"/>
                  <a:gd name="connsiteY24-21612" fmla="*/ 184172 h 10394972"/>
                  <a:gd name="connsiteX25-21613" fmla="*/ 4017818 w 10490654"/>
                  <a:gd name="connsiteY25-21614" fmla="*/ 59481 h 10394972"/>
                  <a:gd name="connsiteX26-21615" fmla="*/ 4433454 w 10490654"/>
                  <a:gd name="connsiteY26-21616" fmla="*/ 295008 h 10394972"/>
                  <a:gd name="connsiteX27-21617" fmla="*/ 4599709 w 10490654"/>
                  <a:gd name="connsiteY27-21618" fmla="*/ 488972 h 10394972"/>
                  <a:gd name="connsiteX28-21619" fmla="*/ 5070763 w 10490654"/>
                  <a:gd name="connsiteY28-21620" fmla="*/ 544390 h 10394972"/>
                  <a:gd name="connsiteX29-21621" fmla="*/ 5391187 w 10490654"/>
                  <a:gd name="connsiteY29-21622" fmla="*/ 603639 h 10394972"/>
                  <a:gd name="connsiteX30-21623" fmla="*/ 5568642 w 10490654"/>
                  <a:gd name="connsiteY30-21624" fmla="*/ 588271 h 10394972"/>
                  <a:gd name="connsiteX31-21625" fmla="*/ 5860472 w 10490654"/>
                  <a:gd name="connsiteY31-21626" fmla="*/ 281153 h 10394972"/>
                  <a:gd name="connsiteX32-21627" fmla="*/ 6123709 w 10490654"/>
                  <a:gd name="connsiteY32-21628" fmla="*/ 322717 h 10394972"/>
                  <a:gd name="connsiteX33-21629" fmla="*/ 6541900 w 10490654"/>
                  <a:gd name="connsiteY33-21630" fmla="*/ 168233 h 10394972"/>
                  <a:gd name="connsiteX34-21631" fmla="*/ 6681722 w 10490654"/>
                  <a:gd name="connsiteY34-21632" fmla="*/ 107503 h 10394972"/>
                  <a:gd name="connsiteX35-21633" fmla="*/ 7011678 w 10490654"/>
                  <a:gd name="connsiteY35-21634" fmla="*/ 198026 h 10394972"/>
                  <a:gd name="connsiteX36-21635" fmla="*/ 7232072 w 10490654"/>
                  <a:gd name="connsiteY36-21636" fmla="*/ 17917 h 10394972"/>
                  <a:gd name="connsiteX37-21637" fmla="*/ 7379107 w 10490654"/>
                  <a:gd name="connsiteY37-21638" fmla="*/ 0 h 10394972"/>
                  <a:gd name="connsiteX38-21639" fmla="*/ 7600859 w 10490654"/>
                  <a:gd name="connsiteY38-21640" fmla="*/ 41248 h 10394972"/>
                  <a:gd name="connsiteX39-21641" fmla="*/ 7910945 w 10490654"/>
                  <a:gd name="connsiteY39-21642" fmla="*/ 128753 h 10394972"/>
                  <a:gd name="connsiteX40-21643" fmla="*/ 8312727 w 10490654"/>
                  <a:gd name="connsiteY40-21644" fmla="*/ 59481 h 10394972"/>
                  <a:gd name="connsiteX41-21645" fmla="*/ 8647005 w 10490654"/>
                  <a:gd name="connsiteY41-21646" fmla="*/ 396707 h 10394972"/>
                  <a:gd name="connsiteX42-21647" fmla="*/ 8908472 w 10490654"/>
                  <a:gd name="connsiteY42-21648" fmla="*/ 544390 h 10394972"/>
                  <a:gd name="connsiteX43-21649" fmla="*/ 9088582 w 10490654"/>
                  <a:gd name="connsiteY43-21650" fmla="*/ 447408 h 10394972"/>
                  <a:gd name="connsiteX44-21651" fmla="*/ 9351818 w 10490654"/>
                  <a:gd name="connsiteY44-21652" fmla="*/ 391990 h 10394972"/>
                  <a:gd name="connsiteX45-21653" fmla="*/ 9518072 w 10490654"/>
                  <a:gd name="connsiteY45-21654" fmla="*/ 367819 h 10394972"/>
                  <a:gd name="connsiteX46-21655" fmla="*/ 9646301 w 10490654"/>
                  <a:gd name="connsiteY46-21656" fmla="*/ 369587 h 10394972"/>
                  <a:gd name="connsiteX47-21657" fmla="*/ 10002982 w 10490654"/>
                  <a:gd name="connsiteY47-21658" fmla="*/ 793772 h 10394972"/>
                  <a:gd name="connsiteX48-21659" fmla="*/ 10238509 w 10490654"/>
                  <a:gd name="connsiteY48-21660" fmla="*/ 987735 h 10394972"/>
                  <a:gd name="connsiteX49-21661" fmla="*/ 10224654 w 10490654"/>
                  <a:gd name="connsiteY49-21662" fmla="*/ 1250972 h 10394972"/>
                  <a:gd name="connsiteX50-21663" fmla="*/ 10238509 w 10490654"/>
                  <a:gd name="connsiteY50-21664" fmla="*/ 1444935 h 10394972"/>
                  <a:gd name="connsiteX51-21665" fmla="*/ 10280072 w 10490654"/>
                  <a:gd name="connsiteY51-21666" fmla="*/ 1569626 h 10394972"/>
                  <a:gd name="connsiteX52-21667" fmla="*/ 10490654 w 10490654"/>
                  <a:gd name="connsiteY52-21668" fmla="*/ 1753897 h 10394972"/>
                  <a:gd name="connsiteX53-21669" fmla="*/ 10077929 w 10490654"/>
                  <a:gd name="connsiteY53-21670" fmla="*/ 2207269 h 10394972"/>
                  <a:gd name="connsiteX54-21671" fmla="*/ 9781309 w 10490654"/>
                  <a:gd name="connsiteY54-21672" fmla="*/ 2497881 h 10394972"/>
                  <a:gd name="connsiteX55-21673" fmla="*/ 9601200 w 10490654"/>
                  <a:gd name="connsiteY55-21674" fmla="*/ 3426135 h 10394972"/>
                  <a:gd name="connsiteX56-21675" fmla="*/ 9601200 w 10490654"/>
                  <a:gd name="connsiteY56-21676" fmla="*/ 3717081 h 10394972"/>
                  <a:gd name="connsiteX57-21677" fmla="*/ 9365672 w 10490654"/>
                  <a:gd name="connsiteY57-21678" fmla="*/ 3911044 h 10394972"/>
                  <a:gd name="connsiteX58-21679" fmla="*/ 9310254 w 10490654"/>
                  <a:gd name="connsiteY58-21680" fmla="*/ 4077299 h 10394972"/>
                  <a:gd name="connsiteX59-21681" fmla="*/ 9199418 w 10490654"/>
                  <a:gd name="connsiteY59-21682" fmla="*/ 4285117 h 10394972"/>
                  <a:gd name="connsiteX60-21683" fmla="*/ 9268691 w 10490654"/>
                  <a:gd name="connsiteY60-21684" fmla="*/ 4451372 h 10394972"/>
                  <a:gd name="connsiteX61-21685" fmla="*/ 9337963 w 10490654"/>
                  <a:gd name="connsiteY61-21686" fmla="*/ 4659190 h 10394972"/>
                  <a:gd name="connsiteX62-21687" fmla="*/ 9382180 w 10490654"/>
                  <a:gd name="connsiteY62-21688" fmla="*/ 4915057 h 10394972"/>
                  <a:gd name="connsiteX63-21689" fmla="*/ 9434945 w 10490654"/>
                  <a:gd name="connsiteY63-21690" fmla="*/ 5213372 h 10394972"/>
                  <a:gd name="connsiteX64-21691" fmla="*/ 9462654 w 10490654"/>
                  <a:gd name="connsiteY64-21692" fmla="*/ 5615153 h 10394972"/>
                  <a:gd name="connsiteX65-21693" fmla="*/ 9587345 w 10490654"/>
                  <a:gd name="connsiteY65-21694" fmla="*/ 5975372 h 10394972"/>
                  <a:gd name="connsiteX66-21695" fmla="*/ 9545782 w 10490654"/>
                  <a:gd name="connsiteY66-21696" fmla="*/ 6377153 h 10394972"/>
                  <a:gd name="connsiteX67-21697" fmla="*/ 9933709 w 10490654"/>
                  <a:gd name="connsiteY67-21698" fmla="*/ 6862062 h 10394972"/>
                  <a:gd name="connsiteX68-21699" fmla="*/ 10094363 w 10490654"/>
                  <a:gd name="connsiteY68-21700" fmla="*/ 7221396 h 10394972"/>
                  <a:gd name="connsiteX69-21701" fmla="*/ 10232908 w 10490654"/>
                  <a:gd name="connsiteY69-21702" fmla="*/ 7514995 h 10394972"/>
                  <a:gd name="connsiteX70-21703" fmla="*/ 9670472 w 10490654"/>
                  <a:gd name="connsiteY70-21704" fmla="*/ 7540935 h 10394972"/>
                  <a:gd name="connsiteX71-21705" fmla="*/ 9337963 w 10490654"/>
                  <a:gd name="connsiteY71-21706" fmla="*/ 7651772 h 10394972"/>
                  <a:gd name="connsiteX72-21707" fmla="*/ 9102436 w 10490654"/>
                  <a:gd name="connsiteY72-21708" fmla="*/ 7790317 h 10394972"/>
                  <a:gd name="connsiteX73-21709" fmla="*/ 9019309 w 10490654"/>
                  <a:gd name="connsiteY73-21710" fmla="*/ 7998135 h 10394972"/>
                  <a:gd name="connsiteX74-21711" fmla="*/ 8956730 w 10490654"/>
                  <a:gd name="connsiteY74-21712" fmla="*/ 8095117 h 10394972"/>
                  <a:gd name="connsiteX75-21713" fmla="*/ 9027559 w 10490654"/>
                  <a:gd name="connsiteY75-21714" fmla="*/ 8524608 h 10394972"/>
                  <a:gd name="connsiteX76-21715" fmla="*/ 9030673 w 10490654"/>
                  <a:gd name="connsiteY76-21716" fmla="*/ 8758112 h 10394972"/>
                  <a:gd name="connsiteX77-21717" fmla="*/ 8991600 w 10490654"/>
                  <a:gd name="connsiteY77-21718" fmla="*/ 8967953 h 10394972"/>
                  <a:gd name="connsiteX78-21719" fmla="*/ 8894618 w 10490654"/>
                  <a:gd name="connsiteY78-21720" fmla="*/ 9272753 h 10394972"/>
                  <a:gd name="connsiteX79-21721" fmla="*/ 8922327 w 10490654"/>
                  <a:gd name="connsiteY79-21722" fmla="*/ 9535990 h 10394972"/>
                  <a:gd name="connsiteX80-21723" fmla="*/ 9144000 w 10490654"/>
                  <a:gd name="connsiteY80-21724" fmla="*/ 9702244 h 10394972"/>
                  <a:gd name="connsiteX81-21725" fmla="*/ 9353374 w 10490654"/>
                  <a:gd name="connsiteY81-21726" fmla="*/ 9853088 h 10394972"/>
                  <a:gd name="connsiteX82-21727" fmla="*/ 9529903 w 10490654"/>
                  <a:gd name="connsiteY82-21728" fmla="*/ 9905081 h 10394972"/>
                  <a:gd name="connsiteX83-21729" fmla="*/ 9625328 w 10490654"/>
                  <a:gd name="connsiteY83-21730" fmla="*/ 9791132 h 10394972"/>
                  <a:gd name="connsiteX84-21731" fmla="*/ 9667359 w 10490654"/>
                  <a:gd name="connsiteY84-21732" fmla="*/ 9803430 h 10394972"/>
                  <a:gd name="connsiteX85-21733" fmla="*/ 9668916 w 10490654"/>
                  <a:gd name="connsiteY85-21734" fmla="*/ 10256426 h 10394972"/>
                  <a:gd name="connsiteX86-21735" fmla="*/ 9495500 w 10490654"/>
                  <a:gd name="connsiteY86-21736" fmla="*/ 10306085 h 10394972"/>
                  <a:gd name="connsiteX87-21737" fmla="*/ 9310254 w 10490654"/>
                  <a:gd name="connsiteY87-21738" fmla="*/ 10394972 h 10394972"/>
                  <a:gd name="connsiteX88-21739" fmla="*/ 9227127 w 10490654"/>
                  <a:gd name="connsiteY88-21740" fmla="*/ 10242572 h 10394972"/>
                  <a:gd name="connsiteX89-21741" fmla="*/ 9033163 w 10490654"/>
                  <a:gd name="connsiteY89-21742" fmla="*/ 9993190 h 10394972"/>
                  <a:gd name="connsiteX90-21743" fmla="*/ 8825345 w 10490654"/>
                  <a:gd name="connsiteY90-21744" fmla="*/ 9813081 h 10394972"/>
                  <a:gd name="connsiteX91-21745" fmla="*/ 8534400 w 10490654"/>
                  <a:gd name="connsiteY91-21746" fmla="*/ 9702244 h 10394972"/>
                  <a:gd name="connsiteX92-21747" fmla="*/ 8423563 w 10490654"/>
                  <a:gd name="connsiteY92-21748" fmla="*/ 9646826 h 10394972"/>
                  <a:gd name="connsiteX93-21749" fmla="*/ 8285018 w 10490654"/>
                  <a:gd name="connsiteY93-21750" fmla="*/ 9480572 h 10394972"/>
                  <a:gd name="connsiteX94-21751" fmla="*/ 8257309 w 10490654"/>
                  <a:gd name="connsiteY94-21752" fmla="*/ 9342026 h 10394972"/>
                  <a:gd name="connsiteX95-21753" fmla="*/ 8146472 w 10490654"/>
                  <a:gd name="connsiteY95-21754" fmla="*/ 9355881 h 10394972"/>
                  <a:gd name="connsiteX96-21755" fmla="*/ 8091054 w 10490654"/>
                  <a:gd name="connsiteY96-21756" fmla="*/ 9577553 h 10394972"/>
                  <a:gd name="connsiteX97-21757" fmla="*/ 7806336 w 10490654"/>
                  <a:gd name="connsiteY97-21758" fmla="*/ 9583313 h 10394972"/>
                  <a:gd name="connsiteX98-21759" fmla="*/ 7567694 w 10490654"/>
                  <a:gd name="connsiteY98-21760" fmla="*/ 9520112 h 10394972"/>
                  <a:gd name="connsiteX99-21761" fmla="*/ 7466043 w 10490654"/>
                  <a:gd name="connsiteY99-21762" fmla="*/ 9471387 h 10394972"/>
                  <a:gd name="connsiteX100-21763" fmla="*/ 7287491 w 10490654"/>
                  <a:gd name="connsiteY100-21764" fmla="*/ 9449904 h 10394972"/>
                  <a:gd name="connsiteX101-21765" fmla="*/ 7221797 w 10490654"/>
                  <a:gd name="connsiteY101-21766" fmla="*/ 9121910 h 10394972"/>
                  <a:gd name="connsiteX102-21767" fmla="*/ 6954982 w 10490654"/>
                  <a:gd name="connsiteY102-21768" fmla="*/ 9189626 h 10394972"/>
                  <a:gd name="connsiteX103-21769" fmla="*/ 6710737 w 10490654"/>
                  <a:gd name="connsiteY103-21770" fmla="*/ 9262013 h 10394972"/>
                  <a:gd name="connsiteX104-21771" fmla="*/ 6674777 w 10490654"/>
                  <a:gd name="connsiteY104-21772" fmla="*/ 9062912 h 10394972"/>
                  <a:gd name="connsiteX105-21773" fmla="*/ 6511636 w 10490654"/>
                  <a:gd name="connsiteY105-21774" fmla="*/ 8954099 h 10394972"/>
                  <a:gd name="connsiteX106-21775" fmla="*/ 6428509 w 10490654"/>
                  <a:gd name="connsiteY106-21776" fmla="*/ 8954099 h 10394972"/>
                  <a:gd name="connsiteX107-21777" fmla="*/ 6325922 w 10490654"/>
                  <a:gd name="connsiteY107-21778" fmla="*/ 9057307 h 10394972"/>
                  <a:gd name="connsiteX108-21779" fmla="*/ 6167763 w 10490654"/>
                  <a:gd name="connsiteY108-21780" fmla="*/ 8978227 h 10394972"/>
                  <a:gd name="connsiteX109-21781" fmla="*/ 6002132 w 10490654"/>
                  <a:gd name="connsiteY109-21782" fmla="*/ 9093734 h 10394972"/>
                  <a:gd name="connsiteX110-21783" fmla="*/ 5749636 w 10490654"/>
                  <a:gd name="connsiteY110-21784" fmla="*/ 9051081 h 10394972"/>
                  <a:gd name="connsiteX111-21785" fmla="*/ 5674760 w 10490654"/>
                  <a:gd name="connsiteY111-21786" fmla="*/ 9081904 h 10394972"/>
                  <a:gd name="connsiteX112-21787" fmla="*/ 5507415 w 10490654"/>
                  <a:gd name="connsiteY112-21788" fmla="*/ 9128137 h 10394972"/>
                  <a:gd name="connsiteX113-21789" fmla="*/ 5505859 w 10490654"/>
                  <a:gd name="connsiteY113-21790" fmla="*/ 8870972 h 10394972"/>
                  <a:gd name="connsiteX114-21791" fmla="*/ 5505857 w 10490654"/>
                  <a:gd name="connsiteY114-21792" fmla="*/ 8634977 h 10394972"/>
                  <a:gd name="connsiteX115-21793" fmla="*/ 5336024 w 10490654"/>
                  <a:gd name="connsiteY115-21794" fmla="*/ 8333292 h 10394972"/>
                  <a:gd name="connsiteX116-21795" fmla="*/ 5230324 w 10490654"/>
                  <a:gd name="connsiteY116-21796" fmla="*/ 8082820 h 10394972"/>
                  <a:gd name="connsiteX117-21797" fmla="*/ 5317031 w 10490654"/>
                  <a:gd name="connsiteY117-21798" fmla="*/ 7610208 h 10394972"/>
                  <a:gd name="connsiteX118-21799" fmla="*/ 5201059 w 10490654"/>
                  <a:gd name="connsiteY118-21800" fmla="*/ 7320352 h 10394972"/>
                  <a:gd name="connsiteX119-21801" fmla="*/ 5250872 w 10490654"/>
                  <a:gd name="connsiteY119-21802" fmla="*/ 7069881 h 10394972"/>
                  <a:gd name="connsiteX120-21803" fmla="*/ 5245735 w 10490654"/>
                  <a:gd name="connsiteY120-21804" fmla="*/ 7018665 h 10394972"/>
                  <a:gd name="connsiteX121-21805" fmla="*/ 4577603 w 10490654"/>
                  <a:gd name="connsiteY121-21806" fmla="*/ 7013996 h 10394972"/>
                  <a:gd name="connsiteX122-21807" fmla="*/ 4528412 w 10490654"/>
                  <a:gd name="connsiteY122-21808" fmla="*/ 6840580 h 10394972"/>
                  <a:gd name="connsiteX123-21809" fmla="*/ 4038834 w 10490654"/>
                  <a:gd name="connsiteY123-21810" fmla="*/ 6816452 h 10394972"/>
                  <a:gd name="connsiteX124-21811" fmla="*/ 3976254 w 10490654"/>
                  <a:gd name="connsiteY124-21812" fmla="*/ 7069881 h 10394972"/>
                  <a:gd name="connsiteX125-21813" fmla="*/ 3932667 w 10490654"/>
                  <a:gd name="connsiteY125-21814" fmla="*/ 7281279 h 10394972"/>
                  <a:gd name="connsiteX126-21815" fmla="*/ 3884155 w 10490654"/>
                  <a:gd name="connsiteY126-21816" fmla="*/ 7403480 h 10394972"/>
                  <a:gd name="connsiteX127-21817" fmla="*/ 3572499 w 10490654"/>
                  <a:gd name="connsiteY127-21818" fmla="*/ 7365450 h 10394972"/>
                  <a:gd name="connsiteX128-21819" fmla="*/ 3311236 w 10490654"/>
                  <a:gd name="connsiteY128-21820" fmla="*/ 7402390 h 10394972"/>
                  <a:gd name="connsiteX129-21821" fmla="*/ 2921540 w 10490654"/>
                  <a:gd name="connsiteY129-21822" fmla="*/ 7414475 h 10394972"/>
                  <a:gd name="connsiteX130-21823" fmla="*/ 2784763 w 10490654"/>
                  <a:gd name="connsiteY130-21824" fmla="*/ 7139153 h 10394972"/>
                  <a:gd name="connsiteX131-21825" fmla="*/ 2604654 w 10490654"/>
                  <a:gd name="connsiteY131-21826" fmla="*/ 6862062 h 10394972"/>
                  <a:gd name="connsiteX132-21827" fmla="*/ 2410691 w 10490654"/>
                  <a:gd name="connsiteY132-21828" fmla="*/ 6363299 h 10394972"/>
                  <a:gd name="connsiteX133-21829" fmla="*/ 2327563 w 10490654"/>
                  <a:gd name="connsiteY133-21830" fmla="*/ 6224753 h 10394972"/>
                  <a:gd name="connsiteX134-21831" fmla="*/ 1662545 w 10490654"/>
                  <a:gd name="connsiteY134-21832" fmla="*/ 6197044 h 10394972"/>
                  <a:gd name="connsiteX135-21833" fmla="*/ 1233054 w 10490654"/>
                  <a:gd name="connsiteY135-21834" fmla="*/ 6197044 h 10394972"/>
                  <a:gd name="connsiteX136-21835" fmla="*/ 1136072 w 10490654"/>
                  <a:gd name="connsiteY136-21836" fmla="*/ 6252462 h 10394972"/>
                  <a:gd name="connsiteX137-21837" fmla="*/ 706582 w 10490654"/>
                  <a:gd name="connsiteY137-21838" fmla="*/ 6210899 h 10394972"/>
                  <a:gd name="connsiteX138-21839" fmla="*/ 318654 w 10490654"/>
                  <a:gd name="connsiteY138-21840" fmla="*/ 6238608 h 10394972"/>
                  <a:gd name="connsiteX139-21841" fmla="*/ 96982 w 10490654"/>
                  <a:gd name="connsiteY139-21842" fmla="*/ 6391008 h 10394972"/>
                  <a:gd name="connsiteX140-21843" fmla="*/ 0 w 10490654"/>
                  <a:gd name="connsiteY140-21844" fmla="*/ 6294026 h 10394972"/>
                  <a:gd name="connsiteX141-21845" fmla="*/ 83127 w 10490654"/>
                  <a:gd name="connsiteY141-21846" fmla="*/ 6238608 h 10394972"/>
                  <a:gd name="connsiteX0-21847" fmla="*/ 83127 w 10490654"/>
                  <a:gd name="connsiteY0-21848" fmla="*/ 6238608 h 10394972"/>
                  <a:gd name="connsiteX1-21849" fmla="*/ 96982 w 10490654"/>
                  <a:gd name="connsiteY1-21850" fmla="*/ 5795262 h 10394972"/>
                  <a:gd name="connsiteX2-21851" fmla="*/ 401782 w 10490654"/>
                  <a:gd name="connsiteY2-21852" fmla="*/ 5532026 h 10394972"/>
                  <a:gd name="connsiteX3-21853" fmla="*/ 651163 w 10490654"/>
                  <a:gd name="connsiteY3-21854" fmla="*/ 5670572 h 10394972"/>
                  <a:gd name="connsiteX4-21855" fmla="*/ 858982 w 10490654"/>
                  <a:gd name="connsiteY4-21856" fmla="*/ 5504317 h 10394972"/>
                  <a:gd name="connsiteX5-21857" fmla="*/ 997527 w 10490654"/>
                  <a:gd name="connsiteY5-21858" fmla="*/ 5351917 h 10394972"/>
                  <a:gd name="connsiteX6-21859" fmla="*/ 1080654 w 10490654"/>
                  <a:gd name="connsiteY6-21860" fmla="*/ 5435044 h 10394972"/>
                  <a:gd name="connsiteX7-21861" fmla="*/ 1269312 w 10490654"/>
                  <a:gd name="connsiteY7-21862" fmla="*/ 5679710 h 10394972"/>
                  <a:gd name="connsiteX8-21863" fmla="*/ 1523116 w 10490654"/>
                  <a:gd name="connsiteY8-21864" fmla="*/ 5481030 h 10394972"/>
                  <a:gd name="connsiteX9-21865" fmla="*/ 1731818 w 10490654"/>
                  <a:gd name="connsiteY9-21866" fmla="*/ 5296499 h 10394972"/>
                  <a:gd name="connsiteX10-21867" fmla="*/ 2022763 w 10490654"/>
                  <a:gd name="connsiteY10-21868" fmla="*/ 5060972 h 10394972"/>
                  <a:gd name="connsiteX11-21869" fmla="*/ 2119745 w 10490654"/>
                  <a:gd name="connsiteY11-21870" fmla="*/ 4631481 h 10394972"/>
                  <a:gd name="connsiteX12-21871" fmla="*/ 2172511 w 10490654"/>
                  <a:gd name="connsiteY12-21872" fmla="*/ 4164848 h 10394972"/>
                  <a:gd name="connsiteX13-21873" fmla="*/ 2355272 w 10490654"/>
                  <a:gd name="connsiteY13-21874" fmla="*/ 3855626 h 10394972"/>
                  <a:gd name="connsiteX14-21875" fmla="*/ 2752497 w 10490654"/>
                  <a:gd name="connsiteY14-21876" fmla="*/ 3475092 h 10394972"/>
                  <a:gd name="connsiteX15-21877" fmla="*/ 2978727 w 10490654"/>
                  <a:gd name="connsiteY15-21878" fmla="*/ 3259881 h 10394972"/>
                  <a:gd name="connsiteX16-21879" fmla="*/ 3006436 w 10490654"/>
                  <a:gd name="connsiteY16-21880" fmla="*/ 2816535 h 10394972"/>
                  <a:gd name="connsiteX17-21881" fmla="*/ 3075709 w 10490654"/>
                  <a:gd name="connsiteY17-21882" fmla="*/ 2525590 h 10394972"/>
                  <a:gd name="connsiteX18-21883" fmla="*/ 3075709 w 10490654"/>
                  <a:gd name="connsiteY18-21884" fmla="*/ 2317772 h 10394972"/>
                  <a:gd name="connsiteX19-21885" fmla="*/ 3214254 w 10490654"/>
                  <a:gd name="connsiteY19-21886" fmla="*/ 1985262 h 10394972"/>
                  <a:gd name="connsiteX20-21887" fmla="*/ 3214254 w 10490654"/>
                  <a:gd name="connsiteY20-21888" fmla="*/ 1694317 h 10394972"/>
                  <a:gd name="connsiteX21-21889" fmla="*/ 3513454 w 10490654"/>
                  <a:gd name="connsiteY21-21890" fmla="*/ 1126281 h 10394972"/>
                  <a:gd name="connsiteX22-21891" fmla="*/ 3463636 w 10490654"/>
                  <a:gd name="connsiteY22-21892" fmla="*/ 752208 h 10394972"/>
                  <a:gd name="connsiteX23-21893" fmla="*/ 3491345 w 10490654"/>
                  <a:gd name="connsiteY23-21894" fmla="*/ 544390 h 10394972"/>
                  <a:gd name="connsiteX24-21895" fmla="*/ 3823854 w 10490654"/>
                  <a:gd name="connsiteY24-21896" fmla="*/ 184172 h 10394972"/>
                  <a:gd name="connsiteX25-21897" fmla="*/ 4017818 w 10490654"/>
                  <a:gd name="connsiteY25-21898" fmla="*/ 59481 h 10394972"/>
                  <a:gd name="connsiteX26-21899" fmla="*/ 4433454 w 10490654"/>
                  <a:gd name="connsiteY26-21900" fmla="*/ 295008 h 10394972"/>
                  <a:gd name="connsiteX27-21901" fmla="*/ 4599709 w 10490654"/>
                  <a:gd name="connsiteY27-21902" fmla="*/ 488972 h 10394972"/>
                  <a:gd name="connsiteX28-21903" fmla="*/ 5070763 w 10490654"/>
                  <a:gd name="connsiteY28-21904" fmla="*/ 544390 h 10394972"/>
                  <a:gd name="connsiteX29-21905" fmla="*/ 5391187 w 10490654"/>
                  <a:gd name="connsiteY29-21906" fmla="*/ 603639 h 10394972"/>
                  <a:gd name="connsiteX30-21907" fmla="*/ 5568642 w 10490654"/>
                  <a:gd name="connsiteY30-21908" fmla="*/ 588271 h 10394972"/>
                  <a:gd name="connsiteX31-21909" fmla="*/ 5860472 w 10490654"/>
                  <a:gd name="connsiteY31-21910" fmla="*/ 281153 h 10394972"/>
                  <a:gd name="connsiteX32-21911" fmla="*/ 6123709 w 10490654"/>
                  <a:gd name="connsiteY32-21912" fmla="*/ 322717 h 10394972"/>
                  <a:gd name="connsiteX33-21913" fmla="*/ 6541900 w 10490654"/>
                  <a:gd name="connsiteY33-21914" fmla="*/ 168233 h 10394972"/>
                  <a:gd name="connsiteX34-21915" fmla="*/ 6681722 w 10490654"/>
                  <a:gd name="connsiteY34-21916" fmla="*/ 107503 h 10394972"/>
                  <a:gd name="connsiteX35-21917" fmla="*/ 7011678 w 10490654"/>
                  <a:gd name="connsiteY35-21918" fmla="*/ 198026 h 10394972"/>
                  <a:gd name="connsiteX36-21919" fmla="*/ 7232072 w 10490654"/>
                  <a:gd name="connsiteY36-21920" fmla="*/ 17917 h 10394972"/>
                  <a:gd name="connsiteX37-21921" fmla="*/ 7379107 w 10490654"/>
                  <a:gd name="connsiteY37-21922" fmla="*/ 0 h 10394972"/>
                  <a:gd name="connsiteX38-21923" fmla="*/ 7600859 w 10490654"/>
                  <a:gd name="connsiteY38-21924" fmla="*/ 41248 h 10394972"/>
                  <a:gd name="connsiteX39-21925" fmla="*/ 7910945 w 10490654"/>
                  <a:gd name="connsiteY39-21926" fmla="*/ 128753 h 10394972"/>
                  <a:gd name="connsiteX40-21927" fmla="*/ 8312727 w 10490654"/>
                  <a:gd name="connsiteY40-21928" fmla="*/ 59481 h 10394972"/>
                  <a:gd name="connsiteX41-21929" fmla="*/ 8647005 w 10490654"/>
                  <a:gd name="connsiteY41-21930" fmla="*/ 396707 h 10394972"/>
                  <a:gd name="connsiteX42-21931" fmla="*/ 8908472 w 10490654"/>
                  <a:gd name="connsiteY42-21932" fmla="*/ 544390 h 10394972"/>
                  <a:gd name="connsiteX43-21933" fmla="*/ 9088582 w 10490654"/>
                  <a:gd name="connsiteY43-21934" fmla="*/ 447408 h 10394972"/>
                  <a:gd name="connsiteX44-21935" fmla="*/ 9372965 w 10490654"/>
                  <a:gd name="connsiteY44-21936" fmla="*/ 466363 h 10394972"/>
                  <a:gd name="connsiteX45-21937" fmla="*/ 9518072 w 10490654"/>
                  <a:gd name="connsiteY45-21938" fmla="*/ 367819 h 10394972"/>
                  <a:gd name="connsiteX46-21939" fmla="*/ 9646301 w 10490654"/>
                  <a:gd name="connsiteY46-21940" fmla="*/ 369587 h 10394972"/>
                  <a:gd name="connsiteX47-21941" fmla="*/ 10002982 w 10490654"/>
                  <a:gd name="connsiteY47-21942" fmla="*/ 793772 h 10394972"/>
                  <a:gd name="connsiteX48-21943" fmla="*/ 10238509 w 10490654"/>
                  <a:gd name="connsiteY48-21944" fmla="*/ 987735 h 10394972"/>
                  <a:gd name="connsiteX49-21945" fmla="*/ 10224654 w 10490654"/>
                  <a:gd name="connsiteY49-21946" fmla="*/ 1250972 h 10394972"/>
                  <a:gd name="connsiteX50-21947" fmla="*/ 10238509 w 10490654"/>
                  <a:gd name="connsiteY50-21948" fmla="*/ 1444935 h 10394972"/>
                  <a:gd name="connsiteX51-21949" fmla="*/ 10280072 w 10490654"/>
                  <a:gd name="connsiteY51-21950" fmla="*/ 1569626 h 10394972"/>
                  <a:gd name="connsiteX52-21951" fmla="*/ 10490654 w 10490654"/>
                  <a:gd name="connsiteY52-21952" fmla="*/ 1753897 h 10394972"/>
                  <a:gd name="connsiteX53-21953" fmla="*/ 10077929 w 10490654"/>
                  <a:gd name="connsiteY53-21954" fmla="*/ 2207269 h 10394972"/>
                  <a:gd name="connsiteX54-21955" fmla="*/ 9781309 w 10490654"/>
                  <a:gd name="connsiteY54-21956" fmla="*/ 2497881 h 10394972"/>
                  <a:gd name="connsiteX55-21957" fmla="*/ 9601200 w 10490654"/>
                  <a:gd name="connsiteY55-21958" fmla="*/ 3426135 h 10394972"/>
                  <a:gd name="connsiteX56-21959" fmla="*/ 9601200 w 10490654"/>
                  <a:gd name="connsiteY56-21960" fmla="*/ 3717081 h 10394972"/>
                  <a:gd name="connsiteX57-21961" fmla="*/ 9365672 w 10490654"/>
                  <a:gd name="connsiteY57-21962" fmla="*/ 3911044 h 10394972"/>
                  <a:gd name="connsiteX58-21963" fmla="*/ 9310254 w 10490654"/>
                  <a:gd name="connsiteY58-21964" fmla="*/ 4077299 h 10394972"/>
                  <a:gd name="connsiteX59-21965" fmla="*/ 9199418 w 10490654"/>
                  <a:gd name="connsiteY59-21966" fmla="*/ 4285117 h 10394972"/>
                  <a:gd name="connsiteX60-21967" fmla="*/ 9268691 w 10490654"/>
                  <a:gd name="connsiteY60-21968" fmla="*/ 4451372 h 10394972"/>
                  <a:gd name="connsiteX61-21969" fmla="*/ 9337963 w 10490654"/>
                  <a:gd name="connsiteY61-21970" fmla="*/ 4659190 h 10394972"/>
                  <a:gd name="connsiteX62-21971" fmla="*/ 9382180 w 10490654"/>
                  <a:gd name="connsiteY62-21972" fmla="*/ 4915057 h 10394972"/>
                  <a:gd name="connsiteX63-21973" fmla="*/ 9434945 w 10490654"/>
                  <a:gd name="connsiteY63-21974" fmla="*/ 5213372 h 10394972"/>
                  <a:gd name="connsiteX64-21975" fmla="*/ 9462654 w 10490654"/>
                  <a:gd name="connsiteY64-21976" fmla="*/ 5615153 h 10394972"/>
                  <a:gd name="connsiteX65-21977" fmla="*/ 9587345 w 10490654"/>
                  <a:gd name="connsiteY65-21978" fmla="*/ 5975372 h 10394972"/>
                  <a:gd name="connsiteX66-21979" fmla="*/ 9545782 w 10490654"/>
                  <a:gd name="connsiteY66-21980" fmla="*/ 6377153 h 10394972"/>
                  <a:gd name="connsiteX67-21981" fmla="*/ 9933709 w 10490654"/>
                  <a:gd name="connsiteY67-21982" fmla="*/ 6862062 h 10394972"/>
                  <a:gd name="connsiteX68-21983" fmla="*/ 10094363 w 10490654"/>
                  <a:gd name="connsiteY68-21984" fmla="*/ 7221396 h 10394972"/>
                  <a:gd name="connsiteX69-21985" fmla="*/ 10232908 w 10490654"/>
                  <a:gd name="connsiteY69-21986" fmla="*/ 7514995 h 10394972"/>
                  <a:gd name="connsiteX70-21987" fmla="*/ 9670472 w 10490654"/>
                  <a:gd name="connsiteY70-21988" fmla="*/ 7540935 h 10394972"/>
                  <a:gd name="connsiteX71-21989" fmla="*/ 9337963 w 10490654"/>
                  <a:gd name="connsiteY71-21990" fmla="*/ 7651772 h 10394972"/>
                  <a:gd name="connsiteX72-21991" fmla="*/ 9102436 w 10490654"/>
                  <a:gd name="connsiteY72-21992" fmla="*/ 7790317 h 10394972"/>
                  <a:gd name="connsiteX73-21993" fmla="*/ 9019309 w 10490654"/>
                  <a:gd name="connsiteY73-21994" fmla="*/ 7998135 h 10394972"/>
                  <a:gd name="connsiteX74-21995" fmla="*/ 8956730 w 10490654"/>
                  <a:gd name="connsiteY74-21996" fmla="*/ 8095117 h 10394972"/>
                  <a:gd name="connsiteX75-21997" fmla="*/ 9027559 w 10490654"/>
                  <a:gd name="connsiteY75-21998" fmla="*/ 8524608 h 10394972"/>
                  <a:gd name="connsiteX76-21999" fmla="*/ 9030673 w 10490654"/>
                  <a:gd name="connsiteY76-22000" fmla="*/ 8758112 h 10394972"/>
                  <a:gd name="connsiteX77-22001" fmla="*/ 8991600 w 10490654"/>
                  <a:gd name="connsiteY77-22002" fmla="*/ 8967953 h 10394972"/>
                  <a:gd name="connsiteX78-22003" fmla="*/ 8894618 w 10490654"/>
                  <a:gd name="connsiteY78-22004" fmla="*/ 9272753 h 10394972"/>
                  <a:gd name="connsiteX79-22005" fmla="*/ 8922327 w 10490654"/>
                  <a:gd name="connsiteY79-22006" fmla="*/ 9535990 h 10394972"/>
                  <a:gd name="connsiteX80-22007" fmla="*/ 9144000 w 10490654"/>
                  <a:gd name="connsiteY80-22008" fmla="*/ 9702244 h 10394972"/>
                  <a:gd name="connsiteX81-22009" fmla="*/ 9353374 w 10490654"/>
                  <a:gd name="connsiteY81-22010" fmla="*/ 9853088 h 10394972"/>
                  <a:gd name="connsiteX82-22011" fmla="*/ 9529903 w 10490654"/>
                  <a:gd name="connsiteY82-22012" fmla="*/ 9905081 h 10394972"/>
                  <a:gd name="connsiteX83-22013" fmla="*/ 9625328 w 10490654"/>
                  <a:gd name="connsiteY83-22014" fmla="*/ 9791132 h 10394972"/>
                  <a:gd name="connsiteX84-22015" fmla="*/ 9667359 w 10490654"/>
                  <a:gd name="connsiteY84-22016" fmla="*/ 9803430 h 10394972"/>
                  <a:gd name="connsiteX85-22017" fmla="*/ 9668916 w 10490654"/>
                  <a:gd name="connsiteY85-22018" fmla="*/ 10256426 h 10394972"/>
                  <a:gd name="connsiteX86-22019" fmla="*/ 9495500 w 10490654"/>
                  <a:gd name="connsiteY86-22020" fmla="*/ 10306085 h 10394972"/>
                  <a:gd name="connsiteX87-22021" fmla="*/ 9310254 w 10490654"/>
                  <a:gd name="connsiteY87-22022" fmla="*/ 10394972 h 10394972"/>
                  <a:gd name="connsiteX88-22023" fmla="*/ 9227127 w 10490654"/>
                  <a:gd name="connsiteY88-22024" fmla="*/ 10242572 h 10394972"/>
                  <a:gd name="connsiteX89-22025" fmla="*/ 9033163 w 10490654"/>
                  <a:gd name="connsiteY89-22026" fmla="*/ 9993190 h 10394972"/>
                  <a:gd name="connsiteX90-22027" fmla="*/ 8825345 w 10490654"/>
                  <a:gd name="connsiteY90-22028" fmla="*/ 9813081 h 10394972"/>
                  <a:gd name="connsiteX91-22029" fmla="*/ 8534400 w 10490654"/>
                  <a:gd name="connsiteY91-22030" fmla="*/ 9702244 h 10394972"/>
                  <a:gd name="connsiteX92-22031" fmla="*/ 8423563 w 10490654"/>
                  <a:gd name="connsiteY92-22032" fmla="*/ 9646826 h 10394972"/>
                  <a:gd name="connsiteX93-22033" fmla="*/ 8285018 w 10490654"/>
                  <a:gd name="connsiteY93-22034" fmla="*/ 9480572 h 10394972"/>
                  <a:gd name="connsiteX94-22035" fmla="*/ 8257309 w 10490654"/>
                  <a:gd name="connsiteY94-22036" fmla="*/ 9342026 h 10394972"/>
                  <a:gd name="connsiteX95-22037" fmla="*/ 8146472 w 10490654"/>
                  <a:gd name="connsiteY95-22038" fmla="*/ 9355881 h 10394972"/>
                  <a:gd name="connsiteX96-22039" fmla="*/ 8091054 w 10490654"/>
                  <a:gd name="connsiteY96-22040" fmla="*/ 9577553 h 10394972"/>
                  <a:gd name="connsiteX97-22041" fmla="*/ 7806336 w 10490654"/>
                  <a:gd name="connsiteY97-22042" fmla="*/ 9583313 h 10394972"/>
                  <a:gd name="connsiteX98-22043" fmla="*/ 7567694 w 10490654"/>
                  <a:gd name="connsiteY98-22044" fmla="*/ 9520112 h 10394972"/>
                  <a:gd name="connsiteX99-22045" fmla="*/ 7466043 w 10490654"/>
                  <a:gd name="connsiteY99-22046" fmla="*/ 9471387 h 10394972"/>
                  <a:gd name="connsiteX100-22047" fmla="*/ 7287491 w 10490654"/>
                  <a:gd name="connsiteY100-22048" fmla="*/ 9449904 h 10394972"/>
                  <a:gd name="connsiteX101-22049" fmla="*/ 7221797 w 10490654"/>
                  <a:gd name="connsiteY101-22050" fmla="*/ 9121910 h 10394972"/>
                  <a:gd name="connsiteX102-22051" fmla="*/ 6954982 w 10490654"/>
                  <a:gd name="connsiteY102-22052" fmla="*/ 9189626 h 10394972"/>
                  <a:gd name="connsiteX103-22053" fmla="*/ 6710737 w 10490654"/>
                  <a:gd name="connsiteY103-22054" fmla="*/ 9262013 h 10394972"/>
                  <a:gd name="connsiteX104-22055" fmla="*/ 6674777 w 10490654"/>
                  <a:gd name="connsiteY104-22056" fmla="*/ 9062912 h 10394972"/>
                  <a:gd name="connsiteX105-22057" fmla="*/ 6511636 w 10490654"/>
                  <a:gd name="connsiteY105-22058" fmla="*/ 8954099 h 10394972"/>
                  <a:gd name="connsiteX106-22059" fmla="*/ 6428509 w 10490654"/>
                  <a:gd name="connsiteY106-22060" fmla="*/ 8954099 h 10394972"/>
                  <a:gd name="connsiteX107-22061" fmla="*/ 6325922 w 10490654"/>
                  <a:gd name="connsiteY107-22062" fmla="*/ 9057307 h 10394972"/>
                  <a:gd name="connsiteX108-22063" fmla="*/ 6167763 w 10490654"/>
                  <a:gd name="connsiteY108-22064" fmla="*/ 8978227 h 10394972"/>
                  <a:gd name="connsiteX109-22065" fmla="*/ 6002132 w 10490654"/>
                  <a:gd name="connsiteY109-22066" fmla="*/ 9093734 h 10394972"/>
                  <a:gd name="connsiteX110-22067" fmla="*/ 5749636 w 10490654"/>
                  <a:gd name="connsiteY110-22068" fmla="*/ 9051081 h 10394972"/>
                  <a:gd name="connsiteX111-22069" fmla="*/ 5674760 w 10490654"/>
                  <a:gd name="connsiteY111-22070" fmla="*/ 9081904 h 10394972"/>
                  <a:gd name="connsiteX112-22071" fmla="*/ 5507415 w 10490654"/>
                  <a:gd name="connsiteY112-22072" fmla="*/ 9128137 h 10394972"/>
                  <a:gd name="connsiteX113-22073" fmla="*/ 5505859 w 10490654"/>
                  <a:gd name="connsiteY113-22074" fmla="*/ 8870972 h 10394972"/>
                  <a:gd name="connsiteX114-22075" fmla="*/ 5505857 w 10490654"/>
                  <a:gd name="connsiteY114-22076" fmla="*/ 8634977 h 10394972"/>
                  <a:gd name="connsiteX115-22077" fmla="*/ 5336024 w 10490654"/>
                  <a:gd name="connsiteY115-22078" fmla="*/ 8333292 h 10394972"/>
                  <a:gd name="connsiteX116-22079" fmla="*/ 5230324 w 10490654"/>
                  <a:gd name="connsiteY116-22080" fmla="*/ 8082820 h 10394972"/>
                  <a:gd name="connsiteX117-22081" fmla="*/ 5317031 w 10490654"/>
                  <a:gd name="connsiteY117-22082" fmla="*/ 7610208 h 10394972"/>
                  <a:gd name="connsiteX118-22083" fmla="*/ 5201059 w 10490654"/>
                  <a:gd name="connsiteY118-22084" fmla="*/ 7320352 h 10394972"/>
                  <a:gd name="connsiteX119-22085" fmla="*/ 5250872 w 10490654"/>
                  <a:gd name="connsiteY119-22086" fmla="*/ 7069881 h 10394972"/>
                  <a:gd name="connsiteX120-22087" fmla="*/ 5245735 w 10490654"/>
                  <a:gd name="connsiteY120-22088" fmla="*/ 7018665 h 10394972"/>
                  <a:gd name="connsiteX121-22089" fmla="*/ 4577603 w 10490654"/>
                  <a:gd name="connsiteY121-22090" fmla="*/ 7013996 h 10394972"/>
                  <a:gd name="connsiteX122-22091" fmla="*/ 4528412 w 10490654"/>
                  <a:gd name="connsiteY122-22092" fmla="*/ 6840580 h 10394972"/>
                  <a:gd name="connsiteX123-22093" fmla="*/ 4038834 w 10490654"/>
                  <a:gd name="connsiteY123-22094" fmla="*/ 6816452 h 10394972"/>
                  <a:gd name="connsiteX124-22095" fmla="*/ 3976254 w 10490654"/>
                  <a:gd name="connsiteY124-22096" fmla="*/ 7069881 h 10394972"/>
                  <a:gd name="connsiteX125-22097" fmla="*/ 3932667 w 10490654"/>
                  <a:gd name="connsiteY125-22098" fmla="*/ 7281279 h 10394972"/>
                  <a:gd name="connsiteX126-22099" fmla="*/ 3884155 w 10490654"/>
                  <a:gd name="connsiteY126-22100" fmla="*/ 7403480 h 10394972"/>
                  <a:gd name="connsiteX127-22101" fmla="*/ 3572499 w 10490654"/>
                  <a:gd name="connsiteY127-22102" fmla="*/ 7365450 h 10394972"/>
                  <a:gd name="connsiteX128-22103" fmla="*/ 3311236 w 10490654"/>
                  <a:gd name="connsiteY128-22104" fmla="*/ 7402390 h 10394972"/>
                  <a:gd name="connsiteX129-22105" fmla="*/ 2921540 w 10490654"/>
                  <a:gd name="connsiteY129-22106" fmla="*/ 7414475 h 10394972"/>
                  <a:gd name="connsiteX130-22107" fmla="*/ 2784763 w 10490654"/>
                  <a:gd name="connsiteY130-22108" fmla="*/ 7139153 h 10394972"/>
                  <a:gd name="connsiteX131-22109" fmla="*/ 2604654 w 10490654"/>
                  <a:gd name="connsiteY131-22110" fmla="*/ 6862062 h 10394972"/>
                  <a:gd name="connsiteX132-22111" fmla="*/ 2410691 w 10490654"/>
                  <a:gd name="connsiteY132-22112" fmla="*/ 6363299 h 10394972"/>
                  <a:gd name="connsiteX133-22113" fmla="*/ 2327563 w 10490654"/>
                  <a:gd name="connsiteY133-22114" fmla="*/ 6224753 h 10394972"/>
                  <a:gd name="connsiteX134-22115" fmla="*/ 1662545 w 10490654"/>
                  <a:gd name="connsiteY134-22116" fmla="*/ 6197044 h 10394972"/>
                  <a:gd name="connsiteX135-22117" fmla="*/ 1233054 w 10490654"/>
                  <a:gd name="connsiteY135-22118" fmla="*/ 6197044 h 10394972"/>
                  <a:gd name="connsiteX136-22119" fmla="*/ 1136072 w 10490654"/>
                  <a:gd name="connsiteY136-22120" fmla="*/ 6252462 h 10394972"/>
                  <a:gd name="connsiteX137-22121" fmla="*/ 706582 w 10490654"/>
                  <a:gd name="connsiteY137-22122" fmla="*/ 6210899 h 10394972"/>
                  <a:gd name="connsiteX138-22123" fmla="*/ 318654 w 10490654"/>
                  <a:gd name="connsiteY138-22124" fmla="*/ 6238608 h 10394972"/>
                  <a:gd name="connsiteX139-22125" fmla="*/ 96982 w 10490654"/>
                  <a:gd name="connsiteY139-22126" fmla="*/ 6391008 h 10394972"/>
                  <a:gd name="connsiteX140-22127" fmla="*/ 0 w 10490654"/>
                  <a:gd name="connsiteY140-22128" fmla="*/ 6294026 h 10394972"/>
                  <a:gd name="connsiteX141-22129" fmla="*/ 83127 w 10490654"/>
                  <a:gd name="connsiteY141-22130" fmla="*/ 6238608 h 10394972"/>
                  <a:gd name="connsiteX0-22131" fmla="*/ 83127 w 10490654"/>
                  <a:gd name="connsiteY0-22132" fmla="*/ 6238608 h 10394972"/>
                  <a:gd name="connsiteX1-22133" fmla="*/ 96982 w 10490654"/>
                  <a:gd name="connsiteY1-22134" fmla="*/ 5795262 h 10394972"/>
                  <a:gd name="connsiteX2-22135" fmla="*/ 401782 w 10490654"/>
                  <a:gd name="connsiteY2-22136" fmla="*/ 5532026 h 10394972"/>
                  <a:gd name="connsiteX3-22137" fmla="*/ 651163 w 10490654"/>
                  <a:gd name="connsiteY3-22138" fmla="*/ 5670572 h 10394972"/>
                  <a:gd name="connsiteX4-22139" fmla="*/ 858982 w 10490654"/>
                  <a:gd name="connsiteY4-22140" fmla="*/ 5504317 h 10394972"/>
                  <a:gd name="connsiteX5-22141" fmla="*/ 997527 w 10490654"/>
                  <a:gd name="connsiteY5-22142" fmla="*/ 5351917 h 10394972"/>
                  <a:gd name="connsiteX6-22143" fmla="*/ 1080654 w 10490654"/>
                  <a:gd name="connsiteY6-22144" fmla="*/ 5435044 h 10394972"/>
                  <a:gd name="connsiteX7-22145" fmla="*/ 1269312 w 10490654"/>
                  <a:gd name="connsiteY7-22146" fmla="*/ 5679710 h 10394972"/>
                  <a:gd name="connsiteX8-22147" fmla="*/ 1523116 w 10490654"/>
                  <a:gd name="connsiteY8-22148" fmla="*/ 5481030 h 10394972"/>
                  <a:gd name="connsiteX9-22149" fmla="*/ 1731818 w 10490654"/>
                  <a:gd name="connsiteY9-22150" fmla="*/ 5296499 h 10394972"/>
                  <a:gd name="connsiteX10-22151" fmla="*/ 2022763 w 10490654"/>
                  <a:gd name="connsiteY10-22152" fmla="*/ 5060972 h 10394972"/>
                  <a:gd name="connsiteX11-22153" fmla="*/ 2119745 w 10490654"/>
                  <a:gd name="connsiteY11-22154" fmla="*/ 4631481 h 10394972"/>
                  <a:gd name="connsiteX12-22155" fmla="*/ 2172511 w 10490654"/>
                  <a:gd name="connsiteY12-22156" fmla="*/ 4164848 h 10394972"/>
                  <a:gd name="connsiteX13-22157" fmla="*/ 2355272 w 10490654"/>
                  <a:gd name="connsiteY13-22158" fmla="*/ 3855626 h 10394972"/>
                  <a:gd name="connsiteX14-22159" fmla="*/ 2752497 w 10490654"/>
                  <a:gd name="connsiteY14-22160" fmla="*/ 3475092 h 10394972"/>
                  <a:gd name="connsiteX15-22161" fmla="*/ 2978727 w 10490654"/>
                  <a:gd name="connsiteY15-22162" fmla="*/ 3259881 h 10394972"/>
                  <a:gd name="connsiteX16-22163" fmla="*/ 3006436 w 10490654"/>
                  <a:gd name="connsiteY16-22164" fmla="*/ 2816535 h 10394972"/>
                  <a:gd name="connsiteX17-22165" fmla="*/ 3075709 w 10490654"/>
                  <a:gd name="connsiteY17-22166" fmla="*/ 2525590 h 10394972"/>
                  <a:gd name="connsiteX18-22167" fmla="*/ 3075709 w 10490654"/>
                  <a:gd name="connsiteY18-22168" fmla="*/ 2317772 h 10394972"/>
                  <a:gd name="connsiteX19-22169" fmla="*/ 3214254 w 10490654"/>
                  <a:gd name="connsiteY19-22170" fmla="*/ 1985262 h 10394972"/>
                  <a:gd name="connsiteX20-22171" fmla="*/ 3214254 w 10490654"/>
                  <a:gd name="connsiteY20-22172" fmla="*/ 1694317 h 10394972"/>
                  <a:gd name="connsiteX21-22173" fmla="*/ 3513454 w 10490654"/>
                  <a:gd name="connsiteY21-22174" fmla="*/ 1126281 h 10394972"/>
                  <a:gd name="connsiteX22-22175" fmla="*/ 3463636 w 10490654"/>
                  <a:gd name="connsiteY22-22176" fmla="*/ 752208 h 10394972"/>
                  <a:gd name="connsiteX23-22177" fmla="*/ 3491345 w 10490654"/>
                  <a:gd name="connsiteY23-22178" fmla="*/ 544390 h 10394972"/>
                  <a:gd name="connsiteX24-22179" fmla="*/ 3823854 w 10490654"/>
                  <a:gd name="connsiteY24-22180" fmla="*/ 184172 h 10394972"/>
                  <a:gd name="connsiteX25-22181" fmla="*/ 4017818 w 10490654"/>
                  <a:gd name="connsiteY25-22182" fmla="*/ 59481 h 10394972"/>
                  <a:gd name="connsiteX26-22183" fmla="*/ 4433454 w 10490654"/>
                  <a:gd name="connsiteY26-22184" fmla="*/ 295008 h 10394972"/>
                  <a:gd name="connsiteX27-22185" fmla="*/ 4599709 w 10490654"/>
                  <a:gd name="connsiteY27-22186" fmla="*/ 488972 h 10394972"/>
                  <a:gd name="connsiteX28-22187" fmla="*/ 5070763 w 10490654"/>
                  <a:gd name="connsiteY28-22188" fmla="*/ 544390 h 10394972"/>
                  <a:gd name="connsiteX29-22189" fmla="*/ 5391187 w 10490654"/>
                  <a:gd name="connsiteY29-22190" fmla="*/ 603639 h 10394972"/>
                  <a:gd name="connsiteX30-22191" fmla="*/ 5568642 w 10490654"/>
                  <a:gd name="connsiteY30-22192" fmla="*/ 588271 h 10394972"/>
                  <a:gd name="connsiteX31-22193" fmla="*/ 5860472 w 10490654"/>
                  <a:gd name="connsiteY31-22194" fmla="*/ 281153 h 10394972"/>
                  <a:gd name="connsiteX32-22195" fmla="*/ 6123709 w 10490654"/>
                  <a:gd name="connsiteY32-22196" fmla="*/ 322717 h 10394972"/>
                  <a:gd name="connsiteX33-22197" fmla="*/ 6541900 w 10490654"/>
                  <a:gd name="connsiteY33-22198" fmla="*/ 168233 h 10394972"/>
                  <a:gd name="connsiteX34-22199" fmla="*/ 6681722 w 10490654"/>
                  <a:gd name="connsiteY34-22200" fmla="*/ 107503 h 10394972"/>
                  <a:gd name="connsiteX35-22201" fmla="*/ 7011678 w 10490654"/>
                  <a:gd name="connsiteY35-22202" fmla="*/ 198026 h 10394972"/>
                  <a:gd name="connsiteX36-22203" fmla="*/ 7232072 w 10490654"/>
                  <a:gd name="connsiteY36-22204" fmla="*/ 17917 h 10394972"/>
                  <a:gd name="connsiteX37-22205" fmla="*/ 7379107 w 10490654"/>
                  <a:gd name="connsiteY37-22206" fmla="*/ 0 h 10394972"/>
                  <a:gd name="connsiteX38-22207" fmla="*/ 7600859 w 10490654"/>
                  <a:gd name="connsiteY38-22208" fmla="*/ 41248 h 10394972"/>
                  <a:gd name="connsiteX39-22209" fmla="*/ 7910945 w 10490654"/>
                  <a:gd name="connsiteY39-22210" fmla="*/ 128753 h 10394972"/>
                  <a:gd name="connsiteX40-22211" fmla="*/ 8312727 w 10490654"/>
                  <a:gd name="connsiteY40-22212" fmla="*/ 59481 h 10394972"/>
                  <a:gd name="connsiteX41-22213" fmla="*/ 8647005 w 10490654"/>
                  <a:gd name="connsiteY41-22214" fmla="*/ 396707 h 10394972"/>
                  <a:gd name="connsiteX42-22215" fmla="*/ 8908472 w 10490654"/>
                  <a:gd name="connsiteY42-22216" fmla="*/ 544390 h 10394972"/>
                  <a:gd name="connsiteX43-22217" fmla="*/ 9146732 w 10490654"/>
                  <a:gd name="connsiteY43-22218" fmla="*/ 420846 h 10394972"/>
                  <a:gd name="connsiteX44-22219" fmla="*/ 9372965 w 10490654"/>
                  <a:gd name="connsiteY44-22220" fmla="*/ 466363 h 10394972"/>
                  <a:gd name="connsiteX45-22221" fmla="*/ 9518072 w 10490654"/>
                  <a:gd name="connsiteY45-22222" fmla="*/ 367819 h 10394972"/>
                  <a:gd name="connsiteX46-22223" fmla="*/ 9646301 w 10490654"/>
                  <a:gd name="connsiteY46-22224" fmla="*/ 369587 h 10394972"/>
                  <a:gd name="connsiteX47-22225" fmla="*/ 10002982 w 10490654"/>
                  <a:gd name="connsiteY47-22226" fmla="*/ 793772 h 10394972"/>
                  <a:gd name="connsiteX48-22227" fmla="*/ 10238509 w 10490654"/>
                  <a:gd name="connsiteY48-22228" fmla="*/ 987735 h 10394972"/>
                  <a:gd name="connsiteX49-22229" fmla="*/ 10224654 w 10490654"/>
                  <a:gd name="connsiteY49-22230" fmla="*/ 1250972 h 10394972"/>
                  <a:gd name="connsiteX50-22231" fmla="*/ 10238509 w 10490654"/>
                  <a:gd name="connsiteY50-22232" fmla="*/ 1444935 h 10394972"/>
                  <a:gd name="connsiteX51-22233" fmla="*/ 10280072 w 10490654"/>
                  <a:gd name="connsiteY51-22234" fmla="*/ 1569626 h 10394972"/>
                  <a:gd name="connsiteX52-22235" fmla="*/ 10490654 w 10490654"/>
                  <a:gd name="connsiteY52-22236" fmla="*/ 1753897 h 10394972"/>
                  <a:gd name="connsiteX53-22237" fmla="*/ 10077929 w 10490654"/>
                  <a:gd name="connsiteY53-22238" fmla="*/ 2207269 h 10394972"/>
                  <a:gd name="connsiteX54-22239" fmla="*/ 9781309 w 10490654"/>
                  <a:gd name="connsiteY54-22240" fmla="*/ 2497881 h 10394972"/>
                  <a:gd name="connsiteX55-22241" fmla="*/ 9601200 w 10490654"/>
                  <a:gd name="connsiteY55-22242" fmla="*/ 3426135 h 10394972"/>
                  <a:gd name="connsiteX56-22243" fmla="*/ 9601200 w 10490654"/>
                  <a:gd name="connsiteY56-22244" fmla="*/ 3717081 h 10394972"/>
                  <a:gd name="connsiteX57-22245" fmla="*/ 9365672 w 10490654"/>
                  <a:gd name="connsiteY57-22246" fmla="*/ 3911044 h 10394972"/>
                  <a:gd name="connsiteX58-22247" fmla="*/ 9310254 w 10490654"/>
                  <a:gd name="connsiteY58-22248" fmla="*/ 4077299 h 10394972"/>
                  <a:gd name="connsiteX59-22249" fmla="*/ 9199418 w 10490654"/>
                  <a:gd name="connsiteY59-22250" fmla="*/ 4285117 h 10394972"/>
                  <a:gd name="connsiteX60-22251" fmla="*/ 9268691 w 10490654"/>
                  <a:gd name="connsiteY60-22252" fmla="*/ 4451372 h 10394972"/>
                  <a:gd name="connsiteX61-22253" fmla="*/ 9337963 w 10490654"/>
                  <a:gd name="connsiteY61-22254" fmla="*/ 4659190 h 10394972"/>
                  <a:gd name="connsiteX62-22255" fmla="*/ 9382180 w 10490654"/>
                  <a:gd name="connsiteY62-22256" fmla="*/ 4915057 h 10394972"/>
                  <a:gd name="connsiteX63-22257" fmla="*/ 9434945 w 10490654"/>
                  <a:gd name="connsiteY63-22258" fmla="*/ 5213372 h 10394972"/>
                  <a:gd name="connsiteX64-22259" fmla="*/ 9462654 w 10490654"/>
                  <a:gd name="connsiteY64-22260" fmla="*/ 5615153 h 10394972"/>
                  <a:gd name="connsiteX65-22261" fmla="*/ 9587345 w 10490654"/>
                  <a:gd name="connsiteY65-22262" fmla="*/ 5975372 h 10394972"/>
                  <a:gd name="connsiteX66-22263" fmla="*/ 9545782 w 10490654"/>
                  <a:gd name="connsiteY66-22264" fmla="*/ 6377153 h 10394972"/>
                  <a:gd name="connsiteX67-22265" fmla="*/ 9933709 w 10490654"/>
                  <a:gd name="connsiteY67-22266" fmla="*/ 6862062 h 10394972"/>
                  <a:gd name="connsiteX68-22267" fmla="*/ 10094363 w 10490654"/>
                  <a:gd name="connsiteY68-22268" fmla="*/ 7221396 h 10394972"/>
                  <a:gd name="connsiteX69-22269" fmla="*/ 10232908 w 10490654"/>
                  <a:gd name="connsiteY69-22270" fmla="*/ 7514995 h 10394972"/>
                  <a:gd name="connsiteX70-22271" fmla="*/ 9670472 w 10490654"/>
                  <a:gd name="connsiteY70-22272" fmla="*/ 7540935 h 10394972"/>
                  <a:gd name="connsiteX71-22273" fmla="*/ 9337963 w 10490654"/>
                  <a:gd name="connsiteY71-22274" fmla="*/ 7651772 h 10394972"/>
                  <a:gd name="connsiteX72-22275" fmla="*/ 9102436 w 10490654"/>
                  <a:gd name="connsiteY72-22276" fmla="*/ 7790317 h 10394972"/>
                  <a:gd name="connsiteX73-22277" fmla="*/ 9019309 w 10490654"/>
                  <a:gd name="connsiteY73-22278" fmla="*/ 7998135 h 10394972"/>
                  <a:gd name="connsiteX74-22279" fmla="*/ 8956730 w 10490654"/>
                  <a:gd name="connsiteY74-22280" fmla="*/ 8095117 h 10394972"/>
                  <a:gd name="connsiteX75-22281" fmla="*/ 9027559 w 10490654"/>
                  <a:gd name="connsiteY75-22282" fmla="*/ 8524608 h 10394972"/>
                  <a:gd name="connsiteX76-22283" fmla="*/ 9030673 w 10490654"/>
                  <a:gd name="connsiteY76-22284" fmla="*/ 8758112 h 10394972"/>
                  <a:gd name="connsiteX77-22285" fmla="*/ 8991600 w 10490654"/>
                  <a:gd name="connsiteY77-22286" fmla="*/ 8967953 h 10394972"/>
                  <a:gd name="connsiteX78-22287" fmla="*/ 8894618 w 10490654"/>
                  <a:gd name="connsiteY78-22288" fmla="*/ 9272753 h 10394972"/>
                  <a:gd name="connsiteX79-22289" fmla="*/ 8922327 w 10490654"/>
                  <a:gd name="connsiteY79-22290" fmla="*/ 9535990 h 10394972"/>
                  <a:gd name="connsiteX80-22291" fmla="*/ 9144000 w 10490654"/>
                  <a:gd name="connsiteY80-22292" fmla="*/ 9702244 h 10394972"/>
                  <a:gd name="connsiteX81-22293" fmla="*/ 9353374 w 10490654"/>
                  <a:gd name="connsiteY81-22294" fmla="*/ 9853088 h 10394972"/>
                  <a:gd name="connsiteX82-22295" fmla="*/ 9529903 w 10490654"/>
                  <a:gd name="connsiteY82-22296" fmla="*/ 9905081 h 10394972"/>
                  <a:gd name="connsiteX83-22297" fmla="*/ 9625328 w 10490654"/>
                  <a:gd name="connsiteY83-22298" fmla="*/ 9791132 h 10394972"/>
                  <a:gd name="connsiteX84-22299" fmla="*/ 9667359 w 10490654"/>
                  <a:gd name="connsiteY84-22300" fmla="*/ 9803430 h 10394972"/>
                  <a:gd name="connsiteX85-22301" fmla="*/ 9668916 w 10490654"/>
                  <a:gd name="connsiteY85-22302" fmla="*/ 10256426 h 10394972"/>
                  <a:gd name="connsiteX86-22303" fmla="*/ 9495500 w 10490654"/>
                  <a:gd name="connsiteY86-22304" fmla="*/ 10306085 h 10394972"/>
                  <a:gd name="connsiteX87-22305" fmla="*/ 9310254 w 10490654"/>
                  <a:gd name="connsiteY87-22306" fmla="*/ 10394972 h 10394972"/>
                  <a:gd name="connsiteX88-22307" fmla="*/ 9227127 w 10490654"/>
                  <a:gd name="connsiteY88-22308" fmla="*/ 10242572 h 10394972"/>
                  <a:gd name="connsiteX89-22309" fmla="*/ 9033163 w 10490654"/>
                  <a:gd name="connsiteY89-22310" fmla="*/ 9993190 h 10394972"/>
                  <a:gd name="connsiteX90-22311" fmla="*/ 8825345 w 10490654"/>
                  <a:gd name="connsiteY90-22312" fmla="*/ 9813081 h 10394972"/>
                  <a:gd name="connsiteX91-22313" fmla="*/ 8534400 w 10490654"/>
                  <a:gd name="connsiteY91-22314" fmla="*/ 9702244 h 10394972"/>
                  <a:gd name="connsiteX92-22315" fmla="*/ 8423563 w 10490654"/>
                  <a:gd name="connsiteY92-22316" fmla="*/ 9646826 h 10394972"/>
                  <a:gd name="connsiteX93-22317" fmla="*/ 8285018 w 10490654"/>
                  <a:gd name="connsiteY93-22318" fmla="*/ 9480572 h 10394972"/>
                  <a:gd name="connsiteX94-22319" fmla="*/ 8257309 w 10490654"/>
                  <a:gd name="connsiteY94-22320" fmla="*/ 9342026 h 10394972"/>
                  <a:gd name="connsiteX95-22321" fmla="*/ 8146472 w 10490654"/>
                  <a:gd name="connsiteY95-22322" fmla="*/ 9355881 h 10394972"/>
                  <a:gd name="connsiteX96-22323" fmla="*/ 8091054 w 10490654"/>
                  <a:gd name="connsiteY96-22324" fmla="*/ 9577553 h 10394972"/>
                  <a:gd name="connsiteX97-22325" fmla="*/ 7806336 w 10490654"/>
                  <a:gd name="connsiteY97-22326" fmla="*/ 9583313 h 10394972"/>
                  <a:gd name="connsiteX98-22327" fmla="*/ 7567694 w 10490654"/>
                  <a:gd name="connsiteY98-22328" fmla="*/ 9520112 h 10394972"/>
                  <a:gd name="connsiteX99-22329" fmla="*/ 7466043 w 10490654"/>
                  <a:gd name="connsiteY99-22330" fmla="*/ 9471387 h 10394972"/>
                  <a:gd name="connsiteX100-22331" fmla="*/ 7287491 w 10490654"/>
                  <a:gd name="connsiteY100-22332" fmla="*/ 9449904 h 10394972"/>
                  <a:gd name="connsiteX101-22333" fmla="*/ 7221797 w 10490654"/>
                  <a:gd name="connsiteY101-22334" fmla="*/ 9121910 h 10394972"/>
                  <a:gd name="connsiteX102-22335" fmla="*/ 6954982 w 10490654"/>
                  <a:gd name="connsiteY102-22336" fmla="*/ 9189626 h 10394972"/>
                  <a:gd name="connsiteX103-22337" fmla="*/ 6710737 w 10490654"/>
                  <a:gd name="connsiteY103-22338" fmla="*/ 9262013 h 10394972"/>
                  <a:gd name="connsiteX104-22339" fmla="*/ 6674777 w 10490654"/>
                  <a:gd name="connsiteY104-22340" fmla="*/ 9062912 h 10394972"/>
                  <a:gd name="connsiteX105-22341" fmla="*/ 6511636 w 10490654"/>
                  <a:gd name="connsiteY105-22342" fmla="*/ 8954099 h 10394972"/>
                  <a:gd name="connsiteX106-22343" fmla="*/ 6428509 w 10490654"/>
                  <a:gd name="connsiteY106-22344" fmla="*/ 8954099 h 10394972"/>
                  <a:gd name="connsiteX107-22345" fmla="*/ 6325922 w 10490654"/>
                  <a:gd name="connsiteY107-22346" fmla="*/ 9057307 h 10394972"/>
                  <a:gd name="connsiteX108-22347" fmla="*/ 6167763 w 10490654"/>
                  <a:gd name="connsiteY108-22348" fmla="*/ 8978227 h 10394972"/>
                  <a:gd name="connsiteX109-22349" fmla="*/ 6002132 w 10490654"/>
                  <a:gd name="connsiteY109-22350" fmla="*/ 9093734 h 10394972"/>
                  <a:gd name="connsiteX110-22351" fmla="*/ 5749636 w 10490654"/>
                  <a:gd name="connsiteY110-22352" fmla="*/ 9051081 h 10394972"/>
                  <a:gd name="connsiteX111-22353" fmla="*/ 5674760 w 10490654"/>
                  <a:gd name="connsiteY111-22354" fmla="*/ 9081904 h 10394972"/>
                  <a:gd name="connsiteX112-22355" fmla="*/ 5507415 w 10490654"/>
                  <a:gd name="connsiteY112-22356" fmla="*/ 9128137 h 10394972"/>
                  <a:gd name="connsiteX113-22357" fmla="*/ 5505859 w 10490654"/>
                  <a:gd name="connsiteY113-22358" fmla="*/ 8870972 h 10394972"/>
                  <a:gd name="connsiteX114-22359" fmla="*/ 5505857 w 10490654"/>
                  <a:gd name="connsiteY114-22360" fmla="*/ 8634977 h 10394972"/>
                  <a:gd name="connsiteX115-22361" fmla="*/ 5336024 w 10490654"/>
                  <a:gd name="connsiteY115-22362" fmla="*/ 8333292 h 10394972"/>
                  <a:gd name="connsiteX116-22363" fmla="*/ 5230324 w 10490654"/>
                  <a:gd name="connsiteY116-22364" fmla="*/ 8082820 h 10394972"/>
                  <a:gd name="connsiteX117-22365" fmla="*/ 5317031 w 10490654"/>
                  <a:gd name="connsiteY117-22366" fmla="*/ 7610208 h 10394972"/>
                  <a:gd name="connsiteX118-22367" fmla="*/ 5201059 w 10490654"/>
                  <a:gd name="connsiteY118-22368" fmla="*/ 7320352 h 10394972"/>
                  <a:gd name="connsiteX119-22369" fmla="*/ 5250872 w 10490654"/>
                  <a:gd name="connsiteY119-22370" fmla="*/ 7069881 h 10394972"/>
                  <a:gd name="connsiteX120-22371" fmla="*/ 5245735 w 10490654"/>
                  <a:gd name="connsiteY120-22372" fmla="*/ 7018665 h 10394972"/>
                  <a:gd name="connsiteX121-22373" fmla="*/ 4577603 w 10490654"/>
                  <a:gd name="connsiteY121-22374" fmla="*/ 7013996 h 10394972"/>
                  <a:gd name="connsiteX122-22375" fmla="*/ 4528412 w 10490654"/>
                  <a:gd name="connsiteY122-22376" fmla="*/ 6840580 h 10394972"/>
                  <a:gd name="connsiteX123-22377" fmla="*/ 4038834 w 10490654"/>
                  <a:gd name="connsiteY123-22378" fmla="*/ 6816452 h 10394972"/>
                  <a:gd name="connsiteX124-22379" fmla="*/ 3976254 w 10490654"/>
                  <a:gd name="connsiteY124-22380" fmla="*/ 7069881 h 10394972"/>
                  <a:gd name="connsiteX125-22381" fmla="*/ 3932667 w 10490654"/>
                  <a:gd name="connsiteY125-22382" fmla="*/ 7281279 h 10394972"/>
                  <a:gd name="connsiteX126-22383" fmla="*/ 3884155 w 10490654"/>
                  <a:gd name="connsiteY126-22384" fmla="*/ 7403480 h 10394972"/>
                  <a:gd name="connsiteX127-22385" fmla="*/ 3572499 w 10490654"/>
                  <a:gd name="connsiteY127-22386" fmla="*/ 7365450 h 10394972"/>
                  <a:gd name="connsiteX128-22387" fmla="*/ 3311236 w 10490654"/>
                  <a:gd name="connsiteY128-22388" fmla="*/ 7402390 h 10394972"/>
                  <a:gd name="connsiteX129-22389" fmla="*/ 2921540 w 10490654"/>
                  <a:gd name="connsiteY129-22390" fmla="*/ 7414475 h 10394972"/>
                  <a:gd name="connsiteX130-22391" fmla="*/ 2784763 w 10490654"/>
                  <a:gd name="connsiteY130-22392" fmla="*/ 7139153 h 10394972"/>
                  <a:gd name="connsiteX131-22393" fmla="*/ 2604654 w 10490654"/>
                  <a:gd name="connsiteY131-22394" fmla="*/ 6862062 h 10394972"/>
                  <a:gd name="connsiteX132-22395" fmla="*/ 2410691 w 10490654"/>
                  <a:gd name="connsiteY132-22396" fmla="*/ 6363299 h 10394972"/>
                  <a:gd name="connsiteX133-22397" fmla="*/ 2327563 w 10490654"/>
                  <a:gd name="connsiteY133-22398" fmla="*/ 6224753 h 10394972"/>
                  <a:gd name="connsiteX134-22399" fmla="*/ 1662545 w 10490654"/>
                  <a:gd name="connsiteY134-22400" fmla="*/ 6197044 h 10394972"/>
                  <a:gd name="connsiteX135-22401" fmla="*/ 1233054 w 10490654"/>
                  <a:gd name="connsiteY135-22402" fmla="*/ 6197044 h 10394972"/>
                  <a:gd name="connsiteX136-22403" fmla="*/ 1136072 w 10490654"/>
                  <a:gd name="connsiteY136-22404" fmla="*/ 6252462 h 10394972"/>
                  <a:gd name="connsiteX137-22405" fmla="*/ 706582 w 10490654"/>
                  <a:gd name="connsiteY137-22406" fmla="*/ 6210899 h 10394972"/>
                  <a:gd name="connsiteX138-22407" fmla="*/ 318654 w 10490654"/>
                  <a:gd name="connsiteY138-22408" fmla="*/ 6238608 h 10394972"/>
                  <a:gd name="connsiteX139-22409" fmla="*/ 96982 w 10490654"/>
                  <a:gd name="connsiteY139-22410" fmla="*/ 6391008 h 10394972"/>
                  <a:gd name="connsiteX140-22411" fmla="*/ 0 w 10490654"/>
                  <a:gd name="connsiteY140-22412" fmla="*/ 6294026 h 10394972"/>
                  <a:gd name="connsiteX141-22413" fmla="*/ 83127 w 10490654"/>
                  <a:gd name="connsiteY141-22414" fmla="*/ 6238608 h 10394972"/>
                  <a:gd name="connsiteX0-22415" fmla="*/ 83127 w 10490654"/>
                  <a:gd name="connsiteY0-22416" fmla="*/ 6238608 h 10394972"/>
                  <a:gd name="connsiteX1-22417" fmla="*/ 96982 w 10490654"/>
                  <a:gd name="connsiteY1-22418" fmla="*/ 5795262 h 10394972"/>
                  <a:gd name="connsiteX2-22419" fmla="*/ 401782 w 10490654"/>
                  <a:gd name="connsiteY2-22420" fmla="*/ 5532026 h 10394972"/>
                  <a:gd name="connsiteX3-22421" fmla="*/ 651163 w 10490654"/>
                  <a:gd name="connsiteY3-22422" fmla="*/ 5670572 h 10394972"/>
                  <a:gd name="connsiteX4-22423" fmla="*/ 858982 w 10490654"/>
                  <a:gd name="connsiteY4-22424" fmla="*/ 5504317 h 10394972"/>
                  <a:gd name="connsiteX5-22425" fmla="*/ 997527 w 10490654"/>
                  <a:gd name="connsiteY5-22426" fmla="*/ 5351917 h 10394972"/>
                  <a:gd name="connsiteX6-22427" fmla="*/ 1080654 w 10490654"/>
                  <a:gd name="connsiteY6-22428" fmla="*/ 5435044 h 10394972"/>
                  <a:gd name="connsiteX7-22429" fmla="*/ 1269312 w 10490654"/>
                  <a:gd name="connsiteY7-22430" fmla="*/ 5679710 h 10394972"/>
                  <a:gd name="connsiteX8-22431" fmla="*/ 1523116 w 10490654"/>
                  <a:gd name="connsiteY8-22432" fmla="*/ 5481030 h 10394972"/>
                  <a:gd name="connsiteX9-22433" fmla="*/ 1731818 w 10490654"/>
                  <a:gd name="connsiteY9-22434" fmla="*/ 5296499 h 10394972"/>
                  <a:gd name="connsiteX10-22435" fmla="*/ 2022763 w 10490654"/>
                  <a:gd name="connsiteY10-22436" fmla="*/ 5060972 h 10394972"/>
                  <a:gd name="connsiteX11-22437" fmla="*/ 2119745 w 10490654"/>
                  <a:gd name="connsiteY11-22438" fmla="*/ 4631481 h 10394972"/>
                  <a:gd name="connsiteX12-22439" fmla="*/ 2172511 w 10490654"/>
                  <a:gd name="connsiteY12-22440" fmla="*/ 4164848 h 10394972"/>
                  <a:gd name="connsiteX13-22441" fmla="*/ 2355272 w 10490654"/>
                  <a:gd name="connsiteY13-22442" fmla="*/ 3855626 h 10394972"/>
                  <a:gd name="connsiteX14-22443" fmla="*/ 2752497 w 10490654"/>
                  <a:gd name="connsiteY14-22444" fmla="*/ 3475092 h 10394972"/>
                  <a:gd name="connsiteX15-22445" fmla="*/ 2978727 w 10490654"/>
                  <a:gd name="connsiteY15-22446" fmla="*/ 3259881 h 10394972"/>
                  <a:gd name="connsiteX16-22447" fmla="*/ 3006436 w 10490654"/>
                  <a:gd name="connsiteY16-22448" fmla="*/ 2816535 h 10394972"/>
                  <a:gd name="connsiteX17-22449" fmla="*/ 3075709 w 10490654"/>
                  <a:gd name="connsiteY17-22450" fmla="*/ 2525590 h 10394972"/>
                  <a:gd name="connsiteX18-22451" fmla="*/ 3075709 w 10490654"/>
                  <a:gd name="connsiteY18-22452" fmla="*/ 2317772 h 10394972"/>
                  <a:gd name="connsiteX19-22453" fmla="*/ 3214254 w 10490654"/>
                  <a:gd name="connsiteY19-22454" fmla="*/ 1985262 h 10394972"/>
                  <a:gd name="connsiteX20-22455" fmla="*/ 3214254 w 10490654"/>
                  <a:gd name="connsiteY20-22456" fmla="*/ 1694317 h 10394972"/>
                  <a:gd name="connsiteX21-22457" fmla="*/ 3513454 w 10490654"/>
                  <a:gd name="connsiteY21-22458" fmla="*/ 1126281 h 10394972"/>
                  <a:gd name="connsiteX22-22459" fmla="*/ 3463636 w 10490654"/>
                  <a:gd name="connsiteY22-22460" fmla="*/ 752208 h 10394972"/>
                  <a:gd name="connsiteX23-22461" fmla="*/ 3491345 w 10490654"/>
                  <a:gd name="connsiteY23-22462" fmla="*/ 544390 h 10394972"/>
                  <a:gd name="connsiteX24-22463" fmla="*/ 3823854 w 10490654"/>
                  <a:gd name="connsiteY24-22464" fmla="*/ 184172 h 10394972"/>
                  <a:gd name="connsiteX25-22465" fmla="*/ 4017818 w 10490654"/>
                  <a:gd name="connsiteY25-22466" fmla="*/ 59481 h 10394972"/>
                  <a:gd name="connsiteX26-22467" fmla="*/ 4433454 w 10490654"/>
                  <a:gd name="connsiteY26-22468" fmla="*/ 295008 h 10394972"/>
                  <a:gd name="connsiteX27-22469" fmla="*/ 4599709 w 10490654"/>
                  <a:gd name="connsiteY27-22470" fmla="*/ 488972 h 10394972"/>
                  <a:gd name="connsiteX28-22471" fmla="*/ 5070763 w 10490654"/>
                  <a:gd name="connsiteY28-22472" fmla="*/ 544390 h 10394972"/>
                  <a:gd name="connsiteX29-22473" fmla="*/ 5391187 w 10490654"/>
                  <a:gd name="connsiteY29-22474" fmla="*/ 603639 h 10394972"/>
                  <a:gd name="connsiteX30-22475" fmla="*/ 5568642 w 10490654"/>
                  <a:gd name="connsiteY30-22476" fmla="*/ 588271 h 10394972"/>
                  <a:gd name="connsiteX31-22477" fmla="*/ 5860472 w 10490654"/>
                  <a:gd name="connsiteY31-22478" fmla="*/ 281153 h 10394972"/>
                  <a:gd name="connsiteX32-22479" fmla="*/ 6123709 w 10490654"/>
                  <a:gd name="connsiteY32-22480" fmla="*/ 322717 h 10394972"/>
                  <a:gd name="connsiteX33-22481" fmla="*/ 6541900 w 10490654"/>
                  <a:gd name="connsiteY33-22482" fmla="*/ 168233 h 10394972"/>
                  <a:gd name="connsiteX34-22483" fmla="*/ 6681722 w 10490654"/>
                  <a:gd name="connsiteY34-22484" fmla="*/ 107503 h 10394972"/>
                  <a:gd name="connsiteX35-22485" fmla="*/ 7011678 w 10490654"/>
                  <a:gd name="connsiteY35-22486" fmla="*/ 198026 h 10394972"/>
                  <a:gd name="connsiteX36-22487" fmla="*/ 7232072 w 10490654"/>
                  <a:gd name="connsiteY36-22488" fmla="*/ 17917 h 10394972"/>
                  <a:gd name="connsiteX37-22489" fmla="*/ 7379107 w 10490654"/>
                  <a:gd name="connsiteY37-22490" fmla="*/ 0 h 10394972"/>
                  <a:gd name="connsiteX38-22491" fmla="*/ 7600859 w 10490654"/>
                  <a:gd name="connsiteY38-22492" fmla="*/ 41248 h 10394972"/>
                  <a:gd name="connsiteX39-22493" fmla="*/ 7910945 w 10490654"/>
                  <a:gd name="connsiteY39-22494" fmla="*/ 128753 h 10394972"/>
                  <a:gd name="connsiteX40-22495" fmla="*/ 8312727 w 10490654"/>
                  <a:gd name="connsiteY40-22496" fmla="*/ 59481 h 10394972"/>
                  <a:gd name="connsiteX41-22497" fmla="*/ 8647005 w 10490654"/>
                  <a:gd name="connsiteY41-22498" fmla="*/ 396707 h 10394972"/>
                  <a:gd name="connsiteX42-22499" fmla="*/ 8908472 w 10490654"/>
                  <a:gd name="connsiteY42-22500" fmla="*/ 544390 h 10394972"/>
                  <a:gd name="connsiteX43-22501" fmla="*/ 9146732 w 10490654"/>
                  <a:gd name="connsiteY43-22502" fmla="*/ 420846 h 10394972"/>
                  <a:gd name="connsiteX44-22503" fmla="*/ 9372965 w 10490654"/>
                  <a:gd name="connsiteY44-22504" fmla="*/ 466363 h 10394972"/>
                  <a:gd name="connsiteX45-22505" fmla="*/ 9518072 w 10490654"/>
                  <a:gd name="connsiteY45-22506" fmla="*/ 367819 h 10394972"/>
                  <a:gd name="connsiteX46-22507" fmla="*/ 9646301 w 10490654"/>
                  <a:gd name="connsiteY46-22508" fmla="*/ 369587 h 10394972"/>
                  <a:gd name="connsiteX47-22509" fmla="*/ 10002982 w 10490654"/>
                  <a:gd name="connsiteY47-22510" fmla="*/ 793772 h 10394972"/>
                  <a:gd name="connsiteX48-22511" fmla="*/ 10238509 w 10490654"/>
                  <a:gd name="connsiteY48-22512" fmla="*/ 987735 h 10394972"/>
                  <a:gd name="connsiteX49-22513" fmla="*/ 10224654 w 10490654"/>
                  <a:gd name="connsiteY49-22514" fmla="*/ 1250972 h 10394972"/>
                  <a:gd name="connsiteX50-22515" fmla="*/ 10238509 w 10490654"/>
                  <a:gd name="connsiteY50-22516" fmla="*/ 1444935 h 10394972"/>
                  <a:gd name="connsiteX51-22517" fmla="*/ 10243066 w 10490654"/>
                  <a:gd name="connsiteY51-22518" fmla="*/ 1580249 h 10394972"/>
                  <a:gd name="connsiteX52-22519" fmla="*/ 10490654 w 10490654"/>
                  <a:gd name="connsiteY52-22520" fmla="*/ 1753897 h 10394972"/>
                  <a:gd name="connsiteX53-22521" fmla="*/ 10077929 w 10490654"/>
                  <a:gd name="connsiteY53-22522" fmla="*/ 2207269 h 10394972"/>
                  <a:gd name="connsiteX54-22523" fmla="*/ 9781309 w 10490654"/>
                  <a:gd name="connsiteY54-22524" fmla="*/ 2497881 h 10394972"/>
                  <a:gd name="connsiteX55-22525" fmla="*/ 9601200 w 10490654"/>
                  <a:gd name="connsiteY55-22526" fmla="*/ 3426135 h 10394972"/>
                  <a:gd name="connsiteX56-22527" fmla="*/ 9601200 w 10490654"/>
                  <a:gd name="connsiteY56-22528" fmla="*/ 3717081 h 10394972"/>
                  <a:gd name="connsiteX57-22529" fmla="*/ 9365672 w 10490654"/>
                  <a:gd name="connsiteY57-22530" fmla="*/ 3911044 h 10394972"/>
                  <a:gd name="connsiteX58-22531" fmla="*/ 9310254 w 10490654"/>
                  <a:gd name="connsiteY58-22532" fmla="*/ 4077299 h 10394972"/>
                  <a:gd name="connsiteX59-22533" fmla="*/ 9199418 w 10490654"/>
                  <a:gd name="connsiteY59-22534" fmla="*/ 4285117 h 10394972"/>
                  <a:gd name="connsiteX60-22535" fmla="*/ 9268691 w 10490654"/>
                  <a:gd name="connsiteY60-22536" fmla="*/ 4451372 h 10394972"/>
                  <a:gd name="connsiteX61-22537" fmla="*/ 9337963 w 10490654"/>
                  <a:gd name="connsiteY61-22538" fmla="*/ 4659190 h 10394972"/>
                  <a:gd name="connsiteX62-22539" fmla="*/ 9382180 w 10490654"/>
                  <a:gd name="connsiteY62-22540" fmla="*/ 4915057 h 10394972"/>
                  <a:gd name="connsiteX63-22541" fmla="*/ 9434945 w 10490654"/>
                  <a:gd name="connsiteY63-22542" fmla="*/ 5213372 h 10394972"/>
                  <a:gd name="connsiteX64-22543" fmla="*/ 9462654 w 10490654"/>
                  <a:gd name="connsiteY64-22544" fmla="*/ 5615153 h 10394972"/>
                  <a:gd name="connsiteX65-22545" fmla="*/ 9587345 w 10490654"/>
                  <a:gd name="connsiteY65-22546" fmla="*/ 5975372 h 10394972"/>
                  <a:gd name="connsiteX66-22547" fmla="*/ 9545782 w 10490654"/>
                  <a:gd name="connsiteY66-22548" fmla="*/ 6377153 h 10394972"/>
                  <a:gd name="connsiteX67-22549" fmla="*/ 9933709 w 10490654"/>
                  <a:gd name="connsiteY67-22550" fmla="*/ 6862062 h 10394972"/>
                  <a:gd name="connsiteX68-22551" fmla="*/ 10094363 w 10490654"/>
                  <a:gd name="connsiteY68-22552" fmla="*/ 7221396 h 10394972"/>
                  <a:gd name="connsiteX69-22553" fmla="*/ 10232908 w 10490654"/>
                  <a:gd name="connsiteY69-22554" fmla="*/ 7514995 h 10394972"/>
                  <a:gd name="connsiteX70-22555" fmla="*/ 9670472 w 10490654"/>
                  <a:gd name="connsiteY70-22556" fmla="*/ 7540935 h 10394972"/>
                  <a:gd name="connsiteX71-22557" fmla="*/ 9337963 w 10490654"/>
                  <a:gd name="connsiteY71-22558" fmla="*/ 7651772 h 10394972"/>
                  <a:gd name="connsiteX72-22559" fmla="*/ 9102436 w 10490654"/>
                  <a:gd name="connsiteY72-22560" fmla="*/ 7790317 h 10394972"/>
                  <a:gd name="connsiteX73-22561" fmla="*/ 9019309 w 10490654"/>
                  <a:gd name="connsiteY73-22562" fmla="*/ 7998135 h 10394972"/>
                  <a:gd name="connsiteX74-22563" fmla="*/ 8956730 w 10490654"/>
                  <a:gd name="connsiteY74-22564" fmla="*/ 8095117 h 10394972"/>
                  <a:gd name="connsiteX75-22565" fmla="*/ 9027559 w 10490654"/>
                  <a:gd name="connsiteY75-22566" fmla="*/ 8524608 h 10394972"/>
                  <a:gd name="connsiteX76-22567" fmla="*/ 9030673 w 10490654"/>
                  <a:gd name="connsiteY76-22568" fmla="*/ 8758112 h 10394972"/>
                  <a:gd name="connsiteX77-22569" fmla="*/ 8991600 w 10490654"/>
                  <a:gd name="connsiteY77-22570" fmla="*/ 8967953 h 10394972"/>
                  <a:gd name="connsiteX78-22571" fmla="*/ 8894618 w 10490654"/>
                  <a:gd name="connsiteY78-22572" fmla="*/ 9272753 h 10394972"/>
                  <a:gd name="connsiteX79-22573" fmla="*/ 8922327 w 10490654"/>
                  <a:gd name="connsiteY79-22574" fmla="*/ 9535990 h 10394972"/>
                  <a:gd name="connsiteX80-22575" fmla="*/ 9144000 w 10490654"/>
                  <a:gd name="connsiteY80-22576" fmla="*/ 9702244 h 10394972"/>
                  <a:gd name="connsiteX81-22577" fmla="*/ 9353374 w 10490654"/>
                  <a:gd name="connsiteY81-22578" fmla="*/ 9853088 h 10394972"/>
                  <a:gd name="connsiteX82-22579" fmla="*/ 9529903 w 10490654"/>
                  <a:gd name="connsiteY82-22580" fmla="*/ 9905081 h 10394972"/>
                  <a:gd name="connsiteX83-22581" fmla="*/ 9625328 w 10490654"/>
                  <a:gd name="connsiteY83-22582" fmla="*/ 9791132 h 10394972"/>
                  <a:gd name="connsiteX84-22583" fmla="*/ 9667359 w 10490654"/>
                  <a:gd name="connsiteY84-22584" fmla="*/ 9803430 h 10394972"/>
                  <a:gd name="connsiteX85-22585" fmla="*/ 9668916 w 10490654"/>
                  <a:gd name="connsiteY85-22586" fmla="*/ 10256426 h 10394972"/>
                  <a:gd name="connsiteX86-22587" fmla="*/ 9495500 w 10490654"/>
                  <a:gd name="connsiteY86-22588" fmla="*/ 10306085 h 10394972"/>
                  <a:gd name="connsiteX87-22589" fmla="*/ 9310254 w 10490654"/>
                  <a:gd name="connsiteY87-22590" fmla="*/ 10394972 h 10394972"/>
                  <a:gd name="connsiteX88-22591" fmla="*/ 9227127 w 10490654"/>
                  <a:gd name="connsiteY88-22592" fmla="*/ 10242572 h 10394972"/>
                  <a:gd name="connsiteX89-22593" fmla="*/ 9033163 w 10490654"/>
                  <a:gd name="connsiteY89-22594" fmla="*/ 9993190 h 10394972"/>
                  <a:gd name="connsiteX90-22595" fmla="*/ 8825345 w 10490654"/>
                  <a:gd name="connsiteY90-22596" fmla="*/ 9813081 h 10394972"/>
                  <a:gd name="connsiteX91-22597" fmla="*/ 8534400 w 10490654"/>
                  <a:gd name="connsiteY91-22598" fmla="*/ 9702244 h 10394972"/>
                  <a:gd name="connsiteX92-22599" fmla="*/ 8423563 w 10490654"/>
                  <a:gd name="connsiteY92-22600" fmla="*/ 9646826 h 10394972"/>
                  <a:gd name="connsiteX93-22601" fmla="*/ 8285018 w 10490654"/>
                  <a:gd name="connsiteY93-22602" fmla="*/ 9480572 h 10394972"/>
                  <a:gd name="connsiteX94-22603" fmla="*/ 8257309 w 10490654"/>
                  <a:gd name="connsiteY94-22604" fmla="*/ 9342026 h 10394972"/>
                  <a:gd name="connsiteX95-22605" fmla="*/ 8146472 w 10490654"/>
                  <a:gd name="connsiteY95-22606" fmla="*/ 9355881 h 10394972"/>
                  <a:gd name="connsiteX96-22607" fmla="*/ 8091054 w 10490654"/>
                  <a:gd name="connsiteY96-22608" fmla="*/ 9577553 h 10394972"/>
                  <a:gd name="connsiteX97-22609" fmla="*/ 7806336 w 10490654"/>
                  <a:gd name="connsiteY97-22610" fmla="*/ 9583313 h 10394972"/>
                  <a:gd name="connsiteX98-22611" fmla="*/ 7567694 w 10490654"/>
                  <a:gd name="connsiteY98-22612" fmla="*/ 9520112 h 10394972"/>
                  <a:gd name="connsiteX99-22613" fmla="*/ 7466043 w 10490654"/>
                  <a:gd name="connsiteY99-22614" fmla="*/ 9471387 h 10394972"/>
                  <a:gd name="connsiteX100-22615" fmla="*/ 7287491 w 10490654"/>
                  <a:gd name="connsiteY100-22616" fmla="*/ 9449904 h 10394972"/>
                  <a:gd name="connsiteX101-22617" fmla="*/ 7221797 w 10490654"/>
                  <a:gd name="connsiteY101-22618" fmla="*/ 9121910 h 10394972"/>
                  <a:gd name="connsiteX102-22619" fmla="*/ 6954982 w 10490654"/>
                  <a:gd name="connsiteY102-22620" fmla="*/ 9189626 h 10394972"/>
                  <a:gd name="connsiteX103-22621" fmla="*/ 6710737 w 10490654"/>
                  <a:gd name="connsiteY103-22622" fmla="*/ 9262013 h 10394972"/>
                  <a:gd name="connsiteX104-22623" fmla="*/ 6674777 w 10490654"/>
                  <a:gd name="connsiteY104-22624" fmla="*/ 9062912 h 10394972"/>
                  <a:gd name="connsiteX105-22625" fmla="*/ 6511636 w 10490654"/>
                  <a:gd name="connsiteY105-22626" fmla="*/ 8954099 h 10394972"/>
                  <a:gd name="connsiteX106-22627" fmla="*/ 6428509 w 10490654"/>
                  <a:gd name="connsiteY106-22628" fmla="*/ 8954099 h 10394972"/>
                  <a:gd name="connsiteX107-22629" fmla="*/ 6325922 w 10490654"/>
                  <a:gd name="connsiteY107-22630" fmla="*/ 9057307 h 10394972"/>
                  <a:gd name="connsiteX108-22631" fmla="*/ 6167763 w 10490654"/>
                  <a:gd name="connsiteY108-22632" fmla="*/ 8978227 h 10394972"/>
                  <a:gd name="connsiteX109-22633" fmla="*/ 6002132 w 10490654"/>
                  <a:gd name="connsiteY109-22634" fmla="*/ 9093734 h 10394972"/>
                  <a:gd name="connsiteX110-22635" fmla="*/ 5749636 w 10490654"/>
                  <a:gd name="connsiteY110-22636" fmla="*/ 9051081 h 10394972"/>
                  <a:gd name="connsiteX111-22637" fmla="*/ 5674760 w 10490654"/>
                  <a:gd name="connsiteY111-22638" fmla="*/ 9081904 h 10394972"/>
                  <a:gd name="connsiteX112-22639" fmla="*/ 5507415 w 10490654"/>
                  <a:gd name="connsiteY112-22640" fmla="*/ 9128137 h 10394972"/>
                  <a:gd name="connsiteX113-22641" fmla="*/ 5505859 w 10490654"/>
                  <a:gd name="connsiteY113-22642" fmla="*/ 8870972 h 10394972"/>
                  <a:gd name="connsiteX114-22643" fmla="*/ 5505857 w 10490654"/>
                  <a:gd name="connsiteY114-22644" fmla="*/ 8634977 h 10394972"/>
                  <a:gd name="connsiteX115-22645" fmla="*/ 5336024 w 10490654"/>
                  <a:gd name="connsiteY115-22646" fmla="*/ 8333292 h 10394972"/>
                  <a:gd name="connsiteX116-22647" fmla="*/ 5230324 w 10490654"/>
                  <a:gd name="connsiteY116-22648" fmla="*/ 8082820 h 10394972"/>
                  <a:gd name="connsiteX117-22649" fmla="*/ 5317031 w 10490654"/>
                  <a:gd name="connsiteY117-22650" fmla="*/ 7610208 h 10394972"/>
                  <a:gd name="connsiteX118-22651" fmla="*/ 5201059 w 10490654"/>
                  <a:gd name="connsiteY118-22652" fmla="*/ 7320352 h 10394972"/>
                  <a:gd name="connsiteX119-22653" fmla="*/ 5250872 w 10490654"/>
                  <a:gd name="connsiteY119-22654" fmla="*/ 7069881 h 10394972"/>
                  <a:gd name="connsiteX120-22655" fmla="*/ 5245735 w 10490654"/>
                  <a:gd name="connsiteY120-22656" fmla="*/ 7018665 h 10394972"/>
                  <a:gd name="connsiteX121-22657" fmla="*/ 4577603 w 10490654"/>
                  <a:gd name="connsiteY121-22658" fmla="*/ 7013996 h 10394972"/>
                  <a:gd name="connsiteX122-22659" fmla="*/ 4528412 w 10490654"/>
                  <a:gd name="connsiteY122-22660" fmla="*/ 6840580 h 10394972"/>
                  <a:gd name="connsiteX123-22661" fmla="*/ 4038834 w 10490654"/>
                  <a:gd name="connsiteY123-22662" fmla="*/ 6816452 h 10394972"/>
                  <a:gd name="connsiteX124-22663" fmla="*/ 3976254 w 10490654"/>
                  <a:gd name="connsiteY124-22664" fmla="*/ 7069881 h 10394972"/>
                  <a:gd name="connsiteX125-22665" fmla="*/ 3932667 w 10490654"/>
                  <a:gd name="connsiteY125-22666" fmla="*/ 7281279 h 10394972"/>
                  <a:gd name="connsiteX126-22667" fmla="*/ 3884155 w 10490654"/>
                  <a:gd name="connsiteY126-22668" fmla="*/ 7403480 h 10394972"/>
                  <a:gd name="connsiteX127-22669" fmla="*/ 3572499 w 10490654"/>
                  <a:gd name="connsiteY127-22670" fmla="*/ 7365450 h 10394972"/>
                  <a:gd name="connsiteX128-22671" fmla="*/ 3311236 w 10490654"/>
                  <a:gd name="connsiteY128-22672" fmla="*/ 7402390 h 10394972"/>
                  <a:gd name="connsiteX129-22673" fmla="*/ 2921540 w 10490654"/>
                  <a:gd name="connsiteY129-22674" fmla="*/ 7414475 h 10394972"/>
                  <a:gd name="connsiteX130-22675" fmla="*/ 2784763 w 10490654"/>
                  <a:gd name="connsiteY130-22676" fmla="*/ 7139153 h 10394972"/>
                  <a:gd name="connsiteX131-22677" fmla="*/ 2604654 w 10490654"/>
                  <a:gd name="connsiteY131-22678" fmla="*/ 6862062 h 10394972"/>
                  <a:gd name="connsiteX132-22679" fmla="*/ 2410691 w 10490654"/>
                  <a:gd name="connsiteY132-22680" fmla="*/ 6363299 h 10394972"/>
                  <a:gd name="connsiteX133-22681" fmla="*/ 2327563 w 10490654"/>
                  <a:gd name="connsiteY133-22682" fmla="*/ 6224753 h 10394972"/>
                  <a:gd name="connsiteX134-22683" fmla="*/ 1662545 w 10490654"/>
                  <a:gd name="connsiteY134-22684" fmla="*/ 6197044 h 10394972"/>
                  <a:gd name="connsiteX135-22685" fmla="*/ 1233054 w 10490654"/>
                  <a:gd name="connsiteY135-22686" fmla="*/ 6197044 h 10394972"/>
                  <a:gd name="connsiteX136-22687" fmla="*/ 1136072 w 10490654"/>
                  <a:gd name="connsiteY136-22688" fmla="*/ 6252462 h 10394972"/>
                  <a:gd name="connsiteX137-22689" fmla="*/ 706582 w 10490654"/>
                  <a:gd name="connsiteY137-22690" fmla="*/ 6210899 h 10394972"/>
                  <a:gd name="connsiteX138-22691" fmla="*/ 318654 w 10490654"/>
                  <a:gd name="connsiteY138-22692" fmla="*/ 6238608 h 10394972"/>
                  <a:gd name="connsiteX139-22693" fmla="*/ 96982 w 10490654"/>
                  <a:gd name="connsiteY139-22694" fmla="*/ 6391008 h 10394972"/>
                  <a:gd name="connsiteX140-22695" fmla="*/ 0 w 10490654"/>
                  <a:gd name="connsiteY140-22696" fmla="*/ 6294026 h 10394972"/>
                  <a:gd name="connsiteX141-22697" fmla="*/ 83127 w 10490654"/>
                  <a:gd name="connsiteY141-22698" fmla="*/ 6238608 h 10394972"/>
                  <a:gd name="connsiteX0-22699" fmla="*/ 83127 w 10490654"/>
                  <a:gd name="connsiteY0-22700" fmla="*/ 6238608 h 10394972"/>
                  <a:gd name="connsiteX1-22701" fmla="*/ 96982 w 10490654"/>
                  <a:gd name="connsiteY1-22702" fmla="*/ 5795262 h 10394972"/>
                  <a:gd name="connsiteX2-22703" fmla="*/ 401782 w 10490654"/>
                  <a:gd name="connsiteY2-22704" fmla="*/ 5532026 h 10394972"/>
                  <a:gd name="connsiteX3-22705" fmla="*/ 651163 w 10490654"/>
                  <a:gd name="connsiteY3-22706" fmla="*/ 5670572 h 10394972"/>
                  <a:gd name="connsiteX4-22707" fmla="*/ 858982 w 10490654"/>
                  <a:gd name="connsiteY4-22708" fmla="*/ 5504317 h 10394972"/>
                  <a:gd name="connsiteX5-22709" fmla="*/ 997527 w 10490654"/>
                  <a:gd name="connsiteY5-22710" fmla="*/ 5351917 h 10394972"/>
                  <a:gd name="connsiteX6-22711" fmla="*/ 1080654 w 10490654"/>
                  <a:gd name="connsiteY6-22712" fmla="*/ 5435044 h 10394972"/>
                  <a:gd name="connsiteX7-22713" fmla="*/ 1269312 w 10490654"/>
                  <a:gd name="connsiteY7-22714" fmla="*/ 5679710 h 10394972"/>
                  <a:gd name="connsiteX8-22715" fmla="*/ 1523116 w 10490654"/>
                  <a:gd name="connsiteY8-22716" fmla="*/ 5481030 h 10394972"/>
                  <a:gd name="connsiteX9-22717" fmla="*/ 1731818 w 10490654"/>
                  <a:gd name="connsiteY9-22718" fmla="*/ 5296499 h 10394972"/>
                  <a:gd name="connsiteX10-22719" fmla="*/ 2022763 w 10490654"/>
                  <a:gd name="connsiteY10-22720" fmla="*/ 5060972 h 10394972"/>
                  <a:gd name="connsiteX11-22721" fmla="*/ 2119745 w 10490654"/>
                  <a:gd name="connsiteY11-22722" fmla="*/ 4631481 h 10394972"/>
                  <a:gd name="connsiteX12-22723" fmla="*/ 2172511 w 10490654"/>
                  <a:gd name="connsiteY12-22724" fmla="*/ 4164848 h 10394972"/>
                  <a:gd name="connsiteX13-22725" fmla="*/ 2355272 w 10490654"/>
                  <a:gd name="connsiteY13-22726" fmla="*/ 3855626 h 10394972"/>
                  <a:gd name="connsiteX14-22727" fmla="*/ 2752497 w 10490654"/>
                  <a:gd name="connsiteY14-22728" fmla="*/ 3475092 h 10394972"/>
                  <a:gd name="connsiteX15-22729" fmla="*/ 2978727 w 10490654"/>
                  <a:gd name="connsiteY15-22730" fmla="*/ 3259881 h 10394972"/>
                  <a:gd name="connsiteX16-22731" fmla="*/ 3006436 w 10490654"/>
                  <a:gd name="connsiteY16-22732" fmla="*/ 2816535 h 10394972"/>
                  <a:gd name="connsiteX17-22733" fmla="*/ 3075709 w 10490654"/>
                  <a:gd name="connsiteY17-22734" fmla="*/ 2525590 h 10394972"/>
                  <a:gd name="connsiteX18-22735" fmla="*/ 3075709 w 10490654"/>
                  <a:gd name="connsiteY18-22736" fmla="*/ 2317772 h 10394972"/>
                  <a:gd name="connsiteX19-22737" fmla="*/ 3214254 w 10490654"/>
                  <a:gd name="connsiteY19-22738" fmla="*/ 1985262 h 10394972"/>
                  <a:gd name="connsiteX20-22739" fmla="*/ 3214254 w 10490654"/>
                  <a:gd name="connsiteY20-22740" fmla="*/ 1694317 h 10394972"/>
                  <a:gd name="connsiteX21-22741" fmla="*/ 3513454 w 10490654"/>
                  <a:gd name="connsiteY21-22742" fmla="*/ 1126281 h 10394972"/>
                  <a:gd name="connsiteX22-22743" fmla="*/ 3463636 w 10490654"/>
                  <a:gd name="connsiteY22-22744" fmla="*/ 752208 h 10394972"/>
                  <a:gd name="connsiteX23-22745" fmla="*/ 3491345 w 10490654"/>
                  <a:gd name="connsiteY23-22746" fmla="*/ 544390 h 10394972"/>
                  <a:gd name="connsiteX24-22747" fmla="*/ 3823854 w 10490654"/>
                  <a:gd name="connsiteY24-22748" fmla="*/ 184172 h 10394972"/>
                  <a:gd name="connsiteX25-22749" fmla="*/ 4017818 w 10490654"/>
                  <a:gd name="connsiteY25-22750" fmla="*/ 59481 h 10394972"/>
                  <a:gd name="connsiteX26-22751" fmla="*/ 4433454 w 10490654"/>
                  <a:gd name="connsiteY26-22752" fmla="*/ 295008 h 10394972"/>
                  <a:gd name="connsiteX27-22753" fmla="*/ 4599709 w 10490654"/>
                  <a:gd name="connsiteY27-22754" fmla="*/ 488972 h 10394972"/>
                  <a:gd name="connsiteX28-22755" fmla="*/ 5070763 w 10490654"/>
                  <a:gd name="connsiteY28-22756" fmla="*/ 544390 h 10394972"/>
                  <a:gd name="connsiteX29-22757" fmla="*/ 5391187 w 10490654"/>
                  <a:gd name="connsiteY29-22758" fmla="*/ 603639 h 10394972"/>
                  <a:gd name="connsiteX30-22759" fmla="*/ 5568642 w 10490654"/>
                  <a:gd name="connsiteY30-22760" fmla="*/ 588271 h 10394972"/>
                  <a:gd name="connsiteX31-22761" fmla="*/ 5860472 w 10490654"/>
                  <a:gd name="connsiteY31-22762" fmla="*/ 281153 h 10394972"/>
                  <a:gd name="connsiteX32-22763" fmla="*/ 6123709 w 10490654"/>
                  <a:gd name="connsiteY32-22764" fmla="*/ 322717 h 10394972"/>
                  <a:gd name="connsiteX33-22765" fmla="*/ 6541900 w 10490654"/>
                  <a:gd name="connsiteY33-22766" fmla="*/ 168233 h 10394972"/>
                  <a:gd name="connsiteX34-22767" fmla="*/ 6681722 w 10490654"/>
                  <a:gd name="connsiteY34-22768" fmla="*/ 107503 h 10394972"/>
                  <a:gd name="connsiteX35-22769" fmla="*/ 7011678 w 10490654"/>
                  <a:gd name="connsiteY35-22770" fmla="*/ 198026 h 10394972"/>
                  <a:gd name="connsiteX36-22771" fmla="*/ 7232072 w 10490654"/>
                  <a:gd name="connsiteY36-22772" fmla="*/ 17917 h 10394972"/>
                  <a:gd name="connsiteX37-22773" fmla="*/ 7379107 w 10490654"/>
                  <a:gd name="connsiteY37-22774" fmla="*/ 0 h 10394972"/>
                  <a:gd name="connsiteX38-22775" fmla="*/ 7600859 w 10490654"/>
                  <a:gd name="connsiteY38-22776" fmla="*/ 41248 h 10394972"/>
                  <a:gd name="connsiteX39-22777" fmla="*/ 7910945 w 10490654"/>
                  <a:gd name="connsiteY39-22778" fmla="*/ 128753 h 10394972"/>
                  <a:gd name="connsiteX40-22779" fmla="*/ 8312727 w 10490654"/>
                  <a:gd name="connsiteY40-22780" fmla="*/ 59481 h 10394972"/>
                  <a:gd name="connsiteX41-22781" fmla="*/ 8647005 w 10490654"/>
                  <a:gd name="connsiteY41-22782" fmla="*/ 396707 h 10394972"/>
                  <a:gd name="connsiteX42-22783" fmla="*/ 8908472 w 10490654"/>
                  <a:gd name="connsiteY42-22784" fmla="*/ 544390 h 10394972"/>
                  <a:gd name="connsiteX43-22785" fmla="*/ 9146732 w 10490654"/>
                  <a:gd name="connsiteY43-22786" fmla="*/ 420846 h 10394972"/>
                  <a:gd name="connsiteX44-22787" fmla="*/ 9372965 w 10490654"/>
                  <a:gd name="connsiteY44-22788" fmla="*/ 466363 h 10394972"/>
                  <a:gd name="connsiteX45-22789" fmla="*/ 9518072 w 10490654"/>
                  <a:gd name="connsiteY45-22790" fmla="*/ 367819 h 10394972"/>
                  <a:gd name="connsiteX46-22791" fmla="*/ 9646301 w 10490654"/>
                  <a:gd name="connsiteY46-22792" fmla="*/ 369587 h 10394972"/>
                  <a:gd name="connsiteX47-22793" fmla="*/ 10002982 w 10490654"/>
                  <a:gd name="connsiteY47-22794" fmla="*/ 793772 h 10394972"/>
                  <a:gd name="connsiteX48-22795" fmla="*/ 10238509 w 10490654"/>
                  <a:gd name="connsiteY48-22796" fmla="*/ 987735 h 10394972"/>
                  <a:gd name="connsiteX49-22797" fmla="*/ 10224654 w 10490654"/>
                  <a:gd name="connsiteY49-22798" fmla="*/ 1250972 h 10394972"/>
                  <a:gd name="connsiteX50-22799" fmla="*/ 10238509 w 10490654"/>
                  <a:gd name="connsiteY50-22800" fmla="*/ 1444935 h 10394972"/>
                  <a:gd name="connsiteX51-22801" fmla="*/ 10243066 w 10490654"/>
                  <a:gd name="connsiteY51-22802" fmla="*/ 1580249 h 10394972"/>
                  <a:gd name="connsiteX52-22803" fmla="*/ 10490654 w 10490654"/>
                  <a:gd name="connsiteY52-22804" fmla="*/ 1753897 h 10394972"/>
                  <a:gd name="connsiteX53-22805" fmla="*/ 10077929 w 10490654"/>
                  <a:gd name="connsiteY53-22806" fmla="*/ 2207269 h 10394972"/>
                  <a:gd name="connsiteX54-22807" fmla="*/ 9781309 w 10490654"/>
                  <a:gd name="connsiteY54-22808" fmla="*/ 2497881 h 10394972"/>
                  <a:gd name="connsiteX55-22809" fmla="*/ 9580055 w 10490654"/>
                  <a:gd name="connsiteY55-22810" fmla="*/ 3426134 h 10394972"/>
                  <a:gd name="connsiteX56-22811" fmla="*/ 9601200 w 10490654"/>
                  <a:gd name="connsiteY56-22812" fmla="*/ 3717081 h 10394972"/>
                  <a:gd name="connsiteX57-22813" fmla="*/ 9365672 w 10490654"/>
                  <a:gd name="connsiteY57-22814" fmla="*/ 3911044 h 10394972"/>
                  <a:gd name="connsiteX58-22815" fmla="*/ 9310254 w 10490654"/>
                  <a:gd name="connsiteY58-22816" fmla="*/ 4077299 h 10394972"/>
                  <a:gd name="connsiteX59-22817" fmla="*/ 9199418 w 10490654"/>
                  <a:gd name="connsiteY59-22818" fmla="*/ 4285117 h 10394972"/>
                  <a:gd name="connsiteX60-22819" fmla="*/ 9268691 w 10490654"/>
                  <a:gd name="connsiteY60-22820" fmla="*/ 4451372 h 10394972"/>
                  <a:gd name="connsiteX61-22821" fmla="*/ 9337963 w 10490654"/>
                  <a:gd name="connsiteY61-22822" fmla="*/ 4659190 h 10394972"/>
                  <a:gd name="connsiteX62-22823" fmla="*/ 9382180 w 10490654"/>
                  <a:gd name="connsiteY62-22824" fmla="*/ 4915057 h 10394972"/>
                  <a:gd name="connsiteX63-22825" fmla="*/ 9434945 w 10490654"/>
                  <a:gd name="connsiteY63-22826" fmla="*/ 5213372 h 10394972"/>
                  <a:gd name="connsiteX64-22827" fmla="*/ 9462654 w 10490654"/>
                  <a:gd name="connsiteY64-22828" fmla="*/ 5615153 h 10394972"/>
                  <a:gd name="connsiteX65-22829" fmla="*/ 9587345 w 10490654"/>
                  <a:gd name="connsiteY65-22830" fmla="*/ 5975372 h 10394972"/>
                  <a:gd name="connsiteX66-22831" fmla="*/ 9545782 w 10490654"/>
                  <a:gd name="connsiteY66-22832" fmla="*/ 6377153 h 10394972"/>
                  <a:gd name="connsiteX67-22833" fmla="*/ 9933709 w 10490654"/>
                  <a:gd name="connsiteY67-22834" fmla="*/ 6862062 h 10394972"/>
                  <a:gd name="connsiteX68-22835" fmla="*/ 10094363 w 10490654"/>
                  <a:gd name="connsiteY68-22836" fmla="*/ 7221396 h 10394972"/>
                  <a:gd name="connsiteX69-22837" fmla="*/ 10232908 w 10490654"/>
                  <a:gd name="connsiteY69-22838" fmla="*/ 7514995 h 10394972"/>
                  <a:gd name="connsiteX70-22839" fmla="*/ 9670472 w 10490654"/>
                  <a:gd name="connsiteY70-22840" fmla="*/ 7540935 h 10394972"/>
                  <a:gd name="connsiteX71-22841" fmla="*/ 9337963 w 10490654"/>
                  <a:gd name="connsiteY71-22842" fmla="*/ 7651772 h 10394972"/>
                  <a:gd name="connsiteX72-22843" fmla="*/ 9102436 w 10490654"/>
                  <a:gd name="connsiteY72-22844" fmla="*/ 7790317 h 10394972"/>
                  <a:gd name="connsiteX73-22845" fmla="*/ 9019309 w 10490654"/>
                  <a:gd name="connsiteY73-22846" fmla="*/ 7998135 h 10394972"/>
                  <a:gd name="connsiteX74-22847" fmla="*/ 8956730 w 10490654"/>
                  <a:gd name="connsiteY74-22848" fmla="*/ 8095117 h 10394972"/>
                  <a:gd name="connsiteX75-22849" fmla="*/ 9027559 w 10490654"/>
                  <a:gd name="connsiteY75-22850" fmla="*/ 8524608 h 10394972"/>
                  <a:gd name="connsiteX76-22851" fmla="*/ 9030673 w 10490654"/>
                  <a:gd name="connsiteY76-22852" fmla="*/ 8758112 h 10394972"/>
                  <a:gd name="connsiteX77-22853" fmla="*/ 8991600 w 10490654"/>
                  <a:gd name="connsiteY77-22854" fmla="*/ 8967953 h 10394972"/>
                  <a:gd name="connsiteX78-22855" fmla="*/ 8894618 w 10490654"/>
                  <a:gd name="connsiteY78-22856" fmla="*/ 9272753 h 10394972"/>
                  <a:gd name="connsiteX79-22857" fmla="*/ 8922327 w 10490654"/>
                  <a:gd name="connsiteY79-22858" fmla="*/ 9535990 h 10394972"/>
                  <a:gd name="connsiteX80-22859" fmla="*/ 9144000 w 10490654"/>
                  <a:gd name="connsiteY80-22860" fmla="*/ 9702244 h 10394972"/>
                  <a:gd name="connsiteX81-22861" fmla="*/ 9353374 w 10490654"/>
                  <a:gd name="connsiteY81-22862" fmla="*/ 9853088 h 10394972"/>
                  <a:gd name="connsiteX82-22863" fmla="*/ 9529903 w 10490654"/>
                  <a:gd name="connsiteY82-22864" fmla="*/ 9905081 h 10394972"/>
                  <a:gd name="connsiteX83-22865" fmla="*/ 9625328 w 10490654"/>
                  <a:gd name="connsiteY83-22866" fmla="*/ 9791132 h 10394972"/>
                  <a:gd name="connsiteX84-22867" fmla="*/ 9667359 w 10490654"/>
                  <a:gd name="connsiteY84-22868" fmla="*/ 9803430 h 10394972"/>
                  <a:gd name="connsiteX85-22869" fmla="*/ 9668916 w 10490654"/>
                  <a:gd name="connsiteY85-22870" fmla="*/ 10256426 h 10394972"/>
                  <a:gd name="connsiteX86-22871" fmla="*/ 9495500 w 10490654"/>
                  <a:gd name="connsiteY86-22872" fmla="*/ 10306085 h 10394972"/>
                  <a:gd name="connsiteX87-22873" fmla="*/ 9310254 w 10490654"/>
                  <a:gd name="connsiteY87-22874" fmla="*/ 10394972 h 10394972"/>
                  <a:gd name="connsiteX88-22875" fmla="*/ 9227127 w 10490654"/>
                  <a:gd name="connsiteY88-22876" fmla="*/ 10242572 h 10394972"/>
                  <a:gd name="connsiteX89-22877" fmla="*/ 9033163 w 10490654"/>
                  <a:gd name="connsiteY89-22878" fmla="*/ 9993190 h 10394972"/>
                  <a:gd name="connsiteX90-22879" fmla="*/ 8825345 w 10490654"/>
                  <a:gd name="connsiteY90-22880" fmla="*/ 9813081 h 10394972"/>
                  <a:gd name="connsiteX91-22881" fmla="*/ 8534400 w 10490654"/>
                  <a:gd name="connsiteY91-22882" fmla="*/ 9702244 h 10394972"/>
                  <a:gd name="connsiteX92-22883" fmla="*/ 8423563 w 10490654"/>
                  <a:gd name="connsiteY92-22884" fmla="*/ 9646826 h 10394972"/>
                  <a:gd name="connsiteX93-22885" fmla="*/ 8285018 w 10490654"/>
                  <a:gd name="connsiteY93-22886" fmla="*/ 9480572 h 10394972"/>
                  <a:gd name="connsiteX94-22887" fmla="*/ 8257309 w 10490654"/>
                  <a:gd name="connsiteY94-22888" fmla="*/ 9342026 h 10394972"/>
                  <a:gd name="connsiteX95-22889" fmla="*/ 8146472 w 10490654"/>
                  <a:gd name="connsiteY95-22890" fmla="*/ 9355881 h 10394972"/>
                  <a:gd name="connsiteX96-22891" fmla="*/ 8091054 w 10490654"/>
                  <a:gd name="connsiteY96-22892" fmla="*/ 9577553 h 10394972"/>
                  <a:gd name="connsiteX97-22893" fmla="*/ 7806336 w 10490654"/>
                  <a:gd name="connsiteY97-22894" fmla="*/ 9583313 h 10394972"/>
                  <a:gd name="connsiteX98-22895" fmla="*/ 7567694 w 10490654"/>
                  <a:gd name="connsiteY98-22896" fmla="*/ 9520112 h 10394972"/>
                  <a:gd name="connsiteX99-22897" fmla="*/ 7466043 w 10490654"/>
                  <a:gd name="connsiteY99-22898" fmla="*/ 9471387 h 10394972"/>
                  <a:gd name="connsiteX100-22899" fmla="*/ 7287491 w 10490654"/>
                  <a:gd name="connsiteY100-22900" fmla="*/ 9449904 h 10394972"/>
                  <a:gd name="connsiteX101-22901" fmla="*/ 7221797 w 10490654"/>
                  <a:gd name="connsiteY101-22902" fmla="*/ 9121910 h 10394972"/>
                  <a:gd name="connsiteX102-22903" fmla="*/ 6954982 w 10490654"/>
                  <a:gd name="connsiteY102-22904" fmla="*/ 9189626 h 10394972"/>
                  <a:gd name="connsiteX103-22905" fmla="*/ 6710737 w 10490654"/>
                  <a:gd name="connsiteY103-22906" fmla="*/ 9262013 h 10394972"/>
                  <a:gd name="connsiteX104-22907" fmla="*/ 6674777 w 10490654"/>
                  <a:gd name="connsiteY104-22908" fmla="*/ 9062912 h 10394972"/>
                  <a:gd name="connsiteX105-22909" fmla="*/ 6511636 w 10490654"/>
                  <a:gd name="connsiteY105-22910" fmla="*/ 8954099 h 10394972"/>
                  <a:gd name="connsiteX106-22911" fmla="*/ 6428509 w 10490654"/>
                  <a:gd name="connsiteY106-22912" fmla="*/ 8954099 h 10394972"/>
                  <a:gd name="connsiteX107-22913" fmla="*/ 6325922 w 10490654"/>
                  <a:gd name="connsiteY107-22914" fmla="*/ 9057307 h 10394972"/>
                  <a:gd name="connsiteX108-22915" fmla="*/ 6167763 w 10490654"/>
                  <a:gd name="connsiteY108-22916" fmla="*/ 8978227 h 10394972"/>
                  <a:gd name="connsiteX109-22917" fmla="*/ 6002132 w 10490654"/>
                  <a:gd name="connsiteY109-22918" fmla="*/ 9093734 h 10394972"/>
                  <a:gd name="connsiteX110-22919" fmla="*/ 5749636 w 10490654"/>
                  <a:gd name="connsiteY110-22920" fmla="*/ 9051081 h 10394972"/>
                  <a:gd name="connsiteX111-22921" fmla="*/ 5674760 w 10490654"/>
                  <a:gd name="connsiteY111-22922" fmla="*/ 9081904 h 10394972"/>
                  <a:gd name="connsiteX112-22923" fmla="*/ 5507415 w 10490654"/>
                  <a:gd name="connsiteY112-22924" fmla="*/ 9128137 h 10394972"/>
                  <a:gd name="connsiteX113-22925" fmla="*/ 5505859 w 10490654"/>
                  <a:gd name="connsiteY113-22926" fmla="*/ 8870972 h 10394972"/>
                  <a:gd name="connsiteX114-22927" fmla="*/ 5505857 w 10490654"/>
                  <a:gd name="connsiteY114-22928" fmla="*/ 8634977 h 10394972"/>
                  <a:gd name="connsiteX115-22929" fmla="*/ 5336024 w 10490654"/>
                  <a:gd name="connsiteY115-22930" fmla="*/ 8333292 h 10394972"/>
                  <a:gd name="connsiteX116-22931" fmla="*/ 5230324 w 10490654"/>
                  <a:gd name="connsiteY116-22932" fmla="*/ 8082820 h 10394972"/>
                  <a:gd name="connsiteX117-22933" fmla="*/ 5317031 w 10490654"/>
                  <a:gd name="connsiteY117-22934" fmla="*/ 7610208 h 10394972"/>
                  <a:gd name="connsiteX118-22935" fmla="*/ 5201059 w 10490654"/>
                  <a:gd name="connsiteY118-22936" fmla="*/ 7320352 h 10394972"/>
                  <a:gd name="connsiteX119-22937" fmla="*/ 5250872 w 10490654"/>
                  <a:gd name="connsiteY119-22938" fmla="*/ 7069881 h 10394972"/>
                  <a:gd name="connsiteX120-22939" fmla="*/ 5245735 w 10490654"/>
                  <a:gd name="connsiteY120-22940" fmla="*/ 7018665 h 10394972"/>
                  <a:gd name="connsiteX121-22941" fmla="*/ 4577603 w 10490654"/>
                  <a:gd name="connsiteY121-22942" fmla="*/ 7013996 h 10394972"/>
                  <a:gd name="connsiteX122-22943" fmla="*/ 4528412 w 10490654"/>
                  <a:gd name="connsiteY122-22944" fmla="*/ 6840580 h 10394972"/>
                  <a:gd name="connsiteX123-22945" fmla="*/ 4038834 w 10490654"/>
                  <a:gd name="connsiteY123-22946" fmla="*/ 6816452 h 10394972"/>
                  <a:gd name="connsiteX124-22947" fmla="*/ 3976254 w 10490654"/>
                  <a:gd name="connsiteY124-22948" fmla="*/ 7069881 h 10394972"/>
                  <a:gd name="connsiteX125-22949" fmla="*/ 3932667 w 10490654"/>
                  <a:gd name="connsiteY125-22950" fmla="*/ 7281279 h 10394972"/>
                  <a:gd name="connsiteX126-22951" fmla="*/ 3884155 w 10490654"/>
                  <a:gd name="connsiteY126-22952" fmla="*/ 7403480 h 10394972"/>
                  <a:gd name="connsiteX127-22953" fmla="*/ 3572499 w 10490654"/>
                  <a:gd name="connsiteY127-22954" fmla="*/ 7365450 h 10394972"/>
                  <a:gd name="connsiteX128-22955" fmla="*/ 3311236 w 10490654"/>
                  <a:gd name="connsiteY128-22956" fmla="*/ 7402390 h 10394972"/>
                  <a:gd name="connsiteX129-22957" fmla="*/ 2921540 w 10490654"/>
                  <a:gd name="connsiteY129-22958" fmla="*/ 7414475 h 10394972"/>
                  <a:gd name="connsiteX130-22959" fmla="*/ 2784763 w 10490654"/>
                  <a:gd name="connsiteY130-22960" fmla="*/ 7139153 h 10394972"/>
                  <a:gd name="connsiteX131-22961" fmla="*/ 2604654 w 10490654"/>
                  <a:gd name="connsiteY131-22962" fmla="*/ 6862062 h 10394972"/>
                  <a:gd name="connsiteX132-22963" fmla="*/ 2410691 w 10490654"/>
                  <a:gd name="connsiteY132-22964" fmla="*/ 6363299 h 10394972"/>
                  <a:gd name="connsiteX133-22965" fmla="*/ 2327563 w 10490654"/>
                  <a:gd name="connsiteY133-22966" fmla="*/ 6224753 h 10394972"/>
                  <a:gd name="connsiteX134-22967" fmla="*/ 1662545 w 10490654"/>
                  <a:gd name="connsiteY134-22968" fmla="*/ 6197044 h 10394972"/>
                  <a:gd name="connsiteX135-22969" fmla="*/ 1233054 w 10490654"/>
                  <a:gd name="connsiteY135-22970" fmla="*/ 6197044 h 10394972"/>
                  <a:gd name="connsiteX136-22971" fmla="*/ 1136072 w 10490654"/>
                  <a:gd name="connsiteY136-22972" fmla="*/ 6252462 h 10394972"/>
                  <a:gd name="connsiteX137-22973" fmla="*/ 706582 w 10490654"/>
                  <a:gd name="connsiteY137-22974" fmla="*/ 6210899 h 10394972"/>
                  <a:gd name="connsiteX138-22975" fmla="*/ 318654 w 10490654"/>
                  <a:gd name="connsiteY138-22976" fmla="*/ 6238608 h 10394972"/>
                  <a:gd name="connsiteX139-22977" fmla="*/ 96982 w 10490654"/>
                  <a:gd name="connsiteY139-22978" fmla="*/ 6391008 h 10394972"/>
                  <a:gd name="connsiteX140-22979" fmla="*/ 0 w 10490654"/>
                  <a:gd name="connsiteY140-22980" fmla="*/ 6294026 h 10394972"/>
                  <a:gd name="connsiteX141-22981" fmla="*/ 83127 w 10490654"/>
                  <a:gd name="connsiteY141-22982" fmla="*/ 6238608 h 10394972"/>
                  <a:gd name="connsiteX0-22983" fmla="*/ 83127 w 10490654"/>
                  <a:gd name="connsiteY0-22984" fmla="*/ 6238608 h 10394972"/>
                  <a:gd name="connsiteX1-22985" fmla="*/ 96982 w 10490654"/>
                  <a:gd name="connsiteY1-22986" fmla="*/ 5795262 h 10394972"/>
                  <a:gd name="connsiteX2-22987" fmla="*/ 401782 w 10490654"/>
                  <a:gd name="connsiteY2-22988" fmla="*/ 5532026 h 10394972"/>
                  <a:gd name="connsiteX3-22989" fmla="*/ 651163 w 10490654"/>
                  <a:gd name="connsiteY3-22990" fmla="*/ 5670572 h 10394972"/>
                  <a:gd name="connsiteX4-22991" fmla="*/ 858982 w 10490654"/>
                  <a:gd name="connsiteY4-22992" fmla="*/ 5504317 h 10394972"/>
                  <a:gd name="connsiteX5-22993" fmla="*/ 997527 w 10490654"/>
                  <a:gd name="connsiteY5-22994" fmla="*/ 5351917 h 10394972"/>
                  <a:gd name="connsiteX6-22995" fmla="*/ 1080654 w 10490654"/>
                  <a:gd name="connsiteY6-22996" fmla="*/ 5435044 h 10394972"/>
                  <a:gd name="connsiteX7-22997" fmla="*/ 1269312 w 10490654"/>
                  <a:gd name="connsiteY7-22998" fmla="*/ 5679710 h 10394972"/>
                  <a:gd name="connsiteX8-22999" fmla="*/ 1523116 w 10490654"/>
                  <a:gd name="connsiteY8-23000" fmla="*/ 5481030 h 10394972"/>
                  <a:gd name="connsiteX9-23001" fmla="*/ 1731818 w 10490654"/>
                  <a:gd name="connsiteY9-23002" fmla="*/ 5296499 h 10394972"/>
                  <a:gd name="connsiteX10-23003" fmla="*/ 2022763 w 10490654"/>
                  <a:gd name="connsiteY10-23004" fmla="*/ 5060972 h 10394972"/>
                  <a:gd name="connsiteX11-23005" fmla="*/ 2119745 w 10490654"/>
                  <a:gd name="connsiteY11-23006" fmla="*/ 4631481 h 10394972"/>
                  <a:gd name="connsiteX12-23007" fmla="*/ 2172511 w 10490654"/>
                  <a:gd name="connsiteY12-23008" fmla="*/ 4164848 h 10394972"/>
                  <a:gd name="connsiteX13-23009" fmla="*/ 2355272 w 10490654"/>
                  <a:gd name="connsiteY13-23010" fmla="*/ 3855626 h 10394972"/>
                  <a:gd name="connsiteX14-23011" fmla="*/ 2752497 w 10490654"/>
                  <a:gd name="connsiteY14-23012" fmla="*/ 3475092 h 10394972"/>
                  <a:gd name="connsiteX15-23013" fmla="*/ 2978727 w 10490654"/>
                  <a:gd name="connsiteY15-23014" fmla="*/ 3259881 h 10394972"/>
                  <a:gd name="connsiteX16-23015" fmla="*/ 3006436 w 10490654"/>
                  <a:gd name="connsiteY16-23016" fmla="*/ 2816535 h 10394972"/>
                  <a:gd name="connsiteX17-23017" fmla="*/ 3075709 w 10490654"/>
                  <a:gd name="connsiteY17-23018" fmla="*/ 2525590 h 10394972"/>
                  <a:gd name="connsiteX18-23019" fmla="*/ 3075709 w 10490654"/>
                  <a:gd name="connsiteY18-23020" fmla="*/ 2317772 h 10394972"/>
                  <a:gd name="connsiteX19-23021" fmla="*/ 3214254 w 10490654"/>
                  <a:gd name="connsiteY19-23022" fmla="*/ 1985262 h 10394972"/>
                  <a:gd name="connsiteX20-23023" fmla="*/ 3214254 w 10490654"/>
                  <a:gd name="connsiteY20-23024" fmla="*/ 1694317 h 10394972"/>
                  <a:gd name="connsiteX21-23025" fmla="*/ 3513454 w 10490654"/>
                  <a:gd name="connsiteY21-23026" fmla="*/ 1126281 h 10394972"/>
                  <a:gd name="connsiteX22-23027" fmla="*/ 3463636 w 10490654"/>
                  <a:gd name="connsiteY22-23028" fmla="*/ 752208 h 10394972"/>
                  <a:gd name="connsiteX23-23029" fmla="*/ 3491345 w 10490654"/>
                  <a:gd name="connsiteY23-23030" fmla="*/ 544390 h 10394972"/>
                  <a:gd name="connsiteX24-23031" fmla="*/ 3823854 w 10490654"/>
                  <a:gd name="connsiteY24-23032" fmla="*/ 184172 h 10394972"/>
                  <a:gd name="connsiteX25-23033" fmla="*/ 4017818 w 10490654"/>
                  <a:gd name="connsiteY25-23034" fmla="*/ 59481 h 10394972"/>
                  <a:gd name="connsiteX26-23035" fmla="*/ 4433454 w 10490654"/>
                  <a:gd name="connsiteY26-23036" fmla="*/ 295008 h 10394972"/>
                  <a:gd name="connsiteX27-23037" fmla="*/ 4599709 w 10490654"/>
                  <a:gd name="connsiteY27-23038" fmla="*/ 488972 h 10394972"/>
                  <a:gd name="connsiteX28-23039" fmla="*/ 5070763 w 10490654"/>
                  <a:gd name="connsiteY28-23040" fmla="*/ 544390 h 10394972"/>
                  <a:gd name="connsiteX29-23041" fmla="*/ 5391187 w 10490654"/>
                  <a:gd name="connsiteY29-23042" fmla="*/ 603639 h 10394972"/>
                  <a:gd name="connsiteX30-23043" fmla="*/ 5568642 w 10490654"/>
                  <a:gd name="connsiteY30-23044" fmla="*/ 588271 h 10394972"/>
                  <a:gd name="connsiteX31-23045" fmla="*/ 5860472 w 10490654"/>
                  <a:gd name="connsiteY31-23046" fmla="*/ 281153 h 10394972"/>
                  <a:gd name="connsiteX32-23047" fmla="*/ 6123709 w 10490654"/>
                  <a:gd name="connsiteY32-23048" fmla="*/ 322717 h 10394972"/>
                  <a:gd name="connsiteX33-23049" fmla="*/ 6541900 w 10490654"/>
                  <a:gd name="connsiteY33-23050" fmla="*/ 168233 h 10394972"/>
                  <a:gd name="connsiteX34-23051" fmla="*/ 6681722 w 10490654"/>
                  <a:gd name="connsiteY34-23052" fmla="*/ 107503 h 10394972"/>
                  <a:gd name="connsiteX35-23053" fmla="*/ 7011678 w 10490654"/>
                  <a:gd name="connsiteY35-23054" fmla="*/ 198026 h 10394972"/>
                  <a:gd name="connsiteX36-23055" fmla="*/ 7232072 w 10490654"/>
                  <a:gd name="connsiteY36-23056" fmla="*/ 17917 h 10394972"/>
                  <a:gd name="connsiteX37-23057" fmla="*/ 7379107 w 10490654"/>
                  <a:gd name="connsiteY37-23058" fmla="*/ 0 h 10394972"/>
                  <a:gd name="connsiteX38-23059" fmla="*/ 7600859 w 10490654"/>
                  <a:gd name="connsiteY38-23060" fmla="*/ 41248 h 10394972"/>
                  <a:gd name="connsiteX39-23061" fmla="*/ 7910945 w 10490654"/>
                  <a:gd name="connsiteY39-23062" fmla="*/ 128753 h 10394972"/>
                  <a:gd name="connsiteX40-23063" fmla="*/ 8312727 w 10490654"/>
                  <a:gd name="connsiteY40-23064" fmla="*/ 59481 h 10394972"/>
                  <a:gd name="connsiteX41-23065" fmla="*/ 8647005 w 10490654"/>
                  <a:gd name="connsiteY41-23066" fmla="*/ 396707 h 10394972"/>
                  <a:gd name="connsiteX42-23067" fmla="*/ 8908472 w 10490654"/>
                  <a:gd name="connsiteY42-23068" fmla="*/ 544390 h 10394972"/>
                  <a:gd name="connsiteX43-23069" fmla="*/ 9146732 w 10490654"/>
                  <a:gd name="connsiteY43-23070" fmla="*/ 420846 h 10394972"/>
                  <a:gd name="connsiteX44-23071" fmla="*/ 9372965 w 10490654"/>
                  <a:gd name="connsiteY44-23072" fmla="*/ 466363 h 10394972"/>
                  <a:gd name="connsiteX45-23073" fmla="*/ 9518072 w 10490654"/>
                  <a:gd name="connsiteY45-23074" fmla="*/ 367819 h 10394972"/>
                  <a:gd name="connsiteX46-23075" fmla="*/ 9646301 w 10490654"/>
                  <a:gd name="connsiteY46-23076" fmla="*/ 369587 h 10394972"/>
                  <a:gd name="connsiteX47-23077" fmla="*/ 10002982 w 10490654"/>
                  <a:gd name="connsiteY47-23078" fmla="*/ 793772 h 10394972"/>
                  <a:gd name="connsiteX48-23079" fmla="*/ 10238509 w 10490654"/>
                  <a:gd name="connsiteY48-23080" fmla="*/ 987735 h 10394972"/>
                  <a:gd name="connsiteX49-23081" fmla="*/ 10224654 w 10490654"/>
                  <a:gd name="connsiteY49-23082" fmla="*/ 1250972 h 10394972"/>
                  <a:gd name="connsiteX50-23083" fmla="*/ 10238509 w 10490654"/>
                  <a:gd name="connsiteY50-23084" fmla="*/ 1444935 h 10394972"/>
                  <a:gd name="connsiteX51-23085" fmla="*/ 10243066 w 10490654"/>
                  <a:gd name="connsiteY51-23086" fmla="*/ 1580249 h 10394972"/>
                  <a:gd name="connsiteX52-23087" fmla="*/ 10490654 w 10490654"/>
                  <a:gd name="connsiteY52-23088" fmla="*/ 1753897 h 10394972"/>
                  <a:gd name="connsiteX53-23089" fmla="*/ 10077929 w 10490654"/>
                  <a:gd name="connsiteY53-23090" fmla="*/ 2207269 h 10394972"/>
                  <a:gd name="connsiteX54-23091" fmla="*/ 9781309 w 10490654"/>
                  <a:gd name="connsiteY54-23092" fmla="*/ 2497881 h 10394972"/>
                  <a:gd name="connsiteX55-23093" fmla="*/ 9580055 w 10490654"/>
                  <a:gd name="connsiteY55-23094" fmla="*/ 3426134 h 10394972"/>
                  <a:gd name="connsiteX56-23095" fmla="*/ 9601200 w 10490654"/>
                  <a:gd name="connsiteY56-23096" fmla="*/ 3717081 h 10394972"/>
                  <a:gd name="connsiteX57-23097" fmla="*/ 9365672 w 10490654"/>
                  <a:gd name="connsiteY57-23098" fmla="*/ 3911044 h 10394972"/>
                  <a:gd name="connsiteX58-23099" fmla="*/ 9310254 w 10490654"/>
                  <a:gd name="connsiteY58-23100" fmla="*/ 4077299 h 10394972"/>
                  <a:gd name="connsiteX59-23101" fmla="*/ 9199418 w 10490654"/>
                  <a:gd name="connsiteY59-23102" fmla="*/ 4285117 h 10394972"/>
                  <a:gd name="connsiteX60-23103" fmla="*/ 9268691 w 10490654"/>
                  <a:gd name="connsiteY60-23104" fmla="*/ 4451372 h 10394972"/>
                  <a:gd name="connsiteX61-23105" fmla="*/ 9337963 w 10490654"/>
                  <a:gd name="connsiteY61-23106" fmla="*/ 4659190 h 10394972"/>
                  <a:gd name="connsiteX62-23107" fmla="*/ 9382180 w 10490654"/>
                  <a:gd name="connsiteY62-23108" fmla="*/ 4915057 h 10394972"/>
                  <a:gd name="connsiteX63-23109" fmla="*/ 9434945 w 10490654"/>
                  <a:gd name="connsiteY63-23110" fmla="*/ 5213372 h 10394972"/>
                  <a:gd name="connsiteX64-23111" fmla="*/ 9462654 w 10490654"/>
                  <a:gd name="connsiteY64-23112" fmla="*/ 5615153 h 10394972"/>
                  <a:gd name="connsiteX65-23113" fmla="*/ 9587345 w 10490654"/>
                  <a:gd name="connsiteY65-23114" fmla="*/ 5975372 h 10394972"/>
                  <a:gd name="connsiteX66-23115" fmla="*/ 9545782 w 10490654"/>
                  <a:gd name="connsiteY66-23116" fmla="*/ 6377153 h 10394972"/>
                  <a:gd name="connsiteX67-23117" fmla="*/ 9933709 w 10490654"/>
                  <a:gd name="connsiteY67-23118" fmla="*/ 6862062 h 10394972"/>
                  <a:gd name="connsiteX68-23119" fmla="*/ 10094363 w 10490654"/>
                  <a:gd name="connsiteY68-23120" fmla="*/ 7221396 h 10394972"/>
                  <a:gd name="connsiteX69-23121" fmla="*/ 10232908 w 10490654"/>
                  <a:gd name="connsiteY69-23122" fmla="*/ 7514995 h 10394972"/>
                  <a:gd name="connsiteX70-23123" fmla="*/ 9670472 w 10490654"/>
                  <a:gd name="connsiteY70-23124" fmla="*/ 7540935 h 10394972"/>
                  <a:gd name="connsiteX71-23125" fmla="*/ 9337963 w 10490654"/>
                  <a:gd name="connsiteY71-23126" fmla="*/ 7651772 h 10394972"/>
                  <a:gd name="connsiteX72-23127" fmla="*/ 9102436 w 10490654"/>
                  <a:gd name="connsiteY72-23128" fmla="*/ 7790317 h 10394972"/>
                  <a:gd name="connsiteX73-23129" fmla="*/ 9019309 w 10490654"/>
                  <a:gd name="connsiteY73-23130" fmla="*/ 7998135 h 10394972"/>
                  <a:gd name="connsiteX74-23131" fmla="*/ 8956730 w 10490654"/>
                  <a:gd name="connsiteY74-23132" fmla="*/ 8095117 h 10394972"/>
                  <a:gd name="connsiteX75-23133" fmla="*/ 9027559 w 10490654"/>
                  <a:gd name="connsiteY75-23134" fmla="*/ 8524608 h 10394972"/>
                  <a:gd name="connsiteX76-23135" fmla="*/ 9030673 w 10490654"/>
                  <a:gd name="connsiteY76-23136" fmla="*/ 8758112 h 10394972"/>
                  <a:gd name="connsiteX77-23137" fmla="*/ 8991600 w 10490654"/>
                  <a:gd name="connsiteY77-23138" fmla="*/ 8967953 h 10394972"/>
                  <a:gd name="connsiteX78-23139" fmla="*/ 8894618 w 10490654"/>
                  <a:gd name="connsiteY78-23140" fmla="*/ 9272753 h 10394972"/>
                  <a:gd name="connsiteX79-23141" fmla="*/ 8922327 w 10490654"/>
                  <a:gd name="connsiteY79-23142" fmla="*/ 9535990 h 10394972"/>
                  <a:gd name="connsiteX80-23143" fmla="*/ 9144000 w 10490654"/>
                  <a:gd name="connsiteY80-23144" fmla="*/ 9702244 h 10394972"/>
                  <a:gd name="connsiteX81-23145" fmla="*/ 9353374 w 10490654"/>
                  <a:gd name="connsiteY81-23146" fmla="*/ 9853088 h 10394972"/>
                  <a:gd name="connsiteX82-23147" fmla="*/ 9529903 w 10490654"/>
                  <a:gd name="connsiteY82-23148" fmla="*/ 9905081 h 10394972"/>
                  <a:gd name="connsiteX83-23149" fmla="*/ 9625328 w 10490654"/>
                  <a:gd name="connsiteY83-23150" fmla="*/ 9791132 h 10394972"/>
                  <a:gd name="connsiteX84-23151" fmla="*/ 9667359 w 10490654"/>
                  <a:gd name="connsiteY84-23152" fmla="*/ 9803430 h 10394972"/>
                  <a:gd name="connsiteX85-23153" fmla="*/ 9668916 w 10490654"/>
                  <a:gd name="connsiteY85-23154" fmla="*/ 10256426 h 10394972"/>
                  <a:gd name="connsiteX86-23155" fmla="*/ 9495500 w 10490654"/>
                  <a:gd name="connsiteY86-23156" fmla="*/ 10306085 h 10394972"/>
                  <a:gd name="connsiteX87-23157" fmla="*/ 9310254 w 10490654"/>
                  <a:gd name="connsiteY87-23158" fmla="*/ 10394972 h 10394972"/>
                  <a:gd name="connsiteX88-23159" fmla="*/ 9227127 w 10490654"/>
                  <a:gd name="connsiteY88-23160" fmla="*/ 10242572 h 10394972"/>
                  <a:gd name="connsiteX89-23161" fmla="*/ 9033163 w 10490654"/>
                  <a:gd name="connsiteY89-23162" fmla="*/ 9993190 h 10394972"/>
                  <a:gd name="connsiteX90-23163" fmla="*/ 8825345 w 10490654"/>
                  <a:gd name="connsiteY90-23164" fmla="*/ 9813081 h 10394972"/>
                  <a:gd name="connsiteX91-23165" fmla="*/ 8534400 w 10490654"/>
                  <a:gd name="connsiteY91-23166" fmla="*/ 9702244 h 10394972"/>
                  <a:gd name="connsiteX92-23167" fmla="*/ 8423563 w 10490654"/>
                  <a:gd name="connsiteY92-23168" fmla="*/ 9646826 h 10394972"/>
                  <a:gd name="connsiteX93-23169" fmla="*/ 8285018 w 10490654"/>
                  <a:gd name="connsiteY93-23170" fmla="*/ 9480572 h 10394972"/>
                  <a:gd name="connsiteX94-23171" fmla="*/ 8257309 w 10490654"/>
                  <a:gd name="connsiteY94-23172" fmla="*/ 9342026 h 10394972"/>
                  <a:gd name="connsiteX95-23173" fmla="*/ 8146472 w 10490654"/>
                  <a:gd name="connsiteY95-23174" fmla="*/ 9355881 h 10394972"/>
                  <a:gd name="connsiteX96-23175" fmla="*/ 8091054 w 10490654"/>
                  <a:gd name="connsiteY96-23176" fmla="*/ 9577553 h 10394972"/>
                  <a:gd name="connsiteX97-23177" fmla="*/ 7806336 w 10490654"/>
                  <a:gd name="connsiteY97-23178" fmla="*/ 9583313 h 10394972"/>
                  <a:gd name="connsiteX98-23179" fmla="*/ 7567694 w 10490654"/>
                  <a:gd name="connsiteY98-23180" fmla="*/ 9520112 h 10394972"/>
                  <a:gd name="connsiteX99-23181" fmla="*/ 7466043 w 10490654"/>
                  <a:gd name="connsiteY99-23182" fmla="*/ 9471387 h 10394972"/>
                  <a:gd name="connsiteX100-23183" fmla="*/ 7287491 w 10490654"/>
                  <a:gd name="connsiteY100-23184" fmla="*/ 9449904 h 10394972"/>
                  <a:gd name="connsiteX101-23185" fmla="*/ 7221797 w 10490654"/>
                  <a:gd name="connsiteY101-23186" fmla="*/ 9121910 h 10394972"/>
                  <a:gd name="connsiteX102-23187" fmla="*/ 6954982 w 10490654"/>
                  <a:gd name="connsiteY102-23188" fmla="*/ 9189626 h 10394972"/>
                  <a:gd name="connsiteX103-23189" fmla="*/ 6710737 w 10490654"/>
                  <a:gd name="connsiteY103-23190" fmla="*/ 9262013 h 10394972"/>
                  <a:gd name="connsiteX104-23191" fmla="*/ 6674777 w 10490654"/>
                  <a:gd name="connsiteY104-23192" fmla="*/ 9062912 h 10394972"/>
                  <a:gd name="connsiteX105-23193" fmla="*/ 6511636 w 10490654"/>
                  <a:gd name="connsiteY105-23194" fmla="*/ 8954099 h 10394972"/>
                  <a:gd name="connsiteX106-23195" fmla="*/ 6428509 w 10490654"/>
                  <a:gd name="connsiteY106-23196" fmla="*/ 8954099 h 10394972"/>
                  <a:gd name="connsiteX107-23197" fmla="*/ 6325922 w 10490654"/>
                  <a:gd name="connsiteY107-23198" fmla="*/ 9057307 h 10394972"/>
                  <a:gd name="connsiteX108-23199" fmla="*/ 6167763 w 10490654"/>
                  <a:gd name="connsiteY108-23200" fmla="*/ 8978227 h 10394972"/>
                  <a:gd name="connsiteX109-23201" fmla="*/ 6002132 w 10490654"/>
                  <a:gd name="connsiteY109-23202" fmla="*/ 9093734 h 10394972"/>
                  <a:gd name="connsiteX110-23203" fmla="*/ 5749636 w 10490654"/>
                  <a:gd name="connsiteY110-23204" fmla="*/ 9051081 h 10394972"/>
                  <a:gd name="connsiteX111-23205" fmla="*/ 5674760 w 10490654"/>
                  <a:gd name="connsiteY111-23206" fmla="*/ 9081904 h 10394972"/>
                  <a:gd name="connsiteX112-23207" fmla="*/ 5507415 w 10490654"/>
                  <a:gd name="connsiteY112-23208" fmla="*/ 9128137 h 10394972"/>
                  <a:gd name="connsiteX113-23209" fmla="*/ 5505859 w 10490654"/>
                  <a:gd name="connsiteY113-23210" fmla="*/ 8870972 h 10394972"/>
                  <a:gd name="connsiteX114-23211" fmla="*/ 5505857 w 10490654"/>
                  <a:gd name="connsiteY114-23212" fmla="*/ 8634977 h 10394972"/>
                  <a:gd name="connsiteX115-23213" fmla="*/ 5336024 w 10490654"/>
                  <a:gd name="connsiteY115-23214" fmla="*/ 8333292 h 10394972"/>
                  <a:gd name="connsiteX116-23215" fmla="*/ 5230324 w 10490654"/>
                  <a:gd name="connsiteY116-23216" fmla="*/ 8082820 h 10394972"/>
                  <a:gd name="connsiteX117-23217" fmla="*/ 5317031 w 10490654"/>
                  <a:gd name="connsiteY117-23218" fmla="*/ 7610208 h 10394972"/>
                  <a:gd name="connsiteX118-23219" fmla="*/ 5201059 w 10490654"/>
                  <a:gd name="connsiteY118-23220" fmla="*/ 7320352 h 10394972"/>
                  <a:gd name="connsiteX119-23221" fmla="*/ 5250872 w 10490654"/>
                  <a:gd name="connsiteY119-23222" fmla="*/ 7069881 h 10394972"/>
                  <a:gd name="connsiteX120-23223" fmla="*/ 5245735 w 10490654"/>
                  <a:gd name="connsiteY120-23224" fmla="*/ 7018665 h 10394972"/>
                  <a:gd name="connsiteX121-23225" fmla="*/ 4577603 w 10490654"/>
                  <a:gd name="connsiteY121-23226" fmla="*/ 7013996 h 10394972"/>
                  <a:gd name="connsiteX122-23227" fmla="*/ 4528412 w 10490654"/>
                  <a:gd name="connsiteY122-23228" fmla="*/ 6840580 h 10394972"/>
                  <a:gd name="connsiteX123-23229" fmla="*/ 4038834 w 10490654"/>
                  <a:gd name="connsiteY123-23230" fmla="*/ 6816452 h 10394972"/>
                  <a:gd name="connsiteX124-23231" fmla="*/ 3976254 w 10490654"/>
                  <a:gd name="connsiteY124-23232" fmla="*/ 7069881 h 10394972"/>
                  <a:gd name="connsiteX125-23233" fmla="*/ 3932667 w 10490654"/>
                  <a:gd name="connsiteY125-23234" fmla="*/ 7281279 h 10394972"/>
                  <a:gd name="connsiteX126-23235" fmla="*/ 3884155 w 10490654"/>
                  <a:gd name="connsiteY126-23236" fmla="*/ 7403480 h 10394972"/>
                  <a:gd name="connsiteX127-23237" fmla="*/ 3572499 w 10490654"/>
                  <a:gd name="connsiteY127-23238" fmla="*/ 7365450 h 10394972"/>
                  <a:gd name="connsiteX128-23239" fmla="*/ 3311236 w 10490654"/>
                  <a:gd name="connsiteY128-23240" fmla="*/ 7402390 h 10394972"/>
                  <a:gd name="connsiteX129-23241" fmla="*/ 2921540 w 10490654"/>
                  <a:gd name="connsiteY129-23242" fmla="*/ 7414475 h 10394972"/>
                  <a:gd name="connsiteX130-23243" fmla="*/ 2784763 w 10490654"/>
                  <a:gd name="connsiteY130-23244" fmla="*/ 7139153 h 10394972"/>
                  <a:gd name="connsiteX131-23245" fmla="*/ 2604654 w 10490654"/>
                  <a:gd name="connsiteY131-23246" fmla="*/ 6862062 h 10394972"/>
                  <a:gd name="connsiteX132-23247" fmla="*/ 2410691 w 10490654"/>
                  <a:gd name="connsiteY132-23248" fmla="*/ 6363299 h 10394972"/>
                  <a:gd name="connsiteX133-23249" fmla="*/ 2327563 w 10490654"/>
                  <a:gd name="connsiteY133-23250" fmla="*/ 6224753 h 10394972"/>
                  <a:gd name="connsiteX134-23251" fmla="*/ 1662545 w 10490654"/>
                  <a:gd name="connsiteY134-23252" fmla="*/ 6197044 h 10394972"/>
                  <a:gd name="connsiteX135-23253" fmla="*/ 1233054 w 10490654"/>
                  <a:gd name="connsiteY135-23254" fmla="*/ 6197044 h 10394972"/>
                  <a:gd name="connsiteX136-23255" fmla="*/ 1136072 w 10490654"/>
                  <a:gd name="connsiteY136-23256" fmla="*/ 6252462 h 10394972"/>
                  <a:gd name="connsiteX137-23257" fmla="*/ 706582 w 10490654"/>
                  <a:gd name="connsiteY137-23258" fmla="*/ 6210899 h 10394972"/>
                  <a:gd name="connsiteX138-23259" fmla="*/ 318654 w 10490654"/>
                  <a:gd name="connsiteY138-23260" fmla="*/ 6238608 h 10394972"/>
                  <a:gd name="connsiteX139-23261" fmla="*/ 96982 w 10490654"/>
                  <a:gd name="connsiteY139-23262" fmla="*/ 6391008 h 10394972"/>
                  <a:gd name="connsiteX140-23263" fmla="*/ 0 w 10490654"/>
                  <a:gd name="connsiteY140-23264" fmla="*/ 6294026 h 10394972"/>
                  <a:gd name="connsiteX141-23265" fmla="*/ 83127 w 10490654"/>
                  <a:gd name="connsiteY141-23266" fmla="*/ 6238608 h 10394972"/>
                  <a:gd name="connsiteX0-23267" fmla="*/ 83127 w 10490654"/>
                  <a:gd name="connsiteY0-23268" fmla="*/ 6238608 h 10394972"/>
                  <a:gd name="connsiteX1-23269" fmla="*/ 96982 w 10490654"/>
                  <a:gd name="connsiteY1-23270" fmla="*/ 5795262 h 10394972"/>
                  <a:gd name="connsiteX2-23271" fmla="*/ 401782 w 10490654"/>
                  <a:gd name="connsiteY2-23272" fmla="*/ 5532026 h 10394972"/>
                  <a:gd name="connsiteX3-23273" fmla="*/ 651163 w 10490654"/>
                  <a:gd name="connsiteY3-23274" fmla="*/ 5670572 h 10394972"/>
                  <a:gd name="connsiteX4-23275" fmla="*/ 858982 w 10490654"/>
                  <a:gd name="connsiteY4-23276" fmla="*/ 5504317 h 10394972"/>
                  <a:gd name="connsiteX5-23277" fmla="*/ 997527 w 10490654"/>
                  <a:gd name="connsiteY5-23278" fmla="*/ 5351917 h 10394972"/>
                  <a:gd name="connsiteX6-23279" fmla="*/ 1080654 w 10490654"/>
                  <a:gd name="connsiteY6-23280" fmla="*/ 5435044 h 10394972"/>
                  <a:gd name="connsiteX7-23281" fmla="*/ 1269312 w 10490654"/>
                  <a:gd name="connsiteY7-23282" fmla="*/ 5679710 h 10394972"/>
                  <a:gd name="connsiteX8-23283" fmla="*/ 1523116 w 10490654"/>
                  <a:gd name="connsiteY8-23284" fmla="*/ 5481030 h 10394972"/>
                  <a:gd name="connsiteX9-23285" fmla="*/ 1731818 w 10490654"/>
                  <a:gd name="connsiteY9-23286" fmla="*/ 5296499 h 10394972"/>
                  <a:gd name="connsiteX10-23287" fmla="*/ 2022763 w 10490654"/>
                  <a:gd name="connsiteY10-23288" fmla="*/ 5060972 h 10394972"/>
                  <a:gd name="connsiteX11-23289" fmla="*/ 2119745 w 10490654"/>
                  <a:gd name="connsiteY11-23290" fmla="*/ 4631481 h 10394972"/>
                  <a:gd name="connsiteX12-23291" fmla="*/ 2172511 w 10490654"/>
                  <a:gd name="connsiteY12-23292" fmla="*/ 4164848 h 10394972"/>
                  <a:gd name="connsiteX13-23293" fmla="*/ 2355272 w 10490654"/>
                  <a:gd name="connsiteY13-23294" fmla="*/ 3855626 h 10394972"/>
                  <a:gd name="connsiteX14-23295" fmla="*/ 2752497 w 10490654"/>
                  <a:gd name="connsiteY14-23296" fmla="*/ 3475092 h 10394972"/>
                  <a:gd name="connsiteX15-23297" fmla="*/ 2978727 w 10490654"/>
                  <a:gd name="connsiteY15-23298" fmla="*/ 3259881 h 10394972"/>
                  <a:gd name="connsiteX16-23299" fmla="*/ 3006436 w 10490654"/>
                  <a:gd name="connsiteY16-23300" fmla="*/ 2816535 h 10394972"/>
                  <a:gd name="connsiteX17-23301" fmla="*/ 3075709 w 10490654"/>
                  <a:gd name="connsiteY17-23302" fmla="*/ 2525590 h 10394972"/>
                  <a:gd name="connsiteX18-23303" fmla="*/ 3075709 w 10490654"/>
                  <a:gd name="connsiteY18-23304" fmla="*/ 2317772 h 10394972"/>
                  <a:gd name="connsiteX19-23305" fmla="*/ 3214254 w 10490654"/>
                  <a:gd name="connsiteY19-23306" fmla="*/ 1985262 h 10394972"/>
                  <a:gd name="connsiteX20-23307" fmla="*/ 3214254 w 10490654"/>
                  <a:gd name="connsiteY20-23308" fmla="*/ 1694317 h 10394972"/>
                  <a:gd name="connsiteX21-23309" fmla="*/ 3513454 w 10490654"/>
                  <a:gd name="connsiteY21-23310" fmla="*/ 1126281 h 10394972"/>
                  <a:gd name="connsiteX22-23311" fmla="*/ 3463636 w 10490654"/>
                  <a:gd name="connsiteY22-23312" fmla="*/ 752208 h 10394972"/>
                  <a:gd name="connsiteX23-23313" fmla="*/ 3491345 w 10490654"/>
                  <a:gd name="connsiteY23-23314" fmla="*/ 544390 h 10394972"/>
                  <a:gd name="connsiteX24-23315" fmla="*/ 3823854 w 10490654"/>
                  <a:gd name="connsiteY24-23316" fmla="*/ 184172 h 10394972"/>
                  <a:gd name="connsiteX25-23317" fmla="*/ 4017818 w 10490654"/>
                  <a:gd name="connsiteY25-23318" fmla="*/ 59481 h 10394972"/>
                  <a:gd name="connsiteX26-23319" fmla="*/ 4433454 w 10490654"/>
                  <a:gd name="connsiteY26-23320" fmla="*/ 295008 h 10394972"/>
                  <a:gd name="connsiteX27-23321" fmla="*/ 4599709 w 10490654"/>
                  <a:gd name="connsiteY27-23322" fmla="*/ 488972 h 10394972"/>
                  <a:gd name="connsiteX28-23323" fmla="*/ 5070763 w 10490654"/>
                  <a:gd name="connsiteY28-23324" fmla="*/ 544390 h 10394972"/>
                  <a:gd name="connsiteX29-23325" fmla="*/ 5391187 w 10490654"/>
                  <a:gd name="connsiteY29-23326" fmla="*/ 603639 h 10394972"/>
                  <a:gd name="connsiteX30-23327" fmla="*/ 5568642 w 10490654"/>
                  <a:gd name="connsiteY30-23328" fmla="*/ 588271 h 10394972"/>
                  <a:gd name="connsiteX31-23329" fmla="*/ 5860472 w 10490654"/>
                  <a:gd name="connsiteY31-23330" fmla="*/ 281153 h 10394972"/>
                  <a:gd name="connsiteX32-23331" fmla="*/ 6123709 w 10490654"/>
                  <a:gd name="connsiteY32-23332" fmla="*/ 322717 h 10394972"/>
                  <a:gd name="connsiteX33-23333" fmla="*/ 6541900 w 10490654"/>
                  <a:gd name="connsiteY33-23334" fmla="*/ 168233 h 10394972"/>
                  <a:gd name="connsiteX34-23335" fmla="*/ 6681722 w 10490654"/>
                  <a:gd name="connsiteY34-23336" fmla="*/ 107503 h 10394972"/>
                  <a:gd name="connsiteX35-23337" fmla="*/ 7011678 w 10490654"/>
                  <a:gd name="connsiteY35-23338" fmla="*/ 198026 h 10394972"/>
                  <a:gd name="connsiteX36-23339" fmla="*/ 7232072 w 10490654"/>
                  <a:gd name="connsiteY36-23340" fmla="*/ 17917 h 10394972"/>
                  <a:gd name="connsiteX37-23341" fmla="*/ 7379107 w 10490654"/>
                  <a:gd name="connsiteY37-23342" fmla="*/ 0 h 10394972"/>
                  <a:gd name="connsiteX38-23343" fmla="*/ 7600859 w 10490654"/>
                  <a:gd name="connsiteY38-23344" fmla="*/ 41248 h 10394972"/>
                  <a:gd name="connsiteX39-23345" fmla="*/ 7910945 w 10490654"/>
                  <a:gd name="connsiteY39-23346" fmla="*/ 128753 h 10394972"/>
                  <a:gd name="connsiteX40-23347" fmla="*/ 8312727 w 10490654"/>
                  <a:gd name="connsiteY40-23348" fmla="*/ 59481 h 10394972"/>
                  <a:gd name="connsiteX41-23349" fmla="*/ 8647005 w 10490654"/>
                  <a:gd name="connsiteY41-23350" fmla="*/ 396707 h 10394972"/>
                  <a:gd name="connsiteX42-23351" fmla="*/ 8908472 w 10490654"/>
                  <a:gd name="connsiteY42-23352" fmla="*/ 544390 h 10394972"/>
                  <a:gd name="connsiteX43-23353" fmla="*/ 9146732 w 10490654"/>
                  <a:gd name="connsiteY43-23354" fmla="*/ 420846 h 10394972"/>
                  <a:gd name="connsiteX44-23355" fmla="*/ 9372965 w 10490654"/>
                  <a:gd name="connsiteY44-23356" fmla="*/ 466363 h 10394972"/>
                  <a:gd name="connsiteX45-23357" fmla="*/ 9518072 w 10490654"/>
                  <a:gd name="connsiteY45-23358" fmla="*/ 367819 h 10394972"/>
                  <a:gd name="connsiteX46-23359" fmla="*/ 9646301 w 10490654"/>
                  <a:gd name="connsiteY46-23360" fmla="*/ 369587 h 10394972"/>
                  <a:gd name="connsiteX47-23361" fmla="*/ 10002982 w 10490654"/>
                  <a:gd name="connsiteY47-23362" fmla="*/ 793772 h 10394972"/>
                  <a:gd name="connsiteX48-23363" fmla="*/ 10238509 w 10490654"/>
                  <a:gd name="connsiteY48-23364" fmla="*/ 987735 h 10394972"/>
                  <a:gd name="connsiteX49-23365" fmla="*/ 10224654 w 10490654"/>
                  <a:gd name="connsiteY49-23366" fmla="*/ 1250972 h 10394972"/>
                  <a:gd name="connsiteX50-23367" fmla="*/ 10238509 w 10490654"/>
                  <a:gd name="connsiteY50-23368" fmla="*/ 1444935 h 10394972"/>
                  <a:gd name="connsiteX51-23369" fmla="*/ 10243066 w 10490654"/>
                  <a:gd name="connsiteY51-23370" fmla="*/ 1580249 h 10394972"/>
                  <a:gd name="connsiteX52-23371" fmla="*/ 10490654 w 10490654"/>
                  <a:gd name="connsiteY52-23372" fmla="*/ 1753897 h 10394972"/>
                  <a:gd name="connsiteX53-23373" fmla="*/ 10077929 w 10490654"/>
                  <a:gd name="connsiteY53-23374" fmla="*/ 2207269 h 10394972"/>
                  <a:gd name="connsiteX54-23375" fmla="*/ 9781309 w 10490654"/>
                  <a:gd name="connsiteY54-23376" fmla="*/ 2497881 h 10394972"/>
                  <a:gd name="connsiteX55-23377" fmla="*/ 9580055 w 10490654"/>
                  <a:gd name="connsiteY55-23378" fmla="*/ 3426134 h 10394972"/>
                  <a:gd name="connsiteX56-23379" fmla="*/ 9532477 w 10490654"/>
                  <a:gd name="connsiteY56-23380" fmla="*/ 3685207 h 10394972"/>
                  <a:gd name="connsiteX57-23381" fmla="*/ 9365672 w 10490654"/>
                  <a:gd name="connsiteY57-23382" fmla="*/ 3911044 h 10394972"/>
                  <a:gd name="connsiteX58-23383" fmla="*/ 9310254 w 10490654"/>
                  <a:gd name="connsiteY58-23384" fmla="*/ 4077299 h 10394972"/>
                  <a:gd name="connsiteX59-23385" fmla="*/ 9199418 w 10490654"/>
                  <a:gd name="connsiteY59-23386" fmla="*/ 4285117 h 10394972"/>
                  <a:gd name="connsiteX60-23387" fmla="*/ 9268691 w 10490654"/>
                  <a:gd name="connsiteY60-23388" fmla="*/ 4451372 h 10394972"/>
                  <a:gd name="connsiteX61-23389" fmla="*/ 9337963 w 10490654"/>
                  <a:gd name="connsiteY61-23390" fmla="*/ 4659190 h 10394972"/>
                  <a:gd name="connsiteX62-23391" fmla="*/ 9382180 w 10490654"/>
                  <a:gd name="connsiteY62-23392" fmla="*/ 4915057 h 10394972"/>
                  <a:gd name="connsiteX63-23393" fmla="*/ 9434945 w 10490654"/>
                  <a:gd name="connsiteY63-23394" fmla="*/ 5213372 h 10394972"/>
                  <a:gd name="connsiteX64-23395" fmla="*/ 9462654 w 10490654"/>
                  <a:gd name="connsiteY64-23396" fmla="*/ 5615153 h 10394972"/>
                  <a:gd name="connsiteX65-23397" fmla="*/ 9587345 w 10490654"/>
                  <a:gd name="connsiteY65-23398" fmla="*/ 5975372 h 10394972"/>
                  <a:gd name="connsiteX66-23399" fmla="*/ 9545782 w 10490654"/>
                  <a:gd name="connsiteY66-23400" fmla="*/ 6377153 h 10394972"/>
                  <a:gd name="connsiteX67-23401" fmla="*/ 9933709 w 10490654"/>
                  <a:gd name="connsiteY67-23402" fmla="*/ 6862062 h 10394972"/>
                  <a:gd name="connsiteX68-23403" fmla="*/ 10094363 w 10490654"/>
                  <a:gd name="connsiteY68-23404" fmla="*/ 7221396 h 10394972"/>
                  <a:gd name="connsiteX69-23405" fmla="*/ 10232908 w 10490654"/>
                  <a:gd name="connsiteY69-23406" fmla="*/ 7514995 h 10394972"/>
                  <a:gd name="connsiteX70-23407" fmla="*/ 9670472 w 10490654"/>
                  <a:gd name="connsiteY70-23408" fmla="*/ 7540935 h 10394972"/>
                  <a:gd name="connsiteX71-23409" fmla="*/ 9337963 w 10490654"/>
                  <a:gd name="connsiteY71-23410" fmla="*/ 7651772 h 10394972"/>
                  <a:gd name="connsiteX72-23411" fmla="*/ 9102436 w 10490654"/>
                  <a:gd name="connsiteY72-23412" fmla="*/ 7790317 h 10394972"/>
                  <a:gd name="connsiteX73-23413" fmla="*/ 9019309 w 10490654"/>
                  <a:gd name="connsiteY73-23414" fmla="*/ 7998135 h 10394972"/>
                  <a:gd name="connsiteX74-23415" fmla="*/ 8956730 w 10490654"/>
                  <a:gd name="connsiteY74-23416" fmla="*/ 8095117 h 10394972"/>
                  <a:gd name="connsiteX75-23417" fmla="*/ 9027559 w 10490654"/>
                  <a:gd name="connsiteY75-23418" fmla="*/ 8524608 h 10394972"/>
                  <a:gd name="connsiteX76-23419" fmla="*/ 9030673 w 10490654"/>
                  <a:gd name="connsiteY76-23420" fmla="*/ 8758112 h 10394972"/>
                  <a:gd name="connsiteX77-23421" fmla="*/ 8991600 w 10490654"/>
                  <a:gd name="connsiteY77-23422" fmla="*/ 8967953 h 10394972"/>
                  <a:gd name="connsiteX78-23423" fmla="*/ 8894618 w 10490654"/>
                  <a:gd name="connsiteY78-23424" fmla="*/ 9272753 h 10394972"/>
                  <a:gd name="connsiteX79-23425" fmla="*/ 8922327 w 10490654"/>
                  <a:gd name="connsiteY79-23426" fmla="*/ 9535990 h 10394972"/>
                  <a:gd name="connsiteX80-23427" fmla="*/ 9144000 w 10490654"/>
                  <a:gd name="connsiteY80-23428" fmla="*/ 9702244 h 10394972"/>
                  <a:gd name="connsiteX81-23429" fmla="*/ 9353374 w 10490654"/>
                  <a:gd name="connsiteY81-23430" fmla="*/ 9853088 h 10394972"/>
                  <a:gd name="connsiteX82-23431" fmla="*/ 9529903 w 10490654"/>
                  <a:gd name="connsiteY82-23432" fmla="*/ 9905081 h 10394972"/>
                  <a:gd name="connsiteX83-23433" fmla="*/ 9625328 w 10490654"/>
                  <a:gd name="connsiteY83-23434" fmla="*/ 9791132 h 10394972"/>
                  <a:gd name="connsiteX84-23435" fmla="*/ 9667359 w 10490654"/>
                  <a:gd name="connsiteY84-23436" fmla="*/ 9803430 h 10394972"/>
                  <a:gd name="connsiteX85-23437" fmla="*/ 9668916 w 10490654"/>
                  <a:gd name="connsiteY85-23438" fmla="*/ 10256426 h 10394972"/>
                  <a:gd name="connsiteX86-23439" fmla="*/ 9495500 w 10490654"/>
                  <a:gd name="connsiteY86-23440" fmla="*/ 10306085 h 10394972"/>
                  <a:gd name="connsiteX87-23441" fmla="*/ 9310254 w 10490654"/>
                  <a:gd name="connsiteY87-23442" fmla="*/ 10394972 h 10394972"/>
                  <a:gd name="connsiteX88-23443" fmla="*/ 9227127 w 10490654"/>
                  <a:gd name="connsiteY88-23444" fmla="*/ 10242572 h 10394972"/>
                  <a:gd name="connsiteX89-23445" fmla="*/ 9033163 w 10490654"/>
                  <a:gd name="connsiteY89-23446" fmla="*/ 9993190 h 10394972"/>
                  <a:gd name="connsiteX90-23447" fmla="*/ 8825345 w 10490654"/>
                  <a:gd name="connsiteY90-23448" fmla="*/ 9813081 h 10394972"/>
                  <a:gd name="connsiteX91-23449" fmla="*/ 8534400 w 10490654"/>
                  <a:gd name="connsiteY91-23450" fmla="*/ 9702244 h 10394972"/>
                  <a:gd name="connsiteX92-23451" fmla="*/ 8423563 w 10490654"/>
                  <a:gd name="connsiteY92-23452" fmla="*/ 9646826 h 10394972"/>
                  <a:gd name="connsiteX93-23453" fmla="*/ 8285018 w 10490654"/>
                  <a:gd name="connsiteY93-23454" fmla="*/ 9480572 h 10394972"/>
                  <a:gd name="connsiteX94-23455" fmla="*/ 8257309 w 10490654"/>
                  <a:gd name="connsiteY94-23456" fmla="*/ 9342026 h 10394972"/>
                  <a:gd name="connsiteX95-23457" fmla="*/ 8146472 w 10490654"/>
                  <a:gd name="connsiteY95-23458" fmla="*/ 9355881 h 10394972"/>
                  <a:gd name="connsiteX96-23459" fmla="*/ 8091054 w 10490654"/>
                  <a:gd name="connsiteY96-23460" fmla="*/ 9577553 h 10394972"/>
                  <a:gd name="connsiteX97-23461" fmla="*/ 7806336 w 10490654"/>
                  <a:gd name="connsiteY97-23462" fmla="*/ 9583313 h 10394972"/>
                  <a:gd name="connsiteX98-23463" fmla="*/ 7567694 w 10490654"/>
                  <a:gd name="connsiteY98-23464" fmla="*/ 9520112 h 10394972"/>
                  <a:gd name="connsiteX99-23465" fmla="*/ 7466043 w 10490654"/>
                  <a:gd name="connsiteY99-23466" fmla="*/ 9471387 h 10394972"/>
                  <a:gd name="connsiteX100-23467" fmla="*/ 7287491 w 10490654"/>
                  <a:gd name="connsiteY100-23468" fmla="*/ 9449904 h 10394972"/>
                  <a:gd name="connsiteX101-23469" fmla="*/ 7221797 w 10490654"/>
                  <a:gd name="connsiteY101-23470" fmla="*/ 9121910 h 10394972"/>
                  <a:gd name="connsiteX102-23471" fmla="*/ 6954982 w 10490654"/>
                  <a:gd name="connsiteY102-23472" fmla="*/ 9189626 h 10394972"/>
                  <a:gd name="connsiteX103-23473" fmla="*/ 6710737 w 10490654"/>
                  <a:gd name="connsiteY103-23474" fmla="*/ 9262013 h 10394972"/>
                  <a:gd name="connsiteX104-23475" fmla="*/ 6674777 w 10490654"/>
                  <a:gd name="connsiteY104-23476" fmla="*/ 9062912 h 10394972"/>
                  <a:gd name="connsiteX105-23477" fmla="*/ 6511636 w 10490654"/>
                  <a:gd name="connsiteY105-23478" fmla="*/ 8954099 h 10394972"/>
                  <a:gd name="connsiteX106-23479" fmla="*/ 6428509 w 10490654"/>
                  <a:gd name="connsiteY106-23480" fmla="*/ 8954099 h 10394972"/>
                  <a:gd name="connsiteX107-23481" fmla="*/ 6325922 w 10490654"/>
                  <a:gd name="connsiteY107-23482" fmla="*/ 9057307 h 10394972"/>
                  <a:gd name="connsiteX108-23483" fmla="*/ 6167763 w 10490654"/>
                  <a:gd name="connsiteY108-23484" fmla="*/ 8978227 h 10394972"/>
                  <a:gd name="connsiteX109-23485" fmla="*/ 6002132 w 10490654"/>
                  <a:gd name="connsiteY109-23486" fmla="*/ 9093734 h 10394972"/>
                  <a:gd name="connsiteX110-23487" fmla="*/ 5749636 w 10490654"/>
                  <a:gd name="connsiteY110-23488" fmla="*/ 9051081 h 10394972"/>
                  <a:gd name="connsiteX111-23489" fmla="*/ 5674760 w 10490654"/>
                  <a:gd name="connsiteY111-23490" fmla="*/ 9081904 h 10394972"/>
                  <a:gd name="connsiteX112-23491" fmla="*/ 5507415 w 10490654"/>
                  <a:gd name="connsiteY112-23492" fmla="*/ 9128137 h 10394972"/>
                  <a:gd name="connsiteX113-23493" fmla="*/ 5505859 w 10490654"/>
                  <a:gd name="connsiteY113-23494" fmla="*/ 8870972 h 10394972"/>
                  <a:gd name="connsiteX114-23495" fmla="*/ 5505857 w 10490654"/>
                  <a:gd name="connsiteY114-23496" fmla="*/ 8634977 h 10394972"/>
                  <a:gd name="connsiteX115-23497" fmla="*/ 5336024 w 10490654"/>
                  <a:gd name="connsiteY115-23498" fmla="*/ 8333292 h 10394972"/>
                  <a:gd name="connsiteX116-23499" fmla="*/ 5230324 w 10490654"/>
                  <a:gd name="connsiteY116-23500" fmla="*/ 8082820 h 10394972"/>
                  <a:gd name="connsiteX117-23501" fmla="*/ 5317031 w 10490654"/>
                  <a:gd name="connsiteY117-23502" fmla="*/ 7610208 h 10394972"/>
                  <a:gd name="connsiteX118-23503" fmla="*/ 5201059 w 10490654"/>
                  <a:gd name="connsiteY118-23504" fmla="*/ 7320352 h 10394972"/>
                  <a:gd name="connsiteX119-23505" fmla="*/ 5250872 w 10490654"/>
                  <a:gd name="connsiteY119-23506" fmla="*/ 7069881 h 10394972"/>
                  <a:gd name="connsiteX120-23507" fmla="*/ 5245735 w 10490654"/>
                  <a:gd name="connsiteY120-23508" fmla="*/ 7018665 h 10394972"/>
                  <a:gd name="connsiteX121-23509" fmla="*/ 4577603 w 10490654"/>
                  <a:gd name="connsiteY121-23510" fmla="*/ 7013996 h 10394972"/>
                  <a:gd name="connsiteX122-23511" fmla="*/ 4528412 w 10490654"/>
                  <a:gd name="connsiteY122-23512" fmla="*/ 6840580 h 10394972"/>
                  <a:gd name="connsiteX123-23513" fmla="*/ 4038834 w 10490654"/>
                  <a:gd name="connsiteY123-23514" fmla="*/ 6816452 h 10394972"/>
                  <a:gd name="connsiteX124-23515" fmla="*/ 3976254 w 10490654"/>
                  <a:gd name="connsiteY124-23516" fmla="*/ 7069881 h 10394972"/>
                  <a:gd name="connsiteX125-23517" fmla="*/ 3932667 w 10490654"/>
                  <a:gd name="connsiteY125-23518" fmla="*/ 7281279 h 10394972"/>
                  <a:gd name="connsiteX126-23519" fmla="*/ 3884155 w 10490654"/>
                  <a:gd name="connsiteY126-23520" fmla="*/ 7403480 h 10394972"/>
                  <a:gd name="connsiteX127-23521" fmla="*/ 3572499 w 10490654"/>
                  <a:gd name="connsiteY127-23522" fmla="*/ 7365450 h 10394972"/>
                  <a:gd name="connsiteX128-23523" fmla="*/ 3311236 w 10490654"/>
                  <a:gd name="connsiteY128-23524" fmla="*/ 7402390 h 10394972"/>
                  <a:gd name="connsiteX129-23525" fmla="*/ 2921540 w 10490654"/>
                  <a:gd name="connsiteY129-23526" fmla="*/ 7414475 h 10394972"/>
                  <a:gd name="connsiteX130-23527" fmla="*/ 2784763 w 10490654"/>
                  <a:gd name="connsiteY130-23528" fmla="*/ 7139153 h 10394972"/>
                  <a:gd name="connsiteX131-23529" fmla="*/ 2604654 w 10490654"/>
                  <a:gd name="connsiteY131-23530" fmla="*/ 6862062 h 10394972"/>
                  <a:gd name="connsiteX132-23531" fmla="*/ 2410691 w 10490654"/>
                  <a:gd name="connsiteY132-23532" fmla="*/ 6363299 h 10394972"/>
                  <a:gd name="connsiteX133-23533" fmla="*/ 2327563 w 10490654"/>
                  <a:gd name="connsiteY133-23534" fmla="*/ 6224753 h 10394972"/>
                  <a:gd name="connsiteX134-23535" fmla="*/ 1662545 w 10490654"/>
                  <a:gd name="connsiteY134-23536" fmla="*/ 6197044 h 10394972"/>
                  <a:gd name="connsiteX135-23537" fmla="*/ 1233054 w 10490654"/>
                  <a:gd name="connsiteY135-23538" fmla="*/ 6197044 h 10394972"/>
                  <a:gd name="connsiteX136-23539" fmla="*/ 1136072 w 10490654"/>
                  <a:gd name="connsiteY136-23540" fmla="*/ 6252462 h 10394972"/>
                  <a:gd name="connsiteX137-23541" fmla="*/ 706582 w 10490654"/>
                  <a:gd name="connsiteY137-23542" fmla="*/ 6210899 h 10394972"/>
                  <a:gd name="connsiteX138-23543" fmla="*/ 318654 w 10490654"/>
                  <a:gd name="connsiteY138-23544" fmla="*/ 6238608 h 10394972"/>
                  <a:gd name="connsiteX139-23545" fmla="*/ 96982 w 10490654"/>
                  <a:gd name="connsiteY139-23546" fmla="*/ 6391008 h 10394972"/>
                  <a:gd name="connsiteX140-23547" fmla="*/ 0 w 10490654"/>
                  <a:gd name="connsiteY140-23548" fmla="*/ 6294026 h 10394972"/>
                  <a:gd name="connsiteX141-23549" fmla="*/ 83127 w 10490654"/>
                  <a:gd name="connsiteY141-23550" fmla="*/ 6238608 h 10394972"/>
                  <a:gd name="connsiteX0-23551" fmla="*/ 83127 w 10490654"/>
                  <a:gd name="connsiteY0-23552" fmla="*/ 6238608 h 10394972"/>
                  <a:gd name="connsiteX1-23553" fmla="*/ 96982 w 10490654"/>
                  <a:gd name="connsiteY1-23554" fmla="*/ 5795262 h 10394972"/>
                  <a:gd name="connsiteX2-23555" fmla="*/ 401782 w 10490654"/>
                  <a:gd name="connsiteY2-23556" fmla="*/ 5532026 h 10394972"/>
                  <a:gd name="connsiteX3-23557" fmla="*/ 651163 w 10490654"/>
                  <a:gd name="connsiteY3-23558" fmla="*/ 5670572 h 10394972"/>
                  <a:gd name="connsiteX4-23559" fmla="*/ 858982 w 10490654"/>
                  <a:gd name="connsiteY4-23560" fmla="*/ 5504317 h 10394972"/>
                  <a:gd name="connsiteX5-23561" fmla="*/ 997527 w 10490654"/>
                  <a:gd name="connsiteY5-23562" fmla="*/ 5351917 h 10394972"/>
                  <a:gd name="connsiteX6-23563" fmla="*/ 1080654 w 10490654"/>
                  <a:gd name="connsiteY6-23564" fmla="*/ 5435044 h 10394972"/>
                  <a:gd name="connsiteX7-23565" fmla="*/ 1269312 w 10490654"/>
                  <a:gd name="connsiteY7-23566" fmla="*/ 5679710 h 10394972"/>
                  <a:gd name="connsiteX8-23567" fmla="*/ 1523116 w 10490654"/>
                  <a:gd name="connsiteY8-23568" fmla="*/ 5481030 h 10394972"/>
                  <a:gd name="connsiteX9-23569" fmla="*/ 1731818 w 10490654"/>
                  <a:gd name="connsiteY9-23570" fmla="*/ 5296499 h 10394972"/>
                  <a:gd name="connsiteX10-23571" fmla="*/ 2022763 w 10490654"/>
                  <a:gd name="connsiteY10-23572" fmla="*/ 5060972 h 10394972"/>
                  <a:gd name="connsiteX11-23573" fmla="*/ 2119745 w 10490654"/>
                  <a:gd name="connsiteY11-23574" fmla="*/ 4631481 h 10394972"/>
                  <a:gd name="connsiteX12-23575" fmla="*/ 2172511 w 10490654"/>
                  <a:gd name="connsiteY12-23576" fmla="*/ 4164848 h 10394972"/>
                  <a:gd name="connsiteX13-23577" fmla="*/ 2355272 w 10490654"/>
                  <a:gd name="connsiteY13-23578" fmla="*/ 3855626 h 10394972"/>
                  <a:gd name="connsiteX14-23579" fmla="*/ 2752497 w 10490654"/>
                  <a:gd name="connsiteY14-23580" fmla="*/ 3475092 h 10394972"/>
                  <a:gd name="connsiteX15-23581" fmla="*/ 2978727 w 10490654"/>
                  <a:gd name="connsiteY15-23582" fmla="*/ 3259881 h 10394972"/>
                  <a:gd name="connsiteX16-23583" fmla="*/ 3006436 w 10490654"/>
                  <a:gd name="connsiteY16-23584" fmla="*/ 2816535 h 10394972"/>
                  <a:gd name="connsiteX17-23585" fmla="*/ 3075709 w 10490654"/>
                  <a:gd name="connsiteY17-23586" fmla="*/ 2525590 h 10394972"/>
                  <a:gd name="connsiteX18-23587" fmla="*/ 3075709 w 10490654"/>
                  <a:gd name="connsiteY18-23588" fmla="*/ 2317772 h 10394972"/>
                  <a:gd name="connsiteX19-23589" fmla="*/ 3214254 w 10490654"/>
                  <a:gd name="connsiteY19-23590" fmla="*/ 1985262 h 10394972"/>
                  <a:gd name="connsiteX20-23591" fmla="*/ 3214254 w 10490654"/>
                  <a:gd name="connsiteY20-23592" fmla="*/ 1694317 h 10394972"/>
                  <a:gd name="connsiteX21-23593" fmla="*/ 3513454 w 10490654"/>
                  <a:gd name="connsiteY21-23594" fmla="*/ 1126281 h 10394972"/>
                  <a:gd name="connsiteX22-23595" fmla="*/ 3463636 w 10490654"/>
                  <a:gd name="connsiteY22-23596" fmla="*/ 752208 h 10394972"/>
                  <a:gd name="connsiteX23-23597" fmla="*/ 3491345 w 10490654"/>
                  <a:gd name="connsiteY23-23598" fmla="*/ 544390 h 10394972"/>
                  <a:gd name="connsiteX24-23599" fmla="*/ 3823854 w 10490654"/>
                  <a:gd name="connsiteY24-23600" fmla="*/ 184172 h 10394972"/>
                  <a:gd name="connsiteX25-23601" fmla="*/ 4017818 w 10490654"/>
                  <a:gd name="connsiteY25-23602" fmla="*/ 59481 h 10394972"/>
                  <a:gd name="connsiteX26-23603" fmla="*/ 4433454 w 10490654"/>
                  <a:gd name="connsiteY26-23604" fmla="*/ 295008 h 10394972"/>
                  <a:gd name="connsiteX27-23605" fmla="*/ 4599709 w 10490654"/>
                  <a:gd name="connsiteY27-23606" fmla="*/ 488972 h 10394972"/>
                  <a:gd name="connsiteX28-23607" fmla="*/ 5070763 w 10490654"/>
                  <a:gd name="connsiteY28-23608" fmla="*/ 544390 h 10394972"/>
                  <a:gd name="connsiteX29-23609" fmla="*/ 5391187 w 10490654"/>
                  <a:gd name="connsiteY29-23610" fmla="*/ 603639 h 10394972"/>
                  <a:gd name="connsiteX30-23611" fmla="*/ 5568642 w 10490654"/>
                  <a:gd name="connsiteY30-23612" fmla="*/ 588271 h 10394972"/>
                  <a:gd name="connsiteX31-23613" fmla="*/ 5860472 w 10490654"/>
                  <a:gd name="connsiteY31-23614" fmla="*/ 281153 h 10394972"/>
                  <a:gd name="connsiteX32-23615" fmla="*/ 6123709 w 10490654"/>
                  <a:gd name="connsiteY32-23616" fmla="*/ 322717 h 10394972"/>
                  <a:gd name="connsiteX33-23617" fmla="*/ 6541900 w 10490654"/>
                  <a:gd name="connsiteY33-23618" fmla="*/ 168233 h 10394972"/>
                  <a:gd name="connsiteX34-23619" fmla="*/ 6681722 w 10490654"/>
                  <a:gd name="connsiteY34-23620" fmla="*/ 107503 h 10394972"/>
                  <a:gd name="connsiteX35-23621" fmla="*/ 7011678 w 10490654"/>
                  <a:gd name="connsiteY35-23622" fmla="*/ 198026 h 10394972"/>
                  <a:gd name="connsiteX36-23623" fmla="*/ 7232072 w 10490654"/>
                  <a:gd name="connsiteY36-23624" fmla="*/ 17917 h 10394972"/>
                  <a:gd name="connsiteX37-23625" fmla="*/ 7379107 w 10490654"/>
                  <a:gd name="connsiteY37-23626" fmla="*/ 0 h 10394972"/>
                  <a:gd name="connsiteX38-23627" fmla="*/ 7600859 w 10490654"/>
                  <a:gd name="connsiteY38-23628" fmla="*/ 41248 h 10394972"/>
                  <a:gd name="connsiteX39-23629" fmla="*/ 7910945 w 10490654"/>
                  <a:gd name="connsiteY39-23630" fmla="*/ 128753 h 10394972"/>
                  <a:gd name="connsiteX40-23631" fmla="*/ 8312727 w 10490654"/>
                  <a:gd name="connsiteY40-23632" fmla="*/ 59481 h 10394972"/>
                  <a:gd name="connsiteX41-23633" fmla="*/ 8647005 w 10490654"/>
                  <a:gd name="connsiteY41-23634" fmla="*/ 396707 h 10394972"/>
                  <a:gd name="connsiteX42-23635" fmla="*/ 8908472 w 10490654"/>
                  <a:gd name="connsiteY42-23636" fmla="*/ 544390 h 10394972"/>
                  <a:gd name="connsiteX43-23637" fmla="*/ 9146732 w 10490654"/>
                  <a:gd name="connsiteY43-23638" fmla="*/ 420846 h 10394972"/>
                  <a:gd name="connsiteX44-23639" fmla="*/ 9372965 w 10490654"/>
                  <a:gd name="connsiteY44-23640" fmla="*/ 466363 h 10394972"/>
                  <a:gd name="connsiteX45-23641" fmla="*/ 9518072 w 10490654"/>
                  <a:gd name="connsiteY45-23642" fmla="*/ 367819 h 10394972"/>
                  <a:gd name="connsiteX46-23643" fmla="*/ 9646301 w 10490654"/>
                  <a:gd name="connsiteY46-23644" fmla="*/ 369587 h 10394972"/>
                  <a:gd name="connsiteX47-23645" fmla="*/ 10002982 w 10490654"/>
                  <a:gd name="connsiteY47-23646" fmla="*/ 793772 h 10394972"/>
                  <a:gd name="connsiteX48-23647" fmla="*/ 10238509 w 10490654"/>
                  <a:gd name="connsiteY48-23648" fmla="*/ 987735 h 10394972"/>
                  <a:gd name="connsiteX49-23649" fmla="*/ 10224654 w 10490654"/>
                  <a:gd name="connsiteY49-23650" fmla="*/ 1250972 h 10394972"/>
                  <a:gd name="connsiteX50-23651" fmla="*/ 10238509 w 10490654"/>
                  <a:gd name="connsiteY50-23652" fmla="*/ 1444935 h 10394972"/>
                  <a:gd name="connsiteX51-23653" fmla="*/ 10243066 w 10490654"/>
                  <a:gd name="connsiteY51-23654" fmla="*/ 1580249 h 10394972"/>
                  <a:gd name="connsiteX52-23655" fmla="*/ 10490654 w 10490654"/>
                  <a:gd name="connsiteY52-23656" fmla="*/ 1753897 h 10394972"/>
                  <a:gd name="connsiteX53-23657" fmla="*/ 10077929 w 10490654"/>
                  <a:gd name="connsiteY53-23658" fmla="*/ 2207269 h 10394972"/>
                  <a:gd name="connsiteX54-23659" fmla="*/ 9781309 w 10490654"/>
                  <a:gd name="connsiteY54-23660" fmla="*/ 2497881 h 10394972"/>
                  <a:gd name="connsiteX55-23661" fmla="*/ 9580055 w 10490654"/>
                  <a:gd name="connsiteY55-23662" fmla="*/ 3426134 h 10394972"/>
                  <a:gd name="connsiteX56-23663" fmla="*/ 9532477 w 10490654"/>
                  <a:gd name="connsiteY56-23664" fmla="*/ 3685207 h 10394972"/>
                  <a:gd name="connsiteX57-23665" fmla="*/ 9365672 w 10490654"/>
                  <a:gd name="connsiteY57-23666" fmla="*/ 3911044 h 10394972"/>
                  <a:gd name="connsiteX58-23667" fmla="*/ 9310254 w 10490654"/>
                  <a:gd name="connsiteY58-23668" fmla="*/ 4077299 h 10394972"/>
                  <a:gd name="connsiteX59-23669" fmla="*/ 9199418 w 10490654"/>
                  <a:gd name="connsiteY59-23670" fmla="*/ 4285117 h 10394972"/>
                  <a:gd name="connsiteX60-23671" fmla="*/ 9173537 w 10490654"/>
                  <a:gd name="connsiteY60-23672" fmla="*/ 4430122 h 10394972"/>
                  <a:gd name="connsiteX61-23673" fmla="*/ 9337963 w 10490654"/>
                  <a:gd name="connsiteY61-23674" fmla="*/ 4659190 h 10394972"/>
                  <a:gd name="connsiteX62-23675" fmla="*/ 9382180 w 10490654"/>
                  <a:gd name="connsiteY62-23676" fmla="*/ 4915057 h 10394972"/>
                  <a:gd name="connsiteX63-23677" fmla="*/ 9434945 w 10490654"/>
                  <a:gd name="connsiteY63-23678" fmla="*/ 5213372 h 10394972"/>
                  <a:gd name="connsiteX64-23679" fmla="*/ 9462654 w 10490654"/>
                  <a:gd name="connsiteY64-23680" fmla="*/ 5615153 h 10394972"/>
                  <a:gd name="connsiteX65-23681" fmla="*/ 9587345 w 10490654"/>
                  <a:gd name="connsiteY65-23682" fmla="*/ 5975372 h 10394972"/>
                  <a:gd name="connsiteX66-23683" fmla="*/ 9545782 w 10490654"/>
                  <a:gd name="connsiteY66-23684" fmla="*/ 6377153 h 10394972"/>
                  <a:gd name="connsiteX67-23685" fmla="*/ 9933709 w 10490654"/>
                  <a:gd name="connsiteY67-23686" fmla="*/ 6862062 h 10394972"/>
                  <a:gd name="connsiteX68-23687" fmla="*/ 10094363 w 10490654"/>
                  <a:gd name="connsiteY68-23688" fmla="*/ 7221396 h 10394972"/>
                  <a:gd name="connsiteX69-23689" fmla="*/ 10232908 w 10490654"/>
                  <a:gd name="connsiteY69-23690" fmla="*/ 7514995 h 10394972"/>
                  <a:gd name="connsiteX70-23691" fmla="*/ 9670472 w 10490654"/>
                  <a:gd name="connsiteY70-23692" fmla="*/ 7540935 h 10394972"/>
                  <a:gd name="connsiteX71-23693" fmla="*/ 9337963 w 10490654"/>
                  <a:gd name="connsiteY71-23694" fmla="*/ 7651772 h 10394972"/>
                  <a:gd name="connsiteX72-23695" fmla="*/ 9102436 w 10490654"/>
                  <a:gd name="connsiteY72-23696" fmla="*/ 7790317 h 10394972"/>
                  <a:gd name="connsiteX73-23697" fmla="*/ 9019309 w 10490654"/>
                  <a:gd name="connsiteY73-23698" fmla="*/ 7998135 h 10394972"/>
                  <a:gd name="connsiteX74-23699" fmla="*/ 8956730 w 10490654"/>
                  <a:gd name="connsiteY74-23700" fmla="*/ 8095117 h 10394972"/>
                  <a:gd name="connsiteX75-23701" fmla="*/ 9027559 w 10490654"/>
                  <a:gd name="connsiteY75-23702" fmla="*/ 8524608 h 10394972"/>
                  <a:gd name="connsiteX76-23703" fmla="*/ 9030673 w 10490654"/>
                  <a:gd name="connsiteY76-23704" fmla="*/ 8758112 h 10394972"/>
                  <a:gd name="connsiteX77-23705" fmla="*/ 8991600 w 10490654"/>
                  <a:gd name="connsiteY77-23706" fmla="*/ 8967953 h 10394972"/>
                  <a:gd name="connsiteX78-23707" fmla="*/ 8894618 w 10490654"/>
                  <a:gd name="connsiteY78-23708" fmla="*/ 9272753 h 10394972"/>
                  <a:gd name="connsiteX79-23709" fmla="*/ 8922327 w 10490654"/>
                  <a:gd name="connsiteY79-23710" fmla="*/ 9535990 h 10394972"/>
                  <a:gd name="connsiteX80-23711" fmla="*/ 9144000 w 10490654"/>
                  <a:gd name="connsiteY80-23712" fmla="*/ 9702244 h 10394972"/>
                  <a:gd name="connsiteX81-23713" fmla="*/ 9353374 w 10490654"/>
                  <a:gd name="connsiteY81-23714" fmla="*/ 9853088 h 10394972"/>
                  <a:gd name="connsiteX82-23715" fmla="*/ 9529903 w 10490654"/>
                  <a:gd name="connsiteY82-23716" fmla="*/ 9905081 h 10394972"/>
                  <a:gd name="connsiteX83-23717" fmla="*/ 9625328 w 10490654"/>
                  <a:gd name="connsiteY83-23718" fmla="*/ 9791132 h 10394972"/>
                  <a:gd name="connsiteX84-23719" fmla="*/ 9667359 w 10490654"/>
                  <a:gd name="connsiteY84-23720" fmla="*/ 9803430 h 10394972"/>
                  <a:gd name="connsiteX85-23721" fmla="*/ 9668916 w 10490654"/>
                  <a:gd name="connsiteY85-23722" fmla="*/ 10256426 h 10394972"/>
                  <a:gd name="connsiteX86-23723" fmla="*/ 9495500 w 10490654"/>
                  <a:gd name="connsiteY86-23724" fmla="*/ 10306085 h 10394972"/>
                  <a:gd name="connsiteX87-23725" fmla="*/ 9310254 w 10490654"/>
                  <a:gd name="connsiteY87-23726" fmla="*/ 10394972 h 10394972"/>
                  <a:gd name="connsiteX88-23727" fmla="*/ 9227127 w 10490654"/>
                  <a:gd name="connsiteY88-23728" fmla="*/ 10242572 h 10394972"/>
                  <a:gd name="connsiteX89-23729" fmla="*/ 9033163 w 10490654"/>
                  <a:gd name="connsiteY89-23730" fmla="*/ 9993190 h 10394972"/>
                  <a:gd name="connsiteX90-23731" fmla="*/ 8825345 w 10490654"/>
                  <a:gd name="connsiteY90-23732" fmla="*/ 9813081 h 10394972"/>
                  <a:gd name="connsiteX91-23733" fmla="*/ 8534400 w 10490654"/>
                  <a:gd name="connsiteY91-23734" fmla="*/ 9702244 h 10394972"/>
                  <a:gd name="connsiteX92-23735" fmla="*/ 8423563 w 10490654"/>
                  <a:gd name="connsiteY92-23736" fmla="*/ 9646826 h 10394972"/>
                  <a:gd name="connsiteX93-23737" fmla="*/ 8285018 w 10490654"/>
                  <a:gd name="connsiteY93-23738" fmla="*/ 9480572 h 10394972"/>
                  <a:gd name="connsiteX94-23739" fmla="*/ 8257309 w 10490654"/>
                  <a:gd name="connsiteY94-23740" fmla="*/ 9342026 h 10394972"/>
                  <a:gd name="connsiteX95-23741" fmla="*/ 8146472 w 10490654"/>
                  <a:gd name="connsiteY95-23742" fmla="*/ 9355881 h 10394972"/>
                  <a:gd name="connsiteX96-23743" fmla="*/ 8091054 w 10490654"/>
                  <a:gd name="connsiteY96-23744" fmla="*/ 9577553 h 10394972"/>
                  <a:gd name="connsiteX97-23745" fmla="*/ 7806336 w 10490654"/>
                  <a:gd name="connsiteY97-23746" fmla="*/ 9583313 h 10394972"/>
                  <a:gd name="connsiteX98-23747" fmla="*/ 7567694 w 10490654"/>
                  <a:gd name="connsiteY98-23748" fmla="*/ 9520112 h 10394972"/>
                  <a:gd name="connsiteX99-23749" fmla="*/ 7466043 w 10490654"/>
                  <a:gd name="connsiteY99-23750" fmla="*/ 9471387 h 10394972"/>
                  <a:gd name="connsiteX100-23751" fmla="*/ 7287491 w 10490654"/>
                  <a:gd name="connsiteY100-23752" fmla="*/ 9449904 h 10394972"/>
                  <a:gd name="connsiteX101-23753" fmla="*/ 7221797 w 10490654"/>
                  <a:gd name="connsiteY101-23754" fmla="*/ 9121910 h 10394972"/>
                  <a:gd name="connsiteX102-23755" fmla="*/ 6954982 w 10490654"/>
                  <a:gd name="connsiteY102-23756" fmla="*/ 9189626 h 10394972"/>
                  <a:gd name="connsiteX103-23757" fmla="*/ 6710737 w 10490654"/>
                  <a:gd name="connsiteY103-23758" fmla="*/ 9262013 h 10394972"/>
                  <a:gd name="connsiteX104-23759" fmla="*/ 6674777 w 10490654"/>
                  <a:gd name="connsiteY104-23760" fmla="*/ 9062912 h 10394972"/>
                  <a:gd name="connsiteX105-23761" fmla="*/ 6511636 w 10490654"/>
                  <a:gd name="connsiteY105-23762" fmla="*/ 8954099 h 10394972"/>
                  <a:gd name="connsiteX106-23763" fmla="*/ 6428509 w 10490654"/>
                  <a:gd name="connsiteY106-23764" fmla="*/ 8954099 h 10394972"/>
                  <a:gd name="connsiteX107-23765" fmla="*/ 6325922 w 10490654"/>
                  <a:gd name="connsiteY107-23766" fmla="*/ 9057307 h 10394972"/>
                  <a:gd name="connsiteX108-23767" fmla="*/ 6167763 w 10490654"/>
                  <a:gd name="connsiteY108-23768" fmla="*/ 8978227 h 10394972"/>
                  <a:gd name="connsiteX109-23769" fmla="*/ 6002132 w 10490654"/>
                  <a:gd name="connsiteY109-23770" fmla="*/ 9093734 h 10394972"/>
                  <a:gd name="connsiteX110-23771" fmla="*/ 5749636 w 10490654"/>
                  <a:gd name="connsiteY110-23772" fmla="*/ 9051081 h 10394972"/>
                  <a:gd name="connsiteX111-23773" fmla="*/ 5674760 w 10490654"/>
                  <a:gd name="connsiteY111-23774" fmla="*/ 9081904 h 10394972"/>
                  <a:gd name="connsiteX112-23775" fmla="*/ 5507415 w 10490654"/>
                  <a:gd name="connsiteY112-23776" fmla="*/ 9128137 h 10394972"/>
                  <a:gd name="connsiteX113-23777" fmla="*/ 5505859 w 10490654"/>
                  <a:gd name="connsiteY113-23778" fmla="*/ 8870972 h 10394972"/>
                  <a:gd name="connsiteX114-23779" fmla="*/ 5505857 w 10490654"/>
                  <a:gd name="connsiteY114-23780" fmla="*/ 8634977 h 10394972"/>
                  <a:gd name="connsiteX115-23781" fmla="*/ 5336024 w 10490654"/>
                  <a:gd name="connsiteY115-23782" fmla="*/ 8333292 h 10394972"/>
                  <a:gd name="connsiteX116-23783" fmla="*/ 5230324 w 10490654"/>
                  <a:gd name="connsiteY116-23784" fmla="*/ 8082820 h 10394972"/>
                  <a:gd name="connsiteX117-23785" fmla="*/ 5317031 w 10490654"/>
                  <a:gd name="connsiteY117-23786" fmla="*/ 7610208 h 10394972"/>
                  <a:gd name="connsiteX118-23787" fmla="*/ 5201059 w 10490654"/>
                  <a:gd name="connsiteY118-23788" fmla="*/ 7320352 h 10394972"/>
                  <a:gd name="connsiteX119-23789" fmla="*/ 5250872 w 10490654"/>
                  <a:gd name="connsiteY119-23790" fmla="*/ 7069881 h 10394972"/>
                  <a:gd name="connsiteX120-23791" fmla="*/ 5245735 w 10490654"/>
                  <a:gd name="connsiteY120-23792" fmla="*/ 7018665 h 10394972"/>
                  <a:gd name="connsiteX121-23793" fmla="*/ 4577603 w 10490654"/>
                  <a:gd name="connsiteY121-23794" fmla="*/ 7013996 h 10394972"/>
                  <a:gd name="connsiteX122-23795" fmla="*/ 4528412 w 10490654"/>
                  <a:gd name="connsiteY122-23796" fmla="*/ 6840580 h 10394972"/>
                  <a:gd name="connsiteX123-23797" fmla="*/ 4038834 w 10490654"/>
                  <a:gd name="connsiteY123-23798" fmla="*/ 6816452 h 10394972"/>
                  <a:gd name="connsiteX124-23799" fmla="*/ 3976254 w 10490654"/>
                  <a:gd name="connsiteY124-23800" fmla="*/ 7069881 h 10394972"/>
                  <a:gd name="connsiteX125-23801" fmla="*/ 3932667 w 10490654"/>
                  <a:gd name="connsiteY125-23802" fmla="*/ 7281279 h 10394972"/>
                  <a:gd name="connsiteX126-23803" fmla="*/ 3884155 w 10490654"/>
                  <a:gd name="connsiteY126-23804" fmla="*/ 7403480 h 10394972"/>
                  <a:gd name="connsiteX127-23805" fmla="*/ 3572499 w 10490654"/>
                  <a:gd name="connsiteY127-23806" fmla="*/ 7365450 h 10394972"/>
                  <a:gd name="connsiteX128-23807" fmla="*/ 3311236 w 10490654"/>
                  <a:gd name="connsiteY128-23808" fmla="*/ 7402390 h 10394972"/>
                  <a:gd name="connsiteX129-23809" fmla="*/ 2921540 w 10490654"/>
                  <a:gd name="connsiteY129-23810" fmla="*/ 7414475 h 10394972"/>
                  <a:gd name="connsiteX130-23811" fmla="*/ 2784763 w 10490654"/>
                  <a:gd name="connsiteY130-23812" fmla="*/ 7139153 h 10394972"/>
                  <a:gd name="connsiteX131-23813" fmla="*/ 2604654 w 10490654"/>
                  <a:gd name="connsiteY131-23814" fmla="*/ 6862062 h 10394972"/>
                  <a:gd name="connsiteX132-23815" fmla="*/ 2410691 w 10490654"/>
                  <a:gd name="connsiteY132-23816" fmla="*/ 6363299 h 10394972"/>
                  <a:gd name="connsiteX133-23817" fmla="*/ 2327563 w 10490654"/>
                  <a:gd name="connsiteY133-23818" fmla="*/ 6224753 h 10394972"/>
                  <a:gd name="connsiteX134-23819" fmla="*/ 1662545 w 10490654"/>
                  <a:gd name="connsiteY134-23820" fmla="*/ 6197044 h 10394972"/>
                  <a:gd name="connsiteX135-23821" fmla="*/ 1233054 w 10490654"/>
                  <a:gd name="connsiteY135-23822" fmla="*/ 6197044 h 10394972"/>
                  <a:gd name="connsiteX136-23823" fmla="*/ 1136072 w 10490654"/>
                  <a:gd name="connsiteY136-23824" fmla="*/ 6252462 h 10394972"/>
                  <a:gd name="connsiteX137-23825" fmla="*/ 706582 w 10490654"/>
                  <a:gd name="connsiteY137-23826" fmla="*/ 6210899 h 10394972"/>
                  <a:gd name="connsiteX138-23827" fmla="*/ 318654 w 10490654"/>
                  <a:gd name="connsiteY138-23828" fmla="*/ 6238608 h 10394972"/>
                  <a:gd name="connsiteX139-23829" fmla="*/ 96982 w 10490654"/>
                  <a:gd name="connsiteY139-23830" fmla="*/ 6391008 h 10394972"/>
                  <a:gd name="connsiteX140-23831" fmla="*/ 0 w 10490654"/>
                  <a:gd name="connsiteY140-23832" fmla="*/ 6294026 h 10394972"/>
                  <a:gd name="connsiteX141-23833" fmla="*/ 83127 w 10490654"/>
                  <a:gd name="connsiteY141-23834" fmla="*/ 6238608 h 10394972"/>
                  <a:gd name="connsiteX0-23835" fmla="*/ 83127 w 10490654"/>
                  <a:gd name="connsiteY0-23836" fmla="*/ 6238608 h 10394972"/>
                  <a:gd name="connsiteX1-23837" fmla="*/ 96982 w 10490654"/>
                  <a:gd name="connsiteY1-23838" fmla="*/ 5795262 h 10394972"/>
                  <a:gd name="connsiteX2-23839" fmla="*/ 401782 w 10490654"/>
                  <a:gd name="connsiteY2-23840" fmla="*/ 5532026 h 10394972"/>
                  <a:gd name="connsiteX3-23841" fmla="*/ 651163 w 10490654"/>
                  <a:gd name="connsiteY3-23842" fmla="*/ 5670572 h 10394972"/>
                  <a:gd name="connsiteX4-23843" fmla="*/ 858982 w 10490654"/>
                  <a:gd name="connsiteY4-23844" fmla="*/ 5504317 h 10394972"/>
                  <a:gd name="connsiteX5-23845" fmla="*/ 997527 w 10490654"/>
                  <a:gd name="connsiteY5-23846" fmla="*/ 5351917 h 10394972"/>
                  <a:gd name="connsiteX6-23847" fmla="*/ 1080654 w 10490654"/>
                  <a:gd name="connsiteY6-23848" fmla="*/ 5435044 h 10394972"/>
                  <a:gd name="connsiteX7-23849" fmla="*/ 1269312 w 10490654"/>
                  <a:gd name="connsiteY7-23850" fmla="*/ 5679710 h 10394972"/>
                  <a:gd name="connsiteX8-23851" fmla="*/ 1523116 w 10490654"/>
                  <a:gd name="connsiteY8-23852" fmla="*/ 5481030 h 10394972"/>
                  <a:gd name="connsiteX9-23853" fmla="*/ 1731818 w 10490654"/>
                  <a:gd name="connsiteY9-23854" fmla="*/ 5296499 h 10394972"/>
                  <a:gd name="connsiteX10-23855" fmla="*/ 2022763 w 10490654"/>
                  <a:gd name="connsiteY10-23856" fmla="*/ 5060972 h 10394972"/>
                  <a:gd name="connsiteX11-23857" fmla="*/ 2119745 w 10490654"/>
                  <a:gd name="connsiteY11-23858" fmla="*/ 4631481 h 10394972"/>
                  <a:gd name="connsiteX12-23859" fmla="*/ 2172511 w 10490654"/>
                  <a:gd name="connsiteY12-23860" fmla="*/ 4164848 h 10394972"/>
                  <a:gd name="connsiteX13-23861" fmla="*/ 2355272 w 10490654"/>
                  <a:gd name="connsiteY13-23862" fmla="*/ 3855626 h 10394972"/>
                  <a:gd name="connsiteX14-23863" fmla="*/ 2752497 w 10490654"/>
                  <a:gd name="connsiteY14-23864" fmla="*/ 3475092 h 10394972"/>
                  <a:gd name="connsiteX15-23865" fmla="*/ 2978727 w 10490654"/>
                  <a:gd name="connsiteY15-23866" fmla="*/ 3259881 h 10394972"/>
                  <a:gd name="connsiteX16-23867" fmla="*/ 3006436 w 10490654"/>
                  <a:gd name="connsiteY16-23868" fmla="*/ 2816535 h 10394972"/>
                  <a:gd name="connsiteX17-23869" fmla="*/ 3075709 w 10490654"/>
                  <a:gd name="connsiteY17-23870" fmla="*/ 2525590 h 10394972"/>
                  <a:gd name="connsiteX18-23871" fmla="*/ 3075709 w 10490654"/>
                  <a:gd name="connsiteY18-23872" fmla="*/ 2317772 h 10394972"/>
                  <a:gd name="connsiteX19-23873" fmla="*/ 3214254 w 10490654"/>
                  <a:gd name="connsiteY19-23874" fmla="*/ 1985262 h 10394972"/>
                  <a:gd name="connsiteX20-23875" fmla="*/ 3214254 w 10490654"/>
                  <a:gd name="connsiteY20-23876" fmla="*/ 1694317 h 10394972"/>
                  <a:gd name="connsiteX21-23877" fmla="*/ 3513454 w 10490654"/>
                  <a:gd name="connsiteY21-23878" fmla="*/ 1126281 h 10394972"/>
                  <a:gd name="connsiteX22-23879" fmla="*/ 3463636 w 10490654"/>
                  <a:gd name="connsiteY22-23880" fmla="*/ 752208 h 10394972"/>
                  <a:gd name="connsiteX23-23881" fmla="*/ 3491345 w 10490654"/>
                  <a:gd name="connsiteY23-23882" fmla="*/ 544390 h 10394972"/>
                  <a:gd name="connsiteX24-23883" fmla="*/ 3823854 w 10490654"/>
                  <a:gd name="connsiteY24-23884" fmla="*/ 184172 h 10394972"/>
                  <a:gd name="connsiteX25-23885" fmla="*/ 4017818 w 10490654"/>
                  <a:gd name="connsiteY25-23886" fmla="*/ 59481 h 10394972"/>
                  <a:gd name="connsiteX26-23887" fmla="*/ 4433454 w 10490654"/>
                  <a:gd name="connsiteY26-23888" fmla="*/ 295008 h 10394972"/>
                  <a:gd name="connsiteX27-23889" fmla="*/ 4599709 w 10490654"/>
                  <a:gd name="connsiteY27-23890" fmla="*/ 488972 h 10394972"/>
                  <a:gd name="connsiteX28-23891" fmla="*/ 5070763 w 10490654"/>
                  <a:gd name="connsiteY28-23892" fmla="*/ 544390 h 10394972"/>
                  <a:gd name="connsiteX29-23893" fmla="*/ 5391187 w 10490654"/>
                  <a:gd name="connsiteY29-23894" fmla="*/ 603639 h 10394972"/>
                  <a:gd name="connsiteX30-23895" fmla="*/ 5568642 w 10490654"/>
                  <a:gd name="connsiteY30-23896" fmla="*/ 588271 h 10394972"/>
                  <a:gd name="connsiteX31-23897" fmla="*/ 5860472 w 10490654"/>
                  <a:gd name="connsiteY31-23898" fmla="*/ 281153 h 10394972"/>
                  <a:gd name="connsiteX32-23899" fmla="*/ 6123709 w 10490654"/>
                  <a:gd name="connsiteY32-23900" fmla="*/ 322717 h 10394972"/>
                  <a:gd name="connsiteX33-23901" fmla="*/ 6541900 w 10490654"/>
                  <a:gd name="connsiteY33-23902" fmla="*/ 168233 h 10394972"/>
                  <a:gd name="connsiteX34-23903" fmla="*/ 6681722 w 10490654"/>
                  <a:gd name="connsiteY34-23904" fmla="*/ 107503 h 10394972"/>
                  <a:gd name="connsiteX35-23905" fmla="*/ 7011678 w 10490654"/>
                  <a:gd name="connsiteY35-23906" fmla="*/ 198026 h 10394972"/>
                  <a:gd name="connsiteX36-23907" fmla="*/ 7232072 w 10490654"/>
                  <a:gd name="connsiteY36-23908" fmla="*/ 17917 h 10394972"/>
                  <a:gd name="connsiteX37-23909" fmla="*/ 7379107 w 10490654"/>
                  <a:gd name="connsiteY37-23910" fmla="*/ 0 h 10394972"/>
                  <a:gd name="connsiteX38-23911" fmla="*/ 7600859 w 10490654"/>
                  <a:gd name="connsiteY38-23912" fmla="*/ 41248 h 10394972"/>
                  <a:gd name="connsiteX39-23913" fmla="*/ 7910945 w 10490654"/>
                  <a:gd name="connsiteY39-23914" fmla="*/ 128753 h 10394972"/>
                  <a:gd name="connsiteX40-23915" fmla="*/ 8312727 w 10490654"/>
                  <a:gd name="connsiteY40-23916" fmla="*/ 59481 h 10394972"/>
                  <a:gd name="connsiteX41-23917" fmla="*/ 8647005 w 10490654"/>
                  <a:gd name="connsiteY41-23918" fmla="*/ 396707 h 10394972"/>
                  <a:gd name="connsiteX42-23919" fmla="*/ 8908472 w 10490654"/>
                  <a:gd name="connsiteY42-23920" fmla="*/ 544390 h 10394972"/>
                  <a:gd name="connsiteX43-23921" fmla="*/ 9146732 w 10490654"/>
                  <a:gd name="connsiteY43-23922" fmla="*/ 420846 h 10394972"/>
                  <a:gd name="connsiteX44-23923" fmla="*/ 9372965 w 10490654"/>
                  <a:gd name="connsiteY44-23924" fmla="*/ 466363 h 10394972"/>
                  <a:gd name="connsiteX45-23925" fmla="*/ 9518072 w 10490654"/>
                  <a:gd name="connsiteY45-23926" fmla="*/ 367819 h 10394972"/>
                  <a:gd name="connsiteX46-23927" fmla="*/ 9646301 w 10490654"/>
                  <a:gd name="connsiteY46-23928" fmla="*/ 369587 h 10394972"/>
                  <a:gd name="connsiteX47-23929" fmla="*/ 10002982 w 10490654"/>
                  <a:gd name="connsiteY47-23930" fmla="*/ 793772 h 10394972"/>
                  <a:gd name="connsiteX48-23931" fmla="*/ 10238509 w 10490654"/>
                  <a:gd name="connsiteY48-23932" fmla="*/ 987735 h 10394972"/>
                  <a:gd name="connsiteX49-23933" fmla="*/ 10224654 w 10490654"/>
                  <a:gd name="connsiteY49-23934" fmla="*/ 1250972 h 10394972"/>
                  <a:gd name="connsiteX50-23935" fmla="*/ 10238509 w 10490654"/>
                  <a:gd name="connsiteY50-23936" fmla="*/ 1444935 h 10394972"/>
                  <a:gd name="connsiteX51-23937" fmla="*/ 10243066 w 10490654"/>
                  <a:gd name="connsiteY51-23938" fmla="*/ 1580249 h 10394972"/>
                  <a:gd name="connsiteX52-23939" fmla="*/ 10490654 w 10490654"/>
                  <a:gd name="connsiteY52-23940" fmla="*/ 1753897 h 10394972"/>
                  <a:gd name="connsiteX53-23941" fmla="*/ 10077929 w 10490654"/>
                  <a:gd name="connsiteY53-23942" fmla="*/ 2207269 h 10394972"/>
                  <a:gd name="connsiteX54-23943" fmla="*/ 9781309 w 10490654"/>
                  <a:gd name="connsiteY54-23944" fmla="*/ 2497881 h 10394972"/>
                  <a:gd name="connsiteX55-23945" fmla="*/ 9580055 w 10490654"/>
                  <a:gd name="connsiteY55-23946" fmla="*/ 3426134 h 10394972"/>
                  <a:gd name="connsiteX56-23947" fmla="*/ 9532477 w 10490654"/>
                  <a:gd name="connsiteY56-23948" fmla="*/ 3685207 h 10394972"/>
                  <a:gd name="connsiteX57-23949" fmla="*/ 9365672 w 10490654"/>
                  <a:gd name="connsiteY57-23950" fmla="*/ 3911044 h 10394972"/>
                  <a:gd name="connsiteX58-23951" fmla="*/ 9310254 w 10490654"/>
                  <a:gd name="connsiteY58-23952" fmla="*/ 4077299 h 10394972"/>
                  <a:gd name="connsiteX59-23953" fmla="*/ 9199418 w 10490654"/>
                  <a:gd name="connsiteY59-23954" fmla="*/ 4285117 h 10394972"/>
                  <a:gd name="connsiteX60-23955" fmla="*/ 9173537 w 10490654"/>
                  <a:gd name="connsiteY60-23956" fmla="*/ 4430122 h 10394972"/>
                  <a:gd name="connsiteX61-23957" fmla="*/ 9337963 w 10490654"/>
                  <a:gd name="connsiteY61-23958" fmla="*/ 4659190 h 10394972"/>
                  <a:gd name="connsiteX62-23959" fmla="*/ 9382180 w 10490654"/>
                  <a:gd name="connsiteY62-23960" fmla="*/ 4915057 h 10394972"/>
                  <a:gd name="connsiteX63-23961" fmla="*/ 9434945 w 10490654"/>
                  <a:gd name="connsiteY63-23962" fmla="*/ 5213372 h 10394972"/>
                  <a:gd name="connsiteX64-23963" fmla="*/ 9383359 w 10490654"/>
                  <a:gd name="connsiteY64-23964" fmla="*/ 5615153 h 10394972"/>
                  <a:gd name="connsiteX65-23965" fmla="*/ 9587345 w 10490654"/>
                  <a:gd name="connsiteY65-23966" fmla="*/ 5975372 h 10394972"/>
                  <a:gd name="connsiteX66-23967" fmla="*/ 9545782 w 10490654"/>
                  <a:gd name="connsiteY66-23968" fmla="*/ 6377153 h 10394972"/>
                  <a:gd name="connsiteX67-23969" fmla="*/ 9933709 w 10490654"/>
                  <a:gd name="connsiteY67-23970" fmla="*/ 6862062 h 10394972"/>
                  <a:gd name="connsiteX68-23971" fmla="*/ 10094363 w 10490654"/>
                  <a:gd name="connsiteY68-23972" fmla="*/ 7221396 h 10394972"/>
                  <a:gd name="connsiteX69-23973" fmla="*/ 10232908 w 10490654"/>
                  <a:gd name="connsiteY69-23974" fmla="*/ 7514995 h 10394972"/>
                  <a:gd name="connsiteX70-23975" fmla="*/ 9670472 w 10490654"/>
                  <a:gd name="connsiteY70-23976" fmla="*/ 7540935 h 10394972"/>
                  <a:gd name="connsiteX71-23977" fmla="*/ 9337963 w 10490654"/>
                  <a:gd name="connsiteY71-23978" fmla="*/ 7651772 h 10394972"/>
                  <a:gd name="connsiteX72-23979" fmla="*/ 9102436 w 10490654"/>
                  <a:gd name="connsiteY72-23980" fmla="*/ 7790317 h 10394972"/>
                  <a:gd name="connsiteX73-23981" fmla="*/ 9019309 w 10490654"/>
                  <a:gd name="connsiteY73-23982" fmla="*/ 7998135 h 10394972"/>
                  <a:gd name="connsiteX74-23983" fmla="*/ 8956730 w 10490654"/>
                  <a:gd name="connsiteY74-23984" fmla="*/ 8095117 h 10394972"/>
                  <a:gd name="connsiteX75-23985" fmla="*/ 9027559 w 10490654"/>
                  <a:gd name="connsiteY75-23986" fmla="*/ 8524608 h 10394972"/>
                  <a:gd name="connsiteX76-23987" fmla="*/ 9030673 w 10490654"/>
                  <a:gd name="connsiteY76-23988" fmla="*/ 8758112 h 10394972"/>
                  <a:gd name="connsiteX77-23989" fmla="*/ 8991600 w 10490654"/>
                  <a:gd name="connsiteY77-23990" fmla="*/ 8967953 h 10394972"/>
                  <a:gd name="connsiteX78-23991" fmla="*/ 8894618 w 10490654"/>
                  <a:gd name="connsiteY78-23992" fmla="*/ 9272753 h 10394972"/>
                  <a:gd name="connsiteX79-23993" fmla="*/ 8922327 w 10490654"/>
                  <a:gd name="connsiteY79-23994" fmla="*/ 9535990 h 10394972"/>
                  <a:gd name="connsiteX80-23995" fmla="*/ 9144000 w 10490654"/>
                  <a:gd name="connsiteY80-23996" fmla="*/ 9702244 h 10394972"/>
                  <a:gd name="connsiteX81-23997" fmla="*/ 9353374 w 10490654"/>
                  <a:gd name="connsiteY81-23998" fmla="*/ 9853088 h 10394972"/>
                  <a:gd name="connsiteX82-23999" fmla="*/ 9529903 w 10490654"/>
                  <a:gd name="connsiteY82-24000" fmla="*/ 9905081 h 10394972"/>
                  <a:gd name="connsiteX83-24001" fmla="*/ 9625328 w 10490654"/>
                  <a:gd name="connsiteY83-24002" fmla="*/ 9791132 h 10394972"/>
                  <a:gd name="connsiteX84-24003" fmla="*/ 9667359 w 10490654"/>
                  <a:gd name="connsiteY84-24004" fmla="*/ 9803430 h 10394972"/>
                  <a:gd name="connsiteX85-24005" fmla="*/ 9668916 w 10490654"/>
                  <a:gd name="connsiteY85-24006" fmla="*/ 10256426 h 10394972"/>
                  <a:gd name="connsiteX86-24007" fmla="*/ 9495500 w 10490654"/>
                  <a:gd name="connsiteY86-24008" fmla="*/ 10306085 h 10394972"/>
                  <a:gd name="connsiteX87-24009" fmla="*/ 9310254 w 10490654"/>
                  <a:gd name="connsiteY87-24010" fmla="*/ 10394972 h 10394972"/>
                  <a:gd name="connsiteX88-24011" fmla="*/ 9227127 w 10490654"/>
                  <a:gd name="connsiteY88-24012" fmla="*/ 10242572 h 10394972"/>
                  <a:gd name="connsiteX89-24013" fmla="*/ 9033163 w 10490654"/>
                  <a:gd name="connsiteY89-24014" fmla="*/ 9993190 h 10394972"/>
                  <a:gd name="connsiteX90-24015" fmla="*/ 8825345 w 10490654"/>
                  <a:gd name="connsiteY90-24016" fmla="*/ 9813081 h 10394972"/>
                  <a:gd name="connsiteX91-24017" fmla="*/ 8534400 w 10490654"/>
                  <a:gd name="connsiteY91-24018" fmla="*/ 9702244 h 10394972"/>
                  <a:gd name="connsiteX92-24019" fmla="*/ 8423563 w 10490654"/>
                  <a:gd name="connsiteY92-24020" fmla="*/ 9646826 h 10394972"/>
                  <a:gd name="connsiteX93-24021" fmla="*/ 8285018 w 10490654"/>
                  <a:gd name="connsiteY93-24022" fmla="*/ 9480572 h 10394972"/>
                  <a:gd name="connsiteX94-24023" fmla="*/ 8257309 w 10490654"/>
                  <a:gd name="connsiteY94-24024" fmla="*/ 9342026 h 10394972"/>
                  <a:gd name="connsiteX95-24025" fmla="*/ 8146472 w 10490654"/>
                  <a:gd name="connsiteY95-24026" fmla="*/ 9355881 h 10394972"/>
                  <a:gd name="connsiteX96-24027" fmla="*/ 8091054 w 10490654"/>
                  <a:gd name="connsiteY96-24028" fmla="*/ 9577553 h 10394972"/>
                  <a:gd name="connsiteX97-24029" fmla="*/ 7806336 w 10490654"/>
                  <a:gd name="connsiteY97-24030" fmla="*/ 9583313 h 10394972"/>
                  <a:gd name="connsiteX98-24031" fmla="*/ 7567694 w 10490654"/>
                  <a:gd name="connsiteY98-24032" fmla="*/ 9520112 h 10394972"/>
                  <a:gd name="connsiteX99-24033" fmla="*/ 7466043 w 10490654"/>
                  <a:gd name="connsiteY99-24034" fmla="*/ 9471387 h 10394972"/>
                  <a:gd name="connsiteX100-24035" fmla="*/ 7287491 w 10490654"/>
                  <a:gd name="connsiteY100-24036" fmla="*/ 9449904 h 10394972"/>
                  <a:gd name="connsiteX101-24037" fmla="*/ 7221797 w 10490654"/>
                  <a:gd name="connsiteY101-24038" fmla="*/ 9121910 h 10394972"/>
                  <a:gd name="connsiteX102-24039" fmla="*/ 6954982 w 10490654"/>
                  <a:gd name="connsiteY102-24040" fmla="*/ 9189626 h 10394972"/>
                  <a:gd name="connsiteX103-24041" fmla="*/ 6710737 w 10490654"/>
                  <a:gd name="connsiteY103-24042" fmla="*/ 9262013 h 10394972"/>
                  <a:gd name="connsiteX104-24043" fmla="*/ 6674777 w 10490654"/>
                  <a:gd name="connsiteY104-24044" fmla="*/ 9062912 h 10394972"/>
                  <a:gd name="connsiteX105-24045" fmla="*/ 6511636 w 10490654"/>
                  <a:gd name="connsiteY105-24046" fmla="*/ 8954099 h 10394972"/>
                  <a:gd name="connsiteX106-24047" fmla="*/ 6428509 w 10490654"/>
                  <a:gd name="connsiteY106-24048" fmla="*/ 8954099 h 10394972"/>
                  <a:gd name="connsiteX107-24049" fmla="*/ 6325922 w 10490654"/>
                  <a:gd name="connsiteY107-24050" fmla="*/ 9057307 h 10394972"/>
                  <a:gd name="connsiteX108-24051" fmla="*/ 6167763 w 10490654"/>
                  <a:gd name="connsiteY108-24052" fmla="*/ 8978227 h 10394972"/>
                  <a:gd name="connsiteX109-24053" fmla="*/ 6002132 w 10490654"/>
                  <a:gd name="connsiteY109-24054" fmla="*/ 9093734 h 10394972"/>
                  <a:gd name="connsiteX110-24055" fmla="*/ 5749636 w 10490654"/>
                  <a:gd name="connsiteY110-24056" fmla="*/ 9051081 h 10394972"/>
                  <a:gd name="connsiteX111-24057" fmla="*/ 5674760 w 10490654"/>
                  <a:gd name="connsiteY111-24058" fmla="*/ 9081904 h 10394972"/>
                  <a:gd name="connsiteX112-24059" fmla="*/ 5507415 w 10490654"/>
                  <a:gd name="connsiteY112-24060" fmla="*/ 9128137 h 10394972"/>
                  <a:gd name="connsiteX113-24061" fmla="*/ 5505859 w 10490654"/>
                  <a:gd name="connsiteY113-24062" fmla="*/ 8870972 h 10394972"/>
                  <a:gd name="connsiteX114-24063" fmla="*/ 5505857 w 10490654"/>
                  <a:gd name="connsiteY114-24064" fmla="*/ 8634977 h 10394972"/>
                  <a:gd name="connsiteX115-24065" fmla="*/ 5336024 w 10490654"/>
                  <a:gd name="connsiteY115-24066" fmla="*/ 8333292 h 10394972"/>
                  <a:gd name="connsiteX116-24067" fmla="*/ 5230324 w 10490654"/>
                  <a:gd name="connsiteY116-24068" fmla="*/ 8082820 h 10394972"/>
                  <a:gd name="connsiteX117-24069" fmla="*/ 5317031 w 10490654"/>
                  <a:gd name="connsiteY117-24070" fmla="*/ 7610208 h 10394972"/>
                  <a:gd name="connsiteX118-24071" fmla="*/ 5201059 w 10490654"/>
                  <a:gd name="connsiteY118-24072" fmla="*/ 7320352 h 10394972"/>
                  <a:gd name="connsiteX119-24073" fmla="*/ 5250872 w 10490654"/>
                  <a:gd name="connsiteY119-24074" fmla="*/ 7069881 h 10394972"/>
                  <a:gd name="connsiteX120-24075" fmla="*/ 5245735 w 10490654"/>
                  <a:gd name="connsiteY120-24076" fmla="*/ 7018665 h 10394972"/>
                  <a:gd name="connsiteX121-24077" fmla="*/ 4577603 w 10490654"/>
                  <a:gd name="connsiteY121-24078" fmla="*/ 7013996 h 10394972"/>
                  <a:gd name="connsiteX122-24079" fmla="*/ 4528412 w 10490654"/>
                  <a:gd name="connsiteY122-24080" fmla="*/ 6840580 h 10394972"/>
                  <a:gd name="connsiteX123-24081" fmla="*/ 4038834 w 10490654"/>
                  <a:gd name="connsiteY123-24082" fmla="*/ 6816452 h 10394972"/>
                  <a:gd name="connsiteX124-24083" fmla="*/ 3976254 w 10490654"/>
                  <a:gd name="connsiteY124-24084" fmla="*/ 7069881 h 10394972"/>
                  <a:gd name="connsiteX125-24085" fmla="*/ 3932667 w 10490654"/>
                  <a:gd name="connsiteY125-24086" fmla="*/ 7281279 h 10394972"/>
                  <a:gd name="connsiteX126-24087" fmla="*/ 3884155 w 10490654"/>
                  <a:gd name="connsiteY126-24088" fmla="*/ 7403480 h 10394972"/>
                  <a:gd name="connsiteX127-24089" fmla="*/ 3572499 w 10490654"/>
                  <a:gd name="connsiteY127-24090" fmla="*/ 7365450 h 10394972"/>
                  <a:gd name="connsiteX128-24091" fmla="*/ 3311236 w 10490654"/>
                  <a:gd name="connsiteY128-24092" fmla="*/ 7402390 h 10394972"/>
                  <a:gd name="connsiteX129-24093" fmla="*/ 2921540 w 10490654"/>
                  <a:gd name="connsiteY129-24094" fmla="*/ 7414475 h 10394972"/>
                  <a:gd name="connsiteX130-24095" fmla="*/ 2784763 w 10490654"/>
                  <a:gd name="connsiteY130-24096" fmla="*/ 7139153 h 10394972"/>
                  <a:gd name="connsiteX131-24097" fmla="*/ 2604654 w 10490654"/>
                  <a:gd name="connsiteY131-24098" fmla="*/ 6862062 h 10394972"/>
                  <a:gd name="connsiteX132-24099" fmla="*/ 2410691 w 10490654"/>
                  <a:gd name="connsiteY132-24100" fmla="*/ 6363299 h 10394972"/>
                  <a:gd name="connsiteX133-24101" fmla="*/ 2327563 w 10490654"/>
                  <a:gd name="connsiteY133-24102" fmla="*/ 6224753 h 10394972"/>
                  <a:gd name="connsiteX134-24103" fmla="*/ 1662545 w 10490654"/>
                  <a:gd name="connsiteY134-24104" fmla="*/ 6197044 h 10394972"/>
                  <a:gd name="connsiteX135-24105" fmla="*/ 1233054 w 10490654"/>
                  <a:gd name="connsiteY135-24106" fmla="*/ 6197044 h 10394972"/>
                  <a:gd name="connsiteX136-24107" fmla="*/ 1136072 w 10490654"/>
                  <a:gd name="connsiteY136-24108" fmla="*/ 6252462 h 10394972"/>
                  <a:gd name="connsiteX137-24109" fmla="*/ 706582 w 10490654"/>
                  <a:gd name="connsiteY137-24110" fmla="*/ 6210899 h 10394972"/>
                  <a:gd name="connsiteX138-24111" fmla="*/ 318654 w 10490654"/>
                  <a:gd name="connsiteY138-24112" fmla="*/ 6238608 h 10394972"/>
                  <a:gd name="connsiteX139-24113" fmla="*/ 96982 w 10490654"/>
                  <a:gd name="connsiteY139-24114" fmla="*/ 6391008 h 10394972"/>
                  <a:gd name="connsiteX140-24115" fmla="*/ 0 w 10490654"/>
                  <a:gd name="connsiteY140-24116" fmla="*/ 6294026 h 10394972"/>
                  <a:gd name="connsiteX141-24117" fmla="*/ 83127 w 10490654"/>
                  <a:gd name="connsiteY141-24118" fmla="*/ 6238608 h 10394972"/>
                  <a:gd name="connsiteX0-24119" fmla="*/ 83127 w 10490654"/>
                  <a:gd name="connsiteY0-24120" fmla="*/ 6238608 h 10394972"/>
                  <a:gd name="connsiteX1-24121" fmla="*/ 96982 w 10490654"/>
                  <a:gd name="connsiteY1-24122" fmla="*/ 5795262 h 10394972"/>
                  <a:gd name="connsiteX2-24123" fmla="*/ 401782 w 10490654"/>
                  <a:gd name="connsiteY2-24124" fmla="*/ 5532026 h 10394972"/>
                  <a:gd name="connsiteX3-24125" fmla="*/ 651163 w 10490654"/>
                  <a:gd name="connsiteY3-24126" fmla="*/ 5670572 h 10394972"/>
                  <a:gd name="connsiteX4-24127" fmla="*/ 858982 w 10490654"/>
                  <a:gd name="connsiteY4-24128" fmla="*/ 5504317 h 10394972"/>
                  <a:gd name="connsiteX5-24129" fmla="*/ 997527 w 10490654"/>
                  <a:gd name="connsiteY5-24130" fmla="*/ 5351917 h 10394972"/>
                  <a:gd name="connsiteX6-24131" fmla="*/ 1080654 w 10490654"/>
                  <a:gd name="connsiteY6-24132" fmla="*/ 5435044 h 10394972"/>
                  <a:gd name="connsiteX7-24133" fmla="*/ 1269312 w 10490654"/>
                  <a:gd name="connsiteY7-24134" fmla="*/ 5679710 h 10394972"/>
                  <a:gd name="connsiteX8-24135" fmla="*/ 1523116 w 10490654"/>
                  <a:gd name="connsiteY8-24136" fmla="*/ 5481030 h 10394972"/>
                  <a:gd name="connsiteX9-24137" fmla="*/ 1731818 w 10490654"/>
                  <a:gd name="connsiteY9-24138" fmla="*/ 5296499 h 10394972"/>
                  <a:gd name="connsiteX10-24139" fmla="*/ 2022763 w 10490654"/>
                  <a:gd name="connsiteY10-24140" fmla="*/ 5060972 h 10394972"/>
                  <a:gd name="connsiteX11-24141" fmla="*/ 2119745 w 10490654"/>
                  <a:gd name="connsiteY11-24142" fmla="*/ 4631481 h 10394972"/>
                  <a:gd name="connsiteX12-24143" fmla="*/ 2172511 w 10490654"/>
                  <a:gd name="connsiteY12-24144" fmla="*/ 4164848 h 10394972"/>
                  <a:gd name="connsiteX13-24145" fmla="*/ 2355272 w 10490654"/>
                  <a:gd name="connsiteY13-24146" fmla="*/ 3855626 h 10394972"/>
                  <a:gd name="connsiteX14-24147" fmla="*/ 2752497 w 10490654"/>
                  <a:gd name="connsiteY14-24148" fmla="*/ 3475092 h 10394972"/>
                  <a:gd name="connsiteX15-24149" fmla="*/ 2978727 w 10490654"/>
                  <a:gd name="connsiteY15-24150" fmla="*/ 3259881 h 10394972"/>
                  <a:gd name="connsiteX16-24151" fmla="*/ 3006436 w 10490654"/>
                  <a:gd name="connsiteY16-24152" fmla="*/ 2816535 h 10394972"/>
                  <a:gd name="connsiteX17-24153" fmla="*/ 3075709 w 10490654"/>
                  <a:gd name="connsiteY17-24154" fmla="*/ 2525590 h 10394972"/>
                  <a:gd name="connsiteX18-24155" fmla="*/ 3075709 w 10490654"/>
                  <a:gd name="connsiteY18-24156" fmla="*/ 2317772 h 10394972"/>
                  <a:gd name="connsiteX19-24157" fmla="*/ 3214254 w 10490654"/>
                  <a:gd name="connsiteY19-24158" fmla="*/ 1985262 h 10394972"/>
                  <a:gd name="connsiteX20-24159" fmla="*/ 3214254 w 10490654"/>
                  <a:gd name="connsiteY20-24160" fmla="*/ 1694317 h 10394972"/>
                  <a:gd name="connsiteX21-24161" fmla="*/ 3513454 w 10490654"/>
                  <a:gd name="connsiteY21-24162" fmla="*/ 1126281 h 10394972"/>
                  <a:gd name="connsiteX22-24163" fmla="*/ 3463636 w 10490654"/>
                  <a:gd name="connsiteY22-24164" fmla="*/ 752208 h 10394972"/>
                  <a:gd name="connsiteX23-24165" fmla="*/ 3491345 w 10490654"/>
                  <a:gd name="connsiteY23-24166" fmla="*/ 544390 h 10394972"/>
                  <a:gd name="connsiteX24-24167" fmla="*/ 3823854 w 10490654"/>
                  <a:gd name="connsiteY24-24168" fmla="*/ 184172 h 10394972"/>
                  <a:gd name="connsiteX25-24169" fmla="*/ 4017818 w 10490654"/>
                  <a:gd name="connsiteY25-24170" fmla="*/ 59481 h 10394972"/>
                  <a:gd name="connsiteX26-24171" fmla="*/ 4433454 w 10490654"/>
                  <a:gd name="connsiteY26-24172" fmla="*/ 295008 h 10394972"/>
                  <a:gd name="connsiteX27-24173" fmla="*/ 4599709 w 10490654"/>
                  <a:gd name="connsiteY27-24174" fmla="*/ 488972 h 10394972"/>
                  <a:gd name="connsiteX28-24175" fmla="*/ 5070763 w 10490654"/>
                  <a:gd name="connsiteY28-24176" fmla="*/ 544390 h 10394972"/>
                  <a:gd name="connsiteX29-24177" fmla="*/ 5391187 w 10490654"/>
                  <a:gd name="connsiteY29-24178" fmla="*/ 603639 h 10394972"/>
                  <a:gd name="connsiteX30-24179" fmla="*/ 5568642 w 10490654"/>
                  <a:gd name="connsiteY30-24180" fmla="*/ 588271 h 10394972"/>
                  <a:gd name="connsiteX31-24181" fmla="*/ 5860472 w 10490654"/>
                  <a:gd name="connsiteY31-24182" fmla="*/ 281153 h 10394972"/>
                  <a:gd name="connsiteX32-24183" fmla="*/ 6123709 w 10490654"/>
                  <a:gd name="connsiteY32-24184" fmla="*/ 322717 h 10394972"/>
                  <a:gd name="connsiteX33-24185" fmla="*/ 6541900 w 10490654"/>
                  <a:gd name="connsiteY33-24186" fmla="*/ 168233 h 10394972"/>
                  <a:gd name="connsiteX34-24187" fmla="*/ 6681722 w 10490654"/>
                  <a:gd name="connsiteY34-24188" fmla="*/ 107503 h 10394972"/>
                  <a:gd name="connsiteX35-24189" fmla="*/ 7011678 w 10490654"/>
                  <a:gd name="connsiteY35-24190" fmla="*/ 198026 h 10394972"/>
                  <a:gd name="connsiteX36-24191" fmla="*/ 7232072 w 10490654"/>
                  <a:gd name="connsiteY36-24192" fmla="*/ 17917 h 10394972"/>
                  <a:gd name="connsiteX37-24193" fmla="*/ 7379107 w 10490654"/>
                  <a:gd name="connsiteY37-24194" fmla="*/ 0 h 10394972"/>
                  <a:gd name="connsiteX38-24195" fmla="*/ 7600859 w 10490654"/>
                  <a:gd name="connsiteY38-24196" fmla="*/ 41248 h 10394972"/>
                  <a:gd name="connsiteX39-24197" fmla="*/ 7910945 w 10490654"/>
                  <a:gd name="connsiteY39-24198" fmla="*/ 128753 h 10394972"/>
                  <a:gd name="connsiteX40-24199" fmla="*/ 8312727 w 10490654"/>
                  <a:gd name="connsiteY40-24200" fmla="*/ 59481 h 10394972"/>
                  <a:gd name="connsiteX41-24201" fmla="*/ 8647005 w 10490654"/>
                  <a:gd name="connsiteY41-24202" fmla="*/ 396707 h 10394972"/>
                  <a:gd name="connsiteX42-24203" fmla="*/ 8908472 w 10490654"/>
                  <a:gd name="connsiteY42-24204" fmla="*/ 544390 h 10394972"/>
                  <a:gd name="connsiteX43-24205" fmla="*/ 9146732 w 10490654"/>
                  <a:gd name="connsiteY43-24206" fmla="*/ 420846 h 10394972"/>
                  <a:gd name="connsiteX44-24207" fmla="*/ 9372965 w 10490654"/>
                  <a:gd name="connsiteY44-24208" fmla="*/ 466363 h 10394972"/>
                  <a:gd name="connsiteX45-24209" fmla="*/ 9518072 w 10490654"/>
                  <a:gd name="connsiteY45-24210" fmla="*/ 367819 h 10394972"/>
                  <a:gd name="connsiteX46-24211" fmla="*/ 9646301 w 10490654"/>
                  <a:gd name="connsiteY46-24212" fmla="*/ 369587 h 10394972"/>
                  <a:gd name="connsiteX47-24213" fmla="*/ 10002982 w 10490654"/>
                  <a:gd name="connsiteY47-24214" fmla="*/ 793772 h 10394972"/>
                  <a:gd name="connsiteX48-24215" fmla="*/ 10238509 w 10490654"/>
                  <a:gd name="connsiteY48-24216" fmla="*/ 987735 h 10394972"/>
                  <a:gd name="connsiteX49-24217" fmla="*/ 10224654 w 10490654"/>
                  <a:gd name="connsiteY49-24218" fmla="*/ 1250972 h 10394972"/>
                  <a:gd name="connsiteX50-24219" fmla="*/ 10238509 w 10490654"/>
                  <a:gd name="connsiteY50-24220" fmla="*/ 1444935 h 10394972"/>
                  <a:gd name="connsiteX51-24221" fmla="*/ 10243066 w 10490654"/>
                  <a:gd name="connsiteY51-24222" fmla="*/ 1580249 h 10394972"/>
                  <a:gd name="connsiteX52-24223" fmla="*/ 10490654 w 10490654"/>
                  <a:gd name="connsiteY52-24224" fmla="*/ 1753897 h 10394972"/>
                  <a:gd name="connsiteX53-24225" fmla="*/ 10077929 w 10490654"/>
                  <a:gd name="connsiteY53-24226" fmla="*/ 2207269 h 10394972"/>
                  <a:gd name="connsiteX54-24227" fmla="*/ 9781309 w 10490654"/>
                  <a:gd name="connsiteY54-24228" fmla="*/ 2497881 h 10394972"/>
                  <a:gd name="connsiteX55-24229" fmla="*/ 9580055 w 10490654"/>
                  <a:gd name="connsiteY55-24230" fmla="*/ 3426134 h 10394972"/>
                  <a:gd name="connsiteX56-24231" fmla="*/ 9532477 w 10490654"/>
                  <a:gd name="connsiteY56-24232" fmla="*/ 3685207 h 10394972"/>
                  <a:gd name="connsiteX57-24233" fmla="*/ 9365672 w 10490654"/>
                  <a:gd name="connsiteY57-24234" fmla="*/ 3911044 h 10394972"/>
                  <a:gd name="connsiteX58-24235" fmla="*/ 9310254 w 10490654"/>
                  <a:gd name="connsiteY58-24236" fmla="*/ 4077299 h 10394972"/>
                  <a:gd name="connsiteX59-24237" fmla="*/ 9199418 w 10490654"/>
                  <a:gd name="connsiteY59-24238" fmla="*/ 4285117 h 10394972"/>
                  <a:gd name="connsiteX60-24239" fmla="*/ 9173537 w 10490654"/>
                  <a:gd name="connsiteY60-24240" fmla="*/ 4430122 h 10394972"/>
                  <a:gd name="connsiteX61-24241" fmla="*/ 9337963 w 10490654"/>
                  <a:gd name="connsiteY61-24242" fmla="*/ 4659190 h 10394972"/>
                  <a:gd name="connsiteX62-24243" fmla="*/ 9382180 w 10490654"/>
                  <a:gd name="connsiteY62-24244" fmla="*/ 4915057 h 10394972"/>
                  <a:gd name="connsiteX63-24245" fmla="*/ 9397939 w 10490654"/>
                  <a:gd name="connsiteY63-24246" fmla="*/ 5208060 h 10394972"/>
                  <a:gd name="connsiteX64-24247" fmla="*/ 9383359 w 10490654"/>
                  <a:gd name="connsiteY64-24248" fmla="*/ 5615153 h 10394972"/>
                  <a:gd name="connsiteX65-24249" fmla="*/ 9587345 w 10490654"/>
                  <a:gd name="connsiteY65-24250" fmla="*/ 5975372 h 10394972"/>
                  <a:gd name="connsiteX66-24251" fmla="*/ 9545782 w 10490654"/>
                  <a:gd name="connsiteY66-24252" fmla="*/ 6377153 h 10394972"/>
                  <a:gd name="connsiteX67-24253" fmla="*/ 9933709 w 10490654"/>
                  <a:gd name="connsiteY67-24254" fmla="*/ 6862062 h 10394972"/>
                  <a:gd name="connsiteX68-24255" fmla="*/ 10094363 w 10490654"/>
                  <a:gd name="connsiteY68-24256" fmla="*/ 7221396 h 10394972"/>
                  <a:gd name="connsiteX69-24257" fmla="*/ 10232908 w 10490654"/>
                  <a:gd name="connsiteY69-24258" fmla="*/ 7514995 h 10394972"/>
                  <a:gd name="connsiteX70-24259" fmla="*/ 9670472 w 10490654"/>
                  <a:gd name="connsiteY70-24260" fmla="*/ 7540935 h 10394972"/>
                  <a:gd name="connsiteX71-24261" fmla="*/ 9337963 w 10490654"/>
                  <a:gd name="connsiteY71-24262" fmla="*/ 7651772 h 10394972"/>
                  <a:gd name="connsiteX72-24263" fmla="*/ 9102436 w 10490654"/>
                  <a:gd name="connsiteY72-24264" fmla="*/ 7790317 h 10394972"/>
                  <a:gd name="connsiteX73-24265" fmla="*/ 9019309 w 10490654"/>
                  <a:gd name="connsiteY73-24266" fmla="*/ 7998135 h 10394972"/>
                  <a:gd name="connsiteX74-24267" fmla="*/ 8956730 w 10490654"/>
                  <a:gd name="connsiteY74-24268" fmla="*/ 8095117 h 10394972"/>
                  <a:gd name="connsiteX75-24269" fmla="*/ 9027559 w 10490654"/>
                  <a:gd name="connsiteY75-24270" fmla="*/ 8524608 h 10394972"/>
                  <a:gd name="connsiteX76-24271" fmla="*/ 9030673 w 10490654"/>
                  <a:gd name="connsiteY76-24272" fmla="*/ 8758112 h 10394972"/>
                  <a:gd name="connsiteX77-24273" fmla="*/ 8991600 w 10490654"/>
                  <a:gd name="connsiteY77-24274" fmla="*/ 8967953 h 10394972"/>
                  <a:gd name="connsiteX78-24275" fmla="*/ 8894618 w 10490654"/>
                  <a:gd name="connsiteY78-24276" fmla="*/ 9272753 h 10394972"/>
                  <a:gd name="connsiteX79-24277" fmla="*/ 8922327 w 10490654"/>
                  <a:gd name="connsiteY79-24278" fmla="*/ 9535990 h 10394972"/>
                  <a:gd name="connsiteX80-24279" fmla="*/ 9144000 w 10490654"/>
                  <a:gd name="connsiteY80-24280" fmla="*/ 9702244 h 10394972"/>
                  <a:gd name="connsiteX81-24281" fmla="*/ 9353374 w 10490654"/>
                  <a:gd name="connsiteY81-24282" fmla="*/ 9853088 h 10394972"/>
                  <a:gd name="connsiteX82-24283" fmla="*/ 9529903 w 10490654"/>
                  <a:gd name="connsiteY82-24284" fmla="*/ 9905081 h 10394972"/>
                  <a:gd name="connsiteX83-24285" fmla="*/ 9625328 w 10490654"/>
                  <a:gd name="connsiteY83-24286" fmla="*/ 9791132 h 10394972"/>
                  <a:gd name="connsiteX84-24287" fmla="*/ 9667359 w 10490654"/>
                  <a:gd name="connsiteY84-24288" fmla="*/ 9803430 h 10394972"/>
                  <a:gd name="connsiteX85-24289" fmla="*/ 9668916 w 10490654"/>
                  <a:gd name="connsiteY85-24290" fmla="*/ 10256426 h 10394972"/>
                  <a:gd name="connsiteX86-24291" fmla="*/ 9495500 w 10490654"/>
                  <a:gd name="connsiteY86-24292" fmla="*/ 10306085 h 10394972"/>
                  <a:gd name="connsiteX87-24293" fmla="*/ 9310254 w 10490654"/>
                  <a:gd name="connsiteY87-24294" fmla="*/ 10394972 h 10394972"/>
                  <a:gd name="connsiteX88-24295" fmla="*/ 9227127 w 10490654"/>
                  <a:gd name="connsiteY88-24296" fmla="*/ 10242572 h 10394972"/>
                  <a:gd name="connsiteX89-24297" fmla="*/ 9033163 w 10490654"/>
                  <a:gd name="connsiteY89-24298" fmla="*/ 9993190 h 10394972"/>
                  <a:gd name="connsiteX90-24299" fmla="*/ 8825345 w 10490654"/>
                  <a:gd name="connsiteY90-24300" fmla="*/ 9813081 h 10394972"/>
                  <a:gd name="connsiteX91-24301" fmla="*/ 8534400 w 10490654"/>
                  <a:gd name="connsiteY91-24302" fmla="*/ 9702244 h 10394972"/>
                  <a:gd name="connsiteX92-24303" fmla="*/ 8423563 w 10490654"/>
                  <a:gd name="connsiteY92-24304" fmla="*/ 9646826 h 10394972"/>
                  <a:gd name="connsiteX93-24305" fmla="*/ 8285018 w 10490654"/>
                  <a:gd name="connsiteY93-24306" fmla="*/ 9480572 h 10394972"/>
                  <a:gd name="connsiteX94-24307" fmla="*/ 8257309 w 10490654"/>
                  <a:gd name="connsiteY94-24308" fmla="*/ 9342026 h 10394972"/>
                  <a:gd name="connsiteX95-24309" fmla="*/ 8146472 w 10490654"/>
                  <a:gd name="connsiteY95-24310" fmla="*/ 9355881 h 10394972"/>
                  <a:gd name="connsiteX96-24311" fmla="*/ 8091054 w 10490654"/>
                  <a:gd name="connsiteY96-24312" fmla="*/ 9577553 h 10394972"/>
                  <a:gd name="connsiteX97-24313" fmla="*/ 7806336 w 10490654"/>
                  <a:gd name="connsiteY97-24314" fmla="*/ 9583313 h 10394972"/>
                  <a:gd name="connsiteX98-24315" fmla="*/ 7567694 w 10490654"/>
                  <a:gd name="connsiteY98-24316" fmla="*/ 9520112 h 10394972"/>
                  <a:gd name="connsiteX99-24317" fmla="*/ 7466043 w 10490654"/>
                  <a:gd name="connsiteY99-24318" fmla="*/ 9471387 h 10394972"/>
                  <a:gd name="connsiteX100-24319" fmla="*/ 7287491 w 10490654"/>
                  <a:gd name="connsiteY100-24320" fmla="*/ 9449904 h 10394972"/>
                  <a:gd name="connsiteX101-24321" fmla="*/ 7221797 w 10490654"/>
                  <a:gd name="connsiteY101-24322" fmla="*/ 9121910 h 10394972"/>
                  <a:gd name="connsiteX102-24323" fmla="*/ 6954982 w 10490654"/>
                  <a:gd name="connsiteY102-24324" fmla="*/ 9189626 h 10394972"/>
                  <a:gd name="connsiteX103-24325" fmla="*/ 6710737 w 10490654"/>
                  <a:gd name="connsiteY103-24326" fmla="*/ 9262013 h 10394972"/>
                  <a:gd name="connsiteX104-24327" fmla="*/ 6674777 w 10490654"/>
                  <a:gd name="connsiteY104-24328" fmla="*/ 9062912 h 10394972"/>
                  <a:gd name="connsiteX105-24329" fmla="*/ 6511636 w 10490654"/>
                  <a:gd name="connsiteY105-24330" fmla="*/ 8954099 h 10394972"/>
                  <a:gd name="connsiteX106-24331" fmla="*/ 6428509 w 10490654"/>
                  <a:gd name="connsiteY106-24332" fmla="*/ 8954099 h 10394972"/>
                  <a:gd name="connsiteX107-24333" fmla="*/ 6325922 w 10490654"/>
                  <a:gd name="connsiteY107-24334" fmla="*/ 9057307 h 10394972"/>
                  <a:gd name="connsiteX108-24335" fmla="*/ 6167763 w 10490654"/>
                  <a:gd name="connsiteY108-24336" fmla="*/ 8978227 h 10394972"/>
                  <a:gd name="connsiteX109-24337" fmla="*/ 6002132 w 10490654"/>
                  <a:gd name="connsiteY109-24338" fmla="*/ 9093734 h 10394972"/>
                  <a:gd name="connsiteX110-24339" fmla="*/ 5749636 w 10490654"/>
                  <a:gd name="connsiteY110-24340" fmla="*/ 9051081 h 10394972"/>
                  <a:gd name="connsiteX111-24341" fmla="*/ 5674760 w 10490654"/>
                  <a:gd name="connsiteY111-24342" fmla="*/ 9081904 h 10394972"/>
                  <a:gd name="connsiteX112-24343" fmla="*/ 5507415 w 10490654"/>
                  <a:gd name="connsiteY112-24344" fmla="*/ 9128137 h 10394972"/>
                  <a:gd name="connsiteX113-24345" fmla="*/ 5505859 w 10490654"/>
                  <a:gd name="connsiteY113-24346" fmla="*/ 8870972 h 10394972"/>
                  <a:gd name="connsiteX114-24347" fmla="*/ 5505857 w 10490654"/>
                  <a:gd name="connsiteY114-24348" fmla="*/ 8634977 h 10394972"/>
                  <a:gd name="connsiteX115-24349" fmla="*/ 5336024 w 10490654"/>
                  <a:gd name="connsiteY115-24350" fmla="*/ 8333292 h 10394972"/>
                  <a:gd name="connsiteX116-24351" fmla="*/ 5230324 w 10490654"/>
                  <a:gd name="connsiteY116-24352" fmla="*/ 8082820 h 10394972"/>
                  <a:gd name="connsiteX117-24353" fmla="*/ 5317031 w 10490654"/>
                  <a:gd name="connsiteY117-24354" fmla="*/ 7610208 h 10394972"/>
                  <a:gd name="connsiteX118-24355" fmla="*/ 5201059 w 10490654"/>
                  <a:gd name="connsiteY118-24356" fmla="*/ 7320352 h 10394972"/>
                  <a:gd name="connsiteX119-24357" fmla="*/ 5250872 w 10490654"/>
                  <a:gd name="connsiteY119-24358" fmla="*/ 7069881 h 10394972"/>
                  <a:gd name="connsiteX120-24359" fmla="*/ 5245735 w 10490654"/>
                  <a:gd name="connsiteY120-24360" fmla="*/ 7018665 h 10394972"/>
                  <a:gd name="connsiteX121-24361" fmla="*/ 4577603 w 10490654"/>
                  <a:gd name="connsiteY121-24362" fmla="*/ 7013996 h 10394972"/>
                  <a:gd name="connsiteX122-24363" fmla="*/ 4528412 w 10490654"/>
                  <a:gd name="connsiteY122-24364" fmla="*/ 6840580 h 10394972"/>
                  <a:gd name="connsiteX123-24365" fmla="*/ 4038834 w 10490654"/>
                  <a:gd name="connsiteY123-24366" fmla="*/ 6816452 h 10394972"/>
                  <a:gd name="connsiteX124-24367" fmla="*/ 3976254 w 10490654"/>
                  <a:gd name="connsiteY124-24368" fmla="*/ 7069881 h 10394972"/>
                  <a:gd name="connsiteX125-24369" fmla="*/ 3932667 w 10490654"/>
                  <a:gd name="connsiteY125-24370" fmla="*/ 7281279 h 10394972"/>
                  <a:gd name="connsiteX126-24371" fmla="*/ 3884155 w 10490654"/>
                  <a:gd name="connsiteY126-24372" fmla="*/ 7403480 h 10394972"/>
                  <a:gd name="connsiteX127-24373" fmla="*/ 3572499 w 10490654"/>
                  <a:gd name="connsiteY127-24374" fmla="*/ 7365450 h 10394972"/>
                  <a:gd name="connsiteX128-24375" fmla="*/ 3311236 w 10490654"/>
                  <a:gd name="connsiteY128-24376" fmla="*/ 7402390 h 10394972"/>
                  <a:gd name="connsiteX129-24377" fmla="*/ 2921540 w 10490654"/>
                  <a:gd name="connsiteY129-24378" fmla="*/ 7414475 h 10394972"/>
                  <a:gd name="connsiteX130-24379" fmla="*/ 2784763 w 10490654"/>
                  <a:gd name="connsiteY130-24380" fmla="*/ 7139153 h 10394972"/>
                  <a:gd name="connsiteX131-24381" fmla="*/ 2604654 w 10490654"/>
                  <a:gd name="connsiteY131-24382" fmla="*/ 6862062 h 10394972"/>
                  <a:gd name="connsiteX132-24383" fmla="*/ 2410691 w 10490654"/>
                  <a:gd name="connsiteY132-24384" fmla="*/ 6363299 h 10394972"/>
                  <a:gd name="connsiteX133-24385" fmla="*/ 2327563 w 10490654"/>
                  <a:gd name="connsiteY133-24386" fmla="*/ 6224753 h 10394972"/>
                  <a:gd name="connsiteX134-24387" fmla="*/ 1662545 w 10490654"/>
                  <a:gd name="connsiteY134-24388" fmla="*/ 6197044 h 10394972"/>
                  <a:gd name="connsiteX135-24389" fmla="*/ 1233054 w 10490654"/>
                  <a:gd name="connsiteY135-24390" fmla="*/ 6197044 h 10394972"/>
                  <a:gd name="connsiteX136-24391" fmla="*/ 1136072 w 10490654"/>
                  <a:gd name="connsiteY136-24392" fmla="*/ 6252462 h 10394972"/>
                  <a:gd name="connsiteX137-24393" fmla="*/ 706582 w 10490654"/>
                  <a:gd name="connsiteY137-24394" fmla="*/ 6210899 h 10394972"/>
                  <a:gd name="connsiteX138-24395" fmla="*/ 318654 w 10490654"/>
                  <a:gd name="connsiteY138-24396" fmla="*/ 6238608 h 10394972"/>
                  <a:gd name="connsiteX139-24397" fmla="*/ 96982 w 10490654"/>
                  <a:gd name="connsiteY139-24398" fmla="*/ 6391008 h 10394972"/>
                  <a:gd name="connsiteX140-24399" fmla="*/ 0 w 10490654"/>
                  <a:gd name="connsiteY140-24400" fmla="*/ 6294026 h 10394972"/>
                  <a:gd name="connsiteX141-24401" fmla="*/ 83127 w 10490654"/>
                  <a:gd name="connsiteY141-24402" fmla="*/ 6238608 h 10394972"/>
                  <a:gd name="connsiteX0-24403" fmla="*/ 83127 w 10490654"/>
                  <a:gd name="connsiteY0-24404" fmla="*/ 6238608 h 10394972"/>
                  <a:gd name="connsiteX1-24405" fmla="*/ 96982 w 10490654"/>
                  <a:gd name="connsiteY1-24406" fmla="*/ 5795262 h 10394972"/>
                  <a:gd name="connsiteX2-24407" fmla="*/ 401782 w 10490654"/>
                  <a:gd name="connsiteY2-24408" fmla="*/ 5532026 h 10394972"/>
                  <a:gd name="connsiteX3-24409" fmla="*/ 651163 w 10490654"/>
                  <a:gd name="connsiteY3-24410" fmla="*/ 5670572 h 10394972"/>
                  <a:gd name="connsiteX4-24411" fmla="*/ 858982 w 10490654"/>
                  <a:gd name="connsiteY4-24412" fmla="*/ 5504317 h 10394972"/>
                  <a:gd name="connsiteX5-24413" fmla="*/ 997527 w 10490654"/>
                  <a:gd name="connsiteY5-24414" fmla="*/ 5351917 h 10394972"/>
                  <a:gd name="connsiteX6-24415" fmla="*/ 1080654 w 10490654"/>
                  <a:gd name="connsiteY6-24416" fmla="*/ 5435044 h 10394972"/>
                  <a:gd name="connsiteX7-24417" fmla="*/ 1269312 w 10490654"/>
                  <a:gd name="connsiteY7-24418" fmla="*/ 5679710 h 10394972"/>
                  <a:gd name="connsiteX8-24419" fmla="*/ 1523116 w 10490654"/>
                  <a:gd name="connsiteY8-24420" fmla="*/ 5481030 h 10394972"/>
                  <a:gd name="connsiteX9-24421" fmla="*/ 1731818 w 10490654"/>
                  <a:gd name="connsiteY9-24422" fmla="*/ 5296499 h 10394972"/>
                  <a:gd name="connsiteX10-24423" fmla="*/ 2022763 w 10490654"/>
                  <a:gd name="connsiteY10-24424" fmla="*/ 5060972 h 10394972"/>
                  <a:gd name="connsiteX11-24425" fmla="*/ 2119745 w 10490654"/>
                  <a:gd name="connsiteY11-24426" fmla="*/ 4631481 h 10394972"/>
                  <a:gd name="connsiteX12-24427" fmla="*/ 2172511 w 10490654"/>
                  <a:gd name="connsiteY12-24428" fmla="*/ 4164848 h 10394972"/>
                  <a:gd name="connsiteX13-24429" fmla="*/ 2355272 w 10490654"/>
                  <a:gd name="connsiteY13-24430" fmla="*/ 3855626 h 10394972"/>
                  <a:gd name="connsiteX14-24431" fmla="*/ 2752497 w 10490654"/>
                  <a:gd name="connsiteY14-24432" fmla="*/ 3475092 h 10394972"/>
                  <a:gd name="connsiteX15-24433" fmla="*/ 2978727 w 10490654"/>
                  <a:gd name="connsiteY15-24434" fmla="*/ 3259881 h 10394972"/>
                  <a:gd name="connsiteX16-24435" fmla="*/ 3006436 w 10490654"/>
                  <a:gd name="connsiteY16-24436" fmla="*/ 2816535 h 10394972"/>
                  <a:gd name="connsiteX17-24437" fmla="*/ 3075709 w 10490654"/>
                  <a:gd name="connsiteY17-24438" fmla="*/ 2525590 h 10394972"/>
                  <a:gd name="connsiteX18-24439" fmla="*/ 3075709 w 10490654"/>
                  <a:gd name="connsiteY18-24440" fmla="*/ 2317772 h 10394972"/>
                  <a:gd name="connsiteX19-24441" fmla="*/ 3214254 w 10490654"/>
                  <a:gd name="connsiteY19-24442" fmla="*/ 1985262 h 10394972"/>
                  <a:gd name="connsiteX20-24443" fmla="*/ 3214254 w 10490654"/>
                  <a:gd name="connsiteY20-24444" fmla="*/ 1694317 h 10394972"/>
                  <a:gd name="connsiteX21-24445" fmla="*/ 3513454 w 10490654"/>
                  <a:gd name="connsiteY21-24446" fmla="*/ 1126281 h 10394972"/>
                  <a:gd name="connsiteX22-24447" fmla="*/ 3463636 w 10490654"/>
                  <a:gd name="connsiteY22-24448" fmla="*/ 752208 h 10394972"/>
                  <a:gd name="connsiteX23-24449" fmla="*/ 3491345 w 10490654"/>
                  <a:gd name="connsiteY23-24450" fmla="*/ 544390 h 10394972"/>
                  <a:gd name="connsiteX24-24451" fmla="*/ 3823854 w 10490654"/>
                  <a:gd name="connsiteY24-24452" fmla="*/ 184172 h 10394972"/>
                  <a:gd name="connsiteX25-24453" fmla="*/ 4017818 w 10490654"/>
                  <a:gd name="connsiteY25-24454" fmla="*/ 59481 h 10394972"/>
                  <a:gd name="connsiteX26-24455" fmla="*/ 4433454 w 10490654"/>
                  <a:gd name="connsiteY26-24456" fmla="*/ 295008 h 10394972"/>
                  <a:gd name="connsiteX27-24457" fmla="*/ 4599709 w 10490654"/>
                  <a:gd name="connsiteY27-24458" fmla="*/ 488972 h 10394972"/>
                  <a:gd name="connsiteX28-24459" fmla="*/ 5070763 w 10490654"/>
                  <a:gd name="connsiteY28-24460" fmla="*/ 544390 h 10394972"/>
                  <a:gd name="connsiteX29-24461" fmla="*/ 5391187 w 10490654"/>
                  <a:gd name="connsiteY29-24462" fmla="*/ 603639 h 10394972"/>
                  <a:gd name="connsiteX30-24463" fmla="*/ 5568642 w 10490654"/>
                  <a:gd name="connsiteY30-24464" fmla="*/ 588271 h 10394972"/>
                  <a:gd name="connsiteX31-24465" fmla="*/ 5860472 w 10490654"/>
                  <a:gd name="connsiteY31-24466" fmla="*/ 281153 h 10394972"/>
                  <a:gd name="connsiteX32-24467" fmla="*/ 6123709 w 10490654"/>
                  <a:gd name="connsiteY32-24468" fmla="*/ 322717 h 10394972"/>
                  <a:gd name="connsiteX33-24469" fmla="*/ 6541900 w 10490654"/>
                  <a:gd name="connsiteY33-24470" fmla="*/ 168233 h 10394972"/>
                  <a:gd name="connsiteX34-24471" fmla="*/ 6681722 w 10490654"/>
                  <a:gd name="connsiteY34-24472" fmla="*/ 107503 h 10394972"/>
                  <a:gd name="connsiteX35-24473" fmla="*/ 7011678 w 10490654"/>
                  <a:gd name="connsiteY35-24474" fmla="*/ 198026 h 10394972"/>
                  <a:gd name="connsiteX36-24475" fmla="*/ 7232072 w 10490654"/>
                  <a:gd name="connsiteY36-24476" fmla="*/ 17917 h 10394972"/>
                  <a:gd name="connsiteX37-24477" fmla="*/ 7379107 w 10490654"/>
                  <a:gd name="connsiteY37-24478" fmla="*/ 0 h 10394972"/>
                  <a:gd name="connsiteX38-24479" fmla="*/ 7600859 w 10490654"/>
                  <a:gd name="connsiteY38-24480" fmla="*/ 41248 h 10394972"/>
                  <a:gd name="connsiteX39-24481" fmla="*/ 7910945 w 10490654"/>
                  <a:gd name="connsiteY39-24482" fmla="*/ 128753 h 10394972"/>
                  <a:gd name="connsiteX40-24483" fmla="*/ 8312727 w 10490654"/>
                  <a:gd name="connsiteY40-24484" fmla="*/ 59481 h 10394972"/>
                  <a:gd name="connsiteX41-24485" fmla="*/ 8647005 w 10490654"/>
                  <a:gd name="connsiteY41-24486" fmla="*/ 396707 h 10394972"/>
                  <a:gd name="connsiteX42-24487" fmla="*/ 8908472 w 10490654"/>
                  <a:gd name="connsiteY42-24488" fmla="*/ 544390 h 10394972"/>
                  <a:gd name="connsiteX43-24489" fmla="*/ 9146732 w 10490654"/>
                  <a:gd name="connsiteY43-24490" fmla="*/ 420846 h 10394972"/>
                  <a:gd name="connsiteX44-24491" fmla="*/ 9372965 w 10490654"/>
                  <a:gd name="connsiteY44-24492" fmla="*/ 466363 h 10394972"/>
                  <a:gd name="connsiteX45-24493" fmla="*/ 9518072 w 10490654"/>
                  <a:gd name="connsiteY45-24494" fmla="*/ 367819 h 10394972"/>
                  <a:gd name="connsiteX46-24495" fmla="*/ 9646301 w 10490654"/>
                  <a:gd name="connsiteY46-24496" fmla="*/ 369587 h 10394972"/>
                  <a:gd name="connsiteX47-24497" fmla="*/ 10002982 w 10490654"/>
                  <a:gd name="connsiteY47-24498" fmla="*/ 793772 h 10394972"/>
                  <a:gd name="connsiteX48-24499" fmla="*/ 10238509 w 10490654"/>
                  <a:gd name="connsiteY48-24500" fmla="*/ 987735 h 10394972"/>
                  <a:gd name="connsiteX49-24501" fmla="*/ 10224654 w 10490654"/>
                  <a:gd name="connsiteY49-24502" fmla="*/ 1250972 h 10394972"/>
                  <a:gd name="connsiteX50-24503" fmla="*/ 10238509 w 10490654"/>
                  <a:gd name="connsiteY50-24504" fmla="*/ 1444935 h 10394972"/>
                  <a:gd name="connsiteX51-24505" fmla="*/ 10243066 w 10490654"/>
                  <a:gd name="connsiteY51-24506" fmla="*/ 1580249 h 10394972"/>
                  <a:gd name="connsiteX52-24507" fmla="*/ 10490654 w 10490654"/>
                  <a:gd name="connsiteY52-24508" fmla="*/ 1753897 h 10394972"/>
                  <a:gd name="connsiteX53-24509" fmla="*/ 10077929 w 10490654"/>
                  <a:gd name="connsiteY53-24510" fmla="*/ 2207269 h 10394972"/>
                  <a:gd name="connsiteX54-24511" fmla="*/ 9781309 w 10490654"/>
                  <a:gd name="connsiteY54-24512" fmla="*/ 2497881 h 10394972"/>
                  <a:gd name="connsiteX55-24513" fmla="*/ 9580055 w 10490654"/>
                  <a:gd name="connsiteY55-24514" fmla="*/ 3426134 h 10394972"/>
                  <a:gd name="connsiteX56-24515" fmla="*/ 9532477 w 10490654"/>
                  <a:gd name="connsiteY56-24516" fmla="*/ 3685207 h 10394972"/>
                  <a:gd name="connsiteX57-24517" fmla="*/ 9365672 w 10490654"/>
                  <a:gd name="connsiteY57-24518" fmla="*/ 3911044 h 10394972"/>
                  <a:gd name="connsiteX58-24519" fmla="*/ 9310254 w 10490654"/>
                  <a:gd name="connsiteY58-24520" fmla="*/ 4077299 h 10394972"/>
                  <a:gd name="connsiteX59-24521" fmla="*/ 9199418 w 10490654"/>
                  <a:gd name="connsiteY59-24522" fmla="*/ 4285117 h 10394972"/>
                  <a:gd name="connsiteX60-24523" fmla="*/ 9173537 w 10490654"/>
                  <a:gd name="connsiteY60-24524" fmla="*/ 4430122 h 10394972"/>
                  <a:gd name="connsiteX61-24525" fmla="*/ 9337963 w 10490654"/>
                  <a:gd name="connsiteY61-24526" fmla="*/ 4659190 h 10394972"/>
                  <a:gd name="connsiteX62-24527" fmla="*/ 9382180 w 10490654"/>
                  <a:gd name="connsiteY62-24528" fmla="*/ 4915057 h 10394972"/>
                  <a:gd name="connsiteX63-24529" fmla="*/ 9397939 w 10490654"/>
                  <a:gd name="connsiteY63-24530" fmla="*/ 5208060 h 10394972"/>
                  <a:gd name="connsiteX64-24531" fmla="*/ 9383359 w 10490654"/>
                  <a:gd name="connsiteY64-24532" fmla="*/ 5615153 h 10394972"/>
                  <a:gd name="connsiteX65-24533" fmla="*/ 9518623 w 10490654"/>
                  <a:gd name="connsiteY65-24534" fmla="*/ 5975373 h 10394972"/>
                  <a:gd name="connsiteX66-24535" fmla="*/ 9545782 w 10490654"/>
                  <a:gd name="connsiteY66-24536" fmla="*/ 6377153 h 10394972"/>
                  <a:gd name="connsiteX67-24537" fmla="*/ 9933709 w 10490654"/>
                  <a:gd name="connsiteY67-24538" fmla="*/ 6862062 h 10394972"/>
                  <a:gd name="connsiteX68-24539" fmla="*/ 10094363 w 10490654"/>
                  <a:gd name="connsiteY68-24540" fmla="*/ 7221396 h 10394972"/>
                  <a:gd name="connsiteX69-24541" fmla="*/ 10232908 w 10490654"/>
                  <a:gd name="connsiteY69-24542" fmla="*/ 7514995 h 10394972"/>
                  <a:gd name="connsiteX70-24543" fmla="*/ 9670472 w 10490654"/>
                  <a:gd name="connsiteY70-24544" fmla="*/ 7540935 h 10394972"/>
                  <a:gd name="connsiteX71-24545" fmla="*/ 9337963 w 10490654"/>
                  <a:gd name="connsiteY71-24546" fmla="*/ 7651772 h 10394972"/>
                  <a:gd name="connsiteX72-24547" fmla="*/ 9102436 w 10490654"/>
                  <a:gd name="connsiteY72-24548" fmla="*/ 7790317 h 10394972"/>
                  <a:gd name="connsiteX73-24549" fmla="*/ 9019309 w 10490654"/>
                  <a:gd name="connsiteY73-24550" fmla="*/ 7998135 h 10394972"/>
                  <a:gd name="connsiteX74-24551" fmla="*/ 8956730 w 10490654"/>
                  <a:gd name="connsiteY74-24552" fmla="*/ 8095117 h 10394972"/>
                  <a:gd name="connsiteX75-24553" fmla="*/ 9027559 w 10490654"/>
                  <a:gd name="connsiteY75-24554" fmla="*/ 8524608 h 10394972"/>
                  <a:gd name="connsiteX76-24555" fmla="*/ 9030673 w 10490654"/>
                  <a:gd name="connsiteY76-24556" fmla="*/ 8758112 h 10394972"/>
                  <a:gd name="connsiteX77-24557" fmla="*/ 8991600 w 10490654"/>
                  <a:gd name="connsiteY77-24558" fmla="*/ 8967953 h 10394972"/>
                  <a:gd name="connsiteX78-24559" fmla="*/ 8894618 w 10490654"/>
                  <a:gd name="connsiteY78-24560" fmla="*/ 9272753 h 10394972"/>
                  <a:gd name="connsiteX79-24561" fmla="*/ 8922327 w 10490654"/>
                  <a:gd name="connsiteY79-24562" fmla="*/ 9535990 h 10394972"/>
                  <a:gd name="connsiteX80-24563" fmla="*/ 9144000 w 10490654"/>
                  <a:gd name="connsiteY80-24564" fmla="*/ 9702244 h 10394972"/>
                  <a:gd name="connsiteX81-24565" fmla="*/ 9353374 w 10490654"/>
                  <a:gd name="connsiteY81-24566" fmla="*/ 9853088 h 10394972"/>
                  <a:gd name="connsiteX82-24567" fmla="*/ 9529903 w 10490654"/>
                  <a:gd name="connsiteY82-24568" fmla="*/ 9905081 h 10394972"/>
                  <a:gd name="connsiteX83-24569" fmla="*/ 9625328 w 10490654"/>
                  <a:gd name="connsiteY83-24570" fmla="*/ 9791132 h 10394972"/>
                  <a:gd name="connsiteX84-24571" fmla="*/ 9667359 w 10490654"/>
                  <a:gd name="connsiteY84-24572" fmla="*/ 9803430 h 10394972"/>
                  <a:gd name="connsiteX85-24573" fmla="*/ 9668916 w 10490654"/>
                  <a:gd name="connsiteY85-24574" fmla="*/ 10256426 h 10394972"/>
                  <a:gd name="connsiteX86-24575" fmla="*/ 9495500 w 10490654"/>
                  <a:gd name="connsiteY86-24576" fmla="*/ 10306085 h 10394972"/>
                  <a:gd name="connsiteX87-24577" fmla="*/ 9310254 w 10490654"/>
                  <a:gd name="connsiteY87-24578" fmla="*/ 10394972 h 10394972"/>
                  <a:gd name="connsiteX88-24579" fmla="*/ 9227127 w 10490654"/>
                  <a:gd name="connsiteY88-24580" fmla="*/ 10242572 h 10394972"/>
                  <a:gd name="connsiteX89-24581" fmla="*/ 9033163 w 10490654"/>
                  <a:gd name="connsiteY89-24582" fmla="*/ 9993190 h 10394972"/>
                  <a:gd name="connsiteX90-24583" fmla="*/ 8825345 w 10490654"/>
                  <a:gd name="connsiteY90-24584" fmla="*/ 9813081 h 10394972"/>
                  <a:gd name="connsiteX91-24585" fmla="*/ 8534400 w 10490654"/>
                  <a:gd name="connsiteY91-24586" fmla="*/ 9702244 h 10394972"/>
                  <a:gd name="connsiteX92-24587" fmla="*/ 8423563 w 10490654"/>
                  <a:gd name="connsiteY92-24588" fmla="*/ 9646826 h 10394972"/>
                  <a:gd name="connsiteX93-24589" fmla="*/ 8285018 w 10490654"/>
                  <a:gd name="connsiteY93-24590" fmla="*/ 9480572 h 10394972"/>
                  <a:gd name="connsiteX94-24591" fmla="*/ 8257309 w 10490654"/>
                  <a:gd name="connsiteY94-24592" fmla="*/ 9342026 h 10394972"/>
                  <a:gd name="connsiteX95-24593" fmla="*/ 8146472 w 10490654"/>
                  <a:gd name="connsiteY95-24594" fmla="*/ 9355881 h 10394972"/>
                  <a:gd name="connsiteX96-24595" fmla="*/ 8091054 w 10490654"/>
                  <a:gd name="connsiteY96-24596" fmla="*/ 9577553 h 10394972"/>
                  <a:gd name="connsiteX97-24597" fmla="*/ 7806336 w 10490654"/>
                  <a:gd name="connsiteY97-24598" fmla="*/ 9583313 h 10394972"/>
                  <a:gd name="connsiteX98-24599" fmla="*/ 7567694 w 10490654"/>
                  <a:gd name="connsiteY98-24600" fmla="*/ 9520112 h 10394972"/>
                  <a:gd name="connsiteX99-24601" fmla="*/ 7466043 w 10490654"/>
                  <a:gd name="connsiteY99-24602" fmla="*/ 9471387 h 10394972"/>
                  <a:gd name="connsiteX100-24603" fmla="*/ 7287491 w 10490654"/>
                  <a:gd name="connsiteY100-24604" fmla="*/ 9449904 h 10394972"/>
                  <a:gd name="connsiteX101-24605" fmla="*/ 7221797 w 10490654"/>
                  <a:gd name="connsiteY101-24606" fmla="*/ 9121910 h 10394972"/>
                  <a:gd name="connsiteX102-24607" fmla="*/ 6954982 w 10490654"/>
                  <a:gd name="connsiteY102-24608" fmla="*/ 9189626 h 10394972"/>
                  <a:gd name="connsiteX103-24609" fmla="*/ 6710737 w 10490654"/>
                  <a:gd name="connsiteY103-24610" fmla="*/ 9262013 h 10394972"/>
                  <a:gd name="connsiteX104-24611" fmla="*/ 6674777 w 10490654"/>
                  <a:gd name="connsiteY104-24612" fmla="*/ 9062912 h 10394972"/>
                  <a:gd name="connsiteX105-24613" fmla="*/ 6511636 w 10490654"/>
                  <a:gd name="connsiteY105-24614" fmla="*/ 8954099 h 10394972"/>
                  <a:gd name="connsiteX106-24615" fmla="*/ 6428509 w 10490654"/>
                  <a:gd name="connsiteY106-24616" fmla="*/ 8954099 h 10394972"/>
                  <a:gd name="connsiteX107-24617" fmla="*/ 6325922 w 10490654"/>
                  <a:gd name="connsiteY107-24618" fmla="*/ 9057307 h 10394972"/>
                  <a:gd name="connsiteX108-24619" fmla="*/ 6167763 w 10490654"/>
                  <a:gd name="connsiteY108-24620" fmla="*/ 8978227 h 10394972"/>
                  <a:gd name="connsiteX109-24621" fmla="*/ 6002132 w 10490654"/>
                  <a:gd name="connsiteY109-24622" fmla="*/ 9093734 h 10394972"/>
                  <a:gd name="connsiteX110-24623" fmla="*/ 5749636 w 10490654"/>
                  <a:gd name="connsiteY110-24624" fmla="*/ 9051081 h 10394972"/>
                  <a:gd name="connsiteX111-24625" fmla="*/ 5674760 w 10490654"/>
                  <a:gd name="connsiteY111-24626" fmla="*/ 9081904 h 10394972"/>
                  <a:gd name="connsiteX112-24627" fmla="*/ 5507415 w 10490654"/>
                  <a:gd name="connsiteY112-24628" fmla="*/ 9128137 h 10394972"/>
                  <a:gd name="connsiteX113-24629" fmla="*/ 5505859 w 10490654"/>
                  <a:gd name="connsiteY113-24630" fmla="*/ 8870972 h 10394972"/>
                  <a:gd name="connsiteX114-24631" fmla="*/ 5505857 w 10490654"/>
                  <a:gd name="connsiteY114-24632" fmla="*/ 8634977 h 10394972"/>
                  <a:gd name="connsiteX115-24633" fmla="*/ 5336024 w 10490654"/>
                  <a:gd name="connsiteY115-24634" fmla="*/ 8333292 h 10394972"/>
                  <a:gd name="connsiteX116-24635" fmla="*/ 5230324 w 10490654"/>
                  <a:gd name="connsiteY116-24636" fmla="*/ 8082820 h 10394972"/>
                  <a:gd name="connsiteX117-24637" fmla="*/ 5317031 w 10490654"/>
                  <a:gd name="connsiteY117-24638" fmla="*/ 7610208 h 10394972"/>
                  <a:gd name="connsiteX118-24639" fmla="*/ 5201059 w 10490654"/>
                  <a:gd name="connsiteY118-24640" fmla="*/ 7320352 h 10394972"/>
                  <a:gd name="connsiteX119-24641" fmla="*/ 5250872 w 10490654"/>
                  <a:gd name="connsiteY119-24642" fmla="*/ 7069881 h 10394972"/>
                  <a:gd name="connsiteX120-24643" fmla="*/ 5245735 w 10490654"/>
                  <a:gd name="connsiteY120-24644" fmla="*/ 7018665 h 10394972"/>
                  <a:gd name="connsiteX121-24645" fmla="*/ 4577603 w 10490654"/>
                  <a:gd name="connsiteY121-24646" fmla="*/ 7013996 h 10394972"/>
                  <a:gd name="connsiteX122-24647" fmla="*/ 4528412 w 10490654"/>
                  <a:gd name="connsiteY122-24648" fmla="*/ 6840580 h 10394972"/>
                  <a:gd name="connsiteX123-24649" fmla="*/ 4038834 w 10490654"/>
                  <a:gd name="connsiteY123-24650" fmla="*/ 6816452 h 10394972"/>
                  <a:gd name="connsiteX124-24651" fmla="*/ 3976254 w 10490654"/>
                  <a:gd name="connsiteY124-24652" fmla="*/ 7069881 h 10394972"/>
                  <a:gd name="connsiteX125-24653" fmla="*/ 3932667 w 10490654"/>
                  <a:gd name="connsiteY125-24654" fmla="*/ 7281279 h 10394972"/>
                  <a:gd name="connsiteX126-24655" fmla="*/ 3884155 w 10490654"/>
                  <a:gd name="connsiteY126-24656" fmla="*/ 7403480 h 10394972"/>
                  <a:gd name="connsiteX127-24657" fmla="*/ 3572499 w 10490654"/>
                  <a:gd name="connsiteY127-24658" fmla="*/ 7365450 h 10394972"/>
                  <a:gd name="connsiteX128-24659" fmla="*/ 3311236 w 10490654"/>
                  <a:gd name="connsiteY128-24660" fmla="*/ 7402390 h 10394972"/>
                  <a:gd name="connsiteX129-24661" fmla="*/ 2921540 w 10490654"/>
                  <a:gd name="connsiteY129-24662" fmla="*/ 7414475 h 10394972"/>
                  <a:gd name="connsiteX130-24663" fmla="*/ 2784763 w 10490654"/>
                  <a:gd name="connsiteY130-24664" fmla="*/ 7139153 h 10394972"/>
                  <a:gd name="connsiteX131-24665" fmla="*/ 2604654 w 10490654"/>
                  <a:gd name="connsiteY131-24666" fmla="*/ 6862062 h 10394972"/>
                  <a:gd name="connsiteX132-24667" fmla="*/ 2410691 w 10490654"/>
                  <a:gd name="connsiteY132-24668" fmla="*/ 6363299 h 10394972"/>
                  <a:gd name="connsiteX133-24669" fmla="*/ 2327563 w 10490654"/>
                  <a:gd name="connsiteY133-24670" fmla="*/ 6224753 h 10394972"/>
                  <a:gd name="connsiteX134-24671" fmla="*/ 1662545 w 10490654"/>
                  <a:gd name="connsiteY134-24672" fmla="*/ 6197044 h 10394972"/>
                  <a:gd name="connsiteX135-24673" fmla="*/ 1233054 w 10490654"/>
                  <a:gd name="connsiteY135-24674" fmla="*/ 6197044 h 10394972"/>
                  <a:gd name="connsiteX136-24675" fmla="*/ 1136072 w 10490654"/>
                  <a:gd name="connsiteY136-24676" fmla="*/ 6252462 h 10394972"/>
                  <a:gd name="connsiteX137-24677" fmla="*/ 706582 w 10490654"/>
                  <a:gd name="connsiteY137-24678" fmla="*/ 6210899 h 10394972"/>
                  <a:gd name="connsiteX138-24679" fmla="*/ 318654 w 10490654"/>
                  <a:gd name="connsiteY138-24680" fmla="*/ 6238608 h 10394972"/>
                  <a:gd name="connsiteX139-24681" fmla="*/ 96982 w 10490654"/>
                  <a:gd name="connsiteY139-24682" fmla="*/ 6391008 h 10394972"/>
                  <a:gd name="connsiteX140-24683" fmla="*/ 0 w 10490654"/>
                  <a:gd name="connsiteY140-24684" fmla="*/ 6294026 h 10394972"/>
                  <a:gd name="connsiteX141-24685" fmla="*/ 83127 w 10490654"/>
                  <a:gd name="connsiteY141-24686" fmla="*/ 6238608 h 10394972"/>
                  <a:gd name="connsiteX0-24687" fmla="*/ 83127 w 10490654"/>
                  <a:gd name="connsiteY0-24688" fmla="*/ 6238608 h 10394972"/>
                  <a:gd name="connsiteX1-24689" fmla="*/ 96982 w 10490654"/>
                  <a:gd name="connsiteY1-24690" fmla="*/ 5795262 h 10394972"/>
                  <a:gd name="connsiteX2-24691" fmla="*/ 401782 w 10490654"/>
                  <a:gd name="connsiteY2-24692" fmla="*/ 5532026 h 10394972"/>
                  <a:gd name="connsiteX3-24693" fmla="*/ 651163 w 10490654"/>
                  <a:gd name="connsiteY3-24694" fmla="*/ 5670572 h 10394972"/>
                  <a:gd name="connsiteX4-24695" fmla="*/ 858982 w 10490654"/>
                  <a:gd name="connsiteY4-24696" fmla="*/ 5504317 h 10394972"/>
                  <a:gd name="connsiteX5-24697" fmla="*/ 997527 w 10490654"/>
                  <a:gd name="connsiteY5-24698" fmla="*/ 5351917 h 10394972"/>
                  <a:gd name="connsiteX6-24699" fmla="*/ 1080654 w 10490654"/>
                  <a:gd name="connsiteY6-24700" fmla="*/ 5435044 h 10394972"/>
                  <a:gd name="connsiteX7-24701" fmla="*/ 1269312 w 10490654"/>
                  <a:gd name="connsiteY7-24702" fmla="*/ 5679710 h 10394972"/>
                  <a:gd name="connsiteX8-24703" fmla="*/ 1523116 w 10490654"/>
                  <a:gd name="connsiteY8-24704" fmla="*/ 5481030 h 10394972"/>
                  <a:gd name="connsiteX9-24705" fmla="*/ 1731818 w 10490654"/>
                  <a:gd name="connsiteY9-24706" fmla="*/ 5296499 h 10394972"/>
                  <a:gd name="connsiteX10-24707" fmla="*/ 2022763 w 10490654"/>
                  <a:gd name="connsiteY10-24708" fmla="*/ 5060972 h 10394972"/>
                  <a:gd name="connsiteX11-24709" fmla="*/ 2119745 w 10490654"/>
                  <a:gd name="connsiteY11-24710" fmla="*/ 4631481 h 10394972"/>
                  <a:gd name="connsiteX12-24711" fmla="*/ 2172511 w 10490654"/>
                  <a:gd name="connsiteY12-24712" fmla="*/ 4164848 h 10394972"/>
                  <a:gd name="connsiteX13-24713" fmla="*/ 2355272 w 10490654"/>
                  <a:gd name="connsiteY13-24714" fmla="*/ 3855626 h 10394972"/>
                  <a:gd name="connsiteX14-24715" fmla="*/ 2752497 w 10490654"/>
                  <a:gd name="connsiteY14-24716" fmla="*/ 3475092 h 10394972"/>
                  <a:gd name="connsiteX15-24717" fmla="*/ 2978727 w 10490654"/>
                  <a:gd name="connsiteY15-24718" fmla="*/ 3259881 h 10394972"/>
                  <a:gd name="connsiteX16-24719" fmla="*/ 3006436 w 10490654"/>
                  <a:gd name="connsiteY16-24720" fmla="*/ 2816535 h 10394972"/>
                  <a:gd name="connsiteX17-24721" fmla="*/ 3075709 w 10490654"/>
                  <a:gd name="connsiteY17-24722" fmla="*/ 2525590 h 10394972"/>
                  <a:gd name="connsiteX18-24723" fmla="*/ 3075709 w 10490654"/>
                  <a:gd name="connsiteY18-24724" fmla="*/ 2317772 h 10394972"/>
                  <a:gd name="connsiteX19-24725" fmla="*/ 3214254 w 10490654"/>
                  <a:gd name="connsiteY19-24726" fmla="*/ 1985262 h 10394972"/>
                  <a:gd name="connsiteX20-24727" fmla="*/ 3214254 w 10490654"/>
                  <a:gd name="connsiteY20-24728" fmla="*/ 1694317 h 10394972"/>
                  <a:gd name="connsiteX21-24729" fmla="*/ 3513454 w 10490654"/>
                  <a:gd name="connsiteY21-24730" fmla="*/ 1126281 h 10394972"/>
                  <a:gd name="connsiteX22-24731" fmla="*/ 3463636 w 10490654"/>
                  <a:gd name="connsiteY22-24732" fmla="*/ 752208 h 10394972"/>
                  <a:gd name="connsiteX23-24733" fmla="*/ 3491345 w 10490654"/>
                  <a:gd name="connsiteY23-24734" fmla="*/ 544390 h 10394972"/>
                  <a:gd name="connsiteX24-24735" fmla="*/ 3823854 w 10490654"/>
                  <a:gd name="connsiteY24-24736" fmla="*/ 184172 h 10394972"/>
                  <a:gd name="connsiteX25-24737" fmla="*/ 4017818 w 10490654"/>
                  <a:gd name="connsiteY25-24738" fmla="*/ 59481 h 10394972"/>
                  <a:gd name="connsiteX26-24739" fmla="*/ 4433454 w 10490654"/>
                  <a:gd name="connsiteY26-24740" fmla="*/ 295008 h 10394972"/>
                  <a:gd name="connsiteX27-24741" fmla="*/ 4599709 w 10490654"/>
                  <a:gd name="connsiteY27-24742" fmla="*/ 488972 h 10394972"/>
                  <a:gd name="connsiteX28-24743" fmla="*/ 5070763 w 10490654"/>
                  <a:gd name="connsiteY28-24744" fmla="*/ 544390 h 10394972"/>
                  <a:gd name="connsiteX29-24745" fmla="*/ 5391187 w 10490654"/>
                  <a:gd name="connsiteY29-24746" fmla="*/ 603639 h 10394972"/>
                  <a:gd name="connsiteX30-24747" fmla="*/ 5568642 w 10490654"/>
                  <a:gd name="connsiteY30-24748" fmla="*/ 588271 h 10394972"/>
                  <a:gd name="connsiteX31-24749" fmla="*/ 5860472 w 10490654"/>
                  <a:gd name="connsiteY31-24750" fmla="*/ 281153 h 10394972"/>
                  <a:gd name="connsiteX32-24751" fmla="*/ 6123709 w 10490654"/>
                  <a:gd name="connsiteY32-24752" fmla="*/ 322717 h 10394972"/>
                  <a:gd name="connsiteX33-24753" fmla="*/ 6541900 w 10490654"/>
                  <a:gd name="connsiteY33-24754" fmla="*/ 168233 h 10394972"/>
                  <a:gd name="connsiteX34-24755" fmla="*/ 6681722 w 10490654"/>
                  <a:gd name="connsiteY34-24756" fmla="*/ 107503 h 10394972"/>
                  <a:gd name="connsiteX35-24757" fmla="*/ 7011678 w 10490654"/>
                  <a:gd name="connsiteY35-24758" fmla="*/ 198026 h 10394972"/>
                  <a:gd name="connsiteX36-24759" fmla="*/ 7232072 w 10490654"/>
                  <a:gd name="connsiteY36-24760" fmla="*/ 17917 h 10394972"/>
                  <a:gd name="connsiteX37-24761" fmla="*/ 7379107 w 10490654"/>
                  <a:gd name="connsiteY37-24762" fmla="*/ 0 h 10394972"/>
                  <a:gd name="connsiteX38-24763" fmla="*/ 7600859 w 10490654"/>
                  <a:gd name="connsiteY38-24764" fmla="*/ 41248 h 10394972"/>
                  <a:gd name="connsiteX39-24765" fmla="*/ 7910945 w 10490654"/>
                  <a:gd name="connsiteY39-24766" fmla="*/ 128753 h 10394972"/>
                  <a:gd name="connsiteX40-24767" fmla="*/ 8312727 w 10490654"/>
                  <a:gd name="connsiteY40-24768" fmla="*/ 59481 h 10394972"/>
                  <a:gd name="connsiteX41-24769" fmla="*/ 8647005 w 10490654"/>
                  <a:gd name="connsiteY41-24770" fmla="*/ 396707 h 10394972"/>
                  <a:gd name="connsiteX42-24771" fmla="*/ 8908472 w 10490654"/>
                  <a:gd name="connsiteY42-24772" fmla="*/ 544390 h 10394972"/>
                  <a:gd name="connsiteX43-24773" fmla="*/ 9146732 w 10490654"/>
                  <a:gd name="connsiteY43-24774" fmla="*/ 420846 h 10394972"/>
                  <a:gd name="connsiteX44-24775" fmla="*/ 9372965 w 10490654"/>
                  <a:gd name="connsiteY44-24776" fmla="*/ 466363 h 10394972"/>
                  <a:gd name="connsiteX45-24777" fmla="*/ 9518072 w 10490654"/>
                  <a:gd name="connsiteY45-24778" fmla="*/ 367819 h 10394972"/>
                  <a:gd name="connsiteX46-24779" fmla="*/ 9646301 w 10490654"/>
                  <a:gd name="connsiteY46-24780" fmla="*/ 369587 h 10394972"/>
                  <a:gd name="connsiteX47-24781" fmla="*/ 10002982 w 10490654"/>
                  <a:gd name="connsiteY47-24782" fmla="*/ 793772 h 10394972"/>
                  <a:gd name="connsiteX48-24783" fmla="*/ 10238509 w 10490654"/>
                  <a:gd name="connsiteY48-24784" fmla="*/ 987735 h 10394972"/>
                  <a:gd name="connsiteX49-24785" fmla="*/ 10224654 w 10490654"/>
                  <a:gd name="connsiteY49-24786" fmla="*/ 1250972 h 10394972"/>
                  <a:gd name="connsiteX50-24787" fmla="*/ 10238509 w 10490654"/>
                  <a:gd name="connsiteY50-24788" fmla="*/ 1444935 h 10394972"/>
                  <a:gd name="connsiteX51-24789" fmla="*/ 10243066 w 10490654"/>
                  <a:gd name="connsiteY51-24790" fmla="*/ 1580249 h 10394972"/>
                  <a:gd name="connsiteX52-24791" fmla="*/ 10490654 w 10490654"/>
                  <a:gd name="connsiteY52-24792" fmla="*/ 1753897 h 10394972"/>
                  <a:gd name="connsiteX53-24793" fmla="*/ 10077929 w 10490654"/>
                  <a:gd name="connsiteY53-24794" fmla="*/ 2207269 h 10394972"/>
                  <a:gd name="connsiteX54-24795" fmla="*/ 9781309 w 10490654"/>
                  <a:gd name="connsiteY54-24796" fmla="*/ 2497881 h 10394972"/>
                  <a:gd name="connsiteX55-24797" fmla="*/ 9580055 w 10490654"/>
                  <a:gd name="connsiteY55-24798" fmla="*/ 3426134 h 10394972"/>
                  <a:gd name="connsiteX56-24799" fmla="*/ 9532477 w 10490654"/>
                  <a:gd name="connsiteY56-24800" fmla="*/ 3685207 h 10394972"/>
                  <a:gd name="connsiteX57-24801" fmla="*/ 9365672 w 10490654"/>
                  <a:gd name="connsiteY57-24802" fmla="*/ 3911044 h 10394972"/>
                  <a:gd name="connsiteX58-24803" fmla="*/ 9310254 w 10490654"/>
                  <a:gd name="connsiteY58-24804" fmla="*/ 4077299 h 10394972"/>
                  <a:gd name="connsiteX59-24805" fmla="*/ 9215278 w 10490654"/>
                  <a:gd name="connsiteY59-24806" fmla="*/ 4285117 h 10394972"/>
                  <a:gd name="connsiteX60-24807" fmla="*/ 9173537 w 10490654"/>
                  <a:gd name="connsiteY60-24808" fmla="*/ 4430122 h 10394972"/>
                  <a:gd name="connsiteX61-24809" fmla="*/ 9337963 w 10490654"/>
                  <a:gd name="connsiteY61-24810" fmla="*/ 4659190 h 10394972"/>
                  <a:gd name="connsiteX62-24811" fmla="*/ 9382180 w 10490654"/>
                  <a:gd name="connsiteY62-24812" fmla="*/ 4915057 h 10394972"/>
                  <a:gd name="connsiteX63-24813" fmla="*/ 9397939 w 10490654"/>
                  <a:gd name="connsiteY63-24814" fmla="*/ 5208060 h 10394972"/>
                  <a:gd name="connsiteX64-24815" fmla="*/ 9383359 w 10490654"/>
                  <a:gd name="connsiteY64-24816" fmla="*/ 5615153 h 10394972"/>
                  <a:gd name="connsiteX65-24817" fmla="*/ 9518623 w 10490654"/>
                  <a:gd name="connsiteY65-24818" fmla="*/ 5975373 h 10394972"/>
                  <a:gd name="connsiteX66-24819" fmla="*/ 9545782 w 10490654"/>
                  <a:gd name="connsiteY66-24820" fmla="*/ 6377153 h 10394972"/>
                  <a:gd name="connsiteX67-24821" fmla="*/ 9933709 w 10490654"/>
                  <a:gd name="connsiteY67-24822" fmla="*/ 6862062 h 10394972"/>
                  <a:gd name="connsiteX68-24823" fmla="*/ 10094363 w 10490654"/>
                  <a:gd name="connsiteY68-24824" fmla="*/ 7221396 h 10394972"/>
                  <a:gd name="connsiteX69-24825" fmla="*/ 10232908 w 10490654"/>
                  <a:gd name="connsiteY69-24826" fmla="*/ 7514995 h 10394972"/>
                  <a:gd name="connsiteX70-24827" fmla="*/ 9670472 w 10490654"/>
                  <a:gd name="connsiteY70-24828" fmla="*/ 7540935 h 10394972"/>
                  <a:gd name="connsiteX71-24829" fmla="*/ 9337963 w 10490654"/>
                  <a:gd name="connsiteY71-24830" fmla="*/ 7651772 h 10394972"/>
                  <a:gd name="connsiteX72-24831" fmla="*/ 9102436 w 10490654"/>
                  <a:gd name="connsiteY72-24832" fmla="*/ 7790317 h 10394972"/>
                  <a:gd name="connsiteX73-24833" fmla="*/ 9019309 w 10490654"/>
                  <a:gd name="connsiteY73-24834" fmla="*/ 7998135 h 10394972"/>
                  <a:gd name="connsiteX74-24835" fmla="*/ 8956730 w 10490654"/>
                  <a:gd name="connsiteY74-24836" fmla="*/ 8095117 h 10394972"/>
                  <a:gd name="connsiteX75-24837" fmla="*/ 9027559 w 10490654"/>
                  <a:gd name="connsiteY75-24838" fmla="*/ 8524608 h 10394972"/>
                  <a:gd name="connsiteX76-24839" fmla="*/ 9030673 w 10490654"/>
                  <a:gd name="connsiteY76-24840" fmla="*/ 8758112 h 10394972"/>
                  <a:gd name="connsiteX77-24841" fmla="*/ 8991600 w 10490654"/>
                  <a:gd name="connsiteY77-24842" fmla="*/ 8967953 h 10394972"/>
                  <a:gd name="connsiteX78-24843" fmla="*/ 8894618 w 10490654"/>
                  <a:gd name="connsiteY78-24844" fmla="*/ 9272753 h 10394972"/>
                  <a:gd name="connsiteX79-24845" fmla="*/ 8922327 w 10490654"/>
                  <a:gd name="connsiteY79-24846" fmla="*/ 9535990 h 10394972"/>
                  <a:gd name="connsiteX80-24847" fmla="*/ 9144000 w 10490654"/>
                  <a:gd name="connsiteY80-24848" fmla="*/ 9702244 h 10394972"/>
                  <a:gd name="connsiteX81-24849" fmla="*/ 9353374 w 10490654"/>
                  <a:gd name="connsiteY81-24850" fmla="*/ 9853088 h 10394972"/>
                  <a:gd name="connsiteX82-24851" fmla="*/ 9529903 w 10490654"/>
                  <a:gd name="connsiteY82-24852" fmla="*/ 9905081 h 10394972"/>
                  <a:gd name="connsiteX83-24853" fmla="*/ 9625328 w 10490654"/>
                  <a:gd name="connsiteY83-24854" fmla="*/ 9791132 h 10394972"/>
                  <a:gd name="connsiteX84-24855" fmla="*/ 9667359 w 10490654"/>
                  <a:gd name="connsiteY84-24856" fmla="*/ 9803430 h 10394972"/>
                  <a:gd name="connsiteX85-24857" fmla="*/ 9668916 w 10490654"/>
                  <a:gd name="connsiteY85-24858" fmla="*/ 10256426 h 10394972"/>
                  <a:gd name="connsiteX86-24859" fmla="*/ 9495500 w 10490654"/>
                  <a:gd name="connsiteY86-24860" fmla="*/ 10306085 h 10394972"/>
                  <a:gd name="connsiteX87-24861" fmla="*/ 9310254 w 10490654"/>
                  <a:gd name="connsiteY87-24862" fmla="*/ 10394972 h 10394972"/>
                  <a:gd name="connsiteX88-24863" fmla="*/ 9227127 w 10490654"/>
                  <a:gd name="connsiteY88-24864" fmla="*/ 10242572 h 10394972"/>
                  <a:gd name="connsiteX89-24865" fmla="*/ 9033163 w 10490654"/>
                  <a:gd name="connsiteY89-24866" fmla="*/ 9993190 h 10394972"/>
                  <a:gd name="connsiteX90-24867" fmla="*/ 8825345 w 10490654"/>
                  <a:gd name="connsiteY90-24868" fmla="*/ 9813081 h 10394972"/>
                  <a:gd name="connsiteX91-24869" fmla="*/ 8534400 w 10490654"/>
                  <a:gd name="connsiteY91-24870" fmla="*/ 9702244 h 10394972"/>
                  <a:gd name="connsiteX92-24871" fmla="*/ 8423563 w 10490654"/>
                  <a:gd name="connsiteY92-24872" fmla="*/ 9646826 h 10394972"/>
                  <a:gd name="connsiteX93-24873" fmla="*/ 8285018 w 10490654"/>
                  <a:gd name="connsiteY93-24874" fmla="*/ 9480572 h 10394972"/>
                  <a:gd name="connsiteX94-24875" fmla="*/ 8257309 w 10490654"/>
                  <a:gd name="connsiteY94-24876" fmla="*/ 9342026 h 10394972"/>
                  <a:gd name="connsiteX95-24877" fmla="*/ 8146472 w 10490654"/>
                  <a:gd name="connsiteY95-24878" fmla="*/ 9355881 h 10394972"/>
                  <a:gd name="connsiteX96-24879" fmla="*/ 8091054 w 10490654"/>
                  <a:gd name="connsiteY96-24880" fmla="*/ 9577553 h 10394972"/>
                  <a:gd name="connsiteX97-24881" fmla="*/ 7806336 w 10490654"/>
                  <a:gd name="connsiteY97-24882" fmla="*/ 9583313 h 10394972"/>
                  <a:gd name="connsiteX98-24883" fmla="*/ 7567694 w 10490654"/>
                  <a:gd name="connsiteY98-24884" fmla="*/ 9520112 h 10394972"/>
                  <a:gd name="connsiteX99-24885" fmla="*/ 7466043 w 10490654"/>
                  <a:gd name="connsiteY99-24886" fmla="*/ 9471387 h 10394972"/>
                  <a:gd name="connsiteX100-24887" fmla="*/ 7287491 w 10490654"/>
                  <a:gd name="connsiteY100-24888" fmla="*/ 9449904 h 10394972"/>
                  <a:gd name="connsiteX101-24889" fmla="*/ 7221797 w 10490654"/>
                  <a:gd name="connsiteY101-24890" fmla="*/ 9121910 h 10394972"/>
                  <a:gd name="connsiteX102-24891" fmla="*/ 6954982 w 10490654"/>
                  <a:gd name="connsiteY102-24892" fmla="*/ 9189626 h 10394972"/>
                  <a:gd name="connsiteX103-24893" fmla="*/ 6710737 w 10490654"/>
                  <a:gd name="connsiteY103-24894" fmla="*/ 9262013 h 10394972"/>
                  <a:gd name="connsiteX104-24895" fmla="*/ 6674777 w 10490654"/>
                  <a:gd name="connsiteY104-24896" fmla="*/ 9062912 h 10394972"/>
                  <a:gd name="connsiteX105-24897" fmla="*/ 6511636 w 10490654"/>
                  <a:gd name="connsiteY105-24898" fmla="*/ 8954099 h 10394972"/>
                  <a:gd name="connsiteX106-24899" fmla="*/ 6428509 w 10490654"/>
                  <a:gd name="connsiteY106-24900" fmla="*/ 8954099 h 10394972"/>
                  <a:gd name="connsiteX107-24901" fmla="*/ 6325922 w 10490654"/>
                  <a:gd name="connsiteY107-24902" fmla="*/ 9057307 h 10394972"/>
                  <a:gd name="connsiteX108-24903" fmla="*/ 6167763 w 10490654"/>
                  <a:gd name="connsiteY108-24904" fmla="*/ 8978227 h 10394972"/>
                  <a:gd name="connsiteX109-24905" fmla="*/ 6002132 w 10490654"/>
                  <a:gd name="connsiteY109-24906" fmla="*/ 9093734 h 10394972"/>
                  <a:gd name="connsiteX110-24907" fmla="*/ 5749636 w 10490654"/>
                  <a:gd name="connsiteY110-24908" fmla="*/ 9051081 h 10394972"/>
                  <a:gd name="connsiteX111-24909" fmla="*/ 5674760 w 10490654"/>
                  <a:gd name="connsiteY111-24910" fmla="*/ 9081904 h 10394972"/>
                  <a:gd name="connsiteX112-24911" fmla="*/ 5507415 w 10490654"/>
                  <a:gd name="connsiteY112-24912" fmla="*/ 9128137 h 10394972"/>
                  <a:gd name="connsiteX113-24913" fmla="*/ 5505859 w 10490654"/>
                  <a:gd name="connsiteY113-24914" fmla="*/ 8870972 h 10394972"/>
                  <a:gd name="connsiteX114-24915" fmla="*/ 5505857 w 10490654"/>
                  <a:gd name="connsiteY114-24916" fmla="*/ 8634977 h 10394972"/>
                  <a:gd name="connsiteX115-24917" fmla="*/ 5336024 w 10490654"/>
                  <a:gd name="connsiteY115-24918" fmla="*/ 8333292 h 10394972"/>
                  <a:gd name="connsiteX116-24919" fmla="*/ 5230324 w 10490654"/>
                  <a:gd name="connsiteY116-24920" fmla="*/ 8082820 h 10394972"/>
                  <a:gd name="connsiteX117-24921" fmla="*/ 5317031 w 10490654"/>
                  <a:gd name="connsiteY117-24922" fmla="*/ 7610208 h 10394972"/>
                  <a:gd name="connsiteX118-24923" fmla="*/ 5201059 w 10490654"/>
                  <a:gd name="connsiteY118-24924" fmla="*/ 7320352 h 10394972"/>
                  <a:gd name="connsiteX119-24925" fmla="*/ 5250872 w 10490654"/>
                  <a:gd name="connsiteY119-24926" fmla="*/ 7069881 h 10394972"/>
                  <a:gd name="connsiteX120-24927" fmla="*/ 5245735 w 10490654"/>
                  <a:gd name="connsiteY120-24928" fmla="*/ 7018665 h 10394972"/>
                  <a:gd name="connsiteX121-24929" fmla="*/ 4577603 w 10490654"/>
                  <a:gd name="connsiteY121-24930" fmla="*/ 7013996 h 10394972"/>
                  <a:gd name="connsiteX122-24931" fmla="*/ 4528412 w 10490654"/>
                  <a:gd name="connsiteY122-24932" fmla="*/ 6840580 h 10394972"/>
                  <a:gd name="connsiteX123-24933" fmla="*/ 4038834 w 10490654"/>
                  <a:gd name="connsiteY123-24934" fmla="*/ 6816452 h 10394972"/>
                  <a:gd name="connsiteX124-24935" fmla="*/ 3976254 w 10490654"/>
                  <a:gd name="connsiteY124-24936" fmla="*/ 7069881 h 10394972"/>
                  <a:gd name="connsiteX125-24937" fmla="*/ 3932667 w 10490654"/>
                  <a:gd name="connsiteY125-24938" fmla="*/ 7281279 h 10394972"/>
                  <a:gd name="connsiteX126-24939" fmla="*/ 3884155 w 10490654"/>
                  <a:gd name="connsiteY126-24940" fmla="*/ 7403480 h 10394972"/>
                  <a:gd name="connsiteX127-24941" fmla="*/ 3572499 w 10490654"/>
                  <a:gd name="connsiteY127-24942" fmla="*/ 7365450 h 10394972"/>
                  <a:gd name="connsiteX128-24943" fmla="*/ 3311236 w 10490654"/>
                  <a:gd name="connsiteY128-24944" fmla="*/ 7402390 h 10394972"/>
                  <a:gd name="connsiteX129-24945" fmla="*/ 2921540 w 10490654"/>
                  <a:gd name="connsiteY129-24946" fmla="*/ 7414475 h 10394972"/>
                  <a:gd name="connsiteX130-24947" fmla="*/ 2784763 w 10490654"/>
                  <a:gd name="connsiteY130-24948" fmla="*/ 7139153 h 10394972"/>
                  <a:gd name="connsiteX131-24949" fmla="*/ 2604654 w 10490654"/>
                  <a:gd name="connsiteY131-24950" fmla="*/ 6862062 h 10394972"/>
                  <a:gd name="connsiteX132-24951" fmla="*/ 2410691 w 10490654"/>
                  <a:gd name="connsiteY132-24952" fmla="*/ 6363299 h 10394972"/>
                  <a:gd name="connsiteX133-24953" fmla="*/ 2327563 w 10490654"/>
                  <a:gd name="connsiteY133-24954" fmla="*/ 6224753 h 10394972"/>
                  <a:gd name="connsiteX134-24955" fmla="*/ 1662545 w 10490654"/>
                  <a:gd name="connsiteY134-24956" fmla="*/ 6197044 h 10394972"/>
                  <a:gd name="connsiteX135-24957" fmla="*/ 1233054 w 10490654"/>
                  <a:gd name="connsiteY135-24958" fmla="*/ 6197044 h 10394972"/>
                  <a:gd name="connsiteX136-24959" fmla="*/ 1136072 w 10490654"/>
                  <a:gd name="connsiteY136-24960" fmla="*/ 6252462 h 10394972"/>
                  <a:gd name="connsiteX137-24961" fmla="*/ 706582 w 10490654"/>
                  <a:gd name="connsiteY137-24962" fmla="*/ 6210899 h 10394972"/>
                  <a:gd name="connsiteX138-24963" fmla="*/ 318654 w 10490654"/>
                  <a:gd name="connsiteY138-24964" fmla="*/ 6238608 h 10394972"/>
                  <a:gd name="connsiteX139-24965" fmla="*/ 96982 w 10490654"/>
                  <a:gd name="connsiteY139-24966" fmla="*/ 6391008 h 10394972"/>
                  <a:gd name="connsiteX140-24967" fmla="*/ 0 w 10490654"/>
                  <a:gd name="connsiteY140-24968" fmla="*/ 6294026 h 10394972"/>
                  <a:gd name="connsiteX141-24969" fmla="*/ 83127 w 10490654"/>
                  <a:gd name="connsiteY141-24970" fmla="*/ 6238608 h 10394972"/>
                  <a:gd name="connsiteX0-24971" fmla="*/ 83127 w 10490654"/>
                  <a:gd name="connsiteY0-24972" fmla="*/ 6238608 h 10394972"/>
                  <a:gd name="connsiteX1-24973" fmla="*/ 96982 w 10490654"/>
                  <a:gd name="connsiteY1-24974" fmla="*/ 5795262 h 10394972"/>
                  <a:gd name="connsiteX2-24975" fmla="*/ 401782 w 10490654"/>
                  <a:gd name="connsiteY2-24976" fmla="*/ 5532026 h 10394972"/>
                  <a:gd name="connsiteX3-24977" fmla="*/ 651163 w 10490654"/>
                  <a:gd name="connsiteY3-24978" fmla="*/ 5670572 h 10394972"/>
                  <a:gd name="connsiteX4-24979" fmla="*/ 858982 w 10490654"/>
                  <a:gd name="connsiteY4-24980" fmla="*/ 5504317 h 10394972"/>
                  <a:gd name="connsiteX5-24981" fmla="*/ 997527 w 10490654"/>
                  <a:gd name="connsiteY5-24982" fmla="*/ 5351917 h 10394972"/>
                  <a:gd name="connsiteX6-24983" fmla="*/ 1080654 w 10490654"/>
                  <a:gd name="connsiteY6-24984" fmla="*/ 5435044 h 10394972"/>
                  <a:gd name="connsiteX7-24985" fmla="*/ 1269312 w 10490654"/>
                  <a:gd name="connsiteY7-24986" fmla="*/ 5679710 h 10394972"/>
                  <a:gd name="connsiteX8-24987" fmla="*/ 1523116 w 10490654"/>
                  <a:gd name="connsiteY8-24988" fmla="*/ 5481030 h 10394972"/>
                  <a:gd name="connsiteX9-24989" fmla="*/ 1731818 w 10490654"/>
                  <a:gd name="connsiteY9-24990" fmla="*/ 5296499 h 10394972"/>
                  <a:gd name="connsiteX10-24991" fmla="*/ 2022763 w 10490654"/>
                  <a:gd name="connsiteY10-24992" fmla="*/ 5060972 h 10394972"/>
                  <a:gd name="connsiteX11-24993" fmla="*/ 2119745 w 10490654"/>
                  <a:gd name="connsiteY11-24994" fmla="*/ 4631481 h 10394972"/>
                  <a:gd name="connsiteX12-24995" fmla="*/ 2172511 w 10490654"/>
                  <a:gd name="connsiteY12-24996" fmla="*/ 4164848 h 10394972"/>
                  <a:gd name="connsiteX13-24997" fmla="*/ 2355272 w 10490654"/>
                  <a:gd name="connsiteY13-24998" fmla="*/ 3855626 h 10394972"/>
                  <a:gd name="connsiteX14-24999" fmla="*/ 2752497 w 10490654"/>
                  <a:gd name="connsiteY14-25000" fmla="*/ 3475092 h 10394972"/>
                  <a:gd name="connsiteX15-25001" fmla="*/ 2978727 w 10490654"/>
                  <a:gd name="connsiteY15-25002" fmla="*/ 3259881 h 10394972"/>
                  <a:gd name="connsiteX16-25003" fmla="*/ 3006436 w 10490654"/>
                  <a:gd name="connsiteY16-25004" fmla="*/ 2816535 h 10394972"/>
                  <a:gd name="connsiteX17-25005" fmla="*/ 3075709 w 10490654"/>
                  <a:gd name="connsiteY17-25006" fmla="*/ 2525590 h 10394972"/>
                  <a:gd name="connsiteX18-25007" fmla="*/ 3075709 w 10490654"/>
                  <a:gd name="connsiteY18-25008" fmla="*/ 2317772 h 10394972"/>
                  <a:gd name="connsiteX19-25009" fmla="*/ 3214254 w 10490654"/>
                  <a:gd name="connsiteY19-25010" fmla="*/ 1985262 h 10394972"/>
                  <a:gd name="connsiteX20-25011" fmla="*/ 3214254 w 10490654"/>
                  <a:gd name="connsiteY20-25012" fmla="*/ 1694317 h 10394972"/>
                  <a:gd name="connsiteX21-25013" fmla="*/ 3513454 w 10490654"/>
                  <a:gd name="connsiteY21-25014" fmla="*/ 1126281 h 10394972"/>
                  <a:gd name="connsiteX22-25015" fmla="*/ 3463636 w 10490654"/>
                  <a:gd name="connsiteY22-25016" fmla="*/ 752208 h 10394972"/>
                  <a:gd name="connsiteX23-25017" fmla="*/ 3491345 w 10490654"/>
                  <a:gd name="connsiteY23-25018" fmla="*/ 544390 h 10394972"/>
                  <a:gd name="connsiteX24-25019" fmla="*/ 3823854 w 10490654"/>
                  <a:gd name="connsiteY24-25020" fmla="*/ 184172 h 10394972"/>
                  <a:gd name="connsiteX25-25021" fmla="*/ 4017818 w 10490654"/>
                  <a:gd name="connsiteY25-25022" fmla="*/ 59481 h 10394972"/>
                  <a:gd name="connsiteX26-25023" fmla="*/ 4433454 w 10490654"/>
                  <a:gd name="connsiteY26-25024" fmla="*/ 295008 h 10394972"/>
                  <a:gd name="connsiteX27-25025" fmla="*/ 4599709 w 10490654"/>
                  <a:gd name="connsiteY27-25026" fmla="*/ 488972 h 10394972"/>
                  <a:gd name="connsiteX28-25027" fmla="*/ 5070763 w 10490654"/>
                  <a:gd name="connsiteY28-25028" fmla="*/ 544390 h 10394972"/>
                  <a:gd name="connsiteX29-25029" fmla="*/ 5391187 w 10490654"/>
                  <a:gd name="connsiteY29-25030" fmla="*/ 603639 h 10394972"/>
                  <a:gd name="connsiteX30-25031" fmla="*/ 5568642 w 10490654"/>
                  <a:gd name="connsiteY30-25032" fmla="*/ 588271 h 10394972"/>
                  <a:gd name="connsiteX31-25033" fmla="*/ 5860472 w 10490654"/>
                  <a:gd name="connsiteY31-25034" fmla="*/ 281153 h 10394972"/>
                  <a:gd name="connsiteX32-25035" fmla="*/ 6123709 w 10490654"/>
                  <a:gd name="connsiteY32-25036" fmla="*/ 322717 h 10394972"/>
                  <a:gd name="connsiteX33-25037" fmla="*/ 6541900 w 10490654"/>
                  <a:gd name="connsiteY33-25038" fmla="*/ 168233 h 10394972"/>
                  <a:gd name="connsiteX34-25039" fmla="*/ 6681722 w 10490654"/>
                  <a:gd name="connsiteY34-25040" fmla="*/ 107503 h 10394972"/>
                  <a:gd name="connsiteX35-25041" fmla="*/ 7011678 w 10490654"/>
                  <a:gd name="connsiteY35-25042" fmla="*/ 198026 h 10394972"/>
                  <a:gd name="connsiteX36-25043" fmla="*/ 7232072 w 10490654"/>
                  <a:gd name="connsiteY36-25044" fmla="*/ 17917 h 10394972"/>
                  <a:gd name="connsiteX37-25045" fmla="*/ 7379107 w 10490654"/>
                  <a:gd name="connsiteY37-25046" fmla="*/ 0 h 10394972"/>
                  <a:gd name="connsiteX38-25047" fmla="*/ 7600859 w 10490654"/>
                  <a:gd name="connsiteY38-25048" fmla="*/ 41248 h 10394972"/>
                  <a:gd name="connsiteX39-25049" fmla="*/ 7910945 w 10490654"/>
                  <a:gd name="connsiteY39-25050" fmla="*/ 128753 h 10394972"/>
                  <a:gd name="connsiteX40-25051" fmla="*/ 8312727 w 10490654"/>
                  <a:gd name="connsiteY40-25052" fmla="*/ 59481 h 10394972"/>
                  <a:gd name="connsiteX41-25053" fmla="*/ 8647005 w 10490654"/>
                  <a:gd name="connsiteY41-25054" fmla="*/ 396707 h 10394972"/>
                  <a:gd name="connsiteX42-25055" fmla="*/ 8908472 w 10490654"/>
                  <a:gd name="connsiteY42-25056" fmla="*/ 544390 h 10394972"/>
                  <a:gd name="connsiteX43-25057" fmla="*/ 9146732 w 10490654"/>
                  <a:gd name="connsiteY43-25058" fmla="*/ 420846 h 10394972"/>
                  <a:gd name="connsiteX44-25059" fmla="*/ 9372965 w 10490654"/>
                  <a:gd name="connsiteY44-25060" fmla="*/ 466363 h 10394972"/>
                  <a:gd name="connsiteX45-25061" fmla="*/ 9518072 w 10490654"/>
                  <a:gd name="connsiteY45-25062" fmla="*/ 367819 h 10394972"/>
                  <a:gd name="connsiteX46-25063" fmla="*/ 9646301 w 10490654"/>
                  <a:gd name="connsiteY46-25064" fmla="*/ 369587 h 10394972"/>
                  <a:gd name="connsiteX47-25065" fmla="*/ 10002982 w 10490654"/>
                  <a:gd name="connsiteY47-25066" fmla="*/ 793772 h 10394972"/>
                  <a:gd name="connsiteX48-25067" fmla="*/ 10238509 w 10490654"/>
                  <a:gd name="connsiteY48-25068" fmla="*/ 987735 h 10394972"/>
                  <a:gd name="connsiteX49-25069" fmla="*/ 10224654 w 10490654"/>
                  <a:gd name="connsiteY49-25070" fmla="*/ 1250972 h 10394972"/>
                  <a:gd name="connsiteX50-25071" fmla="*/ 10238509 w 10490654"/>
                  <a:gd name="connsiteY50-25072" fmla="*/ 1444935 h 10394972"/>
                  <a:gd name="connsiteX51-25073" fmla="*/ 10243066 w 10490654"/>
                  <a:gd name="connsiteY51-25074" fmla="*/ 1580249 h 10394972"/>
                  <a:gd name="connsiteX52-25075" fmla="*/ 10490654 w 10490654"/>
                  <a:gd name="connsiteY52-25076" fmla="*/ 1753897 h 10394972"/>
                  <a:gd name="connsiteX53-25077" fmla="*/ 10077929 w 10490654"/>
                  <a:gd name="connsiteY53-25078" fmla="*/ 2207269 h 10394972"/>
                  <a:gd name="connsiteX54-25079" fmla="*/ 9781309 w 10490654"/>
                  <a:gd name="connsiteY54-25080" fmla="*/ 2497881 h 10394972"/>
                  <a:gd name="connsiteX55-25081" fmla="*/ 9580055 w 10490654"/>
                  <a:gd name="connsiteY55-25082" fmla="*/ 3426134 h 10394972"/>
                  <a:gd name="connsiteX56-25083" fmla="*/ 9532477 w 10490654"/>
                  <a:gd name="connsiteY56-25084" fmla="*/ 3685207 h 10394972"/>
                  <a:gd name="connsiteX57-25085" fmla="*/ 9365672 w 10490654"/>
                  <a:gd name="connsiteY57-25086" fmla="*/ 3911044 h 10394972"/>
                  <a:gd name="connsiteX58-25087" fmla="*/ 9310254 w 10490654"/>
                  <a:gd name="connsiteY58-25088" fmla="*/ 4077299 h 10394972"/>
                  <a:gd name="connsiteX59-25089" fmla="*/ 9215278 w 10490654"/>
                  <a:gd name="connsiteY59-25090" fmla="*/ 4285117 h 10394972"/>
                  <a:gd name="connsiteX60-25091" fmla="*/ 9205255 w 10490654"/>
                  <a:gd name="connsiteY60-25092" fmla="*/ 4430122 h 10394972"/>
                  <a:gd name="connsiteX61-25093" fmla="*/ 9337963 w 10490654"/>
                  <a:gd name="connsiteY61-25094" fmla="*/ 4659190 h 10394972"/>
                  <a:gd name="connsiteX62-25095" fmla="*/ 9382180 w 10490654"/>
                  <a:gd name="connsiteY62-25096" fmla="*/ 4915057 h 10394972"/>
                  <a:gd name="connsiteX63-25097" fmla="*/ 9397939 w 10490654"/>
                  <a:gd name="connsiteY63-25098" fmla="*/ 5208060 h 10394972"/>
                  <a:gd name="connsiteX64-25099" fmla="*/ 9383359 w 10490654"/>
                  <a:gd name="connsiteY64-25100" fmla="*/ 5615153 h 10394972"/>
                  <a:gd name="connsiteX65-25101" fmla="*/ 9518623 w 10490654"/>
                  <a:gd name="connsiteY65-25102" fmla="*/ 5975373 h 10394972"/>
                  <a:gd name="connsiteX66-25103" fmla="*/ 9545782 w 10490654"/>
                  <a:gd name="connsiteY66-25104" fmla="*/ 6377153 h 10394972"/>
                  <a:gd name="connsiteX67-25105" fmla="*/ 9933709 w 10490654"/>
                  <a:gd name="connsiteY67-25106" fmla="*/ 6862062 h 10394972"/>
                  <a:gd name="connsiteX68-25107" fmla="*/ 10094363 w 10490654"/>
                  <a:gd name="connsiteY68-25108" fmla="*/ 7221396 h 10394972"/>
                  <a:gd name="connsiteX69-25109" fmla="*/ 10232908 w 10490654"/>
                  <a:gd name="connsiteY69-25110" fmla="*/ 7514995 h 10394972"/>
                  <a:gd name="connsiteX70-25111" fmla="*/ 9670472 w 10490654"/>
                  <a:gd name="connsiteY70-25112" fmla="*/ 7540935 h 10394972"/>
                  <a:gd name="connsiteX71-25113" fmla="*/ 9337963 w 10490654"/>
                  <a:gd name="connsiteY71-25114" fmla="*/ 7651772 h 10394972"/>
                  <a:gd name="connsiteX72-25115" fmla="*/ 9102436 w 10490654"/>
                  <a:gd name="connsiteY72-25116" fmla="*/ 7790317 h 10394972"/>
                  <a:gd name="connsiteX73-25117" fmla="*/ 9019309 w 10490654"/>
                  <a:gd name="connsiteY73-25118" fmla="*/ 7998135 h 10394972"/>
                  <a:gd name="connsiteX74-25119" fmla="*/ 8956730 w 10490654"/>
                  <a:gd name="connsiteY74-25120" fmla="*/ 8095117 h 10394972"/>
                  <a:gd name="connsiteX75-25121" fmla="*/ 9027559 w 10490654"/>
                  <a:gd name="connsiteY75-25122" fmla="*/ 8524608 h 10394972"/>
                  <a:gd name="connsiteX76-25123" fmla="*/ 9030673 w 10490654"/>
                  <a:gd name="connsiteY76-25124" fmla="*/ 8758112 h 10394972"/>
                  <a:gd name="connsiteX77-25125" fmla="*/ 8991600 w 10490654"/>
                  <a:gd name="connsiteY77-25126" fmla="*/ 8967953 h 10394972"/>
                  <a:gd name="connsiteX78-25127" fmla="*/ 8894618 w 10490654"/>
                  <a:gd name="connsiteY78-25128" fmla="*/ 9272753 h 10394972"/>
                  <a:gd name="connsiteX79-25129" fmla="*/ 8922327 w 10490654"/>
                  <a:gd name="connsiteY79-25130" fmla="*/ 9535990 h 10394972"/>
                  <a:gd name="connsiteX80-25131" fmla="*/ 9144000 w 10490654"/>
                  <a:gd name="connsiteY80-25132" fmla="*/ 9702244 h 10394972"/>
                  <a:gd name="connsiteX81-25133" fmla="*/ 9353374 w 10490654"/>
                  <a:gd name="connsiteY81-25134" fmla="*/ 9853088 h 10394972"/>
                  <a:gd name="connsiteX82-25135" fmla="*/ 9529903 w 10490654"/>
                  <a:gd name="connsiteY82-25136" fmla="*/ 9905081 h 10394972"/>
                  <a:gd name="connsiteX83-25137" fmla="*/ 9625328 w 10490654"/>
                  <a:gd name="connsiteY83-25138" fmla="*/ 9791132 h 10394972"/>
                  <a:gd name="connsiteX84-25139" fmla="*/ 9667359 w 10490654"/>
                  <a:gd name="connsiteY84-25140" fmla="*/ 9803430 h 10394972"/>
                  <a:gd name="connsiteX85-25141" fmla="*/ 9668916 w 10490654"/>
                  <a:gd name="connsiteY85-25142" fmla="*/ 10256426 h 10394972"/>
                  <a:gd name="connsiteX86-25143" fmla="*/ 9495500 w 10490654"/>
                  <a:gd name="connsiteY86-25144" fmla="*/ 10306085 h 10394972"/>
                  <a:gd name="connsiteX87-25145" fmla="*/ 9310254 w 10490654"/>
                  <a:gd name="connsiteY87-25146" fmla="*/ 10394972 h 10394972"/>
                  <a:gd name="connsiteX88-25147" fmla="*/ 9227127 w 10490654"/>
                  <a:gd name="connsiteY88-25148" fmla="*/ 10242572 h 10394972"/>
                  <a:gd name="connsiteX89-25149" fmla="*/ 9033163 w 10490654"/>
                  <a:gd name="connsiteY89-25150" fmla="*/ 9993190 h 10394972"/>
                  <a:gd name="connsiteX90-25151" fmla="*/ 8825345 w 10490654"/>
                  <a:gd name="connsiteY90-25152" fmla="*/ 9813081 h 10394972"/>
                  <a:gd name="connsiteX91-25153" fmla="*/ 8534400 w 10490654"/>
                  <a:gd name="connsiteY91-25154" fmla="*/ 9702244 h 10394972"/>
                  <a:gd name="connsiteX92-25155" fmla="*/ 8423563 w 10490654"/>
                  <a:gd name="connsiteY92-25156" fmla="*/ 9646826 h 10394972"/>
                  <a:gd name="connsiteX93-25157" fmla="*/ 8285018 w 10490654"/>
                  <a:gd name="connsiteY93-25158" fmla="*/ 9480572 h 10394972"/>
                  <a:gd name="connsiteX94-25159" fmla="*/ 8257309 w 10490654"/>
                  <a:gd name="connsiteY94-25160" fmla="*/ 9342026 h 10394972"/>
                  <a:gd name="connsiteX95-25161" fmla="*/ 8146472 w 10490654"/>
                  <a:gd name="connsiteY95-25162" fmla="*/ 9355881 h 10394972"/>
                  <a:gd name="connsiteX96-25163" fmla="*/ 8091054 w 10490654"/>
                  <a:gd name="connsiteY96-25164" fmla="*/ 9577553 h 10394972"/>
                  <a:gd name="connsiteX97-25165" fmla="*/ 7806336 w 10490654"/>
                  <a:gd name="connsiteY97-25166" fmla="*/ 9583313 h 10394972"/>
                  <a:gd name="connsiteX98-25167" fmla="*/ 7567694 w 10490654"/>
                  <a:gd name="connsiteY98-25168" fmla="*/ 9520112 h 10394972"/>
                  <a:gd name="connsiteX99-25169" fmla="*/ 7466043 w 10490654"/>
                  <a:gd name="connsiteY99-25170" fmla="*/ 9471387 h 10394972"/>
                  <a:gd name="connsiteX100-25171" fmla="*/ 7287491 w 10490654"/>
                  <a:gd name="connsiteY100-25172" fmla="*/ 9449904 h 10394972"/>
                  <a:gd name="connsiteX101-25173" fmla="*/ 7221797 w 10490654"/>
                  <a:gd name="connsiteY101-25174" fmla="*/ 9121910 h 10394972"/>
                  <a:gd name="connsiteX102-25175" fmla="*/ 6954982 w 10490654"/>
                  <a:gd name="connsiteY102-25176" fmla="*/ 9189626 h 10394972"/>
                  <a:gd name="connsiteX103-25177" fmla="*/ 6710737 w 10490654"/>
                  <a:gd name="connsiteY103-25178" fmla="*/ 9262013 h 10394972"/>
                  <a:gd name="connsiteX104-25179" fmla="*/ 6674777 w 10490654"/>
                  <a:gd name="connsiteY104-25180" fmla="*/ 9062912 h 10394972"/>
                  <a:gd name="connsiteX105-25181" fmla="*/ 6511636 w 10490654"/>
                  <a:gd name="connsiteY105-25182" fmla="*/ 8954099 h 10394972"/>
                  <a:gd name="connsiteX106-25183" fmla="*/ 6428509 w 10490654"/>
                  <a:gd name="connsiteY106-25184" fmla="*/ 8954099 h 10394972"/>
                  <a:gd name="connsiteX107-25185" fmla="*/ 6325922 w 10490654"/>
                  <a:gd name="connsiteY107-25186" fmla="*/ 9057307 h 10394972"/>
                  <a:gd name="connsiteX108-25187" fmla="*/ 6167763 w 10490654"/>
                  <a:gd name="connsiteY108-25188" fmla="*/ 8978227 h 10394972"/>
                  <a:gd name="connsiteX109-25189" fmla="*/ 6002132 w 10490654"/>
                  <a:gd name="connsiteY109-25190" fmla="*/ 9093734 h 10394972"/>
                  <a:gd name="connsiteX110-25191" fmla="*/ 5749636 w 10490654"/>
                  <a:gd name="connsiteY110-25192" fmla="*/ 9051081 h 10394972"/>
                  <a:gd name="connsiteX111-25193" fmla="*/ 5674760 w 10490654"/>
                  <a:gd name="connsiteY111-25194" fmla="*/ 9081904 h 10394972"/>
                  <a:gd name="connsiteX112-25195" fmla="*/ 5507415 w 10490654"/>
                  <a:gd name="connsiteY112-25196" fmla="*/ 9128137 h 10394972"/>
                  <a:gd name="connsiteX113-25197" fmla="*/ 5505859 w 10490654"/>
                  <a:gd name="connsiteY113-25198" fmla="*/ 8870972 h 10394972"/>
                  <a:gd name="connsiteX114-25199" fmla="*/ 5505857 w 10490654"/>
                  <a:gd name="connsiteY114-25200" fmla="*/ 8634977 h 10394972"/>
                  <a:gd name="connsiteX115-25201" fmla="*/ 5336024 w 10490654"/>
                  <a:gd name="connsiteY115-25202" fmla="*/ 8333292 h 10394972"/>
                  <a:gd name="connsiteX116-25203" fmla="*/ 5230324 w 10490654"/>
                  <a:gd name="connsiteY116-25204" fmla="*/ 8082820 h 10394972"/>
                  <a:gd name="connsiteX117-25205" fmla="*/ 5317031 w 10490654"/>
                  <a:gd name="connsiteY117-25206" fmla="*/ 7610208 h 10394972"/>
                  <a:gd name="connsiteX118-25207" fmla="*/ 5201059 w 10490654"/>
                  <a:gd name="connsiteY118-25208" fmla="*/ 7320352 h 10394972"/>
                  <a:gd name="connsiteX119-25209" fmla="*/ 5250872 w 10490654"/>
                  <a:gd name="connsiteY119-25210" fmla="*/ 7069881 h 10394972"/>
                  <a:gd name="connsiteX120-25211" fmla="*/ 5245735 w 10490654"/>
                  <a:gd name="connsiteY120-25212" fmla="*/ 7018665 h 10394972"/>
                  <a:gd name="connsiteX121-25213" fmla="*/ 4577603 w 10490654"/>
                  <a:gd name="connsiteY121-25214" fmla="*/ 7013996 h 10394972"/>
                  <a:gd name="connsiteX122-25215" fmla="*/ 4528412 w 10490654"/>
                  <a:gd name="connsiteY122-25216" fmla="*/ 6840580 h 10394972"/>
                  <a:gd name="connsiteX123-25217" fmla="*/ 4038834 w 10490654"/>
                  <a:gd name="connsiteY123-25218" fmla="*/ 6816452 h 10394972"/>
                  <a:gd name="connsiteX124-25219" fmla="*/ 3976254 w 10490654"/>
                  <a:gd name="connsiteY124-25220" fmla="*/ 7069881 h 10394972"/>
                  <a:gd name="connsiteX125-25221" fmla="*/ 3932667 w 10490654"/>
                  <a:gd name="connsiteY125-25222" fmla="*/ 7281279 h 10394972"/>
                  <a:gd name="connsiteX126-25223" fmla="*/ 3884155 w 10490654"/>
                  <a:gd name="connsiteY126-25224" fmla="*/ 7403480 h 10394972"/>
                  <a:gd name="connsiteX127-25225" fmla="*/ 3572499 w 10490654"/>
                  <a:gd name="connsiteY127-25226" fmla="*/ 7365450 h 10394972"/>
                  <a:gd name="connsiteX128-25227" fmla="*/ 3311236 w 10490654"/>
                  <a:gd name="connsiteY128-25228" fmla="*/ 7402390 h 10394972"/>
                  <a:gd name="connsiteX129-25229" fmla="*/ 2921540 w 10490654"/>
                  <a:gd name="connsiteY129-25230" fmla="*/ 7414475 h 10394972"/>
                  <a:gd name="connsiteX130-25231" fmla="*/ 2784763 w 10490654"/>
                  <a:gd name="connsiteY130-25232" fmla="*/ 7139153 h 10394972"/>
                  <a:gd name="connsiteX131-25233" fmla="*/ 2604654 w 10490654"/>
                  <a:gd name="connsiteY131-25234" fmla="*/ 6862062 h 10394972"/>
                  <a:gd name="connsiteX132-25235" fmla="*/ 2410691 w 10490654"/>
                  <a:gd name="connsiteY132-25236" fmla="*/ 6363299 h 10394972"/>
                  <a:gd name="connsiteX133-25237" fmla="*/ 2327563 w 10490654"/>
                  <a:gd name="connsiteY133-25238" fmla="*/ 6224753 h 10394972"/>
                  <a:gd name="connsiteX134-25239" fmla="*/ 1662545 w 10490654"/>
                  <a:gd name="connsiteY134-25240" fmla="*/ 6197044 h 10394972"/>
                  <a:gd name="connsiteX135-25241" fmla="*/ 1233054 w 10490654"/>
                  <a:gd name="connsiteY135-25242" fmla="*/ 6197044 h 10394972"/>
                  <a:gd name="connsiteX136-25243" fmla="*/ 1136072 w 10490654"/>
                  <a:gd name="connsiteY136-25244" fmla="*/ 6252462 h 10394972"/>
                  <a:gd name="connsiteX137-25245" fmla="*/ 706582 w 10490654"/>
                  <a:gd name="connsiteY137-25246" fmla="*/ 6210899 h 10394972"/>
                  <a:gd name="connsiteX138-25247" fmla="*/ 318654 w 10490654"/>
                  <a:gd name="connsiteY138-25248" fmla="*/ 6238608 h 10394972"/>
                  <a:gd name="connsiteX139-25249" fmla="*/ 96982 w 10490654"/>
                  <a:gd name="connsiteY139-25250" fmla="*/ 6391008 h 10394972"/>
                  <a:gd name="connsiteX140-25251" fmla="*/ 0 w 10490654"/>
                  <a:gd name="connsiteY140-25252" fmla="*/ 6294026 h 10394972"/>
                  <a:gd name="connsiteX141-25253" fmla="*/ 83127 w 10490654"/>
                  <a:gd name="connsiteY141-25254" fmla="*/ 6238608 h 10394972"/>
                  <a:gd name="connsiteX0-25255" fmla="*/ 83127 w 10490654"/>
                  <a:gd name="connsiteY0-25256" fmla="*/ 6238608 h 10394972"/>
                  <a:gd name="connsiteX1-25257" fmla="*/ 96982 w 10490654"/>
                  <a:gd name="connsiteY1-25258" fmla="*/ 5795262 h 10394972"/>
                  <a:gd name="connsiteX2-25259" fmla="*/ 401782 w 10490654"/>
                  <a:gd name="connsiteY2-25260" fmla="*/ 5532026 h 10394972"/>
                  <a:gd name="connsiteX3-25261" fmla="*/ 651163 w 10490654"/>
                  <a:gd name="connsiteY3-25262" fmla="*/ 5670572 h 10394972"/>
                  <a:gd name="connsiteX4-25263" fmla="*/ 858982 w 10490654"/>
                  <a:gd name="connsiteY4-25264" fmla="*/ 5504317 h 10394972"/>
                  <a:gd name="connsiteX5-25265" fmla="*/ 997527 w 10490654"/>
                  <a:gd name="connsiteY5-25266" fmla="*/ 5351917 h 10394972"/>
                  <a:gd name="connsiteX6-25267" fmla="*/ 1080654 w 10490654"/>
                  <a:gd name="connsiteY6-25268" fmla="*/ 5435044 h 10394972"/>
                  <a:gd name="connsiteX7-25269" fmla="*/ 1269312 w 10490654"/>
                  <a:gd name="connsiteY7-25270" fmla="*/ 5679710 h 10394972"/>
                  <a:gd name="connsiteX8-25271" fmla="*/ 1523116 w 10490654"/>
                  <a:gd name="connsiteY8-25272" fmla="*/ 5481030 h 10394972"/>
                  <a:gd name="connsiteX9-25273" fmla="*/ 1731818 w 10490654"/>
                  <a:gd name="connsiteY9-25274" fmla="*/ 5296499 h 10394972"/>
                  <a:gd name="connsiteX10-25275" fmla="*/ 2022763 w 10490654"/>
                  <a:gd name="connsiteY10-25276" fmla="*/ 5060972 h 10394972"/>
                  <a:gd name="connsiteX11-25277" fmla="*/ 2119745 w 10490654"/>
                  <a:gd name="connsiteY11-25278" fmla="*/ 4631481 h 10394972"/>
                  <a:gd name="connsiteX12-25279" fmla="*/ 2172511 w 10490654"/>
                  <a:gd name="connsiteY12-25280" fmla="*/ 4164848 h 10394972"/>
                  <a:gd name="connsiteX13-25281" fmla="*/ 2355272 w 10490654"/>
                  <a:gd name="connsiteY13-25282" fmla="*/ 3855626 h 10394972"/>
                  <a:gd name="connsiteX14-25283" fmla="*/ 2752497 w 10490654"/>
                  <a:gd name="connsiteY14-25284" fmla="*/ 3475092 h 10394972"/>
                  <a:gd name="connsiteX15-25285" fmla="*/ 2978727 w 10490654"/>
                  <a:gd name="connsiteY15-25286" fmla="*/ 3259881 h 10394972"/>
                  <a:gd name="connsiteX16-25287" fmla="*/ 3006436 w 10490654"/>
                  <a:gd name="connsiteY16-25288" fmla="*/ 2816535 h 10394972"/>
                  <a:gd name="connsiteX17-25289" fmla="*/ 3075709 w 10490654"/>
                  <a:gd name="connsiteY17-25290" fmla="*/ 2525590 h 10394972"/>
                  <a:gd name="connsiteX18-25291" fmla="*/ 3075709 w 10490654"/>
                  <a:gd name="connsiteY18-25292" fmla="*/ 2317772 h 10394972"/>
                  <a:gd name="connsiteX19-25293" fmla="*/ 3214254 w 10490654"/>
                  <a:gd name="connsiteY19-25294" fmla="*/ 1985262 h 10394972"/>
                  <a:gd name="connsiteX20-25295" fmla="*/ 3214254 w 10490654"/>
                  <a:gd name="connsiteY20-25296" fmla="*/ 1694317 h 10394972"/>
                  <a:gd name="connsiteX21-25297" fmla="*/ 3513454 w 10490654"/>
                  <a:gd name="connsiteY21-25298" fmla="*/ 1126281 h 10394972"/>
                  <a:gd name="connsiteX22-25299" fmla="*/ 3463636 w 10490654"/>
                  <a:gd name="connsiteY22-25300" fmla="*/ 752208 h 10394972"/>
                  <a:gd name="connsiteX23-25301" fmla="*/ 3491345 w 10490654"/>
                  <a:gd name="connsiteY23-25302" fmla="*/ 544390 h 10394972"/>
                  <a:gd name="connsiteX24-25303" fmla="*/ 3823854 w 10490654"/>
                  <a:gd name="connsiteY24-25304" fmla="*/ 184172 h 10394972"/>
                  <a:gd name="connsiteX25-25305" fmla="*/ 4017818 w 10490654"/>
                  <a:gd name="connsiteY25-25306" fmla="*/ 59481 h 10394972"/>
                  <a:gd name="connsiteX26-25307" fmla="*/ 4433454 w 10490654"/>
                  <a:gd name="connsiteY26-25308" fmla="*/ 295008 h 10394972"/>
                  <a:gd name="connsiteX27-25309" fmla="*/ 4599709 w 10490654"/>
                  <a:gd name="connsiteY27-25310" fmla="*/ 488972 h 10394972"/>
                  <a:gd name="connsiteX28-25311" fmla="*/ 5070763 w 10490654"/>
                  <a:gd name="connsiteY28-25312" fmla="*/ 544390 h 10394972"/>
                  <a:gd name="connsiteX29-25313" fmla="*/ 5391187 w 10490654"/>
                  <a:gd name="connsiteY29-25314" fmla="*/ 603639 h 10394972"/>
                  <a:gd name="connsiteX30-25315" fmla="*/ 5568642 w 10490654"/>
                  <a:gd name="connsiteY30-25316" fmla="*/ 588271 h 10394972"/>
                  <a:gd name="connsiteX31-25317" fmla="*/ 5860472 w 10490654"/>
                  <a:gd name="connsiteY31-25318" fmla="*/ 281153 h 10394972"/>
                  <a:gd name="connsiteX32-25319" fmla="*/ 6123709 w 10490654"/>
                  <a:gd name="connsiteY32-25320" fmla="*/ 322717 h 10394972"/>
                  <a:gd name="connsiteX33-25321" fmla="*/ 6541900 w 10490654"/>
                  <a:gd name="connsiteY33-25322" fmla="*/ 168233 h 10394972"/>
                  <a:gd name="connsiteX34-25323" fmla="*/ 6681722 w 10490654"/>
                  <a:gd name="connsiteY34-25324" fmla="*/ 107503 h 10394972"/>
                  <a:gd name="connsiteX35-25325" fmla="*/ 7011678 w 10490654"/>
                  <a:gd name="connsiteY35-25326" fmla="*/ 198026 h 10394972"/>
                  <a:gd name="connsiteX36-25327" fmla="*/ 7232072 w 10490654"/>
                  <a:gd name="connsiteY36-25328" fmla="*/ 17917 h 10394972"/>
                  <a:gd name="connsiteX37-25329" fmla="*/ 7379107 w 10490654"/>
                  <a:gd name="connsiteY37-25330" fmla="*/ 0 h 10394972"/>
                  <a:gd name="connsiteX38-25331" fmla="*/ 7600859 w 10490654"/>
                  <a:gd name="connsiteY38-25332" fmla="*/ 41248 h 10394972"/>
                  <a:gd name="connsiteX39-25333" fmla="*/ 7910945 w 10490654"/>
                  <a:gd name="connsiteY39-25334" fmla="*/ 128753 h 10394972"/>
                  <a:gd name="connsiteX40-25335" fmla="*/ 8312727 w 10490654"/>
                  <a:gd name="connsiteY40-25336" fmla="*/ 59481 h 10394972"/>
                  <a:gd name="connsiteX41-25337" fmla="*/ 8647005 w 10490654"/>
                  <a:gd name="connsiteY41-25338" fmla="*/ 396707 h 10394972"/>
                  <a:gd name="connsiteX42-25339" fmla="*/ 8908472 w 10490654"/>
                  <a:gd name="connsiteY42-25340" fmla="*/ 544390 h 10394972"/>
                  <a:gd name="connsiteX43-25341" fmla="*/ 9146732 w 10490654"/>
                  <a:gd name="connsiteY43-25342" fmla="*/ 420846 h 10394972"/>
                  <a:gd name="connsiteX44-25343" fmla="*/ 9372965 w 10490654"/>
                  <a:gd name="connsiteY44-25344" fmla="*/ 466363 h 10394972"/>
                  <a:gd name="connsiteX45-25345" fmla="*/ 9518072 w 10490654"/>
                  <a:gd name="connsiteY45-25346" fmla="*/ 367819 h 10394972"/>
                  <a:gd name="connsiteX46-25347" fmla="*/ 9646301 w 10490654"/>
                  <a:gd name="connsiteY46-25348" fmla="*/ 369587 h 10394972"/>
                  <a:gd name="connsiteX47-25349" fmla="*/ 10002982 w 10490654"/>
                  <a:gd name="connsiteY47-25350" fmla="*/ 793772 h 10394972"/>
                  <a:gd name="connsiteX48-25351" fmla="*/ 10238509 w 10490654"/>
                  <a:gd name="connsiteY48-25352" fmla="*/ 987735 h 10394972"/>
                  <a:gd name="connsiteX49-25353" fmla="*/ 10224654 w 10490654"/>
                  <a:gd name="connsiteY49-25354" fmla="*/ 1250972 h 10394972"/>
                  <a:gd name="connsiteX50-25355" fmla="*/ 10238509 w 10490654"/>
                  <a:gd name="connsiteY50-25356" fmla="*/ 1444935 h 10394972"/>
                  <a:gd name="connsiteX51-25357" fmla="*/ 10243066 w 10490654"/>
                  <a:gd name="connsiteY51-25358" fmla="*/ 1580249 h 10394972"/>
                  <a:gd name="connsiteX52-25359" fmla="*/ 10490654 w 10490654"/>
                  <a:gd name="connsiteY52-25360" fmla="*/ 1753897 h 10394972"/>
                  <a:gd name="connsiteX53-25361" fmla="*/ 10077929 w 10490654"/>
                  <a:gd name="connsiteY53-25362" fmla="*/ 2207269 h 10394972"/>
                  <a:gd name="connsiteX54-25363" fmla="*/ 9781309 w 10490654"/>
                  <a:gd name="connsiteY54-25364" fmla="*/ 2497881 h 10394972"/>
                  <a:gd name="connsiteX55-25365" fmla="*/ 9580055 w 10490654"/>
                  <a:gd name="connsiteY55-25366" fmla="*/ 3426134 h 10394972"/>
                  <a:gd name="connsiteX56-25367" fmla="*/ 9532477 w 10490654"/>
                  <a:gd name="connsiteY56-25368" fmla="*/ 3685207 h 10394972"/>
                  <a:gd name="connsiteX57-25369" fmla="*/ 9365672 w 10490654"/>
                  <a:gd name="connsiteY57-25370" fmla="*/ 3911044 h 10394972"/>
                  <a:gd name="connsiteX58-25371" fmla="*/ 9310254 w 10490654"/>
                  <a:gd name="connsiteY58-25372" fmla="*/ 4077299 h 10394972"/>
                  <a:gd name="connsiteX59-25373" fmla="*/ 9236422 w 10490654"/>
                  <a:gd name="connsiteY59-25374" fmla="*/ 4285117 h 10394972"/>
                  <a:gd name="connsiteX60-25375" fmla="*/ 9205255 w 10490654"/>
                  <a:gd name="connsiteY60-25376" fmla="*/ 4430122 h 10394972"/>
                  <a:gd name="connsiteX61-25377" fmla="*/ 9337963 w 10490654"/>
                  <a:gd name="connsiteY61-25378" fmla="*/ 4659190 h 10394972"/>
                  <a:gd name="connsiteX62-25379" fmla="*/ 9382180 w 10490654"/>
                  <a:gd name="connsiteY62-25380" fmla="*/ 4915057 h 10394972"/>
                  <a:gd name="connsiteX63-25381" fmla="*/ 9397939 w 10490654"/>
                  <a:gd name="connsiteY63-25382" fmla="*/ 5208060 h 10394972"/>
                  <a:gd name="connsiteX64-25383" fmla="*/ 9383359 w 10490654"/>
                  <a:gd name="connsiteY64-25384" fmla="*/ 5615153 h 10394972"/>
                  <a:gd name="connsiteX65-25385" fmla="*/ 9518623 w 10490654"/>
                  <a:gd name="connsiteY65-25386" fmla="*/ 5975373 h 10394972"/>
                  <a:gd name="connsiteX66-25387" fmla="*/ 9545782 w 10490654"/>
                  <a:gd name="connsiteY66-25388" fmla="*/ 6377153 h 10394972"/>
                  <a:gd name="connsiteX67-25389" fmla="*/ 9933709 w 10490654"/>
                  <a:gd name="connsiteY67-25390" fmla="*/ 6862062 h 10394972"/>
                  <a:gd name="connsiteX68-25391" fmla="*/ 10094363 w 10490654"/>
                  <a:gd name="connsiteY68-25392" fmla="*/ 7221396 h 10394972"/>
                  <a:gd name="connsiteX69-25393" fmla="*/ 10232908 w 10490654"/>
                  <a:gd name="connsiteY69-25394" fmla="*/ 7514995 h 10394972"/>
                  <a:gd name="connsiteX70-25395" fmla="*/ 9670472 w 10490654"/>
                  <a:gd name="connsiteY70-25396" fmla="*/ 7540935 h 10394972"/>
                  <a:gd name="connsiteX71-25397" fmla="*/ 9337963 w 10490654"/>
                  <a:gd name="connsiteY71-25398" fmla="*/ 7651772 h 10394972"/>
                  <a:gd name="connsiteX72-25399" fmla="*/ 9102436 w 10490654"/>
                  <a:gd name="connsiteY72-25400" fmla="*/ 7790317 h 10394972"/>
                  <a:gd name="connsiteX73-25401" fmla="*/ 9019309 w 10490654"/>
                  <a:gd name="connsiteY73-25402" fmla="*/ 7998135 h 10394972"/>
                  <a:gd name="connsiteX74-25403" fmla="*/ 8956730 w 10490654"/>
                  <a:gd name="connsiteY74-25404" fmla="*/ 8095117 h 10394972"/>
                  <a:gd name="connsiteX75-25405" fmla="*/ 9027559 w 10490654"/>
                  <a:gd name="connsiteY75-25406" fmla="*/ 8524608 h 10394972"/>
                  <a:gd name="connsiteX76-25407" fmla="*/ 9030673 w 10490654"/>
                  <a:gd name="connsiteY76-25408" fmla="*/ 8758112 h 10394972"/>
                  <a:gd name="connsiteX77-25409" fmla="*/ 8991600 w 10490654"/>
                  <a:gd name="connsiteY77-25410" fmla="*/ 8967953 h 10394972"/>
                  <a:gd name="connsiteX78-25411" fmla="*/ 8894618 w 10490654"/>
                  <a:gd name="connsiteY78-25412" fmla="*/ 9272753 h 10394972"/>
                  <a:gd name="connsiteX79-25413" fmla="*/ 8922327 w 10490654"/>
                  <a:gd name="connsiteY79-25414" fmla="*/ 9535990 h 10394972"/>
                  <a:gd name="connsiteX80-25415" fmla="*/ 9144000 w 10490654"/>
                  <a:gd name="connsiteY80-25416" fmla="*/ 9702244 h 10394972"/>
                  <a:gd name="connsiteX81-25417" fmla="*/ 9353374 w 10490654"/>
                  <a:gd name="connsiteY81-25418" fmla="*/ 9853088 h 10394972"/>
                  <a:gd name="connsiteX82-25419" fmla="*/ 9529903 w 10490654"/>
                  <a:gd name="connsiteY82-25420" fmla="*/ 9905081 h 10394972"/>
                  <a:gd name="connsiteX83-25421" fmla="*/ 9625328 w 10490654"/>
                  <a:gd name="connsiteY83-25422" fmla="*/ 9791132 h 10394972"/>
                  <a:gd name="connsiteX84-25423" fmla="*/ 9667359 w 10490654"/>
                  <a:gd name="connsiteY84-25424" fmla="*/ 9803430 h 10394972"/>
                  <a:gd name="connsiteX85-25425" fmla="*/ 9668916 w 10490654"/>
                  <a:gd name="connsiteY85-25426" fmla="*/ 10256426 h 10394972"/>
                  <a:gd name="connsiteX86-25427" fmla="*/ 9495500 w 10490654"/>
                  <a:gd name="connsiteY86-25428" fmla="*/ 10306085 h 10394972"/>
                  <a:gd name="connsiteX87-25429" fmla="*/ 9310254 w 10490654"/>
                  <a:gd name="connsiteY87-25430" fmla="*/ 10394972 h 10394972"/>
                  <a:gd name="connsiteX88-25431" fmla="*/ 9227127 w 10490654"/>
                  <a:gd name="connsiteY88-25432" fmla="*/ 10242572 h 10394972"/>
                  <a:gd name="connsiteX89-25433" fmla="*/ 9033163 w 10490654"/>
                  <a:gd name="connsiteY89-25434" fmla="*/ 9993190 h 10394972"/>
                  <a:gd name="connsiteX90-25435" fmla="*/ 8825345 w 10490654"/>
                  <a:gd name="connsiteY90-25436" fmla="*/ 9813081 h 10394972"/>
                  <a:gd name="connsiteX91-25437" fmla="*/ 8534400 w 10490654"/>
                  <a:gd name="connsiteY91-25438" fmla="*/ 9702244 h 10394972"/>
                  <a:gd name="connsiteX92-25439" fmla="*/ 8423563 w 10490654"/>
                  <a:gd name="connsiteY92-25440" fmla="*/ 9646826 h 10394972"/>
                  <a:gd name="connsiteX93-25441" fmla="*/ 8285018 w 10490654"/>
                  <a:gd name="connsiteY93-25442" fmla="*/ 9480572 h 10394972"/>
                  <a:gd name="connsiteX94-25443" fmla="*/ 8257309 w 10490654"/>
                  <a:gd name="connsiteY94-25444" fmla="*/ 9342026 h 10394972"/>
                  <a:gd name="connsiteX95-25445" fmla="*/ 8146472 w 10490654"/>
                  <a:gd name="connsiteY95-25446" fmla="*/ 9355881 h 10394972"/>
                  <a:gd name="connsiteX96-25447" fmla="*/ 8091054 w 10490654"/>
                  <a:gd name="connsiteY96-25448" fmla="*/ 9577553 h 10394972"/>
                  <a:gd name="connsiteX97-25449" fmla="*/ 7806336 w 10490654"/>
                  <a:gd name="connsiteY97-25450" fmla="*/ 9583313 h 10394972"/>
                  <a:gd name="connsiteX98-25451" fmla="*/ 7567694 w 10490654"/>
                  <a:gd name="connsiteY98-25452" fmla="*/ 9520112 h 10394972"/>
                  <a:gd name="connsiteX99-25453" fmla="*/ 7466043 w 10490654"/>
                  <a:gd name="connsiteY99-25454" fmla="*/ 9471387 h 10394972"/>
                  <a:gd name="connsiteX100-25455" fmla="*/ 7287491 w 10490654"/>
                  <a:gd name="connsiteY100-25456" fmla="*/ 9449904 h 10394972"/>
                  <a:gd name="connsiteX101-25457" fmla="*/ 7221797 w 10490654"/>
                  <a:gd name="connsiteY101-25458" fmla="*/ 9121910 h 10394972"/>
                  <a:gd name="connsiteX102-25459" fmla="*/ 6954982 w 10490654"/>
                  <a:gd name="connsiteY102-25460" fmla="*/ 9189626 h 10394972"/>
                  <a:gd name="connsiteX103-25461" fmla="*/ 6710737 w 10490654"/>
                  <a:gd name="connsiteY103-25462" fmla="*/ 9262013 h 10394972"/>
                  <a:gd name="connsiteX104-25463" fmla="*/ 6674777 w 10490654"/>
                  <a:gd name="connsiteY104-25464" fmla="*/ 9062912 h 10394972"/>
                  <a:gd name="connsiteX105-25465" fmla="*/ 6511636 w 10490654"/>
                  <a:gd name="connsiteY105-25466" fmla="*/ 8954099 h 10394972"/>
                  <a:gd name="connsiteX106-25467" fmla="*/ 6428509 w 10490654"/>
                  <a:gd name="connsiteY106-25468" fmla="*/ 8954099 h 10394972"/>
                  <a:gd name="connsiteX107-25469" fmla="*/ 6325922 w 10490654"/>
                  <a:gd name="connsiteY107-25470" fmla="*/ 9057307 h 10394972"/>
                  <a:gd name="connsiteX108-25471" fmla="*/ 6167763 w 10490654"/>
                  <a:gd name="connsiteY108-25472" fmla="*/ 8978227 h 10394972"/>
                  <a:gd name="connsiteX109-25473" fmla="*/ 6002132 w 10490654"/>
                  <a:gd name="connsiteY109-25474" fmla="*/ 9093734 h 10394972"/>
                  <a:gd name="connsiteX110-25475" fmla="*/ 5749636 w 10490654"/>
                  <a:gd name="connsiteY110-25476" fmla="*/ 9051081 h 10394972"/>
                  <a:gd name="connsiteX111-25477" fmla="*/ 5674760 w 10490654"/>
                  <a:gd name="connsiteY111-25478" fmla="*/ 9081904 h 10394972"/>
                  <a:gd name="connsiteX112-25479" fmla="*/ 5507415 w 10490654"/>
                  <a:gd name="connsiteY112-25480" fmla="*/ 9128137 h 10394972"/>
                  <a:gd name="connsiteX113-25481" fmla="*/ 5505859 w 10490654"/>
                  <a:gd name="connsiteY113-25482" fmla="*/ 8870972 h 10394972"/>
                  <a:gd name="connsiteX114-25483" fmla="*/ 5505857 w 10490654"/>
                  <a:gd name="connsiteY114-25484" fmla="*/ 8634977 h 10394972"/>
                  <a:gd name="connsiteX115-25485" fmla="*/ 5336024 w 10490654"/>
                  <a:gd name="connsiteY115-25486" fmla="*/ 8333292 h 10394972"/>
                  <a:gd name="connsiteX116-25487" fmla="*/ 5230324 w 10490654"/>
                  <a:gd name="connsiteY116-25488" fmla="*/ 8082820 h 10394972"/>
                  <a:gd name="connsiteX117-25489" fmla="*/ 5317031 w 10490654"/>
                  <a:gd name="connsiteY117-25490" fmla="*/ 7610208 h 10394972"/>
                  <a:gd name="connsiteX118-25491" fmla="*/ 5201059 w 10490654"/>
                  <a:gd name="connsiteY118-25492" fmla="*/ 7320352 h 10394972"/>
                  <a:gd name="connsiteX119-25493" fmla="*/ 5250872 w 10490654"/>
                  <a:gd name="connsiteY119-25494" fmla="*/ 7069881 h 10394972"/>
                  <a:gd name="connsiteX120-25495" fmla="*/ 5245735 w 10490654"/>
                  <a:gd name="connsiteY120-25496" fmla="*/ 7018665 h 10394972"/>
                  <a:gd name="connsiteX121-25497" fmla="*/ 4577603 w 10490654"/>
                  <a:gd name="connsiteY121-25498" fmla="*/ 7013996 h 10394972"/>
                  <a:gd name="connsiteX122-25499" fmla="*/ 4528412 w 10490654"/>
                  <a:gd name="connsiteY122-25500" fmla="*/ 6840580 h 10394972"/>
                  <a:gd name="connsiteX123-25501" fmla="*/ 4038834 w 10490654"/>
                  <a:gd name="connsiteY123-25502" fmla="*/ 6816452 h 10394972"/>
                  <a:gd name="connsiteX124-25503" fmla="*/ 3976254 w 10490654"/>
                  <a:gd name="connsiteY124-25504" fmla="*/ 7069881 h 10394972"/>
                  <a:gd name="connsiteX125-25505" fmla="*/ 3932667 w 10490654"/>
                  <a:gd name="connsiteY125-25506" fmla="*/ 7281279 h 10394972"/>
                  <a:gd name="connsiteX126-25507" fmla="*/ 3884155 w 10490654"/>
                  <a:gd name="connsiteY126-25508" fmla="*/ 7403480 h 10394972"/>
                  <a:gd name="connsiteX127-25509" fmla="*/ 3572499 w 10490654"/>
                  <a:gd name="connsiteY127-25510" fmla="*/ 7365450 h 10394972"/>
                  <a:gd name="connsiteX128-25511" fmla="*/ 3311236 w 10490654"/>
                  <a:gd name="connsiteY128-25512" fmla="*/ 7402390 h 10394972"/>
                  <a:gd name="connsiteX129-25513" fmla="*/ 2921540 w 10490654"/>
                  <a:gd name="connsiteY129-25514" fmla="*/ 7414475 h 10394972"/>
                  <a:gd name="connsiteX130-25515" fmla="*/ 2784763 w 10490654"/>
                  <a:gd name="connsiteY130-25516" fmla="*/ 7139153 h 10394972"/>
                  <a:gd name="connsiteX131-25517" fmla="*/ 2604654 w 10490654"/>
                  <a:gd name="connsiteY131-25518" fmla="*/ 6862062 h 10394972"/>
                  <a:gd name="connsiteX132-25519" fmla="*/ 2410691 w 10490654"/>
                  <a:gd name="connsiteY132-25520" fmla="*/ 6363299 h 10394972"/>
                  <a:gd name="connsiteX133-25521" fmla="*/ 2327563 w 10490654"/>
                  <a:gd name="connsiteY133-25522" fmla="*/ 6224753 h 10394972"/>
                  <a:gd name="connsiteX134-25523" fmla="*/ 1662545 w 10490654"/>
                  <a:gd name="connsiteY134-25524" fmla="*/ 6197044 h 10394972"/>
                  <a:gd name="connsiteX135-25525" fmla="*/ 1233054 w 10490654"/>
                  <a:gd name="connsiteY135-25526" fmla="*/ 6197044 h 10394972"/>
                  <a:gd name="connsiteX136-25527" fmla="*/ 1136072 w 10490654"/>
                  <a:gd name="connsiteY136-25528" fmla="*/ 6252462 h 10394972"/>
                  <a:gd name="connsiteX137-25529" fmla="*/ 706582 w 10490654"/>
                  <a:gd name="connsiteY137-25530" fmla="*/ 6210899 h 10394972"/>
                  <a:gd name="connsiteX138-25531" fmla="*/ 318654 w 10490654"/>
                  <a:gd name="connsiteY138-25532" fmla="*/ 6238608 h 10394972"/>
                  <a:gd name="connsiteX139-25533" fmla="*/ 96982 w 10490654"/>
                  <a:gd name="connsiteY139-25534" fmla="*/ 6391008 h 10394972"/>
                  <a:gd name="connsiteX140-25535" fmla="*/ 0 w 10490654"/>
                  <a:gd name="connsiteY140-25536" fmla="*/ 6294026 h 10394972"/>
                  <a:gd name="connsiteX141-25537" fmla="*/ 83127 w 10490654"/>
                  <a:gd name="connsiteY141-25538" fmla="*/ 6238608 h 10394972"/>
                  <a:gd name="connsiteX0-25539" fmla="*/ 83127 w 10490654"/>
                  <a:gd name="connsiteY0-25540" fmla="*/ 6238608 h 10394972"/>
                  <a:gd name="connsiteX1-25541" fmla="*/ 96982 w 10490654"/>
                  <a:gd name="connsiteY1-25542" fmla="*/ 5795262 h 10394972"/>
                  <a:gd name="connsiteX2-25543" fmla="*/ 401782 w 10490654"/>
                  <a:gd name="connsiteY2-25544" fmla="*/ 5532026 h 10394972"/>
                  <a:gd name="connsiteX3-25545" fmla="*/ 651163 w 10490654"/>
                  <a:gd name="connsiteY3-25546" fmla="*/ 5670572 h 10394972"/>
                  <a:gd name="connsiteX4-25547" fmla="*/ 858982 w 10490654"/>
                  <a:gd name="connsiteY4-25548" fmla="*/ 5504317 h 10394972"/>
                  <a:gd name="connsiteX5-25549" fmla="*/ 997527 w 10490654"/>
                  <a:gd name="connsiteY5-25550" fmla="*/ 5351917 h 10394972"/>
                  <a:gd name="connsiteX6-25551" fmla="*/ 1080654 w 10490654"/>
                  <a:gd name="connsiteY6-25552" fmla="*/ 5435044 h 10394972"/>
                  <a:gd name="connsiteX7-25553" fmla="*/ 1269312 w 10490654"/>
                  <a:gd name="connsiteY7-25554" fmla="*/ 5679710 h 10394972"/>
                  <a:gd name="connsiteX8-25555" fmla="*/ 1523116 w 10490654"/>
                  <a:gd name="connsiteY8-25556" fmla="*/ 5481030 h 10394972"/>
                  <a:gd name="connsiteX9-25557" fmla="*/ 1731818 w 10490654"/>
                  <a:gd name="connsiteY9-25558" fmla="*/ 5296499 h 10394972"/>
                  <a:gd name="connsiteX10-25559" fmla="*/ 2022763 w 10490654"/>
                  <a:gd name="connsiteY10-25560" fmla="*/ 5060972 h 10394972"/>
                  <a:gd name="connsiteX11-25561" fmla="*/ 2119745 w 10490654"/>
                  <a:gd name="connsiteY11-25562" fmla="*/ 4631481 h 10394972"/>
                  <a:gd name="connsiteX12-25563" fmla="*/ 2172511 w 10490654"/>
                  <a:gd name="connsiteY12-25564" fmla="*/ 4164848 h 10394972"/>
                  <a:gd name="connsiteX13-25565" fmla="*/ 2355272 w 10490654"/>
                  <a:gd name="connsiteY13-25566" fmla="*/ 3855626 h 10394972"/>
                  <a:gd name="connsiteX14-25567" fmla="*/ 2752497 w 10490654"/>
                  <a:gd name="connsiteY14-25568" fmla="*/ 3475092 h 10394972"/>
                  <a:gd name="connsiteX15-25569" fmla="*/ 2978727 w 10490654"/>
                  <a:gd name="connsiteY15-25570" fmla="*/ 3259881 h 10394972"/>
                  <a:gd name="connsiteX16-25571" fmla="*/ 3006436 w 10490654"/>
                  <a:gd name="connsiteY16-25572" fmla="*/ 2816535 h 10394972"/>
                  <a:gd name="connsiteX17-25573" fmla="*/ 3075709 w 10490654"/>
                  <a:gd name="connsiteY17-25574" fmla="*/ 2525590 h 10394972"/>
                  <a:gd name="connsiteX18-25575" fmla="*/ 3075709 w 10490654"/>
                  <a:gd name="connsiteY18-25576" fmla="*/ 2317772 h 10394972"/>
                  <a:gd name="connsiteX19-25577" fmla="*/ 3214254 w 10490654"/>
                  <a:gd name="connsiteY19-25578" fmla="*/ 1985262 h 10394972"/>
                  <a:gd name="connsiteX20-25579" fmla="*/ 3214254 w 10490654"/>
                  <a:gd name="connsiteY20-25580" fmla="*/ 1694317 h 10394972"/>
                  <a:gd name="connsiteX21-25581" fmla="*/ 3513454 w 10490654"/>
                  <a:gd name="connsiteY21-25582" fmla="*/ 1126281 h 10394972"/>
                  <a:gd name="connsiteX22-25583" fmla="*/ 3463636 w 10490654"/>
                  <a:gd name="connsiteY22-25584" fmla="*/ 752208 h 10394972"/>
                  <a:gd name="connsiteX23-25585" fmla="*/ 3491345 w 10490654"/>
                  <a:gd name="connsiteY23-25586" fmla="*/ 544390 h 10394972"/>
                  <a:gd name="connsiteX24-25587" fmla="*/ 3823854 w 10490654"/>
                  <a:gd name="connsiteY24-25588" fmla="*/ 184172 h 10394972"/>
                  <a:gd name="connsiteX25-25589" fmla="*/ 4017818 w 10490654"/>
                  <a:gd name="connsiteY25-25590" fmla="*/ 59481 h 10394972"/>
                  <a:gd name="connsiteX26-25591" fmla="*/ 4433454 w 10490654"/>
                  <a:gd name="connsiteY26-25592" fmla="*/ 295008 h 10394972"/>
                  <a:gd name="connsiteX27-25593" fmla="*/ 4599709 w 10490654"/>
                  <a:gd name="connsiteY27-25594" fmla="*/ 488972 h 10394972"/>
                  <a:gd name="connsiteX28-25595" fmla="*/ 5070763 w 10490654"/>
                  <a:gd name="connsiteY28-25596" fmla="*/ 544390 h 10394972"/>
                  <a:gd name="connsiteX29-25597" fmla="*/ 5391187 w 10490654"/>
                  <a:gd name="connsiteY29-25598" fmla="*/ 603639 h 10394972"/>
                  <a:gd name="connsiteX30-25599" fmla="*/ 5568642 w 10490654"/>
                  <a:gd name="connsiteY30-25600" fmla="*/ 588271 h 10394972"/>
                  <a:gd name="connsiteX31-25601" fmla="*/ 5860472 w 10490654"/>
                  <a:gd name="connsiteY31-25602" fmla="*/ 281153 h 10394972"/>
                  <a:gd name="connsiteX32-25603" fmla="*/ 6123709 w 10490654"/>
                  <a:gd name="connsiteY32-25604" fmla="*/ 322717 h 10394972"/>
                  <a:gd name="connsiteX33-25605" fmla="*/ 6541900 w 10490654"/>
                  <a:gd name="connsiteY33-25606" fmla="*/ 168233 h 10394972"/>
                  <a:gd name="connsiteX34-25607" fmla="*/ 6681722 w 10490654"/>
                  <a:gd name="connsiteY34-25608" fmla="*/ 107503 h 10394972"/>
                  <a:gd name="connsiteX35-25609" fmla="*/ 7011678 w 10490654"/>
                  <a:gd name="connsiteY35-25610" fmla="*/ 198026 h 10394972"/>
                  <a:gd name="connsiteX36-25611" fmla="*/ 7232072 w 10490654"/>
                  <a:gd name="connsiteY36-25612" fmla="*/ 17917 h 10394972"/>
                  <a:gd name="connsiteX37-25613" fmla="*/ 7379107 w 10490654"/>
                  <a:gd name="connsiteY37-25614" fmla="*/ 0 h 10394972"/>
                  <a:gd name="connsiteX38-25615" fmla="*/ 7600859 w 10490654"/>
                  <a:gd name="connsiteY38-25616" fmla="*/ 41248 h 10394972"/>
                  <a:gd name="connsiteX39-25617" fmla="*/ 7910945 w 10490654"/>
                  <a:gd name="connsiteY39-25618" fmla="*/ 128753 h 10394972"/>
                  <a:gd name="connsiteX40-25619" fmla="*/ 8312727 w 10490654"/>
                  <a:gd name="connsiteY40-25620" fmla="*/ 59481 h 10394972"/>
                  <a:gd name="connsiteX41-25621" fmla="*/ 8647005 w 10490654"/>
                  <a:gd name="connsiteY41-25622" fmla="*/ 396707 h 10394972"/>
                  <a:gd name="connsiteX42-25623" fmla="*/ 8908472 w 10490654"/>
                  <a:gd name="connsiteY42-25624" fmla="*/ 544390 h 10394972"/>
                  <a:gd name="connsiteX43-25625" fmla="*/ 9146732 w 10490654"/>
                  <a:gd name="connsiteY43-25626" fmla="*/ 420846 h 10394972"/>
                  <a:gd name="connsiteX44-25627" fmla="*/ 9372965 w 10490654"/>
                  <a:gd name="connsiteY44-25628" fmla="*/ 466363 h 10394972"/>
                  <a:gd name="connsiteX45-25629" fmla="*/ 9518072 w 10490654"/>
                  <a:gd name="connsiteY45-25630" fmla="*/ 367819 h 10394972"/>
                  <a:gd name="connsiteX46-25631" fmla="*/ 9646301 w 10490654"/>
                  <a:gd name="connsiteY46-25632" fmla="*/ 369587 h 10394972"/>
                  <a:gd name="connsiteX47-25633" fmla="*/ 10002982 w 10490654"/>
                  <a:gd name="connsiteY47-25634" fmla="*/ 793772 h 10394972"/>
                  <a:gd name="connsiteX48-25635" fmla="*/ 10238509 w 10490654"/>
                  <a:gd name="connsiteY48-25636" fmla="*/ 987735 h 10394972"/>
                  <a:gd name="connsiteX49-25637" fmla="*/ 10224654 w 10490654"/>
                  <a:gd name="connsiteY49-25638" fmla="*/ 1250972 h 10394972"/>
                  <a:gd name="connsiteX50-25639" fmla="*/ 10238509 w 10490654"/>
                  <a:gd name="connsiteY50-25640" fmla="*/ 1444935 h 10394972"/>
                  <a:gd name="connsiteX51-25641" fmla="*/ 10243066 w 10490654"/>
                  <a:gd name="connsiteY51-25642" fmla="*/ 1580249 h 10394972"/>
                  <a:gd name="connsiteX52-25643" fmla="*/ 10490654 w 10490654"/>
                  <a:gd name="connsiteY52-25644" fmla="*/ 1753897 h 10394972"/>
                  <a:gd name="connsiteX53-25645" fmla="*/ 10077929 w 10490654"/>
                  <a:gd name="connsiteY53-25646" fmla="*/ 2207269 h 10394972"/>
                  <a:gd name="connsiteX54-25647" fmla="*/ 9781309 w 10490654"/>
                  <a:gd name="connsiteY54-25648" fmla="*/ 2497881 h 10394972"/>
                  <a:gd name="connsiteX55-25649" fmla="*/ 9580055 w 10490654"/>
                  <a:gd name="connsiteY55-25650" fmla="*/ 3426134 h 10394972"/>
                  <a:gd name="connsiteX56-25651" fmla="*/ 9532477 w 10490654"/>
                  <a:gd name="connsiteY56-25652" fmla="*/ 3685207 h 10394972"/>
                  <a:gd name="connsiteX57-25653" fmla="*/ 9365672 w 10490654"/>
                  <a:gd name="connsiteY57-25654" fmla="*/ 3911044 h 10394972"/>
                  <a:gd name="connsiteX58-25655" fmla="*/ 9310254 w 10490654"/>
                  <a:gd name="connsiteY58-25656" fmla="*/ 4077299 h 10394972"/>
                  <a:gd name="connsiteX59-25657" fmla="*/ 9236422 w 10490654"/>
                  <a:gd name="connsiteY59-25658" fmla="*/ 4285117 h 10394972"/>
                  <a:gd name="connsiteX60-25659" fmla="*/ 9205255 w 10490654"/>
                  <a:gd name="connsiteY60-25660" fmla="*/ 4430122 h 10394972"/>
                  <a:gd name="connsiteX61-25661" fmla="*/ 9337963 w 10490654"/>
                  <a:gd name="connsiteY61-25662" fmla="*/ 4659190 h 10394972"/>
                  <a:gd name="connsiteX62-25663" fmla="*/ 9382180 w 10490654"/>
                  <a:gd name="connsiteY62-25664" fmla="*/ 4915057 h 10394972"/>
                  <a:gd name="connsiteX63-25665" fmla="*/ 9397939 w 10490654"/>
                  <a:gd name="connsiteY63-25666" fmla="*/ 5208060 h 10394972"/>
                  <a:gd name="connsiteX64-25667" fmla="*/ 9383359 w 10490654"/>
                  <a:gd name="connsiteY64-25668" fmla="*/ 5615153 h 10394972"/>
                  <a:gd name="connsiteX65-25669" fmla="*/ 9518623 w 10490654"/>
                  <a:gd name="connsiteY65-25670" fmla="*/ 5975373 h 10394972"/>
                  <a:gd name="connsiteX66-25671" fmla="*/ 9545782 w 10490654"/>
                  <a:gd name="connsiteY66-25672" fmla="*/ 6377153 h 10394972"/>
                  <a:gd name="connsiteX67-25673" fmla="*/ 9933709 w 10490654"/>
                  <a:gd name="connsiteY67-25674" fmla="*/ 6862062 h 10394972"/>
                  <a:gd name="connsiteX68-25675" fmla="*/ 10094363 w 10490654"/>
                  <a:gd name="connsiteY68-25676" fmla="*/ 7221396 h 10394972"/>
                  <a:gd name="connsiteX69-25677" fmla="*/ 10232908 w 10490654"/>
                  <a:gd name="connsiteY69-25678" fmla="*/ 7514995 h 10394972"/>
                  <a:gd name="connsiteX70-25679" fmla="*/ 9670472 w 10490654"/>
                  <a:gd name="connsiteY70-25680" fmla="*/ 7540935 h 10394972"/>
                  <a:gd name="connsiteX71-25681" fmla="*/ 9337963 w 10490654"/>
                  <a:gd name="connsiteY71-25682" fmla="*/ 7651772 h 10394972"/>
                  <a:gd name="connsiteX72-25683" fmla="*/ 9102436 w 10490654"/>
                  <a:gd name="connsiteY72-25684" fmla="*/ 7790317 h 10394972"/>
                  <a:gd name="connsiteX73-25685" fmla="*/ 9019309 w 10490654"/>
                  <a:gd name="connsiteY73-25686" fmla="*/ 7998135 h 10394972"/>
                  <a:gd name="connsiteX74-25687" fmla="*/ 8956730 w 10490654"/>
                  <a:gd name="connsiteY74-25688" fmla="*/ 8095117 h 10394972"/>
                  <a:gd name="connsiteX75-25689" fmla="*/ 9027559 w 10490654"/>
                  <a:gd name="connsiteY75-25690" fmla="*/ 8524608 h 10394972"/>
                  <a:gd name="connsiteX76-25691" fmla="*/ 9030673 w 10490654"/>
                  <a:gd name="connsiteY76-25692" fmla="*/ 8758112 h 10394972"/>
                  <a:gd name="connsiteX77-25693" fmla="*/ 8991600 w 10490654"/>
                  <a:gd name="connsiteY77-25694" fmla="*/ 8967953 h 10394972"/>
                  <a:gd name="connsiteX78-25695" fmla="*/ 8894618 w 10490654"/>
                  <a:gd name="connsiteY78-25696" fmla="*/ 9272753 h 10394972"/>
                  <a:gd name="connsiteX79-25697" fmla="*/ 8922327 w 10490654"/>
                  <a:gd name="connsiteY79-25698" fmla="*/ 9535990 h 10394972"/>
                  <a:gd name="connsiteX80-25699" fmla="*/ 9144000 w 10490654"/>
                  <a:gd name="connsiteY80-25700" fmla="*/ 9702244 h 10394972"/>
                  <a:gd name="connsiteX81-25701" fmla="*/ 9353374 w 10490654"/>
                  <a:gd name="connsiteY81-25702" fmla="*/ 9853088 h 10394972"/>
                  <a:gd name="connsiteX82-25703" fmla="*/ 9529903 w 10490654"/>
                  <a:gd name="connsiteY82-25704" fmla="*/ 9905081 h 10394972"/>
                  <a:gd name="connsiteX83-25705" fmla="*/ 9625328 w 10490654"/>
                  <a:gd name="connsiteY83-25706" fmla="*/ 9791132 h 10394972"/>
                  <a:gd name="connsiteX84-25707" fmla="*/ 9667359 w 10490654"/>
                  <a:gd name="connsiteY84-25708" fmla="*/ 9803430 h 10394972"/>
                  <a:gd name="connsiteX85-25709" fmla="*/ 9668916 w 10490654"/>
                  <a:gd name="connsiteY85-25710" fmla="*/ 10256426 h 10394972"/>
                  <a:gd name="connsiteX86-25711" fmla="*/ 9495500 w 10490654"/>
                  <a:gd name="connsiteY86-25712" fmla="*/ 10306085 h 10394972"/>
                  <a:gd name="connsiteX87-25713" fmla="*/ 9310254 w 10490654"/>
                  <a:gd name="connsiteY87-25714" fmla="*/ 10394972 h 10394972"/>
                  <a:gd name="connsiteX88-25715" fmla="*/ 9227127 w 10490654"/>
                  <a:gd name="connsiteY88-25716" fmla="*/ 10242572 h 10394972"/>
                  <a:gd name="connsiteX89-25717" fmla="*/ 9033163 w 10490654"/>
                  <a:gd name="connsiteY89-25718" fmla="*/ 9993190 h 10394972"/>
                  <a:gd name="connsiteX90-25719" fmla="*/ 8825345 w 10490654"/>
                  <a:gd name="connsiteY90-25720" fmla="*/ 9813081 h 10394972"/>
                  <a:gd name="connsiteX91-25721" fmla="*/ 8534400 w 10490654"/>
                  <a:gd name="connsiteY91-25722" fmla="*/ 9702244 h 10394972"/>
                  <a:gd name="connsiteX92-25723" fmla="*/ 8423563 w 10490654"/>
                  <a:gd name="connsiteY92-25724" fmla="*/ 9646826 h 10394972"/>
                  <a:gd name="connsiteX93-25725" fmla="*/ 8285018 w 10490654"/>
                  <a:gd name="connsiteY93-25726" fmla="*/ 9480572 h 10394972"/>
                  <a:gd name="connsiteX94-25727" fmla="*/ 8257309 w 10490654"/>
                  <a:gd name="connsiteY94-25728" fmla="*/ 9342026 h 10394972"/>
                  <a:gd name="connsiteX95-25729" fmla="*/ 8146472 w 10490654"/>
                  <a:gd name="connsiteY95-25730" fmla="*/ 9355881 h 10394972"/>
                  <a:gd name="connsiteX96-25731" fmla="*/ 8091054 w 10490654"/>
                  <a:gd name="connsiteY96-25732" fmla="*/ 9577553 h 10394972"/>
                  <a:gd name="connsiteX97-25733" fmla="*/ 7806336 w 10490654"/>
                  <a:gd name="connsiteY97-25734" fmla="*/ 9583313 h 10394972"/>
                  <a:gd name="connsiteX98-25735" fmla="*/ 7567694 w 10490654"/>
                  <a:gd name="connsiteY98-25736" fmla="*/ 9520112 h 10394972"/>
                  <a:gd name="connsiteX99-25737" fmla="*/ 7466043 w 10490654"/>
                  <a:gd name="connsiteY99-25738" fmla="*/ 9471387 h 10394972"/>
                  <a:gd name="connsiteX100-25739" fmla="*/ 7287491 w 10490654"/>
                  <a:gd name="connsiteY100-25740" fmla="*/ 9449904 h 10394972"/>
                  <a:gd name="connsiteX101-25741" fmla="*/ 7221797 w 10490654"/>
                  <a:gd name="connsiteY101-25742" fmla="*/ 9121910 h 10394972"/>
                  <a:gd name="connsiteX102-25743" fmla="*/ 6954982 w 10490654"/>
                  <a:gd name="connsiteY102-25744" fmla="*/ 9189626 h 10394972"/>
                  <a:gd name="connsiteX103-25745" fmla="*/ 6710737 w 10490654"/>
                  <a:gd name="connsiteY103-25746" fmla="*/ 9262013 h 10394972"/>
                  <a:gd name="connsiteX104-25747" fmla="*/ 6674777 w 10490654"/>
                  <a:gd name="connsiteY104-25748" fmla="*/ 9062912 h 10394972"/>
                  <a:gd name="connsiteX105-25749" fmla="*/ 6511636 w 10490654"/>
                  <a:gd name="connsiteY105-25750" fmla="*/ 8954099 h 10394972"/>
                  <a:gd name="connsiteX106-25751" fmla="*/ 6428509 w 10490654"/>
                  <a:gd name="connsiteY106-25752" fmla="*/ 8954099 h 10394972"/>
                  <a:gd name="connsiteX107-25753" fmla="*/ 6325922 w 10490654"/>
                  <a:gd name="connsiteY107-25754" fmla="*/ 9057307 h 10394972"/>
                  <a:gd name="connsiteX108-25755" fmla="*/ 6167763 w 10490654"/>
                  <a:gd name="connsiteY108-25756" fmla="*/ 8978227 h 10394972"/>
                  <a:gd name="connsiteX109-25757" fmla="*/ 6002132 w 10490654"/>
                  <a:gd name="connsiteY109-25758" fmla="*/ 9093734 h 10394972"/>
                  <a:gd name="connsiteX110-25759" fmla="*/ 5749636 w 10490654"/>
                  <a:gd name="connsiteY110-25760" fmla="*/ 9051081 h 10394972"/>
                  <a:gd name="connsiteX111-25761" fmla="*/ 5674760 w 10490654"/>
                  <a:gd name="connsiteY111-25762" fmla="*/ 9081904 h 10394972"/>
                  <a:gd name="connsiteX112-25763" fmla="*/ 5507415 w 10490654"/>
                  <a:gd name="connsiteY112-25764" fmla="*/ 9128137 h 10394972"/>
                  <a:gd name="connsiteX113-25765" fmla="*/ 5505859 w 10490654"/>
                  <a:gd name="connsiteY113-25766" fmla="*/ 8870972 h 10394972"/>
                  <a:gd name="connsiteX114-25767" fmla="*/ 5505857 w 10490654"/>
                  <a:gd name="connsiteY114-25768" fmla="*/ 8634977 h 10394972"/>
                  <a:gd name="connsiteX115-25769" fmla="*/ 5336024 w 10490654"/>
                  <a:gd name="connsiteY115-25770" fmla="*/ 8333292 h 10394972"/>
                  <a:gd name="connsiteX116-25771" fmla="*/ 5230324 w 10490654"/>
                  <a:gd name="connsiteY116-25772" fmla="*/ 8082820 h 10394972"/>
                  <a:gd name="connsiteX117-25773" fmla="*/ 5317031 w 10490654"/>
                  <a:gd name="connsiteY117-25774" fmla="*/ 7610208 h 10394972"/>
                  <a:gd name="connsiteX118-25775" fmla="*/ 5201059 w 10490654"/>
                  <a:gd name="connsiteY118-25776" fmla="*/ 7320352 h 10394972"/>
                  <a:gd name="connsiteX119-25777" fmla="*/ 5250872 w 10490654"/>
                  <a:gd name="connsiteY119-25778" fmla="*/ 7069881 h 10394972"/>
                  <a:gd name="connsiteX120-25779" fmla="*/ 5245735 w 10490654"/>
                  <a:gd name="connsiteY120-25780" fmla="*/ 7018665 h 10394972"/>
                  <a:gd name="connsiteX121-25781" fmla="*/ 4577603 w 10490654"/>
                  <a:gd name="connsiteY121-25782" fmla="*/ 7013996 h 10394972"/>
                  <a:gd name="connsiteX122-25783" fmla="*/ 4528412 w 10490654"/>
                  <a:gd name="connsiteY122-25784" fmla="*/ 6840580 h 10394972"/>
                  <a:gd name="connsiteX123-25785" fmla="*/ 4038834 w 10490654"/>
                  <a:gd name="connsiteY123-25786" fmla="*/ 6816452 h 10394972"/>
                  <a:gd name="connsiteX124-25787" fmla="*/ 3976254 w 10490654"/>
                  <a:gd name="connsiteY124-25788" fmla="*/ 7069881 h 10394972"/>
                  <a:gd name="connsiteX125-25789" fmla="*/ 3932667 w 10490654"/>
                  <a:gd name="connsiteY125-25790" fmla="*/ 7281279 h 10394972"/>
                  <a:gd name="connsiteX126-25791" fmla="*/ 3884155 w 10490654"/>
                  <a:gd name="connsiteY126-25792" fmla="*/ 7403480 h 10394972"/>
                  <a:gd name="connsiteX127-25793" fmla="*/ 3572499 w 10490654"/>
                  <a:gd name="connsiteY127-25794" fmla="*/ 7365450 h 10394972"/>
                  <a:gd name="connsiteX128-25795" fmla="*/ 3311236 w 10490654"/>
                  <a:gd name="connsiteY128-25796" fmla="*/ 7402390 h 10394972"/>
                  <a:gd name="connsiteX129-25797" fmla="*/ 2921540 w 10490654"/>
                  <a:gd name="connsiteY129-25798" fmla="*/ 7414475 h 10394972"/>
                  <a:gd name="connsiteX130-25799" fmla="*/ 2784763 w 10490654"/>
                  <a:gd name="connsiteY130-25800" fmla="*/ 7139153 h 10394972"/>
                  <a:gd name="connsiteX131-25801" fmla="*/ 2604654 w 10490654"/>
                  <a:gd name="connsiteY131-25802" fmla="*/ 6862062 h 10394972"/>
                  <a:gd name="connsiteX132-25803" fmla="*/ 2410691 w 10490654"/>
                  <a:gd name="connsiteY132-25804" fmla="*/ 6363299 h 10394972"/>
                  <a:gd name="connsiteX133-25805" fmla="*/ 2327563 w 10490654"/>
                  <a:gd name="connsiteY133-25806" fmla="*/ 6224753 h 10394972"/>
                  <a:gd name="connsiteX134-25807" fmla="*/ 1662545 w 10490654"/>
                  <a:gd name="connsiteY134-25808" fmla="*/ 6197044 h 10394972"/>
                  <a:gd name="connsiteX135-25809" fmla="*/ 1233054 w 10490654"/>
                  <a:gd name="connsiteY135-25810" fmla="*/ 6197044 h 10394972"/>
                  <a:gd name="connsiteX136-25811" fmla="*/ 1136072 w 10490654"/>
                  <a:gd name="connsiteY136-25812" fmla="*/ 6252462 h 10394972"/>
                  <a:gd name="connsiteX137-25813" fmla="*/ 706582 w 10490654"/>
                  <a:gd name="connsiteY137-25814" fmla="*/ 6210899 h 10394972"/>
                  <a:gd name="connsiteX138-25815" fmla="*/ 318654 w 10490654"/>
                  <a:gd name="connsiteY138-25816" fmla="*/ 6238608 h 10394972"/>
                  <a:gd name="connsiteX139-25817" fmla="*/ 96982 w 10490654"/>
                  <a:gd name="connsiteY139-25818" fmla="*/ 6391008 h 10394972"/>
                  <a:gd name="connsiteX140-25819" fmla="*/ 0 w 10490654"/>
                  <a:gd name="connsiteY140-25820" fmla="*/ 6294026 h 10394972"/>
                  <a:gd name="connsiteX141-25821" fmla="*/ 83127 w 10490654"/>
                  <a:gd name="connsiteY141-25822" fmla="*/ 6238608 h 10394972"/>
                  <a:gd name="connsiteX0-25823" fmla="*/ 83127 w 10490654"/>
                  <a:gd name="connsiteY0-25824" fmla="*/ 6238608 h 10394972"/>
                  <a:gd name="connsiteX1-25825" fmla="*/ 96982 w 10490654"/>
                  <a:gd name="connsiteY1-25826" fmla="*/ 5795262 h 10394972"/>
                  <a:gd name="connsiteX2-25827" fmla="*/ 401782 w 10490654"/>
                  <a:gd name="connsiteY2-25828" fmla="*/ 5532026 h 10394972"/>
                  <a:gd name="connsiteX3-25829" fmla="*/ 651163 w 10490654"/>
                  <a:gd name="connsiteY3-25830" fmla="*/ 5670572 h 10394972"/>
                  <a:gd name="connsiteX4-25831" fmla="*/ 858982 w 10490654"/>
                  <a:gd name="connsiteY4-25832" fmla="*/ 5504317 h 10394972"/>
                  <a:gd name="connsiteX5-25833" fmla="*/ 997527 w 10490654"/>
                  <a:gd name="connsiteY5-25834" fmla="*/ 5351917 h 10394972"/>
                  <a:gd name="connsiteX6-25835" fmla="*/ 1080654 w 10490654"/>
                  <a:gd name="connsiteY6-25836" fmla="*/ 5435044 h 10394972"/>
                  <a:gd name="connsiteX7-25837" fmla="*/ 1269312 w 10490654"/>
                  <a:gd name="connsiteY7-25838" fmla="*/ 5679710 h 10394972"/>
                  <a:gd name="connsiteX8-25839" fmla="*/ 1523116 w 10490654"/>
                  <a:gd name="connsiteY8-25840" fmla="*/ 5481030 h 10394972"/>
                  <a:gd name="connsiteX9-25841" fmla="*/ 1731818 w 10490654"/>
                  <a:gd name="connsiteY9-25842" fmla="*/ 5296499 h 10394972"/>
                  <a:gd name="connsiteX10-25843" fmla="*/ 2022763 w 10490654"/>
                  <a:gd name="connsiteY10-25844" fmla="*/ 5060972 h 10394972"/>
                  <a:gd name="connsiteX11-25845" fmla="*/ 2119745 w 10490654"/>
                  <a:gd name="connsiteY11-25846" fmla="*/ 4631481 h 10394972"/>
                  <a:gd name="connsiteX12-25847" fmla="*/ 2172511 w 10490654"/>
                  <a:gd name="connsiteY12-25848" fmla="*/ 4164848 h 10394972"/>
                  <a:gd name="connsiteX13-25849" fmla="*/ 2355272 w 10490654"/>
                  <a:gd name="connsiteY13-25850" fmla="*/ 3855626 h 10394972"/>
                  <a:gd name="connsiteX14-25851" fmla="*/ 2752497 w 10490654"/>
                  <a:gd name="connsiteY14-25852" fmla="*/ 3475092 h 10394972"/>
                  <a:gd name="connsiteX15-25853" fmla="*/ 2978727 w 10490654"/>
                  <a:gd name="connsiteY15-25854" fmla="*/ 3259881 h 10394972"/>
                  <a:gd name="connsiteX16-25855" fmla="*/ 3006436 w 10490654"/>
                  <a:gd name="connsiteY16-25856" fmla="*/ 2816535 h 10394972"/>
                  <a:gd name="connsiteX17-25857" fmla="*/ 3075709 w 10490654"/>
                  <a:gd name="connsiteY17-25858" fmla="*/ 2525590 h 10394972"/>
                  <a:gd name="connsiteX18-25859" fmla="*/ 3075709 w 10490654"/>
                  <a:gd name="connsiteY18-25860" fmla="*/ 2317772 h 10394972"/>
                  <a:gd name="connsiteX19-25861" fmla="*/ 3214254 w 10490654"/>
                  <a:gd name="connsiteY19-25862" fmla="*/ 1985262 h 10394972"/>
                  <a:gd name="connsiteX20-25863" fmla="*/ 3214254 w 10490654"/>
                  <a:gd name="connsiteY20-25864" fmla="*/ 1694317 h 10394972"/>
                  <a:gd name="connsiteX21-25865" fmla="*/ 3513454 w 10490654"/>
                  <a:gd name="connsiteY21-25866" fmla="*/ 1126281 h 10394972"/>
                  <a:gd name="connsiteX22-25867" fmla="*/ 3463636 w 10490654"/>
                  <a:gd name="connsiteY22-25868" fmla="*/ 752208 h 10394972"/>
                  <a:gd name="connsiteX23-25869" fmla="*/ 3491345 w 10490654"/>
                  <a:gd name="connsiteY23-25870" fmla="*/ 544390 h 10394972"/>
                  <a:gd name="connsiteX24-25871" fmla="*/ 3823854 w 10490654"/>
                  <a:gd name="connsiteY24-25872" fmla="*/ 184172 h 10394972"/>
                  <a:gd name="connsiteX25-25873" fmla="*/ 4017818 w 10490654"/>
                  <a:gd name="connsiteY25-25874" fmla="*/ 59481 h 10394972"/>
                  <a:gd name="connsiteX26-25875" fmla="*/ 4433454 w 10490654"/>
                  <a:gd name="connsiteY26-25876" fmla="*/ 295008 h 10394972"/>
                  <a:gd name="connsiteX27-25877" fmla="*/ 4599709 w 10490654"/>
                  <a:gd name="connsiteY27-25878" fmla="*/ 488972 h 10394972"/>
                  <a:gd name="connsiteX28-25879" fmla="*/ 5070763 w 10490654"/>
                  <a:gd name="connsiteY28-25880" fmla="*/ 544390 h 10394972"/>
                  <a:gd name="connsiteX29-25881" fmla="*/ 5391187 w 10490654"/>
                  <a:gd name="connsiteY29-25882" fmla="*/ 603639 h 10394972"/>
                  <a:gd name="connsiteX30-25883" fmla="*/ 5568642 w 10490654"/>
                  <a:gd name="connsiteY30-25884" fmla="*/ 588271 h 10394972"/>
                  <a:gd name="connsiteX31-25885" fmla="*/ 5860472 w 10490654"/>
                  <a:gd name="connsiteY31-25886" fmla="*/ 281153 h 10394972"/>
                  <a:gd name="connsiteX32-25887" fmla="*/ 6123709 w 10490654"/>
                  <a:gd name="connsiteY32-25888" fmla="*/ 322717 h 10394972"/>
                  <a:gd name="connsiteX33-25889" fmla="*/ 6541900 w 10490654"/>
                  <a:gd name="connsiteY33-25890" fmla="*/ 168233 h 10394972"/>
                  <a:gd name="connsiteX34-25891" fmla="*/ 6681722 w 10490654"/>
                  <a:gd name="connsiteY34-25892" fmla="*/ 107503 h 10394972"/>
                  <a:gd name="connsiteX35-25893" fmla="*/ 7011678 w 10490654"/>
                  <a:gd name="connsiteY35-25894" fmla="*/ 198026 h 10394972"/>
                  <a:gd name="connsiteX36-25895" fmla="*/ 7232072 w 10490654"/>
                  <a:gd name="connsiteY36-25896" fmla="*/ 17917 h 10394972"/>
                  <a:gd name="connsiteX37-25897" fmla="*/ 7379107 w 10490654"/>
                  <a:gd name="connsiteY37-25898" fmla="*/ 0 h 10394972"/>
                  <a:gd name="connsiteX38-25899" fmla="*/ 7600859 w 10490654"/>
                  <a:gd name="connsiteY38-25900" fmla="*/ 41248 h 10394972"/>
                  <a:gd name="connsiteX39-25901" fmla="*/ 7910945 w 10490654"/>
                  <a:gd name="connsiteY39-25902" fmla="*/ 128753 h 10394972"/>
                  <a:gd name="connsiteX40-25903" fmla="*/ 8312727 w 10490654"/>
                  <a:gd name="connsiteY40-25904" fmla="*/ 59481 h 10394972"/>
                  <a:gd name="connsiteX41-25905" fmla="*/ 8647005 w 10490654"/>
                  <a:gd name="connsiteY41-25906" fmla="*/ 396707 h 10394972"/>
                  <a:gd name="connsiteX42-25907" fmla="*/ 8908472 w 10490654"/>
                  <a:gd name="connsiteY42-25908" fmla="*/ 544390 h 10394972"/>
                  <a:gd name="connsiteX43-25909" fmla="*/ 9146732 w 10490654"/>
                  <a:gd name="connsiteY43-25910" fmla="*/ 420846 h 10394972"/>
                  <a:gd name="connsiteX44-25911" fmla="*/ 9372965 w 10490654"/>
                  <a:gd name="connsiteY44-25912" fmla="*/ 466363 h 10394972"/>
                  <a:gd name="connsiteX45-25913" fmla="*/ 9518072 w 10490654"/>
                  <a:gd name="connsiteY45-25914" fmla="*/ 367819 h 10394972"/>
                  <a:gd name="connsiteX46-25915" fmla="*/ 9646301 w 10490654"/>
                  <a:gd name="connsiteY46-25916" fmla="*/ 369587 h 10394972"/>
                  <a:gd name="connsiteX47-25917" fmla="*/ 10002982 w 10490654"/>
                  <a:gd name="connsiteY47-25918" fmla="*/ 793772 h 10394972"/>
                  <a:gd name="connsiteX48-25919" fmla="*/ 10238509 w 10490654"/>
                  <a:gd name="connsiteY48-25920" fmla="*/ 987735 h 10394972"/>
                  <a:gd name="connsiteX49-25921" fmla="*/ 10224654 w 10490654"/>
                  <a:gd name="connsiteY49-25922" fmla="*/ 1250972 h 10394972"/>
                  <a:gd name="connsiteX50-25923" fmla="*/ 10238509 w 10490654"/>
                  <a:gd name="connsiteY50-25924" fmla="*/ 1444935 h 10394972"/>
                  <a:gd name="connsiteX51-25925" fmla="*/ 10243066 w 10490654"/>
                  <a:gd name="connsiteY51-25926" fmla="*/ 1580249 h 10394972"/>
                  <a:gd name="connsiteX52-25927" fmla="*/ 10490654 w 10490654"/>
                  <a:gd name="connsiteY52-25928" fmla="*/ 1753897 h 10394972"/>
                  <a:gd name="connsiteX53-25929" fmla="*/ 10077929 w 10490654"/>
                  <a:gd name="connsiteY53-25930" fmla="*/ 2207269 h 10394972"/>
                  <a:gd name="connsiteX54-25931" fmla="*/ 9781309 w 10490654"/>
                  <a:gd name="connsiteY54-25932" fmla="*/ 2497881 h 10394972"/>
                  <a:gd name="connsiteX55-25933" fmla="*/ 9580055 w 10490654"/>
                  <a:gd name="connsiteY55-25934" fmla="*/ 3426134 h 10394972"/>
                  <a:gd name="connsiteX56-25935" fmla="*/ 9532477 w 10490654"/>
                  <a:gd name="connsiteY56-25936" fmla="*/ 3685207 h 10394972"/>
                  <a:gd name="connsiteX57-25937" fmla="*/ 9365672 w 10490654"/>
                  <a:gd name="connsiteY57-25938" fmla="*/ 3911044 h 10394972"/>
                  <a:gd name="connsiteX58-25939" fmla="*/ 9310254 w 10490654"/>
                  <a:gd name="connsiteY58-25940" fmla="*/ 4077299 h 10394972"/>
                  <a:gd name="connsiteX59-25941" fmla="*/ 9236422 w 10490654"/>
                  <a:gd name="connsiteY59-25942" fmla="*/ 4285117 h 10394972"/>
                  <a:gd name="connsiteX60-25943" fmla="*/ 9205255 w 10490654"/>
                  <a:gd name="connsiteY60-25944" fmla="*/ 4430122 h 10394972"/>
                  <a:gd name="connsiteX61-25945" fmla="*/ 9337963 w 10490654"/>
                  <a:gd name="connsiteY61-25946" fmla="*/ 4659190 h 10394972"/>
                  <a:gd name="connsiteX62-25947" fmla="*/ 9382180 w 10490654"/>
                  <a:gd name="connsiteY62-25948" fmla="*/ 4915057 h 10394972"/>
                  <a:gd name="connsiteX63-25949" fmla="*/ 9397939 w 10490654"/>
                  <a:gd name="connsiteY63-25950" fmla="*/ 5208060 h 10394972"/>
                  <a:gd name="connsiteX64-25951" fmla="*/ 9383359 w 10490654"/>
                  <a:gd name="connsiteY64-25952" fmla="*/ 5615153 h 10394972"/>
                  <a:gd name="connsiteX65-25953" fmla="*/ 9518623 w 10490654"/>
                  <a:gd name="connsiteY65-25954" fmla="*/ 5975373 h 10394972"/>
                  <a:gd name="connsiteX66-25955" fmla="*/ 9545782 w 10490654"/>
                  <a:gd name="connsiteY66-25956" fmla="*/ 6377153 h 10394972"/>
                  <a:gd name="connsiteX67-25957" fmla="*/ 9933709 w 10490654"/>
                  <a:gd name="connsiteY67-25958" fmla="*/ 6862062 h 10394972"/>
                  <a:gd name="connsiteX68-25959" fmla="*/ 10094363 w 10490654"/>
                  <a:gd name="connsiteY68-25960" fmla="*/ 7221396 h 10394972"/>
                  <a:gd name="connsiteX69-25961" fmla="*/ 10232908 w 10490654"/>
                  <a:gd name="connsiteY69-25962" fmla="*/ 7514995 h 10394972"/>
                  <a:gd name="connsiteX70-25963" fmla="*/ 9670472 w 10490654"/>
                  <a:gd name="connsiteY70-25964" fmla="*/ 7540935 h 10394972"/>
                  <a:gd name="connsiteX71-25965" fmla="*/ 9337963 w 10490654"/>
                  <a:gd name="connsiteY71-25966" fmla="*/ 7651772 h 10394972"/>
                  <a:gd name="connsiteX72-25967" fmla="*/ 9102436 w 10490654"/>
                  <a:gd name="connsiteY72-25968" fmla="*/ 7790317 h 10394972"/>
                  <a:gd name="connsiteX73-25969" fmla="*/ 9019309 w 10490654"/>
                  <a:gd name="connsiteY73-25970" fmla="*/ 7998135 h 10394972"/>
                  <a:gd name="connsiteX74-25971" fmla="*/ 8956730 w 10490654"/>
                  <a:gd name="connsiteY74-25972" fmla="*/ 8095117 h 10394972"/>
                  <a:gd name="connsiteX75-25973" fmla="*/ 9027559 w 10490654"/>
                  <a:gd name="connsiteY75-25974" fmla="*/ 8524608 h 10394972"/>
                  <a:gd name="connsiteX76-25975" fmla="*/ 9030673 w 10490654"/>
                  <a:gd name="connsiteY76-25976" fmla="*/ 8758112 h 10394972"/>
                  <a:gd name="connsiteX77-25977" fmla="*/ 8991600 w 10490654"/>
                  <a:gd name="connsiteY77-25978" fmla="*/ 8967953 h 10394972"/>
                  <a:gd name="connsiteX78-25979" fmla="*/ 8894618 w 10490654"/>
                  <a:gd name="connsiteY78-25980" fmla="*/ 9272753 h 10394972"/>
                  <a:gd name="connsiteX79-25981" fmla="*/ 8922327 w 10490654"/>
                  <a:gd name="connsiteY79-25982" fmla="*/ 9535990 h 10394972"/>
                  <a:gd name="connsiteX80-25983" fmla="*/ 9144000 w 10490654"/>
                  <a:gd name="connsiteY80-25984" fmla="*/ 9702244 h 10394972"/>
                  <a:gd name="connsiteX81-25985" fmla="*/ 9353374 w 10490654"/>
                  <a:gd name="connsiteY81-25986" fmla="*/ 9853088 h 10394972"/>
                  <a:gd name="connsiteX82-25987" fmla="*/ 9529903 w 10490654"/>
                  <a:gd name="connsiteY82-25988" fmla="*/ 9905081 h 10394972"/>
                  <a:gd name="connsiteX83-25989" fmla="*/ 9625328 w 10490654"/>
                  <a:gd name="connsiteY83-25990" fmla="*/ 9791132 h 10394972"/>
                  <a:gd name="connsiteX84-25991" fmla="*/ 9667359 w 10490654"/>
                  <a:gd name="connsiteY84-25992" fmla="*/ 9803430 h 10394972"/>
                  <a:gd name="connsiteX85-25993" fmla="*/ 9668916 w 10490654"/>
                  <a:gd name="connsiteY85-25994" fmla="*/ 10256426 h 10394972"/>
                  <a:gd name="connsiteX86-25995" fmla="*/ 9495500 w 10490654"/>
                  <a:gd name="connsiteY86-25996" fmla="*/ 10306085 h 10394972"/>
                  <a:gd name="connsiteX87-25997" fmla="*/ 9310254 w 10490654"/>
                  <a:gd name="connsiteY87-25998" fmla="*/ 10394972 h 10394972"/>
                  <a:gd name="connsiteX88-25999" fmla="*/ 9227127 w 10490654"/>
                  <a:gd name="connsiteY88-26000" fmla="*/ 10242572 h 10394972"/>
                  <a:gd name="connsiteX89-26001" fmla="*/ 9033163 w 10490654"/>
                  <a:gd name="connsiteY89-26002" fmla="*/ 9993190 h 10394972"/>
                  <a:gd name="connsiteX90-26003" fmla="*/ 8825345 w 10490654"/>
                  <a:gd name="connsiteY90-26004" fmla="*/ 9813081 h 10394972"/>
                  <a:gd name="connsiteX91-26005" fmla="*/ 8534400 w 10490654"/>
                  <a:gd name="connsiteY91-26006" fmla="*/ 9702244 h 10394972"/>
                  <a:gd name="connsiteX92-26007" fmla="*/ 8423563 w 10490654"/>
                  <a:gd name="connsiteY92-26008" fmla="*/ 9646826 h 10394972"/>
                  <a:gd name="connsiteX93-26009" fmla="*/ 8285018 w 10490654"/>
                  <a:gd name="connsiteY93-26010" fmla="*/ 9480572 h 10394972"/>
                  <a:gd name="connsiteX94-26011" fmla="*/ 8257309 w 10490654"/>
                  <a:gd name="connsiteY94-26012" fmla="*/ 9342026 h 10394972"/>
                  <a:gd name="connsiteX95-26013" fmla="*/ 8146472 w 10490654"/>
                  <a:gd name="connsiteY95-26014" fmla="*/ 9355881 h 10394972"/>
                  <a:gd name="connsiteX96-26015" fmla="*/ 8091054 w 10490654"/>
                  <a:gd name="connsiteY96-26016" fmla="*/ 9577553 h 10394972"/>
                  <a:gd name="connsiteX97-26017" fmla="*/ 7806336 w 10490654"/>
                  <a:gd name="connsiteY97-26018" fmla="*/ 9583313 h 10394972"/>
                  <a:gd name="connsiteX98-26019" fmla="*/ 7567694 w 10490654"/>
                  <a:gd name="connsiteY98-26020" fmla="*/ 9520112 h 10394972"/>
                  <a:gd name="connsiteX99-26021" fmla="*/ 7466043 w 10490654"/>
                  <a:gd name="connsiteY99-26022" fmla="*/ 9471387 h 10394972"/>
                  <a:gd name="connsiteX100-26023" fmla="*/ 7287491 w 10490654"/>
                  <a:gd name="connsiteY100-26024" fmla="*/ 9449904 h 10394972"/>
                  <a:gd name="connsiteX101-26025" fmla="*/ 7221797 w 10490654"/>
                  <a:gd name="connsiteY101-26026" fmla="*/ 9121910 h 10394972"/>
                  <a:gd name="connsiteX102-26027" fmla="*/ 6954982 w 10490654"/>
                  <a:gd name="connsiteY102-26028" fmla="*/ 9189626 h 10394972"/>
                  <a:gd name="connsiteX103-26029" fmla="*/ 6710737 w 10490654"/>
                  <a:gd name="connsiteY103-26030" fmla="*/ 9262013 h 10394972"/>
                  <a:gd name="connsiteX104-26031" fmla="*/ 6674777 w 10490654"/>
                  <a:gd name="connsiteY104-26032" fmla="*/ 9062912 h 10394972"/>
                  <a:gd name="connsiteX105-26033" fmla="*/ 6511636 w 10490654"/>
                  <a:gd name="connsiteY105-26034" fmla="*/ 8954099 h 10394972"/>
                  <a:gd name="connsiteX106-26035" fmla="*/ 6428509 w 10490654"/>
                  <a:gd name="connsiteY106-26036" fmla="*/ 8954099 h 10394972"/>
                  <a:gd name="connsiteX107-26037" fmla="*/ 6325922 w 10490654"/>
                  <a:gd name="connsiteY107-26038" fmla="*/ 9057307 h 10394972"/>
                  <a:gd name="connsiteX108-26039" fmla="*/ 6167763 w 10490654"/>
                  <a:gd name="connsiteY108-26040" fmla="*/ 8978227 h 10394972"/>
                  <a:gd name="connsiteX109-26041" fmla="*/ 6002132 w 10490654"/>
                  <a:gd name="connsiteY109-26042" fmla="*/ 9093734 h 10394972"/>
                  <a:gd name="connsiteX110-26043" fmla="*/ 5749636 w 10490654"/>
                  <a:gd name="connsiteY110-26044" fmla="*/ 9051081 h 10394972"/>
                  <a:gd name="connsiteX111-26045" fmla="*/ 5674760 w 10490654"/>
                  <a:gd name="connsiteY111-26046" fmla="*/ 9081904 h 10394972"/>
                  <a:gd name="connsiteX112-26047" fmla="*/ 5507415 w 10490654"/>
                  <a:gd name="connsiteY112-26048" fmla="*/ 9128137 h 10394972"/>
                  <a:gd name="connsiteX113-26049" fmla="*/ 5505859 w 10490654"/>
                  <a:gd name="connsiteY113-26050" fmla="*/ 8870972 h 10394972"/>
                  <a:gd name="connsiteX114-26051" fmla="*/ 5505857 w 10490654"/>
                  <a:gd name="connsiteY114-26052" fmla="*/ 8634977 h 10394972"/>
                  <a:gd name="connsiteX115-26053" fmla="*/ 5336024 w 10490654"/>
                  <a:gd name="connsiteY115-26054" fmla="*/ 8333292 h 10394972"/>
                  <a:gd name="connsiteX116-26055" fmla="*/ 5230324 w 10490654"/>
                  <a:gd name="connsiteY116-26056" fmla="*/ 8082820 h 10394972"/>
                  <a:gd name="connsiteX117-26057" fmla="*/ 5317031 w 10490654"/>
                  <a:gd name="connsiteY117-26058" fmla="*/ 7610208 h 10394972"/>
                  <a:gd name="connsiteX118-26059" fmla="*/ 5201059 w 10490654"/>
                  <a:gd name="connsiteY118-26060" fmla="*/ 7320352 h 10394972"/>
                  <a:gd name="connsiteX119-26061" fmla="*/ 5250872 w 10490654"/>
                  <a:gd name="connsiteY119-26062" fmla="*/ 7069881 h 10394972"/>
                  <a:gd name="connsiteX120-26063" fmla="*/ 5245735 w 10490654"/>
                  <a:gd name="connsiteY120-26064" fmla="*/ 7018665 h 10394972"/>
                  <a:gd name="connsiteX121-26065" fmla="*/ 4577603 w 10490654"/>
                  <a:gd name="connsiteY121-26066" fmla="*/ 7013996 h 10394972"/>
                  <a:gd name="connsiteX122-26067" fmla="*/ 4528412 w 10490654"/>
                  <a:gd name="connsiteY122-26068" fmla="*/ 6840580 h 10394972"/>
                  <a:gd name="connsiteX123-26069" fmla="*/ 4038834 w 10490654"/>
                  <a:gd name="connsiteY123-26070" fmla="*/ 6816452 h 10394972"/>
                  <a:gd name="connsiteX124-26071" fmla="*/ 3976254 w 10490654"/>
                  <a:gd name="connsiteY124-26072" fmla="*/ 7069881 h 10394972"/>
                  <a:gd name="connsiteX125-26073" fmla="*/ 3932667 w 10490654"/>
                  <a:gd name="connsiteY125-26074" fmla="*/ 7281279 h 10394972"/>
                  <a:gd name="connsiteX126-26075" fmla="*/ 3884155 w 10490654"/>
                  <a:gd name="connsiteY126-26076" fmla="*/ 7403480 h 10394972"/>
                  <a:gd name="connsiteX127-26077" fmla="*/ 3572499 w 10490654"/>
                  <a:gd name="connsiteY127-26078" fmla="*/ 7365450 h 10394972"/>
                  <a:gd name="connsiteX128-26079" fmla="*/ 3311236 w 10490654"/>
                  <a:gd name="connsiteY128-26080" fmla="*/ 7402390 h 10394972"/>
                  <a:gd name="connsiteX129-26081" fmla="*/ 2921540 w 10490654"/>
                  <a:gd name="connsiteY129-26082" fmla="*/ 7414475 h 10394972"/>
                  <a:gd name="connsiteX130-26083" fmla="*/ 2784763 w 10490654"/>
                  <a:gd name="connsiteY130-26084" fmla="*/ 7139153 h 10394972"/>
                  <a:gd name="connsiteX131-26085" fmla="*/ 2604654 w 10490654"/>
                  <a:gd name="connsiteY131-26086" fmla="*/ 6862062 h 10394972"/>
                  <a:gd name="connsiteX132-26087" fmla="*/ 2410691 w 10490654"/>
                  <a:gd name="connsiteY132-26088" fmla="*/ 6363299 h 10394972"/>
                  <a:gd name="connsiteX133-26089" fmla="*/ 2327563 w 10490654"/>
                  <a:gd name="connsiteY133-26090" fmla="*/ 6224753 h 10394972"/>
                  <a:gd name="connsiteX134-26091" fmla="*/ 1662545 w 10490654"/>
                  <a:gd name="connsiteY134-26092" fmla="*/ 6197044 h 10394972"/>
                  <a:gd name="connsiteX135-26093" fmla="*/ 1233054 w 10490654"/>
                  <a:gd name="connsiteY135-26094" fmla="*/ 6197044 h 10394972"/>
                  <a:gd name="connsiteX136-26095" fmla="*/ 1136072 w 10490654"/>
                  <a:gd name="connsiteY136-26096" fmla="*/ 6252462 h 10394972"/>
                  <a:gd name="connsiteX137-26097" fmla="*/ 706582 w 10490654"/>
                  <a:gd name="connsiteY137-26098" fmla="*/ 6210899 h 10394972"/>
                  <a:gd name="connsiteX138-26099" fmla="*/ 318654 w 10490654"/>
                  <a:gd name="connsiteY138-26100" fmla="*/ 6238608 h 10394972"/>
                  <a:gd name="connsiteX139-26101" fmla="*/ 96982 w 10490654"/>
                  <a:gd name="connsiteY139-26102" fmla="*/ 6391008 h 10394972"/>
                  <a:gd name="connsiteX140-26103" fmla="*/ 0 w 10490654"/>
                  <a:gd name="connsiteY140-26104" fmla="*/ 6294026 h 10394972"/>
                  <a:gd name="connsiteX141-26105" fmla="*/ 83127 w 10490654"/>
                  <a:gd name="connsiteY141-26106" fmla="*/ 6238608 h 10394972"/>
                  <a:gd name="connsiteX0-26107" fmla="*/ 83127 w 10490654"/>
                  <a:gd name="connsiteY0-26108" fmla="*/ 6238608 h 10394972"/>
                  <a:gd name="connsiteX1-26109" fmla="*/ 96982 w 10490654"/>
                  <a:gd name="connsiteY1-26110" fmla="*/ 5795262 h 10394972"/>
                  <a:gd name="connsiteX2-26111" fmla="*/ 401782 w 10490654"/>
                  <a:gd name="connsiteY2-26112" fmla="*/ 5532026 h 10394972"/>
                  <a:gd name="connsiteX3-26113" fmla="*/ 651163 w 10490654"/>
                  <a:gd name="connsiteY3-26114" fmla="*/ 5670572 h 10394972"/>
                  <a:gd name="connsiteX4-26115" fmla="*/ 858982 w 10490654"/>
                  <a:gd name="connsiteY4-26116" fmla="*/ 5504317 h 10394972"/>
                  <a:gd name="connsiteX5-26117" fmla="*/ 997527 w 10490654"/>
                  <a:gd name="connsiteY5-26118" fmla="*/ 5351917 h 10394972"/>
                  <a:gd name="connsiteX6-26119" fmla="*/ 1080654 w 10490654"/>
                  <a:gd name="connsiteY6-26120" fmla="*/ 5435044 h 10394972"/>
                  <a:gd name="connsiteX7-26121" fmla="*/ 1269312 w 10490654"/>
                  <a:gd name="connsiteY7-26122" fmla="*/ 5679710 h 10394972"/>
                  <a:gd name="connsiteX8-26123" fmla="*/ 1523116 w 10490654"/>
                  <a:gd name="connsiteY8-26124" fmla="*/ 5481030 h 10394972"/>
                  <a:gd name="connsiteX9-26125" fmla="*/ 1731818 w 10490654"/>
                  <a:gd name="connsiteY9-26126" fmla="*/ 5296499 h 10394972"/>
                  <a:gd name="connsiteX10-26127" fmla="*/ 2022763 w 10490654"/>
                  <a:gd name="connsiteY10-26128" fmla="*/ 5060972 h 10394972"/>
                  <a:gd name="connsiteX11-26129" fmla="*/ 2119745 w 10490654"/>
                  <a:gd name="connsiteY11-26130" fmla="*/ 4631481 h 10394972"/>
                  <a:gd name="connsiteX12-26131" fmla="*/ 2172511 w 10490654"/>
                  <a:gd name="connsiteY12-26132" fmla="*/ 4164848 h 10394972"/>
                  <a:gd name="connsiteX13-26133" fmla="*/ 2355272 w 10490654"/>
                  <a:gd name="connsiteY13-26134" fmla="*/ 3855626 h 10394972"/>
                  <a:gd name="connsiteX14-26135" fmla="*/ 2752497 w 10490654"/>
                  <a:gd name="connsiteY14-26136" fmla="*/ 3475092 h 10394972"/>
                  <a:gd name="connsiteX15-26137" fmla="*/ 2978727 w 10490654"/>
                  <a:gd name="connsiteY15-26138" fmla="*/ 3259881 h 10394972"/>
                  <a:gd name="connsiteX16-26139" fmla="*/ 3006436 w 10490654"/>
                  <a:gd name="connsiteY16-26140" fmla="*/ 2816535 h 10394972"/>
                  <a:gd name="connsiteX17-26141" fmla="*/ 3075709 w 10490654"/>
                  <a:gd name="connsiteY17-26142" fmla="*/ 2525590 h 10394972"/>
                  <a:gd name="connsiteX18-26143" fmla="*/ 3075709 w 10490654"/>
                  <a:gd name="connsiteY18-26144" fmla="*/ 2317772 h 10394972"/>
                  <a:gd name="connsiteX19-26145" fmla="*/ 3214254 w 10490654"/>
                  <a:gd name="connsiteY19-26146" fmla="*/ 1985262 h 10394972"/>
                  <a:gd name="connsiteX20-26147" fmla="*/ 3214254 w 10490654"/>
                  <a:gd name="connsiteY20-26148" fmla="*/ 1694317 h 10394972"/>
                  <a:gd name="connsiteX21-26149" fmla="*/ 3513454 w 10490654"/>
                  <a:gd name="connsiteY21-26150" fmla="*/ 1126281 h 10394972"/>
                  <a:gd name="connsiteX22-26151" fmla="*/ 3463636 w 10490654"/>
                  <a:gd name="connsiteY22-26152" fmla="*/ 752208 h 10394972"/>
                  <a:gd name="connsiteX23-26153" fmla="*/ 3491345 w 10490654"/>
                  <a:gd name="connsiteY23-26154" fmla="*/ 544390 h 10394972"/>
                  <a:gd name="connsiteX24-26155" fmla="*/ 3823854 w 10490654"/>
                  <a:gd name="connsiteY24-26156" fmla="*/ 184172 h 10394972"/>
                  <a:gd name="connsiteX25-26157" fmla="*/ 4017818 w 10490654"/>
                  <a:gd name="connsiteY25-26158" fmla="*/ 59481 h 10394972"/>
                  <a:gd name="connsiteX26-26159" fmla="*/ 4433454 w 10490654"/>
                  <a:gd name="connsiteY26-26160" fmla="*/ 295008 h 10394972"/>
                  <a:gd name="connsiteX27-26161" fmla="*/ 4599709 w 10490654"/>
                  <a:gd name="connsiteY27-26162" fmla="*/ 488972 h 10394972"/>
                  <a:gd name="connsiteX28-26163" fmla="*/ 5070763 w 10490654"/>
                  <a:gd name="connsiteY28-26164" fmla="*/ 544390 h 10394972"/>
                  <a:gd name="connsiteX29-26165" fmla="*/ 5391187 w 10490654"/>
                  <a:gd name="connsiteY29-26166" fmla="*/ 603639 h 10394972"/>
                  <a:gd name="connsiteX30-26167" fmla="*/ 5568642 w 10490654"/>
                  <a:gd name="connsiteY30-26168" fmla="*/ 588271 h 10394972"/>
                  <a:gd name="connsiteX31-26169" fmla="*/ 5860472 w 10490654"/>
                  <a:gd name="connsiteY31-26170" fmla="*/ 281153 h 10394972"/>
                  <a:gd name="connsiteX32-26171" fmla="*/ 6123709 w 10490654"/>
                  <a:gd name="connsiteY32-26172" fmla="*/ 322717 h 10394972"/>
                  <a:gd name="connsiteX33-26173" fmla="*/ 6541900 w 10490654"/>
                  <a:gd name="connsiteY33-26174" fmla="*/ 168233 h 10394972"/>
                  <a:gd name="connsiteX34-26175" fmla="*/ 6681722 w 10490654"/>
                  <a:gd name="connsiteY34-26176" fmla="*/ 107503 h 10394972"/>
                  <a:gd name="connsiteX35-26177" fmla="*/ 7011678 w 10490654"/>
                  <a:gd name="connsiteY35-26178" fmla="*/ 198026 h 10394972"/>
                  <a:gd name="connsiteX36-26179" fmla="*/ 7232072 w 10490654"/>
                  <a:gd name="connsiteY36-26180" fmla="*/ 17917 h 10394972"/>
                  <a:gd name="connsiteX37-26181" fmla="*/ 7379107 w 10490654"/>
                  <a:gd name="connsiteY37-26182" fmla="*/ 0 h 10394972"/>
                  <a:gd name="connsiteX38-26183" fmla="*/ 7600859 w 10490654"/>
                  <a:gd name="connsiteY38-26184" fmla="*/ 41248 h 10394972"/>
                  <a:gd name="connsiteX39-26185" fmla="*/ 7910945 w 10490654"/>
                  <a:gd name="connsiteY39-26186" fmla="*/ 128753 h 10394972"/>
                  <a:gd name="connsiteX40-26187" fmla="*/ 8312727 w 10490654"/>
                  <a:gd name="connsiteY40-26188" fmla="*/ 59481 h 10394972"/>
                  <a:gd name="connsiteX41-26189" fmla="*/ 8647005 w 10490654"/>
                  <a:gd name="connsiteY41-26190" fmla="*/ 396707 h 10394972"/>
                  <a:gd name="connsiteX42-26191" fmla="*/ 8908472 w 10490654"/>
                  <a:gd name="connsiteY42-26192" fmla="*/ 544390 h 10394972"/>
                  <a:gd name="connsiteX43-26193" fmla="*/ 9146732 w 10490654"/>
                  <a:gd name="connsiteY43-26194" fmla="*/ 420846 h 10394972"/>
                  <a:gd name="connsiteX44-26195" fmla="*/ 9372965 w 10490654"/>
                  <a:gd name="connsiteY44-26196" fmla="*/ 466363 h 10394972"/>
                  <a:gd name="connsiteX45-26197" fmla="*/ 9518072 w 10490654"/>
                  <a:gd name="connsiteY45-26198" fmla="*/ 367819 h 10394972"/>
                  <a:gd name="connsiteX46-26199" fmla="*/ 9646301 w 10490654"/>
                  <a:gd name="connsiteY46-26200" fmla="*/ 369587 h 10394972"/>
                  <a:gd name="connsiteX47-26201" fmla="*/ 10002982 w 10490654"/>
                  <a:gd name="connsiteY47-26202" fmla="*/ 793772 h 10394972"/>
                  <a:gd name="connsiteX48-26203" fmla="*/ 10238509 w 10490654"/>
                  <a:gd name="connsiteY48-26204" fmla="*/ 987735 h 10394972"/>
                  <a:gd name="connsiteX49-26205" fmla="*/ 10224654 w 10490654"/>
                  <a:gd name="connsiteY49-26206" fmla="*/ 1250972 h 10394972"/>
                  <a:gd name="connsiteX50-26207" fmla="*/ 10238509 w 10490654"/>
                  <a:gd name="connsiteY50-26208" fmla="*/ 1444935 h 10394972"/>
                  <a:gd name="connsiteX51-26209" fmla="*/ 10243066 w 10490654"/>
                  <a:gd name="connsiteY51-26210" fmla="*/ 1580249 h 10394972"/>
                  <a:gd name="connsiteX52-26211" fmla="*/ 10490654 w 10490654"/>
                  <a:gd name="connsiteY52-26212" fmla="*/ 1753897 h 10394972"/>
                  <a:gd name="connsiteX53-26213" fmla="*/ 10077929 w 10490654"/>
                  <a:gd name="connsiteY53-26214" fmla="*/ 2207269 h 10394972"/>
                  <a:gd name="connsiteX54-26215" fmla="*/ 9781309 w 10490654"/>
                  <a:gd name="connsiteY54-26216" fmla="*/ 2497881 h 10394972"/>
                  <a:gd name="connsiteX55-26217" fmla="*/ 9580055 w 10490654"/>
                  <a:gd name="connsiteY55-26218" fmla="*/ 3426134 h 10394972"/>
                  <a:gd name="connsiteX56-26219" fmla="*/ 9532477 w 10490654"/>
                  <a:gd name="connsiteY56-26220" fmla="*/ 3685207 h 10394972"/>
                  <a:gd name="connsiteX57-26221" fmla="*/ 9365672 w 10490654"/>
                  <a:gd name="connsiteY57-26222" fmla="*/ 3911044 h 10394972"/>
                  <a:gd name="connsiteX58-26223" fmla="*/ 9310254 w 10490654"/>
                  <a:gd name="connsiteY58-26224" fmla="*/ 4077299 h 10394972"/>
                  <a:gd name="connsiteX59-26225" fmla="*/ 9236422 w 10490654"/>
                  <a:gd name="connsiteY59-26226" fmla="*/ 4285117 h 10394972"/>
                  <a:gd name="connsiteX60-26227" fmla="*/ 9205255 w 10490654"/>
                  <a:gd name="connsiteY60-26228" fmla="*/ 4430122 h 10394972"/>
                  <a:gd name="connsiteX61-26229" fmla="*/ 9337963 w 10490654"/>
                  <a:gd name="connsiteY61-26230" fmla="*/ 4659190 h 10394972"/>
                  <a:gd name="connsiteX62-26231" fmla="*/ 9382180 w 10490654"/>
                  <a:gd name="connsiteY62-26232" fmla="*/ 4915057 h 10394972"/>
                  <a:gd name="connsiteX63-26233" fmla="*/ 9397939 w 10490654"/>
                  <a:gd name="connsiteY63-26234" fmla="*/ 5208060 h 10394972"/>
                  <a:gd name="connsiteX64-26235" fmla="*/ 9383359 w 10490654"/>
                  <a:gd name="connsiteY64-26236" fmla="*/ 5615153 h 10394972"/>
                  <a:gd name="connsiteX65-26237" fmla="*/ 9518623 w 10490654"/>
                  <a:gd name="connsiteY65-26238" fmla="*/ 5975373 h 10394972"/>
                  <a:gd name="connsiteX66-26239" fmla="*/ 9540496 w 10490654"/>
                  <a:gd name="connsiteY66-26240" fmla="*/ 6403714 h 10394972"/>
                  <a:gd name="connsiteX67-26241" fmla="*/ 9933709 w 10490654"/>
                  <a:gd name="connsiteY67-26242" fmla="*/ 6862062 h 10394972"/>
                  <a:gd name="connsiteX68-26243" fmla="*/ 10094363 w 10490654"/>
                  <a:gd name="connsiteY68-26244" fmla="*/ 7221396 h 10394972"/>
                  <a:gd name="connsiteX69-26245" fmla="*/ 10232908 w 10490654"/>
                  <a:gd name="connsiteY69-26246" fmla="*/ 7514995 h 10394972"/>
                  <a:gd name="connsiteX70-26247" fmla="*/ 9670472 w 10490654"/>
                  <a:gd name="connsiteY70-26248" fmla="*/ 7540935 h 10394972"/>
                  <a:gd name="connsiteX71-26249" fmla="*/ 9337963 w 10490654"/>
                  <a:gd name="connsiteY71-26250" fmla="*/ 7651772 h 10394972"/>
                  <a:gd name="connsiteX72-26251" fmla="*/ 9102436 w 10490654"/>
                  <a:gd name="connsiteY72-26252" fmla="*/ 7790317 h 10394972"/>
                  <a:gd name="connsiteX73-26253" fmla="*/ 9019309 w 10490654"/>
                  <a:gd name="connsiteY73-26254" fmla="*/ 7998135 h 10394972"/>
                  <a:gd name="connsiteX74-26255" fmla="*/ 8956730 w 10490654"/>
                  <a:gd name="connsiteY74-26256" fmla="*/ 8095117 h 10394972"/>
                  <a:gd name="connsiteX75-26257" fmla="*/ 9027559 w 10490654"/>
                  <a:gd name="connsiteY75-26258" fmla="*/ 8524608 h 10394972"/>
                  <a:gd name="connsiteX76-26259" fmla="*/ 9030673 w 10490654"/>
                  <a:gd name="connsiteY76-26260" fmla="*/ 8758112 h 10394972"/>
                  <a:gd name="connsiteX77-26261" fmla="*/ 8991600 w 10490654"/>
                  <a:gd name="connsiteY77-26262" fmla="*/ 8967953 h 10394972"/>
                  <a:gd name="connsiteX78-26263" fmla="*/ 8894618 w 10490654"/>
                  <a:gd name="connsiteY78-26264" fmla="*/ 9272753 h 10394972"/>
                  <a:gd name="connsiteX79-26265" fmla="*/ 8922327 w 10490654"/>
                  <a:gd name="connsiteY79-26266" fmla="*/ 9535990 h 10394972"/>
                  <a:gd name="connsiteX80-26267" fmla="*/ 9144000 w 10490654"/>
                  <a:gd name="connsiteY80-26268" fmla="*/ 9702244 h 10394972"/>
                  <a:gd name="connsiteX81-26269" fmla="*/ 9353374 w 10490654"/>
                  <a:gd name="connsiteY81-26270" fmla="*/ 9853088 h 10394972"/>
                  <a:gd name="connsiteX82-26271" fmla="*/ 9529903 w 10490654"/>
                  <a:gd name="connsiteY82-26272" fmla="*/ 9905081 h 10394972"/>
                  <a:gd name="connsiteX83-26273" fmla="*/ 9625328 w 10490654"/>
                  <a:gd name="connsiteY83-26274" fmla="*/ 9791132 h 10394972"/>
                  <a:gd name="connsiteX84-26275" fmla="*/ 9667359 w 10490654"/>
                  <a:gd name="connsiteY84-26276" fmla="*/ 9803430 h 10394972"/>
                  <a:gd name="connsiteX85-26277" fmla="*/ 9668916 w 10490654"/>
                  <a:gd name="connsiteY85-26278" fmla="*/ 10256426 h 10394972"/>
                  <a:gd name="connsiteX86-26279" fmla="*/ 9495500 w 10490654"/>
                  <a:gd name="connsiteY86-26280" fmla="*/ 10306085 h 10394972"/>
                  <a:gd name="connsiteX87-26281" fmla="*/ 9310254 w 10490654"/>
                  <a:gd name="connsiteY87-26282" fmla="*/ 10394972 h 10394972"/>
                  <a:gd name="connsiteX88-26283" fmla="*/ 9227127 w 10490654"/>
                  <a:gd name="connsiteY88-26284" fmla="*/ 10242572 h 10394972"/>
                  <a:gd name="connsiteX89-26285" fmla="*/ 9033163 w 10490654"/>
                  <a:gd name="connsiteY89-26286" fmla="*/ 9993190 h 10394972"/>
                  <a:gd name="connsiteX90-26287" fmla="*/ 8825345 w 10490654"/>
                  <a:gd name="connsiteY90-26288" fmla="*/ 9813081 h 10394972"/>
                  <a:gd name="connsiteX91-26289" fmla="*/ 8534400 w 10490654"/>
                  <a:gd name="connsiteY91-26290" fmla="*/ 9702244 h 10394972"/>
                  <a:gd name="connsiteX92-26291" fmla="*/ 8423563 w 10490654"/>
                  <a:gd name="connsiteY92-26292" fmla="*/ 9646826 h 10394972"/>
                  <a:gd name="connsiteX93-26293" fmla="*/ 8285018 w 10490654"/>
                  <a:gd name="connsiteY93-26294" fmla="*/ 9480572 h 10394972"/>
                  <a:gd name="connsiteX94-26295" fmla="*/ 8257309 w 10490654"/>
                  <a:gd name="connsiteY94-26296" fmla="*/ 9342026 h 10394972"/>
                  <a:gd name="connsiteX95-26297" fmla="*/ 8146472 w 10490654"/>
                  <a:gd name="connsiteY95-26298" fmla="*/ 9355881 h 10394972"/>
                  <a:gd name="connsiteX96-26299" fmla="*/ 8091054 w 10490654"/>
                  <a:gd name="connsiteY96-26300" fmla="*/ 9577553 h 10394972"/>
                  <a:gd name="connsiteX97-26301" fmla="*/ 7806336 w 10490654"/>
                  <a:gd name="connsiteY97-26302" fmla="*/ 9583313 h 10394972"/>
                  <a:gd name="connsiteX98-26303" fmla="*/ 7567694 w 10490654"/>
                  <a:gd name="connsiteY98-26304" fmla="*/ 9520112 h 10394972"/>
                  <a:gd name="connsiteX99-26305" fmla="*/ 7466043 w 10490654"/>
                  <a:gd name="connsiteY99-26306" fmla="*/ 9471387 h 10394972"/>
                  <a:gd name="connsiteX100-26307" fmla="*/ 7287491 w 10490654"/>
                  <a:gd name="connsiteY100-26308" fmla="*/ 9449904 h 10394972"/>
                  <a:gd name="connsiteX101-26309" fmla="*/ 7221797 w 10490654"/>
                  <a:gd name="connsiteY101-26310" fmla="*/ 9121910 h 10394972"/>
                  <a:gd name="connsiteX102-26311" fmla="*/ 6954982 w 10490654"/>
                  <a:gd name="connsiteY102-26312" fmla="*/ 9189626 h 10394972"/>
                  <a:gd name="connsiteX103-26313" fmla="*/ 6710737 w 10490654"/>
                  <a:gd name="connsiteY103-26314" fmla="*/ 9262013 h 10394972"/>
                  <a:gd name="connsiteX104-26315" fmla="*/ 6674777 w 10490654"/>
                  <a:gd name="connsiteY104-26316" fmla="*/ 9062912 h 10394972"/>
                  <a:gd name="connsiteX105-26317" fmla="*/ 6511636 w 10490654"/>
                  <a:gd name="connsiteY105-26318" fmla="*/ 8954099 h 10394972"/>
                  <a:gd name="connsiteX106-26319" fmla="*/ 6428509 w 10490654"/>
                  <a:gd name="connsiteY106-26320" fmla="*/ 8954099 h 10394972"/>
                  <a:gd name="connsiteX107-26321" fmla="*/ 6325922 w 10490654"/>
                  <a:gd name="connsiteY107-26322" fmla="*/ 9057307 h 10394972"/>
                  <a:gd name="connsiteX108-26323" fmla="*/ 6167763 w 10490654"/>
                  <a:gd name="connsiteY108-26324" fmla="*/ 8978227 h 10394972"/>
                  <a:gd name="connsiteX109-26325" fmla="*/ 6002132 w 10490654"/>
                  <a:gd name="connsiteY109-26326" fmla="*/ 9093734 h 10394972"/>
                  <a:gd name="connsiteX110-26327" fmla="*/ 5749636 w 10490654"/>
                  <a:gd name="connsiteY110-26328" fmla="*/ 9051081 h 10394972"/>
                  <a:gd name="connsiteX111-26329" fmla="*/ 5674760 w 10490654"/>
                  <a:gd name="connsiteY111-26330" fmla="*/ 9081904 h 10394972"/>
                  <a:gd name="connsiteX112-26331" fmla="*/ 5507415 w 10490654"/>
                  <a:gd name="connsiteY112-26332" fmla="*/ 9128137 h 10394972"/>
                  <a:gd name="connsiteX113-26333" fmla="*/ 5505859 w 10490654"/>
                  <a:gd name="connsiteY113-26334" fmla="*/ 8870972 h 10394972"/>
                  <a:gd name="connsiteX114-26335" fmla="*/ 5505857 w 10490654"/>
                  <a:gd name="connsiteY114-26336" fmla="*/ 8634977 h 10394972"/>
                  <a:gd name="connsiteX115-26337" fmla="*/ 5336024 w 10490654"/>
                  <a:gd name="connsiteY115-26338" fmla="*/ 8333292 h 10394972"/>
                  <a:gd name="connsiteX116-26339" fmla="*/ 5230324 w 10490654"/>
                  <a:gd name="connsiteY116-26340" fmla="*/ 8082820 h 10394972"/>
                  <a:gd name="connsiteX117-26341" fmla="*/ 5317031 w 10490654"/>
                  <a:gd name="connsiteY117-26342" fmla="*/ 7610208 h 10394972"/>
                  <a:gd name="connsiteX118-26343" fmla="*/ 5201059 w 10490654"/>
                  <a:gd name="connsiteY118-26344" fmla="*/ 7320352 h 10394972"/>
                  <a:gd name="connsiteX119-26345" fmla="*/ 5250872 w 10490654"/>
                  <a:gd name="connsiteY119-26346" fmla="*/ 7069881 h 10394972"/>
                  <a:gd name="connsiteX120-26347" fmla="*/ 5245735 w 10490654"/>
                  <a:gd name="connsiteY120-26348" fmla="*/ 7018665 h 10394972"/>
                  <a:gd name="connsiteX121-26349" fmla="*/ 4577603 w 10490654"/>
                  <a:gd name="connsiteY121-26350" fmla="*/ 7013996 h 10394972"/>
                  <a:gd name="connsiteX122-26351" fmla="*/ 4528412 w 10490654"/>
                  <a:gd name="connsiteY122-26352" fmla="*/ 6840580 h 10394972"/>
                  <a:gd name="connsiteX123-26353" fmla="*/ 4038834 w 10490654"/>
                  <a:gd name="connsiteY123-26354" fmla="*/ 6816452 h 10394972"/>
                  <a:gd name="connsiteX124-26355" fmla="*/ 3976254 w 10490654"/>
                  <a:gd name="connsiteY124-26356" fmla="*/ 7069881 h 10394972"/>
                  <a:gd name="connsiteX125-26357" fmla="*/ 3932667 w 10490654"/>
                  <a:gd name="connsiteY125-26358" fmla="*/ 7281279 h 10394972"/>
                  <a:gd name="connsiteX126-26359" fmla="*/ 3884155 w 10490654"/>
                  <a:gd name="connsiteY126-26360" fmla="*/ 7403480 h 10394972"/>
                  <a:gd name="connsiteX127-26361" fmla="*/ 3572499 w 10490654"/>
                  <a:gd name="connsiteY127-26362" fmla="*/ 7365450 h 10394972"/>
                  <a:gd name="connsiteX128-26363" fmla="*/ 3311236 w 10490654"/>
                  <a:gd name="connsiteY128-26364" fmla="*/ 7402390 h 10394972"/>
                  <a:gd name="connsiteX129-26365" fmla="*/ 2921540 w 10490654"/>
                  <a:gd name="connsiteY129-26366" fmla="*/ 7414475 h 10394972"/>
                  <a:gd name="connsiteX130-26367" fmla="*/ 2784763 w 10490654"/>
                  <a:gd name="connsiteY130-26368" fmla="*/ 7139153 h 10394972"/>
                  <a:gd name="connsiteX131-26369" fmla="*/ 2604654 w 10490654"/>
                  <a:gd name="connsiteY131-26370" fmla="*/ 6862062 h 10394972"/>
                  <a:gd name="connsiteX132-26371" fmla="*/ 2410691 w 10490654"/>
                  <a:gd name="connsiteY132-26372" fmla="*/ 6363299 h 10394972"/>
                  <a:gd name="connsiteX133-26373" fmla="*/ 2327563 w 10490654"/>
                  <a:gd name="connsiteY133-26374" fmla="*/ 6224753 h 10394972"/>
                  <a:gd name="connsiteX134-26375" fmla="*/ 1662545 w 10490654"/>
                  <a:gd name="connsiteY134-26376" fmla="*/ 6197044 h 10394972"/>
                  <a:gd name="connsiteX135-26377" fmla="*/ 1233054 w 10490654"/>
                  <a:gd name="connsiteY135-26378" fmla="*/ 6197044 h 10394972"/>
                  <a:gd name="connsiteX136-26379" fmla="*/ 1136072 w 10490654"/>
                  <a:gd name="connsiteY136-26380" fmla="*/ 6252462 h 10394972"/>
                  <a:gd name="connsiteX137-26381" fmla="*/ 706582 w 10490654"/>
                  <a:gd name="connsiteY137-26382" fmla="*/ 6210899 h 10394972"/>
                  <a:gd name="connsiteX138-26383" fmla="*/ 318654 w 10490654"/>
                  <a:gd name="connsiteY138-26384" fmla="*/ 6238608 h 10394972"/>
                  <a:gd name="connsiteX139-26385" fmla="*/ 96982 w 10490654"/>
                  <a:gd name="connsiteY139-26386" fmla="*/ 6391008 h 10394972"/>
                  <a:gd name="connsiteX140-26387" fmla="*/ 0 w 10490654"/>
                  <a:gd name="connsiteY140-26388" fmla="*/ 6294026 h 10394972"/>
                  <a:gd name="connsiteX141-26389" fmla="*/ 83127 w 10490654"/>
                  <a:gd name="connsiteY141-26390" fmla="*/ 6238608 h 10394972"/>
                  <a:gd name="connsiteX0-26391" fmla="*/ 83127 w 10490654"/>
                  <a:gd name="connsiteY0-26392" fmla="*/ 6238608 h 10394972"/>
                  <a:gd name="connsiteX1-26393" fmla="*/ 96982 w 10490654"/>
                  <a:gd name="connsiteY1-26394" fmla="*/ 5795262 h 10394972"/>
                  <a:gd name="connsiteX2-26395" fmla="*/ 401782 w 10490654"/>
                  <a:gd name="connsiteY2-26396" fmla="*/ 5532026 h 10394972"/>
                  <a:gd name="connsiteX3-26397" fmla="*/ 651163 w 10490654"/>
                  <a:gd name="connsiteY3-26398" fmla="*/ 5670572 h 10394972"/>
                  <a:gd name="connsiteX4-26399" fmla="*/ 858982 w 10490654"/>
                  <a:gd name="connsiteY4-26400" fmla="*/ 5504317 h 10394972"/>
                  <a:gd name="connsiteX5-26401" fmla="*/ 997527 w 10490654"/>
                  <a:gd name="connsiteY5-26402" fmla="*/ 5351917 h 10394972"/>
                  <a:gd name="connsiteX6-26403" fmla="*/ 1080654 w 10490654"/>
                  <a:gd name="connsiteY6-26404" fmla="*/ 5435044 h 10394972"/>
                  <a:gd name="connsiteX7-26405" fmla="*/ 1269312 w 10490654"/>
                  <a:gd name="connsiteY7-26406" fmla="*/ 5679710 h 10394972"/>
                  <a:gd name="connsiteX8-26407" fmla="*/ 1523116 w 10490654"/>
                  <a:gd name="connsiteY8-26408" fmla="*/ 5481030 h 10394972"/>
                  <a:gd name="connsiteX9-26409" fmla="*/ 1731818 w 10490654"/>
                  <a:gd name="connsiteY9-26410" fmla="*/ 5296499 h 10394972"/>
                  <a:gd name="connsiteX10-26411" fmla="*/ 2022763 w 10490654"/>
                  <a:gd name="connsiteY10-26412" fmla="*/ 5060972 h 10394972"/>
                  <a:gd name="connsiteX11-26413" fmla="*/ 2119745 w 10490654"/>
                  <a:gd name="connsiteY11-26414" fmla="*/ 4631481 h 10394972"/>
                  <a:gd name="connsiteX12-26415" fmla="*/ 2172511 w 10490654"/>
                  <a:gd name="connsiteY12-26416" fmla="*/ 4164848 h 10394972"/>
                  <a:gd name="connsiteX13-26417" fmla="*/ 2355272 w 10490654"/>
                  <a:gd name="connsiteY13-26418" fmla="*/ 3855626 h 10394972"/>
                  <a:gd name="connsiteX14-26419" fmla="*/ 2752497 w 10490654"/>
                  <a:gd name="connsiteY14-26420" fmla="*/ 3475092 h 10394972"/>
                  <a:gd name="connsiteX15-26421" fmla="*/ 2978727 w 10490654"/>
                  <a:gd name="connsiteY15-26422" fmla="*/ 3259881 h 10394972"/>
                  <a:gd name="connsiteX16-26423" fmla="*/ 3006436 w 10490654"/>
                  <a:gd name="connsiteY16-26424" fmla="*/ 2816535 h 10394972"/>
                  <a:gd name="connsiteX17-26425" fmla="*/ 3075709 w 10490654"/>
                  <a:gd name="connsiteY17-26426" fmla="*/ 2525590 h 10394972"/>
                  <a:gd name="connsiteX18-26427" fmla="*/ 3075709 w 10490654"/>
                  <a:gd name="connsiteY18-26428" fmla="*/ 2317772 h 10394972"/>
                  <a:gd name="connsiteX19-26429" fmla="*/ 3214254 w 10490654"/>
                  <a:gd name="connsiteY19-26430" fmla="*/ 1985262 h 10394972"/>
                  <a:gd name="connsiteX20-26431" fmla="*/ 3214254 w 10490654"/>
                  <a:gd name="connsiteY20-26432" fmla="*/ 1694317 h 10394972"/>
                  <a:gd name="connsiteX21-26433" fmla="*/ 3513454 w 10490654"/>
                  <a:gd name="connsiteY21-26434" fmla="*/ 1126281 h 10394972"/>
                  <a:gd name="connsiteX22-26435" fmla="*/ 3463636 w 10490654"/>
                  <a:gd name="connsiteY22-26436" fmla="*/ 752208 h 10394972"/>
                  <a:gd name="connsiteX23-26437" fmla="*/ 3491345 w 10490654"/>
                  <a:gd name="connsiteY23-26438" fmla="*/ 544390 h 10394972"/>
                  <a:gd name="connsiteX24-26439" fmla="*/ 3823854 w 10490654"/>
                  <a:gd name="connsiteY24-26440" fmla="*/ 184172 h 10394972"/>
                  <a:gd name="connsiteX25-26441" fmla="*/ 4017818 w 10490654"/>
                  <a:gd name="connsiteY25-26442" fmla="*/ 59481 h 10394972"/>
                  <a:gd name="connsiteX26-26443" fmla="*/ 4433454 w 10490654"/>
                  <a:gd name="connsiteY26-26444" fmla="*/ 295008 h 10394972"/>
                  <a:gd name="connsiteX27-26445" fmla="*/ 4599709 w 10490654"/>
                  <a:gd name="connsiteY27-26446" fmla="*/ 488972 h 10394972"/>
                  <a:gd name="connsiteX28-26447" fmla="*/ 5070763 w 10490654"/>
                  <a:gd name="connsiteY28-26448" fmla="*/ 544390 h 10394972"/>
                  <a:gd name="connsiteX29-26449" fmla="*/ 5391187 w 10490654"/>
                  <a:gd name="connsiteY29-26450" fmla="*/ 603639 h 10394972"/>
                  <a:gd name="connsiteX30-26451" fmla="*/ 5568642 w 10490654"/>
                  <a:gd name="connsiteY30-26452" fmla="*/ 588271 h 10394972"/>
                  <a:gd name="connsiteX31-26453" fmla="*/ 5860472 w 10490654"/>
                  <a:gd name="connsiteY31-26454" fmla="*/ 281153 h 10394972"/>
                  <a:gd name="connsiteX32-26455" fmla="*/ 6123709 w 10490654"/>
                  <a:gd name="connsiteY32-26456" fmla="*/ 322717 h 10394972"/>
                  <a:gd name="connsiteX33-26457" fmla="*/ 6541900 w 10490654"/>
                  <a:gd name="connsiteY33-26458" fmla="*/ 168233 h 10394972"/>
                  <a:gd name="connsiteX34-26459" fmla="*/ 6681722 w 10490654"/>
                  <a:gd name="connsiteY34-26460" fmla="*/ 107503 h 10394972"/>
                  <a:gd name="connsiteX35-26461" fmla="*/ 7011678 w 10490654"/>
                  <a:gd name="connsiteY35-26462" fmla="*/ 198026 h 10394972"/>
                  <a:gd name="connsiteX36-26463" fmla="*/ 7232072 w 10490654"/>
                  <a:gd name="connsiteY36-26464" fmla="*/ 17917 h 10394972"/>
                  <a:gd name="connsiteX37-26465" fmla="*/ 7379107 w 10490654"/>
                  <a:gd name="connsiteY37-26466" fmla="*/ 0 h 10394972"/>
                  <a:gd name="connsiteX38-26467" fmla="*/ 7600859 w 10490654"/>
                  <a:gd name="connsiteY38-26468" fmla="*/ 41248 h 10394972"/>
                  <a:gd name="connsiteX39-26469" fmla="*/ 7910945 w 10490654"/>
                  <a:gd name="connsiteY39-26470" fmla="*/ 128753 h 10394972"/>
                  <a:gd name="connsiteX40-26471" fmla="*/ 8312727 w 10490654"/>
                  <a:gd name="connsiteY40-26472" fmla="*/ 59481 h 10394972"/>
                  <a:gd name="connsiteX41-26473" fmla="*/ 8647005 w 10490654"/>
                  <a:gd name="connsiteY41-26474" fmla="*/ 396707 h 10394972"/>
                  <a:gd name="connsiteX42-26475" fmla="*/ 8908472 w 10490654"/>
                  <a:gd name="connsiteY42-26476" fmla="*/ 544390 h 10394972"/>
                  <a:gd name="connsiteX43-26477" fmla="*/ 9146732 w 10490654"/>
                  <a:gd name="connsiteY43-26478" fmla="*/ 420846 h 10394972"/>
                  <a:gd name="connsiteX44-26479" fmla="*/ 9372965 w 10490654"/>
                  <a:gd name="connsiteY44-26480" fmla="*/ 466363 h 10394972"/>
                  <a:gd name="connsiteX45-26481" fmla="*/ 9518072 w 10490654"/>
                  <a:gd name="connsiteY45-26482" fmla="*/ 367819 h 10394972"/>
                  <a:gd name="connsiteX46-26483" fmla="*/ 9646301 w 10490654"/>
                  <a:gd name="connsiteY46-26484" fmla="*/ 369587 h 10394972"/>
                  <a:gd name="connsiteX47-26485" fmla="*/ 10002982 w 10490654"/>
                  <a:gd name="connsiteY47-26486" fmla="*/ 793772 h 10394972"/>
                  <a:gd name="connsiteX48-26487" fmla="*/ 10238509 w 10490654"/>
                  <a:gd name="connsiteY48-26488" fmla="*/ 987735 h 10394972"/>
                  <a:gd name="connsiteX49-26489" fmla="*/ 10224654 w 10490654"/>
                  <a:gd name="connsiteY49-26490" fmla="*/ 1250972 h 10394972"/>
                  <a:gd name="connsiteX50-26491" fmla="*/ 10238509 w 10490654"/>
                  <a:gd name="connsiteY50-26492" fmla="*/ 1444935 h 10394972"/>
                  <a:gd name="connsiteX51-26493" fmla="*/ 10243066 w 10490654"/>
                  <a:gd name="connsiteY51-26494" fmla="*/ 1580249 h 10394972"/>
                  <a:gd name="connsiteX52-26495" fmla="*/ 10490654 w 10490654"/>
                  <a:gd name="connsiteY52-26496" fmla="*/ 1753897 h 10394972"/>
                  <a:gd name="connsiteX53-26497" fmla="*/ 10077929 w 10490654"/>
                  <a:gd name="connsiteY53-26498" fmla="*/ 2207269 h 10394972"/>
                  <a:gd name="connsiteX54-26499" fmla="*/ 9781309 w 10490654"/>
                  <a:gd name="connsiteY54-26500" fmla="*/ 2497881 h 10394972"/>
                  <a:gd name="connsiteX55-26501" fmla="*/ 9580055 w 10490654"/>
                  <a:gd name="connsiteY55-26502" fmla="*/ 3426134 h 10394972"/>
                  <a:gd name="connsiteX56-26503" fmla="*/ 9532477 w 10490654"/>
                  <a:gd name="connsiteY56-26504" fmla="*/ 3685207 h 10394972"/>
                  <a:gd name="connsiteX57-26505" fmla="*/ 9365672 w 10490654"/>
                  <a:gd name="connsiteY57-26506" fmla="*/ 3911044 h 10394972"/>
                  <a:gd name="connsiteX58-26507" fmla="*/ 9310254 w 10490654"/>
                  <a:gd name="connsiteY58-26508" fmla="*/ 4077299 h 10394972"/>
                  <a:gd name="connsiteX59-26509" fmla="*/ 9236422 w 10490654"/>
                  <a:gd name="connsiteY59-26510" fmla="*/ 4285117 h 10394972"/>
                  <a:gd name="connsiteX60-26511" fmla="*/ 9205255 w 10490654"/>
                  <a:gd name="connsiteY60-26512" fmla="*/ 4430122 h 10394972"/>
                  <a:gd name="connsiteX61-26513" fmla="*/ 9337963 w 10490654"/>
                  <a:gd name="connsiteY61-26514" fmla="*/ 4659190 h 10394972"/>
                  <a:gd name="connsiteX62-26515" fmla="*/ 9382180 w 10490654"/>
                  <a:gd name="connsiteY62-26516" fmla="*/ 4915057 h 10394972"/>
                  <a:gd name="connsiteX63-26517" fmla="*/ 9397939 w 10490654"/>
                  <a:gd name="connsiteY63-26518" fmla="*/ 5208060 h 10394972"/>
                  <a:gd name="connsiteX64-26519" fmla="*/ 9383359 w 10490654"/>
                  <a:gd name="connsiteY64-26520" fmla="*/ 5615153 h 10394972"/>
                  <a:gd name="connsiteX65-26521" fmla="*/ 9518623 w 10490654"/>
                  <a:gd name="connsiteY65-26522" fmla="*/ 5975373 h 10394972"/>
                  <a:gd name="connsiteX66-26523" fmla="*/ 9540496 w 10490654"/>
                  <a:gd name="connsiteY66-26524" fmla="*/ 6403714 h 10394972"/>
                  <a:gd name="connsiteX67-26525" fmla="*/ 9933709 w 10490654"/>
                  <a:gd name="connsiteY67-26526" fmla="*/ 6862062 h 10394972"/>
                  <a:gd name="connsiteX68-26527" fmla="*/ 10052074 w 10490654"/>
                  <a:gd name="connsiteY68-26528" fmla="*/ 7221396 h 10394972"/>
                  <a:gd name="connsiteX69-26529" fmla="*/ 10232908 w 10490654"/>
                  <a:gd name="connsiteY69-26530" fmla="*/ 7514995 h 10394972"/>
                  <a:gd name="connsiteX70-26531" fmla="*/ 9670472 w 10490654"/>
                  <a:gd name="connsiteY70-26532" fmla="*/ 7540935 h 10394972"/>
                  <a:gd name="connsiteX71-26533" fmla="*/ 9337963 w 10490654"/>
                  <a:gd name="connsiteY71-26534" fmla="*/ 7651772 h 10394972"/>
                  <a:gd name="connsiteX72-26535" fmla="*/ 9102436 w 10490654"/>
                  <a:gd name="connsiteY72-26536" fmla="*/ 7790317 h 10394972"/>
                  <a:gd name="connsiteX73-26537" fmla="*/ 9019309 w 10490654"/>
                  <a:gd name="connsiteY73-26538" fmla="*/ 7998135 h 10394972"/>
                  <a:gd name="connsiteX74-26539" fmla="*/ 8956730 w 10490654"/>
                  <a:gd name="connsiteY74-26540" fmla="*/ 8095117 h 10394972"/>
                  <a:gd name="connsiteX75-26541" fmla="*/ 9027559 w 10490654"/>
                  <a:gd name="connsiteY75-26542" fmla="*/ 8524608 h 10394972"/>
                  <a:gd name="connsiteX76-26543" fmla="*/ 9030673 w 10490654"/>
                  <a:gd name="connsiteY76-26544" fmla="*/ 8758112 h 10394972"/>
                  <a:gd name="connsiteX77-26545" fmla="*/ 8991600 w 10490654"/>
                  <a:gd name="connsiteY77-26546" fmla="*/ 8967953 h 10394972"/>
                  <a:gd name="connsiteX78-26547" fmla="*/ 8894618 w 10490654"/>
                  <a:gd name="connsiteY78-26548" fmla="*/ 9272753 h 10394972"/>
                  <a:gd name="connsiteX79-26549" fmla="*/ 8922327 w 10490654"/>
                  <a:gd name="connsiteY79-26550" fmla="*/ 9535990 h 10394972"/>
                  <a:gd name="connsiteX80-26551" fmla="*/ 9144000 w 10490654"/>
                  <a:gd name="connsiteY80-26552" fmla="*/ 9702244 h 10394972"/>
                  <a:gd name="connsiteX81-26553" fmla="*/ 9353374 w 10490654"/>
                  <a:gd name="connsiteY81-26554" fmla="*/ 9853088 h 10394972"/>
                  <a:gd name="connsiteX82-26555" fmla="*/ 9529903 w 10490654"/>
                  <a:gd name="connsiteY82-26556" fmla="*/ 9905081 h 10394972"/>
                  <a:gd name="connsiteX83-26557" fmla="*/ 9625328 w 10490654"/>
                  <a:gd name="connsiteY83-26558" fmla="*/ 9791132 h 10394972"/>
                  <a:gd name="connsiteX84-26559" fmla="*/ 9667359 w 10490654"/>
                  <a:gd name="connsiteY84-26560" fmla="*/ 9803430 h 10394972"/>
                  <a:gd name="connsiteX85-26561" fmla="*/ 9668916 w 10490654"/>
                  <a:gd name="connsiteY85-26562" fmla="*/ 10256426 h 10394972"/>
                  <a:gd name="connsiteX86-26563" fmla="*/ 9495500 w 10490654"/>
                  <a:gd name="connsiteY86-26564" fmla="*/ 10306085 h 10394972"/>
                  <a:gd name="connsiteX87-26565" fmla="*/ 9310254 w 10490654"/>
                  <a:gd name="connsiteY87-26566" fmla="*/ 10394972 h 10394972"/>
                  <a:gd name="connsiteX88-26567" fmla="*/ 9227127 w 10490654"/>
                  <a:gd name="connsiteY88-26568" fmla="*/ 10242572 h 10394972"/>
                  <a:gd name="connsiteX89-26569" fmla="*/ 9033163 w 10490654"/>
                  <a:gd name="connsiteY89-26570" fmla="*/ 9993190 h 10394972"/>
                  <a:gd name="connsiteX90-26571" fmla="*/ 8825345 w 10490654"/>
                  <a:gd name="connsiteY90-26572" fmla="*/ 9813081 h 10394972"/>
                  <a:gd name="connsiteX91-26573" fmla="*/ 8534400 w 10490654"/>
                  <a:gd name="connsiteY91-26574" fmla="*/ 9702244 h 10394972"/>
                  <a:gd name="connsiteX92-26575" fmla="*/ 8423563 w 10490654"/>
                  <a:gd name="connsiteY92-26576" fmla="*/ 9646826 h 10394972"/>
                  <a:gd name="connsiteX93-26577" fmla="*/ 8285018 w 10490654"/>
                  <a:gd name="connsiteY93-26578" fmla="*/ 9480572 h 10394972"/>
                  <a:gd name="connsiteX94-26579" fmla="*/ 8257309 w 10490654"/>
                  <a:gd name="connsiteY94-26580" fmla="*/ 9342026 h 10394972"/>
                  <a:gd name="connsiteX95-26581" fmla="*/ 8146472 w 10490654"/>
                  <a:gd name="connsiteY95-26582" fmla="*/ 9355881 h 10394972"/>
                  <a:gd name="connsiteX96-26583" fmla="*/ 8091054 w 10490654"/>
                  <a:gd name="connsiteY96-26584" fmla="*/ 9577553 h 10394972"/>
                  <a:gd name="connsiteX97-26585" fmla="*/ 7806336 w 10490654"/>
                  <a:gd name="connsiteY97-26586" fmla="*/ 9583313 h 10394972"/>
                  <a:gd name="connsiteX98-26587" fmla="*/ 7567694 w 10490654"/>
                  <a:gd name="connsiteY98-26588" fmla="*/ 9520112 h 10394972"/>
                  <a:gd name="connsiteX99-26589" fmla="*/ 7466043 w 10490654"/>
                  <a:gd name="connsiteY99-26590" fmla="*/ 9471387 h 10394972"/>
                  <a:gd name="connsiteX100-26591" fmla="*/ 7287491 w 10490654"/>
                  <a:gd name="connsiteY100-26592" fmla="*/ 9449904 h 10394972"/>
                  <a:gd name="connsiteX101-26593" fmla="*/ 7221797 w 10490654"/>
                  <a:gd name="connsiteY101-26594" fmla="*/ 9121910 h 10394972"/>
                  <a:gd name="connsiteX102-26595" fmla="*/ 6954982 w 10490654"/>
                  <a:gd name="connsiteY102-26596" fmla="*/ 9189626 h 10394972"/>
                  <a:gd name="connsiteX103-26597" fmla="*/ 6710737 w 10490654"/>
                  <a:gd name="connsiteY103-26598" fmla="*/ 9262013 h 10394972"/>
                  <a:gd name="connsiteX104-26599" fmla="*/ 6674777 w 10490654"/>
                  <a:gd name="connsiteY104-26600" fmla="*/ 9062912 h 10394972"/>
                  <a:gd name="connsiteX105-26601" fmla="*/ 6511636 w 10490654"/>
                  <a:gd name="connsiteY105-26602" fmla="*/ 8954099 h 10394972"/>
                  <a:gd name="connsiteX106-26603" fmla="*/ 6428509 w 10490654"/>
                  <a:gd name="connsiteY106-26604" fmla="*/ 8954099 h 10394972"/>
                  <a:gd name="connsiteX107-26605" fmla="*/ 6325922 w 10490654"/>
                  <a:gd name="connsiteY107-26606" fmla="*/ 9057307 h 10394972"/>
                  <a:gd name="connsiteX108-26607" fmla="*/ 6167763 w 10490654"/>
                  <a:gd name="connsiteY108-26608" fmla="*/ 8978227 h 10394972"/>
                  <a:gd name="connsiteX109-26609" fmla="*/ 6002132 w 10490654"/>
                  <a:gd name="connsiteY109-26610" fmla="*/ 9093734 h 10394972"/>
                  <a:gd name="connsiteX110-26611" fmla="*/ 5749636 w 10490654"/>
                  <a:gd name="connsiteY110-26612" fmla="*/ 9051081 h 10394972"/>
                  <a:gd name="connsiteX111-26613" fmla="*/ 5674760 w 10490654"/>
                  <a:gd name="connsiteY111-26614" fmla="*/ 9081904 h 10394972"/>
                  <a:gd name="connsiteX112-26615" fmla="*/ 5507415 w 10490654"/>
                  <a:gd name="connsiteY112-26616" fmla="*/ 9128137 h 10394972"/>
                  <a:gd name="connsiteX113-26617" fmla="*/ 5505859 w 10490654"/>
                  <a:gd name="connsiteY113-26618" fmla="*/ 8870972 h 10394972"/>
                  <a:gd name="connsiteX114-26619" fmla="*/ 5505857 w 10490654"/>
                  <a:gd name="connsiteY114-26620" fmla="*/ 8634977 h 10394972"/>
                  <a:gd name="connsiteX115-26621" fmla="*/ 5336024 w 10490654"/>
                  <a:gd name="connsiteY115-26622" fmla="*/ 8333292 h 10394972"/>
                  <a:gd name="connsiteX116-26623" fmla="*/ 5230324 w 10490654"/>
                  <a:gd name="connsiteY116-26624" fmla="*/ 8082820 h 10394972"/>
                  <a:gd name="connsiteX117-26625" fmla="*/ 5317031 w 10490654"/>
                  <a:gd name="connsiteY117-26626" fmla="*/ 7610208 h 10394972"/>
                  <a:gd name="connsiteX118-26627" fmla="*/ 5201059 w 10490654"/>
                  <a:gd name="connsiteY118-26628" fmla="*/ 7320352 h 10394972"/>
                  <a:gd name="connsiteX119-26629" fmla="*/ 5250872 w 10490654"/>
                  <a:gd name="connsiteY119-26630" fmla="*/ 7069881 h 10394972"/>
                  <a:gd name="connsiteX120-26631" fmla="*/ 5245735 w 10490654"/>
                  <a:gd name="connsiteY120-26632" fmla="*/ 7018665 h 10394972"/>
                  <a:gd name="connsiteX121-26633" fmla="*/ 4577603 w 10490654"/>
                  <a:gd name="connsiteY121-26634" fmla="*/ 7013996 h 10394972"/>
                  <a:gd name="connsiteX122-26635" fmla="*/ 4528412 w 10490654"/>
                  <a:gd name="connsiteY122-26636" fmla="*/ 6840580 h 10394972"/>
                  <a:gd name="connsiteX123-26637" fmla="*/ 4038834 w 10490654"/>
                  <a:gd name="connsiteY123-26638" fmla="*/ 6816452 h 10394972"/>
                  <a:gd name="connsiteX124-26639" fmla="*/ 3976254 w 10490654"/>
                  <a:gd name="connsiteY124-26640" fmla="*/ 7069881 h 10394972"/>
                  <a:gd name="connsiteX125-26641" fmla="*/ 3932667 w 10490654"/>
                  <a:gd name="connsiteY125-26642" fmla="*/ 7281279 h 10394972"/>
                  <a:gd name="connsiteX126-26643" fmla="*/ 3884155 w 10490654"/>
                  <a:gd name="connsiteY126-26644" fmla="*/ 7403480 h 10394972"/>
                  <a:gd name="connsiteX127-26645" fmla="*/ 3572499 w 10490654"/>
                  <a:gd name="connsiteY127-26646" fmla="*/ 7365450 h 10394972"/>
                  <a:gd name="connsiteX128-26647" fmla="*/ 3311236 w 10490654"/>
                  <a:gd name="connsiteY128-26648" fmla="*/ 7402390 h 10394972"/>
                  <a:gd name="connsiteX129-26649" fmla="*/ 2921540 w 10490654"/>
                  <a:gd name="connsiteY129-26650" fmla="*/ 7414475 h 10394972"/>
                  <a:gd name="connsiteX130-26651" fmla="*/ 2784763 w 10490654"/>
                  <a:gd name="connsiteY130-26652" fmla="*/ 7139153 h 10394972"/>
                  <a:gd name="connsiteX131-26653" fmla="*/ 2604654 w 10490654"/>
                  <a:gd name="connsiteY131-26654" fmla="*/ 6862062 h 10394972"/>
                  <a:gd name="connsiteX132-26655" fmla="*/ 2410691 w 10490654"/>
                  <a:gd name="connsiteY132-26656" fmla="*/ 6363299 h 10394972"/>
                  <a:gd name="connsiteX133-26657" fmla="*/ 2327563 w 10490654"/>
                  <a:gd name="connsiteY133-26658" fmla="*/ 6224753 h 10394972"/>
                  <a:gd name="connsiteX134-26659" fmla="*/ 1662545 w 10490654"/>
                  <a:gd name="connsiteY134-26660" fmla="*/ 6197044 h 10394972"/>
                  <a:gd name="connsiteX135-26661" fmla="*/ 1233054 w 10490654"/>
                  <a:gd name="connsiteY135-26662" fmla="*/ 6197044 h 10394972"/>
                  <a:gd name="connsiteX136-26663" fmla="*/ 1136072 w 10490654"/>
                  <a:gd name="connsiteY136-26664" fmla="*/ 6252462 h 10394972"/>
                  <a:gd name="connsiteX137-26665" fmla="*/ 706582 w 10490654"/>
                  <a:gd name="connsiteY137-26666" fmla="*/ 6210899 h 10394972"/>
                  <a:gd name="connsiteX138-26667" fmla="*/ 318654 w 10490654"/>
                  <a:gd name="connsiteY138-26668" fmla="*/ 6238608 h 10394972"/>
                  <a:gd name="connsiteX139-26669" fmla="*/ 96982 w 10490654"/>
                  <a:gd name="connsiteY139-26670" fmla="*/ 6391008 h 10394972"/>
                  <a:gd name="connsiteX140-26671" fmla="*/ 0 w 10490654"/>
                  <a:gd name="connsiteY140-26672" fmla="*/ 6294026 h 10394972"/>
                  <a:gd name="connsiteX141-26673" fmla="*/ 83127 w 10490654"/>
                  <a:gd name="connsiteY141-26674" fmla="*/ 6238608 h 10394972"/>
                  <a:gd name="connsiteX0-26675" fmla="*/ 83127 w 10490654"/>
                  <a:gd name="connsiteY0-26676" fmla="*/ 6238608 h 10394972"/>
                  <a:gd name="connsiteX1-26677" fmla="*/ 96982 w 10490654"/>
                  <a:gd name="connsiteY1-26678" fmla="*/ 5795262 h 10394972"/>
                  <a:gd name="connsiteX2-26679" fmla="*/ 401782 w 10490654"/>
                  <a:gd name="connsiteY2-26680" fmla="*/ 5532026 h 10394972"/>
                  <a:gd name="connsiteX3-26681" fmla="*/ 651163 w 10490654"/>
                  <a:gd name="connsiteY3-26682" fmla="*/ 5670572 h 10394972"/>
                  <a:gd name="connsiteX4-26683" fmla="*/ 858982 w 10490654"/>
                  <a:gd name="connsiteY4-26684" fmla="*/ 5504317 h 10394972"/>
                  <a:gd name="connsiteX5-26685" fmla="*/ 997527 w 10490654"/>
                  <a:gd name="connsiteY5-26686" fmla="*/ 5351917 h 10394972"/>
                  <a:gd name="connsiteX6-26687" fmla="*/ 1080654 w 10490654"/>
                  <a:gd name="connsiteY6-26688" fmla="*/ 5435044 h 10394972"/>
                  <a:gd name="connsiteX7-26689" fmla="*/ 1269312 w 10490654"/>
                  <a:gd name="connsiteY7-26690" fmla="*/ 5679710 h 10394972"/>
                  <a:gd name="connsiteX8-26691" fmla="*/ 1523116 w 10490654"/>
                  <a:gd name="connsiteY8-26692" fmla="*/ 5481030 h 10394972"/>
                  <a:gd name="connsiteX9-26693" fmla="*/ 1731818 w 10490654"/>
                  <a:gd name="connsiteY9-26694" fmla="*/ 5296499 h 10394972"/>
                  <a:gd name="connsiteX10-26695" fmla="*/ 2022763 w 10490654"/>
                  <a:gd name="connsiteY10-26696" fmla="*/ 5060972 h 10394972"/>
                  <a:gd name="connsiteX11-26697" fmla="*/ 2119745 w 10490654"/>
                  <a:gd name="connsiteY11-26698" fmla="*/ 4631481 h 10394972"/>
                  <a:gd name="connsiteX12-26699" fmla="*/ 2172511 w 10490654"/>
                  <a:gd name="connsiteY12-26700" fmla="*/ 4164848 h 10394972"/>
                  <a:gd name="connsiteX13-26701" fmla="*/ 2355272 w 10490654"/>
                  <a:gd name="connsiteY13-26702" fmla="*/ 3855626 h 10394972"/>
                  <a:gd name="connsiteX14-26703" fmla="*/ 2752497 w 10490654"/>
                  <a:gd name="connsiteY14-26704" fmla="*/ 3475092 h 10394972"/>
                  <a:gd name="connsiteX15-26705" fmla="*/ 2978727 w 10490654"/>
                  <a:gd name="connsiteY15-26706" fmla="*/ 3259881 h 10394972"/>
                  <a:gd name="connsiteX16-26707" fmla="*/ 3006436 w 10490654"/>
                  <a:gd name="connsiteY16-26708" fmla="*/ 2816535 h 10394972"/>
                  <a:gd name="connsiteX17-26709" fmla="*/ 3075709 w 10490654"/>
                  <a:gd name="connsiteY17-26710" fmla="*/ 2525590 h 10394972"/>
                  <a:gd name="connsiteX18-26711" fmla="*/ 3075709 w 10490654"/>
                  <a:gd name="connsiteY18-26712" fmla="*/ 2317772 h 10394972"/>
                  <a:gd name="connsiteX19-26713" fmla="*/ 3214254 w 10490654"/>
                  <a:gd name="connsiteY19-26714" fmla="*/ 1985262 h 10394972"/>
                  <a:gd name="connsiteX20-26715" fmla="*/ 3214254 w 10490654"/>
                  <a:gd name="connsiteY20-26716" fmla="*/ 1694317 h 10394972"/>
                  <a:gd name="connsiteX21-26717" fmla="*/ 3513454 w 10490654"/>
                  <a:gd name="connsiteY21-26718" fmla="*/ 1126281 h 10394972"/>
                  <a:gd name="connsiteX22-26719" fmla="*/ 3463636 w 10490654"/>
                  <a:gd name="connsiteY22-26720" fmla="*/ 752208 h 10394972"/>
                  <a:gd name="connsiteX23-26721" fmla="*/ 3491345 w 10490654"/>
                  <a:gd name="connsiteY23-26722" fmla="*/ 544390 h 10394972"/>
                  <a:gd name="connsiteX24-26723" fmla="*/ 3823854 w 10490654"/>
                  <a:gd name="connsiteY24-26724" fmla="*/ 184172 h 10394972"/>
                  <a:gd name="connsiteX25-26725" fmla="*/ 4017818 w 10490654"/>
                  <a:gd name="connsiteY25-26726" fmla="*/ 59481 h 10394972"/>
                  <a:gd name="connsiteX26-26727" fmla="*/ 4433454 w 10490654"/>
                  <a:gd name="connsiteY26-26728" fmla="*/ 295008 h 10394972"/>
                  <a:gd name="connsiteX27-26729" fmla="*/ 4599709 w 10490654"/>
                  <a:gd name="connsiteY27-26730" fmla="*/ 488972 h 10394972"/>
                  <a:gd name="connsiteX28-26731" fmla="*/ 5070763 w 10490654"/>
                  <a:gd name="connsiteY28-26732" fmla="*/ 544390 h 10394972"/>
                  <a:gd name="connsiteX29-26733" fmla="*/ 5391187 w 10490654"/>
                  <a:gd name="connsiteY29-26734" fmla="*/ 603639 h 10394972"/>
                  <a:gd name="connsiteX30-26735" fmla="*/ 5568642 w 10490654"/>
                  <a:gd name="connsiteY30-26736" fmla="*/ 588271 h 10394972"/>
                  <a:gd name="connsiteX31-26737" fmla="*/ 5860472 w 10490654"/>
                  <a:gd name="connsiteY31-26738" fmla="*/ 281153 h 10394972"/>
                  <a:gd name="connsiteX32-26739" fmla="*/ 6123709 w 10490654"/>
                  <a:gd name="connsiteY32-26740" fmla="*/ 322717 h 10394972"/>
                  <a:gd name="connsiteX33-26741" fmla="*/ 6541900 w 10490654"/>
                  <a:gd name="connsiteY33-26742" fmla="*/ 168233 h 10394972"/>
                  <a:gd name="connsiteX34-26743" fmla="*/ 6681722 w 10490654"/>
                  <a:gd name="connsiteY34-26744" fmla="*/ 107503 h 10394972"/>
                  <a:gd name="connsiteX35-26745" fmla="*/ 7011678 w 10490654"/>
                  <a:gd name="connsiteY35-26746" fmla="*/ 198026 h 10394972"/>
                  <a:gd name="connsiteX36-26747" fmla="*/ 7232072 w 10490654"/>
                  <a:gd name="connsiteY36-26748" fmla="*/ 17917 h 10394972"/>
                  <a:gd name="connsiteX37-26749" fmla="*/ 7379107 w 10490654"/>
                  <a:gd name="connsiteY37-26750" fmla="*/ 0 h 10394972"/>
                  <a:gd name="connsiteX38-26751" fmla="*/ 7600859 w 10490654"/>
                  <a:gd name="connsiteY38-26752" fmla="*/ 41248 h 10394972"/>
                  <a:gd name="connsiteX39-26753" fmla="*/ 7910945 w 10490654"/>
                  <a:gd name="connsiteY39-26754" fmla="*/ 128753 h 10394972"/>
                  <a:gd name="connsiteX40-26755" fmla="*/ 8312727 w 10490654"/>
                  <a:gd name="connsiteY40-26756" fmla="*/ 59481 h 10394972"/>
                  <a:gd name="connsiteX41-26757" fmla="*/ 8647005 w 10490654"/>
                  <a:gd name="connsiteY41-26758" fmla="*/ 396707 h 10394972"/>
                  <a:gd name="connsiteX42-26759" fmla="*/ 8908472 w 10490654"/>
                  <a:gd name="connsiteY42-26760" fmla="*/ 544390 h 10394972"/>
                  <a:gd name="connsiteX43-26761" fmla="*/ 9146732 w 10490654"/>
                  <a:gd name="connsiteY43-26762" fmla="*/ 420846 h 10394972"/>
                  <a:gd name="connsiteX44-26763" fmla="*/ 9372965 w 10490654"/>
                  <a:gd name="connsiteY44-26764" fmla="*/ 466363 h 10394972"/>
                  <a:gd name="connsiteX45-26765" fmla="*/ 9518072 w 10490654"/>
                  <a:gd name="connsiteY45-26766" fmla="*/ 367819 h 10394972"/>
                  <a:gd name="connsiteX46-26767" fmla="*/ 9646301 w 10490654"/>
                  <a:gd name="connsiteY46-26768" fmla="*/ 369587 h 10394972"/>
                  <a:gd name="connsiteX47-26769" fmla="*/ 10002982 w 10490654"/>
                  <a:gd name="connsiteY47-26770" fmla="*/ 793772 h 10394972"/>
                  <a:gd name="connsiteX48-26771" fmla="*/ 10238509 w 10490654"/>
                  <a:gd name="connsiteY48-26772" fmla="*/ 987735 h 10394972"/>
                  <a:gd name="connsiteX49-26773" fmla="*/ 10224654 w 10490654"/>
                  <a:gd name="connsiteY49-26774" fmla="*/ 1250972 h 10394972"/>
                  <a:gd name="connsiteX50-26775" fmla="*/ 10238509 w 10490654"/>
                  <a:gd name="connsiteY50-26776" fmla="*/ 1444935 h 10394972"/>
                  <a:gd name="connsiteX51-26777" fmla="*/ 10243066 w 10490654"/>
                  <a:gd name="connsiteY51-26778" fmla="*/ 1580249 h 10394972"/>
                  <a:gd name="connsiteX52-26779" fmla="*/ 10490654 w 10490654"/>
                  <a:gd name="connsiteY52-26780" fmla="*/ 1753897 h 10394972"/>
                  <a:gd name="connsiteX53-26781" fmla="*/ 10077929 w 10490654"/>
                  <a:gd name="connsiteY53-26782" fmla="*/ 2207269 h 10394972"/>
                  <a:gd name="connsiteX54-26783" fmla="*/ 9781309 w 10490654"/>
                  <a:gd name="connsiteY54-26784" fmla="*/ 2497881 h 10394972"/>
                  <a:gd name="connsiteX55-26785" fmla="*/ 9580055 w 10490654"/>
                  <a:gd name="connsiteY55-26786" fmla="*/ 3426134 h 10394972"/>
                  <a:gd name="connsiteX56-26787" fmla="*/ 9532477 w 10490654"/>
                  <a:gd name="connsiteY56-26788" fmla="*/ 3685207 h 10394972"/>
                  <a:gd name="connsiteX57-26789" fmla="*/ 9365672 w 10490654"/>
                  <a:gd name="connsiteY57-26790" fmla="*/ 3911044 h 10394972"/>
                  <a:gd name="connsiteX58-26791" fmla="*/ 9310254 w 10490654"/>
                  <a:gd name="connsiteY58-26792" fmla="*/ 4077299 h 10394972"/>
                  <a:gd name="connsiteX59-26793" fmla="*/ 9236422 w 10490654"/>
                  <a:gd name="connsiteY59-26794" fmla="*/ 4285117 h 10394972"/>
                  <a:gd name="connsiteX60-26795" fmla="*/ 9205255 w 10490654"/>
                  <a:gd name="connsiteY60-26796" fmla="*/ 4430122 h 10394972"/>
                  <a:gd name="connsiteX61-26797" fmla="*/ 9337963 w 10490654"/>
                  <a:gd name="connsiteY61-26798" fmla="*/ 4659190 h 10394972"/>
                  <a:gd name="connsiteX62-26799" fmla="*/ 9382180 w 10490654"/>
                  <a:gd name="connsiteY62-26800" fmla="*/ 4915057 h 10394972"/>
                  <a:gd name="connsiteX63-26801" fmla="*/ 9397939 w 10490654"/>
                  <a:gd name="connsiteY63-26802" fmla="*/ 5208060 h 10394972"/>
                  <a:gd name="connsiteX64-26803" fmla="*/ 9383359 w 10490654"/>
                  <a:gd name="connsiteY64-26804" fmla="*/ 5615153 h 10394972"/>
                  <a:gd name="connsiteX65-26805" fmla="*/ 9518623 w 10490654"/>
                  <a:gd name="connsiteY65-26806" fmla="*/ 5975373 h 10394972"/>
                  <a:gd name="connsiteX66-26807" fmla="*/ 9540496 w 10490654"/>
                  <a:gd name="connsiteY66-26808" fmla="*/ 6403714 h 10394972"/>
                  <a:gd name="connsiteX67-26809" fmla="*/ 9933709 w 10490654"/>
                  <a:gd name="connsiteY67-26810" fmla="*/ 6862062 h 10394972"/>
                  <a:gd name="connsiteX68-26811" fmla="*/ 10052074 w 10490654"/>
                  <a:gd name="connsiteY68-26812" fmla="*/ 7221396 h 10394972"/>
                  <a:gd name="connsiteX69-26813" fmla="*/ 10232908 w 10490654"/>
                  <a:gd name="connsiteY69-26814" fmla="*/ 7514995 h 10394972"/>
                  <a:gd name="connsiteX70-26815" fmla="*/ 9670472 w 10490654"/>
                  <a:gd name="connsiteY70-26816" fmla="*/ 7540935 h 10394972"/>
                  <a:gd name="connsiteX71-26817" fmla="*/ 9205805 w 10490654"/>
                  <a:gd name="connsiteY71-26818" fmla="*/ 7651772 h 10394972"/>
                  <a:gd name="connsiteX72-26819" fmla="*/ 9102436 w 10490654"/>
                  <a:gd name="connsiteY72-26820" fmla="*/ 7790317 h 10394972"/>
                  <a:gd name="connsiteX73-26821" fmla="*/ 9019309 w 10490654"/>
                  <a:gd name="connsiteY73-26822" fmla="*/ 7998135 h 10394972"/>
                  <a:gd name="connsiteX74-26823" fmla="*/ 8956730 w 10490654"/>
                  <a:gd name="connsiteY74-26824" fmla="*/ 8095117 h 10394972"/>
                  <a:gd name="connsiteX75-26825" fmla="*/ 9027559 w 10490654"/>
                  <a:gd name="connsiteY75-26826" fmla="*/ 8524608 h 10394972"/>
                  <a:gd name="connsiteX76-26827" fmla="*/ 9030673 w 10490654"/>
                  <a:gd name="connsiteY76-26828" fmla="*/ 8758112 h 10394972"/>
                  <a:gd name="connsiteX77-26829" fmla="*/ 8991600 w 10490654"/>
                  <a:gd name="connsiteY77-26830" fmla="*/ 8967953 h 10394972"/>
                  <a:gd name="connsiteX78-26831" fmla="*/ 8894618 w 10490654"/>
                  <a:gd name="connsiteY78-26832" fmla="*/ 9272753 h 10394972"/>
                  <a:gd name="connsiteX79-26833" fmla="*/ 8922327 w 10490654"/>
                  <a:gd name="connsiteY79-26834" fmla="*/ 9535990 h 10394972"/>
                  <a:gd name="connsiteX80-26835" fmla="*/ 9144000 w 10490654"/>
                  <a:gd name="connsiteY80-26836" fmla="*/ 9702244 h 10394972"/>
                  <a:gd name="connsiteX81-26837" fmla="*/ 9353374 w 10490654"/>
                  <a:gd name="connsiteY81-26838" fmla="*/ 9853088 h 10394972"/>
                  <a:gd name="connsiteX82-26839" fmla="*/ 9529903 w 10490654"/>
                  <a:gd name="connsiteY82-26840" fmla="*/ 9905081 h 10394972"/>
                  <a:gd name="connsiteX83-26841" fmla="*/ 9625328 w 10490654"/>
                  <a:gd name="connsiteY83-26842" fmla="*/ 9791132 h 10394972"/>
                  <a:gd name="connsiteX84-26843" fmla="*/ 9667359 w 10490654"/>
                  <a:gd name="connsiteY84-26844" fmla="*/ 9803430 h 10394972"/>
                  <a:gd name="connsiteX85-26845" fmla="*/ 9668916 w 10490654"/>
                  <a:gd name="connsiteY85-26846" fmla="*/ 10256426 h 10394972"/>
                  <a:gd name="connsiteX86-26847" fmla="*/ 9495500 w 10490654"/>
                  <a:gd name="connsiteY86-26848" fmla="*/ 10306085 h 10394972"/>
                  <a:gd name="connsiteX87-26849" fmla="*/ 9310254 w 10490654"/>
                  <a:gd name="connsiteY87-26850" fmla="*/ 10394972 h 10394972"/>
                  <a:gd name="connsiteX88-26851" fmla="*/ 9227127 w 10490654"/>
                  <a:gd name="connsiteY88-26852" fmla="*/ 10242572 h 10394972"/>
                  <a:gd name="connsiteX89-26853" fmla="*/ 9033163 w 10490654"/>
                  <a:gd name="connsiteY89-26854" fmla="*/ 9993190 h 10394972"/>
                  <a:gd name="connsiteX90-26855" fmla="*/ 8825345 w 10490654"/>
                  <a:gd name="connsiteY90-26856" fmla="*/ 9813081 h 10394972"/>
                  <a:gd name="connsiteX91-26857" fmla="*/ 8534400 w 10490654"/>
                  <a:gd name="connsiteY91-26858" fmla="*/ 9702244 h 10394972"/>
                  <a:gd name="connsiteX92-26859" fmla="*/ 8423563 w 10490654"/>
                  <a:gd name="connsiteY92-26860" fmla="*/ 9646826 h 10394972"/>
                  <a:gd name="connsiteX93-26861" fmla="*/ 8285018 w 10490654"/>
                  <a:gd name="connsiteY93-26862" fmla="*/ 9480572 h 10394972"/>
                  <a:gd name="connsiteX94-26863" fmla="*/ 8257309 w 10490654"/>
                  <a:gd name="connsiteY94-26864" fmla="*/ 9342026 h 10394972"/>
                  <a:gd name="connsiteX95-26865" fmla="*/ 8146472 w 10490654"/>
                  <a:gd name="connsiteY95-26866" fmla="*/ 9355881 h 10394972"/>
                  <a:gd name="connsiteX96-26867" fmla="*/ 8091054 w 10490654"/>
                  <a:gd name="connsiteY96-26868" fmla="*/ 9577553 h 10394972"/>
                  <a:gd name="connsiteX97-26869" fmla="*/ 7806336 w 10490654"/>
                  <a:gd name="connsiteY97-26870" fmla="*/ 9583313 h 10394972"/>
                  <a:gd name="connsiteX98-26871" fmla="*/ 7567694 w 10490654"/>
                  <a:gd name="connsiteY98-26872" fmla="*/ 9520112 h 10394972"/>
                  <a:gd name="connsiteX99-26873" fmla="*/ 7466043 w 10490654"/>
                  <a:gd name="connsiteY99-26874" fmla="*/ 9471387 h 10394972"/>
                  <a:gd name="connsiteX100-26875" fmla="*/ 7287491 w 10490654"/>
                  <a:gd name="connsiteY100-26876" fmla="*/ 9449904 h 10394972"/>
                  <a:gd name="connsiteX101-26877" fmla="*/ 7221797 w 10490654"/>
                  <a:gd name="connsiteY101-26878" fmla="*/ 9121910 h 10394972"/>
                  <a:gd name="connsiteX102-26879" fmla="*/ 6954982 w 10490654"/>
                  <a:gd name="connsiteY102-26880" fmla="*/ 9189626 h 10394972"/>
                  <a:gd name="connsiteX103-26881" fmla="*/ 6710737 w 10490654"/>
                  <a:gd name="connsiteY103-26882" fmla="*/ 9262013 h 10394972"/>
                  <a:gd name="connsiteX104-26883" fmla="*/ 6674777 w 10490654"/>
                  <a:gd name="connsiteY104-26884" fmla="*/ 9062912 h 10394972"/>
                  <a:gd name="connsiteX105-26885" fmla="*/ 6511636 w 10490654"/>
                  <a:gd name="connsiteY105-26886" fmla="*/ 8954099 h 10394972"/>
                  <a:gd name="connsiteX106-26887" fmla="*/ 6428509 w 10490654"/>
                  <a:gd name="connsiteY106-26888" fmla="*/ 8954099 h 10394972"/>
                  <a:gd name="connsiteX107-26889" fmla="*/ 6325922 w 10490654"/>
                  <a:gd name="connsiteY107-26890" fmla="*/ 9057307 h 10394972"/>
                  <a:gd name="connsiteX108-26891" fmla="*/ 6167763 w 10490654"/>
                  <a:gd name="connsiteY108-26892" fmla="*/ 8978227 h 10394972"/>
                  <a:gd name="connsiteX109-26893" fmla="*/ 6002132 w 10490654"/>
                  <a:gd name="connsiteY109-26894" fmla="*/ 9093734 h 10394972"/>
                  <a:gd name="connsiteX110-26895" fmla="*/ 5749636 w 10490654"/>
                  <a:gd name="connsiteY110-26896" fmla="*/ 9051081 h 10394972"/>
                  <a:gd name="connsiteX111-26897" fmla="*/ 5674760 w 10490654"/>
                  <a:gd name="connsiteY111-26898" fmla="*/ 9081904 h 10394972"/>
                  <a:gd name="connsiteX112-26899" fmla="*/ 5507415 w 10490654"/>
                  <a:gd name="connsiteY112-26900" fmla="*/ 9128137 h 10394972"/>
                  <a:gd name="connsiteX113-26901" fmla="*/ 5505859 w 10490654"/>
                  <a:gd name="connsiteY113-26902" fmla="*/ 8870972 h 10394972"/>
                  <a:gd name="connsiteX114-26903" fmla="*/ 5505857 w 10490654"/>
                  <a:gd name="connsiteY114-26904" fmla="*/ 8634977 h 10394972"/>
                  <a:gd name="connsiteX115-26905" fmla="*/ 5336024 w 10490654"/>
                  <a:gd name="connsiteY115-26906" fmla="*/ 8333292 h 10394972"/>
                  <a:gd name="connsiteX116-26907" fmla="*/ 5230324 w 10490654"/>
                  <a:gd name="connsiteY116-26908" fmla="*/ 8082820 h 10394972"/>
                  <a:gd name="connsiteX117-26909" fmla="*/ 5317031 w 10490654"/>
                  <a:gd name="connsiteY117-26910" fmla="*/ 7610208 h 10394972"/>
                  <a:gd name="connsiteX118-26911" fmla="*/ 5201059 w 10490654"/>
                  <a:gd name="connsiteY118-26912" fmla="*/ 7320352 h 10394972"/>
                  <a:gd name="connsiteX119-26913" fmla="*/ 5250872 w 10490654"/>
                  <a:gd name="connsiteY119-26914" fmla="*/ 7069881 h 10394972"/>
                  <a:gd name="connsiteX120-26915" fmla="*/ 5245735 w 10490654"/>
                  <a:gd name="connsiteY120-26916" fmla="*/ 7018665 h 10394972"/>
                  <a:gd name="connsiteX121-26917" fmla="*/ 4577603 w 10490654"/>
                  <a:gd name="connsiteY121-26918" fmla="*/ 7013996 h 10394972"/>
                  <a:gd name="connsiteX122-26919" fmla="*/ 4528412 w 10490654"/>
                  <a:gd name="connsiteY122-26920" fmla="*/ 6840580 h 10394972"/>
                  <a:gd name="connsiteX123-26921" fmla="*/ 4038834 w 10490654"/>
                  <a:gd name="connsiteY123-26922" fmla="*/ 6816452 h 10394972"/>
                  <a:gd name="connsiteX124-26923" fmla="*/ 3976254 w 10490654"/>
                  <a:gd name="connsiteY124-26924" fmla="*/ 7069881 h 10394972"/>
                  <a:gd name="connsiteX125-26925" fmla="*/ 3932667 w 10490654"/>
                  <a:gd name="connsiteY125-26926" fmla="*/ 7281279 h 10394972"/>
                  <a:gd name="connsiteX126-26927" fmla="*/ 3884155 w 10490654"/>
                  <a:gd name="connsiteY126-26928" fmla="*/ 7403480 h 10394972"/>
                  <a:gd name="connsiteX127-26929" fmla="*/ 3572499 w 10490654"/>
                  <a:gd name="connsiteY127-26930" fmla="*/ 7365450 h 10394972"/>
                  <a:gd name="connsiteX128-26931" fmla="*/ 3311236 w 10490654"/>
                  <a:gd name="connsiteY128-26932" fmla="*/ 7402390 h 10394972"/>
                  <a:gd name="connsiteX129-26933" fmla="*/ 2921540 w 10490654"/>
                  <a:gd name="connsiteY129-26934" fmla="*/ 7414475 h 10394972"/>
                  <a:gd name="connsiteX130-26935" fmla="*/ 2784763 w 10490654"/>
                  <a:gd name="connsiteY130-26936" fmla="*/ 7139153 h 10394972"/>
                  <a:gd name="connsiteX131-26937" fmla="*/ 2604654 w 10490654"/>
                  <a:gd name="connsiteY131-26938" fmla="*/ 6862062 h 10394972"/>
                  <a:gd name="connsiteX132-26939" fmla="*/ 2410691 w 10490654"/>
                  <a:gd name="connsiteY132-26940" fmla="*/ 6363299 h 10394972"/>
                  <a:gd name="connsiteX133-26941" fmla="*/ 2327563 w 10490654"/>
                  <a:gd name="connsiteY133-26942" fmla="*/ 6224753 h 10394972"/>
                  <a:gd name="connsiteX134-26943" fmla="*/ 1662545 w 10490654"/>
                  <a:gd name="connsiteY134-26944" fmla="*/ 6197044 h 10394972"/>
                  <a:gd name="connsiteX135-26945" fmla="*/ 1233054 w 10490654"/>
                  <a:gd name="connsiteY135-26946" fmla="*/ 6197044 h 10394972"/>
                  <a:gd name="connsiteX136-26947" fmla="*/ 1136072 w 10490654"/>
                  <a:gd name="connsiteY136-26948" fmla="*/ 6252462 h 10394972"/>
                  <a:gd name="connsiteX137-26949" fmla="*/ 706582 w 10490654"/>
                  <a:gd name="connsiteY137-26950" fmla="*/ 6210899 h 10394972"/>
                  <a:gd name="connsiteX138-26951" fmla="*/ 318654 w 10490654"/>
                  <a:gd name="connsiteY138-26952" fmla="*/ 6238608 h 10394972"/>
                  <a:gd name="connsiteX139-26953" fmla="*/ 96982 w 10490654"/>
                  <a:gd name="connsiteY139-26954" fmla="*/ 6391008 h 10394972"/>
                  <a:gd name="connsiteX140-26955" fmla="*/ 0 w 10490654"/>
                  <a:gd name="connsiteY140-26956" fmla="*/ 6294026 h 10394972"/>
                  <a:gd name="connsiteX141-26957" fmla="*/ 83127 w 10490654"/>
                  <a:gd name="connsiteY141-26958" fmla="*/ 6238608 h 10394972"/>
                  <a:gd name="connsiteX0-26959" fmla="*/ 83127 w 10490654"/>
                  <a:gd name="connsiteY0-26960" fmla="*/ 6238608 h 10394972"/>
                  <a:gd name="connsiteX1-26961" fmla="*/ 96982 w 10490654"/>
                  <a:gd name="connsiteY1-26962" fmla="*/ 5795262 h 10394972"/>
                  <a:gd name="connsiteX2-26963" fmla="*/ 401782 w 10490654"/>
                  <a:gd name="connsiteY2-26964" fmla="*/ 5532026 h 10394972"/>
                  <a:gd name="connsiteX3-26965" fmla="*/ 651163 w 10490654"/>
                  <a:gd name="connsiteY3-26966" fmla="*/ 5670572 h 10394972"/>
                  <a:gd name="connsiteX4-26967" fmla="*/ 858982 w 10490654"/>
                  <a:gd name="connsiteY4-26968" fmla="*/ 5504317 h 10394972"/>
                  <a:gd name="connsiteX5-26969" fmla="*/ 997527 w 10490654"/>
                  <a:gd name="connsiteY5-26970" fmla="*/ 5351917 h 10394972"/>
                  <a:gd name="connsiteX6-26971" fmla="*/ 1080654 w 10490654"/>
                  <a:gd name="connsiteY6-26972" fmla="*/ 5435044 h 10394972"/>
                  <a:gd name="connsiteX7-26973" fmla="*/ 1269312 w 10490654"/>
                  <a:gd name="connsiteY7-26974" fmla="*/ 5679710 h 10394972"/>
                  <a:gd name="connsiteX8-26975" fmla="*/ 1523116 w 10490654"/>
                  <a:gd name="connsiteY8-26976" fmla="*/ 5481030 h 10394972"/>
                  <a:gd name="connsiteX9-26977" fmla="*/ 1731818 w 10490654"/>
                  <a:gd name="connsiteY9-26978" fmla="*/ 5296499 h 10394972"/>
                  <a:gd name="connsiteX10-26979" fmla="*/ 2022763 w 10490654"/>
                  <a:gd name="connsiteY10-26980" fmla="*/ 5060972 h 10394972"/>
                  <a:gd name="connsiteX11-26981" fmla="*/ 2119745 w 10490654"/>
                  <a:gd name="connsiteY11-26982" fmla="*/ 4631481 h 10394972"/>
                  <a:gd name="connsiteX12-26983" fmla="*/ 2172511 w 10490654"/>
                  <a:gd name="connsiteY12-26984" fmla="*/ 4164848 h 10394972"/>
                  <a:gd name="connsiteX13-26985" fmla="*/ 2355272 w 10490654"/>
                  <a:gd name="connsiteY13-26986" fmla="*/ 3855626 h 10394972"/>
                  <a:gd name="connsiteX14-26987" fmla="*/ 2752497 w 10490654"/>
                  <a:gd name="connsiteY14-26988" fmla="*/ 3475092 h 10394972"/>
                  <a:gd name="connsiteX15-26989" fmla="*/ 2978727 w 10490654"/>
                  <a:gd name="connsiteY15-26990" fmla="*/ 3259881 h 10394972"/>
                  <a:gd name="connsiteX16-26991" fmla="*/ 3006436 w 10490654"/>
                  <a:gd name="connsiteY16-26992" fmla="*/ 2816535 h 10394972"/>
                  <a:gd name="connsiteX17-26993" fmla="*/ 3075709 w 10490654"/>
                  <a:gd name="connsiteY17-26994" fmla="*/ 2525590 h 10394972"/>
                  <a:gd name="connsiteX18-26995" fmla="*/ 3075709 w 10490654"/>
                  <a:gd name="connsiteY18-26996" fmla="*/ 2317772 h 10394972"/>
                  <a:gd name="connsiteX19-26997" fmla="*/ 3214254 w 10490654"/>
                  <a:gd name="connsiteY19-26998" fmla="*/ 1985262 h 10394972"/>
                  <a:gd name="connsiteX20-26999" fmla="*/ 3214254 w 10490654"/>
                  <a:gd name="connsiteY20-27000" fmla="*/ 1694317 h 10394972"/>
                  <a:gd name="connsiteX21-27001" fmla="*/ 3513454 w 10490654"/>
                  <a:gd name="connsiteY21-27002" fmla="*/ 1126281 h 10394972"/>
                  <a:gd name="connsiteX22-27003" fmla="*/ 3463636 w 10490654"/>
                  <a:gd name="connsiteY22-27004" fmla="*/ 752208 h 10394972"/>
                  <a:gd name="connsiteX23-27005" fmla="*/ 3491345 w 10490654"/>
                  <a:gd name="connsiteY23-27006" fmla="*/ 544390 h 10394972"/>
                  <a:gd name="connsiteX24-27007" fmla="*/ 3823854 w 10490654"/>
                  <a:gd name="connsiteY24-27008" fmla="*/ 184172 h 10394972"/>
                  <a:gd name="connsiteX25-27009" fmla="*/ 4017818 w 10490654"/>
                  <a:gd name="connsiteY25-27010" fmla="*/ 59481 h 10394972"/>
                  <a:gd name="connsiteX26-27011" fmla="*/ 4433454 w 10490654"/>
                  <a:gd name="connsiteY26-27012" fmla="*/ 295008 h 10394972"/>
                  <a:gd name="connsiteX27-27013" fmla="*/ 4599709 w 10490654"/>
                  <a:gd name="connsiteY27-27014" fmla="*/ 488972 h 10394972"/>
                  <a:gd name="connsiteX28-27015" fmla="*/ 5070763 w 10490654"/>
                  <a:gd name="connsiteY28-27016" fmla="*/ 544390 h 10394972"/>
                  <a:gd name="connsiteX29-27017" fmla="*/ 5391187 w 10490654"/>
                  <a:gd name="connsiteY29-27018" fmla="*/ 603639 h 10394972"/>
                  <a:gd name="connsiteX30-27019" fmla="*/ 5568642 w 10490654"/>
                  <a:gd name="connsiteY30-27020" fmla="*/ 588271 h 10394972"/>
                  <a:gd name="connsiteX31-27021" fmla="*/ 5860472 w 10490654"/>
                  <a:gd name="connsiteY31-27022" fmla="*/ 281153 h 10394972"/>
                  <a:gd name="connsiteX32-27023" fmla="*/ 6123709 w 10490654"/>
                  <a:gd name="connsiteY32-27024" fmla="*/ 322717 h 10394972"/>
                  <a:gd name="connsiteX33-27025" fmla="*/ 6541900 w 10490654"/>
                  <a:gd name="connsiteY33-27026" fmla="*/ 168233 h 10394972"/>
                  <a:gd name="connsiteX34-27027" fmla="*/ 6681722 w 10490654"/>
                  <a:gd name="connsiteY34-27028" fmla="*/ 107503 h 10394972"/>
                  <a:gd name="connsiteX35-27029" fmla="*/ 7011678 w 10490654"/>
                  <a:gd name="connsiteY35-27030" fmla="*/ 198026 h 10394972"/>
                  <a:gd name="connsiteX36-27031" fmla="*/ 7232072 w 10490654"/>
                  <a:gd name="connsiteY36-27032" fmla="*/ 17917 h 10394972"/>
                  <a:gd name="connsiteX37-27033" fmla="*/ 7379107 w 10490654"/>
                  <a:gd name="connsiteY37-27034" fmla="*/ 0 h 10394972"/>
                  <a:gd name="connsiteX38-27035" fmla="*/ 7600859 w 10490654"/>
                  <a:gd name="connsiteY38-27036" fmla="*/ 41248 h 10394972"/>
                  <a:gd name="connsiteX39-27037" fmla="*/ 7910945 w 10490654"/>
                  <a:gd name="connsiteY39-27038" fmla="*/ 128753 h 10394972"/>
                  <a:gd name="connsiteX40-27039" fmla="*/ 8312727 w 10490654"/>
                  <a:gd name="connsiteY40-27040" fmla="*/ 59481 h 10394972"/>
                  <a:gd name="connsiteX41-27041" fmla="*/ 8647005 w 10490654"/>
                  <a:gd name="connsiteY41-27042" fmla="*/ 396707 h 10394972"/>
                  <a:gd name="connsiteX42-27043" fmla="*/ 8908472 w 10490654"/>
                  <a:gd name="connsiteY42-27044" fmla="*/ 544390 h 10394972"/>
                  <a:gd name="connsiteX43-27045" fmla="*/ 9146732 w 10490654"/>
                  <a:gd name="connsiteY43-27046" fmla="*/ 420846 h 10394972"/>
                  <a:gd name="connsiteX44-27047" fmla="*/ 9372965 w 10490654"/>
                  <a:gd name="connsiteY44-27048" fmla="*/ 466363 h 10394972"/>
                  <a:gd name="connsiteX45-27049" fmla="*/ 9518072 w 10490654"/>
                  <a:gd name="connsiteY45-27050" fmla="*/ 367819 h 10394972"/>
                  <a:gd name="connsiteX46-27051" fmla="*/ 9646301 w 10490654"/>
                  <a:gd name="connsiteY46-27052" fmla="*/ 369587 h 10394972"/>
                  <a:gd name="connsiteX47-27053" fmla="*/ 10002982 w 10490654"/>
                  <a:gd name="connsiteY47-27054" fmla="*/ 793772 h 10394972"/>
                  <a:gd name="connsiteX48-27055" fmla="*/ 10238509 w 10490654"/>
                  <a:gd name="connsiteY48-27056" fmla="*/ 987735 h 10394972"/>
                  <a:gd name="connsiteX49-27057" fmla="*/ 10224654 w 10490654"/>
                  <a:gd name="connsiteY49-27058" fmla="*/ 1250972 h 10394972"/>
                  <a:gd name="connsiteX50-27059" fmla="*/ 10238509 w 10490654"/>
                  <a:gd name="connsiteY50-27060" fmla="*/ 1444935 h 10394972"/>
                  <a:gd name="connsiteX51-27061" fmla="*/ 10243066 w 10490654"/>
                  <a:gd name="connsiteY51-27062" fmla="*/ 1580249 h 10394972"/>
                  <a:gd name="connsiteX52-27063" fmla="*/ 10490654 w 10490654"/>
                  <a:gd name="connsiteY52-27064" fmla="*/ 1753897 h 10394972"/>
                  <a:gd name="connsiteX53-27065" fmla="*/ 10077929 w 10490654"/>
                  <a:gd name="connsiteY53-27066" fmla="*/ 2207269 h 10394972"/>
                  <a:gd name="connsiteX54-27067" fmla="*/ 9781309 w 10490654"/>
                  <a:gd name="connsiteY54-27068" fmla="*/ 2497881 h 10394972"/>
                  <a:gd name="connsiteX55-27069" fmla="*/ 9580055 w 10490654"/>
                  <a:gd name="connsiteY55-27070" fmla="*/ 3426134 h 10394972"/>
                  <a:gd name="connsiteX56-27071" fmla="*/ 9532477 w 10490654"/>
                  <a:gd name="connsiteY56-27072" fmla="*/ 3685207 h 10394972"/>
                  <a:gd name="connsiteX57-27073" fmla="*/ 9365672 w 10490654"/>
                  <a:gd name="connsiteY57-27074" fmla="*/ 3911044 h 10394972"/>
                  <a:gd name="connsiteX58-27075" fmla="*/ 9310254 w 10490654"/>
                  <a:gd name="connsiteY58-27076" fmla="*/ 4077299 h 10394972"/>
                  <a:gd name="connsiteX59-27077" fmla="*/ 9236422 w 10490654"/>
                  <a:gd name="connsiteY59-27078" fmla="*/ 4285117 h 10394972"/>
                  <a:gd name="connsiteX60-27079" fmla="*/ 9205255 w 10490654"/>
                  <a:gd name="connsiteY60-27080" fmla="*/ 4430122 h 10394972"/>
                  <a:gd name="connsiteX61-27081" fmla="*/ 9337963 w 10490654"/>
                  <a:gd name="connsiteY61-27082" fmla="*/ 4659190 h 10394972"/>
                  <a:gd name="connsiteX62-27083" fmla="*/ 9382180 w 10490654"/>
                  <a:gd name="connsiteY62-27084" fmla="*/ 4915057 h 10394972"/>
                  <a:gd name="connsiteX63-27085" fmla="*/ 9397939 w 10490654"/>
                  <a:gd name="connsiteY63-27086" fmla="*/ 5208060 h 10394972"/>
                  <a:gd name="connsiteX64-27087" fmla="*/ 9383359 w 10490654"/>
                  <a:gd name="connsiteY64-27088" fmla="*/ 5615153 h 10394972"/>
                  <a:gd name="connsiteX65-27089" fmla="*/ 9518623 w 10490654"/>
                  <a:gd name="connsiteY65-27090" fmla="*/ 5975373 h 10394972"/>
                  <a:gd name="connsiteX66-27091" fmla="*/ 9540496 w 10490654"/>
                  <a:gd name="connsiteY66-27092" fmla="*/ 6403714 h 10394972"/>
                  <a:gd name="connsiteX67-27093" fmla="*/ 9933709 w 10490654"/>
                  <a:gd name="connsiteY67-27094" fmla="*/ 6862062 h 10394972"/>
                  <a:gd name="connsiteX68-27095" fmla="*/ 10052074 w 10490654"/>
                  <a:gd name="connsiteY68-27096" fmla="*/ 7221396 h 10394972"/>
                  <a:gd name="connsiteX69-27097" fmla="*/ 10232908 w 10490654"/>
                  <a:gd name="connsiteY69-27098" fmla="*/ 7514995 h 10394972"/>
                  <a:gd name="connsiteX70-27099" fmla="*/ 9670472 w 10490654"/>
                  <a:gd name="connsiteY70-27100" fmla="*/ 7540935 h 10394972"/>
                  <a:gd name="connsiteX71-27101" fmla="*/ 9205805 w 10490654"/>
                  <a:gd name="connsiteY71-27102" fmla="*/ 7651772 h 10394972"/>
                  <a:gd name="connsiteX72-27103" fmla="*/ 9150015 w 10490654"/>
                  <a:gd name="connsiteY72-27104" fmla="*/ 7790317 h 10394972"/>
                  <a:gd name="connsiteX73-27105" fmla="*/ 9019309 w 10490654"/>
                  <a:gd name="connsiteY73-27106" fmla="*/ 7998135 h 10394972"/>
                  <a:gd name="connsiteX74-27107" fmla="*/ 8956730 w 10490654"/>
                  <a:gd name="connsiteY74-27108" fmla="*/ 8095117 h 10394972"/>
                  <a:gd name="connsiteX75-27109" fmla="*/ 9027559 w 10490654"/>
                  <a:gd name="connsiteY75-27110" fmla="*/ 8524608 h 10394972"/>
                  <a:gd name="connsiteX76-27111" fmla="*/ 9030673 w 10490654"/>
                  <a:gd name="connsiteY76-27112" fmla="*/ 8758112 h 10394972"/>
                  <a:gd name="connsiteX77-27113" fmla="*/ 8991600 w 10490654"/>
                  <a:gd name="connsiteY77-27114" fmla="*/ 8967953 h 10394972"/>
                  <a:gd name="connsiteX78-27115" fmla="*/ 8894618 w 10490654"/>
                  <a:gd name="connsiteY78-27116" fmla="*/ 9272753 h 10394972"/>
                  <a:gd name="connsiteX79-27117" fmla="*/ 8922327 w 10490654"/>
                  <a:gd name="connsiteY79-27118" fmla="*/ 9535990 h 10394972"/>
                  <a:gd name="connsiteX80-27119" fmla="*/ 9144000 w 10490654"/>
                  <a:gd name="connsiteY80-27120" fmla="*/ 9702244 h 10394972"/>
                  <a:gd name="connsiteX81-27121" fmla="*/ 9353374 w 10490654"/>
                  <a:gd name="connsiteY81-27122" fmla="*/ 9853088 h 10394972"/>
                  <a:gd name="connsiteX82-27123" fmla="*/ 9529903 w 10490654"/>
                  <a:gd name="connsiteY82-27124" fmla="*/ 9905081 h 10394972"/>
                  <a:gd name="connsiteX83-27125" fmla="*/ 9625328 w 10490654"/>
                  <a:gd name="connsiteY83-27126" fmla="*/ 9791132 h 10394972"/>
                  <a:gd name="connsiteX84-27127" fmla="*/ 9667359 w 10490654"/>
                  <a:gd name="connsiteY84-27128" fmla="*/ 9803430 h 10394972"/>
                  <a:gd name="connsiteX85-27129" fmla="*/ 9668916 w 10490654"/>
                  <a:gd name="connsiteY85-27130" fmla="*/ 10256426 h 10394972"/>
                  <a:gd name="connsiteX86-27131" fmla="*/ 9495500 w 10490654"/>
                  <a:gd name="connsiteY86-27132" fmla="*/ 10306085 h 10394972"/>
                  <a:gd name="connsiteX87-27133" fmla="*/ 9310254 w 10490654"/>
                  <a:gd name="connsiteY87-27134" fmla="*/ 10394972 h 10394972"/>
                  <a:gd name="connsiteX88-27135" fmla="*/ 9227127 w 10490654"/>
                  <a:gd name="connsiteY88-27136" fmla="*/ 10242572 h 10394972"/>
                  <a:gd name="connsiteX89-27137" fmla="*/ 9033163 w 10490654"/>
                  <a:gd name="connsiteY89-27138" fmla="*/ 9993190 h 10394972"/>
                  <a:gd name="connsiteX90-27139" fmla="*/ 8825345 w 10490654"/>
                  <a:gd name="connsiteY90-27140" fmla="*/ 9813081 h 10394972"/>
                  <a:gd name="connsiteX91-27141" fmla="*/ 8534400 w 10490654"/>
                  <a:gd name="connsiteY91-27142" fmla="*/ 9702244 h 10394972"/>
                  <a:gd name="connsiteX92-27143" fmla="*/ 8423563 w 10490654"/>
                  <a:gd name="connsiteY92-27144" fmla="*/ 9646826 h 10394972"/>
                  <a:gd name="connsiteX93-27145" fmla="*/ 8285018 w 10490654"/>
                  <a:gd name="connsiteY93-27146" fmla="*/ 9480572 h 10394972"/>
                  <a:gd name="connsiteX94-27147" fmla="*/ 8257309 w 10490654"/>
                  <a:gd name="connsiteY94-27148" fmla="*/ 9342026 h 10394972"/>
                  <a:gd name="connsiteX95-27149" fmla="*/ 8146472 w 10490654"/>
                  <a:gd name="connsiteY95-27150" fmla="*/ 9355881 h 10394972"/>
                  <a:gd name="connsiteX96-27151" fmla="*/ 8091054 w 10490654"/>
                  <a:gd name="connsiteY96-27152" fmla="*/ 9577553 h 10394972"/>
                  <a:gd name="connsiteX97-27153" fmla="*/ 7806336 w 10490654"/>
                  <a:gd name="connsiteY97-27154" fmla="*/ 9583313 h 10394972"/>
                  <a:gd name="connsiteX98-27155" fmla="*/ 7567694 w 10490654"/>
                  <a:gd name="connsiteY98-27156" fmla="*/ 9520112 h 10394972"/>
                  <a:gd name="connsiteX99-27157" fmla="*/ 7466043 w 10490654"/>
                  <a:gd name="connsiteY99-27158" fmla="*/ 9471387 h 10394972"/>
                  <a:gd name="connsiteX100-27159" fmla="*/ 7287491 w 10490654"/>
                  <a:gd name="connsiteY100-27160" fmla="*/ 9449904 h 10394972"/>
                  <a:gd name="connsiteX101-27161" fmla="*/ 7221797 w 10490654"/>
                  <a:gd name="connsiteY101-27162" fmla="*/ 9121910 h 10394972"/>
                  <a:gd name="connsiteX102-27163" fmla="*/ 6954982 w 10490654"/>
                  <a:gd name="connsiteY102-27164" fmla="*/ 9189626 h 10394972"/>
                  <a:gd name="connsiteX103-27165" fmla="*/ 6710737 w 10490654"/>
                  <a:gd name="connsiteY103-27166" fmla="*/ 9262013 h 10394972"/>
                  <a:gd name="connsiteX104-27167" fmla="*/ 6674777 w 10490654"/>
                  <a:gd name="connsiteY104-27168" fmla="*/ 9062912 h 10394972"/>
                  <a:gd name="connsiteX105-27169" fmla="*/ 6511636 w 10490654"/>
                  <a:gd name="connsiteY105-27170" fmla="*/ 8954099 h 10394972"/>
                  <a:gd name="connsiteX106-27171" fmla="*/ 6428509 w 10490654"/>
                  <a:gd name="connsiteY106-27172" fmla="*/ 8954099 h 10394972"/>
                  <a:gd name="connsiteX107-27173" fmla="*/ 6325922 w 10490654"/>
                  <a:gd name="connsiteY107-27174" fmla="*/ 9057307 h 10394972"/>
                  <a:gd name="connsiteX108-27175" fmla="*/ 6167763 w 10490654"/>
                  <a:gd name="connsiteY108-27176" fmla="*/ 8978227 h 10394972"/>
                  <a:gd name="connsiteX109-27177" fmla="*/ 6002132 w 10490654"/>
                  <a:gd name="connsiteY109-27178" fmla="*/ 9093734 h 10394972"/>
                  <a:gd name="connsiteX110-27179" fmla="*/ 5749636 w 10490654"/>
                  <a:gd name="connsiteY110-27180" fmla="*/ 9051081 h 10394972"/>
                  <a:gd name="connsiteX111-27181" fmla="*/ 5674760 w 10490654"/>
                  <a:gd name="connsiteY111-27182" fmla="*/ 9081904 h 10394972"/>
                  <a:gd name="connsiteX112-27183" fmla="*/ 5507415 w 10490654"/>
                  <a:gd name="connsiteY112-27184" fmla="*/ 9128137 h 10394972"/>
                  <a:gd name="connsiteX113-27185" fmla="*/ 5505859 w 10490654"/>
                  <a:gd name="connsiteY113-27186" fmla="*/ 8870972 h 10394972"/>
                  <a:gd name="connsiteX114-27187" fmla="*/ 5505857 w 10490654"/>
                  <a:gd name="connsiteY114-27188" fmla="*/ 8634977 h 10394972"/>
                  <a:gd name="connsiteX115-27189" fmla="*/ 5336024 w 10490654"/>
                  <a:gd name="connsiteY115-27190" fmla="*/ 8333292 h 10394972"/>
                  <a:gd name="connsiteX116-27191" fmla="*/ 5230324 w 10490654"/>
                  <a:gd name="connsiteY116-27192" fmla="*/ 8082820 h 10394972"/>
                  <a:gd name="connsiteX117-27193" fmla="*/ 5317031 w 10490654"/>
                  <a:gd name="connsiteY117-27194" fmla="*/ 7610208 h 10394972"/>
                  <a:gd name="connsiteX118-27195" fmla="*/ 5201059 w 10490654"/>
                  <a:gd name="connsiteY118-27196" fmla="*/ 7320352 h 10394972"/>
                  <a:gd name="connsiteX119-27197" fmla="*/ 5250872 w 10490654"/>
                  <a:gd name="connsiteY119-27198" fmla="*/ 7069881 h 10394972"/>
                  <a:gd name="connsiteX120-27199" fmla="*/ 5245735 w 10490654"/>
                  <a:gd name="connsiteY120-27200" fmla="*/ 7018665 h 10394972"/>
                  <a:gd name="connsiteX121-27201" fmla="*/ 4577603 w 10490654"/>
                  <a:gd name="connsiteY121-27202" fmla="*/ 7013996 h 10394972"/>
                  <a:gd name="connsiteX122-27203" fmla="*/ 4528412 w 10490654"/>
                  <a:gd name="connsiteY122-27204" fmla="*/ 6840580 h 10394972"/>
                  <a:gd name="connsiteX123-27205" fmla="*/ 4038834 w 10490654"/>
                  <a:gd name="connsiteY123-27206" fmla="*/ 6816452 h 10394972"/>
                  <a:gd name="connsiteX124-27207" fmla="*/ 3976254 w 10490654"/>
                  <a:gd name="connsiteY124-27208" fmla="*/ 7069881 h 10394972"/>
                  <a:gd name="connsiteX125-27209" fmla="*/ 3932667 w 10490654"/>
                  <a:gd name="connsiteY125-27210" fmla="*/ 7281279 h 10394972"/>
                  <a:gd name="connsiteX126-27211" fmla="*/ 3884155 w 10490654"/>
                  <a:gd name="connsiteY126-27212" fmla="*/ 7403480 h 10394972"/>
                  <a:gd name="connsiteX127-27213" fmla="*/ 3572499 w 10490654"/>
                  <a:gd name="connsiteY127-27214" fmla="*/ 7365450 h 10394972"/>
                  <a:gd name="connsiteX128-27215" fmla="*/ 3311236 w 10490654"/>
                  <a:gd name="connsiteY128-27216" fmla="*/ 7402390 h 10394972"/>
                  <a:gd name="connsiteX129-27217" fmla="*/ 2921540 w 10490654"/>
                  <a:gd name="connsiteY129-27218" fmla="*/ 7414475 h 10394972"/>
                  <a:gd name="connsiteX130-27219" fmla="*/ 2784763 w 10490654"/>
                  <a:gd name="connsiteY130-27220" fmla="*/ 7139153 h 10394972"/>
                  <a:gd name="connsiteX131-27221" fmla="*/ 2604654 w 10490654"/>
                  <a:gd name="connsiteY131-27222" fmla="*/ 6862062 h 10394972"/>
                  <a:gd name="connsiteX132-27223" fmla="*/ 2410691 w 10490654"/>
                  <a:gd name="connsiteY132-27224" fmla="*/ 6363299 h 10394972"/>
                  <a:gd name="connsiteX133-27225" fmla="*/ 2327563 w 10490654"/>
                  <a:gd name="connsiteY133-27226" fmla="*/ 6224753 h 10394972"/>
                  <a:gd name="connsiteX134-27227" fmla="*/ 1662545 w 10490654"/>
                  <a:gd name="connsiteY134-27228" fmla="*/ 6197044 h 10394972"/>
                  <a:gd name="connsiteX135-27229" fmla="*/ 1233054 w 10490654"/>
                  <a:gd name="connsiteY135-27230" fmla="*/ 6197044 h 10394972"/>
                  <a:gd name="connsiteX136-27231" fmla="*/ 1136072 w 10490654"/>
                  <a:gd name="connsiteY136-27232" fmla="*/ 6252462 h 10394972"/>
                  <a:gd name="connsiteX137-27233" fmla="*/ 706582 w 10490654"/>
                  <a:gd name="connsiteY137-27234" fmla="*/ 6210899 h 10394972"/>
                  <a:gd name="connsiteX138-27235" fmla="*/ 318654 w 10490654"/>
                  <a:gd name="connsiteY138-27236" fmla="*/ 6238608 h 10394972"/>
                  <a:gd name="connsiteX139-27237" fmla="*/ 96982 w 10490654"/>
                  <a:gd name="connsiteY139-27238" fmla="*/ 6391008 h 10394972"/>
                  <a:gd name="connsiteX140-27239" fmla="*/ 0 w 10490654"/>
                  <a:gd name="connsiteY140-27240" fmla="*/ 6294026 h 10394972"/>
                  <a:gd name="connsiteX141-27241" fmla="*/ 83127 w 10490654"/>
                  <a:gd name="connsiteY141-27242" fmla="*/ 6238608 h 10394972"/>
                  <a:gd name="connsiteX0-27243" fmla="*/ 83127 w 10490654"/>
                  <a:gd name="connsiteY0-27244" fmla="*/ 6238608 h 10394972"/>
                  <a:gd name="connsiteX1-27245" fmla="*/ 96982 w 10490654"/>
                  <a:gd name="connsiteY1-27246" fmla="*/ 5795262 h 10394972"/>
                  <a:gd name="connsiteX2-27247" fmla="*/ 401782 w 10490654"/>
                  <a:gd name="connsiteY2-27248" fmla="*/ 5532026 h 10394972"/>
                  <a:gd name="connsiteX3-27249" fmla="*/ 651163 w 10490654"/>
                  <a:gd name="connsiteY3-27250" fmla="*/ 5670572 h 10394972"/>
                  <a:gd name="connsiteX4-27251" fmla="*/ 858982 w 10490654"/>
                  <a:gd name="connsiteY4-27252" fmla="*/ 5504317 h 10394972"/>
                  <a:gd name="connsiteX5-27253" fmla="*/ 997527 w 10490654"/>
                  <a:gd name="connsiteY5-27254" fmla="*/ 5351917 h 10394972"/>
                  <a:gd name="connsiteX6-27255" fmla="*/ 1080654 w 10490654"/>
                  <a:gd name="connsiteY6-27256" fmla="*/ 5435044 h 10394972"/>
                  <a:gd name="connsiteX7-27257" fmla="*/ 1269312 w 10490654"/>
                  <a:gd name="connsiteY7-27258" fmla="*/ 5679710 h 10394972"/>
                  <a:gd name="connsiteX8-27259" fmla="*/ 1523116 w 10490654"/>
                  <a:gd name="connsiteY8-27260" fmla="*/ 5481030 h 10394972"/>
                  <a:gd name="connsiteX9-27261" fmla="*/ 1731818 w 10490654"/>
                  <a:gd name="connsiteY9-27262" fmla="*/ 5296499 h 10394972"/>
                  <a:gd name="connsiteX10-27263" fmla="*/ 2022763 w 10490654"/>
                  <a:gd name="connsiteY10-27264" fmla="*/ 5060972 h 10394972"/>
                  <a:gd name="connsiteX11-27265" fmla="*/ 2119745 w 10490654"/>
                  <a:gd name="connsiteY11-27266" fmla="*/ 4631481 h 10394972"/>
                  <a:gd name="connsiteX12-27267" fmla="*/ 2172511 w 10490654"/>
                  <a:gd name="connsiteY12-27268" fmla="*/ 4164848 h 10394972"/>
                  <a:gd name="connsiteX13-27269" fmla="*/ 2355272 w 10490654"/>
                  <a:gd name="connsiteY13-27270" fmla="*/ 3855626 h 10394972"/>
                  <a:gd name="connsiteX14-27271" fmla="*/ 2752497 w 10490654"/>
                  <a:gd name="connsiteY14-27272" fmla="*/ 3475092 h 10394972"/>
                  <a:gd name="connsiteX15-27273" fmla="*/ 2978727 w 10490654"/>
                  <a:gd name="connsiteY15-27274" fmla="*/ 3259881 h 10394972"/>
                  <a:gd name="connsiteX16-27275" fmla="*/ 3006436 w 10490654"/>
                  <a:gd name="connsiteY16-27276" fmla="*/ 2816535 h 10394972"/>
                  <a:gd name="connsiteX17-27277" fmla="*/ 3075709 w 10490654"/>
                  <a:gd name="connsiteY17-27278" fmla="*/ 2525590 h 10394972"/>
                  <a:gd name="connsiteX18-27279" fmla="*/ 3075709 w 10490654"/>
                  <a:gd name="connsiteY18-27280" fmla="*/ 2317772 h 10394972"/>
                  <a:gd name="connsiteX19-27281" fmla="*/ 3214254 w 10490654"/>
                  <a:gd name="connsiteY19-27282" fmla="*/ 1985262 h 10394972"/>
                  <a:gd name="connsiteX20-27283" fmla="*/ 3214254 w 10490654"/>
                  <a:gd name="connsiteY20-27284" fmla="*/ 1694317 h 10394972"/>
                  <a:gd name="connsiteX21-27285" fmla="*/ 3513454 w 10490654"/>
                  <a:gd name="connsiteY21-27286" fmla="*/ 1126281 h 10394972"/>
                  <a:gd name="connsiteX22-27287" fmla="*/ 3463636 w 10490654"/>
                  <a:gd name="connsiteY22-27288" fmla="*/ 752208 h 10394972"/>
                  <a:gd name="connsiteX23-27289" fmla="*/ 3491345 w 10490654"/>
                  <a:gd name="connsiteY23-27290" fmla="*/ 544390 h 10394972"/>
                  <a:gd name="connsiteX24-27291" fmla="*/ 3823854 w 10490654"/>
                  <a:gd name="connsiteY24-27292" fmla="*/ 184172 h 10394972"/>
                  <a:gd name="connsiteX25-27293" fmla="*/ 4017818 w 10490654"/>
                  <a:gd name="connsiteY25-27294" fmla="*/ 59481 h 10394972"/>
                  <a:gd name="connsiteX26-27295" fmla="*/ 4433454 w 10490654"/>
                  <a:gd name="connsiteY26-27296" fmla="*/ 295008 h 10394972"/>
                  <a:gd name="connsiteX27-27297" fmla="*/ 4599709 w 10490654"/>
                  <a:gd name="connsiteY27-27298" fmla="*/ 488972 h 10394972"/>
                  <a:gd name="connsiteX28-27299" fmla="*/ 5070763 w 10490654"/>
                  <a:gd name="connsiteY28-27300" fmla="*/ 544390 h 10394972"/>
                  <a:gd name="connsiteX29-27301" fmla="*/ 5391187 w 10490654"/>
                  <a:gd name="connsiteY29-27302" fmla="*/ 603639 h 10394972"/>
                  <a:gd name="connsiteX30-27303" fmla="*/ 5568642 w 10490654"/>
                  <a:gd name="connsiteY30-27304" fmla="*/ 588271 h 10394972"/>
                  <a:gd name="connsiteX31-27305" fmla="*/ 5860472 w 10490654"/>
                  <a:gd name="connsiteY31-27306" fmla="*/ 281153 h 10394972"/>
                  <a:gd name="connsiteX32-27307" fmla="*/ 6123709 w 10490654"/>
                  <a:gd name="connsiteY32-27308" fmla="*/ 322717 h 10394972"/>
                  <a:gd name="connsiteX33-27309" fmla="*/ 6541900 w 10490654"/>
                  <a:gd name="connsiteY33-27310" fmla="*/ 168233 h 10394972"/>
                  <a:gd name="connsiteX34-27311" fmla="*/ 6681722 w 10490654"/>
                  <a:gd name="connsiteY34-27312" fmla="*/ 107503 h 10394972"/>
                  <a:gd name="connsiteX35-27313" fmla="*/ 7011678 w 10490654"/>
                  <a:gd name="connsiteY35-27314" fmla="*/ 198026 h 10394972"/>
                  <a:gd name="connsiteX36-27315" fmla="*/ 7232072 w 10490654"/>
                  <a:gd name="connsiteY36-27316" fmla="*/ 17917 h 10394972"/>
                  <a:gd name="connsiteX37-27317" fmla="*/ 7379107 w 10490654"/>
                  <a:gd name="connsiteY37-27318" fmla="*/ 0 h 10394972"/>
                  <a:gd name="connsiteX38-27319" fmla="*/ 7600859 w 10490654"/>
                  <a:gd name="connsiteY38-27320" fmla="*/ 41248 h 10394972"/>
                  <a:gd name="connsiteX39-27321" fmla="*/ 7910945 w 10490654"/>
                  <a:gd name="connsiteY39-27322" fmla="*/ 128753 h 10394972"/>
                  <a:gd name="connsiteX40-27323" fmla="*/ 8312727 w 10490654"/>
                  <a:gd name="connsiteY40-27324" fmla="*/ 59481 h 10394972"/>
                  <a:gd name="connsiteX41-27325" fmla="*/ 8647005 w 10490654"/>
                  <a:gd name="connsiteY41-27326" fmla="*/ 396707 h 10394972"/>
                  <a:gd name="connsiteX42-27327" fmla="*/ 8908472 w 10490654"/>
                  <a:gd name="connsiteY42-27328" fmla="*/ 544390 h 10394972"/>
                  <a:gd name="connsiteX43-27329" fmla="*/ 9146732 w 10490654"/>
                  <a:gd name="connsiteY43-27330" fmla="*/ 420846 h 10394972"/>
                  <a:gd name="connsiteX44-27331" fmla="*/ 9372965 w 10490654"/>
                  <a:gd name="connsiteY44-27332" fmla="*/ 466363 h 10394972"/>
                  <a:gd name="connsiteX45-27333" fmla="*/ 9518072 w 10490654"/>
                  <a:gd name="connsiteY45-27334" fmla="*/ 367819 h 10394972"/>
                  <a:gd name="connsiteX46-27335" fmla="*/ 9646301 w 10490654"/>
                  <a:gd name="connsiteY46-27336" fmla="*/ 369587 h 10394972"/>
                  <a:gd name="connsiteX47-27337" fmla="*/ 10002982 w 10490654"/>
                  <a:gd name="connsiteY47-27338" fmla="*/ 793772 h 10394972"/>
                  <a:gd name="connsiteX48-27339" fmla="*/ 10238509 w 10490654"/>
                  <a:gd name="connsiteY48-27340" fmla="*/ 987735 h 10394972"/>
                  <a:gd name="connsiteX49-27341" fmla="*/ 10224654 w 10490654"/>
                  <a:gd name="connsiteY49-27342" fmla="*/ 1250972 h 10394972"/>
                  <a:gd name="connsiteX50-27343" fmla="*/ 10238509 w 10490654"/>
                  <a:gd name="connsiteY50-27344" fmla="*/ 1444935 h 10394972"/>
                  <a:gd name="connsiteX51-27345" fmla="*/ 10243066 w 10490654"/>
                  <a:gd name="connsiteY51-27346" fmla="*/ 1580249 h 10394972"/>
                  <a:gd name="connsiteX52-27347" fmla="*/ 10490654 w 10490654"/>
                  <a:gd name="connsiteY52-27348" fmla="*/ 1753897 h 10394972"/>
                  <a:gd name="connsiteX53-27349" fmla="*/ 10077929 w 10490654"/>
                  <a:gd name="connsiteY53-27350" fmla="*/ 2207269 h 10394972"/>
                  <a:gd name="connsiteX54-27351" fmla="*/ 9781309 w 10490654"/>
                  <a:gd name="connsiteY54-27352" fmla="*/ 2497881 h 10394972"/>
                  <a:gd name="connsiteX55-27353" fmla="*/ 9580055 w 10490654"/>
                  <a:gd name="connsiteY55-27354" fmla="*/ 3426134 h 10394972"/>
                  <a:gd name="connsiteX56-27355" fmla="*/ 9532477 w 10490654"/>
                  <a:gd name="connsiteY56-27356" fmla="*/ 3685207 h 10394972"/>
                  <a:gd name="connsiteX57-27357" fmla="*/ 9365672 w 10490654"/>
                  <a:gd name="connsiteY57-27358" fmla="*/ 3911044 h 10394972"/>
                  <a:gd name="connsiteX58-27359" fmla="*/ 9310254 w 10490654"/>
                  <a:gd name="connsiteY58-27360" fmla="*/ 4077299 h 10394972"/>
                  <a:gd name="connsiteX59-27361" fmla="*/ 9236422 w 10490654"/>
                  <a:gd name="connsiteY59-27362" fmla="*/ 4285117 h 10394972"/>
                  <a:gd name="connsiteX60-27363" fmla="*/ 9205255 w 10490654"/>
                  <a:gd name="connsiteY60-27364" fmla="*/ 4430122 h 10394972"/>
                  <a:gd name="connsiteX61-27365" fmla="*/ 9337963 w 10490654"/>
                  <a:gd name="connsiteY61-27366" fmla="*/ 4659190 h 10394972"/>
                  <a:gd name="connsiteX62-27367" fmla="*/ 9382180 w 10490654"/>
                  <a:gd name="connsiteY62-27368" fmla="*/ 4915057 h 10394972"/>
                  <a:gd name="connsiteX63-27369" fmla="*/ 9397939 w 10490654"/>
                  <a:gd name="connsiteY63-27370" fmla="*/ 5208060 h 10394972"/>
                  <a:gd name="connsiteX64-27371" fmla="*/ 9383359 w 10490654"/>
                  <a:gd name="connsiteY64-27372" fmla="*/ 5615153 h 10394972"/>
                  <a:gd name="connsiteX65-27373" fmla="*/ 9518623 w 10490654"/>
                  <a:gd name="connsiteY65-27374" fmla="*/ 5975373 h 10394972"/>
                  <a:gd name="connsiteX66-27375" fmla="*/ 9540496 w 10490654"/>
                  <a:gd name="connsiteY66-27376" fmla="*/ 6403714 h 10394972"/>
                  <a:gd name="connsiteX67-27377" fmla="*/ 9933709 w 10490654"/>
                  <a:gd name="connsiteY67-27378" fmla="*/ 6862062 h 10394972"/>
                  <a:gd name="connsiteX68-27379" fmla="*/ 10052074 w 10490654"/>
                  <a:gd name="connsiteY68-27380" fmla="*/ 7221396 h 10394972"/>
                  <a:gd name="connsiteX69-27381" fmla="*/ 10232908 w 10490654"/>
                  <a:gd name="connsiteY69-27382" fmla="*/ 7514995 h 10394972"/>
                  <a:gd name="connsiteX70-27383" fmla="*/ 9670472 w 10490654"/>
                  <a:gd name="connsiteY70-27384" fmla="*/ 7540935 h 10394972"/>
                  <a:gd name="connsiteX71-27385" fmla="*/ 9205805 w 10490654"/>
                  <a:gd name="connsiteY71-27386" fmla="*/ 7651772 h 10394972"/>
                  <a:gd name="connsiteX72-27387" fmla="*/ 9128871 w 10490654"/>
                  <a:gd name="connsiteY72-27388" fmla="*/ 7790317 h 10394972"/>
                  <a:gd name="connsiteX73-27389" fmla="*/ 9019309 w 10490654"/>
                  <a:gd name="connsiteY73-27390" fmla="*/ 7998135 h 10394972"/>
                  <a:gd name="connsiteX74-27391" fmla="*/ 8956730 w 10490654"/>
                  <a:gd name="connsiteY74-27392" fmla="*/ 8095117 h 10394972"/>
                  <a:gd name="connsiteX75-27393" fmla="*/ 9027559 w 10490654"/>
                  <a:gd name="connsiteY75-27394" fmla="*/ 8524608 h 10394972"/>
                  <a:gd name="connsiteX76-27395" fmla="*/ 9030673 w 10490654"/>
                  <a:gd name="connsiteY76-27396" fmla="*/ 8758112 h 10394972"/>
                  <a:gd name="connsiteX77-27397" fmla="*/ 8991600 w 10490654"/>
                  <a:gd name="connsiteY77-27398" fmla="*/ 8967953 h 10394972"/>
                  <a:gd name="connsiteX78-27399" fmla="*/ 8894618 w 10490654"/>
                  <a:gd name="connsiteY78-27400" fmla="*/ 9272753 h 10394972"/>
                  <a:gd name="connsiteX79-27401" fmla="*/ 8922327 w 10490654"/>
                  <a:gd name="connsiteY79-27402" fmla="*/ 9535990 h 10394972"/>
                  <a:gd name="connsiteX80-27403" fmla="*/ 9144000 w 10490654"/>
                  <a:gd name="connsiteY80-27404" fmla="*/ 9702244 h 10394972"/>
                  <a:gd name="connsiteX81-27405" fmla="*/ 9353374 w 10490654"/>
                  <a:gd name="connsiteY81-27406" fmla="*/ 9853088 h 10394972"/>
                  <a:gd name="connsiteX82-27407" fmla="*/ 9529903 w 10490654"/>
                  <a:gd name="connsiteY82-27408" fmla="*/ 9905081 h 10394972"/>
                  <a:gd name="connsiteX83-27409" fmla="*/ 9625328 w 10490654"/>
                  <a:gd name="connsiteY83-27410" fmla="*/ 9791132 h 10394972"/>
                  <a:gd name="connsiteX84-27411" fmla="*/ 9667359 w 10490654"/>
                  <a:gd name="connsiteY84-27412" fmla="*/ 9803430 h 10394972"/>
                  <a:gd name="connsiteX85-27413" fmla="*/ 9668916 w 10490654"/>
                  <a:gd name="connsiteY85-27414" fmla="*/ 10256426 h 10394972"/>
                  <a:gd name="connsiteX86-27415" fmla="*/ 9495500 w 10490654"/>
                  <a:gd name="connsiteY86-27416" fmla="*/ 10306085 h 10394972"/>
                  <a:gd name="connsiteX87-27417" fmla="*/ 9310254 w 10490654"/>
                  <a:gd name="connsiteY87-27418" fmla="*/ 10394972 h 10394972"/>
                  <a:gd name="connsiteX88-27419" fmla="*/ 9227127 w 10490654"/>
                  <a:gd name="connsiteY88-27420" fmla="*/ 10242572 h 10394972"/>
                  <a:gd name="connsiteX89-27421" fmla="*/ 9033163 w 10490654"/>
                  <a:gd name="connsiteY89-27422" fmla="*/ 9993190 h 10394972"/>
                  <a:gd name="connsiteX90-27423" fmla="*/ 8825345 w 10490654"/>
                  <a:gd name="connsiteY90-27424" fmla="*/ 9813081 h 10394972"/>
                  <a:gd name="connsiteX91-27425" fmla="*/ 8534400 w 10490654"/>
                  <a:gd name="connsiteY91-27426" fmla="*/ 9702244 h 10394972"/>
                  <a:gd name="connsiteX92-27427" fmla="*/ 8423563 w 10490654"/>
                  <a:gd name="connsiteY92-27428" fmla="*/ 9646826 h 10394972"/>
                  <a:gd name="connsiteX93-27429" fmla="*/ 8285018 w 10490654"/>
                  <a:gd name="connsiteY93-27430" fmla="*/ 9480572 h 10394972"/>
                  <a:gd name="connsiteX94-27431" fmla="*/ 8257309 w 10490654"/>
                  <a:gd name="connsiteY94-27432" fmla="*/ 9342026 h 10394972"/>
                  <a:gd name="connsiteX95-27433" fmla="*/ 8146472 w 10490654"/>
                  <a:gd name="connsiteY95-27434" fmla="*/ 9355881 h 10394972"/>
                  <a:gd name="connsiteX96-27435" fmla="*/ 8091054 w 10490654"/>
                  <a:gd name="connsiteY96-27436" fmla="*/ 9577553 h 10394972"/>
                  <a:gd name="connsiteX97-27437" fmla="*/ 7806336 w 10490654"/>
                  <a:gd name="connsiteY97-27438" fmla="*/ 9583313 h 10394972"/>
                  <a:gd name="connsiteX98-27439" fmla="*/ 7567694 w 10490654"/>
                  <a:gd name="connsiteY98-27440" fmla="*/ 9520112 h 10394972"/>
                  <a:gd name="connsiteX99-27441" fmla="*/ 7466043 w 10490654"/>
                  <a:gd name="connsiteY99-27442" fmla="*/ 9471387 h 10394972"/>
                  <a:gd name="connsiteX100-27443" fmla="*/ 7287491 w 10490654"/>
                  <a:gd name="connsiteY100-27444" fmla="*/ 9449904 h 10394972"/>
                  <a:gd name="connsiteX101-27445" fmla="*/ 7221797 w 10490654"/>
                  <a:gd name="connsiteY101-27446" fmla="*/ 9121910 h 10394972"/>
                  <a:gd name="connsiteX102-27447" fmla="*/ 6954982 w 10490654"/>
                  <a:gd name="connsiteY102-27448" fmla="*/ 9189626 h 10394972"/>
                  <a:gd name="connsiteX103-27449" fmla="*/ 6710737 w 10490654"/>
                  <a:gd name="connsiteY103-27450" fmla="*/ 9262013 h 10394972"/>
                  <a:gd name="connsiteX104-27451" fmla="*/ 6674777 w 10490654"/>
                  <a:gd name="connsiteY104-27452" fmla="*/ 9062912 h 10394972"/>
                  <a:gd name="connsiteX105-27453" fmla="*/ 6511636 w 10490654"/>
                  <a:gd name="connsiteY105-27454" fmla="*/ 8954099 h 10394972"/>
                  <a:gd name="connsiteX106-27455" fmla="*/ 6428509 w 10490654"/>
                  <a:gd name="connsiteY106-27456" fmla="*/ 8954099 h 10394972"/>
                  <a:gd name="connsiteX107-27457" fmla="*/ 6325922 w 10490654"/>
                  <a:gd name="connsiteY107-27458" fmla="*/ 9057307 h 10394972"/>
                  <a:gd name="connsiteX108-27459" fmla="*/ 6167763 w 10490654"/>
                  <a:gd name="connsiteY108-27460" fmla="*/ 8978227 h 10394972"/>
                  <a:gd name="connsiteX109-27461" fmla="*/ 6002132 w 10490654"/>
                  <a:gd name="connsiteY109-27462" fmla="*/ 9093734 h 10394972"/>
                  <a:gd name="connsiteX110-27463" fmla="*/ 5749636 w 10490654"/>
                  <a:gd name="connsiteY110-27464" fmla="*/ 9051081 h 10394972"/>
                  <a:gd name="connsiteX111-27465" fmla="*/ 5674760 w 10490654"/>
                  <a:gd name="connsiteY111-27466" fmla="*/ 9081904 h 10394972"/>
                  <a:gd name="connsiteX112-27467" fmla="*/ 5507415 w 10490654"/>
                  <a:gd name="connsiteY112-27468" fmla="*/ 9128137 h 10394972"/>
                  <a:gd name="connsiteX113-27469" fmla="*/ 5505859 w 10490654"/>
                  <a:gd name="connsiteY113-27470" fmla="*/ 8870972 h 10394972"/>
                  <a:gd name="connsiteX114-27471" fmla="*/ 5505857 w 10490654"/>
                  <a:gd name="connsiteY114-27472" fmla="*/ 8634977 h 10394972"/>
                  <a:gd name="connsiteX115-27473" fmla="*/ 5336024 w 10490654"/>
                  <a:gd name="connsiteY115-27474" fmla="*/ 8333292 h 10394972"/>
                  <a:gd name="connsiteX116-27475" fmla="*/ 5230324 w 10490654"/>
                  <a:gd name="connsiteY116-27476" fmla="*/ 8082820 h 10394972"/>
                  <a:gd name="connsiteX117-27477" fmla="*/ 5317031 w 10490654"/>
                  <a:gd name="connsiteY117-27478" fmla="*/ 7610208 h 10394972"/>
                  <a:gd name="connsiteX118-27479" fmla="*/ 5201059 w 10490654"/>
                  <a:gd name="connsiteY118-27480" fmla="*/ 7320352 h 10394972"/>
                  <a:gd name="connsiteX119-27481" fmla="*/ 5250872 w 10490654"/>
                  <a:gd name="connsiteY119-27482" fmla="*/ 7069881 h 10394972"/>
                  <a:gd name="connsiteX120-27483" fmla="*/ 5245735 w 10490654"/>
                  <a:gd name="connsiteY120-27484" fmla="*/ 7018665 h 10394972"/>
                  <a:gd name="connsiteX121-27485" fmla="*/ 4577603 w 10490654"/>
                  <a:gd name="connsiteY121-27486" fmla="*/ 7013996 h 10394972"/>
                  <a:gd name="connsiteX122-27487" fmla="*/ 4528412 w 10490654"/>
                  <a:gd name="connsiteY122-27488" fmla="*/ 6840580 h 10394972"/>
                  <a:gd name="connsiteX123-27489" fmla="*/ 4038834 w 10490654"/>
                  <a:gd name="connsiteY123-27490" fmla="*/ 6816452 h 10394972"/>
                  <a:gd name="connsiteX124-27491" fmla="*/ 3976254 w 10490654"/>
                  <a:gd name="connsiteY124-27492" fmla="*/ 7069881 h 10394972"/>
                  <a:gd name="connsiteX125-27493" fmla="*/ 3932667 w 10490654"/>
                  <a:gd name="connsiteY125-27494" fmla="*/ 7281279 h 10394972"/>
                  <a:gd name="connsiteX126-27495" fmla="*/ 3884155 w 10490654"/>
                  <a:gd name="connsiteY126-27496" fmla="*/ 7403480 h 10394972"/>
                  <a:gd name="connsiteX127-27497" fmla="*/ 3572499 w 10490654"/>
                  <a:gd name="connsiteY127-27498" fmla="*/ 7365450 h 10394972"/>
                  <a:gd name="connsiteX128-27499" fmla="*/ 3311236 w 10490654"/>
                  <a:gd name="connsiteY128-27500" fmla="*/ 7402390 h 10394972"/>
                  <a:gd name="connsiteX129-27501" fmla="*/ 2921540 w 10490654"/>
                  <a:gd name="connsiteY129-27502" fmla="*/ 7414475 h 10394972"/>
                  <a:gd name="connsiteX130-27503" fmla="*/ 2784763 w 10490654"/>
                  <a:gd name="connsiteY130-27504" fmla="*/ 7139153 h 10394972"/>
                  <a:gd name="connsiteX131-27505" fmla="*/ 2604654 w 10490654"/>
                  <a:gd name="connsiteY131-27506" fmla="*/ 6862062 h 10394972"/>
                  <a:gd name="connsiteX132-27507" fmla="*/ 2410691 w 10490654"/>
                  <a:gd name="connsiteY132-27508" fmla="*/ 6363299 h 10394972"/>
                  <a:gd name="connsiteX133-27509" fmla="*/ 2327563 w 10490654"/>
                  <a:gd name="connsiteY133-27510" fmla="*/ 6224753 h 10394972"/>
                  <a:gd name="connsiteX134-27511" fmla="*/ 1662545 w 10490654"/>
                  <a:gd name="connsiteY134-27512" fmla="*/ 6197044 h 10394972"/>
                  <a:gd name="connsiteX135-27513" fmla="*/ 1233054 w 10490654"/>
                  <a:gd name="connsiteY135-27514" fmla="*/ 6197044 h 10394972"/>
                  <a:gd name="connsiteX136-27515" fmla="*/ 1136072 w 10490654"/>
                  <a:gd name="connsiteY136-27516" fmla="*/ 6252462 h 10394972"/>
                  <a:gd name="connsiteX137-27517" fmla="*/ 706582 w 10490654"/>
                  <a:gd name="connsiteY137-27518" fmla="*/ 6210899 h 10394972"/>
                  <a:gd name="connsiteX138-27519" fmla="*/ 318654 w 10490654"/>
                  <a:gd name="connsiteY138-27520" fmla="*/ 6238608 h 10394972"/>
                  <a:gd name="connsiteX139-27521" fmla="*/ 96982 w 10490654"/>
                  <a:gd name="connsiteY139-27522" fmla="*/ 6391008 h 10394972"/>
                  <a:gd name="connsiteX140-27523" fmla="*/ 0 w 10490654"/>
                  <a:gd name="connsiteY140-27524" fmla="*/ 6294026 h 10394972"/>
                  <a:gd name="connsiteX141-27525" fmla="*/ 83127 w 10490654"/>
                  <a:gd name="connsiteY141-27526" fmla="*/ 6238608 h 10394972"/>
                  <a:gd name="connsiteX0-27527" fmla="*/ 83127 w 10490654"/>
                  <a:gd name="connsiteY0-27528" fmla="*/ 6238608 h 10394972"/>
                  <a:gd name="connsiteX1-27529" fmla="*/ 96982 w 10490654"/>
                  <a:gd name="connsiteY1-27530" fmla="*/ 5795262 h 10394972"/>
                  <a:gd name="connsiteX2-27531" fmla="*/ 401782 w 10490654"/>
                  <a:gd name="connsiteY2-27532" fmla="*/ 5532026 h 10394972"/>
                  <a:gd name="connsiteX3-27533" fmla="*/ 651163 w 10490654"/>
                  <a:gd name="connsiteY3-27534" fmla="*/ 5670572 h 10394972"/>
                  <a:gd name="connsiteX4-27535" fmla="*/ 858982 w 10490654"/>
                  <a:gd name="connsiteY4-27536" fmla="*/ 5504317 h 10394972"/>
                  <a:gd name="connsiteX5-27537" fmla="*/ 997527 w 10490654"/>
                  <a:gd name="connsiteY5-27538" fmla="*/ 5351917 h 10394972"/>
                  <a:gd name="connsiteX6-27539" fmla="*/ 1080654 w 10490654"/>
                  <a:gd name="connsiteY6-27540" fmla="*/ 5435044 h 10394972"/>
                  <a:gd name="connsiteX7-27541" fmla="*/ 1269312 w 10490654"/>
                  <a:gd name="connsiteY7-27542" fmla="*/ 5679710 h 10394972"/>
                  <a:gd name="connsiteX8-27543" fmla="*/ 1523116 w 10490654"/>
                  <a:gd name="connsiteY8-27544" fmla="*/ 5481030 h 10394972"/>
                  <a:gd name="connsiteX9-27545" fmla="*/ 1731818 w 10490654"/>
                  <a:gd name="connsiteY9-27546" fmla="*/ 5296499 h 10394972"/>
                  <a:gd name="connsiteX10-27547" fmla="*/ 2022763 w 10490654"/>
                  <a:gd name="connsiteY10-27548" fmla="*/ 5060972 h 10394972"/>
                  <a:gd name="connsiteX11-27549" fmla="*/ 2119745 w 10490654"/>
                  <a:gd name="connsiteY11-27550" fmla="*/ 4631481 h 10394972"/>
                  <a:gd name="connsiteX12-27551" fmla="*/ 2172511 w 10490654"/>
                  <a:gd name="connsiteY12-27552" fmla="*/ 4164848 h 10394972"/>
                  <a:gd name="connsiteX13-27553" fmla="*/ 2355272 w 10490654"/>
                  <a:gd name="connsiteY13-27554" fmla="*/ 3855626 h 10394972"/>
                  <a:gd name="connsiteX14-27555" fmla="*/ 2752497 w 10490654"/>
                  <a:gd name="connsiteY14-27556" fmla="*/ 3475092 h 10394972"/>
                  <a:gd name="connsiteX15-27557" fmla="*/ 2978727 w 10490654"/>
                  <a:gd name="connsiteY15-27558" fmla="*/ 3259881 h 10394972"/>
                  <a:gd name="connsiteX16-27559" fmla="*/ 3006436 w 10490654"/>
                  <a:gd name="connsiteY16-27560" fmla="*/ 2816535 h 10394972"/>
                  <a:gd name="connsiteX17-27561" fmla="*/ 3075709 w 10490654"/>
                  <a:gd name="connsiteY17-27562" fmla="*/ 2525590 h 10394972"/>
                  <a:gd name="connsiteX18-27563" fmla="*/ 3075709 w 10490654"/>
                  <a:gd name="connsiteY18-27564" fmla="*/ 2317772 h 10394972"/>
                  <a:gd name="connsiteX19-27565" fmla="*/ 3214254 w 10490654"/>
                  <a:gd name="connsiteY19-27566" fmla="*/ 1985262 h 10394972"/>
                  <a:gd name="connsiteX20-27567" fmla="*/ 3214254 w 10490654"/>
                  <a:gd name="connsiteY20-27568" fmla="*/ 1694317 h 10394972"/>
                  <a:gd name="connsiteX21-27569" fmla="*/ 3513454 w 10490654"/>
                  <a:gd name="connsiteY21-27570" fmla="*/ 1126281 h 10394972"/>
                  <a:gd name="connsiteX22-27571" fmla="*/ 3463636 w 10490654"/>
                  <a:gd name="connsiteY22-27572" fmla="*/ 752208 h 10394972"/>
                  <a:gd name="connsiteX23-27573" fmla="*/ 3491345 w 10490654"/>
                  <a:gd name="connsiteY23-27574" fmla="*/ 544390 h 10394972"/>
                  <a:gd name="connsiteX24-27575" fmla="*/ 3823854 w 10490654"/>
                  <a:gd name="connsiteY24-27576" fmla="*/ 184172 h 10394972"/>
                  <a:gd name="connsiteX25-27577" fmla="*/ 4017818 w 10490654"/>
                  <a:gd name="connsiteY25-27578" fmla="*/ 59481 h 10394972"/>
                  <a:gd name="connsiteX26-27579" fmla="*/ 4433454 w 10490654"/>
                  <a:gd name="connsiteY26-27580" fmla="*/ 295008 h 10394972"/>
                  <a:gd name="connsiteX27-27581" fmla="*/ 4599709 w 10490654"/>
                  <a:gd name="connsiteY27-27582" fmla="*/ 488972 h 10394972"/>
                  <a:gd name="connsiteX28-27583" fmla="*/ 5070763 w 10490654"/>
                  <a:gd name="connsiteY28-27584" fmla="*/ 544390 h 10394972"/>
                  <a:gd name="connsiteX29-27585" fmla="*/ 5391187 w 10490654"/>
                  <a:gd name="connsiteY29-27586" fmla="*/ 603639 h 10394972"/>
                  <a:gd name="connsiteX30-27587" fmla="*/ 5568642 w 10490654"/>
                  <a:gd name="connsiteY30-27588" fmla="*/ 588271 h 10394972"/>
                  <a:gd name="connsiteX31-27589" fmla="*/ 5860472 w 10490654"/>
                  <a:gd name="connsiteY31-27590" fmla="*/ 281153 h 10394972"/>
                  <a:gd name="connsiteX32-27591" fmla="*/ 6123709 w 10490654"/>
                  <a:gd name="connsiteY32-27592" fmla="*/ 322717 h 10394972"/>
                  <a:gd name="connsiteX33-27593" fmla="*/ 6541900 w 10490654"/>
                  <a:gd name="connsiteY33-27594" fmla="*/ 168233 h 10394972"/>
                  <a:gd name="connsiteX34-27595" fmla="*/ 6681722 w 10490654"/>
                  <a:gd name="connsiteY34-27596" fmla="*/ 107503 h 10394972"/>
                  <a:gd name="connsiteX35-27597" fmla="*/ 7011678 w 10490654"/>
                  <a:gd name="connsiteY35-27598" fmla="*/ 198026 h 10394972"/>
                  <a:gd name="connsiteX36-27599" fmla="*/ 7232072 w 10490654"/>
                  <a:gd name="connsiteY36-27600" fmla="*/ 17917 h 10394972"/>
                  <a:gd name="connsiteX37-27601" fmla="*/ 7379107 w 10490654"/>
                  <a:gd name="connsiteY37-27602" fmla="*/ 0 h 10394972"/>
                  <a:gd name="connsiteX38-27603" fmla="*/ 7600859 w 10490654"/>
                  <a:gd name="connsiteY38-27604" fmla="*/ 41248 h 10394972"/>
                  <a:gd name="connsiteX39-27605" fmla="*/ 7910945 w 10490654"/>
                  <a:gd name="connsiteY39-27606" fmla="*/ 128753 h 10394972"/>
                  <a:gd name="connsiteX40-27607" fmla="*/ 8312727 w 10490654"/>
                  <a:gd name="connsiteY40-27608" fmla="*/ 59481 h 10394972"/>
                  <a:gd name="connsiteX41-27609" fmla="*/ 8647005 w 10490654"/>
                  <a:gd name="connsiteY41-27610" fmla="*/ 396707 h 10394972"/>
                  <a:gd name="connsiteX42-27611" fmla="*/ 8908472 w 10490654"/>
                  <a:gd name="connsiteY42-27612" fmla="*/ 544390 h 10394972"/>
                  <a:gd name="connsiteX43-27613" fmla="*/ 9146732 w 10490654"/>
                  <a:gd name="connsiteY43-27614" fmla="*/ 420846 h 10394972"/>
                  <a:gd name="connsiteX44-27615" fmla="*/ 9372965 w 10490654"/>
                  <a:gd name="connsiteY44-27616" fmla="*/ 466363 h 10394972"/>
                  <a:gd name="connsiteX45-27617" fmla="*/ 9518072 w 10490654"/>
                  <a:gd name="connsiteY45-27618" fmla="*/ 367819 h 10394972"/>
                  <a:gd name="connsiteX46-27619" fmla="*/ 9646301 w 10490654"/>
                  <a:gd name="connsiteY46-27620" fmla="*/ 369587 h 10394972"/>
                  <a:gd name="connsiteX47-27621" fmla="*/ 10002982 w 10490654"/>
                  <a:gd name="connsiteY47-27622" fmla="*/ 793772 h 10394972"/>
                  <a:gd name="connsiteX48-27623" fmla="*/ 10238509 w 10490654"/>
                  <a:gd name="connsiteY48-27624" fmla="*/ 987735 h 10394972"/>
                  <a:gd name="connsiteX49-27625" fmla="*/ 10224654 w 10490654"/>
                  <a:gd name="connsiteY49-27626" fmla="*/ 1250972 h 10394972"/>
                  <a:gd name="connsiteX50-27627" fmla="*/ 10238509 w 10490654"/>
                  <a:gd name="connsiteY50-27628" fmla="*/ 1444935 h 10394972"/>
                  <a:gd name="connsiteX51-27629" fmla="*/ 10243066 w 10490654"/>
                  <a:gd name="connsiteY51-27630" fmla="*/ 1580249 h 10394972"/>
                  <a:gd name="connsiteX52-27631" fmla="*/ 10490654 w 10490654"/>
                  <a:gd name="connsiteY52-27632" fmla="*/ 1753897 h 10394972"/>
                  <a:gd name="connsiteX53-27633" fmla="*/ 10077929 w 10490654"/>
                  <a:gd name="connsiteY53-27634" fmla="*/ 2207269 h 10394972"/>
                  <a:gd name="connsiteX54-27635" fmla="*/ 9781309 w 10490654"/>
                  <a:gd name="connsiteY54-27636" fmla="*/ 2497881 h 10394972"/>
                  <a:gd name="connsiteX55-27637" fmla="*/ 9580055 w 10490654"/>
                  <a:gd name="connsiteY55-27638" fmla="*/ 3426134 h 10394972"/>
                  <a:gd name="connsiteX56-27639" fmla="*/ 9532477 w 10490654"/>
                  <a:gd name="connsiteY56-27640" fmla="*/ 3685207 h 10394972"/>
                  <a:gd name="connsiteX57-27641" fmla="*/ 9365672 w 10490654"/>
                  <a:gd name="connsiteY57-27642" fmla="*/ 3911044 h 10394972"/>
                  <a:gd name="connsiteX58-27643" fmla="*/ 9310254 w 10490654"/>
                  <a:gd name="connsiteY58-27644" fmla="*/ 4077299 h 10394972"/>
                  <a:gd name="connsiteX59-27645" fmla="*/ 9236422 w 10490654"/>
                  <a:gd name="connsiteY59-27646" fmla="*/ 4285117 h 10394972"/>
                  <a:gd name="connsiteX60-27647" fmla="*/ 9205255 w 10490654"/>
                  <a:gd name="connsiteY60-27648" fmla="*/ 4430122 h 10394972"/>
                  <a:gd name="connsiteX61-27649" fmla="*/ 9337963 w 10490654"/>
                  <a:gd name="connsiteY61-27650" fmla="*/ 4659190 h 10394972"/>
                  <a:gd name="connsiteX62-27651" fmla="*/ 9382180 w 10490654"/>
                  <a:gd name="connsiteY62-27652" fmla="*/ 4915057 h 10394972"/>
                  <a:gd name="connsiteX63-27653" fmla="*/ 9397939 w 10490654"/>
                  <a:gd name="connsiteY63-27654" fmla="*/ 5208060 h 10394972"/>
                  <a:gd name="connsiteX64-27655" fmla="*/ 9383359 w 10490654"/>
                  <a:gd name="connsiteY64-27656" fmla="*/ 5615153 h 10394972"/>
                  <a:gd name="connsiteX65-27657" fmla="*/ 9518623 w 10490654"/>
                  <a:gd name="connsiteY65-27658" fmla="*/ 5975373 h 10394972"/>
                  <a:gd name="connsiteX66-27659" fmla="*/ 9540496 w 10490654"/>
                  <a:gd name="connsiteY66-27660" fmla="*/ 6403714 h 10394972"/>
                  <a:gd name="connsiteX67-27661" fmla="*/ 9933709 w 10490654"/>
                  <a:gd name="connsiteY67-27662" fmla="*/ 6862062 h 10394972"/>
                  <a:gd name="connsiteX68-27663" fmla="*/ 10052074 w 10490654"/>
                  <a:gd name="connsiteY68-27664" fmla="*/ 7221396 h 10394972"/>
                  <a:gd name="connsiteX69-27665" fmla="*/ 10232908 w 10490654"/>
                  <a:gd name="connsiteY69-27666" fmla="*/ 7514995 h 10394972"/>
                  <a:gd name="connsiteX70-27667" fmla="*/ 9670472 w 10490654"/>
                  <a:gd name="connsiteY70-27668" fmla="*/ 7540935 h 10394972"/>
                  <a:gd name="connsiteX71-27669" fmla="*/ 9174087 w 10490654"/>
                  <a:gd name="connsiteY71-27670" fmla="*/ 7651772 h 10394972"/>
                  <a:gd name="connsiteX72-27671" fmla="*/ 9128871 w 10490654"/>
                  <a:gd name="connsiteY72-27672" fmla="*/ 7790317 h 10394972"/>
                  <a:gd name="connsiteX73-27673" fmla="*/ 9019309 w 10490654"/>
                  <a:gd name="connsiteY73-27674" fmla="*/ 7998135 h 10394972"/>
                  <a:gd name="connsiteX74-27675" fmla="*/ 8956730 w 10490654"/>
                  <a:gd name="connsiteY74-27676" fmla="*/ 8095117 h 10394972"/>
                  <a:gd name="connsiteX75-27677" fmla="*/ 9027559 w 10490654"/>
                  <a:gd name="connsiteY75-27678" fmla="*/ 8524608 h 10394972"/>
                  <a:gd name="connsiteX76-27679" fmla="*/ 9030673 w 10490654"/>
                  <a:gd name="connsiteY76-27680" fmla="*/ 8758112 h 10394972"/>
                  <a:gd name="connsiteX77-27681" fmla="*/ 8991600 w 10490654"/>
                  <a:gd name="connsiteY77-27682" fmla="*/ 8967953 h 10394972"/>
                  <a:gd name="connsiteX78-27683" fmla="*/ 8894618 w 10490654"/>
                  <a:gd name="connsiteY78-27684" fmla="*/ 9272753 h 10394972"/>
                  <a:gd name="connsiteX79-27685" fmla="*/ 8922327 w 10490654"/>
                  <a:gd name="connsiteY79-27686" fmla="*/ 9535990 h 10394972"/>
                  <a:gd name="connsiteX80-27687" fmla="*/ 9144000 w 10490654"/>
                  <a:gd name="connsiteY80-27688" fmla="*/ 9702244 h 10394972"/>
                  <a:gd name="connsiteX81-27689" fmla="*/ 9353374 w 10490654"/>
                  <a:gd name="connsiteY81-27690" fmla="*/ 9853088 h 10394972"/>
                  <a:gd name="connsiteX82-27691" fmla="*/ 9529903 w 10490654"/>
                  <a:gd name="connsiteY82-27692" fmla="*/ 9905081 h 10394972"/>
                  <a:gd name="connsiteX83-27693" fmla="*/ 9625328 w 10490654"/>
                  <a:gd name="connsiteY83-27694" fmla="*/ 9791132 h 10394972"/>
                  <a:gd name="connsiteX84-27695" fmla="*/ 9667359 w 10490654"/>
                  <a:gd name="connsiteY84-27696" fmla="*/ 9803430 h 10394972"/>
                  <a:gd name="connsiteX85-27697" fmla="*/ 9668916 w 10490654"/>
                  <a:gd name="connsiteY85-27698" fmla="*/ 10256426 h 10394972"/>
                  <a:gd name="connsiteX86-27699" fmla="*/ 9495500 w 10490654"/>
                  <a:gd name="connsiteY86-27700" fmla="*/ 10306085 h 10394972"/>
                  <a:gd name="connsiteX87-27701" fmla="*/ 9310254 w 10490654"/>
                  <a:gd name="connsiteY87-27702" fmla="*/ 10394972 h 10394972"/>
                  <a:gd name="connsiteX88-27703" fmla="*/ 9227127 w 10490654"/>
                  <a:gd name="connsiteY88-27704" fmla="*/ 10242572 h 10394972"/>
                  <a:gd name="connsiteX89-27705" fmla="*/ 9033163 w 10490654"/>
                  <a:gd name="connsiteY89-27706" fmla="*/ 9993190 h 10394972"/>
                  <a:gd name="connsiteX90-27707" fmla="*/ 8825345 w 10490654"/>
                  <a:gd name="connsiteY90-27708" fmla="*/ 9813081 h 10394972"/>
                  <a:gd name="connsiteX91-27709" fmla="*/ 8534400 w 10490654"/>
                  <a:gd name="connsiteY91-27710" fmla="*/ 9702244 h 10394972"/>
                  <a:gd name="connsiteX92-27711" fmla="*/ 8423563 w 10490654"/>
                  <a:gd name="connsiteY92-27712" fmla="*/ 9646826 h 10394972"/>
                  <a:gd name="connsiteX93-27713" fmla="*/ 8285018 w 10490654"/>
                  <a:gd name="connsiteY93-27714" fmla="*/ 9480572 h 10394972"/>
                  <a:gd name="connsiteX94-27715" fmla="*/ 8257309 w 10490654"/>
                  <a:gd name="connsiteY94-27716" fmla="*/ 9342026 h 10394972"/>
                  <a:gd name="connsiteX95-27717" fmla="*/ 8146472 w 10490654"/>
                  <a:gd name="connsiteY95-27718" fmla="*/ 9355881 h 10394972"/>
                  <a:gd name="connsiteX96-27719" fmla="*/ 8091054 w 10490654"/>
                  <a:gd name="connsiteY96-27720" fmla="*/ 9577553 h 10394972"/>
                  <a:gd name="connsiteX97-27721" fmla="*/ 7806336 w 10490654"/>
                  <a:gd name="connsiteY97-27722" fmla="*/ 9583313 h 10394972"/>
                  <a:gd name="connsiteX98-27723" fmla="*/ 7567694 w 10490654"/>
                  <a:gd name="connsiteY98-27724" fmla="*/ 9520112 h 10394972"/>
                  <a:gd name="connsiteX99-27725" fmla="*/ 7466043 w 10490654"/>
                  <a:gd name="connsiteY99-27726" fmla="*/ 9471387 h 10394972"/>
                  <a:gd name="connsiteX100-27727" fmla="*/ 7287491 w 10490654"/>
                  <a:gd name="connsiteY100-27728" fmla="*/ 9449904 h 10394972"/>
                  <a:gd name="connsiteX101-27729" fmla="*/ 7221797 w 10490654"/>
                  <a:gd name="connsiteY101-27730" fmla="*/ 9121910 h 10394972"/>
                  <a:gd name="connsiteX102-27731" fmla="*/ 6954982 w 10490654"/>
                  <a:gd name="connsiteY102-27732" fmla="*/ 9189626 h 10394972"/>
                  <a:gd name="connsiteX103-27733" fmla="*/ 6710737 w 10490654"/>
                  <a:gd name="connsiteY103-27734" fmla="*/ 9262013 h 10394972"/>
                  <a:gd name="connsiteX104-27735" fmla="*/ 6674777 w 10490654"/>
                  <a:gd name="connsiteY104-27736" fmla="*/ 9062912 h 10394972"/>
                  <a:gd name="connsiteX105-27737" fmla="*/ 6511636 w 10490654"/>
                  <a:gd name="connsiteY105-27738" fmla="*/ 8954099 h 10394972"/>
                  <a:gd name="connsiteX106-27739" fmla="*/ 6428509 w 10490654"/>
                  <a:gd name="connsiteY106-27740" fmla="*/ 8954099 h 10394972"/>
                  <a:gd name="connsiteX107-27741" fmla="*/ 6325922 w 10490654"/>
                  <a:gd name="connsiteY107-27742" fmla="*/ 9057307 h 10394972"/>
                  <a:gd name="connsiteX108-27743" fmla="*/ 6167763 w 10490654"/>
                  <a:gd name="connsiteY108-27744" fmla="*/ 8978227 h 10394972"/>
                  <a:gd name="connsiteX109-27745" fmla="*/ 6002132 w 10490654"/>
                  <a:gd name="connsiteY109-27746" fmla="*/ 9093734 h 10394972"/>
                  <a:gd name="connsiteX110-27747" fmla="*/ 5749636 w 10490654"/>
                  <a:gd name="connsiteY110-27748" fmla="*/ 9051081 h 10394972"/>
                  <a:gd name="connsiteX111-27749" fmla="*/ 5674760 w 10490654"/>
                  <a:gd name="connsiteY111-27750" fmla="*/ 9081904 h 10394972"/>
                  <a:gd name="connsiteX112-27751" fmla="*/ 5507415 w 10490654"/>
                  <a:gd name="connsiteY112-27752" fmla="*/ 9128137 h 10394972"/>
                  <a:gd name="connsiteX113-27753" fmla="*/ 5505859 w 10490654"/>
                  <a:gd name="connsiteY113-27754" fmla="*/ 8870972 h 10394972"/>
                  <a:gd name="connsiteX114-27755" fmla="*/ 5505857 w 10490654"/>
                  <a:gd name="connsiteY114-27756" fmla="*/ 8634977 h 10394972"/>
                  <a:gd name="connsiteX115-27757" fmla="*/ 5336024 w 10490654"/>
                  <a:gd name="connsiteY115-27758" fmla="*/ 8333292 h 10394972"/>
                  <a:gd name="connsiteX116-27759" fmla="*/ 5230324 w 10490654"/>
                  <a:gd name="connsiteY116-27760" fmla="*/ 8082820 h 10394972"/>
                  <a:gd name="connsiteX117-27761" fmla="*/ 5317031 w 10490654"/>
                  <a:gd name="connsiteY117-27762" fmla="*/ 7610208 h 10394972"/>
                  <a:gd name="connsiteX118-27763" fmla="*/ 5201059 w 10490654"/>
                  <a:gd name="connsiteY118-27764" fmla="*/ 7320352 h 10394972"/>
                  <a:gd name="connsiteX119-27765" fmla="*/ 5250872 w 10490654"/>
                  <a:gd name="connsiteY119-27766" fmla="*/ 7069881 h 10394972"/>
                  <a:gd name="connsiteX120-27767" fmla="*/ 5245735 w 10490654"/>
                  <a:gd name="connsiteY120-27768" fmla="*/ 7018665 h 10394972"/>
                  <a:gd name="connsiteX121-27769" fmla="*/ 4577603 w 10490654"/>
                  <a:gd name="connsiteY121-27770" fmla="*/ 7013996 h 10394972"/>
                  <a:gd name="connsiteX122-27771" fmla="*/ 4528412 w 10490654"/>
                  <a:gd name="connsiteY122-27772" fmla="*/ 6840580 h 10394972"/>
                  <a:gd name="connsiteX123-27773" fmla="*/ 4038834 w 10490654"/>
                  <a:gd name="connsiteY123-27774" fmla="*/ 6816452 h 10394972"/>
                  <a:gd name="connsiteX124-27775" fmla="*/ 3976254 w 10490654"/>
                  <a:gd name="connsiteY124-27776" fmla="*/ 7069881 h 10394972"/>
                  <a:gd name="connsiteX125-27777" fmla="*/ 3932667 w 10490654"/>
                  <a:gd name="connsiteY125-27778" fmla="*/ 7281279 h 10394972"/>
                  <a:gd name="connsiteX126-27779" fmla="*/ 3884155 w 10490654"/>
                  <a:gd name="connsiteY126-27780" fmla="*/ 7403480 h 10394972"/>
                  <a:gd name="connsiteX127-27781" fmla="*/ 3572499 w 10490654"/>
                  <a:gd name="connsiteY127-27782" fmla="*/ 7365450 h 10394972"/>
                  <a:gd name="connsiteX128-27783" fmla="*/ 3311236 w 10490654"/>
                  <a:gd name="connsiteY128-27784" fmla="*/ 7402390 h 10394972"/>
                  <a:gd name="connsiteX129-27785" fmla="*/ 2921540 w 10490654"/>
                  <a:gd name="connsiteY129-27786" fmla="*/ 7414475 h 10394972"/>
                  <a:gd name="connsiteX130-27787" fmla="*/ 2784763 w 10490654"/>
                  <a:gd name="connsiteY130-27788" fmla="*/ 7139153 h 10394972"/>
                  <a:gd name="connsiteX131-27789" fmla="*/ 2604654 w 10490654"/>
                  <a:gd name="connsiteY131-27790" fmla="*/ 6862062 h 10394972"/>
                  <a:gd name="connsiteX132-27791" fmla="*/ 2410691 w 10490654"/>
                  <a:gd name="connsiteY132-27792" fmla="*/ 6363299 h 10394972"/>
                  <a:gd name="connsiteX133-27793" fmla="*/ 2327563 w 10490654"/>
                  <a:gd name="connsiteY133-27794" fmla="*/ 6224753 h 10394972"/>
                  <a:gd name="connsiteX134-27795" fmla="*/ 1662545 w 10490654"/>
                  <a:gd name="connsiteY134-27796" fmla="*/ 6197044 h 10394972"/>
                  <a:gd name="connsiteX135-27797" fmla="*/ 1233054 w 10490654"/>
                  <a:gd name="connsiteY135-27798" fmla="*/ 6197044 h 10394972"/>
                  <a:gd name="connsiteX136-27799" fmla="*/ 1136072 w 10490654"/>
                  <a:gd name="connsiteY136-27800" fmla="*/ 6252462 h 10394972"/>
                  <a:gd name="connsiteX137-27801" fmla="*/ 706582 w 10490654"/>
                  <a:gd name="connsiteY137-27802" fmla="*/ 6210899 h 10394972"/>
                  <a:gd name="connsiteX138-27803" fmla="*/ 318654 w 10490654"/>
                  <a:gd name="connsiteY138-27804" fmla="*/ 6238608 h 10394972"/>
                  <a:gd name="connsiteX139-27805" fmla="*/ 96982 w 10490654"/>
                  <a:gd name="connsiteY139-27806" fmla="*/ 6391008 h 10394972"/>
                  <a:gd name="connsiteX140-27807" fmla="*/ 0 w 10490654"/>
                  <a:gd name="connsiteY140-27808" fmla="*/ 6294026 h 10394972"/>
                  <a:gd name="connsiteX141-27809" fmla="*/ 83127 w 10490654"/>
                  <a:gd name="connsiteY141-27810" fmla="*/ 6238608 h 10394972"/>
                  <a:gd name="connsiteX0-27811" fmla="*/ 83127 w 10490654"/>
                  <a:gd name="connsiteY0-27812" fmla="*/ 6238608 h 10394972"/>
                  <a:gd name="connsiteX1-27813" fmla="*/ 96982 w 10490654"/>
                  <a:gd name="connsiteY1-27814" fmla="*/ 5795262 h 10394972"/>
                  <a:gd name="connsiteX2-27815" fmla="*/ 401782 w 10490654"/>
                  <a:gd name="connsiteY2-27816" fmla="*/ 5532026 h 10394972"/>
                  <a:gd name="connsiteX3-27817" fmla="*/ 651163 w 10490654"/>
                  <a:gd name="connsiteY3-27818" fmla="*/ 5670572 h 10394972"/>
                  <a:gd name="connsiteX4-27819" fmla="*/ 858982 w 10490654"/>
                  <a:gd name="connsiteY4-27820" fmla="*/ 5504317 h 10394972"/>
                  <a:gd name="connsiteX5-27821" fmla="*/ 997527 w 10490654"/>
                  <a:gd name="connsiteY5-27822" fmla="*/ 5351917 h 10394972"/>
                  <a:gd name="connsiteX6-27823" fmla="*/ 1080654 w 10490654"/>
                  <a:gd name="connsiteY6-27824" fmla="*/ 5435044 h 10394972"/>
                  <a:gd name="connsiteX7-27825" fmla="*/ 1269312 w 10490654"/>
                  <a:gd name="connsiteY7-27826" fmla="*/ 5679710 h 10394972"/>
                  <a:gd name="connsiteX8-27827" fmla="*/ 1523116 w 10490654"/>
                  <a:gd name="connsiteY8-27828" fmla="*/ 5481030 h 10394972"/>
                  <a:gd name="connsiteX9-27829" fmla="*/ 1731818 w 10490654"/>
                  <a:gd name="connsiteY9-27830" fmla="*/ 5296499 h 10394972"/>
                  <a:gd name="connsiteX10-27831" fmla="*/ 2022763 w 10490654"/>
                  <a:gd name="connsiteY10-27832" fmla="*/ 5060972 h 10394972"/>
                  <a:gd name="connsiteX11-27833" fmla="*/ 2119745 w 10490654"/>
                  <a:gd name="connsiteY11-27834" fmla="*/ 4631481 h 10394972"/>
                  <a:gd name="connsiteX12-27835" fmla="*/ 2172511 w 10490654"/>
                  <a:gd name="connsiteY12-27836" fmla="*/ 4164848 h 10394972"/>
                  <a:gd name="connsiteX13-27837" fmla="*/ 2355272 w 10490654"/>
                  <a:gd name="connsiteY13-27838" fmla="*/ 3855626 h 10394972"/>
                  <a:gd name="connsiteX14-27839" fmla="*/ 2752497 w 10490654"/>
                  <a:gd name="connsiteY14-27840" fmla="*/ 3475092 h 10394972"/>
                  <a:gd name="connsiteX15-27841" fmla="*/ 2978727 w 10490654"/>
                  <a:gd name="connsiteY15-27842" fmla="*/ 3259881 h 10394972"/>
                  <a:gd name="connsiteX16-27843" fmla="*/ 3006436 w 10490654"/>
                  <a:gd name="connsiteY16-27844" fmla="*/ 2816535 h 10394972"/>
                  <a:gd name="connsiteX17-27845" fmla="*/ 3075709 w 10490654"/>
                  <a:gd name="connsiteY17-27846" fmla="*/ 2525590 h 10394972"/>
                  <a:gd name="connsiteX18-27847" fmla="*/ 3075709 w 10490654"/>
                  <a:gd name="connsiteY18-27848" fmla="*/ 2317772 h 10394972"/>
                  <a:gd name="connsiteX19-27849" fmla="*/ 3214254 w 10490654"/>
                  <a:gd name="connsiteY19-27850" fmla="*/ 1985262 h 10394972"/>
                  <a:gd name="connsiteX20-27851" fmla="*/ 3214254 w 10490654"/>
                  <a:gd name="connsiteY20-27852" fmla="*/ 1694317 h 10394972"/>
                  <a:gd name="connsiteX21-27853" fmla="*/ 3513454 w 10490654"/>
                  <a:gd name="connsiteY21-27854" fmla="*/ 1126281 h 10394972"/>
                  <a:gd name="connsiteX22-27855" fmla="*/ 3463636 w 10490654"/>
                  <a:gd name="connsiteY22-27856" fmla="*/ 752208 h 10394972"/>
                  <a:gd name="connsiteX23-27857" fmla="*/ 3491345 w 10490654"/>
                  <a:gd name="connsiteY23-27858" fmla="*/ 544390 h 10394972"/>
                  <a:gd name="connsiteX24-27859" fmla="*/ 3823854 w 10490654"/>
                  <a:gd name="connsiteY24-27860" fmla="*/ 184172 h 10394972"/>
                  <a:gd name="connsiteX25-27861" fmla="*/ 4017818 w 10490654"/>
                  <a:gd name="connsiteY25-27862" fmla="*/ 59481 h 10394972"/>
                  <a:gd name="connsiteX26-27863" fmla="*/ 4433454 w 10490654"/>
                  <a:gd name="connsiteY26-27864" fmla="*/ 295008 h 10394972"/>
                  <a:gd name="connsiteX27-27865" fmla="*/ 4599709 w 10490654"/>
                  <a:gd name="connsiteY27-27866" fmla="*/ 488972 h 10394972"/>
                  <a:gd name="connsiteX28-27867" fmla="*/ 5070763 w 10490654"/>
                  <a:gd name="connsiteY28-27868" fmla="*/ 544390 h 10394972"/>
                  <a:gd name="connsiteX29-27869" fmla="*/ 5391187 w 10490654"/>
                  <a:gd name="connsiteY29-27870" fmla="*/ 603639 h 10394972"/>
                  <a:gd name="connsiteX30-27871" fmla="*/ 5568642 w 10490654"/>
                  <a:gd name="connsiteY30-27872" fmla="*/ 588271 h 10394972"/>
                  <a:gd name="connsiteX31-27873" fmla="*/ 5860472 w 10490654"/>
                  <a:gd name="connsiteY31-27874" fmla="*/ 281153 h 10394972"/>
                  <a:gd name="connsiteX32-27875" fmla="*/ 6123709 w 10490654"/>
                  <a:gd name="connsiteY32-27876" fmla="*/ 322717 h 10394972"/>
                  <a:gd name="connsiteX33-27877" fmla="*/ 6541900 w 10490654"/>
                  <a:gd name="connsiteY33-27878" fmla="*/ 168233 h 10394972"/>
                  <a:gd name="connsiteX34-27879" fmla="*/ 6681722 w 10490654"/>
                  <a:gd name="connsiteY34-27880" fmla="*/ 107503 h 10394972"/>
                  <a:gd name="connsiteX35-27881" fmla="*/ 7011678 w 10490654"/>
                  <a:gd name="connsiteY35-27882" fmla="*/ 198026 h 10394972"/>
                  <a:gd name="connsiteX36-27883" fmla="*/ 7232072 w 10490654"/>
                  <a:gd name="connsiteY36-27884" fmla="*/ 17917 h 10394972"/>
                  <a:gd name="connsiteX37-27885" fmla="*/ 7379107 w 10490654"/>
                  <a:gd name="connsiteY37-27886" fmla="*/ 0 h 10394972"/>
                  <a:gd name="connsiteX38-27887" fmla="*/ 7600859 w 10490654"/>
                  <a:gd name="connsiteY38-27888" fmla="*/ 41248 h 10394972"/>
                  <a:gd name="connsiteX39-27889" fmla="*/ 7910945 w 10490654"/>
                  <a:gd name="connsiteY39-27890" fmla="*/ 128753 h 10394972"/>
                  <a:gd name="connsiteX40-27891" fmla="*/ 8312727 w 10490654"/>
                  <a:gd name="connsiteY40-27892" fmla="*/ 59481 h 10394972"/>
                  <a:gd name="connsiteX41-27893" fmla="*/ 8647005 w 10490654"/>
                  <a:gd name="connsiteY41-27894" fmla="*/ 396707 h 10394972"/>
                  <a:gd name="connsiteX42-27895" fmla="*/ 8908472 w 10490654"/>
                  <a:gd name="connsiteY42-27896" fmla="*/ 544390 h 10394972"/>
                  <a:gd name="connsiteX43-27897" fmla="*/ 9146732 w 10490654"/>
                  <a:gd name="connsiteY43-27898" fmla="*/ 420846 h 10394972"/>
                  <a:gd name="connsiteX44-27899" fmla="*/ 9372965 w 10490654"/>
                  <a:gd name="connsiteY44-27900" fmla="*/ 466363 h 10394972"/>
                  <a:gd name="connsiteX45-27901" fmla="*/ 9518072 w 10490654"/>
                  <a:gd name="connsiteY45-27902" fmla="*/ 367819 h 10394972"/>
                  <a:gd name="connsiteX46-27903" fmla="*/ 9646301 w 10490654"/>
                  <a:gd name="connsiteY46-27904" fmla="*/ 369587 h 10394972"/>
                  <a:gd name="connsiteX47-27905" fmla="*/ 10002982 w 10490654"/>
                  <a:gd name="connsiteY47-27906" fmla="*/ 793772 h 10394972"/>
                  <a:gd name="connsiteX48-27907" fmla="*/ 10238509 w 10490654"/>
                  <a:gd name="connsiteY48-27908" fmla="*/ 987735 h 10394972"/>
                  <a:gd name="connsiteX49-27909" fmla="*/ 10224654 w 10490654"/>
                  <a:gd name="connsiteY49-27910" fmla="*/ 1250972 h 10394972"/>
                  <a:gd name="connsiteX50-27911" fmla="*/ 10238509 w 10490654"/>
                  <a:gd name="connsiteY50-27912" fmla="*/ 1444935 h 10394972"/>
                  <a:gd name="connsiteX51-27913" fmla="*/ 10243066 w 10490654"/>
                  <a:gd name="connsiteY51-27914" fmla="*/ 1580249 h 10394972"/>
                  <a:gd name="connsiteX52-27915" fmla="*/ 10490654 w 10490654"/>
                  <a:gd name="connsiteY52-27916" fmla="*/ 1753897 h 10394972"/>
                  <a:gd name="connsiteX53-27917" fmla="*/ 10077929 w 10490654"/>
                  <a:gd name="connsiteY53-27918" fmla="*/ 2207269 h 10394972"/>
                  <a:gd name="connsiteX54-27919" fmla="*/ 9781309 w 10490654"/>
                  <a:gd name="connsiteY54-27920" fmla="*/ 2497881 h 10394972"/>
                  <a:gd name="connsiteX55-27921" fmla="*/ 9580055 w 10490654"/>
                  <a:gd name="connsiteY55-27922" fmla="*/ 3426134 h 10394972"/>
                  <a:gd name="connsiteX56-27923" fmla="*/ 9532477 w 10490654"/>
                  <a:gd name="connsiteY56-27924" fmla="*/ 3685207 h 10394972"/>
                  <a:gd name="connsiteX57-27925" fmla="*/ 9365672 w 10490654"/>
                  <a:gd name="connsiteY57-27926" fmla="*/ 3911044 h 10394972"/>
                  <a:gd name="connsiteX58-27927" fmla="*/ 9310254 w 10490654"/>
                  <a:gd name="connsiteY58-27928" fmla="*/ 4077299 h 10394972"/>
                  <a:gd name="connsiteX59-27929" fmla="*/ 9236422 w 10490654"/>
                  <a:gd name="connsiteY59-27930" fmla="*/ 4285117 h 10394972"/>
                  <a:gd name="connsiteX60-27931" fmla="*/ 9205255 w 10490654"/>
                  <a:gd name="connsiteY60-27932" fmla="*/ 4430122 h 10394972"/>
                  <a:gd name="connsiteX61-27933" fmla="*/ 9337963 w 10490654"/>
                  <a:gd name="connsiteY61-27934" fmla="*/ 4659190 h 10394972"/>
                  <a:gd name="connsiteX62-27935" fmla="*/ 9382180 w 10490654"/>
                  <a:gd name="connsiteY62-27936" fmla="*/ 4915057 h 10394972"/>
                  <a:gd name="connsiteX63-27937" fmla="*/ 9397939 w 10490654"/>
                  <a:gd name="connsiteY63-27938" fmla="*/ 5208060 h 10394972"/>
                  <a:gd name="connsiteX64-27939" fmla="*/ 9383359 w 10490654"/>
                  <a:gd name="connsiteY64-27940" fmla="*/ 5615153 h 10394972"/>
                  <a:gd name="connsiteX65-27941" fmla="*/ 9518623 w 10490654"/>
                  <a:gd name="connsiteY65-27942" fmla="*/ 5975373 h 10394972"/>
                  <a:gd name="connsiteX66-27943" fmla="*/ 9540496 w 10490654"/>
                  <a:gd name="connsiteY66-27944" fmla="*/ 6403714 h 10394972"/>
                  <a:gd name="connsiteX67-27945" fmla="*/ 9933709 w 10490654"/>
                  <a:gd name="connsiteY67-27946" fmla="*/ 6862062 h 10394972"/>
                  <a:gd name="connsiteX68-27947" fmla="*/ 10052074 w 10490654"/>
                  <a:gd name="connsiteY68-27948" fmla="*/ 7221396 h 10394972"/>
                  <a:gd name="connsiteX69-27949" fmla="*/ 10232908 w 10490654"/>
                  <a:gd name="connsiteY69-27950" fmla="*/ 7514995 h 10394972"/>
                  <a:gd name="connsiteX70-27951" fmla="*/ 9670472 w 10490654"/>
                  <a:gd name="connsiteY70-27952" fmla="*/ 7540935 h 10394972"/>
                  <a:gd name="connsiteX71-27953" fmla="*/ 9174087 w 10490654"/>
                  <a:gd name="connsiteY71-27954" fmla="*/ 7651772 h 10394972"/>
                  <a:gd name="connsiteX72-27955" fmla="*/ 9128871 w 10490654"/>
                  <a:gd name="connsiteY72-27956" fmla="*/ 7790317 h 10394972"/>
                  <a:gd name="connsiteX73-27957" fmla="*/ 9019309 w 10490654"/>
                  <a:gd name="connsiteY73-27958" fmla="*/ 7998135 h 10394972"/>
                  <a:gd name="connsiteX74-27959" fmla="*/ 8956730 w 10490654"/>
                  <a:gd name="connsiteY74-27960" fmla="*/ 8095117 h 10394972"/>
                  <a:gd name="connsiteX75-27961" fmla="*/ 9027559 w 10490654"/>
                  <a:gd name="connsiteY75-27962" fmla="*/ 8524608 h 10394972"/>
                  <a:gd name="connsiteX76-27963" fmla="*/ 9014813 w 10490654"/>
                  <a:gd name="connsiteY76-27964" fmla="*/ 8758113 h 10394972"/>
                  <a:gd name="connsiteX77-27965" fmla="*/ 8991600 w 10490654"/>
                  <a:gd name="connsiteY77-27966" fmla="*/ 8967953 h 10394972"/>
                  <a:gd name="connsiteX78-27967" fmla="*/ 8894618 w 10490654"/>
                  <a:gd name="connsiteY78-27968" fmla="*/ 9272753 h 10394972"/>
                  <a:gd name="connsiteX79-27969" fmla="*/ 8922327 w 10490654"/>
                  <a:gd name="connsiteY79-27970" fmla="*/ 9535990 h 10394972"/>
                  <a:gd name="connsiteX80-27971" fmla="*/ 9144000 w 10490654"/>
                  <a:gd name="connsiteY80-27972" fmla="*/ 9702244 h 10394972"/>
                  <a:gd name="connsiteX81-27973" fmla="*/ 9353374 w 10490654"/>
                  <a:gd name="connsiteY81-27974" fmla="*/ 9853088 h 10394972"/>
                  <a:gd name="connsiteX82-27975" fmla="*/ 9529903 w 10490654"/>
                  <a:gd name="connsiteY82-27976" fmla="*/ 9905081 h 10394972"/>
                  <a:gd name="connsiteX83-27977" fmla="*/ 9625328 w 10490654"/>
                  <a:gd name="connsiteY83-27978" fmla="*/ 9791132 h 10394972"/>
                  <a:gd name="connsiteX84-27979" fmla="*/ 9667359 w 10490654"/>
                  <a:gd name="connsiteY84-27980" fmla="*/ 9803430 h 10394972"/>
                  <a:gd name="connsiteX85-27981" fmla="*/ 9668916 w 10490654"/>
                  <a:gd name="connsiteY85-27982" fmla="*/ 10256426 h 10394972"/>
                  <a:gd name="connsiteX86-27983" fmla="*/ 9495500 w 10490654"/>
                  <a:gd name="connsiteY86-27984" fmla="*/ 10306085 h 10394972"/>
                  <a:gd name="connsiteX87-27985" fmla="*/ 9310254 w 10490654"/>
                  <a:gd name="connsiteY87-27986" fmla="*/ 10394972 h 10394972"/>
                  <a:gd name="connsiteX88-27987" fmla="*/ 9227127 w 10490654"/>
                  <a:gd name="connsiteY88-27988" fmla="*/ 10242572 h 10394972"/>
                  <a:gd name="connsiteX89-27989" fmla="*/ 9033163 w 10490654"/>
                  <a:gd name="connsiteY89-27990" fmla="*/ 9993190 h 10394972"/>
                  <a:gd name="connsiteX90-27991" fmla="*/ 8825345 w 10490654"/>
                  <a:gd name="connsiteY90-27992" fmla="*/ 9813081 h 10394972"/>
                  <a:gd name="connsiteX91-27993" fmla="*/ 8534400 w 10490654"/>
                  <a:gd name="connsiteY91-27994" fmla="*/ 9702244 h 10394972"/>
                  <a:gd name="connsiteX92-27995" fmla="*/ 8423563 w 10490654"/>
                  <a:gd name="connsiteY92-27996" fmla="*/ 9646826 h 10394972"/>
                  <a:gd name="connsiteX93-27997" fmla="*/ 8285018 w 10490654"/>
                  <a:gd name="connsiteY93-27998" fmla="*/ 9480572 h 10394972"/>
                  <a:gd name="connsiteX94-27999" fmla="*/ 8257309 w 10490654"/>
                  <a:gd name="connsiteY94-28000" fmla="*/ 9342026 h 10394972"/>
                  <a:gd name="connsiteX95-28001" fmla="*/ 8146472 w 10490654"/>
                  <a:gd name="connsiteY95-28002" fmla="*/ 9355881 h 10394972"/>
                  <a:gd name="connsiteX96-28003" fmla="*/ 8091054 w 10490654"/>
                  <a:gd name="connsiteY96-28004" fmla="*/ 9577553 h 10394972"/>
                  <a:gd name="connsiteX97-28005" fmla="*/ 7806336 w 10490654"/>
                  <a:gd name="connsiteY97-28006" fmla="*/ 9583313 h 10394972"/>
                  <a:gd name="connsiteX98-28007" fmla="*/ 7567694 w 10490654"/>
                  <a:gd name="connsiteY98-28008" fmla="*/ 9520112 h 10394972"/>
                  <a:gd name="connsiteX99-28009" fmla="*/ 7466043 w 10490654"/>
                  <a:gd name="connsiteY99-28010" fmla="*/ 9471387 h 10394972"/>
                  <a:gd name="connsiteX100-28011" fmla="*/ 7287491 w 10490654"/>
                  <a:gd name="connsiteY100-28012" fmla="*/ 9449904 h 10394972"/>
                  <a:gd name="connsiteX101-28013" fmla="*/ 7221797 w 10490654"/>
                  <a:gd name="connsiteY101-28014" fmla="*/ 9121910 h 10394972"/>
                  <a:gd name="connsiteX102-28015" fmla="*/ 6954982 w 10490654"/>
                  <a:gd name="connsiteY102-28016" fmla="*/ 9189626 h 10394972"/>
                  <a:gd name="connsiteX103-28017" fmla="*/ 6710737 w 10490654"/>
                  <a:gd name="connsiteY103-28018" fmla="*/ 9262013 h 10394972"/>
                  <a:gd name="connsiteX104-28019" fmla="*/ 6674777 w 10490654"/>
                  <a:gd name="connsiteY104-28020" fmla="*/ 9062912 h 10394972"/>
                  <a:gd name="connsiteX105-28021" fmla="*/ 6511636 w 10490654"/>
                  <a:gd name="connsiteY105-28022" fmla="*/ 8954099 h 10394972"/>
                  <a:gd name="connsiteX106-28023" fmla="*/ 6428509 w 10490654"/>
                  <a:gd name="connsiteY106-28024" fmla="*/ 8954099 h 10394972"/>
                  <a:gd name="connsiteX107-28025" fmla="*/ 6325922 w 10490654"/>
                  <a:gd name="connsiteY107-28026" fmla="*/ 9057307 h 10394972"/>
                  <a:gd name="connsiteX108-28027" fmla="*/ 6167763 w 10490654"/>
                  <a:gd name="connsiteY108-28028" fmla="*/ 8978227 h 10394972"/>
                  <a:gd name="connsiteX109-28029" fmla="*/ 6002132 w 10490654"/>
                  <a:gd name="connsiteY109-28030" fmla="*/ 9093734 h 10394972"/>
                  <a:gd name="connsiteX110-28031" fmla="*/ 5749636 w 10490654"/>
                  <a:gd name="connsiteY110-28032" fmla="*/ 9051081 h 10394972"/>
                  <a:gd name="connsiteX111-28033" fmla="*/ 5674760 w 10490654"/>
                  <a:gd name="connsiteY111-28034" fmla="*/ 9081904 h 10394972"/>
                  <a:gd name="connsiteX112-28035" fmla="*/ 5507415 w 10490654"/>
                  <a:gd name="connsiteY112-28036" fmla="*/ 9128137 h 10394972"/>
                  <a:gd name="connsiteX113-28037" fmla="*/ 5505859 w 10490654"/>
                  <a:gd name="connsiteY113-28038" fmla="*/ 8870972 h 10394972"/>
                  <a:gd name="connsiteX114-28039" fmla="*/ 5505857 w 10490654"/>
                  <a:gd name="connsiteY114-28040" fmla="*/ 8634977 h 10394972"/>
                  <a:gd name="connsiteX115-28041" fmla="*/ 5336024 w 10490654"/>
                  <a:gd name="connsiteY115-28042" fmla="*/ 8333292 h 10394972"/>
                  <a:gd name="connsiteX116-28043" fmla="*/ 5230324 w 10490654"/>
                  <a:gd name="connsiteY116-28044" fmla="*/ 8082820 h 10394972"/>
                  <a:gd name="connsiteX117-28045" fmla="*/ 5317031 w 10490654"/>
                  <a:gd name="connsiteY117-28046" fmla="*/ 7610208 h 10394972"/>
                  <a:gd name="connsiteX118-28047" fmla="*/ 5201059 w 10490654"/>
                  <a:gd name="connsiteY118-28048" fmla="*/ 7320352 h 10394972"/>
                  <a:gd name="connsiteX119-28049" fmla="*/ 5250872 w 10490654"/>
                  <a:gd name="connsiteY119-28050" fmla="*/ 7069881 h 10394972"/>
                  <a:gd name="connsiteX120-28051" fmla="*/ 5245735 w 10490654"/>
                  <a:gd name="connsiteY120-28052" fmla="*/ 7018665 h 10394972"/>
                  <a:gd name="connsiteX121-28053" fmla="*/ 4577603 w 10490654"/>
                  <a:gd name="connsiteY121-28054" fmla="*/ 7013996 h 10394972"/>
                  <a:gd name="connsiteX122-28055" fmla="*/ 4528412 w 10490654"/>
                  <a:gd name="connsiteY122-28056" fmla="*/ 6840580 h 10394972"/>
                  <a:gd name="connsiteX123-28057" fmla="*/ 4038834 w 10490654"/>
                  <a:gd name="connsiteY123-28058" fmla="*/ 6816452 h 10394972"/>
                  <a:gd name="connsiteX124-28059" fmla="*/ 3976254 w 10490654"/>
                  <a:gd name="connsiteY124-28060" fmla="*/ 7069881 h 10394972"/>
                  <a:gd name="connsiteX125-28061" fmla="*/ 3932667 w 10490654"/>
                  <a:gd name="connsiteY125-28062" fmla="*/ 7281279 h 10394972"/>
                  <a:gd name="connsiteX126-28063" fmla="*/ 3884155 w 10490654"/>
                  <a:gd name="connsiteY126-28064" fmla="*/ 7403480 h 10394972"/>
                  <a:gd name="connsiteX127-28065" fmla="*/ 3572499 w 10490654"/>
                  <a:gd name="connsiteY127-28066" fmla="*/ 7365450 h 10394972"/>
                  <a:gd name="connsiteX128-28067" fmla="*/ 3311236 w 10490654"/>
                  <a:gd name="connsiteY128-28068" fmla="*/ 7402390 h 10394972"/>
                  <a:gd name="connsiteX129-28069" fmla="*/ 2921540 w 10490654"/>
                  <a:gd name="connsiteY129-28070" fmla="*/ 7414475 h 10394972"/>
                  <a:gd name="connsiteX130-28071" fmla="*/ 2784763 w 10490654"/>
                  <a:gd name="connsiteY130-28072" fmla="*/ 7139153 h 10394972"/>
                  <a:gd name="connsiteX131-28073" fmla="*/ 2604654 w 10490654"/>
                  <a:gd name="connsiteY131-28074" fmla="*/ 6862062 h 10394972"/>
                  <a:gd name="connsiteX132-28075" fmla="*/ 2410691 w 10490654"/>
                  <a:gd name="connsiteY132-28076" fmla="*/ 6363299 h 10394972"/>
                  <a:gd name="connsiteX133-28077" fmla="*/ 2327563 w 10490654"/>
                  <a:gd name="connsiteY133-28078" fmla="*/ 6224753 h 10394972"/>
                  <a:gd name="connsiteX134-28079" fmla="*/ 1662545 w 10490654"/>
                  <a:gd name="connsiteY134-28080" fmla="*/ 6197044 h 10394972"/>
                  <a:gd name="connsiteX135-28081" fmla="*/ 1233054 w 10490654"/>
                  <a:gd name="connsiteY135-28082" fmla="*/ 6197044 h 10394972"/>
                  <a:gd name="connsiteX136-28083" fmla="*/ 1136072 w 10490654"/>
                  <a:gd name="connsiteY136-28084" fmla="*/ 6252462 h 10394972"/>
                  <a:gd name="connsiteX137-28085" fmla="*/ 706582 w 10490654"/>
                  <a:gd name="connsiteY137-28086" fmla="*/ 6210899 h 10394972"/>
                  <a:gd name="connsiteX138-28087" fmla="*/ 318654 w 10490654"/>
                  <a:gd name="connsiteY138-28088" fmla="*/ 6238608 h 10394972"/>
                  <a:gd name="connsiteX139-28089" fmla="*/ 96982 w 10490654"/>
                  <a:gd name="connsiteY139-28090" fmla="*/ 6391008 h 10394972"/>
                  <a:gd name="connsiteX140-28091" fmla="*/ 0 w 10490654"/>
                  <a:gd name="connsiteY140-28092" fmla="*/ 6294026 h 10394972"/>
                  <a:gd name="connsiteX141-28093" fmla="*/ 83127 w 10490654"/>
                  <a:gd name="connsiteY141-28094" fmla="*/ 6238608 h 10394972"/>
                  <a:gd name="connsiteX0-28095" fmla="*/ 83127 w 10490654"/>
                  <a:gd name="connsiteY0-28096" fmla="*/ 6238608 h 10394972"/>
                  <a:gd name="connsiteX1-28097" fmla="*/ 96982 w 10490654"/>
                  <a:gd name="connsiteY1-28098" fmla="*/ 5795262 h 10394972"/>
                  <a:gd name="connsiteX2-28099" fmla="*/ 401782 w 10490654"/>
                  <a:gd name="connsiteY2-28100" fmla="*/ 5532026 h 10394972"/>
                  <a:gd name="connsiteX3-28101" fmla="*/ 651163 w 10490654"/>
                  <a:gd name="connsiteY3-28102" fmla="*/ 5670572 h 10394972"/>
                  <a:gd name="connsiteX4-28103" fmla="*/ 858982 w 10490654"/>
                  <a:gd name="connsiteY4-28104" fmla="*/ 5504317 h 10394972"/>
                  <a:gd name="connsiteX5-28105" fmla="*/ 997527 w 10490654"/>
                  <a:gd name="connsiteY5-28106" fmla="*/ 5351917 h 10394972"/>
                  <a:gd name="connsiteX6-28107" fmla="*/ 1080654 w 10490654"/>
                  <a:gd name="connsiteY6-28108" fmla="*/ 5435044 h 10394972"/>
                  <a:gd name="connsiteX7-28109" fmla="*/ 1269312 w 10490654"/>
                  <a:gd name="connsiteY7-28110" fmla="*/ 5679710 h 10394972"/>
                  <a:gd name="connsiteX8-28111" fmla="*/ 1523116 w 10490654"/>
                  <a:gd name="connsiteY8-28112" fmla="*/ 5481030 h 10394972"/>
                  <a:gd name="connsiteX9-28113" fmla="*/ 1731818 w 10490654"/>
                  <a:gd name="connsiteY9-28114" fmla="*/ 5296499 h 10394972"/>
                  <a:gd name="connsiteX10-28115" fmla="*/ 2022763 w 10490654"/>
                  <a:gd name="connsiteY10-28116" fmla="*/ 5060972 h 10394972"/>
                  <a:gd name="connsiteX11-28117" fmla="*/ 2119745 w 10490654"/>
                  <a:gd name="connsiteY11-28118" fmla="*/ 4631481 h 10394972"/>
                  <a:gd name="connsiteX12-28119" fmla="*/ 2172511 w 10490654"/>
                  <a:gd name="connsiteY12-28120" fmla="*/ 4164848 h 10394972"/>
                  <a:gd name="connsiteX13-28121" fmla="*/ 2355272 w 10490654"/>
                  <a:gd name="connsiteY13-28122" fmla="*/ 3855626 h 10394972"/>
                  <a:gd name="connsiteX14-28123" fmla="*/ 2752497 w 10490654"/>
                  <a:gd name="connsiteY14-28124" fmla="*/ 3475092 h 10394972"/>
                  <a:gd name="connsiteX15-28125" fmla="*/ 2978727 w 10490654"/>
                  <a:gd name="connsiteY15-28126" fmla="*/ 3259881 h 10394972"/>
                  <a:gd name="connsiteX16-28127" fmla="*/ 3006436 w 10490654"/>
                  <a:gd name="connsiteY16-28128" fmla="*/ 2816535 h 10394972"/>
                  <a:gd name="connsiteX17-28129" fmla="*/ 3075709 w 10490654"/>
                  <a:gd name="connsiteY17-28130" fmla="*/ 2525590 h 10394972"/>
                  <a:gd name="connsiteX18-28131" fmla="*/ 3075709 w 10490654"/>
                  <a:gd name="connsiteY18-28132" fmla="*/ 2317772 h 10394972"/>
                  <a:gd name="connsiteX19-28133" fmla="*/ 3214254 w 10490654"/>
                  <a:gd name="connsiteY19-28134" fmla="*/ 1985262 h 10394972"/>
                  <a:gd name="connsiteX20-28135" fmla="*/ 3214254 w 10490654"/>
                  <a:gd name="connsiteY20-28136" fmla="*/ 1694317 h 10394972"/>
                  <a:gd name="connsiteX21-28137" fmla="*/ 3513454 w 10490654"/>
                  <a:gd name="connsiteY21-28138" fmla="*/ 1126281 h 10394972"/>
                  <a:gd name="connsiteX22-28139" fmla="*/ 3463636 w 10490654"/>
                  <a:gd name="connsiteY22-28140" fmla="*/ 752208 h 10394972"/>
                  <a:gd name="connsiteX23-28141" fmla="*/ 3491345 w 10490654"/>
                  <a:gd name="connsiteY23-28142" fmla="*/ 544390 h 10394972"/>
                  <a:gd name="connsiteX24-28143" fmla="*/ 3823854 w 10490654"/>
                  <a:gd name="connsiteY24-28144" fmla="*/ 184172 h 10394972"/>
                  <a:gd name="connsiteX25-28145" fmla="*/ 4017818 w 10490654"/>
                  <a:gd name="connsiteY25-28146" fmla="*/ 59481 h 10394972"/>
                  <a:gd name="connsiteX26-28147" fmla="*/ 4433454 w 10490654"/>
                  <a:gd name="connsiteY26-28148" fmla="*/ 295008 h 10394972"/>
                  <a:gd name="connsiteX27-28149" fmla="*/ 4599709 w 10490654"/>
                  <a:gd name="connsiteY27-28150" fmla="*/ 488972 h 10394972"/>
                  <a:gd name="connsiteX28-28151" fmla="*/ 5070763 w 10490654"/>
                  <a:gd name="connsiteY28-28152" fmla="*/ 544390 h 10394972"/>
                  <a:gd name="connsiteX29-28153" fmla="*/ 5391187 w 10490654"/>
                  <a:gd name="connsiteY29-28154" fmla="*/ 603639 h 10394972"/>
                  <a:gd name="connsiteX30-28155" fmla="*/ 5568642 w 10490654"/>
                  <a:gd name="connsiteY30-28156" fmla="*/ 588271 h 10394972"/>
                  <a:gd name="connsiteX31-28157" fmla="*/ 5860472 w 10490654"/>
                  <a:gd name="connsiteY31-28158" fmla="*/ 281153 h 10394972"/>
                  <a:gd name="connsiteX32-28159" fmla="*/ 6123709 w 10490654"/>
                  <a:gd name="connsiteY32-28160" fmla="*/ 322717 h 10394972"/>
                  <a:gd name="connsiteX33-28161" fmla="*/ 6541900 w 10490654"/>
                  <a:gd name="connsiteY33-28162" fmla="*/ 168233 h 10394972"/>
                  <a:gd name="connsiteX34-28163" fmla="*/ 6681722 w 10490654"/>
                  <a:gd name="connsiteY34-28164" fmla="*/ 107503 h 10394972"/>
                  <a:gd name="connsiteX35-28165" fmla="*/ 7011678 w 10490654"/>
                  <a:gd name="connsiteY35-28166" fmla="*/ 198026 h 10394972"/>
                  <a:gd name="connsiteX36-28167" fmla="*/ 7232072 w 10490654"/>
                  <a:gd name="connsiteY36-28168" fmla="*/ 17917 h 10394972"/>
                  <a:gd name="connsiteX37-28169" fmla="*/ 7379107 w 10490654"/>
                  <a:gd name="connsiteY37-28170" fmla="*/ 0 h 10394972"/>
                  <a:gd name="connsiteX38-28171" fmla="*/ 7600859 w 10490654"/>
                  <a:gd name="connsiteY38-28172" fmla="*/ 41248 h 10394972"/>
                  <a:gd name="connsiteX39-28173" fmla="*/ 7910945 w 10490654"/>
                  <a:gd name="connsiteY39-28174" fmla="*/ 128753 h 10394972"/>
                  <a:gd name="connsiteX40-28175" fmla="*/ 8312727 w 10490654"/>
                  <a:gd name="connsiteY40-28176" fmla="*/ 59481 h 10394972"/>
                  <a:gd name="connsiteX41-28177" fmla="*/ 8647005 w 10490654"/>
                  <a:gd name="connsiteY41-28178" fmla="*/ 396707 h 10394972"/>
                  <a:gd name="connsiteX42-28179" fmla="*/ 8908472 w 10490654"/>
                  <a:gd name="connsiteY42-28180" fmla="*/ 544390 h 10394972"/>
                  <a:gd name="connsiteX43-28181" fmla="*/ 9146732 w 10490654"/>
                  <a:gd name="connsiteY43-28182" fmla="*/ 420846 h 10394972"/>
                  <a:gd name="connsiteX44-28183" fmla="*/ 9372965 w 10490654"/>
                  <a:gd name="connsiteY44-28184" fmla="*/ 466363 h 10394972"/>
                  <a:gd name="connsiteX45-28185" fmla="*/ 9518072 w 10490654"/>
                  <a:gd name="connsiteY45-28186" fmla="*/ 367819 h 10394972"/>
                  <a:gd name="connsiteX46-28187" fmla="*/ 9646301 w 10490654"/>
                  <a:gd name="connsiteY46-28188" fmla="*/ 369587 h 10394972"/>
                  <a:gd name="connsiteX47-28189" fmla="*/ 10002982 w 10490654"/>
                  <a:gd name="connsiteY47-28190" fmla="*/ 793772 h 10394972"/>
                  <a:gd name="connsiteX48-28191" fmla="*/ 10238509 w 10490654"/>
                  <a:gd name="connsiteY48-28192" fmla="*/ 987735 h 10394972"/>
                  <a:gd name="connsiteX49-28193" fmla="*/ 10224654 w 10490654"/>
                  <a:gd name="connsiteY49-28194" fmla="*/ 1250972 h 10394972"/>
                  <a:gd name="connsiteX50-28195" fmla="*/ 10238509 w 10490654"/>
                  <a:gd name="connsiteY50-28196" fmla="*/ 1444935 h 10394972"/>
                  <a:gd name="connsiteX51-28197" fmla="*/ 10243066 w 10490654"/>
                  <a:gd name="connsiteY51-28198" fmla="*/ 1580249 h 10394972"/>
                  <a:gd name="connsiteX52-28199" fmla="*/ 10490654 w 10490654"/>
                  <a:gd name="connsiteY52-28200" fmla="*/ 1753897 h 10394972"/>
                  <a:gd name="connsiteX53-28201" fmla="*/ 10077929 w 10490654"/>
                  <a:gd name="connsiteY53-28202" fmla="*/ 2207269 h 10394972"/>
                  <a:gd name="connsiteX54-28203" fmla="*/ 9781309 w 10490654"/>
                  <a:gd name="connsiteY54-28204" fmla="*/ 2497881 h 10394972"/>
                  <a:gd name="connsiteX55-28205" fmla="*/ 9580055 w 10490654"/>
                  <a:gd name="connsiteY55-28206" fmla="*/ 3426134 h 10394972"/>
                  <a:gd name="connsiteX56-28207" fmla="*/ 9532477 w 10490654"/>
                  <a:gd name="connsiteY56-28208" fmla="*/ 3685207 h 10394972"/>
                  <a:gd name="connsiteX57-28209" fmla="*/ 9365672 w 10490654"/>
                  <a:gd name="connsiteY57-28210" fmla="*/ 3911044 h 10394972"/>
                  <a:gd name="connsiteX58-28211" fmla="*/ 9310254 w 10490654"/>
                  <a:gd name="connsiteY58-28212" fmla="*/ 4077299 h 10394972"/>
                  <a:gd name="connsiteX59-28213" fmla="*/ 9236422 w 10490654"/>
                  <a:gd name="connsiteY59-28214" fmla="*/ 4285117 h 10394972"/>
                  <a:gd name="connsiteX60-28215" fmla="*/ 9205255 w 10490654"/>
                  <a:gd name="connsiteY60-28216" fmla="*/ 4430122 h 10394972"/>
                  <a:gd name="connsiteX61-28217" fmla="*/ 9337963 w 10490654"/>
                  <a:gd name="connsiteY61-28218" fmla="*/ 4659190 h 10394972"/>
                  <a:gd name="connsiteX62-28219" fmla="*/ 9382180 w 10490654"/>
                  <a:gd name="connsiteY62-28220" fmla="*/ 4915057 h 10394972"/>
                  <a:gd name="connsiteX63-28221" fmla="*/ 9397939 w 10490654"/>
                  <a:gd name="connsiteY63-28222" fmla="*/ 5208060 h 10394972"/>
                  <a:gd name="connsiteX64-28223" fmla="*/ 9383359 w 10490654"/>
                  <a:gd name="connsiteY64-28224" fmla="*/ 5615153 h 10394972"/>
                  <a:gd name="connsiteX65-28225" fmla="*/ 9518623 w 10490654"/>
                  <a:gd name="connsiteY65-28226" fmla="*/ 5975373 h 10394972"/>
                  <a:gd name="connsiteX66-28227" fmla="*/ 9540496 w 10490654"/>
                  <a:gd name="connsiteY66-28228" fmla="*/ 6403714 h 10394972"/>
                  <a:gd name="connsiteX67-28229" fmla="*/ 9933709 w 10490654"/>
                  <a:gd name="connsiteY67-28230" fmla="*/ 6862062 h 10394972"/>
                  <a:gd name="connsiteX68-28231" fmla="*/ 10052074 w 10490654"/>
                  <a:gd name="connsiteY68-28232" fmla="*/ 7221396 h 10394972"/>
                  <a:gd name="connsiteX69-28233" fmla="*/ 10232908 w 10490654"/>
                  <a:gd name="connsiteY69-28234" fmla="*/ 7514995 h 10394972"/>
                  <a:gd name="connsiteX70-28235" fmla="*/ 9670472 w 10490654"/>
                  <a:gd name="connsiteY70-28236" fmla="*/ 7540935 h 10394972"/>
                  <a:gd name="connsiteX71-28237" fmla="*/ 9174087 w 10490654"/>
                  <a:gd name="connsiteY71-28238" fmla="*/ 7651772 h 10394972"/>
                  <a:gd name="connsiteX72-28239" fmla="*/ 9128871 w 10490654"/>
                  <a:gd name="connsiteY72-28240" fmla="*/ 7790317 h 10394972"/>
                  <a:gd name="connsiteX73-28241" fmla="*/ 9019309 w 10490654"/>
                  <a:gd name="connsiteY73-28242" fmla="*/ 7998135 h 10394972"/>
                  <a:gd name="connsiteX74-28243" fmla="*/ 8956730 w 10490654"/>
                  <a:gd name="connsiteY74-28244" fmla="*/ 8095117 h 10394972"/>
                  <a:gd name="connsiteX75-28245" fmla="*/ 9027559 w 10490654"/>
                  <a:gd name="connsiteY75-28246" fmla="*/ 8524608 h 10394972"/>
                  <a:gd name="connsiteX76-28247" fmla="*/ 8993669 w 10490654"/>
                  <a:gd name="connsiteY76-28248" fmla="*/ 8758113 h 10394972"/>
                  <a:gd name="connsiteX77-28249" fmla="*/ 8991600 w 10490654"/>
                  <a:gd name="connsiteY77-28250" fmla="*/ 8967953 h 10394972"/>
                  <a:gd name="connsiteX78-28251" fmla="*/ 8894618 w 10490654"/>
                  <a:gd name="connsiteY78-28252" fmla="*/ 9272753 h 10394972"/>
                  <a:gd name="connsiteX79-28253" fmla="*/ 8922327 w 10490654"/>
                  <a:gd name="connsiteY79-28254" fmla="*/ 9535990 h 10394972"/>
                  <a:gd name="connsiteX80-28255" fmla="*/ 9144000 w 10490654"/>
                  <a:gd name="connsiteY80-28256" fmla="*/ 9702244 h 10394972"/>
                  <a:gd name="connsiteX81-28257" fmla="*/ 9353374 w 10490654"/>
                  <a:gd name="connsiteY81-28258" fmla="*/ 9853088 h 10394972"/>
                  <a:gd name="connsiteX82-28259" fmla="*/ 9529903 w 10490654"/>
                  <a:gd name="connsiteY82-28260" fmla="*/ 9905081 h 10394972"/>
                  <a:gd name="connsiteX83-28261" fmla="*/ 9625328 w 10490654"/>
                  <a:gd name="connsiteY83-28262" fmla="*/ 9791132 h 10394972"/>
                  <a:gd name="connsiteX84-28263" fmla="*/ 9667359 w 10490654"/>
                  <a:gd name="connsiteY84-28264" fmla="*/ 9803430 h 10394972"/>
                  <a:gd name="connsiteX85-28265" fmla="*/ 9668916 w 10490654"/>
                  <a:gd name="connsiteY85-28266" fmla="*/ 10256426 h 10394972"/>
                  <a:gd name="connsiteX86-28267" fmla="*/ 9495500 w 10490654"/>
                  <a:gd name="connsiteY86-28268" fmla="*/ 10306085 h 10394972"/>
                  <a:gd name="connsiteX87-28269" fmla="*/ 9310254 w 10490654"/>
                  <a:gd name="connsiteY87-28270" fmla="*/ 10394972 h 10394972"/>
                  <a:gd name="connsiteX88-28271" fmla="*/ 9227127 w 10490654"/>
                  <a:gd name="connsiteY88-28272" fmla="*/ 10242572 h 10394972"/>
                  <a:gd name="connsiteX89-28273" fmla="*/ 9033163 w 10490654"/>
                  <a:gd name="connsiteY89-28274" fmla="*/ 9993190 h 10394972"/>
                  <a:gd name="connsiteX90-28275" fmla="*/ 8825345 w 10490654"/>
                  <a:gd name="connsiteY90-28276" fmla="*/ 9813081 h 10394972"/>
                  <a:gd name="connsiteX91-28277" fmla="*/ 8534400 w 10490654"/>
                  <a:gd name="connsiteY91-28278" fmla="*/ 9702244 h 10394972"/>
                  <a:gd name="connsiteX92-28279" fmla="*/ 8423563 w 10490654"/>
                  <a:gd name="connsiteY92-28280" fmla="*/ 9646826 h 10394972"/>
                  <a:gd name="connsiteX93-28281" fmla="*/ 8285018 w 10490654"/>
                  <a:gd name="connsiteY93-28282" fmla="*/ 9480572 h 10394972"/>
                  <a:gd name="connsiteX94-28283" fmla="*/ 8257309 w 10490654"/>
                  <a:gd name="connsiteY94-28284" fmla="*/ 9342026 h 10394972"/>
                  <a:gd name="connsiteX95-28285" fmla="*/ 8146472 w 10490654"/>
                  <a:gd name="connsiteY95-28286" fmla="*/ 9355881 h 10394972"/>
                  <a:gd name="connsiteX96-28287" fmla="*/ 8091054 w 10490654"/>
                  <a:gd name="connsiteY96-28288" fmla="*/ 9577553 h 10394972"/>
                  <a:gd name="connsiteX97-28289" fmla="*/ 7806336 w 10490654"/>
                  <a:gd name="connsiteY97-28290" fmla="*/ 9583313 h 10394972"/>
                  <a:gd name="connsiteX98-28291" fmla="*/ 7567694 w 10490654"/>
                  <a:gd name="connsiteY98-28292" fmla="*/ 9520112 h 10394972"/>
                  <a:gd name="connsiteX99-28293" fmla="*/ 7466043 w 10490654"/>
                  <a:gd name="connsiteY99-28294" fmla="*/ 9471387 h 10394972"/>
                  <a:gd name="connsiteX100-28295" fmla="*/ 7287491 w 10490654"/>
                  <a:gd name="connsiteY100-28296" fmla="*/ 9449904 h 10394972"/>
                  <a:gd name="connsiteX101-28297" fmla="*/ 7221797 w 10490654"/>
                  <a:gd name="connsiteY101-28298" fmla="*/ 9121910 h 10394972"/>
                  <a:gd name="connsiteX102-28299" fmla="*/ 6954982 w 10490654"/>
                  <a:gd name="connsiteY102-28300" fmla="*/ 9189626 h 10394972"/>
                  <a:gd name="connsiteX103-28301" fmla="*/ 6710737 w 10490654"/>
                  <a:gd name="connsiteY103-28302" fmla="*/ 9262013 h 10394972"/>
                  <a:gd name="connsiteX104-28303" fmla="*/ 6674777 w 10490654"/>
                  <a:gd name="connsiteY104-28304" fmla="*/ 9062912 h 10394972"/>
                  <a:gd name="connsiteX105-28305" fmla="*/ 6511636 w 10490654"/>
                  <a:gd name="connsiteY105-28306" fmla="*/ 8954099 h 10394972"/>
                  <a:gd name="connsiteX106-28307" fmla="*/ 6428509 w 10490654"/>
                  <a:gd name="connsiteY106-28308" fmla="*/ 8954099 h 10394972"/>
                  <a:gd name="connsiteX107-28309" fmla="*/ 6325922 w 10490654"/>
                  <a:gd name="connsiteY107-28310" fmla="*/ 9057307 h 10394972"/>
                  <a:gd name="connsiteX108-28311" fmla="*/ 6167763 w 10490654"/>
                  <a:gd name="connsiteY108-28312" fmla="*/ 8978227 h 10394972"/>
                  <a:gd name="connsiteX109-28313" fmla="*/ 6002132 w 10490654"/>
                  <a:gd name="connsiteY109-28314" fmla="*/ 9093734 h 10394972"/>
                  <a:gd name="connsiteX110-28315" fmla="*/ 5749636 w 10490654"/>
                  <a:gd name="connsiteY110-28316" fmla="*/ 9051081 h 10394972"/>
                  <a:gd name="connsiteX111-28317" fmla="*/ 5674760 w 10490654"/>
                  <a:gd name="connsiteY111-28318" fmla="*/ 9081904 h 10394972"/>
                  <a:gd name="connsiteX112-28319" fmla="*/ 5507415 w 10490654"/>
                  <a:gd name="connsiteY112-28320" fmla="*/ 9128137 h 10394972"/>
                  <a:gd name="connsiteX113-28321" fmla="*/ 5505859 w 10490654"/>
                  <a:gd name="connsiteY113-28322" fmla="*/ 8870972 h 10394972"/>
                  <a:gd name="connsiteX114-28323" fmla="*/ 5505857 w 10490654"/>
                  <a:gd name="connsiteY114-28324" fmla="*/ 8634977 h 10394972"/>
                  <a:gd name="connsiteX115-28325" fmla="*/ 5336024 w 10490654"/>
                  <a:gd name="connsiteY115-28326" fmla="*/ 8333292 h 10394972"/>
                  <a:gd name="connsiteX116-28327" fmla="*/ 5230324 w 10490654"/>
                  <a:gd name="connsiteY116-28328" fmla="*/ 8082820 h 10394972"/>
                  <a:gd name="connsiteX117-28329" fmla="*/ 5317031 w 10490654"/>
                  <a:gd name="connsiteY117-28330" fmla="*/ 7610208 h 10394972"/>
                  <a:gd name="connsiteX118-28331" fmla="*/ 5201059 w 10490654"/>
                  <a:gd name="connsiteY118-28332" fmla="*/ 7320352 h 10394972"/>
                  <a:gd name="connsiteX119-28333" fmla="*/ 5250872 w 10490654"/>
                  <a:gd name="connsiteY119-28334" fmla="*/ 7069881 h 10394972"/>
                  <a:gd name="connsiteX120-28335" fmla="*/ 5245735 w 10490654"/>
                  <a:gd name="connsiteY120-28336" fmla="*/ 7018665 h 10394972"/>
                  <a:gd name="connsiteX121-28337" fmla="*/ 4577603 w 10490654"/>
                  <a:gd name="connsiteY121-28338" fmla="*/ 7013996 h 10394972"/>
                  <a:gd name="connsiteX122-28339" fmla="*/ 4528412 w 10490654"/>
                  <a:gd name="connsiteY122-28340" fmla="*/ 6840580 h 10394972"/>
                  <a:gd name="connsiteX123-28341" fmla="*/ 4038834 w 10490654"/>
                  <a:gd name="connsiteY123-28342" fmla="*/ 6816452 h 10394972"/>
                  <a:gd name="connsiteX124-28343" fmla="*/ 3976254 w 10490654"/>
                  <a:gd name="connsiteY124-28344" fmla="*/ 7069881 h 10394972"/>
                  <a:gd name="connsiteX125-28345" fmla="*/ 3932667 w 10490654"/>
                  <a:gd name="connsiteY125-28346" fmla="*/ 7281279 h 10394972"/>
                  <a:gd name="connsiteX126-28347" fmla="*/ 3884155 w 10490654"/>
                  <a:gd name="connsiteY126-28348" fmla="*/ 7403480 h 10394972"/>
                  <a:gd name="connsiteX127-28349" fmla="*/ 3572499 w 10490654"/>
                  <a:gd name="connsiteY127-28350" fmla="*/ 7365450 h 10394972"/>
                  <a:gd name="connsiteX128-28351" fmla="*/ 3311236 w 10490654"/>
                  <a:gd name="connsiteY128-28352" fmla="*/ 7402390 h 10394972"/>
                  <a:gd name="connsiteX129-28353" fmla="*/ 2921540 w 10490654"/>
                  <a:gd name="connsiteY129-28354" fmla="*/ 7414475 h 10394972"/>
                  <a:gd name="connsiteX130-28355" fmla="*/ 2784763 w 10490654"/>
                  <a:gd name="connsiteY130-28356" fmla="*/ 7139153 h 10394972"/>
                  <a:gd name="connsiteX131-28357" fmla="*/ 2604654 w 10490654"/>
                  <a:gd name="connsiteY131-28358" fmla="*/ 6862062 h 10394972"/>
                  <a:gd name="connsiteX132-28359" fmla="*/ 2410691 w 10490654"/>
                  <a:gd name="connsiteY132-28360" fmla="*/ 6363299 h 10394972"/>
                  <a:gd name="connsiteX133-28361" fmla="*/ 2327563 w 10490654"/>
                  <a:gd name="connsiteY133-28362" fmla="*/ 6224753 h 10394972"/>
                  <a:gd name="connsiteX134-28363" fmla="*/ 1662545 w 10490654"/>
                  <a:gd name="connsiteY134-28364" fmla="*/ 6197044 h 10394972"/>
                  <a:gd name="connsiteX135-28365" fmla="*/ 1233054 w 10490654"/>
                  <a:gd name="connsiteY135-28366" fmla="*/ 6197044 h 10394972"/>
                  <a:gd name="connsiteX136-28367" fmla="*/ 1136072 w 10490654"/>
                  <a:gd name="connsiteY136-28368" fmla="*/ 6252462 h 10394972"/>
                  <a:gd name="connsiteX137-28369" fmla="*/ 706582 w 10490654"/>
                  <a:gd name="connsiteY137-28370" fmla="*/ 6210899 h 10394972"/>
                  <a:gd name="connsiteX138-28371" fmla="*/ 318654 w 10490654"/>
                  <a:gd name="connsiteY138-28372" fmla="*/ 6238608 h 10394972"/>
                  <a:gd name="connsiteX139-28373" fmla="*/ 96982 w 10490654"/>
                  <a:gd name="connsiteY139-28374" fmla="*/ 6391008 h 10394972"/>
                  <a:gd name="connsiteX140-28375" fmla="*/ 0 w 10490654"/>
                  <a:gd name="connsiteY140-28376" fmla="*/ 6294026 h 10394972"/>
                  <a:gd name="connsiteX141-28377" fmla="*/ 83127 w 10490654"/>
                  <a:gd name="connsiteY141-28378" fmla="*/ 6238608 h 10394972"/>
                  <a:gd name="connsiteX0-28379" fmla="*/ 83127 w 10490654"/>
                  <a:gd name="connsiteY0-28380" fmla="*/ 6238608 h 10394972"/>
                  <a:gd name="connsiteX1-28381" fmla="*/ 96982 w 10490654"/>
                  <a:gd name="connsiteY1-28382" fmla="*/ 5795262 h 10394972"/>
                  <a:gd name="connsiteX2-28383" fmla="*/ 401782 w 10490654"/>
                  <a:gd name="connsiteY2-28384" fmla="*/ 5532026 h 10394972"/>
                  <a:gd name="connsiteX3-28385" fmla="*/ 651163 w 10490654"/>
                  <a:gd name="connsiteY3-28386" fmla="*/ 5670572 h 10394972"/>
                  <a:gd name="connsiteX4-28387" fmla="*/ 858982 w 10490654"/>
                  <a:gd name="connsiteY4-28388" fmla="*/ 5504317 h 10394972"/>
                  <a:gd name="connsiteX5-28389" fmla="*/ 997527 w 10490654"/>
                  <a:gd name="connsiteY5-28390" fmla="*/ 5351917 h 10394972"/>
                  <a:gd name="connsiteX6-28391" fmla="*/ 1080654 w 10490654"/>
                  <a:gd name="connsiteY6-28392" fmla="*/ 5435044 h 10394972"/>
                  <a:gd name="connsiteX7-28393" fmla="*/ 1269312 w 10490654"/>
                  <a:gd name="connsiteY7-28394" fmla="*/ 5679710 h 10394972"/>
                  <a:gd name="connsiteX8-28395" fmla="*/ 1523116 w 10490654"/>
                  <a:gd name="connsiteY8-28396" fmla="*/ 5481030 h 10394972"/>
                  <a:gd name="connsiteX9-28397" fmla="*/ 1731818 w 10490654"/>
                  <a:gd name="connsiteY9-28398" fmla="*/ 5296499 h 10394972"/>
                  <a:gd name="connsiteX10-28399" fmla="*/ 2022763 w 10490654"/>
                  <a:gd name="connsiteY10-28400" fmla="*/ 5060972 h 10394972"/>
                  <a:gd name="connsiteX11-28401" fmla="*/ 2119745 w 10490654"/>
                  <a:gd name="connsiteY11-28402" fmla="*/ 4631481 h 10394972"/>
                  <a:gd name="connsiteX12-28403" fmla="*/ 2172511 w 10490654"/>
                  <a:gd name="connsiteY12-28404" fmla="*/ 4164848 h 10394972"/>
                  <a:gd name="connsiteX13-28405" fmla="*/ 2355272 w 10490654"/>
                  <a:gd name="connsiteY13-28406" fmla="*/ 3855626 h 10394972"/>
                  <a:gd name="connsiteX14-28407" fmla="*/ 2752497 w 10490654"/>
                  <a:gd name="connsiteY14-28408" fmla="*/ 3475092 h 10394972"/>
                  <a:gd name="connsiteX15-28409" fmla="*/ 2978727 w 10490654"/>
                  <a:gd name="connsiteY15-28410" fmla="*/ 3259881 h 10394972"/>
                  <a:gd name="connsiteX16-28411" fmla="*/ 3006436 w 10490654"/>
                  <a:gd name="connsiteY16-28412" fmla="*/ 2816535 h 10394972"/>
                  <a:gd name="connsiteX17-28413" fmla="*/ 3075709 w 10490654"/>
                  <a:gd name="connsiteY17-28414" fmla="*/ 2525590 h 10394972"/>
                  <a:gd name="connsiteX18-28415" fmla="*/ 3075709 w 10490654"/>
                  <a:gd name="connsiteY18-28416" fmla="*/ 2317772 h 10394972"/>
                  <a:gd name="connsiteX19-28417" fmla="*/ 3214254 w 10490654"/>
                  <a:gd name="connsiteY19-28418" fmla="*/ 1985262 h 10394972"/>
                  <a:gd name="connsiteX20-28419" fmla="*/ 3214254 w 10490654"/>
                  <a:gd name="connsiteY20-28420" fmla="*/ 1694317 h 10394972"/>
                  <a:gd name="connsiteX21-28421" fmla="*/ 3513454 w 10490654"/>
                  <a:gd name="connsiteY21-28422" fmla="*/ 1126281 h 10394972"/>
                  <a:gd name="connsiteX22-28423" fmla="*/ 3463636 w 10490654"/>
                  <a:gd name="connsiteY22-28424" fmla="*/ 752208 h 10394972"/>
                  <a:gd name="connsiteX23-28425" fmla="*/ 3491345 w 10490654"/>
                  <a:gd name="connsiteY23-28426" fmla="*/ 544390 h 10394972"/>
                  <a:gd name="connsiteX24-28427" fmla="*/ 3823854 w 10490654"/>
                  <a:gd name="connsiteY24-28428" fmla="*/ 184172 h 10394972"/>
                  <a:gd name="connsiteX25-28429" fmla="*/ 4017818 w 10490654"/>
                  <a:gd name="connsiteY25-28430" fmla="*/ 59481 h 10394972"/>
                  <a:gd name="connsiteX26-28431" fmla="*/ 4433454 w 10490654"/>
                  <a:gd name="connsiteY26-28432" fmla="*/ 295008 h 10394972"/>
                  <a:gd name="connsiteX27-28433" fmla="*/ 4599709 w 10490654"/>
                  <a:gd name="connsiteY27-28434" fmla="*/ 488972 h 10394972"/>
                  <a:gd name="connsiteX28-28435" fmla="*/ 5070763 w 10490654"/>
                  <a:gd name="connsiteY28-28436" fmla="*/ 544390 h 10394972"/>
                  <a:gd name="connsiteX29-28437" fmla="*/ 5391187 w 10490654"/>
                  <a:gd name="connsiteY29-28438" fmla="*/ 603639 h 10394972"/>
                  <a:gd name="connsiteX30-28439" fmla="*/ 5568642 w 10490654"/>
                  <a:gd name="connsiteY30-28440" fmla="*/ 588271 h 10394972"/>
                  <a:gd name="connsiteX31-28441" fmla="*/ 5860472 w 10490654"/>
                  <a:gd name="connsiteY31-28442" fmla="*/ 281153 h 10394972"/>
                  <a:gd name="connsiteX32-28443" fmla="*/ 6123709 w 10490654"/>
                  <a:gd name="connsiteY32-28444" fmla="*/ 322717 h 10394972"/>
                  <a:gd name="connsiteX33-28445" fmla="*/ 6541900 w 10490654"/>
                  <a:gd name="connsiteY33-28446" fmla="*/ 168233 h 10394972"/>
                  <a:gd name="connsiteX34-28447" fmla="*/ 6681722 w 10490654"/>
                  <a:gd name="connsiteY34-28448" fmla="*/ 107503 h 10394972"/>
                  <a:gd name="connsiteX35-28449" fmla="*/ 7011678 w 10490654"/>
                  <a:gd name="connsiteY35-28450" fmla="*/ 198026 h 10394972"/>
                  <a:gd name="connsiteX36-28451" fmla="*/ 7232072 w 10490654"/>
                  <a:gd name="connsiteY36-28452" fmla="*/ 17917 h 10394972"/>
                  <a:gd name="connsiteX37-28453" fmla="*/ 7379107 w 10490654"/>
                  <a:gd name="connsiteY37-28454" fmla="*/ 0 h 10394972"/>
                  <a:gd name="connsiteX38-28455" fmla="*/ 7600859 w 10490654"/>
                  <a:gd name="connsiteY38-28456" fmla="*/ 41248 h 10394972"/>
                  <a:gd name="connsiteX39-28457" fmla="*/ 7910945 w 10490654"/>
                  <a:gd name="connsiteY39-28458" fmla="*/ 128753 h 10394972"/>
                  <a:gd name="connsiteX40-28459" fmla="*/ 8312727 w 10490654"/>
                  <a:gd name="connsiteY40-28460" fmla="*/ 59481 h 10394972"/>
                  <a:gd name="connsiteX41-28461" fmla="*/ 8647005 w 10490654"/>
                  <a:gd name="connsiteY41-28462" fmla="*/ 396707 h 10394972"/>
                  <a:gd name="connsiteX42-28463" fmla="*/ 8908472 w 10490654"/>
                  <a:gd name="connsiteY42-28464" fmla="*/ 544390 h 10394972"/>
                  <a:gd name="connsiteX43-28465" fmla="*/ 9146732 w 10490654"/>
                  <a:gd name="connsiteY43-28466" fmla="*/ 420846 h 10394972"/>
                  <a:gd name="connsiteX44-28467" fmla="*/ 9372965 w 10490654"/>
                  <a:gd name="connsiteY44-28468" fmla="*/ 466363 h 10394972"/>
                  <a:gd name="connsiteX45-28469" fmla="*/ 9518072 w 10490654"/>
                  <a:gd name="connsiteY45-28470" fmla="*/ 367819 h 10394972"/>
                  <a:gd name="connsiteX46-28471" fmla="*/ 9646301 w 10490654"/>
                  <a:gd name="connsiteY46-28472" fmla="*/ 369587 h 10394972"/>
                  <a:gd name="connsiteX47-28473" fmla="*/ 10002982 w 10490654"/>
                  <a:gd name="connsiteY47-28474" fmla="*/ 793772 h 10394972"/>
                  <a:gd name="connsiteX48-28475" fmla="*/ 10238509 w 10490654"/>
                  <a:gd name="connsiteY48-28476" fmla="*/ 987735 h 10394972"/>
                  <a:gd name="connsiteX49-28477" fmla="*/ 10224654 w 10490654"/>
                  <a:gd name="connsiteY49-28478" fmla="*/ 1250972 h 10394972"/>
                  <a:gd name="connsiteX50-28479" fmla="*/ 10238509 w 10490654"/>
                  <a:gd name="connsiteY50-28480" fmla="*/ 1444935 h 10394972"/>
                  <a:gd name="connsiteX51-28481" fmla="*/ 10243066 w 10490654"/>
                  <a:gd name="connsiteY51-28482" fmla="*/ 1580249 h 10394972"/>
                  <a:gd name="connsiteX52-28483" fmla="*/ 10490654 w 10490654"/>
                  <a:gd name="connsiteY52-28484" fmla="*/ 1753897 h 10394972"/>
                  <a:gd name="connsiteX53-28485" fmla="*/ 10077929 w 10490654"/>
                  <a:gd name="connsiteY53-28486" fmla="*/ 2207269 h 10394972"/>
                  <a:gd name="connsiteX54-28487" fmla="*/ 9781309 w 10490654"/>
                  <a:gd name="connsiteY54-28488" fmla="*/ 2497881 h 10394972"/>
                  <a:gd name="connsiteX55-28489" fmla="*/ 9580055 w 10490654"/>
                  <a:gd name="connsiteY55-28490" fmla="*/ 3426134 h 10394972"/>
                  <a:gd name="connsiteX56-28491" fmla="*/ 9532477 w 10490654"/>
                  <a:gd name="connsiteY56-28492" fmla="*/ 3685207 h 10394972"/>
                  <a:gd name="connsiteX57-28493" fmla="*/ 9365672 w 10490654"/>
                  <a:gd name="connsiteY57-28494" fmla="*/ 3911044 h 10394972"/>
                  <a:gd name="connsiteX58-28495" fmla="*/ 9310254 w 10490654"/>
                  <a:gd name="connsiteY58-28496" fmla="*/ 4077299 h 10394972"/>
                  <a:gd name="connsiteX59-28497" fmla="*/ 9236422 w 10490654"/>
                  <a:gd name="connsiteY59-28498" fmla="*/ 4285117 h 10394972"/>
                  <a:gd name="connsiteX60-28499" fmla="*/ 9205255 w 10490654"/>
                  <a:gd name="connsiteY60-28500" fmla="*/ 4430122 h 10394972"/>
                  <a:gd name="connsiteX61-28501" fmla="*/ 9337963 w 10490654"/>
                  <a:gd name="connsiteY61-28502" fmla="*/ 4659190 h 10394972"/>
                  <a:gd name="connsiteX62-28503" fmla="*/ 9382180 w 10490654"/>
                  <a:gd name="connsiteY62-28504" fmla="*/ 4915057 h 10394972"/>
                  <a:gd name="connsiteX63-28505" fmla="*/ 9397939 w 10490654"/>
                  <a:gd name="connsiteY63-28506" fmla="*/ 5208060 h 10394972"/>
                  <a:gd name="connsiteX64-28507" fmla="*/ 9383359 w 10490654"/>
                  <a:gd name="connsiteY64-28508" fmla="*/ 5615153 h 10394972"/>
                  <a:gd name="connsiteX65-28509" fmla="*/ 9518623 w 10490654"/>
                  <a:gd name="connsiteY65-28510" fmla="*/ 5975373 h 10394972"/>
                  <a:gd name="connsiteX66-28511" fmla="*/ 9540496 w 10490654"/>
                  <a:gd name="connsiteY66-28512" fmla="*/ 6403714 h 10394972"/>
                  <a:gd name="connsiteX67-28513" fmla="*/ 9933709 w 10490654"/>
                  <a:gd name="connsiteY67-28514" fmla="*/ 6862062 h 10394972"/>
                  <a:gd name="connsiteX68-28515" fmla="*/ 10052074 w 10490654"/>
                  <a:gd name="connsiteY68-28516" fmla="*/ 7221396 h 10394972"/>
                  <a:gd name="connsiteX69-28517" fmla="*/ 10232908 w 10490654"/>
                  <a:gd name="connsiteY69-28518" fmla="*/ 7514995 h 10394972"/>
                  <a:gd name="connsiteX70-28519" fmla="*/ 9670472 w 10490654"/>
                  <a:gd name="connsiteY70-28520" fmla="*/ 7540935 h 10394972"/>
                  <a:gd name="connsiteX71-28521" fmla="*/ 9174087 w 10490654"/>
                  <a:gd name="connsiteY71-28522" fmla="*/ 7651772 h 10394972"/>
                  <a:gd name="connsiteX72-28523" fmla="*/ 9128871 w 10490654"/>
                  <a:gd name="connsiteY72-28524" fmla="*/ 7790317 h 10394972"/>
                  <a:gd name="connsiteX73-28525" fmla="*/ 9019309 w 10490654"/>
                  <a:gd name="connsiteY73-28526" fmla="*/ 7998135 h 10394972"/>
                  <a:gd name="connsiteX74-28527" fmla="*/ 8956730 w 10490654"/>
                  <a:gd name="connsiteY74-28528" fmla="*/ 8095117 h 10394972"/>
                  <a:gd name="connsiteX75-28529" fmla="*/ 9027559 w 10490654"/>
                  <a:gd name="connsiteY75-28530" fmla="*/ 8524608 h 10394972"/>
                  <a:gd name="connsiteX76-28531" fmla="*/ 8993669 w 10490654"/>
                  <a:gd name="connsiteY76-28532" fmla="*/ 8758113 h 10394972"/>
                  <a:gd name="connsiteX77-28533" fmla="*/ 8991600 w 10490654"/>
                  <a:gd name="connsiteY77-28534" fmla="*/ 8967953 h 10394972"/>
                  <a:gd name="connsiteX78-28535" fmla="*/ 8894618 w 10490654"/>
                  <a:gd name="connsiteY78-28536" fmla="*/ 9272753 h 10394972"/>
                  <a:gd name="connsiteX79-28537" fmla="*/ 8922327 w 10490654"/>
                  <a:gd name="connsiteY79-28538" fmla="*/ 9535990 h 10394972"/>
                  <a:gd name="connsiteX80-28539" fmla="*/ 9144000 w 10490654"/>
                  <a:gd name="connsiteY80-28540" fmla="*/ 9702244 h 10394972"/>
                  <a:gd name="connsiteX81-28541" fmla="*/ 9353374 w 10490654"/>
                  <a:gd name="connsiteY81-28542" fmla="*/ 9853088 h 10394972"/>
                  <a:gd name="connsiteX82-28543" fmla="*/ 9529903 w 10490654"/>
                  <a:gd name="connsiteY82-28544" fmla="*/ 9905081 h 10394972"/>
                  <a:gd name="connsiteX83-28545" fmla="*/ 9625328 w 10490654"/>
                  <a:gd name="connsiteY83-28546" fmla="*/ 9791132 h 10394972"/>
                  <a:gd name="connsiteX84-28547" fmla="*/ 9667359 w 10490654"/>
                  <a:gd name="connsiteY84-28548" fmla="*/ 9803430 h 10394972"/>
                  <a:gd name="connsiteX85-28549" fmla="*/ 9668916 w 10490654"/>
                  <a:gd name="connsiteY85-28550" fmla="*/ 10256426 h 10394972"/>
                  <a:gd name="connsiteX86-28551" fmla="*/ 9495500 w 10490654"/>
                  <a:gd name="connsiteY86-28552" fmla="*/ 10306085 h 10394972"/>
                  <a:gd name="connsiteX87-28553" fmla="*/ 9310254 w 10490654"/>
                  <a:gd name="connsiteY87-28554" fmla="*/ 10394972 h 10394972"/>
                  <a:gd name="connsiteX88-28555" fmla="*/ 9227127 w 10490654"/>
                  <a:gd name="connsiteY88-28556" fmla="*/ 10242572 h 10394972"/>
                  <a:gd name="connsiteX89-28557" fmla="*/ 9033163 w 10490654"/>
                  <a:gd name="connsiteY89-28558" fmla="*/ 9993190 h 10394972"/>
                  <a:gd name="connsiteX90-28559" fmla="*/ 8825345 w 10490654"/>
                  <a:gd name="connsiteY90-28560" fmla="*/ 9813081 h 10394972"/>
                  <a:gd name="connsiteX91-28561" fmla="*/ 8534400 w 10490654"/>
                  <a:gd name="connsiteY91-28562" fmla="*/ 9702244 h 10394972"/>
                  <a:gd name="connsiteX92-28563" fmla="*/ 8423563 w 10490654"/>
                  <a:gd name="connsiteY92-28564" fmla="*/ 9646826 h 10394972"/>
                  <a:gd name="connsiteX93-28565" fmla="*/ 8285018 w 10490654"/>
                  <a:gd name="connsiteY93-28566" fmla="*/ 9480572 h 10394972"/>
                  <a:gd name="connsiteX94-28567" fmla="*/ 8257309 w 10490654"/>
                  <a:gd name="connsiteY94-28568" fmla="*/ 9342026 h 10394972"/>
                  <a:gd name="connsiteX95-28569" fmla="*/ 8146472 w 10490654"/>
                  <a:gd name="connsiteY95-28570" fmla="*/ 9355881 h 10394972"/>
                  <a:gd name="connsiteX96-28571" fmla="*/ 8091054 w 10490654"/>
                  <a:gd name="connsiteY96-28572" fmla="*/ 9577553 h 10394972"/>
                  <a:gd name="connsiteX97-28573" fmla="*/ 7806336 w 10490654"/>
                  <a:gd name="connsiteY97-28574" fmla="*/ 9583313 h 10394972"/>
                  <a:gd name="connsiteX98-28575" fmla="*/ 7567694 w 10490654"/>
                  <a:gd name="connsiteY98-28576" fmla="*/ 9520112 h 10394972"/>
                  <a:gd name="connsiteX99-28577" fmla="*/ 7466043 w 10490654"/>
                  <a:gd name="connsiteY99-28578" fmla="*/ 9471387 h 10394972"/>
                  <a:gd name="connsiteX100-28579" fmla="*/ 7287491 w 10490654"/>
                  <a:gd name="connsiteY100-28580" fmla="*/ 9449904 h 10394972"/>
                  <a:gd name="connsiteX101-28581" fmla="*/ 7221797 w 10490654"/>
                  <a:gd name="connsiteY101-28582" fmla="*/ 9121910 h 10394972"/>
                  <a:gd name="connsiteX102-28583" fmla="*/ 6954982 w 10490654"/>
                  <a:gd name="connsiteY102-28584" fmla="*/ 9189626 h 10394972"/>
                  <a:gd name="connsiteX103-28585" fmla="*/ 6710737 w 10490654"/>
                  <a:gd name="connsiteY103-28586" fmla="*/ 9262013 h 10394972"/>
                  <a:gd name="connsiteX104-28587" fmla="*/ 6674777 w 10490654"/>
                  <a:gd name="connsiteY104-28588" fmla="*/ 9062912 h 10394972"/>
                  <a:gd name="connsiteX105-28589" fmla="*/ 6511636 w 10490654"/>
                  <a:gd name="connsiteY105-28590" fmla="*/ 8954099 h 10394972"/>
                  <a:gd name="connsiteX106-28591" fmla="*/ 6428509 w 10490654"/>
                  <a:gd name="connsiteY106-28592" fmla="*/ 8954099 h 10394972"/>
                  <a:gd name="connsiteX107-28593" fmla="*/ 6325922 w 10490654"/>
                  <a:gd name="connsiteY107-28594" fmla="*/ 9057307 h 10394972"/>
                  <a:gd name="connsiteX108-28595" fmla="*/ 6167763 w 10490654"/>
                  <a:gd name="connsiteY108-28596" fmla="*/ 8978227 h 10394972"/>
                  <a:gd name="connsiteX109-28597" fmla="*/ 6002132 w 10490654"/>
                  <a:gd name="connsiteY109-28598" fmla="*/ 9093734 h 10394972"/>
                  <a:gd name="connsiteX110-28599" fmla="*/ 5749636 w 10490654"/>
                  <a:gd name="connsiteY110-28600" fmla="*/ 9051081 h 10394972"/>
                  <a:gd name="connsiteX111-28601" fmla="*/ 5674760 w 10490654"/>
                  <a:gd name="connsiteY111-28602" fmla="*/ 9081904 h 10394972"/>
                  <a:gd name="connsiteX112-28603" fmla="*/ 5507415 w 10490654"/>
                  <a:gd name="connsiteY112-28604" fmla="*/ 9128137 h 10394972"/>
                  <a:gd name="connsiteX113-28605" fmla="*/ 5505859 w 10490654"/>
                  <a:gd name="connsiteY113-28606" fmla="*/ 8870972 h 10394972"/>
                  <a:gd name="connsiteX114-28607" fmla="*/ 5505857 w 10490654"/>
                  <a:gd name="connsiteY114-28608" fmla="*/ 8634977 h 10394972"/>
                  <a:gd name="connsiteX115-28609" fmla="*/ 5336024 w 10490654"/>
                  <a:gd name="connsiteY115-28610" fmla="*/ 8333292 h 10394972"/>
                  <a:gd name="connsiteX116-28611" fmla="*/ 5230324 w 10490654"/>
                  <a:gd name="connsiteY116-28612" fmla="*/ 8082820 h 10394972"/>
                  <a:gd name="connsiteX117-28613" fmla="*/ 5317031 w 10490654"/>
                  <a:gd name="connsiteY117-28614" fmla="*/ 7610208 h 10394972"/>
                  <a:gd name="connsiteX118-28615" fmla="*/ 5201059 w 10490654"/>
                  <a:gd name="connsiteY118-28616" fmla="*/ 7320352 h 10394972"/>
                  <a:gd name="connsiteX119-28617" fmla="*/ 5250872 w 10490654"/>
                  <a:gd name="connsiteY119-28618" fmla="*/ 7069881 h 10394972"/>
                  <a:gd name="connsiteX120-28619" fmla="*/ 5245735 w 10490654"/>
                  <a:gd name="connsiteY120-28620" fmla="*/ 7018665 h 10394972"/>
                  <a:gd name="connsiteX121-28621" fmla="*/ 4577603 w 10490654"/>
                  <a:gd name="connsiteY121-28622" fmla="*/ 7013996 h 10394972"/>
                  <a:gd name="connsiteX122-28623" fmla="*/ 4528412 w 10490654"/>
                  <a:gd name="connsiteY122-28624" fmla="*/ 6840580 h 10394972"/>
                  <a:gd name="connsiteX123-28625" fmla="*/ 4038834 w 10490654"/>
                  <a:gd name="connsiteY123-28626" fmla="*/ 6816452 h 10394972"/>
                  <a:gd name="connsiteX124-28627" fmla="*/ 3976254 w 10490654"/>
                  <a:gd name="connsiteY124-28628" fmla="*/ 7069881 h 10394972"/>
                  <a:gd name="connsiteX125-28629" fmla="*/ 3932667 w 10490654"/>
                  <a:gd name="connsiteY125-28630" fmla="*/ 7281279 h 10394972"/>
                  <a:gd name="connsiteX126-28631" fmla="*/ 3884155 w 10490654"/>
                  <a:gd name="connsiteY126-28632" fmla="*/ 7403480 h 10394972"/>
                  <a:gd name="connsiteX127-28633" fmla="*/ 3572499 w 10490654"/>
                  <a:gd name="connsiteY127-28634" fmla="*/ 7365450 h 10394972"/>
                  <a:gd name="connsiteX128-28635" fmla="*/ 3311236 w 10490654"/>
                  <a:gd name="connsiteY128-28636" fmla="*/ 7402390 h 10394972"/>
                  <a:gd name="connsiteX129-28637" fmla="*/ 2921540 w 10490654"/>
                  <a:gd name="connsiteY129-28638" fmla="*/ 7414475 h 10394972"/>
                  <a:gd name="connsiteX130-28639" fmla="*/ 2784763 w 10490654"/>
                  <a:gd name="connsiteY130-28640" fmla="*/ 7139153 h 10394972"/>
                  <a:gd name="connsiteX131-28641" fmla="*/ 2604654 w 10490654"/>
                  <a:gd name="connsiteY131-28642" fmla="*/ 6862062 h 10394972"/>
                  <a:gd name="connsiteX132-28643" fmla="*/ 2410691 w 10490654"/>
                  <a:gd name="connsiteY132-28644" fmla="*/ 6363299 h 10394972"/>
                  <a:gd name="connsiteX133-28645" fmla="*/ 2327563 w 10490654"/>
                  <a:gd name="connsiteY133-28646" fmla="*/ 6224753 h 10394972"/>
                  <a:gd name="connsiteX134-28647" fmla="*/ 1662545 w 10490654"/>
                  <a:gd name="connsiteY134-28648" fmla="*/ 6197044 h 10394972"/>
                  <a:gd name="connsiteX135-28649" fmla="*/ 1233054 w 10490654"/>
                  <a:gd name="connsiteY135-28650" fmla="*/ 6197044 h 10394972"/>
                  <a:gd name="connsiteX136-28651" fmla="*/ 1136072 w 10490654"/>
                  <a:gd name="connsiteY136-28652" fmla="*/ 6252462 h 10394972"/>
                  <a:gd name="connsiteX137-28653" fmla="*/ 706582 w 10490654"/>
                  <a:gd name="connsiteY137-28654" fmla="*/ 6210899 h 10394972"/>
                  <a:gd name="connsiteX138-28655" fmla="*/ 318654 w 10490654"/>
                  <a:gd name="connsiteY138-28656" fmla="*/ 6238608 h 10394972"/>
                  <a:gd name="connsiteX139-28657" fmla="*/ 96982 w 10490654"/>
                  <a:gd name="connsiteY139-28658" fmla="*/ 6391008 h 10394972"/>
                  <a:gd name="connsiteX140-28659" fmla="*/ 0 w 10490654"/>
                  <a:gd name="connsiteY140-28660" fmla="*/ 6294026 h 10394972"/>
                  <a:gd name="connsiteX141-28661" fmla="*/ 83127 w 10490654"/>
                  <a:gd name="connsiteY141-28662" fmla="*/ 6238608 h 10394972"/>
                  <a:gd name="connsiteX0-28663" fmla="*/ 83127 w 10490654"/>
                  <a:gd name="connsiteY0-28664" fmla="*/ 6238608 h 10394972"/>
                  <a:gd name="connsiteX1-28665" fmla="*/ 96982 w 10490654"/>
                  <a:gd name="connsiteY1-28666" fmla="*/ 5795262 h 10394972"/>
                  <a:gd name="connsiteX2-28667" fmla="*/ 401782 w 10490654"/>
                  <a:gd name="connsiteY2-28668" fmla="*/ 5532026 h 10394972"/>
                  <a:gd name="connsiteX3-28669" fmla="*/ 651163 w 10490654"/>
                  <a:gd name="connsiteY3-28670" fmla="*/ 5670572 h 10394972"/>
                  <a:gd name="connsiteX4-28671" fmla="*/ 858982 w 10490654"/>
                  <a:gd name="connsiteY4-28672" fmla="*/ 5504317 h 10394972"/>
                  <a:gd name="connsiteX5-28673" fmla="*/ 997527 w 10490654"/>
                  <a:gd name="connsiteY5-28674" fmla="*/ 5351917 h 10394972"/>
                  <a:gd name="connsiteX6-28675" fmla="*/ 1080654 w 10490654"/>
                  <a:gd name="connsiteY6-28676" fmla="*/ 5435044 h 10394972"/>
                  <a:gd name="connsiteX7-28677" fmla="*/ 1269312 w 10490654"/>
                  <a:gd name="connsiteY7-28678" fmla="*/ 5679710 h 10394972"/>
                  <a:gd name="connsiteX8-28679" fmla="*/ 1523116 w 10490654"/>
                  <a:gd name="connsiteY8-28680" fmla="*/ 5481030 h 10394972"/>
                  <a:gd name="connsiteX9-28681" fmla="*/ 1731818 w 10490654"/>
                  <a:gd name="connsiteY9-28682" fmla="*/ 5296499 h 10394972"/>
                  <a:gd name="connsiteX10-28683" fmla="*/ 2022763 w 10490654"/>
                  <a:gd name="connsiteY10-28684" fmla="*/ 5060972 h 10394972"/>
                  <a:gd name="connsiteX11-28685" fmla="*/ 2119745 w 10490654"/>
                  <a:gd name="connsiteY11-28686" fmla="*/ 4631481 h 10394972"/>
                  <a:gd name="connsiteX12-28687" fmla="*/ 2172511 w 10490654"/>
                  <a:gd name="connsiteY12-28688" fmla="*/ 4164848 h 10394972"/>
                  <a:gd name="connsiteX13-28689" fmla="*/ 2355272 w 10490654"/>
                  <a:gd name="connsiteY13-28690" fmla="*/ 3855626 h 10394972"/>
                  <a:gd name="connsiteX14-28691" fmla="*/ 2752497 w 10490654"/>
                  <a:gd name="connsiteY14-28692" fmla="*/ 3475092 h 10394972"/>
                  <a:gd name="connsiteX15-28693" fmla="*/ 2978727 w 10490654"/>
                  <a:gd name="connsiteY15-28694" fmla="*/ 3259881 h 10394972"/>
                  <a:gd name="connsiteX16-28695" fmla="*/ 3006436 w 10490654"/>
                  <a:gd name="connsiteY16-28696" fmla="*/ 2816535 h 10394972"/>
                  <a:gd name="connsiteX17-28697" fmla="*/ 3075709 w 10490654"/>
                  <a:gd name="connsiteY17-28698" fmla="*/ 2525590 h 10394972"/>
                  <a:gd name="connsiteX18-28699" fmla="*/ 3075709 w 10490654"/>
                  <a:gd name="connsiteY18-28700" fmla="*/ 2317772 h 10394972"/>
                  <a:gd name="connsiteX19-28701" fmla="*/ 3214254 w 10490654"/>
                  <a:gd name="connsiteY19-28702" fmla="*/ 1985262 h 10394972"/>
                  <a:gd name="connsiteX20-28703" fmla="*/ 3214254 w 10490654"/>
                  <a:gd name="connsiteY20-28704" fmla="*/ 1694317 h 10394972"/>
                  <a:gd name="connsiteX21-28705" fmla="*/ 3513454 w 10490654"/>
                  <a:gd name="connsiteY21-28706" fmla="*/ 1126281 h 10394972"/>
                  <a:gd name="connsiteX22-28707" fmla="*/ 3463636 w 10490654"/>
                  <a:gd name="connsiteY22-28708" fmla="*/ 752208 h 10394972"/>
                  <a:gd name="connsiteX23-28709" fmla="*/ 3491345 w 10490654"/>
                  <a:gd name="connsiteY23-28710" fmla="*/ 544390 h 10394972"/>
                  <a:gd name="connsiteX24-28711" fmla="*/ 3823854 w 10490654"/>
                  <a:gd name="connsiteY24-28712" fmla="*/ 184172 h 10394972"/>
                  <a:gd name="connsiteX25-28713" fmla="*/ 4017818 w 10490654"/>
                  <a:gd name="connsiteY25-28714" fmla="*/ 59481 h 10394972"/>
                  <a:gd name="connsiteX26-28715" fmla="*/ 4433454 w 10490654"/>
                  <a:gd name="connsiteY26-28716" fmla="*/ 295008 h 10394972"/>
                  <a:gd name="connsiteX27-28717" fmla="*/ 4599709 w 10490654"/>
                  <a:gd name="connsiteY27-28718" fmla="*/ 488972 h 10394972"/>
                  <a:gd name="connsiteX28-28719" fmla="*/ 5070763 w 10490654"/>
                  <a:gd name="connsiteY28-28720" fmla="*/ 544390 h 10394972"/>
                  <a:gd name="connsiteX29-28721" fmla="*/ 5391187 w 10490654"/>
                  <a:gd name="connsiteY29-28722" fmla="*/ 603639 h 10394972"/>
                  <a:gd name="connsiteX30-28723" fmla="*/ 5568642 w 10490654"/>
                  <a:gd name="connsiteY30-28724" fmla="*/ 588271 h 10394972"/>
                  <a:gd name="connsiteX31-28725" fmla="*/ 5860472 w 10490654"/>
                  <a:gd name="connsiteY31-28726" fmla="*/ 281153 h 10394972"/>
                  <a:gd name="connsiteX32-28727" fmla="*/ 6123709 w 10490654"/>
                  <a:gd name="connsiteY32-28728" fmla="*/ 322717 h 10394972"/>
                  <a:gd name="connsiteX33-28729" fmla="*/ 6541900 w 10490654"/>
                  <a:gd name="connsiteY33-28730" fmla="*/ 168233 h 10394972"/>
                  <a:gd name="connsiteX34-28731" fmla="*/ 6681722 w 10490654"/>
                  <a:gd name="connsiteY34-28732" fmla="*/ 107503 h 10394972"/>
                  <a:gd name="connsiteX35-28733" fmla="*/ 7011678 w 10490654"/>
                  <a:gd name="connsiteY35-28734" fmla="*/ 198026 h 10394972"/>
                  <a:gd name="connsiteX36-28735" fmla="*/ 7232072 w 10490654"/>
                  <a:gd name="connsiteY36-28736" fmla="*/ 17917 h 10394972"/>
                  <a:gd name="connsiteX37-28737" fmla="*/ 7379107 w 10490654"/>
                  <a:gd name="connsiteY37-28738" fmla="*/ 0 h 10394972"/>
                  <a:gd name="connsiteX38-28739" fmla="*/ 7600859 w 10490654"/>
                  <a:gd name="connsiteY38-28740" fmla="*/ 41248 h 10394972"/>
                  <a:gd name="connsiteX39-28741" fmla="*/ 7910945 w 10490654"/>
                  <a:gd name="connsiteY39-28742" fmla="*/ 128753 h 10394972"/>
                  <a:gd name="connsiteX40-28743" fmla="*/ 8312727 w 10490654"/>
                  <a:gd name="connsiteY40-28744" fmla="*/ 59481 h 10394972"/>
                  <a:gd name="connsiteX41-28745" fmla="*/ 8647005 w 10490654"/>
                  <a:gd name="connsiteY41-28746" fmla="*/ 396707 h 10394972"/>
                  <a:gd name="connsiteX42-28747" fmla="*/ 8908472 w 10490654"/>
                  <a:gd name="connsiteY42-28748" fmla="*/ 544390 h 10394972"/>
                  <a:gd name="connsiteX43-28749" fmla="*/ 9146732 w 10490654"/>
                  <a:gd name="connsiteY43-28750" fmla="*/ 420846 h 10394972"/>
                  <a:gd name="connsiteX44-28751" fmla="*/ 9372965 w 10490654"/>
                  <a:gd name="connsiteY44-28752" fmla="*/ 466363 h 10394972"/>
                  <a:gd name="connsiteX45-28753" fmla="*/ 9518072 w 10490654"/>
                  <a:gd name="connsiteY45-28754" fmla="*/ 367819 h 10394972"/>
                  <a:gd name="connsiteX46-28755" fmla="*/ 9646301 w 10490654"/>
                  <a:gd name="connsiteY46-28756" fmla="*/ 369587 h 10394972"/>
                  <a:gd name="connsiteX47-28757" fmla="*/ 10002982 w 10490654"/>
                  <a:gd name="connsiteY47-28758" fmla="*/ 793772 h 10394972"/>
                  <a:gd name="connsiteX48-28759" fmla="*/ 10238509 w 10490654"/>
                  <a:gd name="connsiteY48-28760" fmla="*/ 987735 h 10394972"/>
                  <a:gd name="connsiteX49-28761" fmla="*/ 10224654 w 10490654"/>
                  <a:gd name="connsiteY49-28762" fmla="*/ 1250972 h 10394972"/>
                  <a:gd name="connsiteX50-28763" fmla="*/ 10238509 w 10490654"/>
                  <a:gd name="connsiteY50-28764" fmla="*/ 1444935 h 10394972"/>
                  <a:gd name="connsiteX51-28765" fmla="*/ 10243066 w 10490654"/>
                  <a:gd name="connsiteY51-28766" fmla="*/ 1580249 h 10394972"/>
                  <a:gd name="connsiteX52-28767" fmla="*/ 10490654 w 10490654"/>
                  <a:gd name="connsiteY52-28768" fmla="*/ 1753897 h 10394972"/>
                  <a:gd name="connsiteX53-28769" fmla="*/ 10077929 w 10490654"/>
                  <a:gd name="connsiteY53-28770" fmla="*/ 2207269 h 10394972"/>
                  <a:gd name="connsiteX54-28771" fmla="*/ 9781309 w 10490654"/>
                  <a:gd name="connsiteY54-28772" fmla="*/ 2497881 h 10394972"/>
                  <a:gd name="connsiteX55-28773" fmla="*/ 9580055 w 10490654"/>
                  <a:gd name="connsiteY55-28774" fmla="*/ 3426134 h 10394972"/>
                  <a:gd name="connsiteX56-28775" fmla="*/ 9532477 w 10490654"/>
                  <a:gd name="connsiteY56-28776" fmla="*/ 3685207 h 10394972"/>
                  <a:gd name="connsiteX57-28777" fmla="*/ 9365672 w 10490654"/>
                  <a:gd name="connsiteY57-28778" fmla="*/ 3911044 h 10394972"/>
                  <a:gd name="connsiteX58-28779" fmla="*/ 9310254 w 10490654"/>
                  <a:gd name="connsiteY58-28780" fmla="*/ 4077299 h 10394972"/>
                  <a:gd name="connsiteX59-28781" fmla="*/ 9236422 w 10490654"/>
                  <a:gd name="connsiteY59-28782" fmla="*/ 4285117 h 10394972"/>
                  <a:gd name="connsiteX60-28783" fmla="*/ 9205255 w 10490654"/>
                  <a:gd name="connsiteY60-28784" fmla="*/ 4430122 h 10394972"/>
                  <a:gd name="connsiteX61-28785" fmla="*/ 9337963 w 10490654"/>
                  <a:gd name="connsiteY61-28786" fmla="*/ 4659190 h 10394972"/>
                  <a:gd name="connsiteX62-28787" fmla="*/ 9382180 w 10490654"/>
                  <a:gd name="connsiteY62-28788" fmla="*/ 4915057 h 10394972"/>
                  <a:gd name="connsiteX63-28789" fmla="*/ 9397939 w 10490654"/>
                  <a:gd name="connsiteY63-28790" fmla="*/ 5208060 h 10394972"/>
                  <a:gd name="connsiteX64-28791" fmla="*/ 9383359 w 10490654"/>
                  <a:gd name="connsiteY64-28792" fmla="*/ 5615153 h 10394972"/>
                  <a:gd name="connsiteX65-28793" fmla="*/ 9518623 w 10490654"/>
                  <a:gd name="connsiteY65-28794" fmla="*/ 5975373 h 10394972"/>
                  <a:gd name="connsiteX66-28795" fmla="*/ 9540496 w 10490654"/>
                  <a:gd name="connsiteY66-28796" fmla="*/ 6403714 h 10394972"/>
                  <a:gd name="connsiteX67-28797" fmla="*/ 9933709 w 10490654"/>
                  <a:gd name="connsiteY67-28798" fmla="*/ 6862062 h 10394972"/>
                  <a:gd name="connsiteX68-28799" fmla="*/ 10052074 w 10490654"/>
                  <a:gd name="connsiteY68-28800" fmla="*/ 7221396 h 10394972"/>
                  <a:gd name="connsiteX69-28801" fmla="*/ 10232908 w 10490654"/>
                  <a:gd name="connsiteY69-28802" fmla="*/ 7514995 h 10394972"/>
                  <a:gd name="connsiteX70-28803" fmla="*/ 9670472 w 10490654"/>
                  <a:gd name="connsiteY70-28804" fmla="*/ 7540935 h 10394972"/>
                  <a:gd name="connsiteX71-28805" fmla="*/ 9174087 w 10490654"/>
                  <a:gd name="connsiteY71-28806" fmla="*/ 7651772 h 10394972"/>
                  <a:gd name="connsiteX72-28807" fmla="*/ 9128871 w 10490654"/>
                  <a:gd name="connsiteY72-28808" fmla="*/ 7790317 h 10394972"/>
                  <a:gd name="connsiteX73-28809" fmla="*/ 9019309 w 10490654"/>
                  <a:gd name="connsiteY73-28810" fmla="*/ 7998135 h 10394972"/>
                  <a:gd name="connsiteX74-28811" fmla="*/ 8956730 w 10490654"/>
                  <a:gd name="connsiteY74-28812" fmla="*/ 8095117 h 10394972"/>
                  <a:gd name="connsiteX75-28813" fmla="*/ 9027559 w 10490654"/>
                  <a:gd name="connsiteY75-28814" fmla="*/ 8524608 h 10394972"/>
                  <a:gd name="connsiteX76-28815" fmla="*/ 8993669 w 10490654"/>
                  <a:gd name="connsiteY76-28816" fmla="*/ 8758113 h 10394972"/>
                  <a:gd name="connsiteX77-28817" fmla="*/ 8991600 w 10490654"/>
                  <a:gd name="connsiteY77-28818" fmla="*/ 8967953 h 10394972"/>
                  <a:gd name="connsiteX78-28819" fmla="*/ 8894618 w 10490654"/>
                  <a:gd name="connsiteY78-28820" fmla="*/ 9272753 h 10394972"/>
                  <a:gd name="connsiteX79-28821" fmla="*/ 8922328 w 10490654"/>
                  <a:gd name="connsiteY79-28822" fmla="*/ 9578490 h 10394972"/>
                  <a:gd name="connsiteX80-28823" fmla="*/ 9144000 w 10490654"/>
                  <a:gd name="connsiteY80-28824" fmla="*/ 9702244 h 10394972"/>
                  <a:gd name="connsiteX81-28825" fmla="*/ 9353374 w 10490654"/>
                  <a:gd name="connsiteY81-28826" fmla="*/ 9853088 h 10394972"/>
                  <a:gd name="connsiteX82-28827" fmla="*/ 9529903 w 10490654"/>
                  <a:gd name="connsiteY82-28828" fmla="*/ 9905081 h 10394972"/>
                  <a:gd name="connsiteX83-28829" fmla="*/ 9625328 w 10490654"/>
                  <a:gd name="connsiteY83-28830" fmla="*/ 9791132 h 10394972"/>
                  <a:gd name="connsiteX84-28831" fmla="*/ 9667359 w 10490654"/>
                  <a:gd name="connsiteY84-28832" fmla="*/ 9803430 h 10394972"/>
                  <a:gd name="connsiteX85-28833" fmla="*/ 9668916 w 10490654"/>
                  <a:gd name="connsiteY85-28834" fmla="*/ 10256426 h 10394972"/>
                  <a:gd name="connsiteX86-28835" fmla="*/ 9495500 w 10490654"/>
                  <a:gd name="connsiteY86-28836" fmla="*/ 10306085 h 10394972"/>
                  <a:gd name="connsiteX87-28837" fmla="*/ 9310254 w 10490654"/>
                  <a:gd name="connsiteY87-28838" fmla="*/ 10394972 h 10394972"/>
                  <a:gd name="connsiteX88-28839" fmla="*/ 9227127 w 10490654"/>
                  <a:gd name="connsiteY88-28840" fmla="*/ 10242572 h 10394972"/>
                  <a:gd name="connsiteX89-28841" fmla="*/ 9033163 w 10490654"/>
                  <a:gd name="connsiteY89-28842" fmla="*/ 9993190 h 10394972"/>
                  <a:gd name="connsiteX90-28843" fmla="*/ 8825345 w 10490654"/>
                  <a:gd name="connsiteY90-28844" fmla="*/ 9813081 h 10394972"/>
                  <a:gd name="connsiteX91-28845" fmla="*/ 8534400 w 10490654"/>
                  <a:gd name="connsiteY91-28846" fmla="*/ 9702244 h 10394972"/>
                  <a:gd name="connsiteX92-28847" fmla="*/ 8423563 w 10490654"/>
                  <a:gd name="connsiteY92-28848" fmla="*/ 9646826 h 10394972"/>
                  <a:gd name="connsiteX93-28849" fmla="*/ 8285018 w 10490654"/>
                  <a:gd name="connsiteY93-28850" fmla="*/ 9480572 h 10394972"/>
                  <a:gd name="connsiteX94-28851" fmla="*/ 8257309 w 10490654"/>
                  <a:gd name="connsiteY94-28852" fmla="*/ 9342026 h 10394972"/>
                  <a:gd name="connsiteX95-28853" fmla="*/ 8146472 w 10490654"/>
                  <a:gd name="connsiteY95-28854" fmla="*/ 9355881 h 10394972"/>
                  <a:gd name="connsiteX96-28855" fmla="*/ 8091054 w 10490654"/>
                  <a:gd name="connsiteY96-28856" fmla="*/ 9577553 h 10394972"/>
                  <a:gd name="connsiteX97-28857" fmla="*/ 7806336 w 10490654"/>
                  <a:gd name="connsiteY97-28858" fmla="*/ 9583313 h 10394972"/>
                  <a:gd name="connsiteX98-28859" fmla="*/ 7567694 w 10490654"/>
                  <a:gd name="connsiteY98-28860" fmla="*/ 9520112 h 10394972"/>
                  <a:gd name="connsiteX99-28861" fmla="*/ 7466043 w 10490654"/>
                  <a:gd name="connsiteY99-28862" fmla="*/ 9471387 h 10394972"/>
                  <a:gd name="connsiteX100-28863" fmla="*/ 7287491 w 10490654"/>
                  <a:gd name="connsiteY100-28864" fmla="*/ 9449904 h 10394972"/>
                  <a:gd name="connsiteX101-28865" fmla="*/ 7221797 w 10490654"/>
                  <a:gd name="connsiteY101-28866" fmla="*/ 9121910 h 10394972"/>
                  <a:gd name="connsiteX102-28867" fmla="*/ 6954982 w 10490654"/>
                  <a:gd name="connsiteY102-28868" fmla="*/ 9189626 h 10394972"/>
                  <a:gd name="connsiteX103-28869" fmla="*/ 6710737 w 10490654"/>
                  <a:gd name="connsiteY103-28870" fmla="*/ 9262013 h 10394972"/>
                  <a:gd name="connsiteX104-28871" fmla="*/ 6674777 w 10490654"/>
                  <a:gd name="connsiteY104-28872" fmla="*/ 9062912 h 10394972"/>
                  <a:gd name="connsiteX105-28873" fmla="*/ 6511636 w 10490654"/>
                  <a:gd name="connsiteY105-28874" fmla="*/ 8954099 h 10394972"/>
                  <a:gd name="connsiteX106-28875" fmla="*/ 6428509 w 10490654"/>
                  <a:gd name="connsiteY106-28876" fmla="*/ 8954099 h 10394972"/>
                  <a:gd name="connsiteX107-28877" fmla="*/ 6325922 w 10490654"/>
                  <a:gd name="connsiteY107-28878" fmla="*/ 9057307 h 10394972"/>
                  <a:gd name="connsiteX108-28879" fmla="*/ 6167763 w 10490654"/>
                  <a:gd name="connsiteY108-28880" fmla="*/ 8978227 h 10394972"/>
                  <a:gd name="connsiteX109-28881" fmla="*/ 6002132 w 10490654"/>
                  <a:gd name="connsiteY109-28882" fmla="*/ 9093734 h 10394972"/>
                  <a:gd name="connsiteX110-28883" fmla="*/ 5749636 w 10490654"/>
                  <a:gd name="connsiteY110-28884" fmla="*/ 9051081 h 10394972"/>
                  <a:gd name="connsiteX111-28885" fmla="*/ 5674760 w 10490654"/>
                  <a:gd name="connsiteY111-28886" fmla="*/ 9081904 h 10394972"/>
                  <a:gd name="connsiteX112-28887" fmla="*/ 5507415 w 10490654"/>
                  <a:gd name="connsiteY112-28888" fmla="*/ 9128137 h 10394972"/>
                  <a:gd name="connsiteX113-28889" fmla="*/ 5505859 w 10490654"/>
                  <a:gd name="connsiteY113-28890" fmla="*/ 8870972 h 10394972"/>
                  <a:gd name="connsiteX114-28891" fmla="*/ 5505857 w 10490654"/>
                  <a:gd name="connsiteY114-28892" fmla="*/ 8634977 h 10394972"/>
                  <a:gd name="connsiteX115-28893" fmla="*/ 5336024 w 10490654"/>
                  <a:gd name="connsiteY115-28894" fmla="*/ 8333292 h 10394972"/>
                  <a:gd name="connsiteX116-28895" fmla="*/ 5230324 w 10490654"/>
                  <a:gd name="connsiteY116-28896" fmla="*/ 8082820 h 10394972"/>
                  <a:gd name="connsiteX117-28897" fmla="*/ 5317031 w 10490654"/>
                  <a:gd name="connsiteY117-28898" fmla="*/ 7610208 h 10394972"/>
                  <a:gd name="connsiteX118-28899" fmla="*/ 5201059 w 10490654"/>
                  <a:gd name="connsiteY118-28900" fmla="*/ 7320352 h 10394972"/>
                  <a:gd name="connsiteX119-28901" fmla="*/ 5250872 w 10490654"/>
                  <a:gd name="connsiteY119-28902" fmla="*/ 7069881 h 10394972"/>
                  <a:gd name="connsiteX120-28903" fmla="*/ 5245735 w 10490654"/>
                  <a:gd name="connsiteY120-28904" fmla="*/ 7018665 h 10394972"/>
                  <a:gd name="connsiteX121-28905" fmla="*/ 4577603 w 10490654"/>
                  <a:gd name="connsiteY121-28906" fmla="*/ 7013996 h 10394972"/>
                  <a:gd name="connsiteX122-28907" fmla="*/ 4528412 w 10490654"/>
                  <a:gd name="connsiteY122-28908" fmla="*/ 6840580 h 10394972"/>
                  <a:gd name="connsiteX123-28909" fmla="*/ 4038834 w 10490654"/>
                  <a:gd name="connsiteY123-28910" fmla="*/ 6816452 h 10394972"/>
                  <a:gd name="connsiteX124-28911" fmla="*/ 3976254 w 10490654"/>
                  <a:gd name="connsiteY124-28912" fmla="*/ 7069881 h 10394972"/>
                  <a:gd name="connsiteX125-28913" fmla="*/ 3932667 w 10490654"/>
                  <a:gd name="connsiteY125-28914" fmla="*/ 7281279 h 10394972"/>
                  <a:gd name="connsiteX126-28915" fmla="*/ 3884155 w 10490654"/>
                  <a:gd name="connsiteY126-28916" fmla="*/ 7403480 h 10394972"/>
                  <a:gd name="connsiteX127-28917" fmla="*/ 3572499 w 10490654"/>
                  <a:gd name="connsiteY127-28918" fmla="*/ 7365450 h 10394972"/>
                  <a:gd name="connsiteX128-28919" fmla="*/ 3311236 w 10490654"/>
                  <a:gd name="connsiteY128-28920" fmla="*/ 7402390 h 10394972"/>
                  <a:gd name="connsiteX129-28921" fmla="*/ 2921540 w 10490654"/>
                  <a:gd name="connsiteY129-28922" fmla="*/ 7414475 h 10394972"/>
                  <a:gd name="connsiteX130-28923" fmla="*/ 2784763 w 10490654"/>
                  <a:gd name="connsiteY130-28924" fmla="*/ 7139153 h 10394972"/>
                  <a:gd name="connsiteX131-28925" fmla="*/ 2604654 w 10490654"/>
                  <a:gd name="connsiteY131-28926" fmla="*/ 6862062 h 10394972"/>
                  <a:gd name="connsiteX132-28927" fmla="*/ 2410691 w 10490654"/>
                  <a:gd name="connsiteY132-28928" fmla="*/ 6363299 h 10394972"/>
                  <a:gd name="connsiteX133-28929" fmla="*/ 2327563 w 10490654"/>
                  <a:gd name="connsiteY133-28930" fmla="*/ 6224753 h 10394972"/>
                  <a:gd name="connsiteX134-28931" fmla="*/ 1662545 w 10490654"/>
                  <a:gd name="connsiteY134-28932" fmla="*/ 6197044 h 10394972"/>
                  <a:gd name="connsiteX135-28933" fmla="*/ 1233054 w 10490654"/>
                  <a:gd name="connsiteY135-28934" fmla="*/ 6197044 h 10394972"/>
                  <a:gd name="connsiteX136-28935" fmla="*/ 1136072 w 10490654"/>
                  <a:gd name="connsiteY136-28936" fmla="*/ 6252462 h 10394972"/>
                  <a:gd name="connsiteX137-28937" fmla="*/ 706582 w 10490654"/>
                  <a:gd name="connsiteY137-28938" fmla="*/ 6210899 h 10394972"/>
                  <a:gd name="connsiteX138-28939" fmla="*/ 318654 w 10490654"/>
                  <a:gd name="connsiteY138-28940" fmla="*/ 6238608 h 10394972"/>
                  <a:gd name="connsiteX139-28941" fmla="*/ 96982 w 10490654"/>
                  <a:gd name="connsiteY139-28942" fmla="*/ 6391008 h 10394972"/>
                  <a:gd name="connsiteX140-28943" fmla="*/ 0 w 10490654"/>
                  <a:gd name="connsiteY140-28944" fmla="*/ 6294026 h 10394972"/>
                  <a:gd name="connsiteX141-28945" fmla="*/ 83127 w 10490654"/>
                  <a:gd name="connsiteY141-28946" fmla="*/ 6238608 h 10394972"/>
                  <a:gd name="connsiteX0-28947" fmla="*/ 83127 w 10490654"/>
                  <a:gd name="connsiteY0-28948" fmla="*/ 6238608 h 10394972"/>
                  <a:gd name="connsiteX1-28949" fmla="*/ 96982 w 10490654"/>
                  <a:gd name="connsiteY1-28950" fmla="*/ 5795262 h 10394972"/>
                  <a:gd name="connsiteX2-28951" fmla="*/ 401782 w 10490654"/>
                  <a:gd name="connsiteY2-28952" fmla="*/ 5532026 h 10394972"/>
                  <a:gd name="connsiteX3-28953" fmla="*/ 651163 w 10490654"/>
                  <a:gd name="connsiteY3-28954" fmla="*/ 5670572 h 10394972"/>
                  <a:gd name="connsiteX4-28955" fmla="*/ 858982 w 10490654"/>
                  <a:gd name="connsiteY4-28956" fmla="*/ 5504317 h 10394972"/>
                  <a:gd name="connsiteX5-28957" fmla="*/ 997527 w 10490654"/>
                  <a:gd name="connsiteY5-28958" fmla="*/ 5351917 h 10394972"/>
                  <a:gd name="connsiteX6-28959" fmla="*/ 1080654 w 10490654"/>
                  <a:gd name="connsiteY6-28960" fmla="*/ 5435044 h 10394972"/>
                  <a:gd name="connsiteX7-28961" fmla="*/ 1269312 w 10490654"/>
                  <a:gd name="connsiteY7-28962" fmla="*/ 5679710 h 10394972"/>
                  <a:gd name="connsiteX8-28963" fmla="*/ 1523116 w 10490654"/>
                  <a:gd name="connsiteY8-28964" fmla="*/ 5481030 h 10394972"/>
                  <a:gd name="connsiteX9-28965" fmla="*/ 1731818 w 10490654"/>
                  <a:gd name="connsiteY9-28966" fmla="*/ 5296499 h 10394972"/>
                  <a:gd name="connsiteX10-28967" fmla="*/ 2022763 w 10490654"/>
                  <a:gd name="connsiteY10-28968" fmla="*/ 5060972 h 10394972"/>
                  <a:gd name="connsiteX11-28969" fmla="*/ 2119745 w 10490654"/>
                  <a:gd name="connsiteY11-28970" fmla="*/ 4631481 h 10394972"/>
                  <a:gd name="connsiteX12-28971" fmla="*/ 2172511 w 10490654"/>
                  <a:gd name="connsiteY12-28972" fmla="*/ 4164848 h 10394972"/>
                  <a:gd name="connsiteX13-28973" fmla="*/ 2355272 w 10490654"/>
                  <a:gd name="connsiteY13-28974" fmla="*/ 3855626 h 10394972"/>
                  <a:gd name="connsiteX14-28975" fmla="*/ 2752497 w 10490654"/>
                  <a:gd name="connsiteY14-28976" fmla="*/ 3475092 h 10394972"/>
                  <a:gd name="connsiteX15-28977" fmla="*/ 2978727 w 10490654"/>
                  <a:gd name="connsiteY15-28978" fmla="*/ 3259881 h 10394972"/>
                  <a:gd name="connsiteX16-28979" fmla="*/ 3006436 w 10490654"/>
                  <a:gd name="connsiteY16-28980" fmla="*/ 2816535 h 10394972"/>
                  <a:gd name="connsiteX17-28981" fmla="*/ 3075709 w 10490654"/>
                  <a:gd name="connsiteY17-28982" fmla="*/ 2525590 h 10394972"/>
                  <a:gd name="connsiteX18-28983" fmla="*/ 3075709 w 10490654"/>
                  <a:gd name="connsiteY18-28984" fmla="*/ 2317772 h 10394972"/>
                  <a:gd name="connsiteX19-28985" fmla="*/ 3214254 w 10490654"/>
                  <a:gd name="connsiteY19-28986" fmla="*/ 1985262 h 10394972"/>
                  <a:gd name="connsiteX20-28987" fmla="*/ 3214254 w 10490654"/>
                  <a:gd name="connsiteY20-28988" fmla="*/ 1694317 h 10394972"/>
                  <a:gd name="connsiteX21-28989" fmla="*/ 3513454 w 10490654"/>
                  <a:gd name="connsiteY21-28990" fmla="*/ 1126281 h 10394972"/>
                  <a:gd name="connsiteX22-28991" fmla="*/ 3463636 w 10490654"/>
                  <a:gd name="connsiteY22-28992" fmla="*/ 752208 h 10394972"/>
                  <a:gd name="connsiteX23-28993" fmla="*/ 3491345 w 10490654"/>
                  <a:gd name="connsiteY23-28994" fmla="*/ 544390 h 10394972"/>
                  <a:gd name="connsiteX24-28995" fmla="*/ 3823854 w 10490654"/>
                  <a:gd name="connsiteY24-28996" fmla="*/ 184172 h 10394972"/>
                  <a:gd name="connsiteX25-28997" fmla="*/ 4017818 w 10490654"/>
                  <a:gd name="connsiteY25-28998" fmla="*/ 59481 h 10394972"/>
                  <a:gd name="connsiteX26-28999" fmla="*/ 4433454 w 10490654"/>
                  <a:gd name="connsiteY26-29000" fmla="*/ 295008 h 10394972"/>
                  <a:gd name="connsiteX27-29001" fmla="*/ 4599709 w 10490654"/>
                  <a:gd name="connsiteY27-29002" fmla="*/ 488972 h 10394972"/>
                  <a:gd name="connsiteX28-29003" fmla="*/ 5070763 w 10490654"/>
                  <a:gd name="connsiteY28-29004" fmla="*/ 544390 h 10394972"/>
                  <a:gd name="connsiteX29-29005" fmla="*/ 5391187 w 10490654"/>
                  <a:gd name="connsiteY29-29006" fmla="*/ 603639 h 10394972"/>
                  <a:gd name="connsiteX30-29007" fmla="*/ 5568642 w 10490654"/>
                  <a:gd name="connsiteY30-29008" fmla="*/ 588271 h 10394972"/>
                  <a:gd name="connsiteX31-29009" fmla="*/ 5860472 w 10490654"/>
                  <a:gd name="connsiteY31-29010" fmla="*/ 281153 h 10394972"/>
                  <a:gd name="connsiteX32-29011" fmla="*/ 6123709 w 10490654"/>
                  <a:gd name="connsiteY32-29012" fmla="*/ 322717 h 10394972"/>
                  <a:gd name="connsiteX33-29013" fmla="*/ 6541900 w 10490654"/>
                  <a:gd name="connsiteY33-29014" fmla="*/ 168233 h 10394972"/>
                  <a:gd name="connsiteX34-29015" fmla="*/ 6681722 w 10490654"/>
                  <a:gd name="connsiteY34-29016" fmla="*/ 107503 h 10394972"/>
                  <a:gd name="connsiteX35-29017" fmla="*/ 7011678 w 10490654"/>
                  <a:gd name="connsiteY35-29018" fmla="*/ 198026 h 10394972"/>
                  <a:gd name="connsiteX36-29019" fmla="*/ 7232072 w 10490654"/>
                  <a:gd name="connsiteY36-29020" fmla="*/ 17917 h 10394972"/>
                  <a:gd name="connsiteX37-29021" fmla="*/ 7379107 w 10490654"/>
                  <a:gd name="connsiteY37-29022" fmla="*/ 0 h 10394972"/>
                  <a:gd name="connsiteX38-29023" fmla="*/ 7600859 w 10490654"/>
                  <a:gd name="connsiteY38-29024" fmla="*/ 41248 h 10394972"/>
                  <a:gd name="connsiteX39-29025" fmla="*/ 7910945 w 10490654"/>
                  <a:gd name="connsiteY39-29026" fmla="*/ 128753 h 10394972"/>
                  <a:gd name="connsiteX40-29027" fmla="*/ 8312727 w 10490654"/>
                  <a:gd name="connsiteY40-29028" fmla="*/ 59481 h 10394972"/>
                  <a:gd name="connsiteX41-29029" fmla="*/ 8647005 w 10490654"/>
                  <a:gd name="connsiteY41-29030" fmla="*/ 396707 h 10394972"/>
                  <a:gd name="connsiteX42-29031" fmla="*/ 8908472 w 10490654"/>
                  <a:gd name="connsiteY42-29032" fmla="*/ 544390 h 10394972"/>
                  <a:gd name="connsiteX43-29033" fmla="*/ 9146732 w 10490654"/>
                  <a:gd name="connsiteY43-29034" fmla="*/ 420846 h 10394972"/>
                  <a:gd name="connsiteX44-29035" fmla="*/ 9372965 w 10490654"/>
                  <a:gd name="connsiteY44-29036" fmla="*/ 466363 h 10394972"/>
                  <a:gd name="connsiteX45-29037" fmla="*/ 9518072 w 10490654"/>
                  <a:gd name="connsiteY45-29038" fmla="*/ 367819 h 10394972"/>
                  <a:gd name="connsiteX46-29039" fmla="*/ 9646301 w 10490654"/>
                  <a:gd name="connsiteY46-29040" fmla="*/ 369587 h 10394972"/>
                  <a:gd name="connsiteX47-29041" fmla="*/ 10002982 w 10490654"/>
                  <a:gd name="connsiteY47-29042" fmla="*/ 793772 h 10394972"/>
                  <a:gd name="connsiteX48-29043" fmla="*/ 10238509 w 10490654"/>
                  <a:gd name="connsiteY48-29044" fmla="*/ 987735 h 10394972"/>
                  <a:gd name="connsiteX49-29045" fmla="*/ 10224654 w 10490654"/>
                  <a:gd name="connsiteY49-29046" fmla="*/ 1250972 h 10394972"/>
                  <a:gd name="connsiteX50-29047" fmla="*/ 10238509 w 10490654"/>
                  <a:gd name="connsiteY50-29048" fmla="*/ 1444935 h 10394972"/>
                  <a:gd name="connsiteX51-29049" fmla="*/ 10243066 w 10490654"/>
                  <a:gd name="connsiteY51-29050" fmla="*/ 1580249 h 10394972"/>
                  <a:gd name="connsiteX52-29051" fmla="*/ 10490654 w 10490654"/>
                  <a:gd name="connsiteY52-29052" fmla="*/ 1753897 h 10394972"/>
                  <a:gd name="connsiteX53-29053" fmla="*/ 10077929 w 10490654"/>
                  <a:gd name="connsiteY53-29054" fmla="*/ 2207269 h 10394972"/>
                  <a:gd name="connsiteX54-29055" fmla="*/ 9781309 w 10490654"/>
                  <a:gd name="connsiteY54-29056" fmla="*/ 2497881 h 10394972"/>
                  <a:gd name="connsiteX55-29057" fmla="*/ 9580055 w 10490654"/>
                  <a:gd name="connsiteY55-29058" fmla="*/ 3426134 h 10394972"/>
                  <a:gd name="connsiteX56-29059" fmla="*/ 9532477 w 10490654"/>
                  <a:gd name="connsiteY56-29060" fmla="*/ 3685207 h 10394972"/>
                  <a:gd name="connsiteX57-29061" fmla="*/ 9365672 w 10490654"/>
                  <a:gd name="connsiteY57-29062" fmla="*/ 3911044 h 10394972"/>
                  <a:gd name="connsiteX58-29063" fmla="*/ 9310254 w 10490654"/>
                  <a:gd name="connsiteY58-29064" fmla="*/ 4077299 h 10394972"/>
                  <a:gd name="connsiteX59-29065" fmla="*/ 9236422 w 10490654"/>
                  <a:gd name="connsiteY59-29066" fmla="*/ 4285117 h 10394972"/>
                  <a:gd name="connsiteX60-29067" fmla="*/ 9205255 w 10490654"/>
                  <a:gd name="connsiteY60-29068" fmla="*/ 4430122 h 10394972"/>
                  <a:gd name="connsiteX61-29069" fmla="*/ 9337963 w 10490654"/>
                  <a:gd name="connsiteY61-29070" fmla="*/ 4659190 h 10394972"/>
                  <a:gd name="connsiteX62-29071" fmla="*/ 9382180 w 10490654"/>
                  <a:gd name="connsiteY62-29072" fmla="*/ 4915057 h 10394972"/>
                  <a:gd name="connsiteX63-29073" fmla="*/ 9397939 w 10490654"/>
                  <a:gd name="connsiteY63-29074" fmla="*/ 5208060 h 10394972"/>
                  <a:gd name="connsiteX64-29075" fmla="*/ 9383359 w 10490654"/>
                  <a:gd name="connsiteY64-29076" fmla="*/ 5615153 h 10394972"/>
                  <a:gd name="connsiteX65-29077" fmla="*/ 9518623 w 10490654"/>
                  <a:gd name="connsiteY65-29078" fmla="*/ 5975373 h 10394972"/>
                  <a:gd name="connsiteX66-29079" fmla="*/ 9540496 w 10490654"/>
                  <a:gd name="connsiteY66-29080" fmla="*/ 6403714 h 10394972"/>
                  <a:gd name="connsiteX67-29081" fmla="*/ 9933709 w 10490654"/>
                  <a:gd name="connsiteY67-29082" fmla="*/ 6862062 h 10394972"/>
                  <a:gd name="connsiteX68-29083" fmla="*/ 10052074 w 10490654"/>
                  <a:gd name="connsiteY68-29084" fmla="*/ 7221396 h 10394972"/>
                  <a:gd name="connsiteX69-29085" fmla="*/ 10232908 w 10490654"/>
                  <a:gd name="connsiteY69-29086" fmla="*/ 7514995 h 10394972"/>
                  <a:gd name="connsiteX70-29087" fmla="*/ 9670472 w 10490654"/>
                  <a:gd name="connsiteY70-29088" fmla="*/ 7540935 h 10394972"/>
                  <a:gd name="connsiteX71-29089" fmla="*/ 9174087 w 10490654"/>
                  <a:gd name="connsiteY71-29090" fmla="*/ 7651772 h 10394972"/>
                  <a:gd name="connsiteX72-29091" fmla="*/ 9128871 w 10490654"/>
                  <a:gd name="connsiteY72-29092" fmla="*/ 7790317 h 10394972"/>
                  <a:gd name="connsiteX73-29093" fmla="*/ 9019309 w 10490654"/>
                  <a:gd name="connsiteY73-29094" fmla="*/ 7998135 h 10394972"/>
                  <a:gd name="connsiteX74-29095" fmla="*/ 8956730 w 10490654"/>
                  <a:gd name="connsiteY74-29096" fmla="*/ 8095117 h 10394972"/>
                  <a:gd name="connsiteX75-29097" fmla="*/ 9027559 w 10490654"/>
                  <a:gd name="connsiteY75-29098" fmla="*/ 8524608 h 10394972"/>
                  <a:gd name="connsiteX76-29099" fmla="*/ 8993669 w 10490654"/>
                  <a:gd name="connsiteY76-29100" fmla="*/ 8758113 h 10394972"/>
                  <a:gd name="connsiteX77-29101" fmla="*/ 8991600 w 10490654"/>
                  <a:gd name="connsiteY77-29102" fmla="*/ 8967953 h 10394972"/>
                  <a:gd name="connsiteX78-29103" fmla="*/ 8894618 w 10490654"/>
                  <a:gd name="connsiteY78-29104" fmla="*/ 9272753 h 10394972"/>
                  <a:gd name="connsiteX79-29105" fmla="*/ 8922328 w 10490654"/>
                  <a:gd name="connsiteY79-29106" fmla="*/ 9578490 h 10394972"/>
                  <a:gd name="connsiteX80-29107" fmla="*/ 9138715 w 10490654"/>
                  <a:gd name="connsiteY80-29108" fmla="*/ 9750056 h 10394972"/>
                  <a:gd name="connsiteX81-29109" fmla="*/ 9353374 w 10490654"/>
                  <a:gd name="connsiteY81-29110" fmla="*/ 9853088 h 10394972"/>
                  <a:gd name="connsiteX82-29111" fmla="*/ 9529903 w 10490654"/>
                  <a:gd name="connsiteY82-29112" fmla="*/ 9905081 h 10394972"/>
                  <a:gd name="connsiteX83-29113" fmla="*/ 9625328 w 10490654"/>
                  <a:gd name="connsiteY83-29114" fmla="*/ 9791132 h 10394972"/>
                  <a:gd name="connsiteX84-29115" fmla="*/ 9667359 w 10490654"/>
                  <a:gd name="connsiteY84-29116" fmla="*/ 9803430 h 10394972"/>
                  <a:gd name="connsiteX85-29117" fmla="*/ 9668916 w 10490654"/>
                  <a:gd name="connsiteY85-29118" fmla="*/ 10256426 h 10394972"/>
                  <a:gd name="connsiteX86-29119" fmla="*/ 9495500 w 10490654"/>
                  <a:gd name="connsiteY86-29120" fmla="*/ 10306085 h 10394972"/>
                  <a:gd name="connsiteX87-29121" fmla="*/ 9310254 w 10490654"/>
                  <a:gd name="connsiteY87-29122" fmla="*/ 10394972 h 10394972"/>
                  <a:gd name="connsiteX88-29123" fmla="*/ 9227127 w 10490654"/>
                  <a:gd name="connsiteY88-29124" fmla="*/ 10242572 h 10394972"/>
                  <a:gd name="connsiteX89-29125" fmla="*/ 9033163 w 10490654"/>
                  <a:gd name="connsiteY89-29126" fmla="*/ 9993190 h 10394972"/>
                  <a:gd name="connsiteX90-29127" fmla="*/ 8825345 w 10490654"/>
                  <a:gd name="connsiteY90-29128" fmla="*/ 9813081 h 10394972"/>
                  <a:gd name="connsiteX91-29129" fmla="*/ 8534400 w 10490654"/>
                  <a:gd name="connsiteY91-29130" fmla="*/ 9702244 h 10394972"/>
                  <a:gd name="connsiteX92-29131" fmla="*/ 8423563 w 10490654"/>
                  <a:gd name="connsiteY92-29132" fmla="*/ 9646826 h 10394972"/>
                  <a:gd name="connsiteX93-29133" fmla="*/ 8285018 w 10490654"/>
                  <a:gd name="connsiteY93-29134" fmla="*/ 9480572 h 10394972"/>
                  <a:gd name="connsiteX94-29135" fmla="*/ 8257309 w 10490654"/>
                  <a:gd name="connsiteY94-29136" fmla="*/ 9342026 h 10394972"/>
                  <a:gd name="connsiteX95-29137" fmla="*/ 8146472 w 10490654"/>
                  <a:gd name="connsiteY95-29138" fmla="*/ 9355881 h 10394972"/>
                  <a:gd name="connsiteX96-29139" fmla="*/ 8091054 w 10490654"/>
                  <a:gd name="connsiteY96-29140" fmla="*/ 9577553 h 10394972"/>
                  <a:gd name="connsiteX97-29141" fmla="*/ 7806336 w 10490654"/>
                  <a:gd name="connsiteY97-29142" fmla="*/ 9583313 h 10394972"/>
                  <a:gd name="connsiteX98-29143" fmla="*/ 7567694 w 10490654"/>
                  <a:gd name="connsiteY98-29144" fmla="*/ 9520112 h 10394972"/>
                  <a:gd name="connsiteX99-29145" fmla="*/ 7466043 w 10490654"/>
                  <a:gd name="connsiteY99-29146" fmla="*/ 9471387 h 10394972"/>
                  <a:gd name="connsiteX100-29147" fmla="*/ 7287491 w 10490654"/>
                  <a:gd name="connsiteY100-29148" fmla="*/ 9449904 h 10394972"/>
                  <a:gd name="connsiteX101-29149" fmla="*/ 7221797 w 10490654"/>
                  <a:gd name="connsiteY101-29150" fmla="*/ 9121910 h 10394972"/>
                  <a:gd name="connsiteX102-29151" fmla="*/ 6954982 w 10490654"/>
                  <a:gd name="connsiteY102-29152" fmla="*/ 9189626 h 10394972"/>
                  <a:gd name="connsiteX103-29153" fmla="*/ 6710737 w 10490654"/>
                  <a:gd name="connsiteY103-29154" fmla="*/ 9262013 h 10394972"/>
                  <a:gd name="connsiteX104-29155" fmla="*/ 6674777 w 10490654"/>
                  <a:gd name="connsiteY104-29156" fmla="*/ 9062912 h 10394972"/>
                  <a:gd name="connsiteX105-29157" fmla="*/ 6511636 w 10490654"/>
                  <a:gd name="connsiteY105-29158" fmla="*/ 8954099 h 10394972"/>
                  <a:gd name="connsiteX106-29159" fmla="*/ 6428509 w 10490654"/>
                  <a:gd name="connsiteY106-29160" fmla="*/ 8954099 h 10394972"/>
                  <a:gd name="connsiteX107-29161" fmla="*/ 6325922 w 10490654"/>
                  <a:gd name="connsiteY107-29162" fmla="*/ 9057307 h 10394972"/>
                  <a:gd name="connsiteX108-29163" fmla="*/ 6167763 w 10490654"/>
                  <a:gd name="connsiteY108-29164" fmla="*/ 8978227 h 10394972"/>
                  <a:gd name="connsiteX109-29165" fmla="*/ 6002132 w 10490654"/>
                  <a:gd name="connsiteY109-29166" fmla="*/ 9093734 h 10394972"/>
                  <a:gd name="connsiteX110-29167" fmla="*/ 5749636 w 10490654"/>
                  <a:gd name="connsiteY110-29168" fmla="*/ 9051081 h 10394972"/>
                  <a:gd name="connsiteX111-29169" fmla="*/ 5674760 w 10490654"/>
                  <a:gd name="connsiteY111-29170" fmla="*/ 9081904 h 10394972"/>
                  <a:gd name="connsiteX112-29171" fmla="*/ 5507415 w 10490654"/>
                  <a:gd name="connsiteY112-29172" fmla="*/ 9128137 h 10394972"/>
                  <a:gd name="connsiteX113-29173" fmla="*/ 5505859 w 10490654"/>
                  <a:gd name="connsiteY113-29174" fmla="*/ 8870972 h 10394972"/>
                  <a:gd name="connsiteX114-29175" fmla="*/ 5505857 w 10490654"/>
                  <a:gd name="connsiteY114-29176" fmla="*/ 8634977 h 10394972"/>
                  <a:gd name="connsiteX115-29177" fmla="*/ 5336024 w 10490654"/>
                  <a:gd name="connsiteY115-29178" fmla="*/ 8333292 h 10394972"/>
                  <a:gd name="connsiteX116-29179" fmla="*/ 5230324 w 10490654"/>
                  <a:gd name="connsiteY116-29180" fmla="*/ 8082820 h 10394972"/>
                  <a:gd name="connsiteX117-29181" fmla="*/ 5317031 w 10490654"/>
                  <a:gd name="connsiteY117-29182" fmla="*/ 7610208 h 10394972"/>
                  <a:gd name="connsiteX118-29183" fmla="*/ 5201059 w 10490654"/>
                  <a:gd name="connsiteY118-29184" fmla="*/ 7320352 h 10394972"/>
                  <a:gd name="connsiteX119-29185" fmla="*/ 5250872 w 10490654"/>
                  <a:gd name="connsiteY119-29186" fmla="*/ 7069881 h 10394972"/>
                  <a:gd name="connsiteX120-29187" fmla="*/ 5245735 w 10490654"/>
                  <a:gd name="connsiteY120-29188" fmla="*/ 7018665 h 10394972"/>
                  <a:gd name="connsiteX121-29189" fmla="*/ 4577603 w 10490654"/>
                  <a:gd name="connsiteY121-29190" fmla="*/ 7013996 h 10394972"/>
                  <a:gd name="connsiteX122-29191" fmla="*/ 4528412 w 10490654"/>
                  <a:gd name="connsiteY122-29192" fmla="*/ 6840580 h 10394972"/>
                  <a:gd name="connsiteX123-29193" fmla="*/ 4038834 w 10490654"/>
                  <a:gd name="connsiteY123-29194" fmla="*/ 6816452 h 10394972"/>
                  <a:gd name="connsiteX124-29195" fmla="*/ 3976254 w 10490654"/>
                  <a:gd name="connsiteY124-29196" fmla="*/ 7069881 h 10394972"/>
                  <a:gd name="connsiteX125-29197" fmla="*/ 3932667 w 10490654"/>
                  <a:gd name="connsiteY125-29198" fmla="*/ 7281279 h 10394972"/>
                  <a:gd name="connsiteX126-29199" fmla="*/ 3884155 w 10490654"/>
                  <a:gd name="connsiteY126-29200" fmla="*/ 7403480 h 10394972"/>
                  <a:gd name="connsiteX127-29201" fmla="*/ 3572499 w 10490654"/>
                  <a:gd name="connsiteY127-29202" fmla="*/ 7365450 h 10394972"/>
                  <a:gd name="connsiteX128-29203" fmla="*/ 3311236 w 10490654"/>
                  <a:gd name="connsiteY128-29204" fmla="*/ 7402390 h 10394972"/>
                  <a:gd name="connsiteX129-29205" fmla="*/ 2921540 w 10490654"/>
                  <a:gd name="connsiteY129-29206" fmla="*/ 7414475 h 10394972"/>
                  <a:gd name="connsiteX130-29207" fmla="*/ 2784763 w 10490654"/>
                  <a:gd name="connsiteY130-29208" fmla="*/ 7139153 h 10394972"/>
                  <a:gd name="connsiteX131-29209" fmla="*/ 2604654 w 10490654"/>
                  <a:gd name="connsiteY131-29210" fmla="*/ 6862062 h 10394972"/>
                  <a:gd name="connsiteX132-29211" fmla="*/ 2410691 w 10490654"/>
                  <a:gd name="connsiteY132-29212" fmla="*/ 6363299 h 10394972"/>
                  <a:gd name="connsiteX133-29213" fmla="*/ 2327563 w 10490654"/>
                  <a:gd name="connsiteY133-29214" fmla="*/ 6224753 h 10394972"/>
                  <a:gd name="connsiteX134-29215" fmla="*/ 1662545 w 10490654"/>
                  <a:gd name="connsiteY134-29216" fmla="*/ 6197044 h 10394972"/>
                  <a:gd name="connsiteX135-29217" fmla="*/ 1233054 w 10490654"/>
                  <a:gd name="connsiteY135-29218" fmla="*/ 6197044 h 10394972"/>
                  <a:gd name="connsiteX136-29219" fmla="*/ 1136072 w 10490654"/>
                  <a:gd name="connsiteY136-29220" fmla="*/ 6252462 h 10394972"/>
                  <a:gd name="connsiteX137-29221" fmla="*/ 706582 w 10490654"/>
                  <a:gd name="connsiteY137-29222" fmla="*/ 6210899 h 10394972"/>
                  <a:gd name="connsiteX138-29223" fmla="*/ 318654 w 10490654"/>
                  <a:gd name="connsiteY138-29224" fmla="*/ 6238608 h 10394972"/>
                  <a:gd name="connsiteX139-29225" fmla="*/ 96982 w 10490654"/>
                  <a:gd name="connsiteY139-29226" fmla="*/ 6391008 h 10394972"/>
                  <a:gd name="connsiteX140-29227" fmla="*/ 0 w 10490654"/>
                  <a:gd name="connsiteY140-29228" fmla="*/ 6294026 h 10394972"/>
                  <a:gd name="connsiteX141-29229" fmla="*/ 83127 w 10490654"/>
                  <a:gd name="connsiteY141-29230" fmla="*/ 6238608 h 10394972"/>
                  <a:gd name="connsiteX0-29231" fmla="*/ 83127 w 10490654"/>
                  <a:gd name="connsiteY0-29232" fmla="*/ 6238608 h 10394972"/>
                  <a:gd name="connsiteX1-29233" fmla="*/ 96982 w 10490654"/>
                  <a:gd name="connsiteY1-29234" fmla="*/ 5795262 h 10394972"/>
                  <a:gd name="connsiteX2-29235" fmla="*/ 401782 w 10490654"/>
                  <a:gd name="connsiteY2-29236" fmla="*/ 5532026 h 10394972"/>
                  <a:gd name="connsiteX3-29237" fmla="*/ 651163 w 10490654"/>
                  <a:gd name="connsiteY3-29238" fmla="*/ 5670572 h 10394972"/>
                  <a:gd name="connsiteX4-29239" fmla="*/ 858982 w 10490654"/>
                  <a:gd name="connsiteY4-29240" fmla="*/ 5504317 h 10394972"/>
                  <a:gd name="connsiteX5-29241" fmla="*/ 997527 w 10490654"/>
                  <a:gd name="connsiteY5-29242" fmla="*/ 5351917 h 10394972"/>
                  <a:gd name="connsiteX6-29243" fmla="*/ 1080654 w 10490654"/>
                  <a:gd name="connsiteY6-29244" fmla="*/ 5435044 h 10394972"/>
                  <a:gd name="connsiteX7-29245" fmla="*/ 1269312 w 10490654"/>
                  <a:gd name="connsiteY7-29246" fmla="*/ 5679710 h 10394972"/>
                  <a:gd name="connsiteX8-29247" fmla="*/ 1523116 w 10490654"/>
                  <a:gd name="connsiteY8-29248" fmla="*/ 5481030 h 10394972"/>
                  <a:gd name="connsiteX9-29249" fmla="*/ 1731818 w 10490654"/>
                  <a:gd name="connsiteY9-29250" fmla="*/ 5296499 h 10394972"/>
                  <a:gd name="connsiteX10-29251" fmla="*/ 2022763 w 10490654"/>
                  <a:gd name="connsiteY10-29252" fmla="*/ 5060972 h 10394972"/>
                  <a:gd name="connsiteX11-29253" fmla="*/ 2119745 w 10490654"/>
                  <a:gd name="connsiteY11-29254" fmla="*/ 4631481 h 10394972"/>
                  <a:gd name="connsiteX12-29255" fmla="*/ 2172511 w 10490654"/>
                  <a:gd name="connsiteY12-29256" fmla="*/ 4164848 h 10394972"/>
                  <a:gd name="connsiteX13-29257" fmla="*/ 2355272 w 10490654"/>
                  <a:gd name="connsiteY13-29258" fmla="*/ 3855626 h 10394972"/>
                  <a:gd name="connsiteX14-29259" fmla="*/ 2752497 w 10490654"/>
                  <a:gd name="connsiteY14-29260" fmla="*/ 3475092 h 10394972"/>
                  <a:gd name="connsiteX15-29261" fmla="*/ 2978727 w 10490654"/>
                  <a:gd name="connsiteY15-29262" fmla="*/ 3259881 h 10394972"/>
                  <a:gd name="connsiteX16-29263" fmla="*/ 3006436 w 10490654"/>
                  <a:gd name="connsiteY16-29264" fmla="*/ 2816535 h 10394972"/>
                  <a:gd name="connsiteX17-29265" fmla="*/ 3075709 w 10490654"/>
                  <a:gd name="connsiteY17-29266" fmla="*/ 2525590 h 10394972"/>
                  <a:gd name="connsiteX18-29267" fmla="*/ 3075709 w 10490654"/>
                  <a:gd name="connsiteY18-29268" fmla="*/ 2317772 h 10394972"/>
                  <a:gd name="connsiteX19-29269" fmla="*/ 3214254 w 10490654"/>
                  <a:gd name="connsiteY19-29270" fmla="*/ 1985262 h 10394972"/>
                  <a:gd name="connsiteX20-29271" fmla="*/ 3214254 w 10490654"/>
                  <a:gd name="connsiteY20-29272" fmla="*/ 1694317 h 10394972"/>
                  <a:gd name="connsiteX21-29273" fmla="*/ 3513454 w 10490654"/>
                  <a:gd name="connsiteY21-29274" fmla="*/ 1126281 h 10394972"/>
                  <a:gd name="connsiteX22-29275" fmla="*/ 3463636 w 10490654"/>
                  <a:gd name="connsiteY22-29276" fmla="*/ 752208 h 10394972"/>
                  <a:gd name="connsiteX23-29277" fmla="*/ 3491345 w 10490654"/>
                  <a:gd name="connsiteY23-29278" fmla="*/ 544390 h 10394972"/>
                  <a:gd name="connsiteX24-29279" fmla="*/ 3823854 w 10490654"/>
                  <a:gd name="connsiteY24-29280" fmla="*/ 184172 h 10394972"/>
                  <a:gd name="connsiteX25-29281" fmla="*/ 4017818 w 10490654"/>
                  <a:gd name="connsiteY25-29282" fmla="*/ 59481 h 10394972"/>
                  <a:gd name="connsiteX26-29283" fmla="*/ 4433454 w 10490654"/>
                  <a:gd name="connsiteY26-29284" fmla="*/ 295008 h 10394972"/>
                  <a:gd name="connsiteX27-29285" fmla="*/ 4599709 w 10490654"/>
                  <a:gd name="connsiteY27-29286" fmla="*/ 488972 h 10394972"/>
                  <a:gd name="connsiteX28-29287" fmla="*/ 5070763 w 10490654"/>
                  <a:gd name="connsiteY28-29288" fmla="*/ 544390 h 10394972"/>
                  <a:gd name="connsiteX29-29289" fmla="*/ 5391187 w 10490654"/>
                  <a:gd name="connsiteY29-29290" fmla="*/ 603639 h 10394972"/>
                  <a:gd name="connsiteX30-29291" fmla="*/ 5568642 w 10490654"/>
                  <a:gd name="connsiteY30-29292" fmla="*/ 588271 h 10394972"/>
                  <a:gd name="connsiteX31-29293" fmla="*/ 5860472 w 10490654"/>
                  <a:gd name="connsiteY31-29294" fmla="*/ 281153 h 10394972"/>
                  <a:gd name="connsiteX32-29295" fmla="*/ 6123709 w 10490654"/>
                  <a:gd name="connsiteY32-29296" fmla="*/ 322717 h 10394972"/>
                  <a:gd name="connsiteX33-29297" fmla="*/ 6541900 w 10490654"/>
                  <a:gd name="connsiteY33-29298" fmla="*/ 168233 h 10394972"/>
                  <a:gd name="connsiteX34-29299" fmla="*/ 6681722 w 10490654"/>
                  <a:gd name="connsiteY34-29300" fmla="*/ 107503 h 10394972"/>
                  <a:gd name="connsiteX35-29301" fmla="*/ 7011678 w 10490654"/>
                  <a:gd name="connsiteY35-29302" fmla="*/ 198026 h 10394972"/>
                  <a:gd name="connsiteX36-29303" fmla="*/ 7232072 w 10490654"/>
                  <a:gd name="connsiteY36-29304" fmla="*/ 17917 h 10394972"/>
                  <a:gd name="connsiteX37-29305" fmla="*/ 7379107 w 10490654"/>
                  <a:gd name="connsiteY37-29306" fmla="*/ 0 h 10394972"/>
                  <a:gd name="connsiteX38-29307" fmla="*/ 7600859 w 10490654"/>
                  <a:gd name="connsiteY38-29308" fmla="*/ 41248 h 10394972"/>
                  <a:gd name="connsiteX39-29309" fmla="*/ 7910945 w 10490654"/>
                  <a:gd name="connsiteY39-29310" fmla="*/ 128753 h 10394972"/>
                  <a:gd name="connsiteX40-29311" fmla="*/ 8312727 w 10490654"/>
                  <a:gd name="connsiteY40-29312" fmla="*/ 59481 h 10394972"/>
                  <a:gd name="connsiteX41-29313" fmla="*/ 8647005 w 10490654"/>
                  <a:gd name="connsiteY41-29314" fmla="*/ 396707 h 10394972"/>
                  <a:gd name="connsiteX42-29315" fmla="*/ 8908472 w 10490654"/>
                  <a:gd name="connsiteY42-29316" fmla="*/ 544390 h 10394972"/>
                  <a:gd name="connsiteX43-29317" fmla="*/ 9146732 w 10490654"/>
                  <a:gd name="connsiteY43-29318" fmla="*/ 420846 h 10394972"/>
                  <a:gd name="connsiteX44-29319" fmla="*/ 9372965 w 10490654"/>
                  <a:gd name="connsiteY44-29320" fmla="*/ 466363 h 10394972"/>
                  <a:gd name="connsiteX45-29321" fmla="*/ 9518072 w 10490654"/>
                  <a:gd name="connsiteY45-29322" fmla="*/ 367819 h 10394972"/>
                  <a:gd name="connsiteX46-29323" fmla="*/ 9646301 w 10490654"/>
                  <a:gd name="connsiteY46-29324" fmla="*/ 369587 h 10394972"/>
                  <a:gd name="connsiteX47-29325" fmla="*/ 10002982 w 10490654"/>
                  <a:gd name="connsiteY47-29326" fmla="*/ 793772 h 10394972"/>
                  <a:gd name="connsiteX48-29327" fmla="*/ 10238509 w 10490654"/>
                  <a:gd name="connsiteY48-29328" fmla="*/ 987735 h 10394972"/>
                  <a:gd name="connsiteX49-29329" fmla="*/ 10224654 w 10490654"/>
                  <a:gd name="connsiteY49-29330" fmla="*/ 1250972 h 10394972"/>
                  <a:gd name="connsiteX50-29331" fmla="*/ 10238509 w 10490654"/>
                  <a:gd name="connsiteY50-29332" fmla="*/ 1444935 h 10394972"/>
                  <a:gd name="connsiteX51-29333" fmla="*/ 10243066 w 10490654"/>
                  <a:gd name="connsiteY51-29334" fmla="*/ 1580249 h 10394972"/>
                  <a:gd name="connsiteX52-29335" fmla="*/ 10490654 w 10490654"/>
                  <a:gd name="connsiteY52-29336" fmla="*/ 1753897 h 10394972"/>
                  <a:gd name="connsiteX53-29337" fmla="*/ 10077929 w 10490654"/>
                  <a:gd name="connsiteY53-29338" fmla="*/ 2207269 h 10394972"/>
                  <a:gd name="connsiteX54-29339" fmla="*/ 9781309 w 10490654"/>
                  <a:gd name="connsiteY54-29340" fmla="*/ 2497881 h 10394972"/>
                  <a:gd name="connsiteX55-29341" fmla="*/ 9580055 w 10490654"/>
                  <a:gd name="connsiteY55-29342" fmla="*/ 3426134 h 10394972"/>
                  <a:gd name="connsiteX56-29343" fmla="*/ 9532477 w 10490654"/>
                  <a:gd name="connsiteY56-29344" fmla="*/ 3685207 h 10394972"/>
                  <a:gd name="connsiteX57-29345" fmla="*/ 9365672 w 10490654"/>
                  <a:gd name="connsiteY57-29346" fmla="*/ 3911044 h 10394972"/>
                  <a:gd name="connsiteX58-29347" fmla="*/ 9310254 w 10490654"/>
                  <a:gd name="connsiteY58-29348" fmla="*/ 4077299 h 10394972"/>
                  <a:gd name="connsiteX59-29349" fmla="*/ 9236422 w 10490654"/>
                  <a:gd name="connsiteY59-29350" fmla="*/ 4285117 h 10394972"/>
                  <a:gd name="connsiteX60-29351" fmla="*/ 9205255 w 10490654"/>
                  <a:gd name="connsiteY60-29352" fmla="*/ 4430122 h 10394972"/>
                  <a:gd name="connsiteX61-29353" fmla="*/ 9337963 w 10490654"/>
                  <a:gd name="connsiteY61-29354" fmla="*/ 4659190 h 10394972"/>
                  <a:gd name="connsiteX62-29355" fmla="*/ 9382180 w 10490654"/>
                  <a:gd name="connsiteY62-29356" fmla="*/ 4915057 h 10394972"/>
                  <a:gd name="connsiteX63-29357" fmla="*/ 9397939 w 10490654"/>
                  <a:gd name="connsiteY63-29358" fmla="*/ 5208060 h 10394972"/>
                  <a:gd name="connsiteX64-29359" fmla="*/ 9383359 w 10490654"/>
                  <a:gd name="connsiteY64-29360" fmla="*/ 5615153 h 10394972"/>
                  <a:gd name="connsiteX65-29361" fmla="*/ 9518623 w 10490654"/>
                  <a:gd name="connsiteY65-29362" fmla="*/ 5975373 h 10394972"/>
                  <a:gd name="connsiteX66-29363" fmla="*/ 9540496 w 10490654"/>
                  <a:gd name="connsiteY66-29364" fmla="*/ 6403714 h 10394972"/>
                  <a:gd name="connsiteX67-29365" fmla="*/ 9933709 w 10490654"/>
                  <a:gd name="connsiteY67-29366" fmla="*/ 6862062 h 10394972"/>
                  <a:gd name="connsiteX68-29367" fmla="*/ 10052074 w 10490654"/>
                  <a:gd name="connsiteY68-29368" fmla="*/ 7221396 h 10394972"/>
                  <a:gd name="connsiteX69-29369" fmla="*/ 10232908 w 10490654"/>
                  <a:gd name="connsiteY69-29370" fmla="*/ 7514995 h 10394972"/>
                  <a:gd name="connsiteX70-29371" fmla="*/ 9670472 w 10490654"/>
                  <a:gd name="connsiteY70-29372" fmla="*/ 7540935 h 10394972"/>
                  <a:gd name="connsiteX71-29373" fmla="*/ 9174087 w 10490654"/>
                  <a:gd name="connsiteY71-29374" fmla="*/ 7651772 h 10394972"/>
                  <a:gd name="connsiteX72-29375" fmla="*/ 9128871 w 10490654"/>
                  <a:gd name="connsiteY72-29376" fmla="*/ 7790317 h 10394972"/>
                  <a:gd name="connsiteX73-29377" fmla="*/ 9019309 w 10490654"/>
                  <a:gd name="connsiteY73-29378" fmla="*/ 7998135 h 10394972"/>
                  <a:gd name="connsiteX74-29379" fmla="*/ 8956730 w 10490654"/>
                  <a:gd name="connsiteY74-29380" fmla="*/ 8095117 h 10394972"/>
                  <a:gd name="connsiteX75-29381" fmla="*/ 9027559 w 10490654"/>
                  <a:gd name="connsiteY75-29382" fmla="*/ 8524608 h 10394972"/>
                  <a:gd name="connsiteX76-29383" fmla="*/ 8993669 w 10490654"/>
                  <a:gd name="connsiteY76-29384" fmla="*/ 8758113 h 10394972"/>
                  <a:gd name="connsiteX77-29385" fmla="*/ 8991600 w 10490654"/>
                  <a:gd name="connsiteY77-29386" fmla="*/ 8967953 h 10394972"/>
                  <a:gd name="connsiteX78-29387" fmla="*/ 8894618 w 10490654"/>
                  <a:gd name="connsiteY78-29388" fmla="*/ 9272753 h 10394972"/>
                  <a:gd name="connsiteX79-29389" fmla="*/ 8922328 w 10490654"/>
                  <a:gd name="connsiteY79-29390" fmla="*/ 9578490 h 10394972"/>
                  <a:gd name="connsiteX80-29391" fmla="*/ 9138715 w 10490654"/>
                  <a:gd name="connsiteY80-29392" fmla="*/ 9750056 h 10394972"/>
                  <a:gd name="connsiteX81-29393" fmla="*/ 9231789 w 10490654"/>
                  <a:gd name="connsiteY81-29394" fmla="*/ 9890275 h 10394972"/>
                  <a:gd name="connsiteX82-29395" fmla="*/ 9529903 w 10490654"/>
                  <a:gd name="connsiteY82-29396" fmla="*/ 9905081 h 10394972"/>
                  <a:gd name="connsiteX83-29397" fmla="*/ 9625328 w 10490654"/>
                  <a:gd name="connsiteY83-29398" fmla="*/ 9791132 h 10394972"/>
                  <a:gd name="connsiteX84-29399" fmla="*/ 9667359 w 10490654"/>
                  <a:gd name="connsiteY84-29400" fmla="*/ 9803430 h 10394972"/>
                  <a:gd name="connsiteX85-29401" fmla="*/ 9668916 w 10490654"/>
                  <a:gd name="connsiteY85-29402" fmla="*/ 10256426 h 10394972"/>
                  <a:gd name="connsiteX86-29403" fmla="*/ 9495500 w 10490654"/>
                  <a:gd name="connsiteY86-29404" fmla="*/ 10306085 h 10394972"/>
                  <a:gd name="connsiteX87-29405" fmla="*/ 9310254 w 10490654"/>
                  <a:gd name="connsiteY87-29406" fmla="*/ 10394972 h 10394972"/>
                  <a:gd name="connsiteX88-29407" fmla="*/ 9227127 w 10490654"/>
                  <a:gd name="connsiteY88-29408" fmla="*/ 10242572 h 10394972"/>
                  <a:gd name="connsiteX89-29409" fmla="*/ 9033163 w 10490654"/>
                  <a:gd name="connsiteY89-29410" fmla="*/ 9993190 h 10394972"/>
                  <a:gd name="connsiteX90-29411" fmla="*/ 8825345 w 10490654"/>
                  <a:gd name="connsiteY90-29412" fmla="*/ 9813081 h 10394972"/>
                  <a:gd name="connsiteX91-29413" fmla="*/ 8534400 w 10490654"/>
                  <a:gd name="connsiteY91-29414" fmla="*/ 9702244 h 10394972"/>
                  <a:gd name="connsiteX92-29415" fmla="*/ 8423563 w 10490654"/>
                  <a:gd name="connsiteY92-29416" fmla="*/ 9646826 h 10394972"/>
                  <a:gd name="connsiteX93-29417" fmla="*/ 8285018 w 10490654"/>
                  <a:gd name="connsiteY93-29418" fmla="*/ 9480572 h 10394972"/>
                  <a:gd name="connsiteX94-29419" fmla="*/ 8257309 w 10490654"/>
                  <a:gd name="connsiteY94-29420" fmla="*/ 9342026 h 10394972"/>
                  <a:gd name="connsiteX95-29421" fmla="*/ 8146472 w 10490654"/>
                  <a:gd name="connsiteY95-29422" fmla="*/ 9355881 h 10394972"/>
                  <a:gd name="connsiteX96-29423" fmla="*/ 8091054 w 10490654"/>
                  <a:gd name="connsiteY96-29424" fmla="*/ 9577553 h 10394972"/>
                  <a:gd name="connsiteX97-29425" fmla="*/ 7806336 w 10490654"/>
                  <a:gd name="connsiteY97-29426" fmla="*/ 9583313 h 10394972"/>
                  <a:gd name="connsiteX98-29427" fmla="*/ 7567694 w 10490654"/>
                  <a:gd name="connsiteY98-29428" fmla="*/ 9520112 h 10394972"/>
                  <a:gd name="connsiteX99-29429" fmla="*/ 7466043 w 10490654"/>
                  <a:gd name="connsiteY99-29430" fmla="*/ 9471387 h 10394972"/>
                  <a:gd name="connsiteX100-29431" fmla="*/ 7287491 w 10490654"/>
                  <a:gd name="connsiteY100-29432" fmla="*/ 9449904 h 10394972"/>
                  <a:gd name="connsiteX101-29433" fmla="*/ 7221797 w 10490654"/>
                  <a:gd name="connsiteY101-29434" fmla="*/ 9121910 h 10394972"/>
                  <a:gd name="connsiteX102-29435" fmla="*/ 6954982 w 10490654"/>
                  <a:gd name="connsiteY102-29436" fmla="*/ 9189626 h 10394972"/>
                  <a:gd name="connsiteX103-29437" fmla="*/ 6710737 w 10490654"/>
                  <a:gd name="connsiteY103-29438" fmla="*/ 9262013 h 10394972"/>
                  <a:gd name="connsiteX104-29439" fmla="*/ 6674777 w 10490654"/>
                  <a:gd name="connsiteY104-29440" fmla="*/ 9062912 h 10394972"/>
                  <a:gd name="connsiteX105-29441" fmla="*/ 6511636 w 10490654"/>
                  <a:gd name="connsiteY105-29442" fmla="*/ 8954099 h 10394972"/>
                  <a:gd name="connsiteX106-29443" fmla="*/ 6428509 w 10490654"/>
                  <a:gd name="connsiteY106-29444" fmla="*/ 8954099 h 10394972"/>
                  <a:gd name="connsiteX107-29445" fmla="*/ 6325922 w 10490654"/>
                  <a:gd name="connsiteY107-29446" fmla="*/ 9057307 h 10394972"/>
                  <a:gd name="connsiteX108-29447" fmla="*/ 6167763 w 10490654"/>
                  <a:gd name="connsiteY108-29448" fmla="*/ 8978227 h 10394972"/>
                  <a:gd name="connsiteX109-29449" fmla="*/ 6002132 w 10490654"/>
                  <a:gd name="connsiteY109-29450" fmla="*/ 9093734 h 10394972"/>
                  <a:gd name="connsiteX110-29451" fmla="*/ 5749636 w 10490654"/>
                  <a:gd name="connsiteY110-29452" fmla="*/ 9051081 h 10394972"/>
                  <a:gd name="connsiteX111-29453" fmla="*/ 5674760 w 10490654"/>
                  <a:gd name="connsiteY111-29454" fmla="*/ 9081904 h 10394972"/>
                  <a:gd name="connsiteX112-29455" fmla="*/ 5507415 w 10490654"/>
                  <a:gd name="connsiteY112-29456" fmla="*/ 9128137 h 10394972"/>
                  <a:gd name="connsiteX113-29457" fmla="*/ 5505859 w 10490654"/>
                  <a:gd name="connsiteY113-29458" fmla="*/ 8870972 h 10394972"/>
                  <a:gd name="connsiteX114-29459" fmla="*/ 5505857 w 10490654"/>
                  <a:gd name="connsiteY114-29460" fmla="*/ 8634977 h 10394972"/>
                  <a:gd name="connsiteX115-29461" fmla="*/ 5336024 w 10490654"/>
                  <a:gd name="connsiteY115-29462" fmla="*/ 8333292 h 10394972"/>
                  <a:gd name="connsiteX116-29463" fmla="*/ 5230324 w 10490654"/>
                  <a:gd name="connsiteY116-29464" fmla="*/ 8082820 h 10394972"/>
                  <a:gd name="connsiteX117-29465" fmla="*/ 5317031 w 10490654"/>
                  <a:gd name="connsiteY117-29466" fmla="*/ 7610208 h 10394972"/>
                  <a:gd name="connsiteX118-29467" fmla="*/ 5201059 w 10490654"/>
                  <a:gd name="connsiteY118-29468" fmla="*/ 7320352 h 10394972"/>
                  <a:gd name="connsiteX119-29469" fmla="*/ 5250872 w 10490654"/>
                  <a:gd name="connsiteY119-29470" fmla="*/ 7069881 h 10394972"/>
                  <a:gd name="connsiteX120-29471" fmla="*/ 5245735 w 10490654"/>
                  <a:gd name="connsiteY120-29472" fmla="*/ 7018665 h 10394972"/>
                  <a:gd name="connsiteX121-29473" fmla="*/ 4577603 w 10490654"/>
                  <a:gd name="connsiteY121-29474" fmla="*/ 7013996 h 10394972"/>
                  <a:gd name="connsiteX122-29475" fmla="*/ 4528412 w 10490654"/>
                  <a:gd name="connsiteY122-29476" fmla="*/ 6840580 h 10394972"/>
                  <a:gd name="connsiteX123-29477" fmla="*/ 4038834 w 10490654"/>
                  <a:gd name="connsiteY123-29478" fmla="*/ 6816452 h 10394972"/>
                  <a:gd name="connsiteX124-29479" fmla="*/ 3976254 w 10490654"/>
                  <a:gd name="connsiteY124-29480" fmla="*/ 7069881 h 10394972"/>
                  <a:gd name="connsiteX125-29481" fmla="*/ 3932667 w 10490654"/>
                  <a:gd name="connsiteY125-29482" fmla="*/ 7281279 h 10394972"/>
                  <a:gd name="connsiteX126-29483" fmla="*/ 3884155 w 10490654"/>
                  <a:gd name="connsiteY126-29484" fmla="*/ 7403480 h 10394972"/>
                  <a:gd name="connsiteX127-29485" fmla="*/ 3572499 w 10490654"/>
                  <a:gd name="connsiteY127-29486" fmla="*/ 7365450 h 10394972"/>
                  <a:gd name="connsiteX128-29487" fmla="*/ 3311236 w 10490654"/>
                  <a:gd name="connsiteY128-29488" fmla="*/ 7402390 h 10394972"/>
                  <a:gd name="connsiteX129-29489" fmla="*/ 2921540 w 10490654"/>
                  <a:gd name="connsiteY129-29490" fmla="*/ 7414475 h 10394972"/>
                  <a:gd name="connsiteX130-29491" fmla="*/ 2784763 w 10490654"/>
                  <a:gd name="connsiteY130-29492" fmla="*/ 7139153 h 10394972"/>
                  <a:gd name="connsiteX131-29493" fmla="*/ 2604654 w 10490654"/>
                  <a:gd name="connsiteY131-29494" fmla="*/ 6862062 h 10394972"/>
                  <a:gd name="connsiteX132-29495" fmla="*/ 2410691 w 10490654"/>
                  <a:gd name="connsiteY132-29496" fmla="*/ 6363299 h 10394972"/>
                  <a:gd name="connsiteX133-29497" fmla="*/ 2327563 w 10490654"/>
                  <a:gd name="connsiteY133-29498" fmla="*/ 6224753 h 10394972"/>
                  <a:gd name="connsiteX134-29499" fmla="*/ 1662545 w 10490654"/>
                  <a:gd name="connsiteY134-29500" fmla="*/ 6197044 h 10394972"/>
                  <a:gd name="connsiteX135-29501" fmla="*/ 1233054 w 10490654"/>
                  <a:gd name="connsiteY135-29502" fmla="*/ 6197044 h 10394972"/>
                  <a:gd name="connsiteX136-29503" fmla="*/ 1136072 w 10490654"/>
                  <a:gd name="connsiteY136-29504" fmla="*/ 6252462 h 10394972"/>
                  <a:gd name="connsiteX137-29505" fmla="*/ 706582 w 10490654"/>
                  <a:gd name="connsiteY137-29506" fmla="*/ 6210899 h 10394972"/>
                  <a:gd name="connsiteX138-29507" fmla="*/ 318654 w 10490654"/>
                  <a:gd name="connsiteY138-29508" fmla="*/ 6238608 h 10394972"/>
                  <a:gd name="connsiteX139-29509" fmla="*/ 96982 w 10490654"/>
                  <a:gd name="connsiteY139-29510" fmla="*/ 6391008 h 10394972"/>
                  <a:gd name="connsiteX140-29511" fmla="*/ 0 w 10490654"/>
                  <a:gd name="connsiteY140-29512" fmla="*/ 6294026 h 10394972"/>
                  <a:gd name="connsiteX141-29513" fmla="*/ 83127 w 10490654"/>
                  <a:gd name="connsiteY141-29514" fmla="*/ 6238608 h 10394972"/>
                  <a:gd name="connsiteX0-29515" fmla="*/ 83127 w 10490654"/>
                  <a:gd name="connsiteY0-29516" fmla="*/ 6238608 h 10394972"/>
                  <a:gd name="connsiteX1-29517" fmla="*/ 96982 w 10490654"/>
                  <a:gd name="connsiteY1-29518" fmla="*/ 5795262 h 10394972"/>
                  <a:gd name="connsiteX2-29519" fmla="*/ 401782 w 10490654"/>
                  <a:gd name="connsiteY2-29520" fmla="*/ 5532026 h 10394972"/>
                  <a:gd name="connsiteX3-29521" fmla="*/ 651163 w 10490654"/>
                  <a:gd name="connsiteY3-29522" fmla="*/ 5670572 h 10394972"/>
                  <a:gd name="connsiteX4-29523" fmla="*/ 858982 w 10490654"/>
                  <a:gd name="connsiteY4-29524" fmla="*/ 5504317 h 10394972"/>
                  <a:gd name="connsiteX5-29525" fmla="*/ 997527 w 10490654"/>
                  <a:gd name="connsiteY5-29526" fmla="*/ 5351917 h 10394972"/>
                  <a:gd name="connsiteX6-29527" fmla="*/ 1080654 w 10490654"/>
                  <a:gd name="connsiteY6-29528" fmla="*/ 5435044 h 10394972"/>
                  <a:gd name="connsiteX7-29529" fmla="*/ 1269312 w 10490654"/>
                  <a:gd name="connsiteY7-29530" fmla="*/ 5679710 h 10394972"/>
                  <a:gd name="connsiteX8-29531" fmla="*/ 1523116 w 10490654"/>
                  <a:gd name="connsiteY8-29532" fmla="*/ 5481030 h 10394972"/>
                  <a:gd name="connsiteX9-29533" fmla="*/ 1731818 w 10490654"/>
                  <a:gd name="connsiteY9-29534" fmla="*/ 5296499 h 10394972"/>
                  <a:gd name="connsiteX10-29535" fmla="*/ 2022763 w 10490654"/>
                  <a:gd name="connsiteY10-29536" fmla="*/ 5060972 h 10394972"/>
                  <a:gd name="connsiteX11-29537" fmla="*/ 2119745 w 10490654"/>
                  <a:gd name="connsiteY11-29538" fmla="*/ 4631481 h 10394972"/>
                  <a:gd name="connsiteX12-29539" fmla="*/ 2172511 w 10490654"/>
                  <a:gd name="connsiteY12-29540" fmla="*/ 4164848 h 10394972"/>
                  <a:gd name="connsiteX13-29541" fmla="*/ 2355272 w 10490654"/>
                  <a:gd name="connsiteY13-29542" fmla="*/ 3855626 h 10394972"/>
                  <a:gd name="connsiteX14-29543" fmla="*/ 2752497 w 10490654"/>
                  <a:gd name="connsiteY14-29544" fmla="*/ 3475092 h 10394972"/>
                  <a:gd name="connsiteX15-29545" fmla="*/ 2978727 w 10490654"/>
                  <a:gd name="connsiteY15-29546" fmla="*/ 3259881 h 10394972"/>
                  <a:gd name="connsiteX16-29547" fmla="*/ 3006436 w 10490654"/>
                  <a:gd name="connsiteY16-29548" fmla="*/ 2816535 h 10394972"/>
                  <a:gd name="connsiteX17-29549" fmla="*/ 3075709 w 10490654"/>
                  <a:gd name="connsiteY17-29550" fmla="*/ 2525590 h 10394972"/>
                  <a:gd name="connsiteX18-29551" fmla="*/ 3075709 w 10490654"/>
                  <a:gd name="connsiteY18-29552" fmla="*/ 2317772 h 10394972"/>
                  <a:gd name="connsiteX19-29553" fmla="*/ 3214254 w 10490654"/>
                  <a:gd name="connsiteY19-29554" fmla="*/ 1985262 h 10394972"/>
                  <a:gd name="connsiteX20-29555" fmla="*/ 3214254 w 10490654"/>
                  <a:gd name="connsiteY20-29556" fmla="*/ 1694317 h 10394972"/>
                  <a:gd name="connsiteX21-29557" fmla="*/ 3513454 w 10490654"/>
                  <a:gd name="connsiteY21-29558" fmla="*/ 1126281 h 10394972"/>
                  <a:gd name="connsiteX22-29559" fmla="*/ 3463636 w 10490654"/>
                  <a:gd name="connsiteY22-29560" fmla="*/ 752208 h 10394972"/>
                  <a:gd name="connsiteX23-29561" fmla="*/ 3491345 w 10490654"/>
                  <a:gd name="connsiteY23-29562" fmla="*/ 544390 h 10394972"/>
                  <a:gd name="connsiteX24-29563" fmla="*/ 3823854 w 10490654"/>
                  <a:gd name="connsiteY24-29564" fmla="*/ 184172 h 10394972"/>
                  <a:gd name="connsiteX25-29565" fmla="*/ 4017818 w 10490654"/>
                  <a:gd name="connsiteY25-29566" fmla="*/ 59481 h 10394972"/>
                  <a:gd name="connsiteX26-29567" fmla="*/ 4433454 w 10490654"/>
                  <a:gd name="connsiteY26-29568" fmla="*/ 295008 h 10394972"/>
                  <a:gd name="connsiteX27-29569" fmla="*/ 4599709 w 10490654"/>
                  <a:gd name="connsiteY27-29570" fmla="*/ 488972 h 10394972"/>
                  <a:gd name="connsiteX28-29571" fmla="*/ 5070763 w 10490654"/>
                  <a:gd name="connsiteY28-29572" fmla="*/ 544390 h 10394972"/>
                  <a:gd name="connsiteX29-29573" fmla="*/ 5391187 w 10490654"/>
                  <a:gd name="connsiteY29-29574" fmla="*/ 603639 h 10394972"/>
                  <a:gd name="connsiteX30-29575" fmla="*/ 5568642 w 10490654"/>
                  <a:gd name="connsiteY30-29576" fmla="*/ 588271 h 10394972"/>
                  <a:gd name="connsiteX31-29577" fmla="*/ 5860472 w 10490654"/>
                  <a:gd name="connsiteY31-29578" fmla="*/ 281153 h 10394972"/>
                  <a:gd name="connsiteX32-29579" fmla="*/ 6123709 w 10490654"/>
                  <a:gd name="connsiteY32-29580" fmla="*/ 322717 h 10394972"/>
                  <a:gd name="connsiteX33-29581" fmla="*/ 6541900 w 10490654"/>
                  <a:gd name="connsiteY33-29582" fmla="*/ 168233 h 10394972"/>
                  <a:gd name="connsiteX34-29583" fmla="*/ 6681722 w 10490654"/>
                  <a:gd name="connsiteY34-29584" fmla="*/ 107503 h 10394972"/>
                  <a:gd name="connsiteX35-29585" fmla="*/ 7011678 w 10490654"/>
                  <a:gd name="connsiteY35-29586" fmla="*/ 198026 h 10394972"/>
                  <a:gd name="connsiteX36-29587" fmla="*/ 7232072 w 10490654"/>
                  <a:gd name="connsiteY36-29588" fmla="*/ 17917 h 10394972"/>
                  <a:gd name="connsiteX37-29589" fmla="*/ 7379107 w 10490654"/>
                  <a:gd name="connsiteY37-29590" fmla="*/ 0 h 10394972"/>
                  <a:gd name="connsiteX38-29591" fmla="*/ 7600859 w 10490654"/>
                  <a:gd name="connsiteY38-29592" fmla="*/ 41248 h 10394972"/>
                  <a:gd name="connsiteX39-29593" fmla="*/ 7910945 w 10490654"/>
                  <a:gd name="connsiteY39-29594" fmla="*/ 128753 h 10394972"/>
                  <a:gd name="connsiteX40-29595" fmla="*/ 8312727 w 10490654"/>
                  <a:gd name="connsiteY40-29596" fmla="*/ 59481 h 10394972"/>
                  <a:gd name="connsiteX41-29597" fmla="*/ 8647005 w 10490654"/>
                  <a:gd name="connsiteY41-29598" fmla="*/ 396707 h 10394972"/>
                  <a:gd name="connsiteX42-29599" fmla="*/ 8908472 w 10490654"/>
                  <a:gd name="connsiteY42-29600" fmla="*/ 544390 h 10394972"/>
                  <a:gd name="connsiteX43-29601" fmla="*/ 9146732 w 10490654"/>
                  <a:gd name="connsiteY43-29602" fmla="*/ 420846 h 10394972"/>
                  <a:gd name="connsiteX44-29603" fmla="*/ 9372965 w 10490654"/>
                  <a:gd name="connsiteY44-29604" fmla="*/ 466363 h 10394972"/>
                  <a:gd name="connsiteX45-29605" fmla="*/ 9518072 w 10490654"/>
                  <a:gd name="connsiteY45-29606" fmla="*/ 367819 h 10394972"/>
                  <a:gd name="connsiteX46-29607" fmla="*/ 9646301 w 10490654"/>
                  <a:gd name="connsiteY46-29608" fmla="*/ 369587 h 10394972"/>
                  <a:gd name="connsiteX47-29609" fmla="*/ 10002982 w 10490654"/>
                  <a:gd name="connsiteY47-29610" fmla="*/ 793772 h 10394972"/>
                  <a:gd name="connsiteX48-29611" fmla="*/ 10238509 w 10490654"/>
                  <a:gd name="connsiteY48-29612" fmla="*/ 987735 h 10394972"/>
                  <a:gd name="connsiteX49-29613" fmla="*/ 10224654 w 10490654"/>
                  <a:gd name="connsiteY49-29614" fmla="*/ 1250972 h 10394972"/>
                  <a:gd name="connsiteX50-29615" fmla="*/ 10238509 w 10490654"/>
                  <a:gd name="connsiteY50-29616" fmla="*/ 1444935 h 10394972"/>
                  <a:gd name="connsiteX51-29617" fmla="*/ 10243066 w 10490654"/>
                  <a:gd name="connsiteY51-29618" fmla="*/ 1580249 h 10394972"/>
                  <a:gd name="connsiteX52-29619" fmla="*/ 10490654 w 10490654"/>
                  <a:gd name="connsiteY52-29620" fmla="*/ 1753897 h 10394972"/>
                  <a:gd name="connsiteX53-29621" fmla="*/ 10077929 w 10490654"/>
                  <a:gd name="connsiteY53-29622" fmla="*/ 2207269 h 10394972"/>
                  <a:gd name="connsiteX54-29623" fmla="*/ 9781309 w 10490654"/>
                  <a:gd name="connsiteY54-29624" fmla="*/ 2497881 h 10394972"/>
                  <a:gd name="connsiteX55-29625" fmla="*/ 9580055 w 10490654"/>
                  <a:gd name="connsiteY55-29626" fmla="*/ 3426134 h 10394972"/>
                  <a:gd name="connsiteX56-29627" fmla="*/ 9532477 w 10490654"/>
                  <a:gd name="connsiteY56-29628" fmla="*/ 3685207 h 10394972"/>
                  <a:gd name="connsiteX57-29629" fmla="*/ 9365672 w 10490654"/>
                  <a:gd name="connsiteY57-29630" fmla="*/ 3911044 h 10394972"/>
                  <a:gd name="connsiteX58-29631" fmla="*/ 9310254 w 10490654"/>
                  <a:gd name="connsiteY58-29632" fmla="*/ 4077299 h 10394972"/>
                  <a:gd name="connsiteX59-29633" fmla="*/ 9236422 w 10490654"/>
                  <a:gd name="connsiteY59-29634" fmla="*/ 4285117 h 10394972"/>
                  <a:gd name="connsiteX60-29635" fmla="*/ 9205255 w 10490654"/>
                  <a:gd name="connsiteY60-29636" fmla="*/ 4430122 h 10394972"/>
                  <a:gd name="connsiteX61-29637" fmla="*/ 9337963 w 10490654"/>
                  <a:gd name="connsiteY61-29638" fmla="*/ 4659190 h 10394972"/>
                  <a:gd name="connsiteX62-29639" fmla="*/ 9382180 w 10490654"/>
                  <a:gd name="connsiteY62-29640" fmla="*/ 4915057 h 10394972"/>
                  <a:gd name="connsiteX63-29641" fmla="*/ 9397939 w 10490654"/>
                  <a:gd name="connsiteY63-29642" fmla="*/ 5208060 h 10394972"/>
                  <a:gd name="connsiteX64-29643" fmla="*/ 9383359 w 10490654"/>
                  <a:gd name="connsiteY64-29644" fmla="*/ 5615153 h 10394972"/>
                  <a:gd name="connsiteX65-29645" fmla="*/ 9518623 w 10490654"/>
                  <a:gd name="connsiteY65-29646" fmla="*/ 5975373 h 10394972"/>
                  <a:gd name="connsiteX66-29647" fmla="*/ 9540496 w 10490654"/>
                  <a:gd name="connsiteY66-29648" fmla="*/ 6403714 h 10394972"/>
                  <a:gd name="connsiteX67-29649" fmla="*/ 9933709 w 10490654"/>
                  <a:gd name="connsiteY67-29650" fmla="*/ 6862062 h 10394972"/>
                  <a:gd name="connsiteX68-29651" fmla="*/ 10052074 w 10490654"/>
                  <a:gd name="connsiteY68-29652" fmla="*/ 7221396 h 10394972"/>
                  <a:gd name="connsiteX69-29653" fmla="*/ 10232908 w 10490654"/>
                  <a:gd name="connsiteY69-29654" fmla="*/ 7514995 h 10394972"/>
                  <a:gd name="connsiteX70-29655" fmla="*/ 9670472 w 10490654"/>
                  <a:gd name="connsiteY70-29656" fmla="*/ 7540935 h 10394972"/>
                  <a:gd name="connsiteX71-29657" fmla="*/ 9174087 w 10490654"/>
                  <a:gd name="connsiteY71-29658" fmla="*/ 7651772 h 10394972"/>
                  <a:gd name="connsiteX72-29659" fmla="*/ 9128871 w 10490654"/>
                  <a:gd name="connsiteY72-29660" fmla="*/ 7790317 h 10394972"/>
                  <a:gd name="connsiteX73-29661" fmla="*/ 9019309 w 10490654"/>
                  <a:gd name="connsiteY73-29662" fmla="*/ 7998135 h 10394972"/>
                  <a:gd name="connsiteX74-29663" fmla="*/ 8956730 w 10490654"/>
                  <a:gd name="connsiteY74-29664" fmla="*/ 8095117 h 10394972"/>
                  <a:gd name="connsiteX75-29665" fmla="*/ 9027559 w 10490654"/>
                  <a:gd name="connsiteY75-29666" fmla="*/ 8524608 h 10394972"/>
                  <a:gd name="connsiteX76-29667" fmla="*/ 8993669 w 10490654"/>
                  <a:gd name="connsiteY76-29668" fmla="*/ 8758113 h 10394972"/>
                  <a:gd name="connsiteX77-29669" fmla="*/ 8991600 w 10490654"/>
                  <a:gd name="connsiteY77-29670" fmla="*/ 8967953 h 10394972"/>
                  <a:gd name="connsiteX78-29671" fmla="*/ 8894618 w 10490654"/>
                  <a:gd name="connsiteY78-29672" fmla="*/ 9272753 h 10394972"/>
                  <a:gd name="connsiteX79-29673" fmla="*/ 8922328 w 10490654"/>
                  <a:gd name="connsiteY79-29674" fmla="*/ 9578490 h 10394972"/>
                  <a:gd name="connsiteX80-29675" fmla="*/ 9138715 w 10490654"/>
                  <a:gd name="connsiteY80-29676" fmla="*/ 9750056 h 10394972"/>
                  <a:gd name="connsiteX81-29677" fmla="*/ 9231789 w 10490654"/>
                  <a:gd name="connsiteY81-29678" fmla="*/ 9890275 h 10394972"/>
                  <a:gd name="connsiteX82-29679" fmla="*/ 9440036 w 10490654"/>
                  <a:gd name="connsiteY82-29680" fmla="*/ 9851958 h 10394972"/>
                  <a:gd name="connsiteX83-29681" fmla="*/ 9625328 w 10490654"/>
                  <a:gd name="connsiteY83-29682" fmla="*/ 9791132 h 10394972"/>
                  <a:gd name="connsiteX84-29683" fmla="*/ 9667359 w 10490654"/>
                  <a:gd name="connsiteY84-29684" fmla="*/ 9803430 h 10394972"/>
                  <a:gd name="connsiteX85-29685" fmla="*/ 9668916 w 10490654"/>
                  <a:gd name="connsiteY85-29686" fmla="*/ 10256426 h 10394972"/>
                  <a:gd name="connsiteX86-29687" fmla="*/ 9495500 w 10490654"/>
                  <a:gd name="connsiteY86-29688" fmla="*/ 10306085 h 10394972"/>
                  <a:gd name="connsiteX87-29689" fmla="*/ 9310254 w 10490654"/>
                  <a:gd name="connsiteY87-29690" fmla="*/ 10394972 h 10394972"/>
                  <a:gd name="connsiteX88-29691" fmla="*/ 9227127 w 10490654"/>
                  <a:gd name="connsiteY88-29692" fmla="*/ 10242572 h 10394972"/>
                  <a:gd name="connsiteX89-29693" fmla="*/ 9033163 w 10490654"/>
                  <a:gd name="connsiteY89-29694" fmla="*/ 9993190 h 10394972"/>
                  <a:gd name="connsiteX90-29695" fmla="*/ 8825345 w 10490654"/>
                  <a:gd name="connsiteY90-29696" fmla="*/ 9813081 h 10394972"/>
                  <a:gd name="connsiteX91-29697" fmla="*/ 8534400 w 10490654"/>
                  <a:gd name="connsiteY91-29698" fmla="*/ 9702244 h 10394972"/>
                  <a:gd name="connsiteX92-29699" fmla="*/ 8423563 w 10490654"/>
                  <a:gd name="connsiteY92-29700" fmla="*/ 9646826 h 10394972"/>
                  <a:gd name="connsiteX93-29701" fmla="*/ 8285018 w 10490654"/>
                  <a:gd name="connsiteY93-29702" fmla="*/ 9480572 h 10394972"/>
                  <a:gd name="connsiteX94-29703" fmla="*/ 8257309 w 10490654"/>
                  <a:gd name="connsiteY94-29704" fmla="*/ 9342026 h 10394972"/>
                  <a:gd name="connsiteX95-29705" fmla="*/ 8146472 w 10490654"/>
                  <a:gd name="connsiteY95-29706" fmla="*/ 9355881 h 10394972"/>
                  <a:gd name="connsiteX96-29707" fmla="*/ 8091054 w 10490654"/>
                  <a:gd name="connsiteY96-29708" fmla="*/ 9577553 h 10394972"/>
                  <a:gd name="connsiteX97-29709" fmla="*/ 7806336 w 10490654"/>
                  <a:gd name="connsiteY97-29710" fmla="*/ 9583313 h 10394972"/>
                  <a:gd name="connsiteX98-29711" fmla="*/ 7567694 w 10490654"/>
                  <a:gd name="connsiteY98-29712" fmla="*/ 9520112 h 10394972"/>
                  <a:gd name="connsiteX99-29713" fmla="*/ 7466043 w 10490654"/>
                  <a:gd name="connsiteY99-29714" fmla="*/ 9471387 h 10394972"/>
                  <a:gd name="connsiteX100-29715" fmla="*/ 7287491 w 10490654"/>
                  <a:gd name="connsiteY100-29716" fmla="*/ 9449904 h 10394972"/>
                  <a:gd name="connsiteX101-29717" fmla="*/ 7221797 w 10490654"/>
                  <a:gd name="connsiteY101-29718" fmla="*/ 9121910 h 10394972"/>
                  <a:gd name="connsiteX102-29719" fmla="*/ 6954982 w 10490654"/>
                  <a:gd name="connsiteY102-29720" fmla="*/ 9189626 h 10394972"/>
                  <a:gd name="connsiteX103-29721" fmla="*/ 6710737 w 10490654"/>
                  <a:gd name="connsiteY103-29722" fmla="*/ 9262013 h 10394972"/>
                  <a:gd name="connsiteX104-29723" fmla="*/ 6674777 w 10490654"/>
                  <a:gd name="connsiteY104-29724" fmla="*/ 9062912 h 10394972"/>
                  <a:gd name="connsiteX105-29725" fmla="*/ 6511636 w 10490654"/>
                  <a:gd name="connsiteY105-29726" fmla="*/ 8954099 h 10394972"/>
                  <a:gd name="connsiteX106-29727" fmla="*/ 6428509 w 10490654"/>
                  <a:gd name="connsiteY106-29728" fmla="*/ 8954099 h 10394972"/>
                  <a:gd name="connsiteX107-29729" fmla="*/ 6325922 w 10490654"/>
                  <a:gd name="connsiteY107-29730" fmla="*/ 9057307 h 10394972"/>
                  <a:gd name="connsiteX108-29731" fmla="*/ 6167763 w 10490654"/>
                  <a:gd name="connsiteY108-29732" fmla="*/ 8978227 h 10394972"/>
                  <a:gd name="connsiteX109-29733" fmla="*/ 6002132 w 10490654"/>
                  <a:gd name="connsiteY109-29734" fmla="*/ 9093734 h 10394972"/>
                  <a:gd name="connsiteX110-29735" fmla="*/ 5749636 w 10490654"/>
                  <a:gd name="connsiteY110-29736" fmla="*/ 9051081 h 10394972"/>
                  <a:gd name="connsiteX111-29737" fmla="*/ 5674760 w 10490654"/>
                  <a:gd name="connsiteY111-29738" fmla="*/ 9081904 h 10394972"/>
                  <a:gd name="connsiteX112-29739" fmla="*/ 5507415 w 10490654"/>
                  <a:gd name="connsiteY112-29740" fmla="*/ 9128137 h 10394972"/>
                  <a:gd name="connsiteX113-29741" fmla="*/ 5505859 w 10490654"/>
                  <a:gd name="connsiteY113-29742" fmla="*/ 8870972 h 10394972"/>
                  <a:gd name="connsiteX114-29743" fmla="*/ 5505857 w 10490654"/>
                  <a:gd name="connsiteY114-29744" fmla="*/ 8634977 h 10394972"/>
                  <a:gd name="connsiteX115-29745" fmla="*/ 5336024 w 10490654"/>
                  <a:gd name="connsiteY115-29746" fmla="*/ 8333292 h 10394972"/>
                  <a:gd name="connsiteX116-29747" fmla="*/ 5230324 w 10490654"/>
                  <a:gd name="connsiteY116-29748" fmla="*/ 8082820 h 10394972"/>
                  <a:gd name="connsiteX117-29749" fmla="*/ 5317031 w 10490654"/>
                  <a:gd name="connsiteY117-29750" fmla="*/ 7610208 h 10394972"/>
                  <a:gd name="connsiteX118-29751" fmla="*/ 5201059 w 10490654"/>
                  <a:gd name="connsiteY118-29752" fmla="*/ 7320352 h 10394972"/>
                  <a:gd name="connsiteX119-29753" fmla="*/ 5250872 w 10490654"/>
                  <a:gd name="connsiteY119-29754" fmla="*/ 7069881 h 10394972"/>
                  <a:gd name="connsiteX120-29755" fmla="*/ 5245735 w 10490654"/>
                  <a:gd name="connsiteY120-29756" fmla="*/ 7018665 h 10394972"/>
                  <a:gd name="connsiteX121-29757" fmla="*/ 4577603 w 10490654"/>
                  <a:gd name="connsiteY121-29758" fmla="*/ 7013996 h 10394972"/>
                  <a:gd name="connsiteX122-29759" fmla="*/ 4528412 w 10490654"/>
                  <a:gd name="connsiteY122-29760" fmla="*/ 6840580 h 10394972"/>
                  <a:gd name="connsiteX123-29761" fmla="*/ 4038834 w 10490654"/>
                  <a:gd name="connsiteY123-29762" fmla="*/ 6816452 h 10394972"/>
                  <a:gd name="connsiteX124-29763" fmla="*/ 3976254 w 10490654"/>
                  <a:gd name="connsiteY124-29764" fmla="*/ 7069881 h 10394972"/>
                  <a:gd name="connsiteX125-29765" fmla="*/ 3932667 w 10490654"/>
                  <a:gd name="connsiteY125-29766" fmla="*/ 7281279 h 10394972"/>
                  <a:gd name="connsiteX126-29767" fmla="*/ 3884155 w 10490654"/>
                  <a:gd name="connsiteY126-29768" fmla="*/ 7403480 h 10394972"/>
                  <a:gd name="connsiteX127-29769" fmla="*/ 3572499 w 10490654"/>
                  <a:gd name="connsiteY127-29770" fmla="*/ 7365450 h 10394972"/>
                  <a:gd name="connsiteX128-29771" fmla="*/ 3311236 w 10490654"/>
                  <a:gd name="connsiteY128-29772" fmla="*/ 7402390 h 10394972"/>
                  <a:gd name="connsiteX129-29773" fmla="*/ 2921540 w 10490654"/>
                  <a:gd name="connsiteY129-29774" fmla="*/ 7414475 h 10394972"/>
                  <a:gd name="connsiteX130-29775" fmla="*/ 2784763 w 10490654"/>
                  <a:gd name="connsiteY130-29776" fmla="*/ 7139153 h 10394972"/>
                  <a:gd name="connsiteX131-29777" fmla="*/ 2604654 w 10490654"/>
                  <a:gd name="connsiteY131-29778" fmla="*/ 6862062 h 10394972"/>
                  <a:gd name="connsiteX132-29779" fmla="*/ 2410691 w 10490654"/>
                  <a:gd name="connsiteY132-29780" fmla="*/ 6363299 h 10394972"/>
                  <a:gd name="connsiteX133-29781" fmla="*/ 2327563 w 10490654"/>
                  <a:gd name="connsiteY133-29782" fmla="*/ 6224753 h 10394972"/>
                  <a:gd name="connsiteX134-29783" fmla="*/ 1662545 w 10490654"/>
                  <a:gd name="connsiteY134-29784" fmla="*/ 6197044 h 10394972"/>
                  <a:gd name="connsiteX135-29785" fmla="*/ 1233054 w 10490654"/>
                  <a:gd name="connsiteY135-29786" fmla="*/ 6197044 h 10394972"/>
                  <a:gd name="connsiteX136-29787" fmla="*/ 1136072 w 10490654"/>
                  <a:gd name="connsiteY136-29788" fmla="*/ 6252462 h 10394972"/>
                  <a:gd name="connsiteX137-29789" fmla="*/ 706582 w 10490654"/>
                  <a:gd name="connsiteY137-29790" fmla="*/ 6210899 h 10394972"/>
                  <a:gd name="connsiteX138-29791" fmla="*/ 318654 w 10490654"/>
                  <a:gd name="connsiteY138-29792" fmla="*/ 6238608 h 10394972"/>
                  <a:gd name="connsiteX139-29793" fmla="*/ 96982 w 10490654"/>
                  <a:gd name="connsiteY139-29794" fmla="*/ 6391008 h 10394972"/>
                  <a:gd name="connsiteX140-29795" fmla="*/ 0 w 10490654"/>
                  <a:gd name="connsiteY140-29796" fmla="*/ 6294026 h 10394972"/>
                  <a:gd name="connsiteX141-29797" fmla="*/ 83127 w 10490654"/>
                  <a:gd name="connsiteY141-29798" fmla="*/ 6238608 h 10394972"/>
                  <a:gd name="connsiteX0-29799" fmla="*/ 83127 w 10490654"/>
                  <a:gd name="connsiteY0-29800" fmla="*/ 6238608 h 10394972"/>
                  <a:gd name="connsiteX1-29801" fmla="*/ 96982 w 10490654"/>
                  <a:gd name="connsiteY1-29802" fmla="*/ 5795262 h 10394972"/>
                  <a:gd name="connsiteX2-29803" fmla="*/ 401782 w 10490654"/>
                  <a:gd name="connsiteY2-29804" fmla="*/ 5532026 h 10394972"/>
                  <a:gd name="connsiteX3-29805" fmla="*/ 651163 w 10490654"/>
                  <a:gd name="connsiteY3-29806" fmla="*/ 5670572 h 10394972"/>
                  <a:gd name="connsiteX4-29807" fmla="*/ 858982 w 10490654"/>
                  <a:gd name="connsiteY4-29808" fmla="*/ 5504317 h 10394972"/>
                  <a:gd name="connsiteX5-29809" fmla="*/ 997527 w 10490654"/>
                  <a:gd name="connsiteY5-29810" fmla="*/ 5351917 h 10394972"/>
                  <a:gd name="connsiteX6-29811" fmla="*/ 1080654 w 10490654"/>
                  <a:gd name="connsiteY6-29812" fmla="*/ 5435044 h 10394972"/>
                  <a:gd name="connsiteX7-29813" fmla="*/ 1269312 w 10490654"/>
                  <a:gd name="connsiteY7-29814" fmla="*/ 5679710 h 10394972"/>
                  <a:gd name="connsiteX8-29815" fmla="*/ 1523116 w 10490654"/>
                  <a:gd name="connsiteY8-29816" fmla="*/ 5481030 h 10394972"/>
                  <a:gd name="connsiteX9-29817" fmla="*/ 1731818 w 10490654"/>
                  <a:gd name="connsiteY9-29818" fmla="*/ 5296499 h 10394972"/>
                  <a:gd name="connsiteX10-29819" fmla="*/ 2022763 w 10490654"/>
                  <a:gd name="connsiteY10-29820" fmla="*/ 5060972 h 10394972"/>
                  <a:gd name="connsiteX11-29821" fmla="*/ 2119745 w 10490654"/>
                  <a:gd name="connsiteY11-29822" fmla="*/ 4631481 h 10394972"/>
                  <a:gd name="connsiteX12-29823" fmla="*/ 2172511 w 10490654"/>
                  <a:gd name="connsiteY12-29824" fmla="*/ 4164848 h 10394972"/>
                  <a:gd name="connsiteX13-29825" fmla="*/ 2355272 w 10490654"/>
                  <a:gd name="connsiteY13-29826" fmla="*/ 3855626 h 10394972"/>
                  <a:gd name="connsiteX14-29827" fmla="*/ 2752497 w 10490654"/>
                  <a:gd name="connsiteY14-29828" fmla="*/ 3475092 h 10394972"/>
                  <a:gd name="connsiteX15-29829" fmla="*/ 2978727 w 10490654"/>
                  <a:gd name="connsiteY15-29830" fmla="*/ 3259881 h 10394972"/>
                  <a:gd name="connsiteX16-29831" fmla="*/ 3006436 w 10490654"/>
                  <a:gd name="connsiteY16-29832" fmla="*/ 2816535 h 10394972"/>
                  <a:gd name="connsiteX17-29833" fmla="*/ 3075709 w 10490654"/>
                  <a:gd name="connsiteY17-29834" fmla="*/ 2525590 h 10394972"/>
                  <a:gd name="connsiteX18-29835" fmla="*/ 3075709 w 10490654"/>
                  <a:gd name="connsiteY18-29836" fmla="*/ 2317772 h 10394972"/>
                  <a:gd name="connsiteX19-29837" fmla="*/ 3214254 w 10490654"/>
                  <a:gd name="connsiteY19-29838" fmla="*/ 1985262 h 10394972"/>
                  <a:gd name="connsiteX20-29839" fmla="*/ 3214254 w 10490654"/>
                  <a:gd name="connsiteY20-29840" fmla="*/ 1694317 h 10394972"/>
                  <a:gd name="connsiteX21-29841" fmla="*/ 3513454 w 10490654"/>
                  <a:gd name="connsiteY21-29842" fmla="*/ 1126281 h 10394972"/>
                  <a:gd name="connsiteX22-29843" fmla="*/ 3463636 w 10490654"/>
                  <a:gd name="connsiteY22-29844" fmla="*/ 752208 h 10394972"/>
                  <a:gd name="connsiteX23-29845" fmla="*/ 3491345 w 10490654"/>
                  <a:gd name="connsiteY23-29846" fmla="*/ 544390 h 10394972"/>
                  <a:gd name="connsiteX24-29847" fmla="*/ 3823854 w 10490654"/>
                  <a:gd name="connsiteY24-29848" fmla="*/ 184172 h 10394972"/>
                  <a:gd name="connsiteX25-29849" fmla="*/ 4017818 w 10490654"/>
                  <a:gd name="connsiteY25-29850" fmla="*/ 59481 h 10394972"/>
                  <a:gd name="connsiteX26-29851" fmla="*/ 4433454 w 10490654"/>
                  <a:gd name="connsiteY26-29852" fmla="*/ 295008 h 10394972"/>
                  <a:gd name="connsiteX27-29853" fmla="*/ 4599709 w 10490654"/>
                  <a:gd name="connsiteY27-29854" fmla="*/ 488972 h 10394972"/>
                  <a:gd name="connsiteX28-29855" fmla="*/ 5070763 w 10490654"/>
                  <a:gd name="connsiteY28-29856" fmla="*/ 544390 h 10394972"/>
                  <a:gd name="connsiteX29-29857" fmla="*/ 5391187 w 10490654"/>
                  <a:gd name="connsiteY29-29858" fmla="*/ 603639 h 10394972"/>
                  <a:gd name="connsiteX30-29859" fmla="*/ 5568642 w 10490654"/>
                  <a:gd name="connsiteY30-29860" fmla="*/ 588271 h 10394972"/>
                  <a:gd name="connsiteX31-29861" fmla="*/ 5860472 w 10490654"/>
                  <a:gd name="connsiteY31-29862" fmla="*/ 281153 h 10394972"/>
                  <a:gd name="connsiteX32-29863" fmla="*/ 6123709 w 10490654"/>
                  <a:gd name="connsiteY32-29864" fmla="*/ 322717 h 10394972"/>
                  <a:gd name="connsiteX33-29865" fmla="*/ 6541900 w 10490654"/>
                  <a:gd name="connsiteY33-29866" fmla="*/ 168233 h 10394972"/>
                  <a:gd name="connsiteX34-29867" fmla="*/ 6681722 w 10490654"/>
                  <a:gd name="connsiteY34-29868" fmla="*/ 107503 h 10394972"/>
                  <a:gd name="connsiteX35-29869" fmla="*/ 7011678 w 10490654"/>
                  <a:gd name="connsiteY35-29870" fmla="*/ 198026 h 10394972"/>
                  <a:gd name="connsiteX36-29871" fmla="*/ 7232072 w 10490654"/>
                  <a:gd name="connsiteY36-29872" fmla="*/ 17917 h 10394972"/>
                  <a:gd name="connsiteX37-29873" fmla="*/ 7379107 w 10490654"/>
                  <a:gd name="connsiteY37-29874" fmla="*/ 0 h 10394972"/>
                  <a:gd name="connsiteX38-29875" fmla="*/ 7600859 w 10490654"/>
                  <a:gd name="connsiteY38-29876" fmla="*/ 41248 h 10394972"/>
                  <a:gd name="connsiteX39-29877" fmla="*/ 7910945 w 10490654"/>
                  <a:gd name="connsiteY39-29878" fmla="*/ 128753 h 10394972"/>
                  <a:gd name="connsiteX40-29879" fmla="*/ 8312727 w 10490654"/>
                  <a:gd name="connsiteY40-29880" fmla="*/ 59481 h 10394972"/>
                  <a:gd name="connsiteX41-29881" fmla="*/ 8647005 w 10490654"/>
                  <a:gd name="connsiteY41-29882" fmla="*/ 396707 h 10394972"/>
                  <a:gd name="connsiteX42-29883" fmla="*/ 8908472 w 10490654"/>
                  <a:gd name="connsiteY42-29884" fmla="*/ 544390 h 10394972"/>
                  <a:gd name="connsiteX43-29885" fmla="*/ 9146732 w 10490654"/>
                  <a:gd name="connsiteY43-29886" fmla="*/ 420846 h 10394972"/>
                  <a:gd name="connsiteX44-29887" fmla="*/ 9372965 w 10490654"/>
                  <a:gd name="connsiteY44-29888" fmla="*/ 466363 h 10394972"/>
                  <a:gd name="connsiteX45-29889" fmla="*/ 9518072 w 10490654"/>
                  <a:gd name="connsiteY45-29890" fmla="*/ 367819 h 10394972"/>
                  <a:gd name="connsiteX46-29891" fmla="*/ 9646301 w 10490654"/>
                  <a:gd name="connsiteY46-29892" fmla="*/ 369587 h 10394972"/>
                  <a:gd name="connsiteX47-29893" fmla="*/ 10002982 w 10490654"/>
                  <a:gd name="connsiteY47-29894" fmla="*/ 793772 h 10394972"/>
                  <a:gd name="connsiteX48-29895" fmla="*/ 10238509 w 10490654"/>
                  <a:gd name="connsiteY48-29896" fmla="*/ 987735 h 10394972"/>
                  <a:gd name="connsiteX49-29897" fmla="*/ 10224654 w 10490654"/>
                  <a:gd name="connsiteY49-29898" fmla="*/ 1250972 h 10394972"/>
                  <a:gd name="connsiteX50-29899" fmla="*/ 10238509 w 10490654"/>
                  <a:gd name="connsiteY50-29900" fmla="*/ 1444935 h 10394972"/>
                  <a:gd name="connsiteX51-29901" fmla="*/ 10243066 w 10490654"/>
                  <a:gd name="connsiteY51-29902" fmla="*/ 1580249 h 10394972"/>
                  <a:gd name="connsiteX52-29903" fmla="*/ 10490654 w 10490654"/>
                  <a:gd name="connsiteY52-29904" fmla="*/ 1753897 h 10394972"/>
                  <a:gd name="connsiteX53-29905" fmla="*/ 10077929 w 10490654"/>
                  <a:gd name="connsiteY53-29906" fmla="*/ 2207269 h 10394972"/>
                  <a:gd name="connsiteX54-29907" fmla="*/ 9781309 w 10490654"/>
                  <a:gd name="connsiteY54-29908" fmla="*/ 2497881 h 10394972"/>
                  <a:gd name="connsiteX55-29909" fmla="*/ 9580055 w 10490654"/>
                  <a:gd name="connsiteY55-29910" fmla="*/ 3426134 h 10394972"/>
                  <a:gd name="connsiteX56-29911" fmla="*/ 9532477 w 10490654"/>
                  <a:gd name="connsiteY56-29912" fmla="*/ 3685207 h 10394972"/>
                  <a:gd name="connsiteX57-29913" fmla="*/ 9365672 w 10490654"/>
                  <a:gd name="connsiteY57-29914" fmla="*/ 3911044 h 10394972"/>
                  <a:gd name="connsiteX58-29915" fmla="*/ 9310254 w 10490654"/>
                  <a:gd name="connsiteY58-29916" fmla="*/ 4077299 h 10394972"/>
                  <a:gd name="connsiteX59-29917" fmla="*/ 9236422 w 10490654"/>
                  <a:gd name="connsiteY59-29918" fmla="*/ 4285117 h 10394972"/>
                  <a:gd name="connsiteX60-29919" fmla="*/ 9205255 w 10490654"/>
                  <a:gd name="connsiteY60-29920" fmla="*/ 4430122 h 10394972"/>
                  <a:gd name="connsiteX61-29921" fmla="*/ 9337963 w 10490654"/>
                  <a:gd name="connsiteY61-29922" fmla="*/ 4659190 h 10394972"/>
                  <a:gd name="connsiteX62-29923" fmla="*/ 9382180 w 10490654"/>
                  <a:gd name="connsiteY62-29924" fmla="*/ 4915057 h 10394972"/>
                  <a:gd name="connsiteX63-29925" fmla="*/ 9397939 w 10490654"/>
                  <a:gd name="connsiteY63-29926" fmla="*/ 5208060 h 10394972"/>
                  <a:gd name="connsiteX64-29927" fmla="*/ 9383359 w 10490654"/>
                  <a:gd name="connsiteY64-29928" fmla="*/ 5615153 h 10394972"/>
                  <a:gd name="connsiteX65-29929" fmla="*/ 9518623 w 10490654"/>
                  <a:gd name="connsiteY65-29930" fmla="*/ 5975373 h 10394972"/>
                  <a:gd name="connsiteX66-29931" fmla="*/ 9540496 w 10490654"/>
                  <a:gd name="connsiteY66-29932" fmla="*/ 6403714 h 10394972"/>
                  <a:gd name="connsiteX67-29933" fmla="*/ 9933709 w 10490654"/>
                  <a:gd name="connsiteY67-29934" fmla="*/ 6862062 h 10394972"/>
                  <a:gd name="connsiteX68-29935" fmla="*/ 10052074 w 10490654"/>
                  <a:gd name="connsiteY68-29936" fmla="*/ 7221396 h 10394972"/>
                  <a:gd name="connsiteX69-29937" fmla="*/ 10232908 w 10490654"/>
                  <a:gd name="connsiteY69-29938" fmla="*/ 7514995 h 10394972"/>
                  <a:gd name="connsiteX70-29939" fmla="*/ 9670472 w 10490654"/>
                  <a:gd name="connsiteY70-29940" fmla="*/ 7540935 h 10394972"/>
                  <a:gd name="connsiteX71-29941" fmla="*/ 9174087 w 10490654"/>
                  <a:gd name="connsiteY71-29942" fmla="*/ 7651772 h 10394972"/>
                  <a:gd name="connsiteX72-29943" fmla="*/ 9128871 w 10490654"/>
                  <a:gd name="connsiteY72-29944" fmla="*/ 7790317 h 10394972"/>
                  <a:gd name="connsiteX73-29945" fmla="*/ 9019309 w 10490654"/>
                  <a:gd name="connsiteY73-29946" fmla="*/ 7998135 h 10394972"/>
                  <a:gd name="connsiteX74-29947" fmla="*/ 8933823 w 10490654"/>
                  <a:gd name="connsiteY74-29948" fmla="*/ 8085908 h 10394972"/>
                  <a:gd name="connsiteX75-29949" fmla="*/ 9027559 w 10490654"/>
                  <a:gd name="connsiteY75-29950" fmla="*/ 8524608 h 10394972"/>
                  <a:gd name="connsiteX76-29951" fmla="*/ 8993669 w 10490654"/>
                  <a:gd name="connsiteY76-29952" fmla="*/ 8758113 h 10394972"/>
                  <a:gd name="connsiteX77-29953" fmla="*/ 8991600 w 10490654"/>
                  <a:gd name="connsiteY77-29954" fmla="*/ 8967953 h 10394972"/>
                  <a:gd name="connsiteX78-29955" fmla="*/ 8894618 w 10490654"/>
                  <a:gd name="connsiteY78-29956" fmla="*/ 9272753 h 10394972"/>
                  <a:gd name="connsiteX79-29957" fmla="*/ 8922328 w 10490654"/>
                  <a:gd name="connsiteY79-29958" fmla="*/ 9578490 h 10394972"/>
                  <a:gd name="connsiteX80-29959" fmla="*/ 9138715 w 10490654"/>
                  <a:gd name="connsiteY80-29960" fmla="*/ 9750056 h 10394972"/>
                  <a:gd name="connsiteX81-29961" fmla="*/ 9231789 w 10490654"/>
                  <a:gd name="connsiteY81-29962" fmla="*/ 9890275 h 10394972"/>
                  <a:gd name="connsiteX82-29963" fmla="*/ 9440036 w 10490654"/>
                  <a:gd name="connsiteY82-29964" fmla="*/ 9851958 h 10394972"/>
                  <a:gd name="connsiteX83-29965" fmla="*/ 9625328 w 10490654"/>
                  <a:gd name="connsiteY83-29966" fmla="*/ 9791132 h 10394972"/>
                  <a:gd name="connsiteX84-29967" fmla="*/ 9667359 w 10490654"/>
                  <a:gd name="connsiteY84-29968" fmla="*/ 9803430 h 10394972"/>
                  <a:gd name="connsiteX85-29969" fmla="*/ 9668916 w 10490654"/>
                  <a:gd name="connsiteY85-29970" fmla="*/ 10256426 h 10394972"/>
                  <a:gd name="connsiteX86-29971" fmla="*/ 9495500 w 10490654"/>
                  <a:gd name="connsiteY86-29972" fmla="*/ 10306085 h 10394972"/>
                  <a:gd name="connsiteX87-29973" fmla="*/ 9310254 w 10490654"/>
                  <a:gd name="connsiteY87-29974" fmla="*/ 10394972 h 10394972"/>
                  <a:gd name="connsiteX88-29975" fmla="*/ 9227127 w 10490654"/>
                  <a:gd name="connsiteY88-29976" fmla="*/ 10242572 h 10394972"/>
                  <a:gd name="connsiteX89-29977" fmla="*/ 9033163 w 10490654"/>
                  <a:gd name="connsiteY89-29978" fmla="*/ 9993190 h 10394972"/>
                  <a:gd name="connsiteX90-29979" fmla="*/ 8825345 w 10490654"/>
                  <a:gd name="connsiteY90-29980" fmla="*/ 9813081 h 10394972"/>
                  <a:gd name="connsiteX91-29981" fmla="*/ 8534400 w 10490654"/>
                  <a:gd name="connsiteY91-29982" fmla="*/ 9702244 h 10394972"/>
                  <a:gd name="connsiteX92-29983" fmla="*/ 8423563 w 10490654"/>
                  <a:gd name="connsiteY92-29984" fmla="*/ 9646826 h 10394972"/>
                  <a:gd name="connsiteX93-29985" fmla="*/ 8285018 w 10490654"/>
                  <a:gd name="connsiteY93-29986" fmla="*/ 9480572 h 10394972"/>
                  <a:gd name="connsiteX94-29987" fmla="*/ 8257309 w 10490654"/>
                  <a:gd name="connsiteY94-29988" fmla="*/ 9342026 h 10394972"/>
                  <a:gd name="connsiteX95-29989" fmla="*/ 8146472 w 10490654"/>
                  <a:gd name="connsiteY95-29990" fmla="*/ 9355881 h 10394972"/>
                  <a:gd name="connsiteX96-29991" fmla="*/ 8091054 w 10490654"/>
                  <a:gd name="connsiteY96-29992" fmla="*/ 9577553 h 10394972"/>
                  <a:gd name="connsiteX97-29993" fmla="*/ 7806336 w 10490654"/>
                  <a:gd name="connsiteY97-29994" fmla="*/ 9583313 h 10394972"/>
                  <a:gd name="connsiteX98-29995" fmla="*/ 7567694 w 10490654"/>
                  <a:gd name="connsiteY98-29996" fmla="*/ 9520112 h 10394972"/>
                  <a:gd name="connsiteX99-29997" fmla="*/ 7466043 w 10490654"/>
                  <a:gd name="connsiteY99-29998" fmla="*/ 9471387 h 10394972"/>
                  <a:gd name="connsiteX100-29999" fmla="*/ 7287491 w 10490654"/>
                  <a:gd name="connsiteY100-30000" fmla="*/ 9449904 h 10394972"/>
                  <a:gd name="connsiteX101-30001" fmla="*/ 7221797 w 10490654"/>
                  <a:gd name="connsiteY101-30002" fmla="*/ 9121910 h 10394972"/>
                  <a:gd name="connsiteX102-30003" fmla="*/ 6954982 w 10490654"/>
                  <a:gd name="connsiteY102-30004" fmla="*/ 9189626 h 10394972"/>
                  <a:gd name="connsiteX103-30005" fmla="*/ 6710737 w 10490654"/>
                  <a:gd name="connsiteY103-30006" fmla="*/ 9262013 h 10394972"/>
                  <a:gd name="connsiteX104-30007" fmla="*/ 6674777 w 10490654"/>
                  <a:gd name="connsiteY104-30008" fmla="*/ 9062912 h 10394972"/>
                  <a:gd name="connsiteX105-30009" fmla="*/ 6511636 w 10490654"/>
                  <a:gd name="connsiteY105-30010" fmla="*/ 8954099 h 10394972"/>
                  <a:gd name="connsiteX106-30011" fmla="*/ 6428509 w 10490654"/>
                  <a:gd name="connsiteY106-30012" fmla="*/ 8954099 h 10394972"/>
                  <a:gd name="connsiteX107-30013" fmla="*/ 6325922 w 10490654"/>
                  <a:gd name="connsiteY107-30014" fmla="*/ 9057307 h 10394972"/>
                  <a:gd name="connsiteX108-30015" fmla="*/ 6167763 w 10490654"/>
                  <a:gd name="connsiteY108-30016" fmla="*/ 8978227 h 10394972"/>
                  <a:gd name="connsiteX109-30017" fmla="*/ 6002132 w 10490654"/>
                  <a:gd name="connsiteY109-30018" fmla="*/ 9093734 h 10394972"/>
                  <a:gd name="connsiteX110-30019" fmla="*/ 5749636 w 10490654"/>
                  <a:gd name="connsiteY110-30020" fmla="*/ 9051081 h 10394972"/>
                  <a:gd name="connsiteX111-30021" fmla="*/ 5674760 w 10490654"/>
                  <a:gd name="connsiteY111-30022" fmla="*/ 9081904 h 10394972"/>
                  <a:gd name="connsiteX112-30023" fmla="*/ 5507415 w 10490654"/>
                  <a:gd name="connsiteY112-30024" fmla="*/ 9128137 h 10394972"/>
                  <a:gd name="connsiteX113-30025" fmla="*/ 5505859 w 10490654"/>
                  <a:gd name="connsiteY113-30026" fmla="*/ 8870972 h 10394972"/>
                  <a:gd name="connsiteX114-30027" fmla="*/ 5505857 w 10490654"/>
                  <a:gd name="connsiteY114-30028" fmla="*/ 8634977 h 10394972"/>
                  <a:gd name="connsiteX115-30029" fmla="*/ 5336024 w 10490654"/>
                  <a:gd name="connsiteY115-30030" fmla="*/ 8333292 h 10394972"/>
                  <a:gd name="connsiteX116-30031" fmla="*/ 5230324 w 10490654"/>
                  <a:gd name="connsiteY116-30032" fmla="*/ 8082820 h 10394972"/>
                  <a:gd name="connsiteX117-30033" fmla="*/ 5317031 w 10490654"/>
                  <a:gd name="connsiteY117-30034" fmla="*/ 7610208 h 10394972"/>
                  <a:gd name="connsiteX118-30035" fmla="*/ 5201059 w 10490654"/>
                  <a:gd name="connsiteY118-30036" fmla="*/ 7320352 h 10394972"/>
                  <a:gd name="connsiteX119-30037" fmla="*/ 5250872 w 10490654"/>
                  <a:gd name="connsiteY119-30038" fmla="*/ 7069881 h 10394972"/>
                  <a:gd name="connsiteX120-30039" fmla="*/ 5245735 w 10490654"/>
                  <a:gd name="connsiteY120-30040" fmla="*/ 7018665 h 10394972"/>
                  <a:gd name="connsiteX121-30041" fmla="*/ 4577603 w 10490654"/>
                  <a:gd name="connsiteY121-30042" fmla="*/ 7013996 h 10394972"/>
                  <a:gd name="connsiteX122-30043" fmla="*/ 4528412 w 10490654"/>
                  <a:gd name="connsiteY122-30044" fmla="*/ 6840580 h 10394972"/>
                  <a:gd name="connsiteX123-30045" fmla="*/ 4038834 w 10490654"/>
                  <a:gd name="connsiteY123-30046" fmla="*/ 6816452 h 10394972"/>
                  <a:gd name="connsiteX124-30047" fmla="*/ 3976254 w 10490654"/>
                  <a:gd name="connsiteY124-30048" fmla="*/ 7069881 h 10394972"/>
                  <a:gd name="connsiteX125-30049" fmla="*/ 3932667 w 10490654"/>
                  <a:gd name="connsiteY125-30050" fmla="*/ 7281279 h 10394972"/>
                  <a:gd name="connsiteX126-30051" fmla="*/ 3884155 w 10490654"/>
                  <a:gd name="connsiteY126-30052" fmla="*/ 7403480 h 10394972"/>
                  <a:gd name="connsiteX127-30053" fmla="*/ 3572499 w 10490654"/>
                  <a:gd name="connsiteY127-30054" fmla="*/ 7365450 h 10394972"/>
                  <a:gd name="connsiteX128-30055" fmla="*/ 3311236 w 10490654"/>
                  <a:gd name="connsiteY128-30056" fmla="*/ 7402390 h 10394972"/>
                  <a:gd name="connsiteX129-30057" fmla="*/ 2921540 w 10490654"/>
                  <a:gd name="connsiteY129-30058" fmla="*/ 7414475 h 10394972"/>
                  <a:gd name="connsiteX130-30059" fmla="*/ 2784763 w 10490654"/>
                  <a:gd name="connsiteY130-30060" fmla="*/ 7139153 h 10394972"/>
                  <a:gd name="connsiteX131-30061" fmla="*/ 2604654 w 10490654"/>
                  <a:gd name="connsiteY131-30062" fmla="*/ 6862062 h 10394972"/>
                  <a:gd name="connsiteX132-30063" fmla="*/ 2410691 w 10490654"/>
                  <a:gd name="connsiteY132-30064" fmla="*/ 6363299 h 10394972"/>
                  <a:gd name="connsiteX133-30065" fmla="*/ 2327563 w 10490654"/>
                  <a:gd name="connsiteY133-30066" fmla="*/ 6224753 h 10394972"/>
                  <a:gd name="connsiteX134-30067" fmla="*/ 1662545 w 10490654"/>
                  <a:gd name="connsiteY134-30068" fmla="*/ 6197044 h 10394972"/>
                  <a:gd name="connsiteX135-30069" fmla="*/ 1233054 w 10490654"/>
                  <a:gd name="connsiteY135-30070" fmla="*/ 6197044 h 10394972"/>
                  <a:gd name="connsiteX136-30071" fmla="*/ 1136072 w 10490654"/>
                  <a:gd name="connsiteY136-30072" fmla="*/ 6252462 h 10394972"/>
                  <a:gd name="connsiteX137-30073" fmla="*/ 706582 w 10490654"/>
                  <a:gd name="connsiteY137-30074" fmla="*/ 6210899 h 10394972"/>
                  <a:gd name="connsiteX138-30075" fmla="*/ 318654 w 10490654"/>
                  <a:gd name="connsiteY138-30076" fmla="*/ 6238608 h 10394972"/>
                  <a:gd name="connsiteX139-30077" fmla="*/ 96982 w 10490654"/>
                  <a:gd name="connsiteY139-30078" fmla="*/ 6391008 h 10394972"/>
                  <a:gd name="connsiteX140-30079" fmla="*/ 0 w 10490654"/>
                  <a:gd name="connsiteY140-30080" fmla="*/ 6294026 h 10394972"/>
                  <a:gd name="connsiteX141-30081" fmla="*/ 83127 w 10490654"/>
                  <a:gd name="connsiteY141-30082" fmla="*/ 6238608 h 10394972"/>
                  <a:gd name="connsiteX0-30083" fmla="*/ 83127 w 10490654"/>
                  <a:gd name="connsiteY0-30084" fmla="*/ 6238608 h 10394972"/>
                  <a:gd name="connsiteX1-30085" fmla="*/ 96982 w 10490654"/>
                  <a:gd name="connsiteY1-30086" fmla="*/ 5795262 h 10394972"/>
                  <a:gd name="connsiteX2-30087" fmla="*/ 401782 w 10490654"/>
                  <a:gd name="connsiteY2-30088" fmla="*/ 5532026 h 10394972"/>
                  <a:gd name="connsiteX3-30089" fmla="*/ 651163 w 10490654"/>
                  <a:gd name="connsiteY3-30090" fmla="*/ 5670572 h 10394972"/>
                  <a:gd name="connsiteX4-30091" fmla="*/ 858982 w 10490654"/>
                  <a:gd name="connsiteY4-30092" fmla="*/ 5504317 h 10394972"/>
                  <a:gd name="connsiteX5-30093" fmla="*/ 997527 w 10490654"/>
                  <a:gd name="connsiteY5-30094" fmla="*/ 5351917 h 10394972"/>
                  <a:gd name="connsiteX6-30095" fmla="*/ 1080654 w 10490654"/>
                  <a:gd name="connsiteY6-30096" fmla="*/ 5435044 h 10394972"/>
                  <a:gd name="connsiteX7-30097" fmla="*/ 1269312 w 10490654"/>
                  <a:gd name="connsiteY7-30098" fmla="*/ 5679710 h 10394972"/>
                  <a:gd name="connsiteX8-30099" fmla="*/ 1523116 w 10490654"/>
                  <a:gd name="connsiteY8-30100" fmla="*/ 5481030 h 10394972"/>
                  <a:gd name="connsiteX9-30101" fmla="*/ 1731818 w 10490654"/>
                  <a:gd name="connsiteY9-30102" fmla="*/ 5296499 h 10394972"/>
                  <a:gd name="connsiteX10-30103" fmla="*/ 2022763 w 10490654"/>
                  <a:gd name="connsiteY10-30104" fmla="*/ 5060972 h 10394972"/>
                  <a:gd name="connsiteX11-30105" fmla="*/ 2119745 w 10490654"/>
                  <a:gd name="connsiteY11-30106" fmla="*/ 4631481 h 10394972"/>
                  <a:gd name="connsiteX12-30107" fmla="*/ 2172511 w 10490654"/>
                  <a:gd name="connsiteY12-30108" fmla="*/ 4164848 h 10394972"/>
                  <a:gd name="connsiteX13-30109" fmla="*/ 2355272 w 10490654"/>
                  <a:gd name="connsiteY13-30110" fmla="*/ 3855626 h 10394972"/>
                  <a:gd name="connsiteX14-30111" fmla="*/ 2752497 w 10490654"/>
                  <a:gd name="connsiteY14-30112" fmla="*/ 3475092 h 10394972"/>
                  <a:gd name="connsiteX15-30113" fmla="*/ 2978727 w 10490654"/>
                  <a:gd name="connsiteY15-30114" fmla="*/ 3259881 h 10394972"/>
                  <a:gd name="connsiteX16-30115" fmla="*/ 3006436 w 10490654"/>
                  <a:gd name="connsiteY16-30116" fmla="*/ 2816535 h 10394972"/>
                  <a:gd name="connsiteX17-30117" fmla="*/ 3075709 w 10490654"/>
                  <a:gd name="connsiteY17-30118" fmla="*/ 2525590 h 10394972"/>
                  <a:gd name="connsiteX18-30119" fmla="*/ 3075709 w 10490654"/>
                  <a:gd name="connsiteY18-30120" fmla="*/ 2317772 h 10394972"/>
                  <a:gd name="connsiteX19-30121" fmla="*/ 3214254 w 10490654"/>
                  <a:gd name="connsiteY19-30122" fmla="*/ 1985262 h 10394972"/>
                  <a:gd name="connsiteX20-30123" fmla="*/ 3214254 w 10490654"/>
                  <a:gd name="connsiteY20-30124" fmla="*/ 1694317 h 10394972"/>
                  <a:gd name="connsiteX21-30125" fmla="*/ 3513454 w 10490654"/>
                  <a:gd name="connsiteY21-30126" fmla="*/ 1126281 h 10394972"/>
                  <a:gd name="connsiteX22-30127" fmla="*/ 3463636 w 10490654"/>
                  <a:gd name="connsiteY22-30128" fmla="*/ 752208 h 10394972"/>
                  <a:gd name="connsiteX23-30129" fmla="*/ 3491345 w 10490654"/>
                  <a:gd name="connsiteY23-30130" fmla="*/ 544390 h 10394972"/>
                  <a:gd name="connsiteX24-30131" fmla="*/ 3823854 w 10490654"/>
                  <a:gd name="connsiteY24-30132" fmla="*/ 184172 h 10394972"/>
                  <a:gd name="connsiteX25-30133" fmla="*/ 4017818 w 10490654"/>
                  <a:gd name="connsiteY25-30134" fmla="*/ 59481 h 10394972"/>
                  <a:gd name="connsiteX26-30135" fmla="*/ 4433454 w 10490654"/>
                  <a:gd name="connsiteY26-30136" fmla="*/ 295008 h 10394972"/>
                  <a:gd name="connsiteX27-30137" fmla="*/ 4599709 w 10490654"/>
                  <a:gd name="connsiteY27-30138" fmla="*/ 488972 h 10394972"/>
                  <a:gd name="connsiteX28-30139" fmla="*/ 5070763 w 10490654"/>
                  <a:gd name="connsiteY28-30140" fmla="*/ 544390 h 10394972"/>
                  <a:gd name="connsiteX29-30141" fmla="*/ 5391187 w 10490654"/>
                  <a:gd name="connsiteY29-30142" fmla="*/ 603639 h 10394972"/>
                  <a:gd name="connsiteX30-30143" fmla="*/ 5568642 w 10490654"/>
                  <a:gd name="connsiteY30-30144" fmla="*/ 588271 h 10394972"/>
                  <a:gd name="connsiteX31-30145" fmla="*/ 5860472 w 10490654"/>
                  <a:gd name="connsiteY31-30146" fmla="*/ 281153 h 10394972"/>
                  <a:gd name="connsiteX32-30147" fmla="*/ 6123709 w 10490654"/>
                  <a:gd name="connsiteY32-30148" fmla="*/ 322717 h 10394972"/>
                  <a:gd name="connsiteX33-30149" fmla="*/ 6541900 w 10490654"/>
                  <a:gd name="connsiteY33-30150" fmla="*/ 168233 h 10394972"/>
                  <a:gd name="connsiteX34-30151" fmla="*/ 6681722 w 10490654"/>
                  <a:gd name="connsiteY34-30152" fmla="*/ 107503 h 10394972"/>
                  <a:gd name="connsiteX35-30153" fmla="*/ 7011678 w 10490654"/>
                  <a:gd name="connsiteY35-30154" fmla="*/ 198026 h 10394972"/>
                  <a:gd name="connsiteX36-30155" fmla="*/ 7232072 w 10490654"/>
                  <a:gd name="connsiteY36-30156" fmla="*/ 17917 h 10394972"/>
                  <a:gd name="connsiteX37-30157" fmla="*/ 7379107 w 10490654"/>
                  <a:gd name="connsiteY37-30158" fmla="*/ 0 h 10394972"/>
                  <a:gd name="connsiteX38-30159" fmla="*/ 7600859 w 10490654"/>
                  <a:gd name="connsiteY38-30160" fmla="*/ 41248 h 10394972"/>
                  <a:gd name="connsiteX39-30161" fmla="*/ 7910945 w 10490654"/>
                  <a:gd name="connsiteY39-30162" fmla="*/ 128753 h 10394972"/>
                  <a:gd name="connsiteX40-30163" fmla="*/ 8312727 w 10490654"/>
                  <a:gd name="connsiteY40-30164" fmla="*/ 59481 h 10394972"/>
                  <a:gd name="connsiteX41-30165" fmla="*/ 8647005 w 10490654"/>
                  <a:gd name="connsiteY41-30166" fmla="*/ 396707 h 10394972"/>
                  <a:gd name="connsiteX42-30167" fmla="*/ 8908472 w 10490654"/>
                  <a:gd name="connsiteY42-30168" fmla="*/ 544390 h 10394972"/>
                  <a:gd name="connsiteX43-30169" fmla="*/ 9146732 w 10490654"/>
                  <a:gd name="connsiteY43-30170" fmla="*/ 420846 h 10394972"/>
                  <a:gd name="connsiteX44-30171" fmla="*/ 9372965 w 10490654"/>
                  <a:gd name="connsiteY44-30172" fmla="*/ 466363 h 10394972"/>
                  <a:gd name="connsiteX45-30173" fmla="*/ 9518072 w 10490654"/>
                  <a:gd name="connsiteY45-30174" fmla="*/ 367819 h 10394972"/>
                  <a:gd name="connsiteX46-30175" fmla="*/ 9646301 w 10490654"/>
                  <a:gd name="connsiteY46-30176" fmla="*/ 369587 h 10394972"/>
                  <a:gd name="connsiteX47-30177" fmla="*/ 10002982 w 10490654"/>
                  <a:gd name="connsiteY47-30178" fmla="*/ 793772 h 10394972"/>
                  <a:gd name="connsiteX48-30179" fmla="*/ 10238509 w 10490654"/>
                  <a:gd name="connsiteY48-30180" fmla="*/ 987735 h 10394972"/>
                  <a:gd name="connsiteX49-30181" fmla="*/ 10224654 w 10490654"/>
                  <a:gd name="connsiteY49-30182" fmla="*/ 1250972 h 10394972"/>
                  <a:gd name="connsiteX50-30183" fmla="*/ 10238509 w 10490654"/>
                  <a:gd name="connsiteY50-30184" fmla="*/ 1444935 h 10394972"/>
                  <a:gd name="connsiteX51-30185" fmla="*/ 10243066 w 10490654"/>
                  <a:gd name="connsiteY51-30186" fmla="*/ 1580249 h 10394972"/>
                  <a:gd name="connsiteX52-30187" fmla="*/ 10490654 w 10490654"/>
                  <a:gd name="connsiteY52-30188" fmla="*/ 1753897 h 10394972"/>
                  <a:gd name="connsiteX53-30189" fmla="*/ 10077929 w 10490654"/>
                  <a:gd name="connsiteY53-30190" fmla="*/ 2207269 h 10394972"/>
                  <a:gd name="connsiteX54-30191" fmla="*/ 9781309 w 10490654"/>
                  <a:gd name="connsiteY54-30192" fmla="*/ 2497881 h 10394972"/>
                  <a:gd name="connsiteX55-30193" fmla="*/ 9580055 w 10490654"/>
                  <a:gd name="connsiteY55-30194" fmla="*/ 3426134 h 10394972"/>
                  <a:gd name="connsiteX56-30195" fmla="*/ 9532477 w 10490654"/>
                  <a:gd name="connsiteY56-30196" fmla="*/ 3685207 h 10394972"/>
                  <a:gd name="connsiteX57-30197" fmla="*/ 9365672 w 10490654"/>
                  <a:gd name="connsiteY57-30198" fmla="*/ 3911044 h 10394972"/>
                  <a:gd name="connsiteX58-30199" fmla="*/ 9310254 w 10490654"/>
                  <a:gd name="connsiteY58-30200" fmla="*/ 4077299 h 10394972"/>
                  <a:gd name="connsiteX59-30201" fmla="*/ 9236422 w 10490654"/>
                  <a:gd name="connsiteY59-30202" fmla="*/ 4285117 h 10394972"/>
                  <a:gd name="connsiteX60-30203" fmla="*/ 9205255 w 10490654"/>
                  <a:gd name="connsiteY60-30204" fmla="*/ 4430122 h 10394972"/>
                  <a:gd name="connsiteX61-30205" fmla="*/ 9337963 w 10490654"/>
                  <a:gd name="connsiteY61-30206" fmla="*/ 4659190 h 10394972"/>
                  <a:gd name="connsiteX62-30207" fmla="*/ 9382180 w 10490654"/>
                  <a:gd name="connsiteY62-30208" fmla="*/ 4915057 h 10394972"/>
                  <a:gd name="connsiteX63-30209" fmla="*/ 9397939 w 10490654"/>
                  <a:gd name="connsiteY63-30210" fmla="*/ 5208060 h 10394972"/>
                  <a:gd name="connsiteX64-30211" fmla="*/ 9383359 w 10490654"/>
                  <a:gd name="connsiteY64-30212" fmla="*/ 5615153 h 10394972"/>
                  <a:gd name="connsiteX65-30213" fmla="*/ 9518623 w 10490654"/>
                  <a:gd name="connsiteY65-30214" fmla="*/ 5975373 h 10394972"/>
                  <a:gd name="connsiteX66-30215" fmla="*/ 9540496 w 10490654"/>
                  <a:gd name="connsiteY66-30216" fmla="*/ 6403714 h 10394972"/>
                  <a:gd name="connsiteX67-30217" fmla="*/ 9933709 w 10490654"/>
                  <a:gd name="connsiteY67-30218" fmla="*/ 6862062 h 10394972"/>
                  <a:gd name="connsiteX68-30219" fmla="*/ 10052074 w 10490654"/>
                  <a:gd name="connsiteY68-30220" fmla="*/ 7221396 h 10394972"/>
                  <a:gd name="connsiteX69-30221" fmla="*/ 10232908 w 10490654"/>
                  <a:gd name="connsiteY69-30222" fmla="*/ 7514995 h 10394972"/>
                  <a:gd name="connsiteX70-30223" fmla="*/ 9670472 w 10490654"/>
                  <a:gd name="connsiteY70-30224" fmla="*/ 7540935 h 10394972"/>
                  <a:gd name="connsiteX71-30225" fmla="*/ 9174087 w 10490654"/>
                  <a:gd name="connsiteY71-30226" fmla="*/ 7651772 h 10394972"/>
                  <a:gd name="connsiteX72-30227" fmla="*/ 9128871 w 10490654"/>
                  <a:gd name="connsiteY72-30228" fmla="*/ 7790317 h 10394972"/>
                  <a:gd name="connsiteX73-30229" fmla="*/ 9019309 w 10490654"/>
                  <a:gd name="connsiteY73-30230" fmla="*/ 7998135 h 10394972"/>
                  <a:gd name="connsiteX74-30231" fmla="*/ 8933823 w 10490654"/>
                  <a:gd name="connsiteY74-30232" fmla="*/ 8085908 h 10394972"/>
                  <a:gd name="connsiteX75-30233" fmla="*/ 8981809 w 10490654"/>
                  <a:gd name="connsiteY75-30234" fmla="*/ 8313436 h 10394972"/>
                  <a:gd name="connsiteX76-30235" fmla="*/ 9027559 w 10490654"/>
                  <a:gd name="connsiteY76-30236" fmla="*/ 8524608 h 10394972"/>
                  <a:gd name="connsiteX77-30237" fmla="*/ 8993669 w 10490654"/>
                  <a:gd name="connsiteY77-30238" fmla="*/ 8758113 h 10394972"/>
                  <a:gd name="connsiteX78-30239" fmla="*/ 8991600 w 10490654"/>
                  <a:gd name="connsiteY78-30240" fmla="*/ 8967953 h 10394972"/>
                  <a:gd name="connsiteX79-30241" fmla="*/ 8894618 w 10490654"/>
                  <a:gd name="connsiteY79-30242" fmla="*/ 9272753 h 10394972"/>
                  <a:gd name="connsiteX80-30243" fmla="*/ 8922328 w 10490654"/>
                  <a:gd name="connsiteY80-30244" fmla="*/ 9578490 h 10394972"/>
                  <a:gd name="connsiteX81-30245" fmla="*/ 9138715 w 10490654"/>
                  <a:gd name="connsiteY81-30246" fmla="*/ 9750056 h 10394972"/>
                  <a:gd name="connsiteX82-30247" fmla="*/ 9231789 w 10490654"/>
                  <a:gd name="connsiteY82-30248" fmla="*/ 9890275 h 10394972"/>
                  <a:gd name="connsiteX83-30249" fmla="*/ 9440036 w 10490654"/>
                  <a:gd name="connsiteY83-30250" fmla="*/ 9851958 h 10394972"/>
                  <a:gd name="connsiteX84-30251" fmla="*/ 9625328 w 10490654"/>
                  <a:gd name="connsiteY84-30252" fmla="*/ 9791132 h 10394972"/>
                  <a:gd name="connsiteX85-30253" fmla="*/ 9667359 w 10490654"/>
                  <a:gd name="connsiteY85-30254" fmla="*/ 9803430 h 10394972"/>
                  <a:gd name="connsiteX86-30255" fmla="*/ 9668916 w 10490654"/>
                  <a:gd name="connsiteY86-30256" fmla="*/ 10256426 h 10394972"/>
                  <a:gd name="connsiteX87-30257" fmla="*/ 9495500 w 10490654"/>
                  <a:gd name="connsiteY87-30258" fmla="*/ 10306085 h 10394972"/>
                  <a:gd name="connsiteX88-30259" fmla="*/ 9310254 w 10490654"/>
                  <a:gd name="connsiteY88-30260" fmla="*/ 10394972 h 10394972"/>
                  <a:gd name="connsiteX89-30261" fmla="*/ 9227127 w 10490654"/>
                  <a:gd name="connsiteY89-30262" fmla="*/ 10242572 h 10394972"/>
                  <a:gd name="connsiteX90-30263" fmla="*/ 9033163 w 10490654"/>
                  <a:gd name="connsiteY90-30264" fmla="*/ 9993190 h 10394972"/>
                  <a:gd name="connsiteX91-30265" fmla="*/ 8825345 w 10490654"/>
                  <a:gd name="connsiteY91-30266" fmla="*/ 9813081 h 10394972"/>
                  <a:gd name="connsiteX92-30267" fmla="*/ 8534400 w 10490654"/>
                  <a:gd name="connsiteY92-30268" fmla="*/ 9702244 h 10394972"/>
                  <a:gd name="connsiteX93-30269" fmla="*/ 8423563 w 10490654"/>
                  <a:gd name="connsiteY93-30270" fmla="*/ 9646826 h 10394972"/>
                  <a:gd name="connsiteX94-30271" fmla="*/ 8285018 w 10490654"/>
                  <a:gd name="connsiteY94-30272" fmla="*/ 9480572 h 10394972"/>
                  <a:gd name="connsiteX95-30273" fmla="*/ 8257309 w 10490654"/>
                  <a:gd name="connsiteY95-30274" fmla="*/ 9342026 h 10394972"/>
                  <a:gd name="connsiteX96-30275" fmla="*/ 8146472 w 10490654"/>
                  <a:gd name="connsiteY96-30276" fmla="*/ 9355881 h 10394972"/>
                  <a:gd name="connsiteX97-30277" fmla="*/ 8091054 w 10490654"/>
                  <a:gd name="connsiteY97-30278" fmla="*/ 9577553 h 10394972"/>
                  <a:gd name="connsiteX98-30279" fmla="*/ 7806336 w 10490654"/>
                  <a:gd name="connsiteY98-30280" fmla="*/ 9583313 h 10394972"/>
                  <a:gd name="connsiteX99-30281" fmla="*/ 7567694 w 10490654"/>
                  <a:gd name="connsiteY99-30282" fmla="*/ 9520112 h 10394972"/>
                  <a:gd name="connsiteX100-30283" fmla="*/ 7466043 w 10490654"/>
                  <a:gd name="connsiteY100-30284" fmla="*/ 9471387 h 10394972"/>
                  <a:gd name="connsiteX101-30285" fmla="*/ 7287491 w 10490654"/>
                  <a:gd name="connsiteY101-30286" fmla="*/ 9449904 h 10394972"/>
                  <a:gd name="connsiteX102-30287" fmla="*/ 7221797 w 10490654"/>
                  <a:gd name="connsiteY102-30288" fmla="*/ 9121910 h 10394972"/>
                  <a:gd name="connsiteX103-30289" fmla="*/ 6954982 w 10490654"/>
                  <a:gd name="connsiteY103-30290" fmla="*/ 9189626 h 10394972"/>
                  <a:gd name="connsiteX104-30291" fmla="*/ 6710737 w 10490654"/>
                  <a:gd name="connsiteY104-30292" fmla="*/ 9262013 h 10394972"/>
                  <a:gd name="connsiteX105-30293" fmla="*/ 6674777 w 10490654"/>
                  <a:gd name="connsiteY105-30294" fmla="*/ 9062912 h 10394972"/>
                  <a:gd name="connsiteX106-30295" fmla="*/ 6511636 w 10490654"/>
                  <a:gd name="connsiteY106-30296" fmla="*/ 8954099 h 10394972"/>
                  <a:gd name="connsiteX107-30297" fmla="*/ 6428509 w 10490654"/>
                  <a:gd name="connsiteY107-30298" fmla="*/ 8954099 h 10394972"/>
                  <a:gd name="connsiteX108-30299" fmla="*/ 6325922 w 10490654"/>
                  <a:gd name="connsiteY108-30300" fmla="*/ 9057307 h 10394972"/>
                  <a:gd name="connsiteX109-30301" fmla="*/ 6167763 w 10490654"/>
                  <a:gd name="connsiteY109-30302" fmla="*/ 8978227 h 10394972"/>
                  <a:gd name="connsiteX110-30303" fmla="*/ 6002132 w 10490654"/>
                  <a:gd name="connsiteY110-30304" fmla="*/ 9093734 h 10394972"/>
                  <a:gd name="connsiteX111-30305" fmla="*/ 5749636 w 10490654"/>
                  <a:gd name="connsiteY111-30306" fmla="*/ 9051081 h 10394972"/>
                  <a:gd name="connsiteX112-30307" fmla="*/ 5674760 w 10490654"/>
                  <a:gd name="connsiteY112-30308" fmla="*/ 9081904 h 10394972"/>
                  <a:gd name="connsiteX113-30309" fmla="*/ 5507415 w 10490654"/>
                  <a:gd name="connsiteY113-30310" fmla="*/ 9128137 h 10394972"/>
                  <a:gd name="connsiteX114-30311" fmla="*/ 5505859 w 10490654"/>
                  <a:gd name="connsiteY114-30312" fmla="*/ 8870972 h 10394972"/>
                  <a:gd name="connsiteX115-30313" fmla="*/ 5505857 w 10490654"/>
                  <a:gd name="connsiteY115-30314" fmla="*/ 8634977 h 10394972"/>
                  <a:gd name="connsiteX116-30315" fmla="*/ 5336024 w 10490654"/>
                  <a:gd name="connsiteY116-30316" fmla="*/ 8333292 h 10394972"/>
                  <a:gd name="connsiteX117-30317" fmla="*/ 5230324 w 10490654"/>
                  <a:gd name="connsiteY117-30318" fmla="*/ 8082820 h 10394972"/>
                  <a:gd name="connsiteX118-30319" fmla="*/ 5317031 w 10490654"/>
                  <a:gd name="connsiteY118-30320" fmla="*/ 7610208 h 10394972"/>
                  <a:gd name="connsiteX119-30321" fmla="*/ 5201059 w 10490654"/>
                  <a:gd name="connsiteY119-30322" fmla="*/ 7320352 h 10394972"/>
                  <a:gd name="connsiteX120-30323" fmla="*/ 5250872 w 10490654"/>
                  <a:gd name="connsiteY120-30324" fmla="*/ 7069881 h 10394972"/>
                  <a:gd name="connsiteX121-30325" fmla="*/ 5245735 w 10490654"/>
                  <a:gd name="connsiteY121-30326" fmla="*/ 7018665 h 10394972"/>
                  <a:gd name="connsiteX122-30327" fmla="*/ 4577603 w 10490654"/>
                  <a:gd name="connsiteY122-30328" fmla="*/ 7013996 h 10394972"/>
                  <a:gd name="connsiteX123-30329" fmla="*/ 4528412 w 10490654"/>
                  <a:gd name="connsiteY123-30330" fmla="*/ 6840580 h 10394972"/>
                  <a:gd name="connsiteX124-30331" fmla="*/ 4038834 w 10490654"/>
                  <a:gd name="connsiteY124-30332" fmla="*/ 6816452 h 10394972"/>
                  <a:gd name="connsiteX125-30333" fmla="*/ 3976254 w 10490654"/>
                  <a:gd name="connsiteY125-30334" fmla="*/ 7069881 h 10394972"/>
                  <a:gd name="connsiteX126-30335" fmla="*/ 3932667 w 10490654"/>
                  <a:gd name="connsiteY126-30336" fmla="*/ 7281279 h 10394972"/>
                  <a:gd name="connsiteX127-30337" fmla="*/ 3884155 w 10490654"/>
                  <a:gd name="connsiteY127-30338" fmla="*/ 7403480 h 10394972"/>
                  <a:gd name="connsiteX128-30339" fmla="*/ 3572499 w 10490654"/>
                  <a:gd name="connsiteY128-30340" fmla="*/ 7365450 h 10394972"/>
                  <a:gd name="connsiteX129-30341" fmla="*/ 3311236 w 10490654"/>
                  <a:gd name="connsiteY129-30342" fmla="*/ 7402390 h 10394972"/>
                  <a:gd name="connsiteX130-30343" fmla="*/ 2921540 w 10490654"/>
                  <a:gd name="connsiteY130-30344" fmla="*/ 7414475 h 10394972"/>
                  <a:gd name="connsiteX131-30345" fmla="*/ 2784763 w 10490654"/>
                  <a:gd name="connsiteY131-30346" fmla="*/ 7139153 h 10394972"/>
                  <a:gd name="connsiteX132-30347" fmla="*/ 2604654 w 10490654"/>
                  <a:gd name="connsiteY132-30348" fmla="*/ 6862062 h 10394972"/>
                  <a:gd name="connsiteX133-30349" fmla="*/ 2410691 w 10490654"/>
                  <a:gd name="connsiteY133-30350" fmla="*/ 6363299 h 10394972"/>
                  <a:gd name="connsiteX134-30351" fmla="*/ 2327563 w 10490654"/>
                  <a:gd name="connsiteY134-30352" fmla="*/ 6224753 h 10394972"/>
                  <a:gd name="connsiteX135-30353" fmla="*/ 1662545 w 10490654"/>
                  <a:gd name="connsiteY135-30354" fmla="*/ 6197044 h 10394972"/>
                  <a:gd name="connsiteX136-30355" fmla="*/ 1233054 w 10490654"/>
                  <a:gd name="connsiteY136-30356" fmla="*/ 6197044 h 10394972"/>
                  <a:gd name="connsiteX137-30357" fmla="*/ 1136072 w 10490654"/>
                  <a:gd name="connsiteY137-30358" fmla="*/ 6252462 h 10394972"/>
                  <a:gd name="connsiteX138-30359" fmla="*/ 706582 w 10490654"/>
                  <a:gd name="connsiteY138-30360" fmla="*/ 6210899 h 10394972"/>
                  <a:gd name="connsiteX139-30361" fmla="*/ 318654 w 10490654"/>
                  <a:gd name="connsiteY139-30362" fmla="*/ 6238608 h 10394972"/>
                  <a:gd name="connsiteX140-30363" fmla="*/ 96982 w 10490654"/>
                  <a:gd name="connsiteY140-30364" fmla="*/ 6391008 h 10394972"/>
                  <a:gd name="connsiteX141-30365" fmla="*/ 0 w 10490654"/>
                  <a:gd name="connsiteY141-30366" fmla="*/ 6294026 h 10394972"/>
                  <a:gd name="connsiteX142-30367" fmla="*/ 83127 w 10490654"/>
                  <a:gd name="connsiteY142-30368" fmla="*/ 6238608 h 10394972"/>
                  <a:gd name="connsiteX0-30369" fmla="*/ 83127 w 10490654"/>
                  <a:gd name="connsiteY0-30370" fmla="*/ 6238608 h 10394972"/>
                  <a:gd name="connsiteX1-30371" fmla="*/ 96982 w 10490654"/>
                  <a:gd name="connsiteY1-30372" fmla="*/ 5795262 h 10394972"/>
                  <a:gd name="connsiteX2-30373" fmla="*/ 401782 w 10490654"/>
                  <a:gd name="connsiteY2-30374" fmla="*/ 5532026 h 10394972"/>
                  <a:gd name="connsiteX3-30375" fmla="*/ 651163 w 10490654"/>
                  <a:gd name="connsiteY3-30376" fmla="*/ 5670572 h 10394972"/>
                  <a:gd name="connsiteX4-30377" fmla="*/ 858982 w 10490654"/>
                  <a:gd name="connsiteY4-30378" fmla="*/ 5504317 h 10394972"/>
                  <a:gd name="connsiteX5-30379" fmla="*/ 997527 w 10490654"/>
                  <a:gd name="connsiteY5-30380" fmla="*/ 5351917 h 10394972"/>
                  <a:gd name="connsiteX6-30381" fmla="*/ 1080654 w 10490654"/>
                  <a:gd name="connsiteY6-30382" fmla="*/ 5435044 h 10394972"/>
                  <a:gd name="connsiteX7-30383" fmla="*/ 1269312 w 10490654"/>
                  <a:gd name="connsiteY7-30384" fmla="*/ 5679710 h 10394972"/>
                  <a:gd name="connsiteX8-30385" fmla="*/ 1523116 w 10490654"/>
                  <a:gd name="connsiteY8-30386" fmla="*/ 5481030 h 10394972"/>
                  <a:gd name="connsiteX9-30387" fmla="*/ 1731818 w 10490654"/>
                  <a:gd name="connsiteY9-30388" fmla="*/ 5296499 h 10394972"/>
                  <a:gd name="connsiteX10-30389" fmla="*/ 2022763 w 10490654"/>
                  <a:gd name="connsiteY10-30390" fmla="*/ 5060972 h 10394972"/>
                  <a:gd name="connsiteX11-30391" fmla="*/ 2119745 w 10490654"/>
                  <a:gd name="connsiteY11-30392" fmla="*/ 4631481 h 10394972"/>
                  <a:gd name="connsiteX12-30393" fmla="*/ 2172511 w 10490654"/>
                  <a:gd name="connsiteY12-30394" fmla="*/ 4164848 h 10394972"/>
                  <a:gd name="connsiteX13-30395" fmla="*/ 2355272 w 10490654"/>
                  <a:gd name="connsiteY13-30396" fmla="*/ 3855626 h 10394972"/>
                  <a:gd name="connsiteX14-30397" fmla="*/ 2752497 w 10490654"/>
                  <a:gd name="connsiteY14-30398" fmla="*/ 3475092 h 10394972"/>
                  <a:gd name="connsiteX15-30399" fmla="*/ 2978727 w 10490654"/>
                  <a:gd name="connsiteY15-30400" fmla="*/ 3259881 h 10394972"/>
                  <a:gd name="connsiteX16-30401" fmla="*/ 3006436 w 10490654"/>
                  <a:gd name="connsiteY16-30402" fmla="*/ 2816535 h 10394972"/>
                  <a:gd name="connsiteX17-30403" fmla="*/ 3075709 w 10490654"/>
                  <a:gd name="connsiteY17-30404" fmla="*/ 2525590 h 10394972"/>
                  <a:gd name="connsiteX18-30405" fmla="*/ 3075709 w 10490654"/>
                  <a:gd name="connsiteY18-30406" fmla="*/ 2317772 h 10394972"/>
                  <a:gd name="connsiteX19-30407" fmla="*/ 3214254 w 10490654"/>
                  <a:gd name="connsiteY19-30408" fmla="*/ 1985262 h 10394972"/>
                  <a:gd name="connsiteX20-30409" fmla="*/ 3214254 w 10490654"/>
                  <a:gd name="connsiteY20-30410" fmla="*/ 1694317 h 10394972"/>
                  <a:gd name="connsiteX21-30411" fmla="*/ 3513454 w 10490654"/>
                  <a:gd name="connsiteY21-30412" fmla="*/ 1126281 h 10394972"/>
                  <a:gd name="connsiteX22-30413" fmla="*/ 3463636 w 10490654"/>
                  <a:gd name="connsiteY22-30414" fmla="*/ 752208 h 10394972"/>
                  <a:gd name="connsiteX23-30415" fmla="*/ 3491345 w 10490654"/>
                  <a:gd name="connsiteY23-30416" fmla="*/ 544390 h 10394972"/>
                  <a:gd name="connsiteX24-30417" fmla="*/ 3823854 w 10490654"/>
                  <a:gd name="connsiteY24-30418" fmla="*/ 184172 h 10394972"/>
                  <a:gd name="connsiteX25-30419" fmla="*/ 4017818 w 10490654"/>
                  <a:gd name="connsiteY25-30420" fmla="*/ 59481 h 10394972"/>
                  <a:gd name="connsiteX26-30421" fmla="*/ 4433454 w 10490654"/>
                  <a:gd name="connsiteY26-30422" fmla="*/ 295008 h 10394972"/>
                  <a:gd name="connsiteX27-30423" fmla="*/ 4599709 w 10490654"/>
                  <a:gd name="connsiteY27-30424" fmla="*/ 488972 h 10394972"/>
                  <a:gd name="connsiteX28-30425" fmla="*/ 5070763 w 10490654"/>
                  <a:gd name="connsiteY28-30426" fmla="*/ 544390 h 10394972"/>
                  <a:gd name="connsiteX29-30427" fmla="*/ 5391187 w 10490654"/>
                  <a:gd name="connsiteY29-30428" fmla="*/ 603639 h 10394972"/>
                  <a:gd name="connsiteX30-30429" fmla="*/ 5568642 w 10490654"/>
                  <a:gd name="connsiteY30-30430" fmla="*/ 588271 h 10394972"/>
                  <a:gd name="connsiteX31-30431" fmla="*/ 5860472 w 10490654"/>
                  <a:gd name="connsiteY31-30432" fmla="*/ 281153 h 10394972"/>
                  <a:gd name="connsiteX32-30433" fmla="*/ 6123709 w 10490654"/>
                  <a:gd name="connsiteY32-30434" fmla="*/ 322717 h 10394972"/>
                  <a:gd name="connsiteX33-30435" fmla="*/ 6541900 w 10490654"/>
                  <a:gd name="connsiteY33-30436" fmla="*/ 168233 h 10394972"/>
                  <a:gd name="connsiteX34-30437" fmla="*/ 6681722 w 10490654"/>
                  <a:gd name="connsiteY34-30438" fmla="*/ 107503 h 10394972"/>
                  <a:gd name="connsiteX35-30439" fmla="*/ 7011678 w 10490654"/>
                  <a:gd name="connsiteY35-30440" fmla="*/ 198026 h 10394972"/>
                  <a:gd name="connsiteX36-30441" fmla="*/ 7232072 w 10490654"/>
                  <a:gd name="connsiteY36-30442" fmla="*/ 17917 h 10394972"/>
                  <a:gd name="connsiteX37-30443" fmla="*/ 7379107 w 10490654"/>
                  <a:gd name="connsiteY37-30444" fmla="*/ 0 h 10394972"/>
                  <a:gd name="connsiteX38-30445" fmla="*/ 7600859 w 10490654"/>
                  <a:gd name="connsiteY38-30446" fmla="*/ 41248 h 10394972"/>
                  <a:gd name="connsiteX39-30447" fmla="*/ 7910945 w 10490654"/>
                  <a:gd name="connsiteY39-30448" fmla="*/ 128753 h 10394972"/>
                  <a:gd name="connsiteX40-30449" fmla="*/ 8312727 w 10490654"/>
                  <a:gd name="connsiteY40-30450" fmla="*/ 59481 h 10394972"/>
                  <a:gd name="connsiteX41-30451" fmla="*/ 8647005 w 10490654"/>
                  <a:gd name="connsiteY41-30452" fmla="*/ 396707 h 10394972"/>
                  <a:gd name="connsiteX42-30453" fmla="*/ 8908472 w 10490654"/>
                  <a:gd name="connsiteY42-30454" fmla="*/ 544390 h 10394972"/>
                  <a:gd name="connsiteX43-30455" fmla="*/ 9146732 w 10490654"/>
                  <a:gd name="connsiteY43-30456" fmla="*/ 420846 h 10394972"/>
                  <a:gd name="connsiteX44-30457" fmla="*/ 9372965 w 10490654"/>
                  <a:gd name="connsiteY44-30458" fmla="*/ 466363 h 10394972"/>
                  <a:gd name="connsiteX45-30459" fmla="*/ 9518072 w 10490654"/>
                  <a:gd name="connsiteY45-30460" fmla="*/ 367819 h 10394972"/>
                  <a:gd name="connsiteX46-30461" fmla="*/ 9646301 w 10490654"/>
                  <a:gd name="connsiteY46-30462" fmla="*/ 369587 h 10394972"/>
                  <a:gd name="connsiteX47-30463" fmla="*/ 10002982 w 10490654"/>
                  <a:gd name="connsiteY47-30464" fmla="*/ 793772 h 10394972"/>
                  <a:gd name="connsiteX48-30465" fmla="*/ 10238509 w 10490654"/>
                  <a:gd name="connsiteY48-30466" fmla="*/ 987735 h 10394972"/>
                  <a:gd name="connsiteX49-30467" fmla="*/ 10224654 w 10490654"/>
                  <a:gd name="connsiteY49-30468" fmla="*/ 1250972 h 10394972"/>
                  <a:gd name="connsiteX50-30469" fmla="*/ 10238509 w 10490654"/>
                  <a:gd name="connsiteY50-30470" fmla="*/ 1444935 h 10394972"/>
                  <a:gd name="connsiteX51-30471" fmla="*/ 10243066 w 10490654"/>
                  <a:gd name="connsiteY51-30472" fmla="*/ 1580249 h 10394972"/>
                  <a:gd name="connsiteX52-30473" fmla="*/ 10490654 w 10490654"/>
                  <a:gd name="connsiteY52-30474" fmla="*/ 1753897 h 10394972"/>
                  <a:gd name="connsiteX53-30475" fmla="*/ 10077929 w 10490654"/>
                  <a:gd name="connsiteY53-30476" fmla="*/ 2207269 h 10394972"/>
                  <a:gd name="connsiteX54-30477" fmla="*/ 9781309 w 10490654"/>
                  <a:gd name="connsiteY54-30478" fmla="*/ 2497881 h 10394972"/>
                  <a:gd name="connsiteX55-30479" fmla="*/ 9580055 w 10490654"/>
                  <a:gd name="connsiteY55-30480" fmla="*/ 3426134 h 10394972"/>
                  <a:gd name="connsiteX56-30481" fmla="*/ 9532477 w 10490654"/>
                  <a:gd name="connsiteY56-30482" fmla="*/ 3685207 h 10394972"/>
                  <a:gd name="connsiteX57-30483" fmla="*/ 9365672 w 10490654"/>
                  <a:gd name="connsiteY57-30484" fmla="*/ 3911044 h 10394972"/>
                  <a:gd name="connsiteX58-30485" fmla="*/ 9310254 w 10490654"/>
                  <a:gd name="connsiteY58-30486" fmla="*/ 4077299 h 10394972"/>
                  <a:gd name="connsiteX59-30487" fmla="*/ 9236422 w 10490654"/>
                  <a:gd name="connsiteY59-30488" fmla="*/ 4285117 h 10394972"/>
                  <a:gd name="connsiteX60-30489" fmla="*/ 9205255 w 10490654"/>
                  <a:gd name="connsiteY60-30490" fmla="*/ 4430122 h 10394972"/>
                  <a:gd name="connsiteX61-30491" fmla="*/ 9337963 w 10490654"/>
                  <a:gd name="connsiteY61-30492" fmla="*/ 4659190 h 10394972"/>
                  <a:gd name="connsiteX62-30493" fmla="*/ 9382180 w 10490654"/>
                  <a:gd name="connsiteY62-30494" fmla="*/ 4915057 h 10394972"/>
                  <a:gd name="connsiteX63-30495" fmla="*/ 9397939 w 10490654"/>
                  <a:gd name="connsiteY63-30496" fmla="*/ 5208060 h 10394972"/>
                  <a:gd name="connsiteX64-30497" fmla="*/ 9383359 w 10490654"/>
                  <a:gd name="connsiteY64-30498" fmla="*/ 5615153 h 10394972"/>
                  <a:gd name="connsiteX65-30499" fmla="*/ 9518623 w 10490654"/>
                  <a:gd name="connsiteY65-30500" fmla="*/ 5975373 h 10394972"/>
                  <a:gd name="connsiteX66-30501" fmla="*/ 9540496 w 10490654"/>
                  <a:gd name="connsiteY66-30502" fmla="*/ 6403714 h 10394972"/>
                  <a:gd name="connsiteX67-30503" fmla="*/ 9933709 w 10490654"/>
                  <a:gd name="connsiteY67-30504" fmla="*/ 6862062 h 10394972"/>
                  <a:gd name="connsiteX68-30505" fmla="*/ 10052074 w 10490654"/>
                  <a:gd name="connsiteY68-30506" fmla="*/ 7221396 h 10394972"/>
                  <a:gd name="connsiteX69-30507" fmla="*/ 10232908 w 10490654"/>
                  <a:gd name="connsiteY69-30508" fmla="*/ 7514995 h 10394972"/>
                  <a:gd name="connsiteX70-30509" fmla="*/ 9670472 w 10490654"/>
                  <a:gd name="connsiteY70-30510" fmla="*/ 7540935 h 10394972"/>
                  <a:gd name="connsiteX71-30511" fmla="*/ 9174087 w 10490654"/>
                  <a:gd name="connsiteY71-30512" fmla="*/ 7651772 h 10394972"/>
                  <a:gd name="connsiteX72-30513" fmla="*/ 9128871 w 10490654"/>
                  <a:gd name="connsiteY72-30514" fmla="*/ 7790317 h 10394972"/>
                  <a:gd name="connsiteX73-30515" fmla="*/ 9019309 w 10490654"/>
                  <a:gd name="connsiteY73-30516" fmla="*/ 7998135 h 10394972"/>
                  <a:gd name="connsiteX74-30517" fmla="*/ 8933823 w 10490654"/>
                  <a:gd name="connsiteY74-30518" fmla="*/ 8085908 h 10394972"/>
                  <a:gd name="connsiteX75-30519" fmla="*/ 9036787 w 10490654"/>
                  <a:gd name="connsiteY75-30520" fmla="*/ 8313437 h 10394972"/>
                  <a:gd name="connsiteX76-30521" fmla="*/ 9027559 w 10490654"/>
                  <a:gd name="connsiteY76-30522" fmla="*/ 8524608 h 10394972"/>
                  <a:gd name="connsiteX77-30523" fmla="*/ 8993669 w 10490654"/>
                  <a:gd name="connsiteY77-30524" fmla="*/ 8758113 h 10394972"/>
                  <a:gd name="connsiteX78-30525" fmla="*/ 8991600 w 10490654"/>
                  <a:gd name="connsiteY78-30526" fmla="*/ 8967953 h 10394972"/>
                  <a:gd name="connsiteX79-30527" fmla="*/ 8894618 w 10490654"/>
                  <a:gd name="connsiteY79-30528" fmla="*/ 9272753 h 10394972"/>
                  <a:gd name="connsiteX80-30529" fmla="*/ 8922328 w 10490654"/>
                  <a:gd name="connsiteY80-30530" fmla="*/ 9578490 h 10394972"/>
                  <a:gd name="connsiteX81-30531" fmla="*/ 9138715 w 10490654"/>
                  <a:gd name="connsiteY81-30532" fmla="*/ 9750056 h 10394972"/>
                  <a:gd name="connsiteX82-30533" fmla="*/ 9231789 w 10490654"/>
                  <a:gd name="connsiteY82-30534" fmla="*/ 9890275 h 10394972"/>
                  <a:gd name="connsiteX83-30535" fmla="*/ 9440036 w 10490654"/>
                  <a:gd name="connsiteY83-30536" fmla="*/ 9851958 h 10394972"/>
                  <a:gd name="connsiteX84-30537" fmla="*/ 9625328 w 10490654"/>
                  <a:gd name="connsiteY84-30538" fmla="*/ 9791132 h 10394972"/>
                  <a:gd name="connsiteX85-30539" fmla="*/ 9667359 w 10490654"/>
                  <a:gd name="connsiteY85-30540" fmla="*/ 9803430 h 10394972"/>
                  <a:gd name="connsiteX86-30541" fmla="*/ 9668916 w 10490654"/>
                  <a:gd name="connsiteY86-30542" fmla="*/ 10256426 h 10394972"/>
                  <a:gd name="connsiteX87-30543" fmla="*/ 9495500 w 10490654"/>
                  <a:gd name="connsiteY87-30544" fmla="*/ 10306085 h 10394972"/>
                  <a:gd name="connsiteX88-30545" fmla="*/ 9310254 w 10490654"/>
                  <a:gd name="connsiteY88-30546" fmla="*/ 10394972 h 10394972"/>
                  <a:gd name="connsiteX89-30547" fmla="*/ 9227127 w 10490654"/>
                  <a:gd name="connsiteY89-30548" fmla="*/ 10242572 h 10394972"/>
                  <a:gd name="connsiteX90-30549" fmla="*/ 9033163 w 10490654"/>
                  <a:gd name="connsiteY90-30550" fmla="*/ 9993190 h 10394972"/>
                  <a:gd name="connsiteX91-30551" fmla="*/ 8825345 w 10490654"/>
                  <a:gd name="connsiteY91-30552" fmla="*/ 9813081 h 10394972"/>
                  <a:gd name="connsiteX92-30553" fmla="*/ 8534400 w 10490654"/>
                  <a:gd name="connsiteY92-30554" fmla="*/ 9702244 h 10394972"/>
                  <a:gd name="connsiteX93-30555" fmla="*/ 8423563 w 10490654"/>
                  <a:gd name="connsiteY93-30556" fmla="*/ 9646826 h 10394972"/>
                  <a:gd name="connsiteX94-30557" fmla="*/ 8285018 w 10490654"/>
                  <a:gd name="connsiteY94-30558" fmla="*/ 9480572 h 10394972"/>
                  <a:gd name="connsiteX95-30559" fmla="*/ 8257309 w 10490654"/>
                  <a:gd name="connsiteY95-30560" fmla="*/ 9342026 h 10394972"/>
                  <a:gd name="connsiteX96-30561" fmla="*/ 8146472 w 10490654"/>
                  <a:gd name="connsiteY96-30562" fmla="*/ 9355881 h 10394972"/>
                  <a:gd name="connsiteX97-30563" fmla="*/ 8091054 w 10490654"/>
                  <a:gd name="connsiteY97-30564" fmla="*/ 9577553 h 10394972"/>
                  <a:gd name="connsiteX98-30565" fmla="*/ 7806336 w 10490654"/>
                  <a:gd name="connsiteY98-30566" fmla="*/ 9583313 h 10394972"/>
                  <a:gd name="connsiteX99-30567" fmla="*/ 7567694 w 10490654"/>
                  <a:gd name="connsiteY99-30568" fmla="*/ 9520112 h 10394972"/>
                  <a:gd name="connsiteX100-30569" fmla="*/ 7466043 w 10490654"/>
                  <a:gd name="connsiteY100-30570" fmla="*/ 9471387 h 10394972"/>
                  <a:gd name="connsiteX101-30571" fmla="*/ 7287491 w 10490654"/>
                  <a:gd name="connsiteY101-30572" fmla="*/ 9449904 h 10394972"/>
                  <a:gd name="connsiteX102-30573" fmla="*/ 7221797 w 10490654"/>
                  <a:gd name="connsiteY102-30574" fmla="*/ 9121910 h 10394972"/>
                  <a:gd name="connsiteX103-30575" fmla="*/ 6954982 w 10490654"/>
                  <a:gd name="connsiteY103-30576" fmla="*/ 9189626 h 10394972"/>
                  <a:gd name="connsiteX104-30577" fmla="*/ 6710737 w 10490654"/>
                  <a:gd name="connsiteY104-30578" fmla="*/ 9262013 h 10394972"/>
                  <a:gd name="connsiteX105-30579" fmla="*/ 6674777 w 10490654"/>
                  <a:gd name="connsiteY105-30580" fmla="*/ 9062912 h 10394972"/>
                  <a:gd name="connsiteX106-30581" fmla="*/ 6511636 w 10490654"/>
                  <a:gd name="connsiteY106-30582" fmla="*/ 8954099 h 10394972"/>
                  <a:gd name="connsiteX107-30583" fmla="*/ 6428509 w 10490654"/>
                  <a:gd name="connsiteY107-30584" fmla="*/ 8954099 h 10394972"/>
                  <a:gd name="connsiteX108-30585" fmla="*/ 6325922 w 10490654"/>
                  <a:gd name="connsiteY108-30586" fmla="*/ 9057307 h 10394972"/>
                  <a:gd name="connsiteX109-30587" fmla="*/ 6167763 w 10490654"/>
                  <a:gd name="connsiteY109-30588" fmla="*/ 8978227 h 10394972"/>
                  <a:gd name="connsiteX110-30589" fmla="*/ 6002132 w 10490654"/>
                  <a:gd name="connsiteY110-30590" fmla="*/ 9093734 h 10394972"/>
                  <a:gd name="connsiteX111-30591" fmla="*/ 5749636 w 10490654"/>
                  <a:gd name="connsiteY111-30592" fmla="*/ 9051081 h 10394972"/>
                  <a:gd name="connsiteX112-30593" fmla="*/ 5674760 w 10490654"/>
                  <a:gd name="connsiteY112-30594" fmla="*/ 9081904 h 10394972"/>
                  <a:gd name="connsiteX113-30595" fmla="*/ 5507415 w 10490654"/>
                  <a:gd name="connsiteY113-30596" fmla="*/ 9128137 h 10394972"/>
                  <a:gd name="connsiteX114-30597" fmla="*/ 5505859 w 10490654"/>
                  <a:gd name="connsiteY114-30598" fmla="*/ 8870972 h 10394972"/>
                  <a:gd name="connsiteX115-30599" fmla="*/ 5505857 w 10490654"/>
                  <a:gd name="connsiteY115-30600" fmla="*/ 8634977 h 10394972"/>
                  <a:gd name="connsiteX116-30601" fmla="*/ 5336024 w 10490654"/>
                  <a:gd name="connsiteY116-30602" fmla="*/ 8333292 h 10394972"/>
                  <a:gd name="connsiteX117-30603" fmla="*/ 5230324 w 10490654"/>
                  <a:gd name="connsiteY117-30604" fmla="*/ 8082820 h 10394972"/>
                  <a:gd name="connsiteX118-30605" fmla="*/ 5317031 w 10490654"/>
                  <a:gd name="connsiteY118-30606" fmla="*/ 7610208 h 10394972"/>
                  <a:gd name="connsiteX119-30607" fmla="*/ 5201059 w 10490654"/>
                  <a:gd name="connsiteY119-30608" fmla="*/ 7320352 h 10394972"/>
                  <a:gd name="connsiteX120-30609" fmla="*/ 5250872 w 10490654"/>
                  <a:gd name="connsiteY120-30610" fmla="*/ 7069881 h 10394972"/>
                  <a:gd name="connsiteX121-30611" fmla="*/ 5245735 w 10490654"/>
                  <a:gd name="connsiteY121-30612" fmla="*/ 7018665 h 10394972"/>
                  <a:gd name="connsiteX122-30613" fmla="*/ 4577603 w 10490654"/>
                  <a:gd name="connsiteY122-30614" fmla="*/ 7013996 h 10394972"/>
                  <a:gd name="connsiteX123-30615" fmla="*/ 4528412 w 10490654"/>
                  <a:gd name="connsiteY123-30616" fmla="*/ 6840580 h 10394972"/>
                  <a:gd name="connsiteX124-30617" fmla="*/ 4038834 w 10490654"/>
                  <a:gd name="connsiteY124-30618" fmla="*/ 6816452 h 10394972"/>
                  <a:gd name="connsiteX125-30619" fmla="*/ 3976254 w 10490654"/>
                  <a:gd name="connsiteY125-30620" fmla="*/ 7069881 h 10394972"/>
                  <a:gd name="connsiteX126-30621" fmla="*/ 3932667 w 10490654"/>
                  <a:gd name="connsiteY126-30622" fmla="*/ 7281279 h 10394972"/>
                  <a:gd name="connsiteX127-30623" fmla="*/ 3884155 w 10490654"/>
                  <a:gd name="connsiteY127-30624" fmla="*/ 7403480 h 10394972"/>
                  <a:gd name="connsiteX128-30625" fmla="*/ 3572499 w 10490654"/>
                  <a:gd name="connsiteY128-30626" fmla="*/ 7365450 h 10394972"/>
                  <a:gd name="connsiteX129-30627" fmla="*/ 3311236 w 10490654"/>
                  <a:gd name="connsiteY129-30628" fmla="*/ 7402390 h 10394972"/>
                  <a:gd name="connsiteX130-30629" fmla="*/ 2921540 w 10490654"/>
                  <a:gd name="connsiteY130-30630" fmla="*/ 7414475 h 10394972"/>
                  <a:gd name="connsiteX131-30631" fmla="*/ 2784763 w 10490654"/>
                  <a:gd name="connsiteY131-30632" fmla="*/ 7139153 h 10394972"/>
                  <a:gd name="connsiteX132-30633" fmla="*/ 2604654 w 10490654"/>
                  <a:gd name="connsiteY132-30634" fmla="*/ 6862062 h 10394972"/>
                  <a:gd name="connsiteX133-30635" fmla="*/ 2410691 w 10490654"/>
                  <a:gd name="connsiteY133-30636" fmla="*/ 6363299 h 10394972"/>
                  <a:gd name="connsiteX134-30637" fmla="*/ 2327563 w 10490654"/>
                  <a:gd name="connsiteY134-30638" fmla="*/ 6224753 h 10394972"/>
                  <a:gd name="connsiteX135-30639" fmla="*/ 1662545 w 10490654"/>
                  <a:gd name="connsiteY135-30640" fmla="*/ 6197044 h 10394972"/>
                  <a:gd name="connsiteX136-30641" fmla="*/ 1233054 w 10490654"/>
                  <a:gd name="connsiteY136-30642" fmla="*/ 6197044 h 10394972"/>
                  <a:gd name="connsiteX137-30643" fmla="*/ 1136072 w 10490654"/>
                  <a:gd name="connsiteY137-30644" fmla="*/ 6252462 h 10394972"/>
                  <a:gd name="connsiteX138-30645" fmla="*/ 706582 w 10490654"/>
                  <a:gd name="connsiteY138-30646" fmla="*/ 6210899 h 10394972"/>
                  <a:gd name="connsiteX139-30647" fmla="*/ 318654 w 10490654"/>
                  <a:gd name="connsiteY139-30648" fmla="*/ 6238608 h 10394972"/>
                  <a:gd name="connsiteX140-30649" fmla="*/ 96982 w 10490654"/>
                  <a:gd name="connsiteY140-30650" fmla="*/ 6391008 h 10394972"/>
                  <a:gd name="connsiteX141-30651" fmla="*/ 0 w 10490654"/>
                  <a:gd name="connsiteY141-30652" fmla="*/ 6294026 h 10394972"/>
                  <a:gd name="connsiteX142-30653" fmla="*/ 83127 w 10490654"/>
                  <a:gd name="connsiteY142-30654" fmla="*/ 6238608 h 10394972"/>
                  <a:gd name="connsiteX0-30655" fmla="*/ 83127 w 10490654"/>
                  <a:gd name="connsiteY0-30656" fmla="*/ 6238608 h 10394972"/>
                  <a:gd name="connsiteX1-30657" fmla="*/ 96982 w 10490654"/>
                  <a:gd name="connsiteY1-30658" fmla="*/ 5795262 h 10394972"/>
                  <a:gd name="connsiteX2-30659" fmla="*/ 401782 w 10490654"/>
                  <a:gd name="connsiteY2-30660" fmla="*/ 5532026 h 10394972"/>
                  <a:gd name="connsiteX3-30661" fmla="*/ 651163 w 10490654"/>
                  <a:gd name="connsiteY3-30662" fmla="*/ 5670572 h 10394972"/>
                  <a:gd name="connsiteX4-30663" fmla="*/ 858982 w 10490654"/>
                  <a:gd name="connsiteY4-30664" fmla="*/ 5504317 h 10394972"/>
                  <a:gd name="connsiteX5-30665" fmla="*/ 997527 w 10490654"/>
                  <a:gd name="connsiteY5-30666" fmla="*/ 5351917 h 10394972"/>
                  <a:gd name="connsiteX6-30667" fmla="*/ 1080654 w 10490654"/>
                  <a:gd name="connsiteY6-30668" fmla="*/ 5435044 h 10394972"/>
                  <a:gd name="connsiteX7-30669" fmla="*/ 1269312 w 10490654"/>
                  <a:gd name="connsiteY7-30670" fmla="*/ 5679710 h 10394972"/>
                  <a:gd name="connsiteX8-30671" fmla="*/ 1523116 w 10490654"/>
                  <a:gd name="connsiteY8-30672" fmla="*/ 5481030 h 10394972"/>
                  <a:gd name="connsiteX9-30673" fmla="*/ 1731818 w 10490654"/>
                  <a:gd name="connsiteY9-30674" fmla="*/ 5296499 h 10394972"/>
                  <a:gd name="connsiteX10-30675" fmla="*/ 2022763 w 10490654"/>
                  <a:gd name="connsiteY10-30676" fmla="*/ 5060972 h 10394972"/>
                  <a:gd name="connsiteX11-30677" fmla="*/ 2119745 w 10490654"/>
                  <a:gd name="connsiteY11-30678" fmla="*/ 4631481 h 10394972"/>
                  <a:gd name="connsiteX12-30679" fmla="*/ 2172511 w 10490654"/>
                  <a:gd name="connsiteY12-30680" fmla="*/ 4164848 h 10394972"/>
                  <a:gd name="connsiteX13-30681" fmla="*/ 2355272 w 10490654"/>
                  <a:gd name="connsiteY13-30682" fmla="*/ 3855626 h 10394972"/>
                  <a:gd name="connsiteX14-30683" fmla="*/ 2752497 w 10490654"/>
                  <a:gd name="connsiteY14-30684" fmla="*/ 3475092 h 10394972"/>
                  <a:gd name="connsiteX15-30685" fmla="*/ 2978727 w 10490654"/>
                  <a:gd name="connsiteY15-30686" fmla="*/ 3259881 h 10394972"/>
                  <a:gd name="connsiteX16-30687" fmla="*/ 3006436 w 10490654"/>
                  <a:gd name="connsiteY16-30688" fmla="*/ 2816535 h 10394972"/>
                  <a:gd name="connsiteX17-30689" fmla="*/ 3075709 w 10490654"/>
                  <a:gd name="connsiteY17-30690" fmla="*/ 2525590 h 10394972"/>
                  <a:gd name="connsiteX18-30691" fmla="*/ 3075709 w 10490654"/>
                  <a:gd name="connsiteY18-30692" fmla="*/ 2317772 h 10394972"/>
                  <a:gd name="connsiteX19-30693" fmla="*/ 3214254 w 10490654"/>
                  <a:gd name="connsiteY19-30694" fmla="*/ 1985262 h 10394972"/>
                  <a:gd name="connsiteX20-30695" fmla="*/ 3214254 w 10490654"/>
                  <a:gd name="connsiteY20-30696" fmla="*/ 1694317 h 10394972"/>
                  <a:gd name="connsiteX21-30697" fmla="*/ 3513454 w 10490654"/>
                  <a:gd name="connsiteY21-30698" fmla="*/ 1126281 h 10394972"/>
                  <a:gd name="connsiteX22-30699" fmla="*/ 3463636 w 10490654"/>
                  <a:gd name="connsiteY22-30700" fmla="*/ 752208 h 10394972"/>
                  <a:gd name="connsiteX23-30701" fmla="*/ 3491345 w 10490654"/>
                  <a:gd name="connsiteY23-30702" fmla="*/ 544390 h 10394972"/>
                  <a:gd name="connsiteX24-30703" fmla="*/ 3823854 w 10490654"/>
                  <a:gd name="connsiteY24-30704" fmla="*/ 184172 h 10394972"/>
                  <a:gd name="connsiteX25-30705" fmla="*/ 4017818 w 10490654"/>
                  <a:gd name="connsiteY25-30706" fmla="*/ 59481 h 10394972"/>
                  <a:gd name="connsiteX26-30707" fmla="*/ 4433454 w 10490654"/>
                  <a:gd name="connsiteY26-30708" fmla="*/ 295008 h 10394972"/>
                  <a:gd name="connsiteX27-30709" fmla="*/ 4599709 w 10490654"/>
                  <a:gd name="connsiteY27-30710" fmla="*/ 488972 h 10394972"/>
                  <a:gd name="connsiteX28-30711" fmla="*/ 5070763 w 10490654"/>
                  <a:gd name="connsiteY28-30712" fmla="*/ 544390 h 10394972"/>
                  <a:gd name="connsiteX29-30713" fmla="*/ 5391187 w 10490654"/>
                  <a:gd name="connsiteY29-30714" fmla="*/ 603639 h 10394972"/>
                  <a:gd name="connsiteX30-30715" fmla="*/ 5568642 w 10490654"/>
                  <a:gd name="connsiteY30-30716" fmla="*/ 588271 h 10394972"/>
                  <a:gd name="connsiteX31-30717" fmla="*/ 5860472 w 10490654"/>
                  <a:gd name="connsiteY31-30718" fmla="*/ 281153 h 10394972"/>
                  <a:gd name="connsiteX32-30719" fmla="*/ 6123709 w 10490654"/>
                  <a:gd name="connsiteY32-30720" fmla="*/ 322717 h 10394972"/>
                  <a:gd name="connsiteX33-30721" fmla="*/ 6541900 w 10490654"/>
                  <a:gd name="connsiteY33-30722" fmla="*/ 168233 h 10394972"/>
                  <a:gd name="connsiteX34-30723" fmla="*/ 6681722 w 10490654"/>
                  <a:gd name="connsiteY34-30724" fmla="*/ 107503 h 10394972"/>
                  <a:gd name="connsiteX35-30725" fmla="*/ 7011678 w 10490654"/>
                  <a:gd name="connsiteY35-30726" fmla="*/ 198026 h 10394972"/>
                  <a:gd name="connsiteX36-30727" fmla="*/ 7232072 w 10490654"/>
                  <a:gd name="connsiteY36-30728" fmla="*/ 17917 h 10394972"/>
                  <a:gd name="connsiteX37-30729" fmla="*/ 7379107 w 10490654"/>
                  <a:gd name="connsiteY37-30730" fmla="*/ 0 h 10394972"/>
                  <a:gd name="connsiteX38-30731" fmla="*/ 7600859 w 10490654"/>
                  <a:gd name="connsiteY38-30732" fmla="*/ 41248 h 10394972"/>
                  <a:gd name="connsiteX39-30733" fmla="*/ 7910945 w 10490654"/>
                  <a:gd name="connsiteY39-30734" fmla="*/ 128753 h 10394972"/>
                  <a:gd name="connsiteX40-30735" fmla="*/ 8312727 w 10490654"/>
                  <a:gd name="connsiteY40-30736" fmla="*/ 59481 h 10394972"/>
                  <a:gd name="connsiteX41-30737" fmla="*/ 8647005 w 10490654"/>
                  <a:gd name="connsiteY41-30738" fmla="*/ 396707 h 10394972"/>
                  <a:gd name="connsiteX42-30739" fmla="*/ 8908472 w 10490654"/>
                  <a:gd name="connsiteY42-30740" fmla="*/ 544390 h 10394972"/>
                  <a:gd name="connsiteX43-30741" fmla="*/ 9146732 w 10490654"/>
                  <a:gd name="connsiteY43-30742" fmla="*/ 420846 h 10394972"/>
                  <a:gd name="connsiteX44-30743" fmla="*/ 9372965 w 10490654"/>
                  <a:gd name="connsiteY44-30744" fmla="*/ 466363 h 10394972"/>
                  <a:gd name="connsiteX45-30745" fmla="*/ 9518072 w 10490654"/>
                  <a:gd name="connsiteY45-30746" fmla="*/ 367819 h 10394972"/>
                  <a:gd name="connsiteX46-30747" fmla="*/ 9646301 w 10490654"/>
                  <a:gd name="connsiteY46-30748" fmla="*/ 369587 h 10394972"/>
                  <a:gd name="connsiteX47-30749" fmla="*/ 10002982 w 10490654"/>
                  <a:gd name="connsiteY47-30750" fmla="*/ 793772 h 10394972"/>
                  <a:gd name="connsiteX48-30751" fmla="*/ 10238509 w 10490654"/>
                  <a:gd name="connsiteY48-30752" fmla="*/ 987735 h 10394972"/>
                  <a:gd name="connsiteX49-30753" fmla="*/ 10224654 w 10490654"/>
                  <a:gd name="connsiteY49-30754" fmla="*/ 1250972 h 10394972"/>
                  <a:gd name="connsiteX50-30755" fmla="*/ 10238509 w 10490654"/>
                  <a:gd name="connsiteY50-30756" fmla="*/ 1444935 h 10394972"/>
                  <a:gd name="connsiteX51-30757" fmla="*/ 10243066 w 10490654"/>
                  <a:gd name="connsiteY51-30758" fmla="*/ 1580249 h 10394972"/>
                  <a:gd name="connsiteX52-30759" fmla="*/ 10490654 w 10490654"/>
                  <a:gd name="connsiteY52-30760" fmla="*/ 1753897 h 10394972"/>
                  <a:gd name="connsiteX53-30761" fmla="*/ 10077929 w 10490654"/>
                  <a:gd name="connsiteY53-30762" fmla="*/ 2207269 h 10394972"/>
                  <a:gd name="connsiteX54-30763" fmla="*/ 9781309 w 10490654"/>
                  <a:gd name="connsiteY54-30764" fmla="*/ 2497881 h 10394972"/>
                  <a:gd name="connsiteX55-30765" fmla="*/ 9580055 w 10490654"/>
                  <a:gd name="connsiteY55-30766" fmla="*/ 3426134 h 10394972"/>
                  <a:gd name="connsiteX56-30767" fmla="*/ 9532477 w 10490654"/>
                  <a:gd name="connsiteY56-30768" fmla="*/ 3685207 h 10394972"/>
                  <a:gd name="connsiteX57-30769" fmla="*/ 9365672 w 10490654"/>
                  <a:gd name="connsiteY57-30770" fmla="*/ 3911044 h 10394972"/>
                  <a:gd name="connsiteX58-30771" fmla="*/ 9310254 w 10490654"/>
                  <a:gd name="connsiteY58-30772" fmla="*/ 4077299 h 10394972"/>
                  <a:gd name="connsiteX59-30773" fmla="*/ 9236422 w 10490654"/>
                  <a:gd name="connsiteY59-30774" fmla="*/ 4285117 h 10394972"/>
                  <a:gd name="connsiteX60-30775" fmla="*/ 9205255 w 10490654"/>
                  <a:gd name="connsiteY60-30776" fmla="*/ 4430122 h 10394972"/>
                  <a:gd name="connsiteX61-30777" fmla="*/ 9337963 w 10490654"/>
                  <a:gd name="connsiteY61-30778" fmla="*/ 4659190 h 10394972"/>
                  <a:gd name="connsiteX62-30779" fmla="*/ 9382180 w 10490654"/>
                  <a:gd name="connsiteY62-30780" fmla="*/ 4915057 h 10394972"/>
                  <a:gd name="connsiteX63-30781" fmla="*/ 9397939 w 10490654"/>
                  <a:gd name="connsiteY63-30782" fmla="*/ 5208060 h 10394972"/>
                  <a:gd name="connsiteX64-30783" fmla="*/ 9383359 w 10490654"/>
                  <a:gd name="connsiteY64-30784" fmla="*/ 5615153 h 10394972"/>
                  <a:gd name="connsiteX65-30785" fmla="*/ 9518623 w 10490654"/>
                  <a:gd name="connsiteY65-30786" fmla="*/ 5975373 h 10394972"/>
                  <a:gd name="connsiteX66-30787" fmla="*/ 9540496 w 10490654"/>
                  <a:gd name="connsiteY66-30788" fmla="*/ 6403714 h 10394972"/>
                  <a:gd name="connsiteX67-30789" fmla="*/ 9933709 w 10490654"/>
                  <a:gd name="connsiteY67-30790" fmla="*/ 6862062 h 10394972"/>
                  <a:gd name="connsiteX68-30791" fmla="*/ 10052074 w 10490654"/>
                  <a:gd name="connsiteY68-30792" fmla="*/ 7221396 h 10394972"/>
                  <a:gd name="connsiteX69-30793" fmla="*/ 10232908 w 10490654"/>
                  <a:gd name="connsiteY69-30794" fmla="*/ 7514995 h 10394972"/>
                  <a:gd name="connsiteX70-30795" fmla="*/ 9670472 w 10490654"/>
                  <a:gd name="connsiteY70-30796" fmla="*/ 7540935 h 10394972"/>
                  <a:gd name="connsiteX71-30797" fmla="*/ 9174087 w 10490654"/>
                  <a:gd name="connsiteY71-30798" fmla="*/ 7651772 h 10394972"/>
                  <a:gd name="connsiteX72-30799" fmla="*/ 9128871 w 10490654"/>
                  <a:gd name="connsiteY72-30800" fmla="*/ 7790317 h 10394972"/>
                  <a:gd name="connsiteX73-30801" fmla="*/ 9019309 w 10490654"/>
                  <a:gd name="connsiteY73-30802" fmla="*/ 7998135 h 10394972"/>
                  <a:gd name="connsiteX74-30803" fmla="*/ 8933823 w 10490654"/>
                  <a:gd name="connsiteY74-30804" fmla="*/ 8085908 h 10394972"/>
                  <a:gd name="connsiteX75-30805" fmla="*/ 9036787 w 10490654"/>
                  <a:gd name="connsiteY75-30806" fmla="*/ 8313437 h 10394972"/>
                  <a:gd name="connsiteX76-30807" fmla="*/ 9027559 w 10490654"/>
                  <a:gd name="connsiteY76-30808" fmla="*/ 8524608 h 10394972"/>
                  <a:gd name="connsiteX77-30809" fmla="*/ 8993669 w 10490654"/>
                  <a:gd name="connsiteY77-30810" fmla="*/ 8758113 h 10394972"/>
                  <a:gd name="connsiteX78-30811" fmla="*/ 8991600 w 10490654"/>
                  <a:gd name="connsiteY78-30812" fmla="*/ 8967953 h 10394972"/>
                  <a:gd name="connsiteX79-30813" fmla="*/ 8894618 w 10490654"/>
                  <a:gd name="connsiteY79-30814" fmla="*/ 9272753 h 10394972"/>
                  <a:gd name="connsiteX80-30815" fmla="*/ 8922328 w 10490654"/>
                  <a:gd name="connsiteY80-30816" fmla="*/ 9578490 h 10394972"/>
                  <a:gd name="connsiteX81-30817" fmla="*/ 9138715 w 10490654"/>
                  <a:gd name="connsiteY81-30818" fmla="*/ 9750056 h 10394972"/>
                  <a:gd name="connsiteX82-30819" fmla="*/ 9231789 w 10490654"/>
                  <a:gd name="connsiteY82-30820" fmla="*/ 9890275 h 10394972"/>
                  <a:gd name="connsiteX83-30821" fmla="*/ 9490431 w 10490654"/>
                  <a:gd name="connsiteY83-30822" fmla="*/ 9921020 h 10394972"/>
                  <a:gd name="connsiteX84-30823" fmla="*/ 9625328 w 10490654"/>
                  <a:gd name="connsiteY84-30824" fmla="*/ 9791132 h 10394972"/>
                  <a:gd name="connsiteX85-30825" fmla="*/ 9667359 w 10490654"/>
                  <a:gd name="connsiteY85-30826" fmla="*/ 9803430 h 10394972"/>
                  <a:gd name="connsiteX86-30827" fmla="*/ 9668916 w 10490654"/>
                  <a:gd name="connsiteY86-30828" fmla="*/ 10256426 h 10394972"/>
                  <a:gd name="connsiteX87-30829" fmla="*/ 9495500 w 10490654"/>
                  <a:gd name="connsiteY87-30830" fmla="*/ 10306085 h 10394972"/>
                  <a:gd name="connsiteX88-30831" fmla="*/ 9310254 w 10490654"/>
                  <a:gd name="connsiteY88-30832" fmla="*/ 10394972 h 10394972"/>
                  <a:gd name="connsiteX89-30833" fmla="*/ 9227127 w 10490654"/>
                  <a:gd name="connsiteY89-30834" fmla="*/ 10242572 h 10394972"/>
                  <a:gd name="connsiteX90-30835" fmla="*/ 9033163 w 10490654"/>
                  <a:gd name="connsiteY90-30836" fmla="*/ 9993190 h 10394972"/>
                  <a:gd name="connsiteX91-30837" fmla="*/ 8825345 w 10490654"/>
                  <a:gd name="connsiteY91-30838" fmla="*/ 9813081 h 10394972"/>
                  <a:gd name="connsiteX92-30839" fmla="*/ 8534400 w 10490654"/>
                  <a:gd name="connsiteY92-30840" fmla="*/ 9702244 h 10394972"/>
                  <a:gd name="connsiteX93-30841" fmla="*/ 8423563 w 10490654"/>
                  <a:gd name="connsiteY93-30842" fmla="*/ 9646826 h 10394972"/>
                  <a:gd name="connsiteX94-30843" fmla="*/ 8285018 w 10490654"/>
                  <a:gd name="connsiteY94-30844" fmla="*/ 9480572 h 10394972"/>
                  <a:gd name="connsiteX95-30845" fmla="*/ 8257309 w 10490654"/>
                  <a:gd name="connsiteY95-30846" fmla="*/ 9342026 h 10394972"/>
                  <a:gd name="connsiteX96-30847" fmla="*/ 8146472 w 10490654"/>
                  <a:gd name="connsiteY96-30848" fmla="*/ 9355881 h 10394972"/>
                  <a:gd name="connsiteX97-30849" fmla="*/ 8091054 w 10490654"/>
                  <a:gd name="connsiteY97-30850" fmla="*/ 9577553 h 10394972"/>
                  <a:gd name="connsiteX98-30851" fmla="*/ 7806336 w 10490654"/>
                  <a:gd name="connsiteY98-30852" fmla="*/ 9583313 h 10394972"/>
                  <a:gd name="connsiteX99-30853" fmla="*/ 7567694 w 10490654"/>
                  <a:gd name="connsiteY99-30854" fmla="*/ 9520112 h 10394972"/>
                  <a:gd name="connsiteX100-30855" fmla="*/ 7466043 w 10490654"/>
                  <a:gd name="connsiteY100-30856" fmla="*/ 9471387 h 10394972"/>
                  <a:gd name="connsiteX101-30857" fmla="*/ 7287491 w 10490654"/>
                  <a:gd name="connsiteY101-30858" fmla="*/ 9449904 h 10394972"/>
                  <a:gd name="connsiteX102-30859" fmla="*/ 7221797 w 10490654"/>
                  <a:gd name="connsiteY102-30860" fmla="*/ 9121910 h 10394972"/>
                  <a:gd name="connsiteX103-30861" fmla="*/ 6954982 w 10490654"/>
                  <a:gd name="connsiteY103-30862" fmla="*/ 9189626 h 10394972"/>
                  <a:gd name="connsiteX104-30863" fmla="*/ 6710737 w 10490654"/>
                  <a:gd name="connsiteY104-30864" fmla="*/ 9262013 h 10394972"/>
                  <a:gd name="connsiteX105-30865" fmla="*/ 6674777 w 10490654"/>
                  <a:gd name="connsiteY105-30866" fmla="*/ 9062912 h 10394972"/>
                  <a:gd name="connsiteX106-30867" fmla="*/ 6511636 w 10490654"/>
                  <a:gd name="connsiteY106-30868" fmla="*/ 8954099 h 10394972"/>
                  <a:gd name="connsiteX107-30869" fmla="*/ 6428509 w 10490654"/>
                  <a:gd name="connsiteY107-30870" fmla="*/ 8954099 h 10394972"/>
                  <a:gd name="connsiteX108-30871" fmla="*/ 6325922 w 10490654"/>
                  <a:gd name="connsiteY108-30872" fmla="*/ 9057307 h 10394972"/>
                  <a:gd name="connsiteX109-30873" fmla="*/ 6167763 w 10490654"/>
                  <a:gd name="connsiteY109-30874" fmla="*/ 8978227 h 10394972"/>
                  <a:gd name="connsiteX110-30875" fmla="*/ 6002132 w 10490654"/>
                  <a:gd name="connsiteY110-30876" fmla="*/ 9093734 h 10394972"/>
                  <a:gd name="connsiteX111-30877" fmla="*/ 5749636 w 10490654"/>
                  <a:gd name="connsiteY111-30878" fmla="*/ 9051081 h 10394972"/>
                  <a:gd name="connsiteX112-30879" fmla="*/ 5674760 w 10490654"/>
                  <a:gd name="connsiteY112-30880" fmla="*/ 9081904 h 10394972"/>
                  <a:gd name="connsiteX113-30881" fmla="*/ 5507415 w 10490654"/>
                  <a:gd name="connsiteY113-30882" fmla="*/ 9128137 h 10394972"/>
                  <a:gd name="connsiteX114-30883" fmla="*/ 5505859 w 10490654"/>
                  <a:gd name="connsiteY114-30884" fmla="*/ 8870972 h 10394972"/>
                  <a:gd name="connsiteX115-30885" fmla="*/ 5505857 w 10490654"/>
                  <a:gd name="connsiteY115-30886" fmla="*/ 8634977 h 10394972"/>
                  <a:gd name="connsiteX116-30887" fmla="*/ 5336024 w 10490654"/>
                  <a:gd name="connsiteY116-30888" fmla="*/ 8333292 h 10394972"/>
                  <a:gd name="connsiteX117-30889" fmla="*/ 5230324 w 10490654"/>
                  <a:gd name="connsiteY117-30890" fmla="*/ 8082820 h 10394972"/>
                  <a:gd name="connsiteX118-30891" fmla="*/ 5317031 w 10490654"/>
                  <a:gd name="connsiteY118-30892" fmla="*/ 7610208 h 10394972"/>
                  <a:gd name="connsiteX119-30893" fmla="*/ 5201059 w 10490654"/>
                  <a:gd name="connsiteY119-30894" fmla="*/ 7320352 h 10394972"/>
                  <a:gd name="connsiteX120-30895" fmla="*/ 5250872 w 10490654"/>
                  <a:gd name="connsiteY120-30896" fmla="*/ 7069881 h 10394972"/>
                  <a:gd name="connsiteX121-30897" fmla="*/ 5245735 w 10490654"/>
                  <a:gd name="connsiteY121-30898" fmla="*/ 7018665 h 10394972"/>
                  <a:gd name="connsiteX122-30899" fmla="*/ 4577603 w 10490654"/>
                  <a:gd name="connsiteY122-30900" fmla="*/ 7013996 h 10394972"/>
                  <a:gd name="connsiteX123-30901" fmla="*/ 4528412 w 10490654"/>
                  <a:gd name="connsiteY123-30902" fmla="*/ 6840580 h 10394972"/>
                  <a:gd name="connsiteX124-30903" fmla="*/ 4038834 w 10490654"/>
                  <a:gd name="connsiteY124-30904" fmla="*/ 6816452 h 10394972"/>
                  <a:gd name="connsiteX125-30905" fmla="*/ 3976254 w 10490654"/>
                  <a:gd name="connsiteY125-30906" fmla="*/ 7069881 h 10394972"/>
                  <a:gd name="connsiteX126-30907" fmla="*/ 3932667 w 10490654"/>
                  <a:gd name="connsiteY126-30908" fmla="*/ 7281279 h 10394972"/>
                  <a:gd name="connsiteX127-30909" fmla="*/ 3884155 w 10490654"/>
                  <a:gd name="connsiteY127-30910" fmla="*/ 7403480 h 10394972"/>
                  <a:gd name="connsiteX128-30911" fmla="*/ 3572499 w 10490654"/>
                  <a:gd name="connsiteY128-30912" fmla="*/ 7365450 h 10394972"/>
                  <a:gd name="connsiteX129-30913" fmla="*/ 3311236 w 10490654"/>
                  <a:gd name="connsiteY129-30914" fmla="*/ 7402390 h 10394972"/>
                  <a:gd name="connsiteX130-30915" fmla="*/ 2921540 w 10490654"/>
                  <a:gd name="connsiteY130-30916" fmla="*/ 7414475 h 10394972"/>
                  <a:gd name="connsiteX131-30917" fmla="*/ 2784763 w 10490654"/>
                  <a:gd name="connsiteY131-30918" fmla="*/ 7139153 h 10394972"/>
                  <a:gd name="connsiteX132-30919" fmla="*/ 2604654 w 10490654"/>
                  <a:gd name="connsiteY132-30920" fmla="*/ 6862062 h 10394972"/>
                  <a:gd name="connsiteX133-30921" fmla="*/ 2410691 w 10490654"/>
                  <a:gd name="connsiteY133-30922" fmla="*/ 6363299 h 10394972"/>
                  <a:gd name="connsiteX134-30923" fmla="*/ 2327563 w 10490654"/>
                  <a:gd name="connsiteY134-30924" fmla="*/ 6224753 h 10394972"/>
                  <a:gd name="connsiteX135-30925" fmla="*/ 1662545 w 10490654"/>
                  <a:gd name="connsiteY135-30926" fmla="*/ 6197044 h 10394972"/>
                  <a:gd name="connsiteX136-30927" fmla="*/ 1233054 w 10490654"/>
                  <a:gd name="connsiteY136-30928" fmla="*/ 6197044 h 10394972"/>
                  <a:gd name="connsiteX137-30929" fmla="*/ 1136072 w 10490654"/>
                  <a:gd name="connsiteY137-30930" fmla="*/ 6252462 h 10394972"/>
                  <a:gd name="connsiteX138-30931" fmla="*/ 706582 w 10490654"/>
                  <a:gd name="connsiteY138-30932" fmla="*/ 6210899 h 10394972"/>
                  <a:gd name="connsiteX139-30933" fmla="*/ 318654 w 10490654"/>
                  <a:gd name="connsiteY139-30934" fmla="*/ 6238608 h 10394972"/>
                  <a:gd name="connsiteX140-30935" fmla="*/ 96982 w 10490654"/>
                  <a:gd name="connsiteY140-30936" fmla="*/ 6391008 h 10394972"/>
                  <a:gd name="connsiteX141-30937" fmla="*/ 0 w 10490654"/>
                  <a:gd name="connsiteY141-30938" fmla="*/ 6294026 h 10394972"/>
                  <a:gd name="connsiteX142-30939" fmla="*/ 83127 w 10490654"/>
                  <a:gd name="connsiteY142-30940" fmla="*/ 6238608 h 10394972"/>
                  <a:gd name="connsiteX0-30941" fmla="*/ 83127 w 10490654"/>
                  <a:gd name="connsiteY0-30942" fmla="*/ 6238608 h 10394972"/>
                  <a:gd name="connsiteX1-30943" fmla="*/ 96982 w 10490654"/>
                  <a:gd name="connsiteY1-30944" fmla="*/ 5795262 h 10394972"/>
                  <a:gd name="connsiteX2-30945" fmla="*/ 401782 w 10490654"/>
                  <a:gd name="connsiteY2-30946" fmla="*/ 5532026 h 10394972"/>
                  <a:gd name="connsiteX3-30947" fmla="*/ 651163 w 10490654"/>
                  <a:gd name="connsiteY3-30948" fmla="*/ 5670572 h 10394972"/>
                  <a:gd name="connsiteX4-30949" fmla="*/ 858982 w 10490654"/>
                  <a:gd name="connsiteY4-30950" fmla="*/ 5504317 h 10394972"/>
                  <a:gd name="connsiteX5-30951" fmla="*/ 997527 w 10490654"/>
                  <a:gd name="connsiteY5-30952" fmla="*/ 5351917 h 10394972"/>
                  <a:gd name="connsiteX6-30953" fmla="*/ 1080654 w 10490654"/>
                  <a:gd name="connsiteY6-30954" fmla="*/ 5435044 h 10394972"/>
                  <a:gd name="connsiteX7-30955" fmla="*/ 1269312 w 10490654"/>
                  <a:gd name="connsiteY7-30956" fmla="*/ 5679710 h 10394972"/>
                  <a:gd name="connsiteX8-30957" fmla="*/ 1523116 w 10490654"/>
                  <a:gd name="connsiteY8-30958" fmla="*/ 5481030 h 10394972"/>
                  <a:gd name="connsiteX9-30959" fmla="*/ 1731818 w 10490654"/>
                  <a:gd name="connsiteY9-30960" fmla="*/ 5296499 h 10394972"/>
                  <a:gd name="connsiteX10-30961" fmla="*/ 2022763 w 10490654"/>
                  <a:gd name="connsiteY10-30962" fmla="*/ 5060972 h 10394972"/>
                  <a:gd name="connsiteX11-30963" fmla="*/ 2119745 w 10490654"/>
                  <a:gd name="connsiteY11-30964" fmla="*/ 4631481 h 10394972"/>
                  <a:gd name="connsiteX12-30965" fmla="*/ 2172511 w 10490654"/>
                  <a:gd name="connsiteY12-30966" fmla="*/ 4164848 h 10394972"/>
                  <a:gd name="connsiteX13-30967" fmla="*/ 2355272 w 10490654"/>
                  <a:gd name="connsiteY13-30968" fmla="*/ 3855626 h 10394972"/>
                  <a:gd name="connsiteX14-30969" fmla="*/ 2752497 w 10490654"/>
                  <a:gd name="connsiteY14-30970" fmla="*/ 3475092 h 10394972"/>
                  <a:gd name="connsiteX15-30971" fmla="*/ 2978727 w 10490654"/>
                  <a:gd name="connsiteY15-30972" fmla="*/ 3259881 h 10394972"/>
                  <a:gd name="connsiteX16-30973" fmla="*/ 3006436 w 10490654"/>
                  <a:gd name="connsiteY16-30974" fmla="*/ 2816535 h 10394972"/>
                  <a:gd name="connsiteX17-30975" fmla="*/ 3075709 w 10490654"/>
                  <a:gd name="connsiteY17-30976" fmla="*/ 2525590 h 10394972"/>
                  <a:gd name="connsiteX18-30977" fmla="*/ 3075709 w 10490654"/>
                  <a:gd name="connsiteY18-30978" fmla="*/ 2317772 h 10394972"/>
                  <a:gd name="connsiteX19-30979" fmla="*/ 3214254 w 10490654"/>
                  <a:gd name="connsiteY19-30980" fmla="*/ 1985262 h 10394972"/>
                  <a:gd name="connsiteX20-30981" fmla="*/ 3214254 w 10490654"/>
                  <a:gd name="connsiteY20-30982" fmla="*/ 1694317 h 10394972"/>
                  <a:gd name="connsiteX21-30983" fmla="*/ 3513454 w 10490654"/>
                  <a:gd name="connsiteY21-30984" fmla="*/ 1126281 h 10394972"/>
                  <a:gd name="connsiteX22-30985" fmla="*/ 3463636 w 10490654"/>
                  <a:gd name="connsiteY22-30986" fmla="*/ 752208 h 10394972"/>
                  <a:gd name="connsiteX23-30987" fmla="*/ 3491345 w 10490654"/>
                  <a:gd name="connsiteY23-30988" fmla="*/ 544390 h 10394972"/>
                  <a:gd name="connsiteX24-30989" fmla="*/ 3823854 w 10490654"/>
                  <a:gd name="connsiteY24-30990" fmla="*/ 184172 h 10394972"/>
                  <a:gd name="connsiteX25-30991" fmla="*/ 4017818 w 10490654"/>
                  <a:gd name="connsiteY25-30992" fmla="*/ 59481 h 10394972"/>
                  <a:gd name="connsiteX26-30993" fmla="*/ 4433454 w 10490654"/>
                  <a:gd name="connsiteY26-30994" fmla="*/ 295008 h 10394972"/>
                  <a:gd name="connsiteX27-30995" fmla="*/ 4599709 w 10490654"/>
                  <a:gd name="connsiteY27-30996" fmla="*/ 488972 h 10394972"/>
                  <a:gd name="connsiteX28-30997" fmla="*/ 5070763 w 10490654"/>
                  <a:gd name="connsiteY28-30998" fmla="*/ 544390 h 10394972"/>
                  <a:gd name="connsiteX29-30999" fmla="*/ 5391187 w 10490654"/>
                  <a:gd name="connsiteY29-31000" fmla="*/ 603639 h 10394972"/>
                  <a:gd name="connsiteX30-31001" fmla="*/ 5568642 w 10490654"/>
                  <a:gd name="connsiteY30-31002" fmla="*/ 588271 h 10394972"/>
                  <a:gd name="connsiteX31-31003" fmla="*/ 5860472 w 10490654"/>
                  <a:gd name="connsiteY31-31004" fmla="*/ 281153 h 10394972"/>
                  <a:gd name="connsiteX32-31005" fmla="*/ 6123709 w 10490654"/>
                  <a:gd name="connsiteY32-31006" fmla="*/ 322717 h 10394972"/>
                  <a:gd name="connsiteX33-31007" fmla="*/ 6541900 w 10490654"/>
                  <a:gd name="connsiteY33-31008" fmla="*/ 168233 h 10394972"/>
                  <a:gd name="connsiteX34-31009" fmla="*/ 6681722 w 10490654"/>
                  <a:gd name="connsiteY34-31010" fmla="*/ 107503 h 10394972"/>
                  <a:gd name="connsiteX35-31011" fmla="*/ 7011678 w 10490654"/>
                  <a:gd name="connsiteY35-31012" fmla="*/ 198026 h 10394972"/>
                  <a:gd name="connsiteX36-31013" fmla="*/ 7232072 w 10490654"/>
                  <a:gd name="connsiteY36-31014" fmla="*/ 17917 h 10394972"/>
                  <a:gd name="connsiteX37-31015" fmla="*/ 7379107 w 10490654"/>
                  <a:gd name="connsiteY37-31016" fmla="*/ 0 h 10394972"/>
                  <a:gd name="connsiteX38-31017" fmla="*/ 7600859 w 10490654"/>
                  <a:gd name="connsiteY38-31018" fmla="*/ 41248 h 10394972"/>
                  <a:gd name="connsiteX39-31019" fmla="*/ 7910945 w 10490654"/>
                  <a:gd name="connsiteY39-31020" fmla="*/ 128753 h 10394972"/>
                  <a:gd name="connsiteX40-31021" fmla="*/ 8312727 w 10490654"/>
                  <a:gd name="connsiteY40-31022" fmla="*/ 59481 h 10394972"/>
                  <a:gd name="connsiteX41-31023" fmla="*/ 8647005 w 10490654"/>
                  <a:gd name="connsiteY41-31024" fmla="*/ 396707 h 10394972"/>
                  <a:gd name="connsiteX42-31025" fmla="*/ 8908472 w 10490654"/>
                  <a:gd name="connsiteY42-31026" fmla="*/ 544390 h 10394972"/>
                  <a:gd name="connsiteX43-31027" fmla="*/ 9146732 w 10490654"/>
                  <a:gd name="connsiteY43-31028" fmla="*/ 420846 h 10394972"/>
                  <a:gd name="connsiteX44-31029" fmla="*/ 9372965 w 10490654"/>
                  <a:gd name="connsiteY44-31030" fmla="*/ 466363 h 10394972"/>
                  <a:gd name="connsiteX45-31031" fmla="*/ 9518072 w 10490654"/>
                  <a:gd name="connsiteY45-31032" fmla="*/ 367819 h 10394972"/>
                  <a:gd name="connsiteX46-31033" fmla="*/ 9646301 w 10490654"/>
                  <a:gd name="connsiteY46-31034" fmla="*/ 369587 h 10394972"/>
                  <a:gd name="connsiteX47-31035" fmla="*/ 10002982 w 10490654"/>
                  <a:gd name="connsiteY47-31036" fmla="*/ 793772 h 10394972"/>
                  <a:gd name="connsiteX48-31037" fmla="*/ 10238509 w 10490654"/>
                  <a:gd name="connsiteY48-31038" fmla="*/ 987735 h 10394972"/>
                  <a:gd name="connsiteX49-31039" fmla="*/ 10224654 w 10490654"/>
                  <a:gd name="connsiteY49-31040" fmla="*/ 1250972 h 10394972"/>
                  <a:gd name="connsiteX50-31041" fmla="*/ 10238509 w 10490654"/>
                  <a:gd name="connsiteY50-31042" fmla="*/ 1444935 h 10394972"/>
                  <a:gd name="connsiteX51-31043" fmla="*/ 10243066 w 10490654"/>
                  <a:gd name="connsiteY51-31044" fmla="*/ 1580249 h 10394972"/>
                  <a:gd name="connsiteX52-31045" fmla="*/ 10490654 w 10490654"/>
                  <a:gd name="connsiteY52-31046" fmla="*/ 1753897 h 10394972"/>
                  <a:gd name="connsiteX53-31047" fmla="*/ 10077929 w 10490654"/>
                  <a:gd name="connsiteY53-31048" fmla="*/ 2207269 h 10394972"/>
                  <a:gd name="connsiteX54-31049" fmla="*/ 9781309 w 10490654"/>
                  <a:gd name="connsiteY54-31050" fmla="*/ 2497881 h 10394972"/>
                  <a:gd name="connsiteX55-31051" fmla="*/ 9580055 w 10490654"/>
                  <a:gd name="connsiteY55-31052" fmla="*/ 3426134 h 10394972"/>
                  <a:gd name="connsiteX56-31053" fmla="*/ 9532477 w 10490654"/>
                  <a:gd name="connsiteY56-31054" fmla="*/ 3685207 h 10394972"/>
                  <a:gd name="connsiteX57-31055" fmla="*/ 9365672 w 10490654"/>
                  <a:gd name="connsiteY57-31056" fmla="*/ 3911044 h 10394972"/>
                  <a:gd name="connsiteX58-31057" fmla="*/ 9310254 w 10490654"/>
                  <a:gd name="connsiteY58-31058" fmla="*/ 4077299 h 10394972"/>
                  <a:gd name="connsiteX59-31059" fmla="*/ 9236422 w 10490654"/>
                  <a:gd name="connsiteY59-31060" fmla="*/ 4285117 h 10394972"/>
                  <a:gd name="connsiteX60-31061" fmla="*/ 9205255 w 10490654"/>
                  <a:gd name="connsiteY60-31062" fmla="*/ 4430122 h 10394972"/>
                  <a:gd name="connsiteX61-31063" fmla="*/ 9337963 w 10490654"/>
                  <a:gd name="connsiteY61-31064" fmla="*/ 4659190 h 10394972"/>
                  <a:gd name="connsiteX62-31065" fmla="*/ 9382180 w 10490654"/>
                  <a:gd name="connsiteY62-31066" fmla="*/ 4915057 h 10394972"/>
                  <a:gd name="connsiteX63-31067" fmla="*/ 9397939 w 10490654"/>
                  <a:gd name="connsiteY63-31068" fmla="*/ 5208060 h 10394972"/>
                  <a:gd name="connsiteX64-31069" fmla="*/ 9383359 w 10490654"/>
                  <a:gd name="connsiteY64-31070" fmla="*/ 5615153 h 10394972"/>
                  <a:gd name="connsiteX65-31071" fmla="*/ 9518623 w 10490654"/>
                  <a:gd name="connsiteY65-31072" fmla="*/ 5975373 h 10394972"/>
                  <a:gd name="connsiteX66-31073" fmla="*/ 9540496 w 10490654"/>
                  <a:gd name="connsiteY66-31074" fmla="*/ 6403714 h 10394972"/>
                  <a:gd name="connsiteX67-31075" fmla="*/ 9933709 w 10490654"/>
                  <a:gd name="connsiteY67-31076" fmla="*/ 6862062 h 10394972"/>
                  <a:gd name="connsiteX68-31077" fmla="*/ 10052074 w 10490654"/>
                  <a:gd name="connsiteY68-31078" fmla="*/ 7221396 h 10394972"/>
                  <a:gd name="connsiteX69-31079" fmla="*/ 10232908 w 10490654"/>
                  <a:gd name="connsiteY69-31080" fmla="*/ 7514995 h 10394972"/>
                  <a:gd name="connsiteX70-31081" fmla="*/ 9670472 w 10490654"/>
                  <a:gd name="connsiteY70-31082" fmla="*/ 7540935 h 10394972"/>
                  <a:gd name="connsiteX71-31083" fmla="*/ 9174087 w 10490654"/>
                  <a:gd name="connsiteY71-31084" fmla="*/ 7651772 h 10394972"/>
                  <a:gd name="connsiteX72-31085" fmla="*/ 9128871 w 10490654"/>
                  <a:gd name="connsiteY72-31086" fmla="*/ 7790317 h 10394972"/>
                  <a:gd name="connsiteX73-31087" fmla="*/ 9019309 w 10490654"/>
                  <a:gd name="connsiteY73-31088" fmla="*/ 7998135 h 10394972"/>
                  <a:gd name="connsiteX74-31089" fmla="*/ 8933823 w 10490654"/>
                  <a:gd name="connsiteY74-31090" fmla="*/ 8085908 h 10394972"/>
                  <a:gd name="connsiteX75-31091" fmla="*/ 9036787 w 10490654"/>
                  <a:gd name="connsiteY75-31092" fmla="*/ 8313437 h 10394972"/>
                  <a:gd name="connsiteX76-31093" fmla="*/ 9027559 w 10490654"/>
                  <a:gd name="connsiteY76-31094" fmla="*/ 8524608 h 10394972"/>
                  <a:gd name="connsiteX77-31095" fmla="*/ 8993669 w 10490654"/>
                  <a:gd name="connsiteY77-31096" fmla="*/ 8758113 h 10394972"/>
                  <a:gd name="connsiteX78-31097" fmla="*/ 8991600 w 10490654"/>
                  <a:gd name="connsiteY78-31098" fmla="*/ 8967953 h 10394972"/>
                  <a:gd name="connsiteX79-31099" fmla="*/ 8894618 w 10490654"/>
                  <a:gd name="connsiteY79-31100" fmla="*/ 9272753 h 10394972"/>
                  <a:gd name="connsiteX80-31101" fmla="*/ 8922328 w 10490654"/>
                  <a:gd name="connsiteY80-31102" fmla="*/ 9578490 h 10394972"/>
                  <a:gd name="connsiteX81-31103" fmla="*/ 9138715 w 10490654"/>
                  <a:gd name="connsiteY81-31104" fmla="*/ 9750056 h 10394972"/>
                  <a:gd name="connsiteX82-31105" fmla="*/ 9231789 w 10490654"/>
                  <a:gd name="connsiteY82-31106" fmla="*/ 9890275 h 10394972"/>
                  <a:gd name="connsiteX83-31107" fmla="*/ 9352913 w 10490654"/>
                  <a:gd name="connsiteY83-31108" fmla="*/ 9906432 h 10394972"/>
                  <a:gd name="connsiteX84-31109" fmla="*/ 9490431 w 10490654"/>
                  <a:gd name="connsiteY84-31110" fmla="*/ 9921020 h 10394972"/>
                  <a:gd name="connsiteX85-31111" fmla="*/ 9625328 w 10490654"/>
                  <a:gd name="connsiteY85-31112" fmla="*/ 9791132 h 10394972"/>
                  <a:gd name="connsiteX86-31113" fmla="*/ 9667359 w 10490654"/>
                  <a:gd name="connsiteY86-31114" fmla="*/ 9803430 h 10394972"/>
                  <a:gd name="connsiteX87-31115" fmla="*/ 9668916 w 10490654"/>
                  <a:gd name="connsiteY87-31116" fmla="*/ 10256426 h 10394972"/>
                  <a:gd name="connsiteX88-31117" fmla="*/ 9495500 w 10490654"/>
                  <a:gd name="connsiteY88-31118" fmla="*/ 10306085 h 10394972"/>
                  <a:gd name="connsiteX89-31119" fmla="*/ 9310254 w 10490654"/>
                  <a:gd name="connsiteY89-31120" fmla="*/ 10394972 h 10394972"/>
                  <a:gd name="connsiteX90-31121" fmla="*/ 9227127 w 10490654"/>
                  <a:gd name="connsiteY90-31122" fmla="*/ 10242572 h 10394972"/>
                  <a:gd name="connsiteX91-31123" fmla="*/ 9033163 w 10490654"/>
                  <a:gd name="connsiteY91-31124" fmla="*/ 9993190 h 10394972"/>
                  <a:gd name="connsiteX92-31125" fmla="*/ 8825345 w 10490654"/>
                  <a:gd name="connsiteY92-31126" fmla="*/ 9813081 h 10394972"/>
                  <a:gd name="connsiteX93-31127" fmla="*/ 8534400 w 10490654"/>
                  <a:gd name="connsiteY93-31128" fmla="*/ 9702244 h 10394972"/>
                  <a:gd name="connsiteX94-31129" fmla="*/ 8423563 w 10490654"/>
                  <a:gd name="connsiteY94-31130" fmla="*/ 9646826 h 10394972"/>
                  <a:gd name="connsiteX95-31131" fmla="*/ 8285018 w 10490654"/>
                  <a:gd name="connsiteY95-31132" fmla="*/ 9480572 h 10394972"/>
                  <a:gd name="connsiteX96-31133" fmla="*/ 8257309 w 10490654"/>
                  <a:gd name="connsiteY96-31134" fmla="*/ 9342026 h 10394972"/>
                  <a:gd name="connsiteX97-31135" fmla="*/ 8146472 w 10490654"/>
                  <a:gd name="connsiteY97-31136" fmla="*/ 9355881 h 10394972"/>
                  <a:gd name="connsiteX98-31137" fmla="*/ 8091054 w 10490654"/>
                  <a:gd name="connsiteY98-31138" fmla="*/ 9577553 h 10394972"/>
                  <a:gd name="connsiteX99-31139" fmla="*/ 7806336 w 10490654"/>
                  <a:gd name="connsiteY99-31140" fmla="*/ 9583313 h 10394972"/>
                  <a:gd name="connsiteX100-31141" fmla="*/ 7567694 w 10490654"/>
                  <a:gd name="connsiteY100-31142" fmla="*/ 9520112 h 10394972"/>
                  <a:gd name="connsiteX101-31143" fmla="*/ 7466043 w 10490654"/>
                  <a:gd name="connsiteY101-31144" fmla="*/ 9471387 h 10394972"/>
                  <a:gd name="connsiteX102-31145" fmla="*/ 7287491 w 10490654"/>
                  <a:gd name="connsiteY102-31146" fmla="*/ 9449904 h 10394972"/>
                  <a:gd name="connsiteX103-31147" fmla="*/ 7221797 w 10490654"/>
                  <a:gd name="connsiteY103-31148" fmla="*/ 9121910 h 10394972"/>
                  <a:gd name="connsiteX104-31149" fmla="*/ 6954982 w 10490654"/>
                  <a:gd name="connsiteY104-31150" fmla="*/ 9189626 h 10394972"/>
                  <a:gd name="connsiteX105-31151" fmla="*/ 6710737 w 10490654"/>
                  <a:gd name="connsiteY105-31152" fmla="*/ 9262013 h 10394972"/>
                  <a:gd name="connsiteX106-31153" fmla="*/ 6674777 w 10490654"/>
                  <a:gd name="connsiteY106-31154" fmla="*/ 9062912 h 10394972"/>
                  <a:gd name="connsiteX107-31155" fmla="*/ 6511636 w 10490654"/>
                  <a:gd name="connsiteY107-31156" fmla="*/ 8954099 h 10394972"/>
                  <a:gd name="connsiteX108-31157" fmla="*/ 6428509 w 10490654"/>
                  <a:gd name="connsiteY108-31158" fmla="*/ 8954099 h 10394972"/>
                  <a:gd name="connsiteX109-31159" fmla="*/ 6325922 w 10490654"/>
                  <a:gd name="connsiteY109-31160" fmla="*/ 9057307 h 10394972"/>
                  <a:gd name="connsiteX110-31161" fmla="*/ 6167763 w 10490654"/>
                  <a:gd name="connsiteY110-31162" fmla="*/ 8978227 h 10394972"/>
                  <a:gd name="connsiteX111-31163" fmla="*/ 6002132 w 10490654"/>
                  <a:gd name="connsiteY111-31164" fmla="*/ 9093734 h 10394972"/>
                  <a:gd name="connsiteX112-31165" fmla="*/ 5749636 w 10490654"/>
                  <a:gd name="connsiteY112-31166" fmla="*/ 9051081 h 10394972"/>
                  <a:gd name="connsiteX113-31167" fmla="*/ 5674760 w 10490654"/>
                  <a:gd name="connsiteY113-31168" fmla="*/ 9081904 h 10394972"/>
                  <a:gd name="connsiteX114-31169" fmla="*/ 5507415 w 10490654"/>
                  <a:gd name="connsiteY114-31170" fmla="*/ 9128137 h 10394972"/>
                  <a:gd name="connsiteX115-31171" fmla="*/ 5505859 w 10490654"/>
                  <a:gd name="connsiteY115-31172" fmla="*/ 8870972 h 10394972"/>
                  <a:gd name="connsiteX116-31173" fmla="*/ 5505857 w 10490654"/>
                  <a:gd name="connsiteY116-31174" fmla="*/ 8634977 h 10394972"/>
                  <a:gd name="connsiteX117-31175" fmla="*/ 5336024 w 10490654"/>
                  <a:gd name="connsiteY117-31176" fmla="*/ 8333292 h 10394972"/>
                  <a:gd name="connsiteX118-31177" fmla="*/ 5230324 w 10490654"/>
                  <a:gd name="connsiteY118-31178" fmla="*/ 8082820 h 10394972"/>
                  <a:gd name="connsiteX119-31179" fmla="*/ 5317031 w 10490654"/>
                  <a:gd name="connsiteY119-31180" fmla="*/ 7610208 h 10394972"/>
                  <a:gd name="connsiteX120-31181" fmla="*/ 5201059 w 10490654"/>
                  <a:gd name="connsiteY120-31182" fmla="*/ 7320352 h 10394972"/>
                  <a:gd name="connsiteX121-31183" fmla="*/ 5250872 w 10490654"/>
                  <a:gd name="connsiteY121-31184" fmla="*/ 7069881 h 10394972"/>
                  <a:gd name="connsiteX122-31185" fmla="*/ 5245735 w 10490654"/>
                  <a:gd name="connsiteY122-31186" fmla="*/ 7018665 h 10394972"/>
                  <a:gd name="connsiteX123-31187" fmla="*/ 4577603 w 10490654"/>
                  <a:gd name="connsiteY123-31188" fmla="*/ 7013996 h 10394972"/>
                  <a:gd name="connsiteX124-31189" fmla="*/ 4528412 w 10490654"/>
                  <a:gd name="connsiteY124-31190" fmla="*/ 6840580 h 10394972"/>
                  <a:gd name="connsiteX125-31191" fmla="*/ 4038834 w 10490654"/>
                  <a:gd name="connsiteY125-31192" fmla="*/ 6816452 h 10394972"/>
                  <a:gd name="connsiteX126-31193" fmla="*/ 3976254 w 10490654"/>
                  <a:gd name="connsiteY126-31194" fmla="*/ 7069881 h 10394972"/>
                  <a:gd name="connsiteX127-31195" fmla="*/ 3932667 w 10490654"/>
                  <a:gd name="connsiteY127-31196" fmla="*/ 7281279 h 10394972"/>
                  <a:gd name="connsiteX128-31197" fmla="*/ 3884155 w 10490654"/>
                  <a:gd name="connsiteY128-31198" fmla="*/ 7403480 h 10394972"/>
                  <a:gd name="connsiteX129-31199" fmla="*/ 3572499 w 10490654"/>
                  <a:gd name="connsiteY129-31200" fmla="*/ 7365450 h 10394972"/>
                  <a:gd name="connsiteX130-31201" fmla="*/ 3311236 w 10490654"/>
                  <a:gd name="connsiteY130-31202" fmla="*/ 7402390 h 10394972"/>
                  <a:gd name="connsiteX131-31203" fmla="*/ 2921540 w 10490654"/>
                  <a:gd name="connsiteY131-31204" fmla="*/ 7414475 h 10394972"/>
                  <a:gd name="connsiteX132-31205" fmla="*/ 2784763 w 10490654"/>
                  <a:gd name="connsiteY132-31206" fmla="*/ 7139153 h 10394972"/>
                  <a:gd name="connsiteX133-31207" fmla="*/ 2604654 w 10490654"/>
                  <a:gd name="connsiteY133-31208" fmla="*/ 6862062 h 10394972"/>
                  <a:gd name="connsiteX134-31209" fmla="*/ 2410691 w 10490654"/>
                  <a:gd name="connsiteY134-31210" fmla="*/ 6363299 h 10394972"/>
                  <a:gd name="connsiteX135-31211" fmla="*/ 2327563 w 10490654"/>
                  <a:gd name="connsiteY135-31212" fmla="*/ 6224753 h 10394972"/>
                  <a:gd name="connsiteX136-31213" fmla="*/ 1662545 w 10490654"/>
                  <a:gd name="connsiteY136-31214" fmla="*/ 6197044 h 10394972"/>
                  <a:gd name="connsiteX137-31215" fmla="*/ 1233054 w 10490654"/>
                  <a:gd name="connsiteY137-31216" fmla="*/ 6197044 h 10394972"/>
                  <a:gd name="connsiteX138-31217" fmla="*/ 1136072 w 10490654"/>
                  <a:gd name="connsiteY138-31218" fmla="*/ 6252462 h 10394972"/>
                  <a:gd name="connsiteX139-31219" fmla="*/ 706582 w 10490654"/>
                  <a:gd name="connsiteY139-31220" fmla="*/ 6210899 h 10394972"/>
                  <a:gd name="connsiteX140-31221" fmla="*/ 318654 w 10490654"/>
                  <a:gd name="connsiteY140-31222" fmla="*/ 6238608 h 10394972"/>
                  <a:gd name="connsiteX141-31223" fmla="*/ 96982 w 10490654"/>
                  <a:gd name="connsiteY141-31224" fmla="*/ 6391008 h 10394972"/>
                  <a:gd name="connsiteX142-31225" fmla="*/ 0 w 10490654"/>
                  <a:gd name="connsiteY142-31226" fmla="*/ 6294026 h 10394972"/>
                  <a:gd name="connsiteX143-31227" fmla="*/ 83127 w 10490654"/>
                  <a:gd name="connsiteY143-31228" fmla="*/ 6238608 h 10394972"/>
                  <a:gd name="connsiteX0-31229" fmla="*/ 83127 w 10490654"/>
                  <a:gd name="connsiteY0-31230" fmla="*/ 6238608 h 10394972"/>
                  <a:gd name="connsiteX1-31231" fmla="*/ 96982 w 10490654"/>
                  <a:gd name="connsiteY1-31232" fmla="*/ 5795262 h 10394972"/>
                  <a:gd name="connsiteX2-31233" fmla="*/ 401782 w 10490654"/>
                  <a:gd name="connsiteY2-31234" fmla="*/ 5532026 h 10394972"/>
                  <a:gd name="connsiteX3-31235" fmla="*/ 651163 w 10490654"/>
                  <a:gd name="connsiteY3-31236" fmla="*/ 5670572 h 10394972"/>
                  <a:gd name="connsiteX4-31237" fmla="*/ 858982 w 10490654"/>
                  <a:gd name="connsiteY4-31238" fmla="*/ 5504317 h 10394972"/>
                  <a:gd name="connsiteX5-31239" fmla="*/ 997527 w 10490654"/>
                  <a:gd name="connsiteY5-31240" fmla="*/ 5351917 h 10394972"/>
                  <a:gd name="connsiteX6-31241" fmla="*/ 1080654 w 10490654"/>
                  <a:gd name="connsiteY6-31242" fmla="*/ 5435044 h 10394972"/>
                  <a:gd name="connsiteX7-31243" fmla="*/ 1269312 w 10490654"/>
                  <a:gd name="connsiteY7-31244" fmla="*/ 5679710 h 10394972"/>
                  <a:gd name="connsiteX8-31245" fmla="*/ 1523116 w 10490654"/>
                  <a:gd name="connsiteY8-31246" fmla="*/ 5481030 h 10394972"/>
                  <a:gd name="connsiteX9-31247" fmla="*/ 1731818 w 10490654"/>
                  <a:gd name="connsiteY9-31248" fmla="*/ 5296499 h 10394972"/>
                  <a:gd name="connsiteX10-31249" fmla="*/ 2022763 w 10490654"/>
                  <a:gd name="connsiteY10-31250" fmla="*/ 5060972 h 10394972"/>
                  <a:gd name="connsiteX11-31251" fmla="*/ 2119745 w 10490654"/>
                  <a:gd name="connsiteY11-31252" fmla="*/ 4631481 h 10394972"/>
                  <a:gd name="connsiteX12-31253" fmla="*/ 2172511 w 10490654"/>
                  <a:gd name="connsiteY12-31254" fmla="*/ 4164848 h 10394972"/>
                  <a:gd name="connsiteX13-31255" fmla="*/ 2355272 w 10490654"/>
                  <a:gd name="connsiteY13-31256" fmla="*/ 3855626 h 10394972"/>
                  <a:gd name="connsiteX14-31257" fmla="*/ 2752497 w 10490654"/>
                  <a:gd name="connsiteY14-31258" fmla="*/ 3475092 h 10394972"/>
                  <a:gd name="connsiteX15-31259" fmla="*/ 2978727 w 10490654"/>
                  <a:gd name="connsiteY15-31260" fmla="*/ 3259881 h 10394972"/>
                  <a:gd name="connsiteX16-31261" fmla="*/ 3006436 w 10490654"/>
                  <a:gd name="connsiteY16-31262" fmla="*/ 2816535 h 10394972"/>
                  <a:gd name="connsiteX17-31263" fmla="*/ 3075709 w 10490654"/>
                  <a:gd name="connsiteY17-31264" fmla="*/ 2525590 h 10394972"/>
                  <a:gd name="connsiteX18-31265" fmla="*/ 3075709 w 10490654"/>
                  <a:gd name="connsiteY18-31266" fmla="*/ 2317772 h 10394972"/>
                  <a:gd name="connsiteX19-31267" fmla="*/ 3214254 w 10490654"/>
                  <a:gd name="connsiteY19-31268" fmla="*/ 1985262 h 10394972"/>
                  <a:gd name="connsiteX20-31269" fmla="*/ 3214254 w 10490654"/>
                  <a:gd name="connsiteY20-31270" fmla="*/ 1694317 h 10394972"/>
                  <a:gd name="connsiteX21-31271" fmla="*/ 3513454 w 10490654"/>
                  <a:gd name="connsiteY21-31272" fmla="*/ 1126281 h 10394972"/>
                  <a:gd name="connsiteX22-31273" fmla="*/ 3463636 w 10490654"/>
                  <a:gd name="connsiteY22-31274" fmla="*/ 752208 h 10394972"/>
                  <a:gd name="connsiteX23-31275" fmla="*/ 3491345 w 10490654"/>
                  <a:gd name="connsiteY23-31276" fmla="*/ 544390 h 10394972"/>
                  <a:gd name="connsiteX24-31277" fmla="*/ 3823854 w 10490654"/>
                  <a:gd name="connsiteY24-31278" fmla="*/ 184172 h 10394972"/>
                  <a:gd name="connsiteX25-31279" fmla="*/ 4017818 w 10490654"/>
                  <a:gd name="connsiteY25-31280" fmla="*/ 59481 h 10394972"/>
                  <a:gd name="connsiteX26-31281" fmla="*/ 4433454 w 10490654"/>
                  <a:gd name="connsiteY26-31282" fmla="*/ 295008 h 10394972"/>
                  <a:gd name="connsiteX27-31283" fmla="*/ 4599709 w 10490654"/>
                  <a:gd name="connsiteY27-31284" fmla="*/ 488972 h 10394972"/>
                  <a:gd name="connsiteX28-31285" fmla="*/ 5070763 w 10490654"/>
                  <a:gd name="connsiteY28-31286" fmla="*/ 544390 h 10394972"/>
                  <a:gd name="connsiteX29-31287" fmla="*/ 5391187 w 10490654"/>
                  <a:gd name="connsiteY29-31288" fmla="*/ 603639 h 10394972"/>
                  <a:gd name="connsiteX30-31289" fmla="*/ 5568642 w 10490654"/>
                  <a:gd name="connsiteY30-31290" fmla="*/ 588271 h 10394972"/>
                  <a:gd name="connsiteX31-31291" fmla="*/ 5860472 w 10490654"/>
                  <a:gd name="connsiteY31-31292" fmla="*/ 281153 h 10394972"/>
                  <a:gd name="connsiteX32-31293" fmla="*/ 6123709 w 10490654"/>
                  <a:gd name="connsiteY32-31294" fmla="*/ 322717 h 10394972"/>
                  <a:gd name="connsiteX33-31295" fmla="*/ 6541900 w 10490654"/>
                  <a:gd name="connsiteY33-31296" fmla="*/ 168233 h 10394972"/>
                  <a:gd name="connsiteX34-31297" fmla="*/ 6681722 w 10490654"/>
                  <a:gd name="connsiteY34-31298" fmla="*/ 107503 h 10394972"/>
                  <a:gd name="connsiteX35-31299" fmla="*/ 7011678 w 10490654"/>
                  <a:gd name="connsiteY35-31300" fmla="*/ 198026 h 10394972"/>
                  <a:gd name="connsiteX36-31301" fmla="*/ 7232072 w 10490654"/>
                  <a:gd name="connsiteY36-31302" fmla="*/ 17917 h 10394972"/>
                  <a:gd name="connsiteX37-31303" fmla="*/ 7379107 w 10490654"/>
                  <a:gd name="connsiteY37-31304" fmla="*/ 0 h 10394972"/>
                  <a:gd name="connsiteX38-31305" fmla="*/ 7600859 w 10490654"/>
                  <a:gd name="connsiteY38-31306" fmla="*/ 41248 h 10394972"/>
                  <a:gd name="connsiteX39-31307" fmla="*/ 7910945 w 10490654"/>
                  <a:gd name="connsiteY39-31308" fmla="*/ 128753 h 10394972"/>
                  <a:gd name="connsiteX40-31309" fmla="*/ 8312727 w 10490654"/>
                  <a:gd name="connsiteY40-31310" fmla="*/ 59481 h 10394972"/>
                  <a:gd name="connsiteX41-31311" fmla="*/ 8647005 w 10490654"/>
                  <a:gd name="connsiteY41-31312" fmla="*/ 396707 h 10394972"/>
                  <a:gd name="connsiteX42-31313" fmla="*/ 8908472 w 10490654"/>
                  <a:gd name="connsiteY42-31314" fmla="*/ 544390 h 10394972"/>
                  <a:gd name="connsiteX43-31315" fmla="*/ 9146732 w 10490654"/>
                  <a:gd name="connsiteY43-31316" fmla="*/ 420846 h 10394972"/>
                  <a:gd name="connsiteX44-31317" fmla="*/ 9372965 w 10490654"/>
                  <a:gd name="connsiteY44-31318" fmla="*/ 466363 h 10394972"/>
                  <a:gd name="connsiteX45-31319" fmla="*/ 9518072 w 10490654"/>
                  <a:gd name="connsiteY45-31320" fmla="*/ 367819 h 10394972"/>
                  <a:gd name="connsiteX46-31321" fmla="*/ 9646301 w 10490654"/>
                  <a:gd name="connsiteY46-31322" fmla="*/ 369587 h 10394972"/>
                  <a:gd name="connsiteX47-31323" fmla="*/ 10002982 w 10490654"/>
                  <a:gd name="connsiteY47-31324" fmla="*/ 793772 h 10394972"/>
                  <a:gd name="connsiteX48-31325" fmla="*/ 10238509 w 10490654"/>
                  <a:gd name="connsiteY48-31326" fmla="*/ 987735 h 10394972"/>
                  <a:gd name="connsiteX49-31327" fmla="*/ 10224654 w 10490654"/>
                  <a:gd name="connsiteY49-31328" fmla="*/ 1250972 h 10394972"/>
                  <a:gd name="connsiteX50-31329" fmla="*/ 10238509 w 10490654"/>
                  <a:gd name="connsiteY50-31330" fmla="*/ 1444935 h 10394972"/>
                  <a:gd name="connsiteX51-31331" fmla="*/ 10243066 w 10490654"/>
                  <a:gd name="connsiteY51-31332" fmla="*/ 1580249 h 10394972"/>
                  <a:gd name="connsiteX52-31333" fmla="*/ 10490654 w 10490654"/>
                  <a:gd name="connsiteY52-31334" fmla="*/ 1753897 h 10394972"/>
                  <a:gd name="connsiteX53-31335" fmla="*/ 10077929 w 10490654"/>
                  <a:gd name="connsiteY53-31336" fmla="*/ 2207269 h 10394972"/>
                  <a:gd name="connsiteX54-31337" fmla="*/ 9781309 w 10490654"/>
                  <a:gd name="connsiteY54-31338" fmla="*/ 2497881 h 10394972"/>
                  <a:gd name="connsiteX55-31339" fmla="*/ 9580055 w 10490654"/>
                  <a:gd name="connsiteY55-31340" fmla="*/ 3426134 h 10394972"/>
                  <a:gd name="connsiteX56-31341" fmla="*/ 9532477 w 10490654"/>
                  <a:gd name="connsiteY56-31342" fmla="*/ 3685207 h 10394972"/>
                  <a:gd name="connsiteX57-31343" fmla="*/ 9365672 w 10490654"/>
                  <a:gd name="connsiteY57-31344" fmla="*/ 3911044 h 10394972"/>
                  <a:gd name="connsiteX58-31345" fmla="*/ 9310254 w 10490654"/>
                  <a:gd name="connsiteY58-31346" fmla="*/ 4077299 h 10394972"/>
                  <a:gd name="connsiteX59-31347" fmla="*/ 9236422 w 10490654"/>
                  <a:gd name="connsiteY59-31348" fmla="*/ 4285117 h 10394972"/>
                  <a:gd name="connsiteX60-31349" fmla="*/ 9205255 w 10490654"/>
                  <a:gd name="connsiteY60-31350" fmla="*/ 4430122 h 10394972"/>
                  <a:gd name="connsiteX61-31351" fmla="*/ 9337963 w 10490654"/>
                  <a:gd name="connsiteY61-31352" fmla="*/ 4659190 h 10394972"/>
                  <a:gd name="connsiteX62-31353" fmla="*/ 9382180 w 10490654"/>
                  <a:gd name="connsiteY62-31354" fmla="*/ 4915057 h 10394972"/>
                  <a:gd name="connsiteX63-31355" fmla="*/ 9397939 w 10490654"/>
                  <a:gd name="connsiteY63-31356" fmla="*/ 5208060 h 10394972"/>
                  <a:gd name="connsiteX64-31357" fmla="*/ 9383359 w 10490654"/>
                  <a:gd name="connsiteY64-31358" fmla="*/ 5615153 h 10394972"/>
                  <a:gd name="connsiteX65-31359" fmla="*/ 9518623 w 10490654"/>
                  <a:gd name="connsiteY65-31360" fmla="*/ 5975373 h 10394972"/>
                  <a:gd name="connsiteX66-31361" fmla="*/ 9540496 w 10490654"/>
                  <a:gd name="connsiteY66-31362" fmla="*/ 6403714 h 10394972"/>
                  <a:gd name="connsiteX67-31363" fmla="*/ 9933709 w 10490654"/>
                  <a:gd name="connsiteY67-31364" fmla="*/ 6862062 h 10394972"/>
                  <a:gd name="connsiteX68-31365" fmla="*/ 10052074 w 10490654"/>
                  <a:gd name="connsiteY68-31366" fmla="*/ 7221396 h 10394972"/>
                  <a:gd name="connsiteX69-31367" fmla="*/ 10232908 w 10490654"/>
                  <a:gd name="connsiteY69-31368" fmla="*/ 7514995 h 10394972"/>
                  <a:gd name="connsiteX70-31369" fmla="*/ 9670472 w 10490654"/>
                  <a:gd name="connsiteY70-31370" fmla="*/ 7540935 h 10394972"/>
                  <a:gd name="connsiteX71-31371" fmla="*/ 9174087 w 10490654"/>
                  <a:gd name="connsiteY71-31372" fmla="*/ 7651772 h 10394972"/>
                  <a:gd name="connsiteX72-31373" fmla="*/ 9128871 w 10490654"/>
                  <a:gd name="connsiteY72-31374" fmla="*/ 7790317 h 10394972"/>
                  <a:gd name="connsiteX73-31375" fmla="*/ 9019309 w 10490654"/>
                  <a:gd name="connsiteY73-31376" fmla="*/ 7998135 h 10394972"/>
                  <a:gd name="connsiteX74-31377" fmla="*/ 8933823 w 10490654"/>
                  <a:gd name="connsiteY74-31378" fmla="*/ 8085908 h 10394972"/>
                  <a:gd name="connsiteX75-31379" fmla="*/ 9036787 w 10490654"/>
                  <a:gd name="connsiteY75-31380" fmla="*/ 8313437 h 10394972"/>
                  <a:gd name="connsiteX76-31381" fmla="*/ 9027559 w 10490654"/>
                  <a:gd name="connsiteY76-31382" fmla="*/ 8524608 h 10394972"/>
                  <a:gd name="connsiteX77-31383" fmla="*/ 8993669 w 10490654"/>
                  <a:gd name="connsiteY77-31384" fmla="*/ 8758113 h 10394972"/>
                  <a:gd name="connsiteX78-31385" fmla="*/ 8991600 w 10490654"/>
                  <a:gd name="connsiteY78-31386" fmla="*/ 8967953 h 10394972"/>
                  <a:gd name="connsiteX79-31387" fmla="*/ 8894618 w 10490654"/>
                  <a:gd name="connsiteY79-31388" fmla="*/ 9272753 h 10394972"/>
                  <a:gd name="connsiteX80-31389" fmla="*/ 8922328 w 10490654"/>
                  <a:gd name="connsiteY80-31390" fmla="*/ 9578490 h 10394972"/>
                  <a:gd name="connsiteX81-31391" fmla="*/ 9138715 w 10490654"/>
                  <a:gd name="connsiteY81-31392" fmla="*/ 9750056 h 10394972"/>
                  <a:gd name="connsiteX82-31393" fmla="*/ 9231789 w 10490654"/>
                  <a:gd name="connsiteY82-31394" fmla="*/ 9890275 h 10394972"/>
                  <a:gd name="connsiteX83-31395" fmla="*/ 9352913 w 10490654"/>
                  <a:gd name="connsiteY83-31396" fmla="*/ 9906432 h 10394972"/>
                  <a:gd name="connsiteX84-31397" fmla="*/ 9453778 w 10490654"/>
                  <a:gd name="connsiteY84-31398" fmla="*/ 9838147 h 10394972"/>
                  <a:gd name="connsiteX85-31399" fmla="*/ 9625328 w 10490654"/>
                  <a:gd name="connsiteY85-31400" fmla="*/ 9791132 h 10394972"/>
                  <a:gd name="connsiteX86-31401" fmla="*/ 9667359 w 10490654"/>
                  <a:gd name="connsiteY86-31402" fmla="*/ 9803430 h 10394972"/>
                  <a:gd name="connsiteX87-31403" fmla="*/ 9668916 w 10490654"/>
                  <a:gd name="connsiteY87-31404" fmla="*/ 10256426 h 10394972"/>
                  <a:gd name="connsiteX88-31405" fmla="*/ 9495500 w 10490654"/>
                  <a:gd name="connsiteY88-31406" fmla="*/ 10306085 h 10394972"/>
                  <a:gd name="connsiteX89-31407" fmla="*/ 9310254 w 10490654"/>
                  <a:gd name="connsiteY89-31408" fmla="*/ 10394972 h 10394972"/>
                  <a:gd name="connsiteX90-31409" fmla="*/ 9227127 w 10490654"/>
                  <a:gd name="connsiteY90-31410" fmla="*/ 10242572 h 10394972"/>
                  <a:gd name="connsiteX91-31411" fmla="*/ 9033163 w 10490654"/>
                  <a:gd name="connsiteY91-31412" fmla="*/ 9993190 h 10394972"/>
                  <a:gd name="connsiteX92-31413" fmla="*/ 8825345 w 10490654"/>
                  <a:gd name="connsiteY92-31414" fmla="*/ 9813081 h 10394972"/>
                  <a:gd name="connsiteX93-31415" fmla="*/ 8534400 w 10490654"/>
                  <a:gd name="connsiteY93-31416" fmla="*/ 9702244 h 10394972"/>
                  <a:gd name="connsiteX94-31417" fmla="*/ 8423563 w 10490654"/>
                  <a:gd name="connsiteY94-31418" fmla="*/ 9646826 h 10394972"/>
                  <a:gd name="connsiteX95-31419" fmla="*/ 8285018 w 10490654"/>
                  <a:gd name="connsiteY95-31420" fmla="*/ 9480572 h 10394972"/>
                  <a:gd name="connsiteX96-31421" fmla="*/ 8257309 w 10490654"/>
                  <a:gd name="connsiteY96-31422" fmla="*/ 9342026 h 10394972"/>
                  <a:gd name="connsiteX97-31423" fmla="*/ 8146472 w 10490654"/>
                  <a:gd name="connsiteY97-31424" fmla="*/ 9355881 h 10394972"/>
                  <a:gd name="connsiteX98-31425" fmla="*/ 8091054 w 10490654"/>
                  <a:gd name="connsiteY98-31426" fmla="*/ 9577553 h 10394972"/>
                  <a:gd name="connsiteX99-31427" fmla="*/ 7806336 w 10490654"/>
                  <a:gd name="connsiteY99-31428" fmla="*/ 9583313 h 10394972"/>
                  <a:gd name="connsiteX100-31429" fmla="*/ 7567694 w 10490654"/>
                  <a:gd name="connsiteY100-31430" fmla="*/ 9520112 h 10394972"/>
                  <a:gd name="connsiteX101-31431" fmla="*/ 7466043 w 10490654"/>
                  <a:gd name="connsiteY101-31432" fmla="*/ 9471387 h 10394972"/>
                  <a:gd name="connsiteX102-31433" fmla="*/ 7287491 w 10490654"/>
                  <a:gd name="connsiteY102-31434" fmla="*/ 9449904 h 10394972"/>
                  <a:gd name="connsiteX103-31435" fmla="*/ 7221797 w 10490654"/>
                  <a:gd name="connsiteY103-31436" fmla="*/ 9121910 h 10394972"/>
                  <a:gd name="connsiteX104-31437" fmla="*/ 6954982 w 10490654"/>
                  <a:gd name="connsiteY104-31438" fmla="*/ 9189626 h 10394972"/>
                  <a:gd name="connsiteX105-31439" fmla="*/ 6710737 w 10490654"/>
                  <a:gd name="connsiteY105-31440" fmla="*/ 9262013 h 10394972"/>
                  <a:gd name="connsiteX106-31441" fmla="*/ 6674777 w 10490654"/>
                  <a:gd name="connsiteY106-31442" fmla="*/ 9062912 h 10394972"/>
                  <a:gd name="connsiteX107-31443" fmla="*/ 6511636 w 10490654"/>
                  <a:gd name="connsiteY107-31444" fmla="*/ 8954099 h 10394972"/>
                  <a:gd name="connsiteX108-31445" fmla="*/ 6428509 w 10490654"/>
                  <a:gd name="connsiteY108-31446" fmla="*/ 8954099 h 10394972"/>
                  <a:gd name="connsiteX109-31447" fmla="*/ 6325922 w 10490654"/>
                  <a:gd name="connsiteY109-31448" fmla="*/ 9057307 h 10394972"/>
                  <a:gd name="connsiteX110-31449" fmla="*/ 6167763 w 10490654"/>
                  <a:gd name="connsiteY110-31450" fmla="*/ 8978227 h 10394972"/>
                  <a:gd name="connsiteX111-31451" fmla="*/ 6002132 w 10490654"/>
                  <a:gd name="connsiteY111-31452" fmla="*/ 9093734 h 10394972"/>
                  <a:gd name="connsiteX112-31453" fmla="*/ 5749636 w 10490654"/>
                  <a:gd name="connsiteY112-31454" fmla="*/ 9051081 h 10394972"/>
                  <a:gd name="connsiteX113-31455" fmla="*/ 5674760 w 10490654"/>
                  <a:gd name="connsiteY113-31456" fmla="*/ 9081904 h 10394972"/>
                  <a:gd name="connsiteX114-31457" fmla="*/ 5507415 w 10490654"/>
                  <a:gd name="connsiteY114-31458" fmla="*/ 9128137 h 10394972"/>
                  <a:gd name="connsiteX115-31459" fmla="*/ 5505859 w 10490654"/>
                  <a:gd name="connsiteY115-31460" fmla="*/ 8870972 h 10394972"/>
                  <a:gd name="connsiteX116-31461" fmla="*/ 5505857 w 10490654"/>
                  <a:gd name="connsiteY116-31462" fmla="*/ 8634977 h 10394972"/>
                  <a:gd name="connsiteX117-31463" fmla="*/ 5336024 w 10490654"/>
                  <a:gd name="connsiteY117-31464" fmla="*/ 8333292 h 10394972"/>
                  <a:gd name="connsiteX118-31465" fmla="*/ 5230324 w 10490654"/>
                  <a:gd name="connsiteY118-31466" fmla="*/ 8082820 h 10394972"/>
                  <a:gd name="connsiteX119-31467" fmla="*/ 5317031 w 10490654"/>
                  <a:gd name="connsiteY119-31468" fmla="*/ 7610208 h 10394972"/>
                  <a:gd name="connsiteX120-31469" fmla="*/ 5201059 w 10490654"/>
                  <a:gd name="connsiteY120-31470" fmla="*/ 7320352 h 10394972"/>
                  <a:gd name="connsiteX121-31471" fmla="*/ 5250872 w 10490654"/>
                  <a:gd name="connsiteY121-31472" fmla="*/ 7069881 h 10394972"/>
                  <a:gd name="connsiteX122-31473" fmla="*/ 5245735 w 10490654"/>
                  <a:gd name="connsiteY122-31474" fmla="*/ 7018665 h 10394972"/>
                  <a:gd name="connsiteX123-31475" fmla="*/ 4577603 w 10490654"/>
                  <a:gd name="connsiteY123-31476" fmla="*/ 7013996 h 10394972"/>
                  <a:gd name="connsiteX124-31477" fmla="*/ 4528412 w 10490654"/>
                  <a:gd name="connsiteY124-31478" fmla="*/ 6840580 h 10394972"/>
                  <a:gd name="connsiteX125-31479" fmla="*/ 4038834 w 10490654"/>
                  <a:gd name="connsiteY125-31480" fmla="*/ 6816452 h 10394972"/>
                  <a:gd name="connsiteX126-31481" fmla="*/ 3976254 w 10490654"/>
                  <a:gd name="connsiteY126-31482" fmla="*/ 7069881 h 10394972"/>
                  <a:gd name="connsiteX127-31483" fmla="*/ 3932667 w 10490654"/>
                  <a:gd name="connsiteY127-31484" fmla="*/ 7281279 h 10394972"/>
                  <a:gd name="connsiteX128-31485" fmla="*/ 3884155 w 10490654"/>
                  <a:gd name="connsiteY128-31486" fmla="*/ 7403480 h 10394972"/>
                  <a:gd name="connsiteX129-31487" fmla="*/ 3572499 w 10490654"/>
                  <a:gd name="connsiteY129-31488" fmla="*/ 7365450 h 10394972"/>
                  <a:gd name="connsiteX130-31489" fmla="*/ 3311236 w 10490654"/>
                  <a:gd name="connsiteY130-31490" fmla="*/ 7402390 h 10394972"/>
                  <a:gd name="connsiteX131-31491" fmla="*/ 2921540 w 10490654"/>
                  <a:gd name="connsiteY131-31492" fmla="*/ 7414475 h 10394972"/>
                  <a:gd name="connsiteX132-31493" fmla="*/ 2784763 w 10490654"/>
                  <a:gd name="connsiteY132-31494" fmla="*/ 7139153 h 10394972"/>
                  <a:gd name="connsiteX133-31495" fmla="*/ 2604654 w 10490654"/>
                  <a:gd name="connsiteY133-31496" fmla="*/ 6862062 h 10394972"/>
                  <a:gd name="connsiteX134-31497" fmla="*/ 2410691 w 10490654"/>
                  <a:gd name="connsiteY134-31498" fmla="*/ 6363299 h 10394972"/>
                  <a:gd name="connsiteX135-31499" fmla="*/ 2327563 w 10490654"/>
                  <a:gd name="connsiteY135-31500" fmla="*/ 6224753 h 10394972"/>
                  <a:gd name="connsiteX136-31501" fmla="*/ 1662545 w 10490654"/>
                  <a:gd name="connsiteY136-31502" fmla="*/ 6197044 h 10394972"/>
                  <a:gd name="connsiteX137-31503" fmla="*/ 1233054 w 10490654"/>
                  <a:gd name="connsiteY137-31504" fmla="*/ 6197044 h 10394972"/>
                  <a:gd name="connsiteX138-31505" fmla="*/ 1136072 w 10490654"/>
                  <a:gd name="connsiteY138-31506" fmla="*/ 6252462 h 10394972"/>
                  <a:gd name="connsiteX139-31507" fmla="*/ 706582 w 10490654"/>
                  <a:gd name="connsiteY139-31508" fmla="*/ 6210899 h 10394972"/>
                  <a:gd name="connsiteX140-31509" fmla="*/ 318654 w 10490654"/>
                  <a:gd name="connsiteY140-31510" fmla="*/ 6238608 h 10394972"/>
                  <a:gd name="connsiteX141-31511" fmla="*/ 96982 w 10490654"/>
                  <a:gd name="connsiteY141-31512" fmla="*/ 6391008 h 10394972"/>
                  <a:gd name="connsiteX142-31513" fmla="*/ 0 w 10490654"/>
                  <a:gd name="connsiteY142-31514" fmla="*/ 6294026 h 10394972"/>
                  <a:gd name="connsiteX143-31515" fmla="*/ 83127 w 10490654"/>
                  <a:gd name="connsiteY143-31516" fmla="*/ 6238608 h 10394972"/>
                  <a:gd name="connsiteX0-31517" fmla="*/ 83127 w 10490654"/>
                  <a:gd name="connsiteY0-31518" fmla="*/ 6238608 h 10394972"/>
                  <a:gd name="connsiteX1-31519" fmla="*/ 96982 w 10490654"/>
                  <a:gd name="connsiteY1-31520" fmla="*/ 5795262 h 10394972"/>
                  <a:gd name="connsiteX2-31521" fmla="*/ 401782 w 10490654"/>
                  <a:gd name="connsiteY2-31522" fmla="*/ 5532026 h 10394972"/>
                  <a:gd name="connsiteX3-31523" fmla="*/ 651163 w 10490654"/>
                  <a:gd name="connsiteY3-31524" fmla="*/ 5670572 h 10394972"/>
                  <a:gd name="connsiteX4-31525" fmla="*/ 858982 w 10490654"/>
                  <a:gd name="connsiteY4-31526" fmla="*/ 5504317 h 10394972"/>
                  <a:gd name="connsiteX5-31527" fmla="*/ 997527 w 10490654"/>
                  <a:gd name="connsiteY5-31528" fmla="*/ 5351917 h 10394972"/>
                  <a:gd name="connsiteX6-31529" fmla="*/ 1080654 w 10490654"/>
                  <a:gd name="connsiteY6-31530" fmla="*/ 5435044 h 10394972"/>
                  <a:gd name="connsiteX7-31531" fmla="*/ 1269312 w 10490654"/>
                  <a:gd name="connsiteY7-31532" fmla="*/ 5679710 h 10394972"/>
                  <a:gd name="connsiteX8-31533" fmla="*/ 1523116 w 10490654"/>
                  <a:gd name="connsiteY8-31534" fmla="*/ 5481030 h 10394972"/>
                  <a:gd name="connsiteX9-31535" fmla="*/ 1731818 w 10490654"/>
                  <a:gd name="connsiteY9-31536" fmla="*/ 5296499 h 10394972"/>
                  <a:gd name="connsiteX10-31537" fmla="*/ 2022763 w 10490654"/>
                  <a:gd name="connsiteY10-31538" fmla="*/ 5060972 h 10394972"/>
                  <a:gd name="connsiteX11-31539" fmla="*/ 2119745 w 10490654"/>
                  <a:gd name="connsiteY11-31540" fmla="*/ 4631481 h 10394972"/>
                  <a:gd name="connsiteX12-31541" fmla="*/ 2172511 w 10490654"/>
                  <a:gd name="connsiteY12-31542" fmla="*/ 4164848 h 10394972"/>
                  <a:gd name="connsiteX13-31543" fmla="*/ 2355272 w 10490654"/>
                  <a:gd name="connsiteY13-31544" fmla="*/ 3855626 h 10394972"/>
                  <a:gd name="connsiteX14-31545" fmla="*/ 2752497 w 10490654"/>
                  <a:gd name="connsiteY14-31546" fmla="*/ 3475092 h 10394972"/>
                  <a:gd name="connsiteX15-31547" fmla="*/ 2978727 w 10490654"/>
                  <a:gd name="connsiteY15-31548" fmla="*/ 3259881 h 10394972"/>
                  <a:gd name="connsiteX16-31549" fmla="*/ 3006436 w 10490654"/>
                  <a:gd name="connsiteY16-31550" fmla="*/ 2816535 h 10394972"/>
                  <a:gd name="connsiteX17-31551" fmla="*/ 3075709 w 10490654"/>
                  <a:gd name="connsiteY17-31552" fmla="*/ 2525590 h 10394972"/>
                  <a:gd name="connsiteX18-31553" fmla="*/ 3075709 w 10490654"/>
                  <a:gd name="connsiteY18-31554" fmla="*/ 2317772 h 10394972"/>
                  <a:gd name="connsiteX19-31555" fmla="*/ 3214254 w 10490654"/>
                  <a:gd name="connsiteY19-31556" fmla="*/ 1985262 h 10394972"/>
                  <a:gd name="connsiteX20-31557" fmla="*/ 3214254 w 10490654"/>
                  <a:gd name="connsiteY20-31558" fmla="*/ 1694317 h 10394972"/>
                  <a:gd name="connsiteX21-31559" fmla="*/ 3513454 w 10490654"/>
                  <a:gd name="connsiteY21-31560" fmla="*/ 1126281 h 10394972"/>
                  <a:gd name="connsiteX22-31561" fmla="*/ 3463636 w 10490654"/>
                  <a:gd name="connsiteY22-31562" fmla="*/ 752208 h 10394972"/>
                  <a:gd name="connsiteX23-31563" fmla="*/ 3491345 w 10490654"/>
                  <a:gd name="connsiteY23-31564" fmla="*/ 544390 h 10394972"/>
                  <a:gd name="connsiteX24-31565" fmla="*/ 3823854 w 10490654"/>
                  <a:gd name="connsiteY24-31566" fmla="*/ 184172 h 10394972"/>
                  <a:gd name="connsiteX25-31567" fmla="*/ 4017818 w 10490654"/>
                  <a:gd name="connsiteY25-31568" fmla="*/ 59481 h 10394972"/>
                  <a:gd name="connsiteX26-31569" fmla="*/ 4433454 w 10490654"/>
                  <a:gd name="connsiteY26-31570" fmla="*/ 295008 h 10394972"/>
                  <a:gd name="connsiteX27-31571" fmla="*/ 4599709 w 10490654"/>
                  <a:gd name="connsiteY27-31572" fmla="*/ 488972 h 10394972"/>
                  <a:gd name="connsiteX28-31573" fmla="*/ 5070763 w 10490654"/>
                  <a:gd name="connsiteY28-31574" fmla="*/ 544390 h 10394972"/>
                  <a:gd name="connsiteX29-31575" fmla="*/ 5391187 w 10490654"/>
                  <a:gd name="connsiteY29-31576" fmla="*/ 603639 h 10394972"/>
                  <a:gd name="connsiteX30-31577" fmla="*/ 5568642 w 10490654"/>
                  <a:gd name="connsiteY30-31578" fmla="*/ 588271 h 10394972"/>
                  <a:gd name="connsiteX31-31579" fmla="*/ 5860472 w 10490654"/>
                  <a:gd name="connsiteY31-31580" fmla="*/ 281153 h 10394972"/>
                  <a:gd name="connsiteX32-31581" fmla="*/ 6123709 w 10490654"/>
                  <a:gd name="connsiteY32-31582" fmla="*/ 322717 h 10394972"/>
                  <a:gd name="connsiteX33-31583" fmla="*/ 6541900 w 10490654"/>
                  <a:gd name="connsiteY33-31584" fmla="*/ 168233 h 10394972"/>
                  <a:gd name="connsiteX34-31585" fmla="*/ 6681722 w 10490654"/>
                  <a:gd name="connsiteY34-31586" fmla="*/ 107503 h 10394972"/>
                  <a:gd name="connsiteX35-31587" fmla="*/ 7011678 w 10490654"/>
                  <a:gd name="connsiteY35-31588" fmla="*/ 198026 h 10394972"/>
                  <a:gd name="connsiteX36-31589" fmla="*/ 7232072 w 10490654"/>
                  <a:gd name="connsiteY36-31590" fmla="*/ 17917 h 10394972"/>
                  <a:gd name="connsiteX37-31591" fmla="*/ 7379107 w 10490654"/>
                  <a:gd name="connsiteY37-31592" fmla="*/ 0 h 10394972"/>
                  <a:gd name="connsiteX38-31593" fmla="*/ 7600859 w 10490654"/>
                  <a:gd name="connsiteY38-31594" fmla="*/ 41248 h 10394972"/>
                  <a:gd name="connsiteX39-31595" fmla="*/ 7910945 w 10490654"/>
                  <a:gd name="connsiteY39-31596" fmla="*/ 128753 h 10394972"/>
                  <a:gd name="connsiteX40-31597" fmla="*/ 8312727 w 10490654"/>
                  <a:gd name="connsiteY40-31598" fmla="*/ 59481 h 10394972"/>
                  <a:gd name="connsiteX41-31599" fmla="*/ 8647005 w 10490654"/>
                  <a:gd name="connsiteY41-31600" fmla="*/ 396707 h 10394972"/>
                  <a:gd name="connsiteX42-31601" fmla="*/ 8908472 w 10490654"/>
                  <a:gd name="connsiteY42-31602" fmla="*/ 544390 h 10394972"/>
                  <a:gd name="connsiteX43-31603" fmla="*/ 9146732 w 10490654"/>
                  <a:gd name="connsiteY43-31604" fmla="*/ 420846 h 10394972"/>
                  <a:gd name="connsiteX44-31605" fmla="*/ 9372965 w 10490654"/>
                  <a:gd name="connsiteY44-31606" fmla="*/ 466363 h 10394972"/>
                  <a:gd name="connsiteX45-31607" fmla="*/ 9518072 w 10490654"/>
                  <a:gd name="connsiteY45-31608" fmla="*/ 367819 h 10394972"/>
                  <a:gd name="connsiteX46-31609" fmla="*/ 9646301 w 10490654"/>
                  <a:gd name="connsiteY46-31610" fmla="*/ 369587 h 10394972"/>
                  <a:gd name="connsiteX47-31611" fmla="*/ 10002982 w 10490654"/>
                  <a:gd name="connsiteY47-31612" fmla="*/ 793772 h 10394972"/>
                  <a:gd name="connsiteX48-31613" fmla="*/ 10238509 w 10490654"/>
                  <a:gd name="connsiteY48-31614" fmla="*/ 987735 h 10394972"/>
                  <a:gd name="connsiteX49-31615" fmla="*/ 10224654 w 10490654"/>
                  <a:gd name="connsiteY49-31616" fmla="*/ 1250972 h 10394972"/>
                  <a:gd name="connsiteX50-31617" fmla="*/ 10238509 w 10490654"/>
                  <a:gd name="connsiteY50-31618" fmla="*/ 1444935 h 10394972"/>
                  <a:gd name="connsiteX51-31619" fmla="*/ 10243066 w 10490654"/>
                  <a:gd name="connsiteY51-31620" fmla="*/ 1580249 h 10394972"/>
                  <a:gd name="connsiteX52-31621" fmla="*/ 10490654 w 10490654"/>
                  <a:gd name="connsiteY52-31622" fmla="*/ 1753897 h 10394972"/>
                  <a:gd name="connsiteX53-31623" fmla="*/ 10077929 w 10490654"/>
                  <a:gd name="connsiteY53-31624" fmla="*/ 2207269 h 10394972"/>
                  <a:gd name="connsiteX54-31625" fmla="*/ 9781309 w 10490654"/>
                  <a:gd name="connsiteY54-31626" fmla="*/ 2497881 h 10394972"/>
                  <a:gd name="connsiteX55-31627" fmla="*/ 9580055 w 10490654"/>
                  <a:gd name="connsiteY55-31628" fmla="*/ 3426134 h 10394972"/>
                  <a:gd name="connsiteX56-31629" fmla="*/ 9532477 w 10490654"/>
                  <a:gd name="connsiteY56-31630" fmla="*/ 3685207 h 10394972"/>
                  <a:gd name="connsiteX57-31631" fmla="*/ 9365672 w 10490654"/>
                  <a:gd name="connsiteY57-31632" fmla="*/ 3911044 h 10394972"/>
                  <a:gd name="connsiteX58-31633" fmla="*/ 9310254 w 10490654"/>
                  <a:gd name="connsiteY58-31634" fmla="*/ 4077299 h 10394972"/>
                  <a:gd name="connsiteX59-31635" fmla="*/ 9236422 w 10490654"/>
                  <a:gd name="connsiteY59-31636" fmla="*/ 4285117 h 10394972"/>
                  <a:gd name="connsiteX60-31637" fmla="*/ 9205255 w 10490654"/>
                  <a:gd name="connsiteY60-31638" fmla="*/ 4430122 h 10394972"/>
                  <a:gd name="connsiteX61-31639" fmla="*/ 9337963 w 10490654"/>
                  <a:gd name="connsiteY61-31640" fmla="*/ 4659190 h 10394972"/>
                  <a:gd name="connsiteX62-31641" fmla="*/ 9382180 w 10490654"/>
                  <a:gd name="connsiteY62-31642" fmla="*/ 4915057 h 10394972"/>
                  <a:gd name="connsiteX63-31643" fmla="*/ 9397939 w 10490654"/>
                  <a:gd name="connsiteY63-31644" fmla="*/ 5208060 h 10394972"/>
                  <a:gd name="connsiteX64-31645" fmla="*/ 9383359 w 10490654"/>
                  <a:gd name="connsiteY64-31646" fmla="*/ 5615153 h 10394972"/>
                  <a:gd name="connsiteX65-31647" fmla="*/ 9518623 w 10490654"/>
                  <a:gd name="connsiteY65-31648" fmla="*/ 5975373 h 10394972"/>
                  <a:gd name="connsiteX66-31649" fmla="*/ 9540496 w 10490654"/>
                  <a:gd name="connsiteY66-31650" fmla="*/ 6403714 h 10394972"/>
                  <a:gd name="connsiteX67-31651" fmla="*/ 9933709 w 10490654"/>
                  <a:gd name="connsiteY67-31652" fmla="*/ 6862062 h 10394972"/>
                  <a:gd name="connsiteX68-31653" fmla="*/ 10052074 w 10490654"/>
                  <a:gd name="connsiteY68-31654" fmla="*/ 7221396 h 10394972"/>
                  <a:gd name="connsiteX69-31655" fmla="*/ 10232908 w 10490654"/>
                  <a:gd name="connsiteY69-31656" fmla="*/ 7514995 h 10394972"/>
                  <a:gd name="connsiteX70-31657" fmla="*/ 9670472 w 10490654"/>
                  <a:gd name="connsiteY70-31658" fmla="*/ 7540935 h 10394972"/>
                  <a:gd name="connsiteX71-31659" fmla="*/ 9174087 w 10490654"/>
                  <a:gd name="connsiteY71-31660" fmla="*/ 7651772 h 10394972"/>
                  <a:gd name="connsiteX72-31661" fmla="*/ 9128871 w 10490654"/>
                  <a:gd name="connsiteY72-31662" fmla="*/ 7790317 h 10394972"/>
                  <a:gd name="connsiteX73-31663" fmla="*/ 9019309 w 10490654"/>
                  <a:gd name="connsiteY73-31664" fmla="*/ 7998135 h 10394972"/>
                  <a:gd name="connsiteX74-31665" fmla="*/ 8933823 w 10490654"/>
                  <a:gd name="connsiteY74-31666" fmla="*/ 8085908 h 10394972"/>
                  <a:gd name="connsiteX75-31667" fmla="*/ 9036787 w 10490654"/>
                  <a:gd name="connsiteY75-31668" fmla="*/ 8313437 h 10394972"/>
                  <a:gd name="connsiteX76-31669" fmla="*/ 9027559 w 10490654"/>
                  <a:gd name="connsiteY76-31670" fmla="*/ 8524608 h 10394972"/>
                  <a:gd name="connsiteX77-31671" fmla="*/ 8993669 w 10490654"/>
                  <a:gd name="connsiteY77-31672" fmla="*/ 8758113 h 10394972"/>
                  <a:gd name="connsiteX78-31673" fmla="*/ 8991600 w 10490654"/>
                  <a:gd name="connsiteY78-31674" fmla="*/ 8967953 h 10394972"/>
                  <a:gd name="connsiteX79-31675" fmla="*/ 8894618 w 10490654"/>
                  <a:gd name="connsiteY79-31676" fmla="*/ 9272753 h 10394972"/>
                  <a:gd name="connsiteX80-31677" fmla="*/ 8922328 w 10490654"/>
                  <a:gd name="connsiteY80-31678" fmla="*/ 9578490 h 10394972"/>
                  <a:gd name="connsiteX81-31679" fmla="*/ 9138715 w 10490654"/>
                  <a:gd name="connsiteY81-31680" fmla="*/ 9750056 h 10394972"/>
                  <a:gd name="connsiteX82-31681" fmla="*/ 9231789 w 10490654"/>
                  <a:gd name="connsiteY82-31682" fmla="*/ 9890275 h 10394972"/>
                  <a:gd name="connsiteX83-31683" fmla="*/ 9352913 w 10490654"/>
                  <a:gd name="connsiteY83-31684" fmla="*/ 9906432 h 10394972"/>
                  <a:gd name="connsiteX84-31685" fmla="*/ 9625328 w 10490654"/>
                  <a:gd name="connsiteY84-31686" fmla="*/ 9791132 h 10394972"/>
                  <a:gd name="connsiteX85-31687" fmla="*/ 9667359 w 10490654"/>
                  <a:gd name="connsiteY85-31688" fmla="*/ 9803430 h 10394972"/>
                  <a:gd name="connsiteX86-31689" fmla="*/ 9668916 w 10490654"/>
                  <a:gd name="connsiteY86-31690" fmla="*/ 10256426 h 10394972"/>
                  <a:gd name="connsiteX87-31691" fmla="*/ 9495500 w 10490654"/>
                  <a:gd name="connsiteY87-31692" fmla="*/ 10306085 h 10394972"/>
                  <a:gd name="connsiteX88-31693" fmla="*/ 9310254 w 10490654"/>
                  <a:gd name="connsiteY88-31694" fmla="*/ 10394972 h 10394972"/>
                  <a:gd name="connsiteX89-31695" fmla="*/ 9227127 w 10490654"/>
                  <a:gd name="connsiteY89-31696" fmla="*/ 10242572 h 10394972"/>
                  <a:gd name="connsiteX90-31697" fmla="*/ 9033163 w 10490654"/>
                  <a:gd name="connsiteY90-31698" fmla="*/ 9993190 h 10394972"/>
                  <a:gd name="connsiteX91-31699" fmla="*/ 8825345 w 10490654"/>
                  <a:gd name="connsiteY91-31700" fmla="*/ 9813081 h 10394972"/>
                  <a:gd name="connsiteX92-31701" fmla="*/ 8534400 w 10490654"/>
                  <a:gd name="connsiteY92-31702" fmla="*/ 9702244 h 10394972"/>
                  <a:gd name="connsiteX93-31703" fmla="*/ 8423563 w 10490654"/>
                  <a:gd name="connsiteY93-31704" fmla="*/ 9646826 h 10394972"/>
                  <a:gd name="connsiteX94-31705" fmla="*/ 8285018 w 10490654"/>
                  <a:gd name="connsiteY94-31706" fmla="*/ 9480572 h 10394972"/>
                  <a:gd name="connsiteX95-31707" fmla="*/ 8257309 w 10490654"/>
                  <a:gd name="connsiteY95-31708" fmla="*/ 9342026 h 10394972"/>
                  <a:gd name="connsiteX96-31709" fmla="*/ 8146472 w 10490654"/>
                  <a:gd name="connsiteY96-31710" fmla="*/ 9355881 h 10394972"/>
                  <a:gd name="connsiteX97-31711" fmla="*/ 8091054 w 10490654"/>
                  <a:gd name="connsiteY97-31712" fmla="*/ 9577553 h 10394972"/>
                  <a:gd name="connsiteX98-31713" fmla="*/ 7806336 w 10490654"/>
                  <a:gd name="connsiteY98-31714" fmla="*/ 9583313 h 10394972"/>
                  <a:gd name="connsiteX99-31715" fmla="*/ 7567694 w 10490654"/>
                  <a:gd name="connsiteY99-31716" fmla="*/ 9520112 h 10394972"/>
                  <a:gd name="connsiteX100-31717" fmla="*/ 7466043 w 10490654"/>
                  <a:gd name="connsiteY100-31718" fmla="*/ 9471387 h 10394972"/>
                  <a:gd name="connsiteX101-31719" fmla="*/ 7287491 w 10490654"/>
                  <a:gd name="connsiteY101-31720" fmla="*/ 9449904 h 10394972"/>
                  <a:gd name="connsiteX102-31721" fmla="*/ 7221797 w 10490654"/>
                  <a:gd name="connsiteY102-31722" fmla="*/ 9121910 h 10394972"/>
                  <a:gd name="connsiteX103-31723" fmla="*/ 6954982 w 10490654"/>
                  <a:gd name="connsiteY103-31724" fmla="*/ 9189626 h 10394972"/>
                  <a:gd name="connsiteX104-31725" fmla="*/ 6710737 w 10490654"/>
                  <a:gd name="connsiteY104-31726" fmla="*/ 9262013 h 10394972"/>
                  <a:gd name="connsiteX105-31727" fmla="*/ 6674777 w 10490654"/>
                  <a:gd name="connsiteY105-31728" fmla="*/ 9062912 h 10394972"/>
                  <a:gd name="connsiteX106-31729" fmla="*/ 6511636 w 10490654"/>
                  <a:gd name="connsiteY106-31730" fmla="*/ 8954099 h 10394972"/>
                  <a:gd name="connsiteX107-31731" fmla="*/ 6428509 w 10490654"/>
                  <a:gd name="connsiteY107-31732" fmla="*/ 8954099 h 10394972"/>
                  <a:gd name="connsiteX108-31733" fmla="*/ 6325922 w 10490654"/>
                  <a:gd name="connsiteY108-31734" fmla="*/ 9057307 h 10394972"/>
                  <a:gd name="connsiteX109-31735" fmla="*/ 6167763 w 10490654"/>
                  <a:gd name="connsiteY109-31736" fmla="*/ 8978227 h 10394972"/>
                  <a:gd name="connsiteX110-31737" fmla="*/ 6002132 w 10490654"/>
                  <a:gd name="connsiteY110-31738" fmla="*/ 9093734 h 10394972"/>
                  <a:gd name="connsiteX111-31739" fmla="*/ 5749636 w 10490654"/>
                  <a:gd name="connsiteY111-31740" fmla="*/ 9051081 h 10394972"/>
                  <a:gd name="connsiteX112-31741" fmla="*/ 5674760 w 10490654"/>
                  <a:gd name="connsiteY112-31742" fmla="*/ 9081904 h 10394972"/>
                  <a:gd name="connsiteX113-31743" fmla="*/ 5507415 w 10490654"/>
                  <a:gd name="connsiteY113-31744" fmla="*/ 9128137 h 10394972"/>
                  <a:gd name="connsiteX114-31745" fmla="*/ 5505859 w 10490654"/>
                  <a:gd name="connsiteY114-31746" fmla="*/ 8870972 h 10394972"/>
                  <a:gd name="connsiteX115-31747" fmla="*/ 5505857 w 10490654"/>
                  <a:gd name="connsiteY115-31748" fmla="*/ 8634977 h 10394972"/>
                  <a:gd name="connsiteX116-31749" fmla="*/ 5336024 w 10490654"/>
                  <a:gd name="connsiteY116-31750" fmla="*/ 8333292 h 10394972"/>
                  <a:gd name="connsiteX117-31751" fmla="*/ 5230324 w 10490654"/>
                  <a:gd name="connsiteY117-31752" fmla="*/ 8082820 h 10394972"/>
                  <a:gd name="connsiteX118-31753" fmla="*/ 5317031 w 10490654"/>
                  <a:gd name="connsiteY118-31754" fmla="*/ 7610208 h 10394972"/>
                  <a:gd name="connsiteX119-31755" fmla="*/ 5201059 w 10490654"/>
                  <a:gd name="connsiteY119-31756" fmla="*/ 7320352 h 10394972"/>
                  <a:gd name="connsiteX120-31757" fmla="*/ 5250872 w 10490654"/>
                  <a:gd name="connsiteY120-31758" fmla="*/ 7069881 h 10394972"/>
                  <a:gd name="connsiteX121-31759" fmla="*/ 5245735 w 10490654"/>
                  <a:gd name="connsiteY121-31760" fmla="*/ 7018665 h 10394972"/>
                  <a:gd name="connsiteX122-31761" fmla="*/ 4577603 w 10490654"/>
                  <a:gd name="connsiteY122-31762" fmla="*/ 7013996 h 10394972"/>
                  <a:gd name="connsiteX123-31763" fmla="*/ 4528412 w 10490654"/>
                  <a:gd name="connsiteY123-31764" fmla="*/ 6840580 h 10394972"/>
                  <a:gd name="connsiteX124-31765" fmla="*/ 4038834 w 10490654"/>
                  <a:gd name="connsiteY124-31766" fmla="*/ 6816452 h 10394972"/>
                  <a:gd name="connsiteX125-31767" fmla="*/ 3976254 w 10490654"/>
                  <a:gd name="connsiteY125-31768" fmla="*/ 7069881 h 10394972"/>
                  <a:gd name="connsiteX126-31769" fmla="*/ 3932667 w 10490654"/>
                  <a:gd name="connsiteY126-31770" fmla="*/ 7281279 h 10394972"/>
                  <a:gd name="connsiteX127-31771" fmla="*/ 3884155 w 10490654"/>
                  <a:gd name="connsiteY127-31772" fmla="*/ 7403480 h 10394972"/>
                  <a:gd name="connsiteX128-31773" fmla="*/ 3572499 w 10490654"/>
                  <a:gd name="connsiteY128-31774" fmla="*/ 7365450 h 10394972"/>
                  <a:gd name="connsiteX129-31775" fmla="*/ 3311236 w 10490654"/>
                  <a:gd name="connsiteY129-31776" fmla="*/ 7402390 h 10394972"/>
                  <a:gd name="connsiteX130-31777" fmla="*/ 2921540 w 10490654"/>
                  <a:gd name="connsiteY130-31778" fmla="*/ 7414475 h 10394972"/>
                  <a:gd name="connsiteX131-31779" fmla="*/ 2784763 w 10490654"/>
                  <a:gd name="connsiteY131-31780" fmla="*/ 7139153 h 10394972"/>
                  <a:gd name="connsiteX132-31781" fmla="*/ 2604654 w 10490654"/>
                  <a:gd name="connsiteY132-31782" fmla="*/ 6862062 h 10394972"/>
                  <a:gd name="connsiteX133-31783" fmla="*/ 2410691 w 10490654"/>
                  <a:gd name="connsiteY133-31784" fmla="*/ 6363299 h 10394972"/>
                  <a:gd name="connsiteX134-31785" fmla="*/ 2327563 w 10490654"/>
                  <a:gd name="connsiteY134-31786" fmla="*/ 6224753 h 10394972"/>
                  <a:gd name="connsiteX135-31787" fmla="*/ 1662545 w 10490654"/>
                  <a:gd name="connsiteY135-31788" fmla="*/ 6197044 h 10394972"/>
                  <a:gd name="connsiteX136-31789" fmla="*/ 1233054 w 10490654"/>
                  <a:gd name="connsiteY136-31790" fmla="*/ 6197044 h 10394972"/>
                  <a:gd name="connsiteX137-31791" fmla="*/ 1136072 w 10490654"/>
                  <a:gd name="connsiteY137-31792" fmla="*/ 6252462 h 10394972"/>
                  <a:gd name="connsiteX138-31793" fmla="*/ 706582 w 10490654"/>
                  <a:gd name="connsiteY138-31794" fmla="*/ 6210899 h 10394972"/>
                  <a:gd name="connsiteX139-31795" fmla="*/ 318654 w 10490654"/>
                  <a:gd name="connsiteY139-31796" fmla="*/ 6238608 h 10394972"/>
                  <a:gd name="connsiteX140-31797" fmla="*/ 96982 w 10490654"/>
                  <a:gd name="connsiteY140-31798" fmla="*/ 6391008 h 10394972"/>
                  <a:gd name="connsiteX141-31799" fmla="*/ 0 w 10490654"/>
                  <a:gd name="connsiteY141-31800" fmla="*/ 6294026 h 10394972"/>
                  <a:gd name="connsiteX142-31801" fmla="*/ 83127 w 10490654"/>
                  <a:gd name="connsiteY142-31802" fmla="*/ 6238608 h 10394972"/>
                  <a:gd name="connsiteX0-31803" fmla="*/ 83127 w 10490654"/>
                  <a:gd name="connsiteY0-31804" fmla="*/ 6238608 h 10394972"/>
                  <a:gd name="connsiteX1-31805" fmla="*/ 96982 w 10490654"/>
                  <a:gd name="connsiteY1-31806" fmla="*/ 5795262 h 10394972"/>
                  <a:gd name="connsiteX2-31807" fmla="*/ 401782 w 10490654"/>
                  <a:gd name="connsiteY2-31808" fmla="*/ 5532026 h 10394972"/>
                  <a:gd name="connsiteX3-31809" fmla="*/ 651163 w 10490654"/>
                  <a:gd name="connsiteY3-31810" fmla="*/ 5670572 h 10394972"/>
                  <a:gd name="connsiteX4-31811" fmla="*/ 858982 w 10490654"/>
                  <a:gd name="connsiteY4-31812" fmla="*/ 5504317 h 10394972"/>
                  <a:gd name="connsiteX5-31813" fmla="*/ 997527 w 10490654"/>
                  <a:gd name="connsiteY5-31814" fmla="*/ 5351917 h 10394972"/>
                  <a:gd name="connsiteX6-31815" fmla="*/ 1080654 w 10490654"/>
                  <a:gd name="connsiteY6-31816" fmla="*/ 5435044 h 10394972"/>
                  <a:gd name="connsiteX7-31817" fmla="*/ 1269312 w 10490654"/>
                  <a:gd name="connsiteY7-31818" fmla="*/ 5679710 h 10394972"/>
                  <a:gd name="connsiteX8-31819" fmla="*/ 1523116 w 10490654"/>
                  <a:gd name="connsiteY8-31820" fmla="*/ 5481030 h 10394972"/>
                  <a:gd name="connsiteX9-31821" fmla="*/ 1731818 w 10490654"/>
                  <a:gd name="connsiteY9-31822" fmla="*/ 5296499 h 10394972"/>
                  <a:gd name="connsiteX10-31823" fmla="*/ 2022763 w 10490654"/>
                  <a:gd name="connsiteY10-31824" fmla="*/ 5060972 h 10394972"/>
                  <a:gd name="connsiteX11-31825" fmla="*/ 2119745 w 10490654"/>
                  <a:gd name="connsiteY11-31826" fmla="*/ 4631481 h 10394972"/>
                  <a:gd name="connsiteX12-31827" fmla="*/ 2172511 w 10490654"/>
                  <a:gd name="connsiteY12-31828" fmla="*/ 4164848 h 10394972"/>
                  <a:gd name="connsiteX13-31829" fmla="*/ 2355272 w 10490654"/>
                  <a:gd name="connsiteY13-31830" fmla="*/ 3855626 h 10394972"/>
                  <a:gd name="connsiteX14-31831" fmla="*/ 2752497 w 10490654"/>
                  <a:gd name="connsiteY14-31832" fmla="*/ 3475092 h 10394972"/>
                  <a:gd name="connsiteX15-31833" fmla="*/ 2978727 w 10490654"/>
                  <a:gd name="connsiteY15-31834" fmla="*/ 3259881 h 10394972"/>
                  <a:gd name="connsiteX16-31835" fmla="*/ 3006436 w 10490654"/>
                  <a:gd name="connsiteY16-31836" fmla="*/ 2816535 h 10394972"/>
                  <a:gd name="connsiteX17-31837" fmla="*/ 3075709 w 10490654"/>
                  <a:gd name="connsiteY17-31838" fmla="*/ 2525590 h 10394972"/>
                  <a:gd name="connsiteX18-31839" fmla="*/ 3075709 w 10490654"/>
                  <a:gd name="connsiteY18-31840" fmla="*/ 2317772 h 10394972"/>
                  <a:gd name="connsiteX19-31841" fmla="*/ 3214254 w 10490654"/>
                  <a:gd name="connsiteY19-31842" fmla="*/ 1985262 h 10394972"/>
                  <a:gd name="connsiteX20-31843" fmla="*/ 3214254 w 10490654"/>
                  <a:gd name="connsiteY20-31844" fmla="*/ 1694317 h 10394972"/>
                  <a:gd name="connsiteX21-31845" fmla="*/ 3513454 w 10490654"/>
                  <a:gd name="connsiteY21-31846" fmla="*/ 1126281 h 10394972"/>
                  <a:gd name="connsiteX22-31847" fmla="*/ 3463636 w 10490654"/>
                  <a:gd name="connsiteY22-31848" fmla="*/ 752208 h 10394972"/>
                  <a:gd name="connsiteX23-31849" fmla="*/ 3491345 w 10490654"/>
                  <a:gd name="connsiteY23-31850" fmla="*/ 544390 h 10394972"/>
                  <a:gd name="connsiteX24-31851" fmla="*/ 3823854 w 10490654"/>
                  <a:gd name="connsiteY24-31852" fmla="*/ 184172 h 10394972"/>
                  <a:gd name="connsiteX25-31853" fmla="*/ 4017818 w 10490654"/>
                  <a:gd name="connsiteY25-31854" fmla="*/ 59481 h 10394972"/>
                  <a:gd name="connsiteX26-31855" fmla="*/ 4433454 w 10490654"/>
                  <a:gd name="connsiteY26-31856" fmla="*/ 295008 h 10394972"/>
                  <a:gd name="connsiteX27-31857" fmla="*/ 4599709 w 10490654"/>
                  <a:gd name="connsiteY27-31858" fmla="*/ 488972 h 10394972"/>
                  <a:gd name="connsiteX28-31859" fmla="*/ 5070763 w 10490654"/>
                  <a:gd name="connsiteY28-31860" fmla="*/ 544390 h 10394972"/>
                  <a:gd name="connsiteX29-31861" fmla="*/ 5391187 w 10490654"/>
                  <a:gd name="connsiteY29-31862" fmla="*/ 603639 h 10394972"/>
                  <a:gd name="connsiteX30-31863" fmla="*/ 5568642 w 10490654"/>
                  <a:gd name="connsiteY30-31864" fmla="*/ 588271 h 10394972"/>
                  <a:gd name="connsiteX31-31865" fmla="*/ 5860472 w 10490654"/>
                  <a:gd name="connsiteY31-31866" fmla="*/ 281153 h 10394972"/>
                  <a:gd name="connsiteX32-31867" fmla="*/ 6123709 w 10490654"/>
                  <a:gd name="connsiteY32-31868" fmla="*/ 322717 h 10394972"/>
                  <a:gd name="connsiteX33-31869" fmla="*/ 6541900 w 10490654"/>
                  <a:gd name="connsiteY33-31870" fmla="*/ 168233 h 10394972"/>
                  <a:gd name="connsiteX34-31871" fmla="*/ 6681722 w 10490654"/>
                  <a:gd name="connsiteY34-31872" fmla="*/ 107503 h 10394972"/>
                  <a:gd name="connsiteX35-31873" fmla="*/ 7011678 w 10490654"/>
                  <a:gd name="connsiteY35-31874" fmla="*/ 198026 h 10394972"/>
                  <a:gd name="connsiteX36-31875" fmla="*/ 7232072 w 10490654"/>
                  <a:gd name="connsiteY36-31876" fmla="*/ 17917 h 10394972"/>
                  <a:gd name="connsiteX37-31877" fmla="*/ 7379107 w 10490654"/>
                  <a:gd name="connsiteY37-31878" fmla="*/ 0 h 10394972"/>
                  <a:gd name="connsiteX38-31879" fmla="*/ 7600859 w 10490654"/>
                  <a:gd name="connsiteY38-31880" fmla="*/ 41248 h 10394972"/>
                  <a:gd name="connsiteX39-31881" fmla="*/ 7910945 w 10490654"/>
                  <a:gd name="connsiteY39-31882" fmla="*/ 128753 h 10394972"/>
                  <a:gd name="connsiteX40-31883" fmla="*/ 8312727 w 10490654"/>
                  <a:gd name="connsiteY40-31884" fmla="*/ 59481 h 10394972"/>
                  <a:gd name="connsiteX41-31885" fmla="*/ 8647005 w 10490654"/>
                  <a:gd name="connsiteY41-31886" fmla="*/ 396707 h 10394972"/>
                  <a:gd name="connsiteX42-31887" fmla="*/ 8908472 w 10490654"/>
                  <a:gd name="connsiteY42-31888" fmla="*/ 544390 h 10394972"/>
                  <a:gd name="connsiteX43-31889" fmla="*/ 9146732 w 10490654"/>
                  <a:gd name="connsiteY43-31890" fmla="*/ 420846 h 10394972"/>
                  <a:gd name="connsiteX44-31891" fmla="*/ 9372965 w 10490654"/>
                  <a:gd name="connsiteY44-31892" fmla="*/ 466363 h 10394972"/>
                  <a:gd name="connsiteX45-31893" fmla="*/ 9518072 w 10490654"/>
                  <a:gd name="connsiteY45-31894" fmla="*/ 367819 h 10394972"/>
                  <a:gd name="connsiteX46-31895" fmla="*/ 9646301 w 10490654"/>
                  <a:gd name="connsiteY46-31896" fmla="*/ 369587 h 10394972"/>
                  <a:gd name="connsiteX47-31897" fmla="*/ 10002982 w 10490654"/>
                  <a:gd name="connsiteY47-31898" fmla="*/ 793772 h 10394972"/>
                  <a:gd name="connsiteX48-31899" fmla="*/ 10238509 w 10490654"/>
                  <a:gd name="connsiteY48-31900" fmla="*/ 987735 h 10394972"/>
                  <a:gd name="connsiteX49-31901" fmla="*/ 10224654 w 10490654"/>
                  <a:gd name="connsiteY49-31902" fmla="*/ 1250972 h 10394972"/>
                  <a:gd name="connsiteX50-31903" fmla="*/ 10238509 w 10490654"/>
                  <a:gd name="connsiteY50-31904" fmla="*/ 1444935 h 10394972"/>
                  <a:gd name="connsiteX51-31905" fmla="*/ 10243066 w 10490654"/>
                  <a:gd name="connsiteY51-31906" fmla="*/ 1580249 h 10394972"/>
                  <a:gd name="connsiteX52-31907" fmla="*/ 10490654 w 10490654"/>
                  <a:gd name="connsiteY52-31908" fmla="*/ 1753897 h 10394972"/>
                  <a:gd name="connsiteX53-31909" fmla="*/ 10077929 w 10490654"/>
                  <a:gd name="connsiteY53-31910" fmla="*/ 2207269 h 10394972"/>
                  <a:gd name="connsiteX54-31911" fmla="*/ 9781309 w 10490654"/>
                  <a:gd name="connsiteY54-31912" fmla="*/ 2497881 h 10394972"/>
                  <a:gd name="connsiteX55-31913" fmla="*/ 9580055 w 10490654"/>
                  <a:gd name="connsiteY55-31914" fmla="*/ 3426134 h 10394972"/>
                  <a:gd name="connsiteX56-31915" fmla="*/ 9532477 w 10490654"/>
                  <a:gd name="connsiteY56-31916" fmla="*/ 3685207 h 10394972"/>
                  <a:gd name="connsiteX57-31917" fmla="*/ 9365672 w 10490654"/>
                  <a:gd name="connsiteY57-31918" fmla="*/ 3911044 h 10394972"/>
                  <a:gd name="connsiteX58-31919" fmla="*/ 9310254 w 10490654"/>
                  <a:gd name="connsiteY58-31920" fmla="*/ 4077299 h 10394972"/>
                  <a:gd name="connsiteX59-31921" fmla="*/ 9236422 w 10490654"/>
                  <a:gd name="connsiteY59-31922" fmla="*/ 4285117 h 10394972"/>
                  <a:gd name="connsiteX60-31923" fmla="*/ 9205255 w 10490654"/>
                  <a:gd name="connsiteY60-31924" fmla="*/ 4430122 h 10394972"/>
                  <a:gd name="connsiteX61-31925" fmla="*/ 9337963 w 10490654"/>
                  <a:gd name="connsiteY61-31926" fmla="*/ 4659190 h 10394972"/>
                  <a:gd name="connsiteX62-31927" fmla="*/ 9382180 w 10490654"/>
                  <a:gd name="connsiteY62-31928" fmla="*/ 4915057 h 10394972"/>
                  <a:gd name="connsiteX63-31929" fmla="*/ 9397939 w 10490654"/>
                  <a:gd name="connsiteY63-31930" fmla="*/ 5208060 h 10394972"/>
                  <a:gd name="connsiteX64-31931" fmla="*/ 9383359 w 10490654"/>
                  <a:gd name="connsiteY64-31932" fmla="*/ 5615153 h 10394972"/>
                  <a:gd name="connsiteX65-31933" fmla="*/ 9518623 w 10490654"/>
                  <a:gd name="connsiteY65-31934" fmla="*/ 5975373 h 10394972"/>
                  <a:gd name="connsiteX66-31935" fmla="*/ 9540496 w 10490654"/>
                  <a:gd name="connsiteY66-31936" fmla="*/ 6403714 h 10394972"/>
                  <a:gd name="connsiteX67-31937" fmla="*/ 9933709 w 10490654"/>
                  <a:gd name="connsiteY67-31938" fmla="*/ 6862062 h 10394972"/>
                  <a:gd name="connsiteX68-31939" fmla="*/ 10052074 w 10490654"/>
                  <a:gd name="connsiteY68-31940" fmla="*/ 7221396 h 10394972"/>
                  <a:gd name="connsiteX69-31941" fmla="*/ 10232908 w 10490654"/>
                  <a:gd name="connsiteY69-31942" fmla="*/ 7514995 h 10394972"/>
                  <a:gd name="connsiteX70-31943" fmla="*/ 9670472 w 10490654"/>
                  <a:gd name="connsiteY70-31944" fmla="*/ 7540935 h 10394972"/>
                  <a:gd name="connsiteX71-31945" fmla="*/ 9174087 w 10490654"/>
                  <a:gd name="connsiteY71-31946" fmla="*/ 7651772 h 10394972"/>
                  <a:gd name="connsiteX72-31947" fmla="*/ 9128871 w 10490654"/>
                  <a:gd name="connsiteY72-31948" fmla="*/ 7790317 h 10394972"/>
                  <a:gd name="connsiteX73-31949" fmla="*/ 9019309 w 10490654"/>
                  <a:gd name="connsiteY73-31950" fmla="*/ 7998135 h 10394972"/>
                  <a:gd name="connsiteX74-31951" fmla="*/ 8933823 w 10490654"/>
                  <a:gd name="connsiteY74-31952" fmla="*/ 8085908 h 10394972"/>
                  <a:gd name="connsiteX75-31953" fmla="*/ 9036787 w 10490654"/>
                  <a:gd name="connsiteY75-31954" fmla="*/ 8313437 h 10394972"/>
                  <a:gd name="connsiteX76-31955" fmla="*/ 9027559 w 10490654"/>
                  <a:gd name="connsiteY76-31956" fmla="*/ 8524608 h 10394972"/>
                  <a:gd name="connsiteX77-31957" fmla="*/ 8993669 w 10490654"/>
                  <a:gd name="connsiteY77-31958" fmla="*/ 8758113 h 10394972"/>
                  <a:gd name="connsiteX78-31959" fmla="*/ 8991600 w 10490654"/>
                  <a:gd name="connsiteY78-31960" fmla="*/ 8967953 h 10394972"/>
                  <a:gd name="connsiteX79-31961" fmla="*/ 8894618 w 10490654"/>
                  <a:gd name="connsiteY79-31962" fmla="*/ 9272753 h 10394972"/>
                  <a:gd name="connsiteX80-31963" fmla="*/ 8922328 w 10490654"/>
                  <a:gd name="connsiteY80-31964" fmla="*/ 9578490 h 10394972"/>
                  <a:gd name="connsiteX81-31965" fmla="*/ 9138715 w 10490654"/>
                  <a:gd name="connsiteY81-31966" fmla="*/ 9750056 h 10394972"/>
                  <a:gd name="connsiteX82-31967" fmla="*/ 9231789 w 10490654"/>
                  <a:gd name="connsiteY82-31968" fmla="*/ 9890275 h 10394972"/>
                  <a:gd name="connsiteX83-31969" fmla="*/ 9343752 w 10490654"/>
                  <a:gd name="connsiteY83-31970" fmla="*/ 10076781 h 10394972"/>
                  <a:gd name="connsiteX84-31971" fmla="*/ 9625328 w 10490654"/>
                  <a:gd name="connsiteY84-31972" fmla="*/ 9791132 h 10394972"/>
                  <a:gd name="connsiteX85-31973" fmla="*/ 9667359 w 10490654"/>
                  <a:gd name="connsiteY85-31974" fmla="*/ 9803430 h 10394972"/>
                  <a:gd name="connsiteX86-31975" fmla="*/ 9668916 w 10490654"/>
                  <a:gd name="connsiteY86-31976" fmla="*/ 10256426 h 10394972"/>
                  <a:gd name="connsiteX87-31977" fmla="*/ 9495500 w 10490654"/>
                  <a:gd name="connsiteY87-31978" fmla="*/ 10306085 h 10394972"/>
                  <a:gd name="connsiteX88-31979" fmla="*/ 9310254 w 10490654"/>
                  <a:gd name="connsiteY88-31980" fmla="*/ 10394972 h 10394972"/>
                  <a:gd name="connsiteX89-31981" fmla="*/ 9227127 w 10490654"/>
                  <a:gd name="connsiteY89-31982" fmla="*/ 10242572 h 10394972"/>
                  <a:gd name="connsiteX90-31983" fmla="*/ 9033163 w 10490654"/>
                  <a:gd name="connsiteY90-31984" fmla="*/ 9993190 h 10394972"/>
                  <a:gd name="connsiteX91-31985" fmla="*/ 8825345 w 10490654"/>
                  <a:gd name="connsiteY91-31986" fmla="*/ 9813081 h 10394972"/>
                  <a:gd name="connsiteX92-31987" fmla="*/ 8534400 w 10490654"/>
                  <a:gd name="connsiteY92-31988" fmla="*/ 9702244 h 10394972"/>
                  <a:gd name="connsiteX93-31989" fmla="*/ 8423563 w 10490654"/>
                  <a:gd name="connsiteY93-31990" fmla="*/ 9646826 h 10394972"/>
                  <a:gd name="connsiteX94-31991" fmla="*/ 8285018 w 10490654"/>
                  <a:gd name="connsiteY94-31992" fmla="*/ 9480572 h 10394972"/>
                  <a:gd name="connsiteX95-31993" fmla="*/ 8257309 w 10490654"/>
                  <a:gd name="connsiteY95-31994" fmla="*/ 9342026 h 10394972"/>
                  <a:gd name="connsiteX96-31995" fmla="*/ 8146472 w 10490654"/>
                  <a:gd name="connsiteY96-31996" fmla="*/ 9355881 h 10394972"/>
                  <a:gd name="connsiteX97-31997" fmla="*/ 8091054 w 10490654"/>
                  <a:gd name="connsiteY97-31998" fmla="*/ 9577553 h 10394972"/>
                  <a:gd name="connsiteX98-31999" fmla="*/ 7806336 w 10490654"/>
                  <a:gd name="connsiteY98-32000" fmla="*/ 9583313 h 10394972"/>
                  <a:gd name="connsiteX99-32001" fmla="*/ 7567694 w 10490654"/>
                  <a:gd name="connsiteY99-32002" fmla="*/ 9520112 h 10394972"/>
                  <a:gd name="connsiteX100-32003" fmla="*/ 7466043 w 10490654"/>
                  <a:gd name="connsiteY100-32004" fmla="*/ 9471387 h 10394972"/>
                  <a:gd name="connsiteX101-32005" fmla="*/ 7287491 w 10490654"/>
                  <a:gd name="connsiteY101-32006" fmla="*/ 9449904 h 10394972"/>
                  <a:gd name="connsiteX102-32007" fmla="*/ 7221797 w 10490654"/>
                  <a:gd name="connsiteY102-32008" fmla="*/ 9121910 h 10394972"/>
                  <a:gd name="connsiteX103-32009" fmla="*/ 6954982 w 10490654"/>
                  <a:gd name="connsiteY103-32010" fmla="*/ 9189626 h 10394972"/>
                  <a:gd name="connsiteX104-32011" fmla="*/ 6710737 w 10490654"/>
                  <a:gd name="connsiteY104-32012" fmla="*/ 9262013 h 10394972"/>
                  <a:gd name="connsiteX105-32013" fmla="*/ 6674777 w 10490654"/>
                  <a:gd name="connsiteY105-32014" fmla="*/ 9062912 h 10394972"/>
                  <a:gd name="connsiteX106-32015" fmla="*/ 6511636 w 10490654"/>
                  <a:gd name="connsiteY106-32016" fmla="*/ 8954099 h 10394972"/>
                  <a:gd name="connsiteX107-32017" fmla="*/ 6428509 w 10490654"/>
                  <a:gd name="connsiteY107-32018" fmla="*/ 8954099 h 10394972"/>
                  <a:gd name="connsiteX108-32019" fmla="*/ 6325922 w 10490654"/>
                  <a:gd name="connsiteY108-32020" fmla="*/ 9057307 h 10394972"/>
                  <a:gd name="connsiteX109-32021" fmla="*/ 6167763 w 10490654"/>
                  <a:gd name="connsiteY109-32022" fmla="*/ 8978227 h 10394972"/>
                  <a:gd name="connsiteX110-32023" fmla="*/ 6002132 w 10490654"/>
                  <a:gd name="connsiteY110-32024" fmla="*/ 9093734 h 10394972"/>
                  <a:gd name="connsiteX111-32025" fmla="*/ 5749636 w 10490654"/>
                  <a:gd name="connsiteY111-32026" fmla="*/ 9051081 h 10394972"/>
                  <a:gd name="connsiteX112-32027" fmla="*/ 5674760 w 10490654"/>
                  <a:gd name="connsiteY112-32028" fmla="*/ 9081904 h 10394972"/>
                  <a:gd name="connsiteX113-32029" fmla="*/ 5507415 w 10490654"/>
                  <a:gd name="connsiteY113-32030" fmla="*/ 9128137 h 10394972"/>
                  <a:gd name="connsiteX114-32031" fmla="*/ 5505859 w 10490654"/>
                  <a:gd name="connsiteY114-32032" fmla="*/ 8870972 h 10394972"/>
                  <a:gd name="connsiteX115-32033" fmla="*/ 5505857 w 10490654"/>
                  <a:gd name="connsiteY115-32034" fmla="*/ 8634977 h 10394972"/>
                  <a:gd name="connsiteX116-32035" fmla="*/ 5336024 w 10490654"/>
                  <a:gd name="connsiteY116-32036" fmla="*/ 8333292 h 10394972"/>
                  <a:gd name="connsiteX117-32037" fmla="*/ 5230324 w 10490654"/>
                  <a:gd name="connsiteY117-32038" fmla="*/ 8082820 h 10394972"/>
                  <a:gd name="connsiteX118-32039" fmla="*/ 5317031 w 10490654"/>
                  <a:gd name="connsiteY118-32040" fmla="*/ 7610208 h 10394972"/>
                  <a:gd name="connsiteX119-32041" fmla="*/ 5201059 w 10490654"/>
                  <a:gd name="connsiteY119-32042" fmla="*/ 7320352 h 10394972"/>
                  <a:gd name="connsiteX120-32043" fmla="*/ 5250872 w 10490654"/>
                  <a:gd name="connsiteY120-32044" fmla="*/ 7069881 h 10394972"/>
                  <a:gd name="connsiteX121-32045" fmla="*/ 5245735 w 10490654"/>
                  <a:gd name="connsiteY121-32046" fmla="*/ 7018665 h 10394972"/>
                  <a:gd name="connsiteX122-32047" fmla="*/ 4577603 w 10490654"/>
                  <a:gd name="connsiteY122-32048" fmla="*/ 7013996 h 10394972"/>
                  <a:gd name="connsiteX123-32049" fmla="*/ 4528412 w 10490654"/>
                  <a:gd name="connsiteY123-32050" fmla="*/ 6840580 h 10394972"/>
                  <a:gd name="connsiteX124-32051" fmla="*/ 4038834 w 10490654"/>
                  <a:gd name="connsiteY124-32052" fmla="*/ 6816452 h 10394972"/>
                  <a:gd name="connsiteX125-32053" fmla="*/ 3976254 w 10490654"/>
                  <a:gd name="connsiteY125-32054" fmla="*/ 7069881 h 10394972"/>
                  <a:gd name="connsiteX126-32055" fmla="*/ 3932667 w 10490654"/>
                  <a:gd name="connsiteY126-32056" fmla="*/ 7281279 h 10394972"/>
                  <a:gd name="connsiteX127-32057" fmla="*/ 3884155 w 10490654"/>
                  <a:gd name="connsiteY127-32058" fmla="*/ 7403480 h 10394972"/>
                  <a:gd name="connsiteX128-32059" fmla="*/ 3572499 w 10490654"/>
                  <a:gd name="connsiteY128-32060" fmla="*/ 7365450 h 10394972"/>
                  <a:gd name="connsiteX129-32061" fmla="*/ 3311236 w 10490654"/>
                  <a:gd name="connsiteY129-32062" fmla="*/ 7402390 h 10394972"/>
                  <a:gd name="connsiteX130-32063" fmla="*/ 2921540 w 10490654"/>
                  <a:gd name="connsiteY130-32064" fmla="*/ 7414475 h 10394972"/>
                  <a:gd name="connsiteX131-32065" fmla="*/ 2784763 w 10490654"/>
                  <a:gd name="connsiteY131-32066" fmla="*/ 7139153 h 10394972"/>
                  <a:gd name="connsiteX132-32067" fmla="*/ 2604654 w 10490654"/>
                  <a:gd name="connsiteY132-32068" fmla="*/ 6862062 h 10394972"/>
                  <a:gd name="connsiteX133-32069" fmla="*/ 2410691 w 10490654"/>
                  <a:gd name="connsiteY133-32070" fmla="*/ 6363299 h 10394972"/>
                  <a:gd name="connsiteX134-32071" fmla="*/ 2327563 w 10490654"/>
                  <a:gd name="connsiteY134-32072" fmla="*/ 6224753 h 10394972"/>
                  <a:gd name="connsiteX135-32073" fmla="*/ 1662545 w 10490654"/>
                  <a:gd name="connsiteY135-32074" fmla="*/ 6197044 h 10394972"/>
                  <a:gd name="connsiteX136-32075" fmla="*/ 1233054 w 10490654"/>
                  <a:gd name="connsiteY136-32076" fmla="*/ 6197044 h 10394972"/>
                  <a:gd name="connsiteX137-32077" fmla="*/ 1136072 w 10490654"/>
                  <a:gd name="connsiteY137-32078" fmla="*/ 6252462 h 10394972"/>
                  <a:gd name="connsiteX138-32079" fmla="*/ 706582 w 10490654"/>
                  <a:gd name="connsiteY138-32080" fmla="*/ 6210899 h 10394972"/>
                  <a:gd name="connsiteX139-32081" fmla="*/ 318654 w 10490654"/>
                  <a:gd name="connsiteY139-32082" fmla="*/ 6238608 h 10394972"/>
                  <a:gd name="connsiteX140-32083" fmla="*/ 96982 w 10490654"/>
                  <a:gd name="connsiteY140-32084" fmla="*/ 6391008 h 10394972"/>
                  <a:gd name="connsiteX141-32085" fmla="*/ 0 w 10490654"/>
                  <a:gd name="connsiteY141-32086" fmla="*/ 6294026 h 10394972"/>
                  <a:gd name="connsiteX142-32087" fmla="*/ 83127 w 10490654"/>
                  <a:gd name="connsiteY142-32088" fmla="*/ 6238608 h 10394972"/>
                  <a:gd name="connsiteX0-32089" fmla="*/ 83127 w 10490654"/>
                  <a:gd name="connsiteY0-32090" fmla="*/ 6238608 h 10394972"/>
                  <a:gd name="connsiteX1-32091" fmla="*/ 96982 w 10490654"/>
                  <a:gd name="connsiteY1-32092" fmla="*/ 5795262 h 10394972"/>
                  <a:gd name="connsiteX2-32093" fmla="*/ 401782 w 10490654"/>
                  <a:gd name="connsiteY2-32094" fmla="*/ 5532026 h 10394972"/>
                  <a:gd name="connsiteX3-32095" fmla="*/ 651163 w 10490654"/>
                  <a:gd name="connsiteY3-32096" fmla="*/ 5670572 h 10394972"/>
                  <a:gd name="connsiteX4-32097" fmla="*/ 858982 w 10490654"/>
                  <a:gd name="connsiteY4-32098" fmla="*/ 5504317 h 10394972"/>
                  <a:gd name="connsiteX5-32099" fmla="*/ 997527 w 10490654"/>
                  <a:gd name="connsiteY5-32100" fmla="*/ 5351917 h 10394972"/>
                  <a:gd name="connsiteX6-32101" fmla="*/ 1080654 w 10490654"/>
                  <a:gd name="connsiteY6-32102" fmla="*/ 5435044 h 10394972"/>
                  <a:gd name="connsiteX7-32103" fmla="*/ 1269312 w 10490654"/>
                  <a:gd name="connsiteY7-32104" fmla="*/ 5679710 h 10394972"/>
                  <a:gd name="connsiteX8-32105" fmla="*/ 1523116 w 10490654"/>
                  <a:gd name="connsiteY8-32106" fmla="*/ 5481030 h 10394972"/>
                  <a:gd name="connsiteX9-32107" fmla="*/ 1731818 w 10490654"/>
                  <a:gd name="connsiteY9-32108" fmla="*/ 5296499 h 10394972"/>
                  <a:gd name="connsiteX10-32109" fmla="*/ 2022763 w 10490654"/>
                  <a:gd name="connsiteY10-32110" fmla="*/ 5060972 h 10394972"/>
                  <a:gd name="connsiteX11-32111" fmla="*/ 2119745 w 10490654"/>
                  <a:gd name="connsiteY11-32112" fmla="*/ 4631481 h 10394972"/>
                  <a:gd name="connsiteX12-32113" fmla="*/ 2172511 w 10490654"/>
                  <a:gd name="connsiteY12-32114" fmla="*/ 4164848 h 10394972"/>
                  <a:gd name="connsiteX13-32115" fmla="*/ 2355272 w 10490654"/>
                  <a:gd name="connsiteY13-32116" fmla="*/ 3855626 h 10394972"/>
                  <a:gd name="connsiteX14-32117" fmla="*/ 2752497 w 10490654"/>
                  <a:gd name="connsiteY14-32118" fmla="*/ 3475092 h 10394972"/>
                  <a:gd name="connsiteX15-32119" fmla="*/ 2978727 w 10490654"/>
                  <a:gd name="connsiteY15-32120" fmla="*/ 3259881 h 10394972"/>
                  <a:gd name="connsiteX16-32121" fmla="*/ 3006436 w 10490654"/>
                  <a:gd name="connsiteY16-32122" fmla="*/ 2816535 h 10394972"/>
                  <a:gd name="connsiteX17-32123" fmla="*/ 3075709 w 10490654"/>
                  <a:gd name="connsiteY17-32124" fmla="*/ 2525590 h 10394972"/>
                  <a:gd name="connsiteX18-32125" fmla="*/ 3075709 w 10490654"/>
                  <a:gd name="connsiteY18-32126" fmla="*/ 2317772 h 10394972"/>
                  <a:gd name="connsiteX19-32127" fmla="*/ 3214254 w 10490654"/>
                  <a:gd name="connsiteY19-32128" fmla="*/ 1985262 h 10394972"/>
                  <a:gd name="connsiteX20-32129" fmla="*/ 3214254 w 10490654"/>
                  <a:gd name="connsiteY20-32130" fmla="*/ 1694317 h 10394972"/>
                  <a:gd name="connsiteX21-32131" fmla="*/ 3513454 w 10490654"/>
                  <a:gd name="connsiteY21-32132" fmla="*/ 1126281 h 10394972"/>
                  <a:gd name="connsiteX22-32133" fmla="*/ 3463636 w 10490654"/>
                  <a:gd name="connsiteY22-32134" fmla="*/ 752208 h 10394972"/>
                  <a:gd name="connsiteX23-32135" fmla="*/ 3491345 w 10490654"/>
                  <a:gd name="connsiteY23-32136" fmla="*/ 544390 h 10394972"/>
                  <a:gd name="connsiteX24-32137" fmla="*/ 3823854 w 10490654"/>
                  <a:gd name="connsiteY24-32138" fmla="*/ 184172 h 10394972"/>
                  <a:gd name="connsiteX25-32139" fmla="*/ 4017818 w 10490654"/>
                  <a:gd name="connsiteY25-32140" fmla="*/ 59481 h 10394972"/>
                  <a:gd name="connsiteX26-32141" fmla="*/ 4433454 w 10490654"/>
                  <a:gd name="connsiteY26-32142" fmla="*/ 295008 h 10394972"/>
                  <a:gd name="connsiteX27-32143" fmla="*/ 4599709 w 10490654"/>
                  <a:gd name="connsiteY27-32144" fmla="*/ 488972 h 10394972"/>
                  <a:gd name="connsiteX28-32145" fmla="*/ 5070763 w 10490654"/>
                  <a:gd name="connsiteY28-32146" fmla="*/ 544390 h 10394972"/>
                  <a:gd name="connsiteX29-32147" fmla="*/ 5391187 w 10490654"/>
                  <a:gd name="connsiteY29-32148" fmla="*/ 603639 h 10394972"/>
                  <a:gd name="connsiteX30-32149" fmla="*/ 5568642 w 10490654"/>
                  <a:gd name="connsiteY30-32150" fmla="*/ 588271 h 10394972"/>
                  <a:gd name="connsiteX31-32151" fmla="*/ 5860472 w 10490654"/>
                  <a:gd name="connsiteY31-32152" fmla="*/ 281153 h 10394972"/>
                  <a:gd name="connsiteX32-32153" fmla="*/ 6123709 w 10490654"/>
                  <a:gd name="connsiteY32-32154" fmla="*/ 322717 h 10394972"/>
                  <a:gd name="connsiteX33-32155" fmla="*/ 6541900 w 10490654"/>
                  <a:gd name="connsiteY33-32156" fmla="*/ 168233 h 10394972"/>
                  <a:gd name="connsiteX34-32157" fmla="*/ 6681722 w 10490654"/>
                  <a:gd name="connsiteY34-32158" fmla="*/ 107503 h 10394972"/>
                  <a:gd name="connsiteX35-32159" fmla="*/ 7011678 w 10490654"/>
                  <a:gd name="connsiteY35-32160" fmla="*/ 198026 h 10394972"/>
                  <a:gd name="connsiteX36-32161" fmla="*/ 7232072 w 10490654"/>
                  <a:gd name="connsiteY36-32162" fmla="*/ 17917 h 10394972"/>
                  <a:gd name="connsiteX37-32163" fmla="*/ 7379107 w 10490654"/>
                  <a:gd name="connsiteY37-32164" fmla="*/ 0 h 10394972"/>
                  <a:gd name="connsiteX38-32165" fmla="*/ 7600859 w 10490654"/>
                  <a:gd name="connsiteY38-32166" fmla="*/ 41248 h 10394972"/>
                  <a:gd name="connsiteX39-32167" fmla="*/ 7910945 w 10490654"/>
                  <a:gd name="connsiteY39-32168" fmla="*/ 128753 h 10394972"/>
                  <a:gd name="connsiteX40-32169" fmla="*/ 8312727 w 10490654"/>
                  <a:gd name="connsiteY40-32170" fmla="*/ 59481 h 10394972"/>
                  <a:gd name="connsiteX41-32171" fmla="*/ 8647005 w 10490654"/>
                  <a:gd name="connsiteY41-32172" fmla="*/ 396707 h 10394972"/>
                  <a:gd name="connsiteX42-32173" fmla="*/ 8908472 w 10490654"/>
                  <a:gd name="connsiteY42-32174" fmla="*/ 544390 h 10394972"/>
                  <a:gd name="connsiteX43-32175" fmla="*/ 9146732 w 10490654"/>
                  <a:gd name="connsiteY43-32176" fmla="*/ 420846 h 10394972"/>
                  <a:gd name="connsiteX44-32177" fmla="*/ 9372965 w 10490654"/>
                  <a:gd name="connsiteY44-32178" fmla="*/ 466363 h 10394972"/>
                  <a:gd name="connsiteX45-32179" fmla="*/ 9518072 w 10490654"/>
                  <a:gd name="connsiteY45-32180" fmla="*/ 367819 h 10394972"/>
                  <a:gd name="connsiteX46-32181" fmla="*/ 9646301 w 10490654"/>
                  <a:gd name="connsiteY46-32182" fmla="*/ 369587 h 10394972"/>
                  <a:gd name="connsiteX47-32183" fmla="*/ 10002982 w 10490654"/>
                  <a:gd name="connsiteY47-32184" fmla="*/ 793772 h 10394972"/>
                  <a:gd name="connsiteX48-32185" fmla="*/ 10238509 w 10490654"/>
                  <a:gd name="connsiteY48-32186" fmla="*/ 987735 h 10394972"/>
                  <a:gd name="connsiteX49-32187" fmla="*/ 10224654 w 10490654"/>
                  <a:gd name="connsiteY49-32188" fmla="*/ 1250972 h 10394972"/>
                  <a:gd name="connsiteX50-32189" fmla="*/ 10238509 w 10490654"/>
                  <a:gd name="connsiteY50-32190" fmla="*/ 1444935 h 10394972"/>
                  <a:gd name="connsiteX51-32191" fmla="*/ 10243066 w 10490654"/>
                  <a:gd name="connsiteY51-32192" fmla="*/ 1580249 h 10394972"/>
                  <a:gd name="connsiteX52-32193" fmla="*/ 10490654 w 10490654"/>
                  <a:gd name="connsiteY52-32194" fmla="*/ 1753897 h 10394972"/>
                  <a:gd name="connsiteX53-32195" fmla="*/ 10077929 w 10490654"/>
                  <a:gd name="connsiteY53-32196" fmla="*/ 2207269 h 10394972"/>
                  <a:gd name="connsiteX54-32197" fmla="*/ 9781309 w 10490654"/>
                  <a:gd name="connsiteY54-32198" fmla="*/ 2497881 h 10394972"/>
                  <a:gd name="connsiteX55-32199" fmla="*/ 9580055 w 10490654"/>
                  <a:gd name="connsiteY55-32200" fmla="*/ 3426134 h 10394972"/>
                  <a:gd name="connsiteX56-32201" fmla="*/ 9532477 w 10490654"/>
                  <a:gd name="connsiteY56-32202" fmla="*/ 3685207 h 10394972"/>
                  <a:gd name="connsiteX57-32203" fmla="*/ 9365672 w 10490654"/>
                  <a:gd name="connsiteY57-32204" fmla="*/ 3911044 h 10394972"/>
                  <a:gd name="connsiteX58-32205" fmla="*/ 9310254 w 10490654"/>
                  <a:gd name="connsiteY58-32206" fmla="*/ 4077299 h 10394972"/>
                  <a:gd name="connsiteX59-32207" fmla="*/ 9236422 w 10490654"/>
                  <a:gd name="connsiteY59-32208" fmla="*/ 4285117 h 10394972"/>
                  <a:gd name="connsiteX60-32209" fmla="*/ 9205255 w 10490654"/>
                  <a:gd name="connsiteY60-32210" fmla="*/ 4430122 h 10394972"/>
                  <a:gd name="connsiteX61-32211" fmla="*/ 9337963 w 10490654"/>
                  <a:gd name="connsiteY61-32212" fmla="*/ 4659190 h 10394972"/>
                  <a:gd name="connsiteX62-32213" fmla="*/ 9382180 w 10490654"/>
                  <a:gd name="connsiteY62-32214" fmla="*/ 4915057 h 10394972"/>
                  <a:gd name="connsiteX63-32215" fmla="*/ 9397939 w 10490654"/>
                  <a:gd name="connsiteY63-32216" fmla="*/ 5208060 h 10394972"/>
                  <a:gd name="connsiteX64-32217" fmla="*/ 9383359 w 10490654"/>
                  <a:gd name="connsiteY64-32218" fmla="*/ 5615153 h 10394972"/>
                  <a:gd name="connsiteX65-32219" fmla="*/ 9518623 w 10490654"/>
                  <a:gd name="connsiteY65-32220" fmla="*/ 5975373 h 10394972"/>
                  <a:gd name="connsiteX66-32221" fmla="*/ 9540496 w 10490654"/>
                  <a:gd name="connsiteY66-32222" fmla="*/ 6403714 h 10394972"/>
                  <a:gd name="connsiteX67-32223" fmla="*/ 9933709 w 10490654"/>
                  <a:gd name="connsiteY67-32224" fmla="*/ 6862062 h 10394972"/>
                  <a:gd name="connsiteX68-32225" fmla="*/ 10052074 w 10490654"/>
                  <a:gd name="connsiteY68-32226" fmla="*/ 7221396 h 10394972"/>
                  <a:gd name="connsiteX69-32227" fmla="*/ 10232908 w 10490654"/>
                  <a:gd name="connsiteY69-32228" fmla="*/ 7514995 h 10394972"/>
                  <a:gd name="connsiteX70-32229" fmla="*/ 9670472 w 10490654"/>
                  <a:gd name="connsiteY70-32230" fmla="*/ 7540935 h 10394972"/>
                  <a:gd name="connsiteX71-32231" fmla="*/ 9174087 w 10490654"/>
                  <a:gd name="connsiteY71-32232" fmla="*/ 7651772 h 10394972"/>
                  <a:gd name="connsiteX72-32233" fmla="*/ 9128871 w 10490654"/>
                  <a:gd name="connsiteY72-32234" fmla="*/ 7790317 h 10394972"/>
                  <a:gd name="connsiteX73-32235" fmla="*/ 9019309 w 10490654"/>
                  <a:gd name="connsiteY73-32236" fmla="*/ 7998135 h 10394972"/>
                  <a:gd name="connsiteX74-32237" fmla="*/ 8933823 w 10490654"/>
                  <a:gd name="connsiteY74-32238" fmla="*/ 8085908 h 10394972"/>
                  <a:gd name="connsiteX75-32239" fmla="*/ 9036787 w 10490654"/>
                  <a:gd name="connsiteY75-32240" fmla="*/ 8313437 h 10394972"/>
                  <a:gd name="connsiteX76-32241" fmla="*/ 9027559 w 10490654"/>
                  <a:gd name="connsiteY76-32242" fmla="*/ 8524608 h 10394972"/>
                  <a:gd name="connsiteX77-32243" fmla="*/ 8993669 w 10490654"/>
                  <a:gd name="connsiteY77-32244" fmla="*/ 8758113 h 10394972"/>
                  <a:gd name="connsiteX78-32245" fmla="*/ 8991600 w 10490654"/>
                  <a:gd name="connsiteY78-32246" fmla="*/ 8967953 h 10394972"/>
                  <a:gd name="connsiteX79-32247" fmla="*/ 8894618 w 10490654"/>
                  <a:gd name="connsiteY79-32248" fmla="*/ 9272753 h 10394972"/>
                  <a:gd name="connsiteX80-32249" fmla="*/ 8922328 w 10490654"/>
                  <a:gd name="connsiteY80-32250" fmla="*/ 9578490 h 10394972"/>
                  <a:gd name="connsiteX81-32251" fmla="*/ 9138715 w 10490654"/>
                  <a:gd name="connsiteY81-32252" fmla="*/ 9750056 h 10394972"/>
                  <a:gd name="connsiteX82-32253" fmla="*/ 9231789 w 10490654"/>
                  <a:gd name="connsiteY82-32254" fmla="*/ 9890275 h 10394972"/>
                  <a:gd name="connsiteX83-32255" fmla="*/ 9462870 w 10490654"/>
                  <a:gd name="connsiteY83-32256" fmla="*/ 9929452 h 10394972"/>
                  <a:gd name="connsiteX84-32257" fmla="*/ 9625328 w 10490654"/>
                  <a:gd name="connsiteY84-32258" fmla="*/ 9791132 h 10394972"/>
                  <a:gd name="connsiteX85-32259" fmla="*/ 9667359 w 10490654"/>
                  <a:gd name="connsiteY85-32260" fmla="*/ 9803430 h 10394972"/>
                  <a:gd name="connsiteX86-32261" fmla="*/ 9668916 w 10490654"/>
                  <a:gd name="connsiteY86-32262" fmla="*/ 10256426 h 10394972"/>
                  <a:gd name="connsiteX87-32263" fmla="*/ 9495500 w 10490654"/>
                  <a:gd name="connsiteY87-32264" fmla="*/ 10306085 h 10394972"/>
                  <a:gd name="connsiteX88-32265" fmla="*/ 9310254 w 10490654"/>
                  <a:gd name="connsiteY88-32266" fmla="*/ 10394972 h 10394972"/>
                  <a:gd name="connsiteX89-32267" fmla="*/ 9227127 w 10490654"/>
                  <a:gd name="connsiteY89-32268" fmla="*/ 10242572 h 10394972"/>
                  <a:gd name="connsiteX90-32269" fmla="*/ 9033163 w 10490654"/>
                  <a:gd name="connsiteY90-32270" fmla="*/ 9993190 h 10394972"/>
                  <a:gd name="connsiteX91-32271" fmla="*/ 8825345 w 10490654"/>
                  <a:gd name="connsiteY91-32272" fmla="*/ 9813081 h 10394972"/>
                  <a:gd name="connsiteX92-32273" fmla="*/ 8534400 w 10490654"/>
                  <a:gd name="connsiteY92-32274" fmla="*/ 9702244 h 10394972"/>
                  <a:gd name="connsiteX93-32275" fmla="*/ 8423563 w 10490654"/>
                  <a:gd name="connsiteY93-32276" fmla="*/ 9646826 h 10394972"/>
                  <a:gd name="connsiteX94-32277" fmla="*/ 8285018 w 10490654"/>
                  <a:gd name="connsiteY94-32278" fmla="*/ 9480572 h 10394972"/>
                  <a:gd name="connsiteX95-32279" fmla="*/ 8257309 w 10490654"/>
                  <a:gd name="connsiteY95-32280" fmla="*/ 9342026 h 10394972"/>
                  <a:gd name="connsiteX96-32281" fmla="*/ 8146472 w 10490654"/>
                  <a:gd name="connsiteY96-32282" fmla="*/ 9355881 h 10394972"/>
                  <a:gd name="connsiteX97-32283" fmla="*/ 8091054 w 10490654"/>
                  <a:gd name="connsiteY97-32284" fmla="*/ 9577553 h 10394972"/>
                  <a:gd name="connsiteX98-32285" fmla="*/ 7806336 w 10490654"/>
                  <a:gd name="connsiteY98-32286" fmla="*/ 9583313 h 10394972"/>
                  <a:gd name="connsiteX99-32287" fmla="*/ 7567694 w 10490654"/>
                  <a:gd name="connsiteY99-32288" fmla="*/ 9520112 h 10394972"/>
                  <a:gd name="connsiteX100-32289" fmla="*/ 7466043 w 10490654"/>
                  <a:gd name="connsiteY100-32290" fmla="*/ 9471387 h 10394972"/>
                  <a:gd name="connsiteX101-32291" fmla="*/ 7287491 w 10490654"/>
                  <a:gd name="connsiteY101-32292" fmla="*/ 9449904 h 10394972"/>
                  <a:gd name="connsiteX102-32293" fmla="*/ 7221797 w 10490654"/>
                  <a:gd name="connsiteY102-32294" fmla="*/ 9121910 h 10394972"/>
                  <a:gd name="connsiteX103-32295" fmla="*/ 6954982 w 10490654"/>
                  <a:gd name="connsiteY103-32296" fmla="*/ 9189626 h 10394972"/>
                  <a:gd name="connsiteX104-32297" fmla="*/ 6710737 w 10490654"/>
                  <a:gd name="connsiteY104-32298" fmla="*/ 9262013 h 10394972"/>
                  <a:gd name="connsiteX105-32299" fmla="*/ 6674777 w 10490654"/>
                  <a:gd name="connsiteY105-32300" fmla="*/ 9062912 h 10394972"/>
                  <a:gd name="connsiteX106-32301" fmla="*/ 6511636 w 10490654"/>
                  <a:gd name="connsiteY106-32302" fmla="*/ 8954099 h 10394972"/>
                  <a:gd name="connsiteX107-32303" fmla="*/ 6428509 w 10490654"/>
                  <a:gd name="connsiteY107-32304" fmla="*/ 8954099 h 10394972"/>
                  <a:gd name="connsiteX108-32305" fmla="*/ 6325922 w 10490654"/>
                  <a:gd name="connsiteY108-32306" fmla="*/ 9057307 h 10394972"/>
                  <a:gd name="connsiteX109-32307" fmla="*/ 6167763 w 10490654"/>
                  <a:gd name="connsiteY109-32308" fmla="*/ 8978227 h 10394972"/>
                  <a:gd name="connsiteX110-32309" fmla="*/ 6002132 w 10490654"/>
                  <a:gd name="connsiteY110-32310" fmla="*/ 9093734 h 10394972"/>
                  <a:gd name="connsiteX111-32311" fmla="*/ 5749636 w 10490654"/>
                  <a:gd name="connsiteY111-32312" fmla="*/ 9051081 h 10394972"/>
                  <a:gd name="connsiteX112-32313" fmla="*/ 5674760 w 10490654"/>
                  <a:gd name="connsiteY112-32314" fmla="*/ 9081904 h 10394972"/>
                  <a:gd name="connsiteX113-32315" fmla="*/ 5507415 w 10490654"/>
                  <a:gd name="connsiteY113-32316" fmla="*/ 9128137 h 10394972"/>
                  <a:gd name="connsiteX114-32317" fmla="*/ 5505859 w 10490654"/>
                  <a:gd name="connsiteY114-32318" fmla="*/ 8870972 h 10394972"/>
                  <a:gd name="connsiteX115-32319" fmla="*/ 5505857 w 10490654"/>
                  <a:gd name="connsiteY115-32320" fmla="*/ 8634977 h 10394972"/>
                  <a:gd name="connsiteX116-32321" fmla="*/ 5336024 w 10490654"/>
                  <a:gd name="connsiteY116-32322" fmla="*/ 8333292 h 10394972"/>
                  <a:gd name="connsiteX117-32323" fmla="*/ 5230324 w 10490654"/>
                  <a:gd name="connsiteY117-32324" fmla="*/ 8082820 h 10394972"/>
                  <a:gd name="connsiteX118-32325" fmla="*/ 5317031 w 10490654"/>
                  <a:gd name="connsiteY118-32326" fmla="*/ 7610208 h 10394972"/>
                  <a:gd name="connsiteX119-32327" fmla="*/ 5201059 w 10490654"/>
                  <a:gd name="connsiteY119-32328" fmla="*/ 7320352 h 10394972"/>
                  <a:gd name="connsiteX120-32329" fmla="*/ 5250872 w 10490654"/>
                  <a:gd name="connsiteY120-32330" fmla="*/ 7069881 h 10394972"/>
                  <a:gd name="connsiteX121-32331" fmla="*/ 5245735 w 10490654"/>
                  <a:gd name="connsiteY121-32332" fmla="*/ 7018665 h 10394972"/>
                  <a:gd name="connsiteX122-32333" fmla="*/ 4577603 w 10490654"/>
                  <a:gd name="connsiteY122-32334" fmla="*/ 7013996 h 10394972"/>
                  <a:gd name="connsiteX123-32335" fmla="*/ 4528412 w 10490654"/>
                  <a:gd name="connsiteY123-32336" fmla="*/ 6840580 h 10394972"/>
                  <a:gd name="connsiteX124-32337" fmla="*/ 4038834 w 10490654"/>
                  <a:gd name="connsiteY124-32338" fmla="*/ 6816452 h 10394972"/>
                  <a:gd name="connsiteX125-32339" fmla="*/ 3976254 w 10490654"/>
                  <a:gd name="connsiteY125-32340" fmla="*/ 7069881 h 10394972"/>
                  <a:gd name="connsiteX126-32341" fmla="*/ 3932667 w 10490654"/>
                  <a:gd name="connsiteY126-32342" fmla="*/ 7281279 h 10394972"/>
                  <a:gd name="connsiteX127-32343" fmla="*/ 3884155 w 10490654"/>
                  <a:gd name="connsiteY127-32344" fmla="*/ 7403480 h 10394972"/>
                  <a:gd name="connsiteX128-32345" fmla="*/ 3572499 w 10490654"/>
                  <a:gd name="connsiteY128-32346" fmla="*/ 7365450 h 10394972"/>
                  <a:gd name="connsiteX129-32347" fmla="*/ 3311236 w 10490654"/>
                  <a:gd name="connsiteY129-32348" fmla="*/ 7402390 h 10394972"/>
                  <a:gd name="connsiteX130-32349" fmla="*/ 2921540 w 10490654"/>
                  <a:gd name="connsiteY130-32350" fmla="*/ 7414475 h 10394972"/>
                  <a:gd name="connsiteX131-32351" fmla="*/ 2784763 w 10490654"/>
                  <a:gd name="connsiteY131-32352" fmla="*/ 7139153 h 10394972"/>
                  <a:gd name="connsiteX132-32353" fmla="*/ 2604654 w 10490654"/>
                  <a:gd name="connsiteY132-32354" fmla="*/ 6862062 h 10394972"/>
                  <a:gd name="connsiteX133-32355" fmla="*/ 2410691 w 10490654"/>
                  <a:gd name="connsiteY133-32356" fmla="*/ 6363299 h 10394972"/>
                  <a:gd name="connsiteX134-32357" fmla="*/ 2327563 w 10490654"/>
                  <a:gd name="connsiteY134-32358" fmla="*/ 6224753 h 10394972"/>
                  <a:gd name="connsiteX135-32359" fmla="*/ 1662545 w 10490654"/>
                  <a:gd name="connsiteY135-32360" fmla="*/ 6197044 h 10394972"/>
                  <a:gd name="connsiteX136-32361" fmla="*/ 1233054 w 10490654"/>
                  <a:gd name="connsiteY136-32362" fmla="*/ 6197044 h 10394972"/>
                  <a:gd name="connsiteX137-32363" fmla="*/ 1136072 w 10490654"/>
                  <a:gd name="connsiteY137-32364" fmla="*/ 6252462 h 10394972"/>
                  <a:gd name="connsiteX138-32365" fmla="*/ 706582 w 10490654"/>
                  <a:gd name="connsiteY138-32366" fmla="*/ 6210899 h 10394972"/>
                  <a:gd name="connsiteX139-32367" fmla="*/ 318654 w 10490654"/>
                  <a:gd name="connsiteY139-32368" fmla="*/ 6238608 h 10394972"/>
                  <a:gd name="connsiteX140-32369" fmla="*/ 96982 w 10490654"/>
                  <a:gd name="connsiteY140-32370" fmla="*/ 6391008 h 10394972"/>
                  <a:gd name="connsiteX141-32371" fmla="*/ 0 w 10490654"/>
                  <a:gd name="connsiteY141-32372" fmla="*/ 6294026 h 10394972"/>
                  <a:gd name="connsiteX142-32373" fmla="*/ 83127 w 10490654"/>
                  <a:gd name="connsiteY142-32374" fmla="*/ 6238608 h 10394972"/>
                  <a:gd name="connsiteX0-32375" fmla="*/ 83127 w 10490654"/>
                  <a:gd name="connsiteY0-32376" fmla="*/ 6238608 h 10394972"/>
                  <a:gd name="connsiteX1-32377" fmla="*/ 96982 w 10490654"/>
                  <a:gd name="connsiteY1-32378" fmla="*/ 5795262 h 10394972"/>
                  <a:gd name="connsiteX2-32379" fmla="*/ 401782 w 10490654"/>
                  <a:gd name="connsiteY2-32380" fmla="*/ 5532026 h 10394972"/>
                  <a:gd name="connsiteX3-32381" fmla="*/ 651163 w 10490654"/>
                  <a:gd name="connsiteY3-32382" fmla="*/ 5670572 h 10394972"/>
                  <a:gd name="connsiteX4-32383" fmla="*/ 858982 w 10490654"/>
                  <a:gd name="connsiteY4-32384" fmla="*/ 5504317 h 10394972"/>
                  <a:gd name="connsiteX5-32385" fmla="*/ 997527 w 10490654"/>
                  <a:gd name="connsiteY5-32386" fmla="*/ 5351917 h 10394972"/>
                  <a:gd name="connsiteX6-32387" fmla="*/ 1080654 w 10490654"/>
                  <a:gd name="connsiteY6-32388" fmla="*/ 5435044 h 10394972"/>
                  <a:gd name="connsiteX7-32389" fmla="*/ 1269312 w 10490654"/>
                  <a:gd name="connsiteY7-32390" fmla="*/ 5679710 h 10394972"/>
                  <a:gd name="connsiteX8-32391" fmla="*/ 1523116 w 10490654"/>
                  <a:gd name="connsiteY8-32392" fmla="*/ 5481030 h 10394972"/>
                  <a:gd name="connsiteX9-32393" fmla="*/ 1731818 w 10490654"/>
                  <a:gd name="connsiteY9-32394" fmla="*/ 5296499 h 10394972"/>
                  <a:gd name="connsiteX10-32395" fmla="*/ 2022763 w 10490654"/>
                  <a:gd name="connsiteY10-32396" fmla="*/ 5060972 h 10394972"/>
                  <a:gd name="connsiteX11-32397" fmla="*/ 2119745 w 10490654"/>
                  <a:gd name="connsiteY11-32398" fmla="*/ 4631481 h 10394972"/>
                  <a:gd name="connsiteX12-32399" fmla="*/ 2172511 w 10490654"/>
                  <a:gd name="connsiteY12-32400" fmla="*/ 4164848 h 10394972"/>
                  <a:gd name="connsiteX13-32401" fmla="*/ 2355272 w 10490654"/>
                  <a:gd name="connsiteY13-32402" fmla="*/ 3855626 h 10394972"/>
                  <a:gd name="connsiteX14-32403" fmla="*/ 2752497 w 10490654"/>
                  <a:gd name="connsiteY14-32404" fmla="*/ 3475092 h 10394972"/>
                  <a:gd name="connsiteX15-32405" fmla="*/ 2978727 w 10490654"/>
                  <a:gd name="connsiteY15-32406" fmla="*/ 3259881 h 10394972"/>
                  <a:gd name="connsiteX16-32407" fmla="*/ 3006436 w 10490654"/>
                  <a:gd name="connsiteY16-32408" fmla="*/ 2816535 h 10394972"/>
                  <a:gd name="connsiteX17-32409" fmla="*/ 3075709 w 10490654"/>
                  <a:gd name="connsiteY17-32410" fmla="*/ 2525590 h 10394972"/>
                  <a:gd name="connsiteX18-32411" fmla="*/ 3075709 w 10490654"/>
                  <a:gd name="connsiteY18-32412" fmla="*/ 2317772 h 10394972"/>
                  <a:gd name="connsiteX19-32413" fmla="*/ 3214254 w 10490654"/>
                  <a:gd name="connsiteY19-32414" fmla="*/ 1985262 h 10394972"/>
                  <a:gd name="connsiteX20-32415" fmla="*/ 3214254 w 10490654"/>
                  <a:gd name="connsiteY20-32416" fmla="*/ 1694317 h 10394972"/>
                  <a:gd name="connsiteX21-32417" fmla="*/ 3513454 w 10490654"/>
                  <a:gd name="connsiteY21-32418" fmla="*/ 1126281 h 10394972"/>
                  <a:gd name="connsiteX22-32419" fmla="*/ 3463636 w 10490654"/>
                  <a:gd name="connsiteY22-32420" fmla="*/ 752208 h 10394972"/>
                  <a:gd name="connsiteX23-32421" fmla="*/ 3491345 w 10490654"/>
                  <a:gd name="connsiteY23-32422" fmla="*/ 544390 h 10394972"/>
                  <a:gd name="connsiteX24-32423" fmla="*/ 3823854 w 10490654"/>
                  <a:gd name="connsiteY24-32424" fmla="*/ 184172 h 10394972"/>
                  <a:gd name="connsiteX25-32425" fmla="*/ 4017818 w 10490654"/>
                  <a:gd name="connsiteY25-32426" fmla="*/ 59481 h 10394972"/>
                  <a:gd name="connsiteX26-32427" fmla="*/ 4433454 w 10490654"/>
                  <a:gd name="connsiteY26-32428" fmla="*/ 295008 h 10394972"/>
                  <a:gd name="connsiteX27-32429" fmla="*/ 4599709 w 10490654"/>
                  <a:gd name="connsiteY27-32430" fmla="*/ 488972 h 10394972"/>
                  <a:gd name="connsiteX28-32431" fmla="*/ 5070763 w 10490654"/>
                  <a:gd name="connsiteY28-32432" fmla="*/ 544390 h 10394972"/>
                  <a:gd name="connsiteX29-32433" fmla="*/ 5391187 w 10490654"/>
                  <a:gd name="connsiteY29-32434" fmla="*/ 603639 h 10394972"/>
                  <a:gd name="connsiteX30-32435" fmla="*/ 5568642 w 10490654"/>
                  <a:gd name="connsiteY30-32436" fmla="*/ 588271 h 10394972"/>
                  <a:gd name="connsiteX31-32437" fmla="*/ 5860472 w 10490654"/>
                  <a:gd name="connsiteY31-32438" fmla="*/ 281153 h 10394972"/>
                  <a:gd name="connsiteX32-32439" fmla="*/ 6123709 w 10490654"/>
                  <a:gd name="connsiteY32-32440" fmla="*/ 322717 h 10394972"/>
                  <a:gd name="connsiteX33-32441" fmla="*/ 6541900 w 10490654"/>
                  <a:gd name="connsiteY33-32442" fmla="*/ 168233 h 10394972"/>
                  <a:gd name="connsiteX34-32443" fmla="*/ 6681722 w 10490654"/>
                  <a:gd name="connsiteY34-32444" fmla="*/ 107503 h 10394972"/>
                  <a:gd name="connsiteX35-32445" fmla="*/ 7011678 w 10490654"/>
                  <a:gd name="connsiteY35-32446" fmla="*/ 198026 h 10394972"/>
                  <a:gd name="connsiteX36-32447" fmla="*/ 7232072 w 10490654"/>
                  <a:gd name="connsiteY36-32448" fmla="*/ 17917 h 10394972"/>
                  <a:gd name="connsiteX37-32449" fmla="*/ 7379107 w 10490654"/>
                  <a:gd name="connsiteY37-32450" fmla="*/ 0 h 10394972"/>
                  <a:gd name="connsiteX38-32451" fmla="*/ 7600859 w 10490654"/>
                  <a:gd name="connsiteY38-32452" fmla="*/ 41248 h 10394972"/>
                  <a:gd name="connsiteX39-32453" fmla="*/ 7910945 w 10490654"/>
                  <a:gd name="connsiteY39-32454" fmla="*/ 128753 h 10394972"/>
                  <a:gd name="connsiteX40-32455" fmla="*/ 8312727 w 10490654"/>
                  <a:gd name="connsiteY40-32456" fmla="*/ 59481 h 10394972"/>
                  <a:gd name="connsiteX41-32457" fmla="*/ 8647005 w 10490654"/>
                  <a:gd name="connsiteY41-32458" fmla="*/ 396707 h 10394972"/>
                  <a:gd name="connsiteX42-32459" fmla="*/ 8908472 w 10490654"/>
                  <a:gd name="connsiteY42-32460" fmla="*/ 544390 h 10394972"/>
                  <a:gd name="connsiteX43-32461" fmla="*/ 9146732 w 10490654"/>
                  <a:gd name="connsiteY43-32462" fmla="*/ 420846 h 10394972"/>
                  <a:gd name="connsiteX44-32463" fmla="*/ 9372965 w 10490654"/>
                  <a:gd name="connsiteY44-32464" fmla="*/ 466363 h 10394972"/>
                  <a:gd name="connsiteX45-32465" fmla="*/ 9518072 w 10490654"/>
                  <a:gd name="connsiteY45-32466" fmla="*/ 367819 h 10394972"/>
                  <a:gd name="connsiteX46-32467" fmla="*/ 9646301 w 10490654"/>
                  <a:gd name="connsiteY46-32468" fmla="*/ 369587 h 10394972"/>
                  <a:gd name="connsiteX47-32469" fmla="*/ 10002982 w 10490654"/>
                  <a:gd name="connsiteY47-32470" fmla="*/ 793772 h 10394972"/>
                  <a:gd name="connsiteX48-32471" fmla="*/ 10238509 w 10490654"/>
                  <a:gd name="connsiteY48-32472" fmla="*/ 987735 h 10394972"/>
                  <a:gd name="connsiteX49-32473" fmla="*/ 10224654 w 10490654"/>
                  <a:gd name="connsiteY49-32474" fmla="*/ 1250972 h 10394972"/>
                  <a:gd name="connsiteX50-32475" fmla="*/ 10238509 w 10490654"/>
                  <a:gd name="connsiteY50-32476" fmla="*/ 1444935 h 10394972"/>
                  <a:gd name="connsiteX51-32477" fmla="*/ 10243066 w 10490654"/>
                  <a:gd name="connsiteY51-32478" fmla="*/ 1580249 h 10394972"/>
                  <a:gd name="connsiteX52-32479" fmla="*/ 10490654 w 10490654"/>
                  <a:gd name="connsiteY52-32480" fmla="*/ 1753897 h 10394972"/>
                  <a:gd name="connsiteX53-32481" fmla="*/ 10077929 w 10490654"/>
                  <a:gd name="connsiteY53-32482" fmla="*/ 2207269 h 10394972"/>
                  <a:gd name="connsiteX54-32483" fmla="*/ 9781309 w 10490654"/>
                  <a:gd name="connsiteY54-32484" fmla="*/ 2497881 h 10394972"/>
                  <a:gd name="connsiteX55-32485" fmla="*/ 9580055 w 10490654"/>
                  <a:gd name="connsiteY55-32486" fmla="*/ 3426134 h 10394972"/>
                  <a:gd name="connsiteX56-32487" fmla="*/ 9532477 w 10490654"/>
                  <a:gd name="connsiteY56-32488" fmla="*/ 3685207 h 10394972"/>
                  <a:gd name="connsiteX57-32489" fmla="*/ 9365672 w 10490654"/>
                  <a:gd name="connsiteY57-32490" fmla="*/ 3911044 h 10394972"/>
                  <a:gd name="connsiteX58-32491" fmla="*/ 9310254 w 10490654"/>
                  <a:gd name="connsiteY58-32492" fmla="*/ 4077299 h 10394972"/>
                  <a:gd name="connsiteX59-32493" fmla="*/ 9236422 w 10490654"/>
                  <a:gd name="connsiteY59-32494" fmla="*/ 4285117 h 10394972"/>
                  <a:gd name="connsiteX60-32495" fmla="*/ 9205255 w 10490654"/>
                  <a:gd name="connsiteY60-32496" fmla="*/ 4430122 h 10394972"/>
                  <a:gd name="connsiteX61-32497" fmla="*/ 9337963 w 10490654"/>
                  <a:gd name="connsiteY61-32498" fmla="*/ 4659190 h 10394972"/>
                  <a:gd name="connsiteX62-32499" fmla="*/ 9382180 w 10490654"/>
                  <a:gd name="connsiteY62-32500" fmla="*/ 4915057 h 10394972"/>
                  <a:gd name="connsiteX63-32501" fmla="*/ 9397939 w 10490654"/>
                  <a:gd name="connsiteY63-32502" fmla="*/ 5208060 h 10394972"/>
                  <a:gd name="connsiteX64-32503" fmla="*/ 9383359 w 10490654"/>
                  <a:gd name="connsiteY64-32504" fmla="*/ 5615153 h 10394972"/>
                  <a:gd name="connsiteX65-32505" fmla="*/ 9518623 w 10490654"/>
                  <a:gd name="connsiteY65-32506" fmla="*/ 5975373 h 10394972"/>
                  <a:gd name="connsiteX66-32507" fmla="*/ 9540496 w 10490654"/>
                  <a:gd name="connsiteY66-32508" fmla="*/ 6403714 h 10394972"/>
                  <a:gd name="connsiteX67-32509" fmla="*/ 9933709 w 10490654"/>
                  <a:gd name="connsiteY67-32510" fmla="*/ 6862062 h 10394972"/>
                  <a:gd name="connsiteX68-32511" fmla="*/ 10052074 w 10490654"/>
                  <a:gd name="connsiteY68-32512" fmla="*/ 7221396 h 10394972"/>
                  <a:gd name="connsiteX69-32513" fmla="*/ 10232908 w 10490654"/>
                  <a:gd name="connsiteY69-32514" fmla="*/ 7514995 h 10394972"/>
                  <a:gd name="connsiteX70-32515" fmla="*/ 9670472 w 10490654"/>
                  <a:gd name="connsiteY70-32516" fmla="*/ 7540935 h 10394972"/>
                  <a:gd name="connsiteX71-32517" fmla="*/ 9174087 w 10490654"/>
                  <a:gd name="connsiteY71-32518" fmla="*/ 7651772 h 10394972"/>
                  <a:gd name="connsiteX72-32519" fmla="*/ 9128871 w 10490654"/>
                  <a:gd name="connsiteY72-32520" fmla="*/ 7790317 h 10394972"/>
                  <a:gd name="connsiteX73-32521" fmla="*/ 9019309 w 10490654"/>
                  <a:gd name="connsiteY73-32522" fmla="*/ 7998135 h 10394972"/>
                  <a:gd name="connsiteX74-32523" fmla="*/ 8933823 w 10490654"/>
                  <a:gd name="connsiteY74-32524" fmla="*/ 8085908 h 10394972"/>
                  <a:gd name="connsiteX75-32525" fmla="*/ 9036787 w 10490654"/>
                  <a:gd name="connsiteY75-32526" fmla="*/ 8313437 h 10394972"/>
                  <a:gd name="connsiteX76-32527" fmla="*/ 9027559 w 10490654"/>
                  <a:gd name="connsiteY76-32528" fmla="*/ 8524608 h 10394972"/>
                  <a:gd name="connsiteX77-32529" fmla="*/ 8993669 w 10490654"/>
                  <a:gd name="connsiteY77-32530" fmla="*/ 8758113 h 10394972"/>
                  <a:gd name="connsiteX78-32531" fmla="*/ 8991600 w 10490654"/>
                  <a:gd name="connsiteY78-32532" fmla="*/ 8967953 h 10394972"/>
                  <a:gd name="connsiteX79-32533" fmla="*/ 8894618 w 10490654"/>
                  <a:gd name="connsiteY79-32534" fmla="*/ 9272753 h 10394972"/>
                  <a:gd name="connsiteX80-32535" fmla="*/ 8922328 w 10490654"/>
                  <a:gd name="connsiteY80-32536" fmla="*/ 9578490 h 10394972"/>
                  <a:gd name="connsiteX81-32537" fmla="*/ 9138715 w 10490654"/>
                  <a:gd name="connsiteY81-32538" fmla="*/ 9750056 h 10394972"/>
                  <a:gd name="connsiteX82-32539" fmla="*/ 9231789 w 10490654"/>
                  <a:gd name="connsiteY82-32540" fmla="*/ 9890275 h 10394972"/>
                  <a:gd name="connsiteX83-32541" fmla="*/ 9462870 w 10490654"/>
                  <a:gd name="connsiteY83-32542" fmla="*/ 9929452 h 10394972"/>
                  <a:gd name="connsiteX84-32543" fmla="*/ 9563663 w 10490654"/>
                  <a:gd name="connsiteY84-32544" fmla="*/ 9841975 h 10394972"/>
                  <a:gd name="connsiteX85-32545" fmla="*/ 9625328 w 10490654"/>
                  <a:gd name="connsiteY85-32546" fmla="*/ 9791132 h 10394972"/>
                  <a:gd name="connsiteX86-32547" fmla="*/ 9667359 w 10490654"/>
                  <a:gd name="connsiteY86-32548" fmla="*/ 9803430 h 10394972"/>
                  <a:gd name="connsiteX87-32549" fmla="*/ 9668916 w 10490654"/>
                  <a:gd name="connsiteY87-32550" fmla="*/ 10256426 h 10394972"/>
                  <a:gd name="connsiteX88-32551" fmla="*/ 9495500 w 10490654"/>
                  <a:gd name="connsiteY88-32552" fmla="*/ 10306085 h 10394972"/>
                  <a:gd name="connsiteX89-32553" fmla="*/ 9310254 w 10490654"/>
                  <a:gd name="connsiteY89-32554" fmla="*/ 10394972 h 10394972"/>
                  <a:gd name="connsiteX90-32555" fmla="*/ 9227127 w 10490654"/>
                  <a:gd name="connsiteY90-32556" fmla="*/ 10242572 h 10394972"/>
                  <a:gd name="connsiteX91-32557" fmla="*/ 9033163 w 10490654"/>
                  <a:gd name="connsiteY91-32558" fmla="*/ 9993190 h 10394972"/>
                  <a:gd name="connsiteX92-32559" fmla="*/ 8825345 w 10490654"/>
                  <a:gd name="connsiteY92-32560" fmla="*/ 9813081 h 10394972"/>
                  <a:gd name="connsiteX93-32561" fmla="*/ 8534400 w 10490654"/>
                  <a:gd name="connsiteY93-32562" fmla="*/ 9702244 h 10394972"/>
                  <a:gd name="connsiteX94-32563" fmla="*/ 8423563 w 10490654"/>
                  <a:gd name="connsiteY94-32564" fmla="*/ 9646826 h 10394972"/>
                  <a:gd name="connsiteX95-32565" fmla="*/ 8285018 w 10490654"/>
                  <a:gd name="connsiteY95-32566" fmla="*/ 9480572 h 10394972"/>
                  <a:gd name="connsiteX96-32567" fmla="*/ 8257309 w 10490654"/>
                  <a:gd name="connsiteY96-32568" fmla="*/ 9342026 h 10394972"/>
                  <a:gd name="connsiteX97-32569" fmla="*/ 8146472 w 10490654"/>
                  <a:gd name="connsiteY97-32570" fmla="*/ 9355881 h 10394972"/>
                  <a:gd name="connsiteX98-32571" fmla="*/ 8091054 w 10490654"/>
                  <a:gd name="connsiteY98-32572" fmla="*/ 9577553 h 10394972"/>
                  <a:gd name="connsiteX99-32573" fmla="*/ 7806336 w 10490654"/>
                  <a:gd name="connsiteY99-32574" fmla="*/ 9583313 h 10394972"/>
                  <a:gd name="connsiteX100-32575" fmla="*/ 7567694 w 10490654"/>
                  <a:gd name="connsiteY100-32576" fmla="*/ 9520112 h 10394972"/>
                  <a:gd name="connsiteX101-32577" fmla="*/ 7466043 w 10490654"/>
                  <a:gd name="connsiteY101-32578" fmla="*/ 9471387 h 10394972"/>
                  <a:gd name="connsiteX102-32579" fmla="*/ 7287491 w 10490654"/>
                  <a:gd name="connsiteY102-32580" fmla="*/ 9449904 h 10394972"/>
                  <a:gd name="connsiteX103-32581" fmla="*/ 7221797 w 10490654"/>
                  <a:gd name="connsiteY103-32582" fmla="*/ 9121910 h 10394972"/>
                  <a:gd name="connsiteX104-32583" fmla="*/ 6954982 w 10490654"/>
                  <a:gd name="connsiteY104-32584" fmla="*/ 9189626 h 10394972"/>
                  <a:gd name="connsiteX105-32585" fmla="*/ 6710737 w 10490654"/>
                  <a:gd name="connsiteY105-32586" fmla="*/ 9262013 h 10394972"/>
                  <a:gd name="connsiteX106-32587" fmla="*/ 6674777 w 10490654"/>
                  <a:gd name="connsiteY106-32588" fmla="*/ 9062912 h 10394972"/>
                  <a:gd name="connsiteX107-32589" fmla="*/ 6511636 w 10490654"/>
                  <a:gd name="connsiteY107-32590" fmla="*/ 8954099 h 10394972"/>
                  <a:gd name="connsiteX108-32591" fmla="*/ 6428509 w 10490654"/>
                  <a:gd name="connsiteY108-32592" fmla="*/ 8954099 h 10394972"/>
                  <a:gd name="connsiteX109-32593" fmla="*/ 6325922 w 10490654"/>
                  <a:gd name="connsiteY109-32594" fmla="*/ 9057307 h 10394972"/>
                  <a:gd name="connsiteX110-32595" fmla="*/ 6167763 w 10490654"/>
                  <a:gd name="connsiteY110-32596" fmla="*/ 8978227 h 10394972"/>
                  <a:gd name="connsiteX111-32597" fmla="*/ 6002132 w 10490654"/>
                  <a:gd name="connsiteY111-32598" fmla="*/ 9093734 h 10394972"/>
                  <a:gd name="connsiteX112-32599" fmla="*/ 5749636 w 10490654"/>
                  <a:gd name="connsiteY112-32600" fmla="*/ 9051081 h 10394972"/>
                  <a:gd name="connsiteX113-32601" fmla="*/ 5674760 w 10490654"/>
                  <a:gd name="connsiteY113-32602" fmla="*/ 9081904 h 10394972"/>
                  <a:gd name="connsiteX114-32603" fmla="*/ 5507415 w 10490654"/>
                  <a:gd name="connsiteY114-32604" fmla="*/ 9128137 h 10394972"/>
                  <a:gd name="connsiteX115-32605" fmla="*/ 5505859 w 10490654"/>
                  <a:gd name="connsiteY115-32606" fmla="*/ 8870972 h 10394972"/>
                  <a:gd name="connsiteX116-32607" fmla="*/ 5505857 w 10490654"/>
                  <a:gd name="connsiteY116-32608" fmla="*/ 8634977 h 10394972"/>
                  <a:gd name="connsiteX117-32609" fmla="*/ 5336024 w 10490654"/>
                  <a:gd name="connsiteY117-32610" fmla="*/ 8333292 h 10394972"/>
                  <a:gd name="connsiteX118-32611" fmla="*/ 5230324 w 10490654"/>
                  <a:gd name="connsiteY118-32612" fmla="*/ 8082820 h 10394972"/>
                  <a:gd name="connsiteX119-32613" fmla="*/ 5317031 w 10490654"/>
                  <a:gd name="connsiteY119-32614" fmla="*/ 7610208 h 10394972"/>
                  <a:gd name="connsiteX120-32615" fmla="*/ 5201059 w 10490654"/>
                  <a:gd name="connsiteY120-32616" fmla="*/ 7320352 h 10394972"/>
                  <a:gd name="connsiteX121-32617" fmla="*/ 5250872 w 10490654"/>
                  <a:gd name="connsiteY121-32618" fmla="*/ 7069881 h 10394972"/>
                  <a:gd name="connsiteX122-32619" fmla="*/ 5245735 w 10490654"/>
                  <a:gd name="connsiteY122-32620" fmla="*/ 7018665 h 10394972"/>
                  <a:gd name="connsiteX123-32621" fmla="*/ 4577603 w 10490654"/>
                  <a:gd name="connsiteY123-32622" fmla="*/ 7013996 h 10394972"/>
                  <a:gd name="connsiteX124-32623" fmla="*/ 4528412 w 10490654"/>
                  <a:gd name="connsiteY124-32624" fmla="*/ 6840580 h 10394972"/>
                  <a:gd name="connsiteX125-32625" fmla="*/ 4038834 w 10490654"/>
                  <a:gd name="connsiteY125-32626" fmla="*/ 6816452 h 10394972"/>
                  <a:gd name="connsiteX126-32627" fmla="*/ 3976254 w 10490654"/>
                  <a:gd name="connsiteY126-32628" fmla="*/ 7069881 h 10394972"/>
                  <a:gd name="connsiteX127-32629" fmla="*/ 3932667 w 10490654"/>
                  <a:gd name="connsiteY127-32630" fmla="*/ 7281279 h 10394972"/>
                  <a:gd name="connsiteX128-32631" fmla="*/ 3884155 w 10490654"/>
                  <a:gd name="connsiteY128-32632" fmla="*/ 7403480 h 10394972"/>
                  <a:gd name="connsiteX129-32633" fmla="*/ 3572499 w 10490654"/>
                  <a:gd name="connsiteY129-32634" fmla="*/ 7365450 h 10394972"/>
                  <a:gd name="connsiteX130-32635" fmla="*/ 3311236 w 10490654"/>
                  <a:gd name="connsiteY130-32636" fmla="*/ 7402390 h 10394972"/>
                  <a:gd name="connsiteX131-32637" fmla="*/ 2921540 w 10490654"/>
                  <a:gd name="connsiteY131-32638" fmla="*/ 7414475 h 10394972"/>
                  <a:gd name="connsiteX132-32639" fmla="*/ 2784763 w 10490654"/>
                  <a:gd name="connsiteY132-32640" fmla="*/ 7139153 h 10394972"/>
                  <a:gd name="connsiteX133-32641" fmla="*/ 2604654 w 10490654"/>
                  <a:gd name="connsiteY133-32642" fmla="*/ 6862062 h 10394972"/>
                  <a:gd name="connsiteX134-32643" fmla="*/ 2410691 w 10490654"/>
                  <a:gd name="connsiteY134-32644" fmla="*/ 6363299 h 10394972"/>
                  <a:gd name="connsiteX135-32645" fmla="*/ 2327563 w 10490654"/>
                  <a:gd name="connsiteY135-32646" fmla="*/ 6224753 h 10394972"/>
                  <a:gd name="connsiteX136-32647" fmla="*/ 1662545 w 10490654"/>
                  <a:gd name="connsiteY136-32648" fmla="*/ 6197044 h 10394972"/>
                  <a:gd name="connsiteX137-32649" fmla="*/ 1233054 w 10490654"/>
                  <a:gd name="connsiteY137-32650" fmla="*/ 6197044 h 10394972"/>
                  <a:gd name="connsiteX138-32651" fmla="*/ 1136072 w 10490654"/>
                  <a:gd name="connsiteY138-32652" fmla="*/ 6252462 h 10394972"/>
                  <a:gd name="connsiteX139-32653" fmla="*/ 706582 w 10490654"/>
                  <a:gd name="connsiteY139-32654" fmla="*/ 6210899 h 10394972"/>
                  <a:gd name="connsiteX140-32655" fmla="*/ 318654 w 10490654"/>
                  <a:gd name="connsiteY140-32656" fmla="*/ 6238608 h 10394972"/>
                  <a:gd name="connsiteX141-32657" fmla="*/ 96982 w 10490654"/>
                  <a:gd name="connsiteY141-32658" fmla="*/ 6391008 h 10394972"/>
                  <a:gd name="connsiteX142-32659" fmla="*/ 0 w 10490654"/>
                  <a:gd name="connsiteY142-32660" fmla="*/ 6294026 h 10394972"/>
                  <a:gd name="connsiteX143-32661" fmla="*/ 83127 w 10490654"/>
                  <a:gd name="connsiteY143-32662" fmla="*/ 6238608 h 10394972"/>
                  <a:gd name="connsiteX0-32663" fmla="*/ 83127 w 10490654"/>
                  <a:gd name="connsiteY0-32664" fmla="*/ 6238608 h 10394972"/>
                  <a:gd name="connsiteX1-32665" fmla="*/ 96982 w 10490654"/>
                  <a:gd name="connsiteY1-32666" fmla="*/ 5795262 h 10394972"/>
                  <a:gd name="connsiteX2-32667" fmla="*/ 401782 w 10490654"/>
                  <a:gd name="connsiteY2-32668" fmla="*/ 5532026 h 10394972"/>
                  <a:gd name="connsiteX3-32669" fmla="*/ 651163 w 10490654"/>
                  <a:gd name="connsiteY3-32670" fmla="*/ 5670572 h 10394972"/>
                  <a:gd name="connsiteX4-32671" fmla="*/ 858982 w 10490654"/>
                  <a:gd name="connsiteY4-32672" fmla="*/ 5504317 h 10394972"/>
                  <a:gd name="connsiteX5-32673" fmla="*/ 997527 w 10490654"/>
                  <a:gd name="connsiteY5-32674" fmla="*/ 5351917 h 10394972"/>
                  <a:gd name="connsiteX6-32675" fmla="*/ 1080654 w 10490654"/>
                  <a:gd name="connsiteY6-32676" fmla="*/ 5435044 h 10394972"/>
                  <a:gd name="connsiteX7-32677" fmla="*/ 1269312 w 10490654"/>
                  <a:gd name="connsiteY7-32678" fmla="*/ 5679710 h 10394972"/>
                  <a:gd name="connsiteX8-32679" fmla="*/ 1523116 w 10490654"/>
                  <a:gd name="connsiteY8-32680" fmla="*/ 5481030 h 10394972"/>
                  <a:gd name="connsiteX9-32681" fmla="*/ 1731818 w 10490654"/>
                  <a:gd name="connsiteY9-32682" fmla="*/ 5296499 h 10394972"/>
                  <a:gd name="connsiteX10-32683" fmla="*/ 2022763 w 10490654"/>
                  <a:gd name="connsiteY10-32684" fmla="*/ 5060972 h 10394972"/>
                  <a:gd name="connsiteX11-32685" fmla="*/ 2119745 w 10490654"/>
                  <a:gd name="connsiteY11-32686" fmla="*/ 4631481 h 10394972"/>
                  <a:gd name="connsiteX12-32687" fmla="*/ 2172511 w 10490654"/>
                  <a:gd name="connsiteY12-32688" fmla="*/ 4164848 h 10394972"/>
                  <a:gd name="connsiteX13-32689" fmla="*/ 2355272 w 10490654"/>
                  <a:gd name="connsiteY13-32690" fmla="*/ 3855626 h 10394972"/>
                  <a:gd name="connsiteX14-32691" fmla="*/ 2752497 w 10490654"/>
                  <a:gd name="connsiteY14-32692" fmla="*/ 3475092 h 10394972"/>
                  <a:gd name="connsiteX15-32693" fmla="*/ 2978727 w 10490654"/>
                  <a:gd name="connsiteY15-32694" fmla="*/ 3259881 h 10394972"/>
                  <a:gd name="connsiteX16-32695" fmla="*/ 3006436 w 10490654"/>
                  <a:gd name="connsiteY16-32696" fmla="*/ 2816535 h 10394972"/>
                  <a:gd name="connsiteX17-32697" fmla="*/ 3075709 w 10490654"/>
                  <a:gd name="connsiteY17-32698" fmla="*/ 2525590 h 10394972"/>
                  <a:gd name="connsiteX18-32699" fmla="*/ 3075709 w 10490654"/>
                  <a:gd name="connsiteY18-32700" fmla="*/ 2317772 h 10394972"/>
                  <a:gd name="connsiteX19-32701" fmla="*/ 3214254 w 10490654"/>
                  <a:gd name="connsiteY19-32702" fmla="*/ 1985262 h 10394972"/>
                  <a:gd name="connsiteX20-32703" fmla="*/ 3214254 w 10490654"/>
                  <a:gd name="connsiteY20-32704" fmla="*/ 1694317 h 10394972"/>
                  <a:gd name="connsiteX21-32705" fmla="*/ 3513454 w 10490654"/>
                  <a:gd name="connsiteY21-32706" fmla="*/ 1126281 h 10394972"/>
                  <a:gd name="connsiteX22-32707" fmla="*/ 3463636 w 10490654"/>
                  <a:gd name="connsiteY22-32708" fmla="*/ 752208 h 10394972"/>
                  <a:gd name="connsiteX23-32709" fmla="*/ 3491345 w 10490654"/>
                  <a:gd name="connsiteY23-32710" fmla="*/ 544390 h 10394972"/>
                  <a:gd name="connsiteX24-32711" fmla="*/ 3823854 w 10490654"/>
                  <a:gd name="connsiteY24-32712" fmla="*/ 184172 h 10394972"/>
                  <a:gd name="connsiteX25-32713" fmla="*/ 4017818 w 10490654"/>
                  <a:gd name="connsiteY25-32714" fmla="*/ 59481 h 10394972"/>
                  <a:gd name="connsiteX26-32715" fmla="*/ 4433454 w 10490654"/>
                  <a:gd name="connsiteY26-32716" fmla="*/ 295008 h 10394972"/>
                  <a:gd name="connsiteX27-32717" fmla="*/ 4599709 w 10490654"/>
                  <a:gd name="connsiteY27-32718" fmla="*/ 488972 h 10394972"/>
                  <a:gd name="connsiteX28-32719" fmla="*/ 5070763 w 10490654"/>
                  <a:gd name="connsiteY28-32720" fmla="*/ 544390 h 10394972"/>
                  <a:gd name="connsiteX29-32721" fmla="*/ 5391187 w 10490654"/>
                  <a:gd name="connsiteY29-32722" fmla="*/ 603639 h 10394972"/>
                  <a:gd name="connsiteX30-32723" fmla="*/ 5568642 w 10490654"/>
                  <a:gd name="connsiteY30-32724" fmla="*/ 588271 h 10394972"/>
                  <a:gd name="connsiteX31-32725" fmla="*/ 5860472 w 10490654"/>
                  <a:gd name="connsiteY31-32726" fmla="*/ 281153 h 10394972"/>
                  <a:gd name="connsiteX32-32727" fmla="*/ 6123709 w 10490654"/>
                  <a:gd name="connsiteY32-32728" fmla="*/ 322717 h 10394972"/>
                  <a:gd name="connsiteX33-32729" fmla="*/ 6541900 w 10490654"/>
                  <a:gd name="connsiteY33-32730" fmla="*/ 168233 h 10394972"/>
                  <a:gd name="connsiteX34-32731" fmla="*/ 6681722 w 10490654"/>
                  <a:gd name="connsiteY34-32732" fmla="*/ 107503 h 10394972"/>
                  <a:gd name="connsiteX35-32733" fmla="*/ 7011678 w 10490654"/>
                  <a:gd name="connsiteY35-32734" fmla="*/ 198026 h 10394972"/>
                  <a:gd name="connsiteX36-32735" fmla="*/ 7232072 w 10490654"/>
                  <a:gd name="connsiteY36-32736" fmla="*/ 17917 h 10394972"/>
                  <a:gd name="connsiteX37-32737" fmla="*/ 7379107 w 10490654"/>
                  <a:gd name="connsiteY37-32738" fmla="*/ 0 h 10394972"/>
                  <a:gd name="connsiteX38-32739" fmla="*/ 7600859 w 10490654"/>
                  <a:gd name="connsiteY38-32740" fmla="*/ 41248 h 10394972"/>
                  <a:gd name="connsiteX39-32741" fmla="*/ 7910945 w 10490654"/>
                  <a:gd name="connsiteY39-32742" fmla="*/ 128753 h 10394972"/>
                  <a:gd name="connsiteX40-32743" fmla="*/ 8312727 w 10490654"/>
                  <a:gd name="connsiteY40-32744" fmla="*/ 59481 h 10394972"/>
                  <a:gd name="connsiteX41-32745" fmla="*/ 8647005 w 10490654"/>
                  <a:gd name="connsiteY41-32746" fmla="*/ 396707 h 10394972"/>
                  <a:gd name="connsiteX42-32747" fmla="*/ 8908472 w 10490654"/>
                  <a:gd name="connsiteY42-32748" fmla="*/ 544390 h 10394972"/>
                  <a:gd name="connsiteX43-32749" fmla="*/ 9146732 w 10490654"/>
                  <a:gd name="connsiteY43-32750" fmla="*/ 420846 h 10394972"/>
                  <a:gd name="connsiteX44-32751" fmla="*/ 9372965 w 10490654"/>
                  <a:gd name="connsiteY44-32752" fmla="*/ 466363 h 10394972"/>
                  <a:gd name="connsiteX45-32753" fmla="*/ 9518072 w 10490654"/>
                  <a:gd name="connsiteY45-32754" fmla="*/ 367819 h 10394972"/>
                  <a:gd name="connsiteX46-32755" fmla="*/ 9646301 w 10490654"/>
                  <a:gd name="connsiteY46-32756" fmla="*/ 369587 h 10394972"/>
                  <a:gd name="connsiteX47-32757" fmla="*/ 10002982 w 10490654"/>
                  <a:gd name="connsiteY47-32758" fmla="*/ 793772 h 10394972"/>
                  <a:gd name="connsiteX48-32759" fmla="*/ 10238509 w 10490654"/>
                  <a:gd name="connsiteY48-32760" fmla="*/ 987735 h 10394972"/>
                  <a:gd name="connsiteX49-32761" fmla="*/ 10224654 w 10490654"/>
                  <a:gd name="connsiteY49-32762" fmla="*/ 1250972 h 10394972"/>
                  <a:gd name="connsiteX50-32763" fmla="*/ 10238509 w 10490654"/>
                  <a:gd name="connsiteY50-32764" fmla="*/ 1444935 h 10394972"/>
                  <a:gd name="connsiteX51-32765" fmla="*/ 10243066 w 10490654"/>
                  <a:gd name="connsiteY51-32766" fmla="*/ 1580249 h 10394972"/>
                  <a:gd name="connsiteX52-32767" fmla="*/ 10490654 w 10490654"/>
                  <a:gd name="connsiteY52-32768" fmla="*/ 1753897 h 10394972"/>
                  <a:gd name="connsiteX53-32769" fmla="*/ 10077929 w 10490654"/>
                  <a:gd name="connsiteY53-32770" fmla="*/ 2207269 h 10394972"/>
                  <a:gd name="connsiteX54-32771" fmla="*/ 9781309 w 10490654"/>
                  <a:gd name="connsiteY54-32772" fmla="*/ 2497881 h 10394972"/>
                  <a:gd name="connsiteX55-32773" fmla="*/ 9580055 w 10490654"/>
                  <a:gd name="connsiteY55-32774" fmla="*/ 3426134 h 10394972"/>
                  <a:gd name="connsiteX56-32775" fmla="*/ 9532477 w 10490654"/>
                  <a:gd name="connsiteY56-32776" fmla="*/ 3685207 h 10394972"/>
                  <a:gd name="connsiteX57-32777" fmla="*/ 9365672 w 10490654"/>
                  <a:gd name="connsiteY57-32778" fmla="*/ 3911044 h 10394972"/>
                  <a:gd name="connsiteX58-32779" fmla="*/ 9310254 w 10490654"/>
                  <a:gd name="connsiteY58-32780" fmla="*/ 4077299 h 10394972"/>
                  <a:gd name="connsiteX59-32781" fmla="*/ 9236422 w 10490654"/>
                  <a:gd name="connsiteY59-32782" fmla="*/ 4285117 h 10394972"/>
                  <a:gd name="connsiteX60-32783" fmla="*/ 9205255 w 10490654"/>
                  <a:gd name="connsiteY60-32784" fmla="*/ 4430122 h 10394972"/>
                  <a:gd name="connsiteX61-32785" fmla="*/ 9337963 w 10490654"/>
                  <a:gd name="connsiteY61-32786" fmla="*/ 4659190 h 10394972"/>
                  <a:gd name="connsiteX62-32787" fmla="*/ 9382180 w 10490654"/>
                  <a:gd name="connsiteY62-32788" fmla="*/ 4915057 h 10394972"/>
                  <a:gd name="connsiteX63-32789" fmla="*/ 9397939 w 10490654"/>
                  <a:gd name="connsiteY63-32790" fmla="*/ 5208060 h 10394972"/>
                  <a:gd name="connsiteX64-32791" fmla="*/ 9383359 w 10490654"/>
                  <a:gd name="connsiteY64-32792" fmla="*/ 5615153 h 10394972"/>
                  <a:gd name="connsiteX65-32793" fmla="*/ 9518623 w 10490654"/>
                  <a:gd name="connsiteY65-32794" fmla="*/ 5975373 h 10394972"/>
                  <a:gd name="connsiteX66-32795" fmla="*/ 9540496 w 10490654"/>
                  <a:gd name="connsiteY66-32796" fmla="*/ 6403714 h 10394972"/>
                  <a:gd name="connsiteX67-32797" fmla="*/ 9933709 w 10490654"/>
                  <a:gd name="connsiteY67-32798" fmla="*/ 6862062 h 10394972"/>
                  <a:gd name="connsiteX68-32799" fmla="*/ 10052074 w 10490654"/>
                  <a:gd name="connsiteY68-32800" fmla="*/ 7221396 h 10394972"/>
                  <a:gd name="connsiteX69-32801" fmla="*/ 10232908 w 10490654"/>
                  <a:gd name="connsiteY69-32802" fmla="*/ 7514995 h 10394972"/>
                  <a:gd name="connsiteX70-32803" fmla="*/ 9670472 w 10490654"/>
                  <a:gd name="connsiteY70-32804" fmla="*/ 7540935 h 10394972"/>
                  <a:gd name="connsiteX71-32805" fmla="*/ 9174087 w 10490654"/>
                  <a:gd name="connsiteY71-32806" fmla="*/ 7651772 h 10394972"/>
                  <a:gd name="connsiteX72-32807" fmla="*/ 9128871 w 10490654"/>
                  <a:gd name="connsiteY72-32808" fmla="*/ 7790317 h 10394972"/>
                  <a:gd name="connsiteX73-32809" fmla="*/ 9019309 w 10490654"/>
                  <a:gd name="connsiteY73-32810" fmla="*/ 7998135 h 10394972"/>
                  <a:gd name="connsiteX74-32811" fmla="*/ 8933823 w 10490654"/>
                  <a:gd name="connsiteY74-32812" fmla="*/ 8085908 h 10394972"/>
                  <a:gd name="connsiteX75-32813" fmla="*/ 9036787 w 10490654"/>
                  <a:gd name="connsiteY75-32814" fmla="*/ 8313437 h 10394972"/>
                  <a:gd name="connsiteX76-32815" fmla="*/ 9027559 w 10490654"/>
                  <a:gd name="connsiteY76-32816" fmla="*/ 8524608 h 10394972"/>
                  <a:gd name="connsiteX77-32817" fmla="*/ 8993669 w 10490654"/>
                  <a:gd name="connsiteY77-32818" fmla="*/ 8758113 h 10394972"/>
                  <a:gd name="connsiteX78-32819" fmla="*/ 8991600 w 10490654"/>
                  <a:gd name="connsiteY78-32820" fmla="*/ 8967953 h 10394972"/>
                  <a:gd name="connsiteX79-32821" fmla="*/ 8894618 w 10490654"/>
                  <a:gd name="connsiteY79-32822" fmla="*/ 9272753 h 10394972"/>
                  <a:gd name="connsiteX80-32823" fmla="*/ 8922328 w 10490654"/>
                  <a:gd name="connsiteY80-32824" fmla="*/ 9578490 h 10394972"/>
                  <a:gd name="connsiteX81-32825" fmla="*/ 9138715 w 10490654"/>
                  <a:gd name="connsiteY81-32826" fmla="*/ 9750056 h 10394972"/>
                  <a:gd name="connsiteX82-32827" fmla="*/ 9231789 w 10490654"/>
                  <a:gd name="connsiteY82-32828" fmla="*/ 9890275 h 10394972"/>
                  <a:gd name="connsiteX83-32829" fmla="*/ 9462870 w 10490654"/>
                  <a:gd name="connsiteY83-32830" fmla="*/ 9929452 h 10394972"/>
                  <a:gd name="connsiteX84-32831" fmla="*/ 9472032 w 10490654"/>
                  <a:gd name="connsiteY84-32832" fmla="*/ 9818955 h 10394972"/>
                  <a:gd name="connsiteX85-32833" fmla="*/ 9625328 w 10490654"/>
                  <a:gd name="connsiteY85-32834" fmla="*/ 9791132 h 10394972"/>
                  <a:gd name="connsiteX86-32835" fmla="*/ 9667359 w 10490654"/>
                  <a:gd name="connsiteY86-32836" fmla="*/ 9803430 h 10394972"/>
                  <a:gd name="connsiteX87-32837" fmla="*/ 9668916 w 10490654"/>
                  <a:gd name="connsiteY87-32838" fmla="*/ 10256426 h 10394972"/>
                  <a:gd name="connsiteX88-32839" fmla="*/ 9495500 w 10490654"/>
                  <a:gd name="connsiteY88-32840" fmla="*/ 10306085 h 10394972"/>
                  <a:gd name="connsiteX89-32841" fmla="*/ 9310254 w 10490654"/>
                  <a:gd name="connsiteY89-32842" fmla="*/ 10394972 h 10394972"/>
                  <a:gd name="connsiteX90-32843" fmla="*/ 9227127 w 10490654"/>
                  <a:gd name="connsiteY90-32844" fmla="*/ 10242572 h 10394972"/>
                  <a:gd name="connsiteX91-32845" fmla="*/ 9033163 w 10490654"/>
                  <a:gd name="connsiteY91-32846" fmla="*/ 9993190 h 10394972"/>
                  <a:gd name="connsiteX92-32847" fmla="*/ 8825345 w 10490654"/>
                  <a:gd name="connsiteY92-32848" fmla="*/ 9813081 h 10394972"/>
                  <a:gd name="connsiteX93-32849" fmla="*/ 8534400 w 10490654"/>
                  <a:gd name="connsiteY93-32850" fmla="*/ 9702244 h 10394972"/>
                  <a:gd name="connsiteX94-32851" fmla="*/ 8423563 w 10490654"/>
                  <a:gd name="connsiteY94-32852" fmla="*/ 9646826 h 10394972"/>
                  <a:gd name="connsiteX95-32853" fmla="*/ 8285018 w 10490654"/>
                  <a:gd name="connsiteY95-32854" fmla="*/ 9480572 h 10394972"/>
                  <a:gd name="connsiteX96-32855" fmla="*/ 8257309 w 10490654"/>
                  <a:gd name="connsiteY96-32856" fmla="*/ 9342026 h 10394972"/>
                  <a:gd name="connsiteX97-32857" fmla="*/ 8146472 w 10490654"/>
                  <a:gd name="connsiteY97-32858" fmla="*/ 9355881 h 10394972"/>
                  <a:gd name="connsiteX98-32859" fmla="*/ 8091054 w 10490654"/>
                  <a:gd name="connsiteY98-32860" fmla="*/ 9577553 h 10394972"/>
                  <a:gd name="connsiteX99-32861" fmla="*/ 7806336 w 10490654"/>
                  <a:gd name="connsiteY99-32862" fmla="*/ 9583313 h 10394972"/>
                  <a:gd name="connsiteX100-32863" fmla="*/ 7567694 w 10490654"/>
                  <a:gd name="connsiteY100-32864" fmla="*/ 9520112 h 10394972"/>
                  <a:gd name="connsiteX101-32865" fmla="*/ 7466043 w 10490654"/>
                  <a:gd name="connsiteY101-32866" fmla="*/ 9471387 h 10394972"/>
                  <a:gd name="connsiteX102-32867" fmla="*/ 7287491 w 10490654"/>
                  <a:gd name="connsiteY102-32868" fmla="*/ 9449904 h 10394972"/>
                  <a:gd name="connsiteX103-32869" fmla="*/ 7221797 w 10490654"/>
                  <a:gd name="connsiteY103-32870" fmla="*/ 9121910 h 10394972"/>
                  <a:gd name="connsiteX104-32871" fmla="*/ 6954982 w 10490654"/>
                  <a:gd name="connsiteY104-32872" fmla="*/ 9189626 h 10394972"/>
                  <a:gd name="connsiteX105-32873" fmla="*/ 6710737 w 10490654"/>
                  <a:gd name="connsiteY105-32874" fmla="*/ 9262013 h 10394972"/>
                  <a:gd name="connsiteX106-32875" fmla="*/ 6674777 w 10490654"/>
                  <a:gd name="connsiteY106-32876" fmla="*/ 9062912 h 10394972"/>
                  <a:gd name="connsiteX107-32877" fmla="*/ 6511636 w 10490654"/>
                  <a:gd name="connsiteY107-32878" fmla="*/ 8954099 h 10394972"/>
                  <a:gd name="connsiteX108-32879" fmla="*/ 6428509 w 10490654"/>
                  <a:gd name="connsiteY108-32880" fmla="*/ 8954099 h 10394972"/>
                  <a:gd name="connsiteX109-32881" fmla="*/ 6325922 w 10490654"/>
                  <a:gd name="connsiteY109-32882" fmla="*/ 9057307 h 10394972"/>
                  <a:gd name="connsiteX110-32883" fmla="*/ 6167763 w 10490654"/>
                  <a:gd name="connsiteY110-32884" fmla="*/ 8978227 h 10394972"/>
                  <a:gd name="connsiteX111-32885" fmla="*/ 6002132 w 10490654"/>
                  <a:gd name="connsiteY111-32886" fmla="*/ 9093734 h 10394972"/>
                  <a:gd name="connsiteX112-32887" fmla="*/ 5749636 w 10490654"/>
                  <a:gd name="connsiteY112-32888" fmla="*/ 9051081 h 10394972"/>
                  <a:gd name="connsiteX113-32889" fmla="*/ 5674760 w 10490654"/>
                  <a:gd name="connsiteY113-32890" fmla="*/ 9081904 h 10394972"/>
                  <a:gd name="connsiteX114-32891" fmla="*/ 5507415 w 10490654"/>
                  <a:gd name="connsiteY114-32892" fmla="*/ 9128137 h 10394972"/>
                  <a:gd name="connsiteX115-32893" fmla="*/ 5505859 w 10490654"/>
                  <a:gd name="connsiteY115-32894" fmla="*/ 8870972 h 10394972"/>
                  <a:gd name="connsiteX116-32895" fmla="*/ 5505857 w 10490654"/>
                  <a:gd name="connsiteY116-32896" fmla="*/ 8634977 h 10394972"/>
                  <a:gd name="connsiteX117-32897" fmla="*/ 5336024 w 10490654"/>
                  <a:gd name="connsiteY117-32898" fmla="*/ 8333292 h 10394972"/>
                  <a:gd name="connsiteX118-32899" fmla="*/ 5230324 w 10490654"/>
                  <a:gd name="connsiteY118-32900" fmla="*/ 8082820 h 10394972"/>
                  <a:gd name="connsiteX119-32901" fmla="*/ 5317031 w 10490654"/>
                  <a:gd name="connsiteY119-32902" fmla="*/ 7610208 h 10394972"/>
                  <a:gd name="connsiteX120-32903" fmla="*/ 5201059 w 10490654"/>
                  <a:gd name="connsiteY120-32904" fmla="*/ 7320352 h 10394972"/>
                  <a:gd name="connsiteX121-32905" fmla="*/ 5250872 w 10490654"/>
                  <a:gd name="connsiteY121-32906" fmla="*/ 7069881 h 10394972"/>
                  <a:gd name="connsiteX122-32907" fmla="*/ 5245735 w 10490654"/>
                  <a:gd name="connsiteY122-32908" fmla="*/ 7018665 h 10394972"/>
                  <a:gd name="connsiteX123-32909" fmla="*/ 4577603 w 10490654"/>
                  <a:gd name="connsiteY123-32910" fmla="*/ 7013996 h 10394972"/>
                  <a:gd name="connsiteX124-32911" fmla="*/ 4528412 w 10490654"/>
                  <a:gd name="connsiteY124-32912" fmla="*/ 6840580 h 10394972"/>
                  <a:gd name="connsiteX125-32913" fmla="*/ 4038834 w 10490654"/>
                  <a:gd name="connsiteY125-32914" fmla="*/ 6816452 h 10394972"/>
                  <a:gd name="connsiteX126-32915" fmla="*/ 3976254 w 10490654"/>
                  <a:gd name="connsiteY126-32916" fmla="*/ 7069881 h 10394972"/>
                  <a:gd name="connsiteX127-32917" fmla="*/ 3932667 w 10490654"/>
                  <a:gd name="connsiteY127-32918" fmla="*/ 7281279 h 10394972"/>
                  <a:gd name="connsiteX128-32919" fmla="*/ 3884155 w 10490654"/>
                  <a:gd name="connsiteY128-32920" fmla="*/ 7403480 h 10394972"/>
                  <a:gd name="connsiteX129-32921" fmla="*/ 3572499 w 10490654"/>
                  <a:gd name="connsiteY129-32922" fmla="*/ 7365450 h 10394972"/>
                  <a:gd name="connsiteX130-32923" fmla="*/ 3311236 w 10490654"/>
                  <a:gd name="connsiteY130-32924" fmla="*/ 7402390 h 10394972"/>
                  <a:gd name="connsiteX131-32925" fmla="*/ 2921540 w 10490654"/>
                  <a:gd name="connsiteY131-32926" fmla="*/ 7414475 h 10394972"/>
                  <a:gd name="connsiteX132-32927" fmla="*/ 2784763 w 10490654"/>
                  <a:gd name="connsiteY132-32928" fmla="*/ 7139153 h 10394972"/>
                  <a:gd name="connsiteX133-32929" fmla="*/ 2604654 w 10490654"/>
                  <a:gd name="connsiteY133-32930" fmla="*/ 6862062 h 10394972"/>
                  <a:gd name="connsiteX134-32931" fmla="*/ 2410691 w 10490654"/>
                  <a:gd name="connsiteY134-32932" fmla="*/ 6363299 h 10394972"/>
                  <a:gd name="connsiteX135-32933" fmla="*/ 2327563 w 10490654"/>
                  <a:gd name="connsiteY135-32934" fmla="*/ 6224753 h 10394972"/>
                  <a:gd name="connsiteX136-32935" fmla="*/ 1662545 w 10490654"/>
                  <a:gd name="connsiteY136-32936" fmla="*/ 6197044 h 10394972"/>
                  <a:gd name="connsiteX137-32937" fmla="*/ 1233054 w 10490654"/>
                  <a:gd name="connsiteY137-32938" fmla="*/ 6197044 h 10394972"/>
                  <a:gd name="connsiteX138-32939" fmla="*/ 1136072 w 10490654"/>
                  <a:gd name="connsiteY138-32940" fmla="*/ 6252462 h 10394972"/>
                  <a:gd name="connsiteX139-32941" fmla="*/ 706582 w 10490654"/>
                  <a:gd name="connsiteY139-32942" fmla="*/ 6210899 h 10394972"/>
                  <a:gd name="connsiteX140-32943" fmla="*/ 318654 w 10490654"/>
                  <a:gd name="connsiteY140-32944" fmla="*/ 6238608 h 10394972"/>
                  <a:gd name="connsiteX141-32945" fmla="*/ 96982 w 10490654"/>
                  <a:gd name="connsiteY141-32946" fmla="*/ 6391008 h 10394972"/>
                  <a:gd name="connsiteX142-32947" fmla="*/ 0 w 10490654"/>
                  <a:gd name="connsiteY142-32948" fmla="*/ 6294026 h 10394972"/>
                  <a:gd name="connsiteX143-32949" fmla="*/ 83127 w 10490654"/>
                  <a:gd name="connsiteY143-32950" fmla="*/ 6238608 h 10394972"/>
                  <a:gd name="connsiteX0-32951" fmla="*/ 83127 w 10490654"/>
                  <a:gd name="connsiteY0-32952" fmla="*/ 6238608 h 10394972"/>
                  <a:gd name="connsiteX1-32953" fmla="*/ 96982 w 10490654"/>
                  <a:gd name="connsiteY1-32954" fmla="*/ 5795262 h 10394972"/>
                  <a:gd name="connsiteX2-32955" fmla="*/ 401782 w 10490654"/>
                  <a:gd name="connsiteY2-32956" fmla="*/ 5532026 h 10394972"/>
                  <a:gd name="connsiteX3-32957" fmla="*/ 651163 w 10490654"/>
                  <a:gd name="connsiteY3-32958" fmla="*/ 5670572 h 10394972"/>
                  <a:gd name="connsiteX4-32959" fmla="*/ 858982 w 10490654"/>
                  <a:gd name="connsiteY4-32960" fmla="*/ 5504317 h 10394972"/>
                  <a:gd name="connsiteX5-32961" fmla="*/ 997527 w 10490654"/>
                  <a:gd name="connsiteY5-32962" fmla="*/ 5351917 h 10394972"/>
                  <a:gd name="connsiteX6-32963" fmla="*/ 1080654 w 10490654"/>
                  <a:gd name="connsiteY6-32964" fmla="*/ 5435044 h 10394972"/>
                  <a:gd name="connsiteX7-32965" fmla="*/ 1269312 w 10490654"/>
                  <a:gd name="connsiteY7-32966" fmla="*/ 5679710 h 10394972"/>
                  <a:gd name="connsiteX8-32967" fmla="*/ 1523116 w 10490654"/>
                  <a:gd name="connsiteY8-32968" fmla="*/ 5481030 h 10394972"/>
                  <a:gd name="connsiteX9-32969" fmla="*/ 1731818 w 10490654"/>
                  <a:gd name="connsiteY9-32970" fmla="*/ 5296499 h 10394972"/>
                  <a:gd name="connsiteX10-32971" fmla="*/ 2022763 w 10490654"/>
                  <a:gd name="connsiteY10-32972" fmla="*/ 5060972 h 10394972"/>
                  <a:gd name="connsiteX11-32973" fmla="*/ 2119745 w 10490654"/>
                  <a:gd name="connsiteY11-32974" fmla="*/ 4631481 h 10394972"/>
                  <a:gd name="connsiteX12-32975" fmla="*/ 2172511 w 10490654"/>
                  <a:gd name="connsiteY12-32976" fmla="*/ 4164848 h 10394972"/>
                  <a:gd name="connsiteX13-32977" fmla="*/ 2355272 w 10490654"/>
                  <a:gd name="connsiteY13-32978" fmla="*/ 3855626 h 10394972"/>
                  <a:gd name="connsiteX14-32979" fmla="*/ 2752497 w 10490654"/>
                  <a:gd name="connsiteY14-32980" fmla="*/ 3475092 h 10394972"/>
                  <a:gd name="connsiteX15-32981" fmla="*/ 2978727 w 10490654"/>
                  <a:gd name="connsiteY15-32982" fmla="*/ 3259881 h 10394972"/>
                  <a:gd name="connsiteX16-32983" fmla="*/ 3006436 w 10490654"/>
                  <a:gd name="connsiteY16-32984" fmla="*/ 2816535 h 10394972"/>
                  <a:gd name="connsiteX17-32985" fmla="*/ 3075709 w 10490654"/>
                  <a:gd name="connsiteY17-32986" fmla="*/ 2525590 h 10394972"/>
                  <a:gd name="connsiteX18-32987" fmla="*/ 3075709 w 10490654"/>
                  <a:gd name="connsiteY18-32988" fmla="*/ 2317772 h 10394972"/>
                  <a:gd name="connsiteX19-32989" fmla="*/ 3214254 w 10490654"/>
                  <a:gd name="connsiteY19-32990" fmla="*/ 1985262 h 10394972"/>
                  <a:gd name="connsiteX20-32991" fmla="*/ 3214254 w 10490654"/>
                  <a:gd name="connsiteY20-32992" fmla="*/ 1694317 h 10394972"/>
                  <a:gd name="connsiteX21-32993" fmla="*/ 3513454 w 10490654"/>
                  <a:gd name="connsiteY21-32994" fmla="*/ 1126281 h 10394972"/>
                  <a:gd name="connsiteX22-32995" fmla="*/ 3463636 w 10490654"/>
                  <a:gd name="connsiteY22-32996" fmla="*/ 752208 h 10394972"/>
                  <a:gd name="connsiteX23-32997" fmla="*/ 3491345 w 10490654"/>
                  <a:gd name="connsiteY23-32998" fmla="*/ 544390 h 10394972"/>
                  <a:gd name="connsiteX24-32999" fmla="*/ 3823854 w 10490654"/>
                  <a:gd name="connsiteY24-33000" fmla="*/ 184172 h 10394972"/>
                  <a:gd name="connsiteX25-33001" fmla="*/ 4017818 w 10490654"/>
                  <a:gd name="connsiteY25-33002" fmla="*/ 59481 h 10394972"/>
                  <a:gd name="connsiteX26-33003" fmla="*/ 4433454 w 10490654"/>
                  <a:gd name="connsiteY26-33004" fmla="*/ 295008 h 10394972"/>
                  <a:gd name="connsiteX27-33005" fmla="*/ 4599709 w 10490654"/>
                  <a:gd name="connsiteY27-33006" fmla="*/ 488972 h 10394972"/>
                  <a:gd name="connsiteX28-33007" fmla="*/ 5070763 w 10490654"/>
                  <a:gd name="connsiteY28-33008" fmla="*/ 544390 h 10394972"/>
                  <a:gd name="connsiteX29-33009" fmla="*/ 5391187 w 10490654"/>
                  <a:gd name="connsiteY29-33010" fmla="*/ 603639 h 10394972"/>
                  <a:gd name="connsiteX30-33011" fmla="*/ 5568642 w 10490654"/>
                  <a:gd name="connsiteY30-33012" fmla="*/ 588271 h 10394972"/>
                  <a:gd name="connsiteX31-33013" fmla="*/ 5860472 w 10490654"/>
                  <a:gd name="connsiteY31-33014" fmla="*/ 281153 h 10394972"/>
                  <a:gd name="connsiteX32-33015" fmla="*/ 6123709 w 10490654"/>
                  <a:gd name="connsiteY32-33016" fmla="*/ 322717 h 10394972"/>
                  <a:gd name="connsiteX33-33017" fmla="*/ 6541900 w 10490654"/>
                  <a:gd name="connsiteY33-33018" fmla="*/ 168233 h 10394972"/>
                  <a:gd name="connsiteX34-33019" fmla="*/ 6681722 w 10490654"/>
                  <a:gd name="connsiteY34-33020" fmla="*/ 107503 h 10394972"/>
                  <a:gd name="connsiteX35-33021" fmla="*/ 7011678 w 10490654"/>
                  <a:gd name="connsiteY35-33022" fmla="*/ 198026 h 10394972"/>
                  <a:gd name="connsiteX36-33023" fmla="*/ 7232072 w 10490654"/>
                  <a:gd name="connsiteY36-33024" fmla="*/ 17917 h 10394972"/>
                  <a:gd name="connsiteX37-33025" fmla="*/ 7379107 w 10490654"/>
                  <a:gd name="connsiteY37-33026" fmla="*/ 0 h 10394972"/>
                  <a:gd name="connsiteX38-33027" fmla="*/ 7600859 w 10490654"/>
                  <a:gd name="connsiteY38-33028" fmla="*/ 41248 h 10394972"/>
                  <a:gd name="connsiteX39-33029" fmla="*/ 7910945 w 10490654"/>
                  <a:gd name="connsiteY39-33030" fmla="*/ 128753 h 10394972"/>
                  <a:gd name="connsiteX40-33031" fmla="*/ 8312727 w 10490654"/>
                  <a:gd name="connsiteY40-33032" fmla="*/ 59481 h 10394972"/>
                  <a:gd name="connsiteX41-33033" fmla="*/ 8647005 w 10490654"/>
                  <a:gd name="connsiteY41-33034" fmla="*/ 396707 h 10394972"/>
                  <a:gd name="connsiteX42-33035" fmla="*/ 8908472 w 10490654"/>
                  <a:gd name="connsiteY42-33036" fmla="*/ 544390 h 10394972"/>
                  <a:gd name="connsiteX43-33037" fmla="*/ 9146732 w 10490654"/>
                  <a:gd name="connsiteY43-33038" fmla="*/ 420846 h 10394972"/>
                  <a:gd name="connsiteX44-33039" fmla="*/ 9372965 w 10490654"/>
                  <a:gd name="connsiteY44-33040" fmla="*/ 466363 h 10394972"/>
                  <a:gd name="connsiteX45-33041" fmla="*/ 9518072 w 10490654"/>
                  <a:gd name="connsiteY45-33042" fmla="*/ 367819 h 10394972"/>
                  <a:gd name="connsiteX46-33043" fmla="*/ 9646301 w 10490654"/>
                  <a:gd name="connsiteY46-33044" fmla="*/ 369587 h 10394972"/>
                  <a:gd name="connsiteX47-33045" fmla="*/ 10002982 w 10490654"/>
                  <a:gd name="connsiteY47-33046" fmla="*/ 793772 h 10394972"/>
                  <a:gd name="connsiteX48-33047" fmla="*/ 10238509 w 10490654"/>
                  <a:gd name="connsiteY48-33048" fmla="*/ 987735 h 10394972"/>
                  <a:gd name="connsiteX49-33049" fmla="*/ 10224654 w 10490654"/>
                  <a:gd name="connsiteY49-33050" fmla="*/ 1250972 h 10394972"/>
                  <a:gd name="connsiteX50-33051" fmla="*/ 10238509 w 10490654"/>
                  <a:gd name="connsiteY50-33052" fmla="*/ 1444935 h 10394972"/>
                  <a:gd name="connsiteX51-33053" fmla="*/ 10243066 w 10490654"/>
                  <a:gd name="connsiteY51-33054" fmla="*/ 1580249 h 10394972"/>
                  <a:gd name="connsiteX52-33055" fmla="*/ 10490654 w 10490654"/>
                  <a:gd name="connsiteY52-33056" fmla="*/ 1753897 h 10394972"/>
                  <a:gd name="connsiteX53-33057" fmla="*/ 10077929 w 10490654"/>
                  <a:gd name="connsiteY53-33058" fmla="*/ 2207269 h 10394972"/>
                  <a:gd name="connsiteX54-33059" fmla="*/ 9781309 w 10490654"/>
                  <a:gd name="connsiteY54-33060" fmla="*/ 2497881 h 10394972"/>
                  <a:gd name="connsiteX55-33061" fmla="*/ 9580055 w 10490654"/>
                  <a:gd name="connsiteY55-33062" fmla="*/ 3426134 h 10394972"/>
                  <a:gd name="connsiteX56-33063" fmla="*/ 9532477 w 10490654"/>
                  <a:gd name="connsiteY56-33064" fmla="*/ 3685207 h 10394972"/>
                  <a:gd name="connsiteX57-33065" fmla="*/ 9365672 w 10490654"/>
                  <a:gd name="connsiteY57-33066" fmla="*/ 3911044 h 10394972"/>
                  <a:gd name="connsiteX58-33067" fmla="*/ 9310254 w 10490654"/>
                  <a:gd name="connsiteY58-33068" fmla="*/ 4077299 h 10394972"/>
                  <a:gd name="connsiteX59-33069" fmla="*/ 9236422 w 10490654"/>
                  <a:gd name="connsiteY59-33070" fmla="*/ 4285117 h 10394972"/>
                  <a:gd name="connsiteX60-33071" fmla="*/ 9205255 w 10490654"/>
                  <a:gd name="connsiteY60-33072" fmla="*/ 4430122 h 10394972"/>
                  <a:gd name="connsiteX61-33073" fmla="*/ 9337963 w 10490654"/>
                  <a:gd name="connsiteY61-33074" fmla="*/ 4659190 h 10394972"/>
                  <a:gd name="connsiteX62-33075" fmla="*/ 9382180 w 10490654"/>
                  <a:gd name="connsiteY62-33076" fmla="*/ 4915057 h 10394972"/>
                  <a:gd name="connsiteX63-33077" fmla="*/ 9397939 w 10490654"/>
                  <a:gd name="connsiteY63-33078" fmla="*/ 5208060 h 10394972"/>
                  <a:gd name="connsiteX64-33079" fmla="*/ 9383359 w 10490654"/>
                  <a:gd name="connsiteY64-33080" fmla="*/ 5615153 h 10394972"/>
                  <a:gd name="connsiteX65-33081" fmla="*/ 9518623 w 10490654"/>
                  <a:gd name="connsiteY65-33082" fmla="*/ 5975373 h 10394972"/>
                  <a:gd name="connsiteX66-33083" fmla="*/ 9540496 w 10490654"/>
                  <a:gd name="connsiteY66-33084" fmla="*/ 6403714 h 10394972"/>
                  <a:gd name="connsiteX67-33085" fmla="*/ 9933709 w 10490654"/>
                  <a:gd name="connsiteY67-33086" fmla="*/ 6862062 h 10394972"/>
                  <a:gd name="connsiteX68-33087" fmla="*/ 10052074 w 10490654"/>
                  <a:gd name="connsiteY68-33088" fmla="*/ 7221396 h 10394972"/>
                  <a:gd name="connsiteX69-33089" fmla="*/ 10232908 w 10490654"/>
                  <a:gd name="connsiteY69-33090" fmla="*/ 7514995 h 10394972"/>
                  <a:gd name="connsiteX70-33091" fmla="*/ 9670472 w 10490654"/>
                  <a:gd name="connsiteY70-33092" fmla="*/ 7540935 h 10394972"/>
                  <a:gd name="connsiteX71-33093" fmla="*/ 9174087 w 10490654"/>
                  <a:gd name="connsiteY71-33094" fmla="*/ 7651772 h 10394972"/>
                  <a:gd name="connsiteX72-33095" fmla="*/ 9128871 w 10490654"/>
                  <a:gd name="connsiteY72-33096" fmla="*/ 7790317 h 10394972"/>
                  <a:gd name="connsiteX73-33097" fmla="*/ 9019309 w 10490654"/>
                  <a:gd name="connsiteY73-33098" fmla="*/ 7998135 h 10394972"/>
                  <a:gd name="connsiteX74-33099" fmla="*/ 8933823 w 10490654"/>
                  <a:gd name="connsiteY74-33100" fmla="*/ 8085908 h 10394972"/>
                  <a:gd name="connsiteX75-33101" fmla="*/ 9036787 w 10490654"/>
                  <a:gd name="connsiteY75-33102" fmla="*/ 8313437 h 10394972"/>
                  <a:gd name="connsiteX76-33103" fmla="*/ 9027559 w 10490654"/>
                  <a:gd name="connsiteY76-33104" fmla="*/ 8524608 h 10394972"/>
                  <a:gd name="connsiteX77-33105" fmla="*/ 8993669 w 10490654"/>
                  <a:gd name="connsiteY77-33106" fmla="*/ 8758113 h 10394972"/>
                  <a:gd name="connsiteX78-33107" fmla="*/ 8991600 w 10490654"/>
                  <a:gd name="connsiteY78-33108" fmla="*/ 8967953 h 10394972"/>
                  <a:gd name="connsiteX79-33109" fmla="*/ 8894618 w 10490654"/>
                  <a:gd name="connsiteY79-33110" fmla="*/ 9272753 h 10394972"/>
                  <a:gd name="connsiteX80-33111" fmla="*/ 8922328 w 10490654"/>
                  <a:gd name="connsiteY80-33112" fmla="*/ 9578490 h 10394972"/>
                  <a:gd name="connsiteX81-33113" fmla="*/ 9138715 w 10490654"/>
                  <a:gd name="connsiteY81-33114" fmla="*/ 9750056 h 10394972"/>
                  <a:gd name="connsiteX82-33115" fmla="*/ 9231789 w 10490654"/>
                  <a:gd name="connsiteY82-33116" fmla="*/ 9890275 h 10394972"/>
                  <a:gd name="connsiteX83-33117" fmla="*/ 9462870 w 10490654"/>
                  <a:gd name="connsiteY83-33118" fmla="*/ 9929452 h 10394972"/>
                  <a:gd name="connsiteX84-33119" fmla="*/ 9472032 w 10490654"/>
                  <a:gd name="connsiteY84-33120" fmla="*/ 9818955 h 10394972"/>
                  <a:gd name="connsiteX85-33121" fmla="*/ 9625328 w 10490654"/>
                  <a:gd name="connsiteY85-33122" fmla="*/ 9791132 h 10394972"/>
                  <a:gd name="connsiteX86-33123" fmla="*/ 9667359 w 10490654"/>
                  <a:gd name="connsiteY86-33124" fmla="*/ 9766598 h 10394972"/>
                  <a:gd name="connsiteX87-33125" fmla="*/ 9668916 w 10490654"/>
                  <a:gd name="connsiteY87-33126" fmla="*/ 10256426 h 10394972"/>
                  <a:gd name="connsiteX88-33127" fmla="*/ 9495500 w 10490654"/>
                  <a:gd name="connsiteY88-33128" fmla="*/ 10306085 h 10394972"/>
                  <a:gd name="connsiteX89-33129" fmla="*/ 9310254 w 10490654"/>
                  <a:gd name="connsiteY89-33130" fmla="*/ 10394972 h 10394972"/>
                  <a:gd name="connsiteX90-33131" fmla="*/ 9227127 w 10490654"/>
                  <a:gd name="connsiteY90-33132" fmla="*/ 10242572 h 10394972"/>
                  <a:gd name="connsiteX91-33133" fmla="*/ 9033163 w 10490654"/>
                  <a:gd name="connsiteY91-33134" fmla="*/ 9993190 h 10394972"/>
                  <a:gd name="connsiteX92-33135" fmla="*/ 8825345 w 10490654"/>
                  <a:gd name="connsiteY92-33136" fmla="*/ 9813081 h 10394972"/>
                  <a:gd name="connsiteX93-33137" fmla="*/ 8534400 w 10490654"/>
                  <a:gd name="connsiteY93-33138" fmla="*/ 9702244 h 10394972"/>
                  <a:gd name="connsiteX94-33139" fmla="*/ 8423563 w 10490654"/>
                  <a:gd name="connsiteY94-33140" fmla="*/ 9646826 h 10394972"/>
                  <a:gd name="connsiteX95-33141" fmla="*/ 8285018 w 10490654"/>
                  <a:gd name="connsiteY95-33142" fmla="*/ 9480572 h 10394972"/>
                  <a:gd name="connsiteX96-33143" fmla="*/ 8257309 w 10490654"/>
                  <a:gd name="connsiteY96-33144" fmla="*/ 9342026 h 10394972"/>
                  <a:gd name="connsiteX97-33145" fmla="*/ 8146472 w 10490654"/>
                  <a:gd name="connsiteY97-33146" fmla="*/ 9355881 h 10394972"/>
                  <a:gd name="connsiteX98-33147" fmla="*/ 8091054 w 10490654"/>
                  <a:gd name="connsiteY98-33148" fmla="*/ 9577553 h 10394972"/>
                  <a:gd name="connsiteX99-33149" fmla="*/ 7806336 w 10490654"/>
                  <a:gd name="connsiteY99-33150" fmla="*/ 9583313 h 10394972"/>
                  <a:gd name="connsiteX100-33151" fmla="*/ 7567694 w 10490654"/>
                  <a:gd name="connsiteY100-33152" fmla="*/ 9520112 h 10394972"/>
                  <a:gd name="connsiteX101-33153" fmla="*/ 7466043 w 10490654"/>
                  <a:gd name="connsiteY101-33154" fmla="*/ 9471387 h 10394972"/>
                  <a:gd name="connsiteX102-33155" fmla="*/ 7287491 w 10490654"/>
                  <a:gd name="connsiteY102-33156" fmla="*/ 9449904 h 10394972"/>
                  <a:gd name="connsiteX103-33157" fmla="*/ 7221797 w 10490654"/>
                  <a:gd name="connsiteY103-33158" fmla="*/ 9121910 h 10394972"/>
                  <a:gd name="connsiteX104-33159" fmla="*/ 6954982 w 10490654"/>
                  <a:gd name="connsiteY104-33160" fmla="*/ 9189626 h 10394972"/>
                  <a:gd name="connsiteX105-33161" fmla="*/ 6710737 w 10490654"/>
                  <a:gd name="connsiteY105-33162" fmla="*/ 9262013 h 10394972"/>
                  <a:gd name="connsiteX106-33163" fmla="*/ 6674777 w 10490654"/>
                  <a:gd name="connsiteY106-33164" fmla="*/ 9062912 h 10394972"/>
                  <a:gd name="connsiteX107-33165" fmla="*/ 6511636 w 10490654"/>
                  <a:gd name="connsiteY107-33166" fmla="*/ 8954099 h 10394972"/>
                  <a:gd name="connsiteX108-33167" fmla="*/ 6428509 w 10490654"/>
                  <a:gd name="connsiteY108-33168" fmla="*/ 8954099 h 10394972"/>
                  <a:gd name="connsiteX109-33169" fmla="*/ 6325922 w 10490654"/>
                  <a:gd name="connsiteY109-33170" fmla="*/ 9057307 h 10394972"/>
                  <a:gd name="connsiteX110-33171" fmla="*/ 6167763 w 10490654"/>
                  <a:gd name="connsiteY110-33172" fmla="*/ 8978227 h 10394972"/>
                  <a:gd name="connsiteX111-33173" fmla="*/ 6002132 w 10490654"/>
                  <a:gd name="connsiteY111-33174" fmla="*/ 9093734 h 10394972"/>
                  <a:gd name="connsiteX112-33175" fmla="*/ 5749636 w 10490654"/>
                  <a:gd name="connsiteY112-33176" fmla="*/ 9051081 h 10394972"/>
                  <a:gd name="connsiteX113-33177" fmla="*/ 5674760 w 10490654"/>
                  <a:gd name="connsiteY113-33178" fmla="*/ 9081904 h 10394972"/>
                  <a:gd name="connsiteX114-33179" fmla="*/ 5507415 w 10490654"/>
                  <a:gd name="connsiteY114-33180" fmla="*/ 9128137 h 10394972"/>
                  <a:gd name="connsiteX115-33181" fmla="*/ 5505859 w 10490654"/>
                  <a:gd name="connsiteY115-33182" fmla="*/ 8870972 h 10394972"/>
                  <a:gd name="connsiteX116-33183" fmla="*/ 5505857 w 10490654"/>
                  <a:gd name="connsiteY116-33184" fmla="*/ 8634977 h 10394972"/>
                  <a:gd name="connsiteX117-33185" fmla="*/ 5336024 w 10490654"/>
                  <a:gd name="connsiteY117-33186" fmla="*/ 8333292 h 10394972"/>
                  <a:gd name="connsiteX118-33187" fmla="*/ 5230324 w 10490654"/>
                  <a:gd name="connsiteY118-33188" fmla="*/ 8082820 h 10394972"/>
                  <a:gd name="connsiteX119-33189" fmla="*/ 5317031 w 10490654"/>
                  <a:gd name="connsiteY119-33190" fmla="*/ 7610208 h 10394972"/>
                  <a:gd name="connsiteX120-33191" fmla="*/ 5201059 w 10490654"/>
                  <a:gd name="connsiteY120-33192" fmla="*/ 7320352 h 10394972"/>
                  <a:gd name="connsiteX121-33193" fmla="*/ 5250872 w 10490654"/>
                  <a:gd name="connsiteY121-33194" fmla="*/ 7069881 h 10394972"/>
                  <a:gd name="connsiteX122-33195" fmla="*/ 5245735 w 10490654"/>
                  <a:gd name="connsiteY122-33196" fmla="*/ 7018665 h 10394972"/>
                  <a:gd name="connsiteX123-33197" fmla="*/ 4577603 w 10490654"/>
                  <a:gd name="connsiteY123-33198" fmla="*/ 7013996 h 10394972"/>
                  <a:gd name="connsiteX124-33199" fmla="*/ 4528412 w 10490654"/>
                  <a:gd name="connsiteY124-33200" fmla="*/ 6840580 h 10394972"/>
                  <a:gd name="connsiteX125-33201" fmla="*/ 4038834 w 10490654"/>
                  <a:gd name="connsiteY125-33202" fmla="*/ 6816452 h 10394972"/>
                  <a:gd name="connsiteX126-33203" fmla="*/ 3976254 w 10490654"/>
                  <a:gd name="connsiteY126-33204" fmla="*/ 7069881 h 10394972"/>
                  <a:gd name="connsiteX127-33205" fmla="*/ 3932667 w 10490654"/>
                  <a:gd name="connsiteY127-33206" fmla="*/ 7281279 h 10394972"/>
                  <a:gd name="connsiteX128-33207" fmla="*/ 3884155 w 10490654"/>
                  <a:gd name="connsiteY128-33208" fmla="*/ 7403480 h 10394972"/>
                  <a:gd name="connsiteX129-33209" fmla="*/ 3572499 w 10490654"/>
                  <a:gd name="connsiteY129-33210" fmla="*/ 7365450 h 10394972"/>
                  <a:gd name="connsiteX130-33211" fmla="*/ 3311236 w 10490654"/>
                  <a:gd name="connsiteY130-33212" fmla="*/ 7402390 h 10394972"/>
                  <a:gd name="connsiteX131-33213" fmla="*/ 2921540 w 10490654"/>
                  <a:gd name="connsiteY131-33214" fmla="*/ 7414475 h 10394972"/>
                  <a:gd name="connsiteX132-33215" fmla="*/ 2784763 w 10490654"/>
                  <a:gd name="connsiteY132-33216" fmla="*/ 7139153 h 10394972"/>
                  <a:gd name="connsiteX133-33217" fmla="*/ 2604654 w 10490654"/>
                  <a:gd name="connsiteY133-33218" fmla="*/ 6862062 h 10394972"/>
                  <a:gd name="connsiteX134-33219" fmla="*/ 2410691 w 10490654"/>
                  <a:gd name="connsiteY134-33220" fmla="*/ 6363299 h 10394972"/>
                  <a:gd name="connsiteX135-33221" fmla="*/ 2327563 w 10490654"/>
                  <a:gd name="connsiteY135-33222" fmla="*/ 6224753 h 10394972"/>
                  <a:gd name="connsiteX136-33223" fmla="*/ 1662545 w 10490654"/>
                  <a:gd name="connsiteY136-33224" fmla="*/ 6197044 h 10394972"/>
                  <a:gd name="connsiteX137-33225" fmla="*/ 1233054 w 10490654"/>
                  <a:gd name="connsiteY137-33226" fmla="*/ 6197044 h 10394972"/>
                  <a:gd name="connsiteX138-33227" fmla="*/ 1136072 w 10490654"/>
                  <a:gd name="connsiteY138-33228" fmla="*/ 6252462 h 10394972"/>
                  <a:gd name="connsiteX139-33229" fmla="*/ 706582 w 10490654"/>
                  <a:gd name="connsiteY139-33230" fmla="*/ 6210899 h 10394972"/>
                  <a:gd name="connsiteX140-33231" fmla="*/ 318654 w 10490654"/>
                  <a:gd name="connsiteY140-33232" fmla="*/ 6238608 h 10394972"/>
                  <a:gd name="connsiteX141-33233" fmla="*/ 96982 w 10490654"/>
                  <a:gd name="connsiteY141-33234" fmla="*/ 6391008 h 10394972"/>
                  <a:gd name="connsiteX142-33235" fmla="*/ 0 w 10490654"/>
                  <a:gd name="connsiteY142-33236" fmla="*/ 6294026 h 10394972"/>
                  <a:gd name="connsiteX143-33237" fmla="*/ 83127 w 10490654"/>
                  <a:gd name="connsiteY143-33238" fmla="*/ 6238608 h 10394972"/>
                  <a:gd name="connsiteX0-33239" fmla="*/ 83127 w 10490654"/>
                  <a:gd name="connsiteY0-33240" fmla="*/ 6238608 h 10394972"/>
                  <a:gd name="connsiteX1-33241" fmla="*/ 96982 w 10490654"/>
                  <a:gd name="connsiteY1-33242" fmla="*/ 5795262 h 10394972"/>
                  <a:gd name="connsiteX2-33243" fmla="*/ 401782 w 10490654"/>
                  <a:gd name="connsiteY2-33244" fmla="*/ 5532026 h 10394972"/>
                  <a:gd name="connsiteX3-33245" fmla="*/ 651163 w 10490654"/>
                  <a:gd name="connsiteY3-33246" fmla="*/ 5670572 h 10394972"/>
                  <a:gd name="connsiteX4-33247" fmla="*/ 858982 w 10490654"/>
                  <a:gd name="connsiteY4-33248" fmla="*/ 5504317 h 10394972"/>
                  <a:gd name="connsiteX5-33249" fmla="*/ 997527 w 10490654"/>
                  <a:gd name="connsiteY5-33250" fmla="*/ 5351917 h 10394972"/>
                  <a:gd name="connsiteX6-33251" fmla="*/ 1080654 w 10490654"/>
                  <a:gd name="connsiteY6-33252" fmla="*/ 5435044 h 10394972"/>
                  <a:gd name="connsiteX7-33253" fmla="*/ 1269312 w 10490654"/>
                  <a:gd name="connsiteY7-33254" fmla="*/ 5679710 h 10394972"/>
                  <a:gd name="connsiteX8-33255" fmla="*/ 1523116 w 10490654"/>
                  <a:gd name="connsiteY8-33256" fmla="*/ 5481030 h 10394972"/>
                  <a:gd name="connsiteX9-33257" fmla="*/ 1731818 w 10490654"/>
                  <a:gd name="connsiteY9-33258" fmla="*/ 5296499 h 10394972"/>
                  <a:gd name="connsiteX10-33259" fmla="*/ 2022763 w 10490654"/>
                  <a:gd name="connsiteY10-33260" fmla="*/ 5060972 h 10394972"/>
                  <a:gd name="connsiteX11-33261" fmla="*/ 2119745 w 10490654"/>
                  <a:gd name="connsiteY11-33262" fmla="*/ 4631481 h 10394972"/>
                  <a:gd name="connsiteX12-33263" fmla="*/ 2172511 w 10490654"/>
                  <a:gd name="connsiteY12-33264" fmla="*/ 4164848 h 10394972"/>
                  <a:gd name="connsiteX13-33265" fmla="*/ 2355272 w 10490654"/>
                  <a:gd name="connsiteY13-33266" fmla="*/ 3855626 h 10394972"/>
                  <a:gd name="connsiteX14-33267" fmla="*/ 2752497 w 10490654"/>
                  <a:gd name="connsiteY14-33268" fmla="*/ 3475092 h 10394972"/>
                  <a:gd name="connsiteX15-33269" fmla="*/ 2978727 w 10490654"/>
                  <a:gd name="connsiteY15-33270" fmla="*/ 3259881 h 10394972"/>
                  <a:gd name="connsiteX16-33271" fmla="*/ 3006436 w 10490654"/>
                  <a:gd name="connsiteY16-33272" fmla="*/ 2816535 h 10394972"/>
                  <a:gd name="connsiteX17-33273" fmla="*/ 3075709 w 10490654"/>
                  <a:gd name="connsiteY17-33274" fmla="*/ 2525590 h 10394972"/>
                  <a:gd name="connsiteX18-33275" fmla="*/ 3075709 w 10490654"/>
                  <a:gd name="connsiteY18-33276" fmla="*/ 2317772 h 10394972"/>
                  <a:gd name="connsiteX19-33277" fmla="*/ 3214254 w 10490654"/>
                  <a:gd name="connsiteY19-33278" fmla="*/ 1985262 h 10394972"/>
                  <a:gd name="connsiteX20-33279" fmla="*/ 3214254 w 10490654"/>
                  <a:gd name="connsiteY20-33280" fmla="*/ 1694317 h 10394972"/>
                  <a:gd name="connsiteX21-33281" fmla="*/ 3513454 w 10490654"/>
                  <a:gd name="connsiteY21-33282" fmla="*/ 1126281 h 10394972"/>
                  <a:gd name="connsiteX22-33283" fmla="*/ 3463636 w 10490654"/>
                  <a:gd name="connsiteY22-33284" fmla="*/ 752208 h 10394972"/>
                  <a:gd name="connsiteX23-33285" fmla="*/ 3491345 w 10490654"/>
                  <a:gd name="connsiteY23-33286" fmla="*/ 544390 h 10394972"/>
                  <a:gd name="connsiteX24-33287" fmla="*/ 3823854 w 10490654"/>
                  <a:gd name="connsiteY24-33288" fmla="*/ 184172 h 10394972"/>
                  <a:gd name="connsiteX25-33289" fmla="*/ 4017818 w 10490654"/>
                  <a:gd name="connsiteY25-33290" fmla="*/ 59481 h 10394972"/>
                  <a:gd name="connsiteX26-33291" fmla="*/ 4433454 w 10490654"/>
                  <a:gd name="connsiteY26-33292" fmla="*/ 295008 h 10394972"/>
                  <a:gd name="connsiteX27-33293" fmla="*/ 4599709 w 10490654"/>
                  <a:gd name="connsiteY27-33294" fmla="*/ 488972 h 10394972"/>
                  <a:gd name="connsiteX28-33295" fmla="*/ 5070763 w 10490654"/>
                  <a:gd name="connsiteY28-33296" fmla="*/ 544390 h 10394972"/>
                  <a:gd name="connsiteX29-33297" fmla="*/ 5391187 w 10490654"/>
                  <a:gd name="connsiteY29-33298" fmla="*/ 603639 h 10394972"/>
                  <a:gd name="connsiteX30-33299" fmla="*/ 5568642 w 10490654"/>
                  <a:gd name="connsiteY30-33300" fmla="*/ 588271 h 10394972"/>
                  <a:gd name="connsiteX31-33301" fmla="*/ 5860472 w 10490654"/>
                  <a:gd name="connsiteY31-33302" fmla="*/ 281153 h 10394972"/>
                  <a:gd name="connsiteX32-33303" fmla="*/ 6123709 w 10490654"/>
                  <a:gd name="connsiteY32-33304" fmla="*/ 322717 h 10394972"/>
                  <a:gd name="connsiteX33-33305" fmla="*/ 6541900 w 10490654"/>
                  <a:gd name="connsiteY33-33306" fmla="*/ 168233 h 10394972"/>
                  <a:gd name="connsiteX34-33307" fmla="*/ 6681722 w 10490654"/>
                  <a:gd name="connsiteY34-33308" fmla="*/ 107503 h 10394972"/>
                  <a:gd name="connsiteX35-33309" fmla="*/ 7011678 w 10490654"/>
                  <a:gd name="connsiteY35-33310" fmla="*/ 198026 h 10394972"/>
                  <a:gd name="connsiteX36-33311" fmla="*/ 7232072 w 10490654"/>
                  <a:gd name="connsiteY36-33312" fmla="*/ 17917 h 10394972"/>
                  <a:gd name="connsiteX37-33313" fmla="*/ 7379107 w 10490654"/>
                  <a:gd name="connsiteY37-33314" fmla="*/ 0 h 10394972"/>
                  <a:gd name="connsiteX38-33315" fmla="*/ 7600859 w 10490654"/>
                  <a:gd name="connsiteY38-33316" fmla="*/ 41248 h 10394972"/>
                  <a:gd name="connsiteX39-33317" fmla="*/ 7910945 w 10490654"/>
                  <a:gd name="connsiteY39-33318" fmla="*/ 128753 h 10394972"/>
                  <a:gd name="connsiteX40-33319" fmla="*/ 8312727 w 10490654"/>
                  <a:gd name="connsiteY40-33320" fmla="*/ 59481 h 10394972"/>
                  <a:gd name="connsiteX41-33321" fmla="*/ 8647005 w 10490654"/>
                  <a:gd name="connsiteY41-33322" fmla="*/ 396707 h 10394972"/>
                  <a:gd name="connsiteX42-33323" fmla="*/ 8908472 w 10490654"/>
                  <a:gd name="connsiteY42-33324" fmla="*/ 544390 h 10394972"/>
                  <a:gd name="connsiteX43-33325" fmla="*/ 9146732 w 10490654"/>
                  <a:gd name="connsiteY43-33326" fmla="*/ 420846 h 10394972"/>
                  <a:gd name="connsiteX44-33327" fmla="*/ 9372965 w 10490654"/>
                  <a:gd name="connsiteY44-33328" fmla="*/ 466363 h 10394972"/>
                  <a:gd name="connsiteX45-33329" fmla="*/ 9518072 w 10490654"/>
                  <a:gd name="connsiteY45-33330" fmla="*/ 367819 h 10394972"/>
                  <a:gd name="connsiteX46-33331" fmla="*/ 9646301 w 10490654"/>
                  <a:gd name="connsiteY46-33332" fmla="*/ 369587 h 10394972"/>
                  <a:gd name="connsiteX47-33333" fmla="*/ 10002982 w 10490654"/>
                  <a:gd name="connsiteY47-33334" fmla="*/ 793772 h 10394972"/>
                  <a:gd name="connsiteX48-33335" fmla="*/ 10238509 w 10490654"/>
                  <a:gd name="connsiteY48-33336" fmla="*/ 987735 h 10394972"/>
                  <a:gd name="connsiteX49-33337" fmla="*/ 10224654 w 10490654"/>
                  <a:gd name="connsiteY49-33338" fmla="*/ 1250972 h 10394972"/>
                  <a:gd name="connsiteX50-33339" fmla="*/ 10238509 w 10490654"/>
                  <a:gd name="connsiteY50-33340" fmla="*/ 1444935 h 10394972"/>
                  <a:gd name="connsiteX51-33341" fmla="*/ 10243066 w 10490654"/>
                  <a:gd name="connsiteY51-33342" fmla="*/ 1580249 h 10394972"/>
                  <a:gd name="connsiteX52-33343" fmla="*/ 10490654 w 10490654"/>
                  <a:gd name="connsiteY52-33344" fmla="*/ 1753897 h 10394972"/>
                  <a:gd name="connsiteX53-33345" fmla="*/ 10077929 w 10490654"/>
                  <a:gd name="connsiteY53-33346" fmla="*/ 2207269 h 10394972"/>
                  <a:gd name="connsiteX54-33347" fmla="*/ 9781309 w 10490654"/>
                  <a:gd name="connsiteY54-33348" fmla="*/ 2497881 h 10394972"/>
                  <a:gd name="connsiteX55-33349" fmla="*/ 9580055 w 10490654"/>
                  <a:gd name="connsiteY55-33350" fmla="*/ 3426134 h 10394972"/>
                  <a:gd name="connsiteX56-33351" fmla="*/ 9532477 w 10490654"/>
                  <a:gd name="connsiteY56-33352" fmla="*/ 3685207 h 10394972"/>
                  <a:gd name="connsiteX57-33353" fmla="*/ 9365672 w 10490654"/>
                  <a:gd name="connsiteY57-33354" fmla="*/ 3911044 h 10394972"/>
                  <a:gd name="connsiteX58-33355" fmla="*/ 9310254 w 10490654"/>
                  <a:gd name="connsiteY58-33356" fmla="*/ 4077299 h 10394972"/>
                  <a:gd name="connsiteX59-33357" fmla="*/ 9236422 w 10490654"/>
                  <a:gd name="connsiteY59-33358" fmla="*/ 4285117 h 10394972"/>
                  <a:gd name="connsiteX60-33359" fmla="*/ 9205255 w 10490654"/>
                  <a:gd name="connsiteY60-33360" fmla="*/ 4430122 h 10394972"/>
                  <a:gd name="connsiteX61-33361" fmla="*/ 9337963 w 10490654"/>
                  <a:gd name="connsiteY61-33362" fmla="*/ 4659190 h 10394972"/>
                  <a:gd name="connsiteX62-33363" fmla="*/ 9382180 w 10490654"/>
                  <a:gd name="connsiteY62-33364" fmla="*/ 4915057 h 10394972"/>
                  <a:gd name="connsiteX63-33365" fmla="*/ 9397939 w 10490654"/>
                  <a:gd name="connsiteY63-33366" fmla="*/ 5208060 h 10394972"/>
                  <a:gd name="connsiteX64-33367" fmla="*/ 9383359 w 10490654"/>
                  <a:gd name="connsiteY64-33368" fmla="*/ 5615153 h 10394972"/>
                  <a:gd name="connsiteX65-33369" fmla="*/ 9518623 w 10490654"/>
                  <a:gd name="connsiteY65-33370" fmla="*/ 5975373 h 10394972"/>
                  <a:gd name="connsiteX66-33371" fmla="*/ 9540496 w 10490654"/>
                  <a:gd name="connsiteY66-33372" fmla="*/ 6403714 h 10394972"/>
                  <a:gd name="connsiteX67-33373" fmla="*/ 9933709 w 10490654"/>
                  <a:gd name="connsiteY67-33374" fmla="*/ 6862062 h 10394972"/>
                  <a:gd name="connsiteX68-33375" fmla="*/ 10052074 w 10490654"/>
                  <a:gd name="connsiteY68-33376" fmla="*/ 7221396 h 10394972"/>
                  <a:gd name="connsiteX69-33377" fmla="*/ 10232908 w 10490654"/>
                  <a:gd name="connsiteY69-33378" fmla="*/ 7514995 h 10394972"/>
                  <a:gd name="connsiteX70-33379" fmla="*/ 9670472 w 10490654"/>
                  <a:gd name="connsiteY70-33380" fmla="*/ 7540935 h 10394972"/>
                  <a:gd name="connsiteX71-33381" fmla="*/ 9174087 w 10490654"/>
                  <a:gd name="connsiteY71-33382" fmla="*/ 7651772 h 10394972"/>
                  <a:gd name="connsiteX72-33383" fmla="*/ 9128871 w 10490654"/>
                  <a:gd name="connsiteY72-33384" fmla="*/ 7790317 h 10394972"/>
                  <a:gd name="connsiteX73-33385" fmla="*/ 9019309 w 10490654"/>
                  <a:gd name="connsiteY73-33386" fmla="*/ 7998135 h 10394972"/>
                  <a:gd name="connsiteX74-33387" fmla="*/ 8933823 w 10490654"/>
                  <a:gd name="connsiteY74-33388" fmla="*/ 8085908 h 10394972"/>
                  <a:gd name="connsiteX75-33389" fmla="*/ 9036787 w 10490654"/>
                  <a:gd name="connsiteY75-33390" fmla="*/ 8313437 h 10394972"/>
                  <a:gd name="connsiteX76-33391" fmla="*/ 9027559 w 10490654"/>
                  <a:gd name="connsiteY76-33392" fmla="*/ 8524608 h 10394972"/>
                  <a:gd name="connsiteX77-33393" fmla="*/ 8993669 w 10490654"/>
                  <a:gd name="connsiteY77-33394" fmla="*/ 8758113 h 10394972"/>
                  <a:gd name="connsiteX78-33395" fmla="*/ 8991600 w 10490654"/>
                  <a:gd name="connsiteY78-33396" fmla="*/ 8967953 h 10394972"/>
                  <a:gd name="connsiteX79-33397" fmla="*/ 8894618 w 10490654"/>
                  <a:gd name="connsiteY79-33398" fmla="*/ 9272753 h 10394972"/>
                  <a:gd name="connsiteX80-33399" fmla="*/ 8922328 w 10490654"/>
                  <a:gd name="connsiteY80-33400" fmla="*/ 9578490 h 10394972"/>
                  <a:gd name="connsiteX81-33401" fmla="*/ 9138715 w 10490654"/>
                  <a:gd name="connsiteY81-33402" fmla="*/ 9750056 h 10394972"/>
                  <a:gd name="connsiteX82-33403" fmla="*/ 9231789 w 10490654"/>
                  <a:gd name="connsiteY82-33404" fmla="*/ 9890275 h 10394972"/>
                  <a:gd name="connsiteX83-33405" fmla="*/ 9462870 w 10490654"/>
                  <a:gd name="connsiteY83-33406" fmla="*/ 9929452 h 10394972"/>
                  <a:gd name="connsiteX84-33407" fmla="*/ 9472032 w 10490654"/>
                  <a:gd name="connsiteY84-33408" fmla="*/ 9818955 h 10394972"/>
                  <a:gd name="connsiteX85-33409" fmla="*/ 9625328 w 10490654"/>
                  <a:gd name="connsiteY85-33410" fmla="*/ 9791132 h 10394972"/>
                  <a:gd name="connsiteX86-33411" fmla="*/ 9668916 w 10490654"/>
                  <a:gd name="connsiteY86-33412" fmla="*/ 10256426 h 10394972"/>
                  <a:gd name="connsiteX87-33413" fmla="*/ 9495500 w 10490654"/>
                  <a:gd name="connsiteY87-33414" fmla="*/ 10306085 h 10394972"/>
                  <a:gd name="connsiteX88-33415" fmla="*/ 9310254 w 10490654"/>
                  <a:gd name="connsiteY88-33416" fmla="*/ 10394972 h 10394972"/>
                  <a:gd name="connsiteX89-33417" fmla="*/ 9227127 w 10490654"/>
                  <a:gd name="connsiteY89-33418" fmla="*/ 10242572 h 10394972"/>
                  <a:gd name="connsiteX90-33419" fmla="*/ 9033163 w 10490654"/>
                  <a:gd name="connsiteY90-33420" fmla="*/ 9993190 h 10394972"/>
                  <a:gd name="connsiteX91-33421" fmla="*/ 8825345 w 10490654"/>
                  <a:gd name="connsiteY91-33422" fmla="*/ 9813081 h 10394972"/>
                  <a:gd name="connsiteX92-33423" fmla="*/ 8534400 w 10490654"/>
                  <a:gd name="connsiteY92-33424" fmla="*/ 9702244 h 10394972"/>
                  <a:gd name="connsiteX93-33425" fmla="*/ 8423563 w 10490654"/>
                  <a:gd name="connsiteY93-33426" fmla="*/ 9646826 h 10394972"/>
                  <a:gd name="connsiteX94-33427" fmla="*/ 8285018 w 10490654"/>
                  <a:gd name="connsiteY94-33428" fmla="*/ 9480572 h 10394972"/>
                  <a:gd name="connsiteX95-33429" fmla="*/ 8257309 w 10490654"/>
                  <a:gd name="connsiteY95-33430" fmla="*/ 9342026 h 10394972"/>
                  <a:gd name="connsiteX96-33431" fmla="*/ 8146472 w 10490654"/>
                  <a:gd name="connsiteY96-33432" fmla="*/ 9355881 h 10394972"/>
                  <a:gd name="connsiteX97-33433" fmla="*/ 8091054 w 10490654"/>
                  <a:gd name="connsiteY97-33434" fmla="*/ 9577553 h 10394972"/>
                  <a:gd name="connsiteX98-33435" fmla="*/ 7806336 w 10490654"/>
                  <a:gd name="connsiteY98-33436" fmla="*/ 9583313 h 10394972"/>
                  <a:gd name="connsiteX99-33437" fmla="*/ 7567694 w 10490654"/>
                  <a:gd name="connsiteY99-33438" fmla="*/ 9520112 h 10394972"/>
                  <a:gd name="connsiteX100-33439" fmla="*/ 7466043 w 10490654"/>
                  <a:gd name="connsiteY100-33440" fmla="*/ 9471387 h 10394972"/>
                  <a:gd name="connsiteX101-33441" fmla="*/ 7287491 w 10490654"/>
                  <a:gd name="connsiteY101-33442" fmla="*/ 9449904 h 10394972"/>
                  <a:gd name="connsiteX102-33443" fmla="*/ 7221797 w 10490654"/>
                  <a:gd name="connsiteY102-33444" fmla="*/ 9121910 h 10394972"/>
                  <a:gd name="connsiteX103-33445" fmla="*/ 6954982 w 10490654"/>
                  <a:gd name="connsiteY103-33446" fmla="*/ 9189626 h 10394972"/>
                  <a:gd name="connsiteX104-33447" fmla="*/ 6710737 w 10490654"/>
                  <a:gd name="connsiteY104-33448" fmla="*/ 9262013 h 10394972"/>
                  <a:gd name="connsiteX105-33449" fmla="*/ 6674777 w 10490654"/>
                  <a:gd name="connsiteY105-33450" fmla="*/ 9062912 h 10394972"/>
                  <a:gd name="connsiteX106-33451" fmla="*/ 6511636 w 10490654"/>
                  <a:gd name="connsiteY106-33452" fmla="*/ 8954099 h 10394972"/>
                  <a:gd name="connsiteX107-33453" fmla="*/ 6428509 w 10490654"/>
                  <a:gd name="connsiteY107-33454" fmla="*/ 8954099 h 10394972"/>
                  <a:gd name="connsiteX108-33455" fmla="*/ 6325922 w 10490654"/>
                  <a:gd name="connsiteY108-33456" fmla="*/ 9057307 h 10394972"/>
                  <a:gd name="connsiteX109-33457" fmla="*/ 6167763 w 10490654"/>
                  <a:gd name="connsiteY109-33458" fmla="*/ 8978227 h 10394972"/>
                  <a:gd name="connsiteX110-33459" fmla="*/ 6002132 w 10490654"/>
                  <a:gd name="connsiteY110-33460" fmla="*/ 9093734 h 10394972"/>
                  <a:gd name="connsiteX111-33461" fmla="*/ 5749636 w 10490654"/>
                  <a:gd name="connsiteY111-33462" fmla="*/ 9051081 h 10394972"/>
                  <a:gd name="connsiteX112-33463" fmla="*/ 5674760 w 10490654"/>
                  <a:gd name="connsiteY112-33464" fmla="*/ 9081904 h 10394972"/>
                  <a:gd name="connsiteX113-33465" fmla="*/ 5507415 w 10490654"/>
                  <a:gd name="connsiteY113-33466" fmla="*/ 9128137 h 10394972"/>
                  <a:gd name="connsiteX114-33467" fmla="*/ 5505859 w 10490654"/>
                  <a:gd name="connsiteY114-33468" fmla="*/ 8870972 h 10394972"/>
                  <a:gd name="connsiteX115-33469" fmla="*/ 5505857 w 10490654"/>
                  <a:gd name="connsiteY115-33470" fmla="*/ 8634977 h 10394972"/>
                  <a:gd name="connsiteX116-33471" fmla="*/ 5336024 w 10490654"/>
                  <a:gd name="connsiteY116-33472" fmla="*/ 8333292 h 10394972"/>
                  <a:gd name="connsiteX117-33473" fmla="*/ 5230324 w 10490654"/>
                  <a:gd name="connsiteY117-33474" fmla="*/ 8082820 h 10394972"/>
                  <a:gd name="connsiteX118-33475" fmla="*/ 5317031 w 10490654"/>
                  <a:gd name="connsiteY118-33476" fmla="*/ 7610208 h 10394972"/>
                  <a:gd name="connsiteX119-33477" fmla="*/ 5201059 w 10490654"/>
                  <a:gd name="connsiteY119-33478" fmla="*/ 7320352 h 10394972"/>
                  <a:gd name="connsiteX120-33479" fmla="*/ 5250872 w 10490654"/>
                  <a:gd name="connsiteY120-33480" fmla="*/ 7069881 h 10394972"/>
                  <a:gd name="connsiteX121-33481" fmla="*/ 5245735 w 10490654"/>
                  <a:gd name="connsiteY121-33482" fmla="*/ 7018665 h 10394972"/>
                  <a:gd name="connsiteX122-33483" fmla="*/ 4577603 w 10490654"/>
                  <a:gd name="connsiteY122-33484" fmla="*/ 7013996 h 10394972"/>
                  <a:gd name="connsiteX123-33485" fmla="*/ 4528412 w 10490654"/>
                  <a:gd name="connsiteY123-33486" fmla="*/ 6840580 h 10394972"/>
                  <a:gd name="connsiteX124-33487" fmla="*/ 4038834 w 10490654"/>
                  <a:gd name="connsiteY124-33488" fmla="*/ 6816452 h 10394972"/>
                  <a:gd name="connsiteX125-33489" fmla="*/ 3976254 w 10490654"/>
                  <a:gd name="connsiteY125-33490" fmla="*/ 7069881 h 10394972"/>
                  <a:gd name="connsiteX126-33491" fmla="*/ 3932667 w 10490654"/>
                  <a:gd name="connsiteY126-33492" fmla="*/ 7281279 h 10394972"/>
                  <a:gd name="connsiteX127-33493" fmla="*/ 3884155 w 10490654"/>
                  <a:gd name="connsiteY127-33494" fmla="*/ 7403480 h 10394972"/>
                  <a:gd name="connsiteX128-33495" fmla="*/ 3572499 w 10490654"/>
                  <a:gd name="connsiteY128-33496" fmla="*/ 7365450 h 10394972"/>
                  <a:gd name="connsiteX129-33497" fmla="*/ 3311236 w 10490654"/>
                  <a:gd name="connsiteY129-33498" fmla="*/ 7402390 h 10394972"/>
                  <a:gd name="connsiteX130-33499" fmla="*/ 2921540 w 10490654"/>
                  <a:gd name="connsiteY130-33500" fmla="*/ 7414475 h 10394972"/>
                  <a:gd name="connsiteX131-33501" fmla="*/ 2784763 w 10490654"/>
                  <a:gd name="connsiteY131-33502" fmla="*/ 7139153 h 10394972"/>
                  <a:gd name="connsiteX132-33503" fmla="*/ 2604654 w 10490654"/>
                  <a:gd name="connsiteY132-33504" fmla="*/ 6862062 h 10394972"/>
                  <a:gd name="connsiteX133-33505" fmla="*/ 2410691 w 10490654"/>
                  <a:gd name="connsiteY133-33506" fmla="*/ 6363299 h 10394972"/>
                  <a:gd name="connsiteX134-33507" fmla="*/ 2327563 w 10490654"/>
                  <a:gd name="connsiteY134-33508" fmla="*/ 6224753 h 10394972"/>
                  <a:gd name="connsiteX135-33509" fmla="*/ 1662545 w 10490654"/>
                  <a:gd name="connsiteY135-33510" fmla="*/ 6197044 h 10394972"/>
                  <a:gd name="connsiteX136-33511" fmla="*/ 1233054 w 10490654"/>
                  <a:gd name="connsiteY136-33512" fmla="*/ 6197044 h 10394972"/>
                  <a:gd name="connsiteX137-33513" fmla="*/ 1136072 w 10490654"/>
                  <a:gd name="connsiteY137-33514" fmla="*/ 6252462 h 10394972"/>
                  <a:gd name="connsiteX138-33515" fmla="*/ 706582 w 10490654"/>
                  <a:gd name="connsiteY138-33516" fmla="*/ 6210899 h 10394972"/>
                  <a:gd name="connsiteX139-33517" fmla="*/ 318654 w 10490654"/>
                  <a:gd name="connsiteY139-33518" fmla="*/ 6238608 h 10394972"/>
                  <a:gd name="connsiteX140-33519" fmla="*/ 96982 w 10490654"/>
                  <a:gd name="connsiteY140-33520" fmla="*/ 6391008 h 10394972"/>
                  <a:gd name="connsiteX141-33521" fmla="*/ 0 w 10490654"/>
                  <a:gd name="connsiteY141-33522" fmla="*/ 6294026 h 10394972"/>
                  <a:gd name="connsiteX142-33523" fmla="*/ 83127 w 10490654"/>
                  <a:gd name="connsiteY142-33524" fmla="*/ 6238608 h 10394972"/>
                  <a:gd name="connsiteX0-33525" fmla="*/ 83127 w 10490654"/>
                  <a:gd name="connsiteY0-33526" fmla="*/ 6238608 h 10394972"/>
                  <a:gd name="connsiteX1-33527" fmla="*/ 96982 w 10490654"/>
                  <a:gd name="connsiteY1-33528" fmla="*/ 5795262 h 10394972"/>
                  <a:gd name="connsiteX2-33529" fmla="*/ 401782 w 10490654"/>
                  <a:gd name="connsiteY2-33530" fmla="*/ 5532026 h 10394972"/>
                  <a:gd name="connsiteX3-33531" fmla="*/ 651163 w 10490654"/>
                  <a:gd name="connsiteY3-33532" fmla="*/ 5670572 h 10394972"/>
                  <a:gd name="connsiteX4-33533" fmla="*/ 858982 w 10490654"/>
                  <a:gd name="connsiteY4-33534" fmla="*/ 5504317 h 10394972"/>
                  <a:gd name="connsiteX5-33535" fmla="*/ 997527 w 10490654"/>
                  <a:gd name="connsiteY5-33536" fmla="*/ 5351917 h 10394972"/>
                  <a:gd name="connsiteX6-33537" fmla="*/ 1080654 w 10490654"/>
                  <a:gd name="connsiteY6-33538" fmla="*/ 5435044 h 10394972"/>
                  <a:gd name="connsiteX7-33539" fmla="*/ 1269312 w 10490654"/>
                  <a:gd name="connsiteY7-33540" fmla="*/ 5679710 h 10394972"/>
                  <a:gd name="connsiteX8-33541" fmla="*/ 1523116 w 10490654"/>
                  <a:gd name="connsiteY8-33542" fmla="*/ 5481030 h 10394972"/>
                  <a:gd name="connsiteX9-33543" fmla="*/ 1731818 w 10490654"/>
                  <a:gd name="connsiteY9-33544" fmla="*/ 5296499 h 10394972"/>
                  <a:gd name="connsiteX10-33545" fmla="*/ 2022763 w 10490654"/>
                  <a:gd name="connsiteY10-33546" fmla="*/ 5060972 h 10394972"/>
                  <a:gd name="connsiteX11-33547" fmla="*/ 2119745 w 10490654"/>
                  <a:gd name="connsiteY11-33548" fmla="*/ 4631481 h 10394972"/>
                  <a:gd name="connsiteX12-33549" fmla="*/ 2172511 w 10490654"/>
                  <a:gd name="connsiteY12-33550" fmla="*/ 4164848 h 10394972"/>
                  <a:gd name="connsiteX13-33551" fmla="*/ 2355272 w 10490654"/>
                  <a:gd name="connsiteY13-33552" fmla="*/ 3855626 h 10394972"/>
                  <a:gd name="connsiteX14-33553" fmla="*/ 2752497 w 10490654"/>
                  <a:gd name="connsiteY14-33554" fmla="*/ 3475092 h 10394972"/>
                  <a:gd name="connsiteX15-33555" fmla="*/ 2978727 w 10490654"/>
                  <a:gd name="connsiteY15-33556" fmla="*/ 3259881 h 10394972"/>
                  <a:gd name="connsiteX16-33557" fmla="*/ 3006436 w 10490654"/>
                  <a:gd name="connsiteY16-33558" fmla="*/ 2816535 h 10394972"/>
                  <a:gd name="connsiteX17-33559" fmla="*/ 3075709 w 10490654"/>
                  <a:gd name="connsiteY17-33560" fmla="*/ 2525590 h 10394972"/>
                  <a:gd name="connsiteX18-33561" fmla="*/ 3075709 w 10490654"/>
                  <a:gd name="connsiteY18-33562" fmla="*/ 2317772 h 10394972"/>
                  <a:gd name="connsiteX19-33563" fmla="*/ 3214254 w 10490654"/>
                  <a:gd name="connsiteY19-33564" fmla="*/ 1985262 h 10394972"/>
                  <a:gd name="connsiteX20-33565" fmla="*/ 3214254 w 10490654"/>
                  <a:gd name="connsiteY20-33566" fmla="*/ 1694317 h 10394972"/>
                  <a:gd name="connsiteX21-33567" fmla="*/ 3513454 w 10490654"/>
                  <a:gd name="connsiteY21-33568" fmla="*/ 1126281 h 10394972"/>
                  <a:gd name="connsiteX22-33569" fmla="*/ 3463636 w 10490654"/>
                  <a:gd name="connsiteY22-33570" fmla="*/ 752208 h 10394972"/>
                  <a:gd name="connsiteX23-33571" fmla="*/ 3491345 w 10490654"/>
                  <a:gd name="connsiteY23-33572" fmla="*/ 544390 h 10394972"/>
                  <a:gd name="connsiteX24-33573" fmla="*/ 3823854 w 10490654"/>
                  <a:gd name="connsiteY24-33574" fmla="*/ 184172 h 10394972"/>
                  <a:gd name="connsiteX25-33575" fmla="*/ 4017818 w 10490654"/>
                  <a:gd name="connsiteY25-33576" fmla="*/ 59481 h 10394972"/>
                  <a:gd name="connsiteX26-33577" fmla="*/ 4433454 w 10490654"/>
                  <a:gd name="connsiteY26-33578" fmla="*/ 295008 h 10394972"/>
                  <a:gd name="connsiteX27-33579" fmla="*/ 4599709 w 10490654"/>
                  <a:gd name="connsiteY27-33580" fmla="*/ 488972 h 10394972"/>
                  <a:gd name="connsiteX28-33581" fmla="*/ 5070763 w 10490654"/>
                  <a:gd name="connsiteY28-33582" fmla="*/ 544390 h 10394972"/>
                  <a:gd name="connsiteX29-33583" fmla="*/ 5391187 w 10490654"/>
                  <a:gd name="connsiteY29-33584" fmla="*/ 603639 h 10394972"/>
                  <a:gd name="connsiteX30-33585" fmla="*/ 5568642 w 10490654"/>
                  <a:gd name="connsiteY30-33586" fmla="*/ 588271 h 10394972"/>
                  <a:gd name="connsiteX31-33587" fmla="*/ 5860472 w 10490654"/>
                  <a:gd name="connsiteY31-33588" fmla="*/ 281153 h 10394972"/>
                  <a:gd name="connsiteX32-33589" fmla="*/ 6123709 w 10490654"/>
                  <a:gd name="connsiteY32-33590" fmla="*/ 322717 h 10394972"/>
                  <a:gd name="connsiteX33-33591" fmla="*/ 6541900 w 10490654"/>
                  <a:gd name="connsiteY33-33592" fmla="*/ 168233 h 10394972"/>
                  <a:gd name="connsiteX34-33593" fmla="*/ 6681722 w 10490654"/>
                  <a:gd name="connsiteY34-33594" fmla="*/ 107503 h 10394972"/>
                  <a:gd name="connsiteX35-33595" fmla="*/ 7011678 w 10490654"/>
                  <a:gd name="connsiteY35-33596" fmla="*/ 198026 h 10394972"/>
                  <a:gd name="connsiteX36-33597" fmla="*/ 7232072 w 10490654"/>
                  <a:gd name="connsiteY36-33598" fmla="*/ 17917 h 10394972"/>
                  <a:gd name="connsiteX37-33599" fmla="*/ 7379107 w 10490654"/>
                  <a:gd name="connsiteY37-33600" fmla="*/ 0 h 10394972"/>
                  <a:gd name="connsiteX38-33601" fmla="*/ 7600859 w 10490654"/>
                  <a:gd name="connsiteY38-33602" fmla="*/ 41248 h 10394972"/>
                  <a:gd name="connsiteX39-33603" fmla="*/ 7910945 w 10490654"/>
                  <a:gd name="connsiteY39-33604" fmla="*/ 128753 h 10394972"/>
                  <a:gd name="connsiteX40-33605" fmla="*/ 8312727 w 10490654"/>
                  <a:gd name="connsiteY40-33606" fmla="*/ 59481 h 10394972"/>
                  <a:gd name="connsiteX41-33607" fmla="*/ 8647005 w 10490654"/>
                  <a:gd name="connsiteY41-33608" fmla="*/ 396707 h 10394972"/>
                  <a:gd name="connsiteX42-33609" fmla="*/ 8908472 w 10490654"/>
                  <a:gd name="connsiteY42-33610" fmla="*/ 544390 h 10394972"/>
                  <a:gd name="connsiteX43-33611" fmla="*/ 9146732 w 10490654"/>
                  <a:gd name="connsiteY43-33612" fmla="*/ 420846 h 10394972"/>
                  <a:gd name="connsiteX44-33613" fmla="*/ 9372965 w 10490654"/>
                  <a:gd name="connsiteY44-33614" fmla="*/ 466363 h 10394972"/>
                  <a:gd name="connsiteX45-33615" fmla="*/ 9518072 w 10490654"/>
                  <a:gd name="connsiteY45-33616" fmla="*/ 367819 h 10394972"/>
                  <a:gd name="connsiteX46-33617" fmla="*/ 9646301 w 10490654"/>
                  <a:gd name="connsiteY46-33618" fmla="*/ 369587 h 10394972"/>
                  <a:gd name="connsiteX47-33619" fmla="*/ 10002982 w 10490654"/>
                  <a:gd name="connsiteY47-33620" fmla="*/ 793772 h 10394972"/>
                  <a:gd name="connsiteX48-33621" fmla="*/ 10238509 w 10490654"/>
                  <a:gd name="connsiteY48-33622" fmla="*/ 987735 h 10394972"/>
                  <a:gd name="connsiteX49-33623" fmla="*/ 10224654 w 10490654"/>
                  <a:gd name="connsiteY49-33624" fmla="*/ 1250972 h 10394972"/>
                  <a:gd name="connsiteX50-33625" fmla="*/ 10238509 w 10490654"/>
                  <a:gd name="connsiteY50-33626" fmla="*/ 1444935 h 10394972"/>
                  <a:gd name="connsiteX51-33627" fmla="*/ 10243066 w 10490654"/>
                  <a:gd name="connsiteY51-33628" fmla="*/ 1580249 h 10394972"/>
                  <a:gd name="connsiteX52-33629" fmla="*/ 10490654 w 10490654"/>
                  <a:gd name="connsiteY52-33630" fmla="*/ 1753897 h 10394972"/>
                  <a:gd name="connsiteX53-33631" fmla="*/ 10077929 w 10490654"/>
                  <a:gd name="connsiteY53-33632" fmla="*/ 2207269 h 10394972"/>
                  <a:gd name="connsiteX54-33633" fmla="*/ 9781309 w 10490654"/>
                  <a:gd name="connsiteY54-33634" fmla="*/ 2497881 h 10394972"/>
                  <a:gd name="connsiteX55-33635" fmla="*/ 9580055 w 10490654"/>
                  <a:gd name="connsiteY55-33636" fmla="*/ 3426134 h 10394972"/>
                  <a:gd name="connsiteX56-33637" fmla="*/ 9532477 w 10490654"/>
                  <a:gd name="connsiteY56-33638" fmla="*/ 3685207 h 10394972"/>
                  <a:gd name="connsiteX57-33639" fmla="*/ 9365672 w 10490654"/>
                  <a:gd name="connsiteY57-33640" fmla="*/ 3911044 h 10394972"/>
                  <a:gd name="connsiteX58-33641" fmla="*/ 9310254 w 10490654"/>
                  <a:gd name="connsiteY58-33642" fmla="*/ 4077299 h 10394972"/>
                  <a:gd name="connsiteX59-33643" fmla="*/ 9236422 w 10490654"/>
                  <a:gd name="connsiteY59-33644" fmla="*/ 4285117 h 10394972"/>
                  <a:gd name="connsiteX60-33645" fmla="*/ 9205255 w 10490654"/>
                  <a:gd name="connsiteY60-33646" fmla="*/ 4430122 h 10394972"/>
                  <a:gd name="connsiteX61-33647" fmla="*/ 9337963 w 10490654"/>
                  <a:gd name="connsiteY61-33648" fmla="*/ 4659190 h 10394972"/>
                  <a:gd name="connsiteX62-33649" fmla="*/ 9382180 w 10490654"/>
                  <a:gd name="connsiteY62-33650" fmla="*/ 4915057 h 10394972"/>
                  <a:gd name="connsiteX63-33651" fmla="*/ 9397939 w 10490654"/>
                  <a:gd name="connsiteY63-33652" fmla="*/ 5208060 h 10394972"/>
                  <a:gd name="connsiteX64-33653" fmla="*/ 9383359 w 10490654"/>
                  <a:gd name="connsiteY64-33654" fmla="*/ 5615153 h 10394972"/>
                  <a:gd name="connsiteX65-33655" fmla="*/ 9518623 w 10490654"/>
                  <a:gd name="connsiteY65-33656" fmla="*/ 5975373 h 10394972"/>
                  <a:gd name="connsiteX66-33657" fmla="*/ 9540496 w 10490654"/>
                  <a:gd name="connsiteY66-33658" fmla="*/ 6403714 h 10394972"/>
                  <a:gd name="connsiteX67-33659" fmla="*/ 9933709 w 10490654"/>
                  <a:gd name="connsiteY67-33660" fmla="*/ 6862062 h 10394972"/>
                  <a:gd name="connsiteX68-33661" fmla="*/ 10052074 w 10490654"/>
                  <a:gd name="connsiteY68-33662" fmla="*/ 7221396 h 10394972"/>
                  <a:gd name="connsiteX69-33663" fmla="*/ 10232908 w 10490654"/>
                  <a:gd name="connsiteY69-33664" fmla="*/ 7514995 h 10394972"/>
                  <a:gd name="connsiteX70-33665" fmla="*/ 9670472 w 10490654"/>
                  <a:gd name="connsiteY70-33666" fmla="*/ 7540935 h 10394972"/>
                  <a:gd name="connsiteX71-33667" fmla="*/ 9174087 w 10490654"/>
                  <a:gd name="connsiteY71-33668" fmla="*/ 7651772 h 10394972"/>
                  <a:gd name="connsiteX72-33669" fmla="*/ 9128871 w 10490654"/>
                  <a:gd name="connsiteY72-33670" fmla="*/ 7790317 h 10394972"/>
                  <a:gd name="connsiteX73-33671" fmla="*/ 9019309 w 10490654"/>
                  <a:gd name="connsiteY73-33672" fmla="*/ 7998135 h 10394972"/>
                  <a:gd name="connsiteX74-33673" fmla="*/ 8933823 w 10490654"/>
                  <a:gd name="connsiteY74-33674" fmla="*/ 8085908 h 10394972"/>
                  <a:gd name="connsiteX75-33675" fmla="*/ 9036787 w 10490654"/>
                  <a:gd name="connsiteY75-33676" fmla="*/ 8313437 h 10394972"/>
                  <a:gd name="connsiteX76-33677" fmla="*/ 9027559 w 10490654"/>
                  <a:gd name="connsiteY76-33678" fmla="*/ 8524608 h 10394972"/>
                  <a:gd name="connsiteX77-33679" fmla="*/ 8993669 w 10490654"/>
                  <a:gd name="connsiteY77-33680" fmla="*/ 8758113 h 10394972"/>
                  <a:gd name="connsiteX78-33681" fmla="*/ 8991600 w 10490654"/>
                  <a:gd name="connsiteY78-33682" fmla="*/ 8967953 h 10394972"/>
                  <a:gd name="connsiteX79-33683" fmla="*/ 8894618 w 10490654"/>
                  <a:gd name="connsiteY79-33684" fmla="*/ 9272753 h 10394972"/>
                  <a:gd name="connsiteX80-33685" fmla="*/ 8922328 w 10490654"/>
                  <a:gd name="connsiteY80-33686" fmla="*/ 9578490 h 10394972"/>
                  <a:gd name="connsiteX81-33687" fmla="*/ 9138715 w 10490654"/>
                  <a:gd name="connsiteY81-33688" fmla="*/ 9750056 h 10394972"/>
                  <a:gd name="connsiteX82-33689" fmla="*/ 9231789 w 10490654"/>
                  <a:gd name="connsiteY82-33690" fmla="*/ 9890275 h 10394972"/>
                  <a:gd name="connsiteX83-33691" fmla="*/ 9462870 w 10490654"/>
                  <a:gd name="connsiteY83-33692" fmla="*/ 9929452 h 10394972"/>
                  <a:gd name="connsiteX84-33693" fmla="*/ 9472032 w 10490654"/>
                  <a:gd name="connsiteY84-33694" fmla="*/ 9818955 h 10394972"/>
                  <a:gd name="connsiteX85-33695" fmla="*/ 9620746 w 10490654"/>
                  <a:gd name="connsiteY85-33696" fmla="*/ 9758904 h 10394972"/>
                  <a:gd name="connsiteX86-33697" fmla="*/ 9668916 w 10490654"/>
                  <a:gd name="connsiteY86-33698" fmla="*/ 10256426 h 10394972"/>
                  <a:gd name="connsiteX87-33699" fmla="*/ 9495500 w 10490654"/>
                  <a:gd name="connsiteY87-33700" fmla="*/ 10306085 h 10394972"/>
                  <a:gd name="connsiteX88-33701" fmla="*/ 9310254 w 10490654"/>
                  <a:gd name="connsiteY88-33702" fmla="*/ 10394972 h 10394972"/>
                  <a:gd name="connsiteX89-33703" fmla="*/ 9227127 w 10490654"/>
                  <a:gd name="connsiteY89-33704" fmla="*/ 10242572 h 10394972"/>
                  <a:gd name="connsiteX90-33705" fmla="*/ 9033163 w 10490654"/>
                  <a:gd name="connsiteY90-33706" fmla="*/ 9993190 h 10394972"/>
                  <a:gd name="connsiteX91-33707" fmla="*/ 8825345 w 10490654"/>
                  <a:gd name="connsiteY91-33708" fmla="*/ 9813081 h 10394972"/>
                  <a:gd name="connsiteX92-33709" fmla="*/ 8534400 w 10490654"/>
                  <a:gd name="connsiteY92-33710" fmla="*/ 9702244 h 10394972"/>
                  <a:gd name="connsiteX93-33711" fmla="*/ 8423563 w 10490654"/>
                  <a:gd name="connsiteY93-33712" fmla="*/ 9646826 h 10394972"/>
                  <a:gd name="connsiteX94-33713" fmla="*/ 8285018 w 10490654"/>
                  <a:gd name="connsiteY94-33714" fmla="*/ 9480572 h 10394972"/>
                  <a:gd name="connsiteX95-33715" fmla="*/ 8257309 w 10490654"/>
                  <a:gd name="connsiteY95-33716" fmla="*/ 9342026 h 10394972"/>
                  <a:gd name="connsiteX96-33717" fmla="*/ 8146472 w 10490654"/>
                  <a:gd name="connsiteY96-33718" fmla="*/ 9355881 h 10394972"/>
                  <a:gd name="connsiteX97-33719" fmla="*/ 8091054 w 10490654"/>
                  <a:gd name="connsiteY97-33720" fmla="*/ 9577553 h 10394972"/>
                  <a:gd name="connsiteX98-33721" fmla="*/ 7806336 w 10490654"/>
                  <a:gd name="connsiteY98-33722" fmla="*/ 9583313 h 10394972"/>
                  <a:gd name="connsiteX99-33723" fmla="*/ 7567694 w 10490654"/>
                  <a:gd name="connsiteY99-33724" fmla="*/ 9520112 h 10394972"/>
                  <a:gd name="connsiteX100-33725" fmla="*/ 7466043 w 10490654"/>
                  <a:gd name="connsiteY100-33726" fmla="*/ 9471387 h 10394972"/>
                  <a:gd name="connsiteX101-33727" fmla="*/ 7287491 w 10490654"/>
                  <a:gd name="connsiteY101-33728" fmla="*/ 9449904 h 10394972"/>
                  <a:gd name="connsiteX102-33729" fmla="*/ 7221797 w 10490654"/>
                  <a:gd name="connsiteY102-33730" fmla="*/ 9121910 h 10394972"/>
                  <a:gd name="connsiteX103-33731" fmla="*/ 6954982 w 10490654"/>
                  <a:gd name="connsiteY103-33732" fmla="*/ 9189626 h 10394972"/>
                  <a:gd name="connsiteX104-33733" fmla="*/ 6710737 w 10490654"/>
                  <a:gd name="connsiteY104-33734" fmla="*/ 9262013 h 10394972"/>
                  <a:gd name="connsiteX105-33735" fmla="*/ 6674777 w 10490654"/>
                  <a:gd name="connsiteY105-33736" fmla="*/ 9062912 h 10394972"/>
                  <a:gd name="connsiteX106-33737" fmla="*/ 6511636 w 10490654"/>
                  <a:gd name="connsiteY106-33738" fmla="*/ 8954099 h 10394972"/>
                  <a:gd name="connsiteX107-33739" fmla="*/ 6428509 w 10490654"/>
                  <a:gd name="connsiteY107-33740" fmla="*/ 8954099 h 10394972"/>
                  <a:gd name="connsiteX108-33741" fmla="*/ 6325922 w 10490654"/>
                  <a:gd name="connsiteY108-33742" fmla="*/ 9057307 h 10394972"/>
                  <a:gd name="connsiteX109-33743" fmla="*/ 6167763 w 10490654"/>
                  <a:gd name="connsiteY109-33744" fmla="*/ 8978227 h 10394972"/>
                  <a:gd name="connsiteX110-33745" fmla="*/ 6002132 w 10490654"/>
                  <a:gd name="connsiteY110-33746" fmla="*/ 9093734 h 10394972"/>
                  <a:gd name="connsiteX111-33747" fmla="*/ 5749636 w 10490654"/>
                  <a:gd name="connsiteY111-33748" fmla="*/ 9051081 h 10394972"/>
                  <a:gd name="connsiteX112-33749" fmla="*/ 5674760 w 10490654"/>
                  <a:gd name="connsiteY112-33750" fmla="*/ 9081904 h 10394972"/>
                  <a:gd name="connsiteX113-33751" fmla="*/ 5507415 w 10490654"/>
                  <a:gd name="connsiteY113-33752" fmla="*/ 9128137 h 10394972"/>
                  <a:gd name="connsiteX114-33753" fmla="*/ 5505859 w 10490654"/>
                  <a:gd name="connsiteY114-33754" fmla="*/ 8870972 h 10394972"/>
                  <a:gd name="connsiteX115-33755" fmla="*/ 5505857 w 10490654"/>
                  <a:gd name="connsiteY115-33756" fmla="*/ 8634977 h 10394972"/>
                  <a:gd name="connsiteX116-33757" fmla="*/ 5336024 w 10490654"/>
                  <a:gd name="connsiteY116-33758" fmla="*/ 8333292 h 10394972"/>
                  <a:gd name="connsiteX117-33759" fmla="*/ 5230324 w 10490654"/>
                  <a:gd name="connsiteY117-33760" fmla="*/ 8082820 h 10394972"/>
                  <a:gd name="connsiteX118-33761" fmla="*/ 5317031 w 10490654"/>
                  <a:gd name="connsiteY118-33762" fmla="*/ 7610208 h 10394972"/>
                  <a:gd name="connsiteX119-33763" fmla="*/ 5201059 w 10490654"/>
                  <a:gd name="connsiteY119-33764" fmla="*/ 7320352 h 10394972"/>
                  <a:gd name="connsiteX120-33765" fmla="*/ 5250872 w 10490654"/>
                  <a:gd name="connsiteY120-33766" fmla="*/ 7069881 h 10394972"/>
                  <a:gd name="connsiteX121-33767" fmla="*/ 5245735 w 10490654"/>
                  <a:gd name="connsiteY121-33768" fmla="*/ 7018665 h 10394972"/>
                  <a:gd name="connsiteX122-33769" fmla="*/ 4577603 w 10490654"/>
                  <a:gd name="connsiteY122-33770" fmla="*/ 7013996 h 10394972"/>
                  <a:gd name="connsiteX123-33771" fmla="*/ 4528412 w 10490654"/>
                  <a:gd name="connsiteY123-33772" fmla="*/ 6840580 h 10394972"/>
                  <a:gd name="connsiteX124-33773" fmla="*/ 4038834 w 10490654"/>
                  <a:gd name="connsiteY124-33774" fmla="*/ 6816452 h 10394972"/>
                  <a:gd name="connsiteX125-33775" fmla="*/ 3976254 w 10490654"/>
                  <a:gd name="connsiteY125-33776" fmla="*/ 7069881 h 10394972"/>
                  <a:gd name="connsiteX126-33777" fmla="*/ 3932667 w 10490654"/>
                  <a:gd name="connsiteY126-33778" fmla="*/ 7281279 h 10394972"/>
                  <a:gd name="connsiteX127-33779" fmla="*/ 3884155 w 10490654"/>
                  <a:gd name="connsiteY127-33780" fmla="*/ 7403480 h 10394972"/>
                  <a:gd name="connsiteX128-33781" fmla="*/ 3572499 w 10490654"/>
                  <a:gd name="connsiteY128-33782" fmla="*/ 7365450 h 10394972"/>
                  <a:gd name="connsiteX129-33783" fmla="*/ 3311236 w 10490654"/>
                  <a:gd name="connsiteY129-33784" fmla="*/ 7402390 h 10394972"/>
                  <a:gd name="connsiteX130-33785" fmla="*/ 2921540 w 10490654"/>
                  <a:gd name="connsiteY130-33786" fmla="*/ 7414475 h 10394972"/>
                  <a:gd name="connsiteX131-33787" fmla="*/ 2784763 w 10490654"/>
                  <a:gd name="connsiteY131-33788" fmla="*/ 7139153 h 10394972"/>
                  <a:gd name="connsiteX132-33789" fmla="*/ 2604654 w 10490654"/>
                  <a:gd name="connsiteY132-33790" fmla="*/ 6862062 h 10394972"/>
                  <a:gd name="connsiteX133-33791" fmla="*/ 2410691 w 10490654"/>
                  <a:gd name="connsiteY133-33792" fmla="*/ 6363299 h 10394972"/>
                  <a:gd name="connsiteX134-33793" fmla="*/ 2327563 w 10490654"/>
                  <a:gd name="connsiteY134-33794" fmla="*/ 6224753 h 10394972"/>
                  <a:gd name="connsiteX135-33795" fmla="*/ 1662545 w 10490654"/>
                  <a:gd name="connsiteY135-33796" fmla="*/ 6197044 h 10394972"/>
                  <a:gd name="connsiteX136-33797" fmla="*/ 1233054 w 10490654"/>
                  <a:gd name="connsiteY136-33798" fmla="*/ 6197044 h 10394972"/>
                  <a:gd name="connsiteX137-33799" fmla="*/ 1136072 w 10490654"/>
                  <a:gd name="connsiteY137-33800" fmla="*/ 6252462 h 10394972"/>
                  <a:gd name="connsiteX138-33801" fmla="*/ 706582 w 10490654"/>
                  <a:gd name="connsiteY138-33802" fmla="*/ 6210899 h 10394972"/>
                  <a:gd name="connsiteX139-33803" fmla="*/ 318654 w 10490654"/>
                  <a:gd name="connsiteY139-33804" fmla="*/ 6238608 h 10394972"/>
                  <a:gd name="connsiteX140-33805" fmla="*/ 96982 w 10490654"/>
                  <a:gd name="connsiteY140-33806" fmla="*/ 6391008 h 10394972"/>
                  <a:gd name="connsiteX141-33807" fmla="*/ 0 w 10490654"/>
                  <a:gd name="connsiteY141-33808" fmla="*/ 6294026 h 10394972"/>
                  <a:gd name="connsiteX142-33809" fmla="*/ 83127 w 10490654"/>
                  <a:gd name="connsiteY142-33810" fmla="*/ 6238608 h 10394972"/>
                  <a:gd name="connsiteX0-33811" fmla="*/ 83127 w 10490654"/>
                  <a:gd name="connsiteY0-33812" fmla="*/ 6238608 h 10306085"/>
                  <a:gd name="connsiteX1-33813" fmla="*/ 96982 w 10490654"/>
                  <a:gd name="connsiteY1-33814" fmla="*/ 5795262 h 10306085"/>
                  <a:gd name="connsiteX2-33815" fmla="*/ 401782 w 10490654"/>
                  <a:gd name="connsiteY2-33816" fmla="*/ 5532026 h 10306085"/>
                  <a:gd name="connsiteX3-33817" fmla="*/ 651163 w 10490654"/>
                  <a:gd name="connsiteY3-33818" fmla="*/ 5670572 h 10306085"/>
                  <a:gd name="connsiteX4-33819" fmla="*/ 858982 w 10490654"/>
                  <a:gd name="connsiteY4-33820" fmla="*/ 5504317 h 10306085"/>
                  <a:gd name="connsiteX5-33821" fmla="*/ 997527 w 10490654"/>
                  <a:gd name="connsiteY5-33822" fmla="*/ 5351917 h 10306085"/>
                  <a:gd name="connsiteX6-33823" fmla="*/ 1080654 w 10490654"/>
                  <a:gd name="connsiteY6-33824" fmla="*/ 5435044 h 10306085"/>
                  <a:gd name="connsiteX7-33825" fmla="*/ 1269312 w 10490654"/>
                  <a:gd name="connsiteY7-33826" fmla="*/ 5679710 h 10306085"/>
                  <a:gd name="connsiteX8-33827" fmla="*/ 1523116 w 10490654"/>
                  <a:gd name="connsiteY8-33828" fmla="*/ 5481030 h 10306085"/>
                  <a:gd name="connsiteX9-33829" fmla="*/ 1731818 w 10490654"/>
                  <a:gd name="connsiteY9-33830" fmla="*/ 5296499 h 10306085"/>
                  <a:gd name="connsiteX10-33831" fmla="*/ 2022763 w 10490654"/>
                  <a:gd name="connsiteY10-33832" fmla="*/ 5060972 h 10306085"/>
                  <a:gd name="connsiteX11-33833" fmla="*/ 2119745 w 10490654"/>
                  <a:gd name="connsiteY11-33834" fmla="*/ 4631481 h 10306085"/>
                  <a:gd name="connsiteX12-33835" fmla="*/ 2172511 w 10490654"/>
                  <a:gd name="connsiteY12-33836" fmla="*/ 4164848 h 10306085"/>
                  <a:gd name="connsiteX13-33837" fmla="*/ 2355272 w 10490654"/>
                  <a:gd name="connsiteY13-33838" fmla="*/ 3855626 h 10306085"/>
                  <a:gd name="connsiteX14-33839" fmla="*/ 2752497 w 10490654"/>
                  <a:gd name="connsiteY14-33840" fmla="*/ 3475092 h 10306085"/>
                  <a:gd name="connsiteX15-33841" fmla="*/ 2978727 w 10490654"/>
                  <a:gd name="connsiteY15-33842" fmla="*/ 3259881 h 10306085"/>
                  <a:gd name="connsiteX16-33843" fmla="*/ 3006436 w 10490654"/>
                  <a:gd name="connsiteY16-33844" fmla="*/ 2816535 h 10306085"/>
                  <a:gd name="connsiteX17-33845" fmla="*/ 3075709 w 10490654"/>
                  <a:gd name="connsiteY17-33846" fmla="*/ 2525590 h 10306085"/>
                  <a:gd name="connsiteX18-33847" fmla="*/ 3075709 w 10490654"/>
                  <a:gd name="connsiteY18-33848" fmla="*/ 2317772 h 10306085"/>
                  <a:gd name="connsiteX19-33849" fmla="*/ 3214254 w 10490654"/>
                  <a:gd name="connsiteY19-33850" fmla="*/ 1985262 h 10306085"/>
                  <a:gd name="connsiteX20-33851" fmla="*/ 3214254 w 10490654"/>
                  <a:gd name="connsiteY20-33852" fmla="*/ 1694317 h 10306085"/>
                  <a:gd name="connsiteX21-33853" fmla="*/ 3513454 w 10490654"/>
                  <a:gd name="connsiteY21-33854" fmla="*/ 1126281 h 10306085"/>
                  <a:gd name="connsiteX22-33855" fmla="*/ 3463636 w 10490654"/>
                  <a:gd name="connsiteY22-33856" fmla="*/ 752208 h 10306085"/>
                  <a:gd name="connsiteX23-33857" fmla="*/ 3491345 w 10490654"/>
                  <a:gd name="connsiteY23-33858" fmla="*/ 544390 h 10306085"/>
                  <a:gd name="connsiteX24-33859" fmla="*/ 3823854 w 10490654"/>
                  <a:gd name="connsiteY24-33860" fmla="*/ 184172 h 10306085"/>
                  <a:gd name="connsiteX25-33861" fmla="*/ 4017818 w 10490654"/>
                  <a:gd name="connsiteY25-33862" fmla="*/ 59481 h 10306085"/>
                  <a:gd name="connsiteX26-33863" fmla="*/ 4433454 w 10490654"/>
                  <a:gd name="connsiteY26-33864" fmla="*/ 295008 h 10306085"/>
                  <a:gd name="connsiteX27-33865" fmla="*/ 4599709 w 10490654"/>
                  <a:gd name="connsiteY27-33866" fmla="*/ 488972 h 10306085"/>
                  <a:gd name="connsiteX28-33867" fmla="*/ 5070763 w 10490654"/>
                  <a:gd name="connsiteY28-33868" fmla="*/ 544390 h 10306085"/>
                  <a:gd name="connsiteX29-33869" fmla="*/ 5391187 w 10490654"/>
                  <a:gd name="connsiteY29-33870" fmla="*/ 603639 h 10306085"/>
                  <a:gd name="connsiteX30-33871" fmla="*/ 5568642 w 10490654"/>
                  <a:gd name="connsiteY30-33872" fmla="*/ 588271 h 10306085"/>
                  <a:gd name="connsiteX31-33873" fmla="*/ 5860472 w 10490654"/>
                  <a:gd name="connsiteY31-33874" fmla="*/ 281153 h 10306085"/>
                  <a:gd name="connsiteX32-33875" fmla="*/ 6123709 w 10490654"/>
                  <a:gd name="connsiteY32-33876" fmla="*/ 322717 h 10306085"/>
                  <a:gd name="connsiteX33-33877" fmla="*/ 6541900 w 10490654"/>
                  <a:gd name="connsiteY33-33878" fmla="*/ 168233 h 10306085"/>
                  <a:gd name="connsiteX34-33879" fmla="*/ 6681722 w 10490654"/>
                  <a:gd name="connsiteY34-33880" fmla="*/ 107503 h 10306085"/>
                  <a:gd name="connsiteX35-33881" fmla="*/ 7011678 w 10490654"/>
                  <a:gd name="connsiteY35-33882" fmla="*/ 198026 h 10306085"/>
                  <a:gd name="connsiteX36-33883" fmla="*/ 7232072 w 10490654"/>
                  <a:gd name="connsiteY36-33884" fmla="*/ 17917 h 10306085"/>
                  <a:gd name="connsiteX37-33885" fmla="*/ 7379107 w 10490654"/>
                  <a:gd name="connsiteY37-33886" fmla="*/ 0 h 10306085"/>
                  <a:gd name="connsiteX38-33887" fmla="*/ 7600859 w 10490654"/>
                  <a:gd name="connsiteY38-33888" fmla="*/ 41248 h 10306085"/>
                  <a:gd name="connsiteX39-33889" fmla="*/ 7910945 w 10490654"/>
                  <a:gd name="connsiteY39-33890" fmla="*/ 128753 h 10306085"/>
                  <a:gd name="connsiteX40-33891" fmla="*/ 8312727 w 10490654"/>
                  <a:gd name="connsiteY40-33892" fmla="*/ 59481 h 10306085"/>
                  <a:gd name="connsiteX41-33893" fmla="*/ 8647005 w 10490654"/>
                  <a:gd name="connsiteY41-33894" fmla="*/ 396707 h 10306085"/>
                  <a:gd name="connsiteX42-33895" fmla="*/ 8908472 w 10490654"/>
                  <a:gd name="connsiteY42-33896" fmla="*/ 544390 h 10306085"/>
                  <a:gd name="connsiteX43-33897" fmla="*/ 9146732 w 10490654"/>
                  <a:gd name="connsiteY43-33898" fmla="*/ 420846 h 10306085"/>
                  <a:gd name="connsiteX44-33899" fmla="*/ 9372965 w 10490654"/>
                  <a:gd name="connsiteY44-33900" fmla="*/ 466363 h 10306085"/>
                  <a:gd name="connsiteX45-33901" fmla="*/ 9518072 w 10490654"/>
                  <a:gd name="connsiteY45-33902" fmla="*/ 367819 h 10306085"/>
                  <a:gd name="connsiteX46-33903" fmla="*/ 9646301 w 10490654"/>
                  <a:gd name="connsiteY46-33904" fmla="*/ 369587 h 10306085"/>
                  <a:gd name="connsiteX47-33905" fmla="*/ 10002982 w 10490654"/>
                  <a:gd name="connsiteY47-33906" fmla="*/ 793772 h 10306085"/>
                  <a:gd name="connsiteX48-33907" fmla="*/ 10238509 w 10490654"/>
                  <a:gd name="connsiteY48-33908" fmla="*/ 987735 h 10306085"/>
                  <a:gd name="connsiteX49-33909" fmla="*/ 10224654 w 10490654"/>
                  <a:gd name="connsiteY49-33910" fmla="*/ 1250972 h 10306085"/>
                  <a:gd name="connsiteX50-33911" fmla="*/ 10238509 w 10490654"/>
                  <a:gd name="connsiteY50-33912" fmla="*/ 1444935 h 10306085"/>
                  <a:gd name="connsiteX51-33913" fmla="*/ 10243066 w 10490654"/>
                  <a:gd name="connsiteY51-33914" fmla="*/ 1580249 h 10306085"/>
                  <a:gd name="connsiteX52-33915" fmla="*/ 10490654 w 10490654"/>
                  <a:gd name="connsiteY52-33916" fmla="*/ 1753897 h 10306085"/>
                  <a:gd name="connsiteX53-33917" fmla="*/ 10077929 w 10490654"/>
                  <a:gd name="connsiteY53-33918" fmla="*/ 2207269 h 10306085"/>
                  <a:gd name="connsiteX54-33919" fmla="*/ 9781309 w 10490654"/>
                  <a:gd name="connsiteY54-33920" fmla="*/ 2497881 h 10306085"/>
                  <a:gd name="connsiteX55-33921" fmla="*/ 9580055 w 10490654"/>
                  <a:gd name="connsiteY55-33922" fmla="*/ 3426134 h 10306085"/>
                  <a:gd name="connsiteX56-33923" fmla="*/ 9532477 w 10490654"/>
                  <a:gd name="connsiteY56-33924" fmla="*/ 3685207 h 10306085"/>
                  <a:gd name="connsiteX57-33925" fmla="*/ 9365672 w 10490654"/>
                  <a:gd name="connsiteY57-33926" fmla="*/ 3911044 h 10306085"/>
                  <a:gd name="connsiteX58-33927" fmla="*/ 9310254 w 10490654"/>
                  <a:gd name="connsiteY58-33928" fmla="*/ 4077299 h 10306085"/>
                  <a:gd name="connsiteX59-33929" fmla="*/ 9236422 w 10490654"/>
                  <a:gd name="connsiteY59-33930" fmla="*/ 4285117 h 10306085"/>
                  <a:gd name="connsiteX60-33931" fmla="*/ 9205255 w 10490654"/>
                  <a:gd name="connsiteY60-33932" fmla="*/ 4430122 h 10306085"/>
                  <a:gd name="connsiteX61-33933" fmla="*/ 9337963 w 10490654"/>
                  <a:gd name="connsiteY61-33934" fmla="*/ 4659190 h 10306085"/>
                  <a:gd name="connsiteX62-33935" fmla="*/ 9382180 w 10490654"/>
                  <a:gd name="connsiteY62-33936" fmla="*/ 4915057 h 10306085"/>
                  <a:gd name="connsiteX63-33937" fmla="*/ 9397939 w 10490654"/>
                  <a:gd name="connsiteY63-33938" fmla="*/ 5208060 h 10306085"/>
                  <a:gd name="connsiteX64-33939" fmla="*/ 9383359 w 10490654"/>
                  <a:gd name="connsiteY64-33940" fmla="*/ 5615153 h 10306085"/>
                  <a:gd name="connsiteX65-33941" fmla="*/ 9518623 w 10490654"/>
                  <a:gd name="connsiteY65-33942" fmla="*/ 5975373 h 10306085"/>
                  <a:gd name="connsiteX66-33943" fmla="*/ 9540496 w 10490654"/>
                  <a:gd name="connsiteY66-33944" fmla="*/ 6403714 h 10306085"/>
                  <a:gd name="connsiteX67-33945" fmla="*/ 9933709 w 10490654"/>
                  <a:gd name="connsiteY67-33946" fmla="*/ 6862062 h 10306085"/>
                  <a:gd name="connsiteX68-33947" fmla="*/ 10052074 w 10490654"/>
                  <a:gd name="connsiteY68-33948" fmla="*/ 7221396 h 10306085"/>
                  <a:gd name="connsiteX69-33949" fmla="*/ 10232908 w 10490654"/>
                  <a:gd name="connsiteY69-33950" fmla="*/ 7514995 h 10306085"/>
                  <a:gd name="connsiteX70-33951" fmla="*/ 9670472 w 10490654"/>
                  <a:gd name="connsiteY70-33952" fmla="*/ 7540935 h 10306085"/>
                  <a:gd name="connsiteX71-33953" fmla="*/ 9174087 w 10490654"/>
                  <a:gd name="connsiteY71-33954" fmla="*/ 7651772 h 10306085"/>
                  <a:gd name="connsiteX72-33955" fmla="*/ 9128871 w 10490654"/>
                  <a:gd name="connsiteY72-33956" fmla="*/ 7790317 h 10306085"/>
                  <a:gd name="connsiteX73-33957" fmla="*/ 9019309 w 10490654"/>
                  <a:gd name="connsiteY73-33958" fmla="*/ 7998135 h 10306085"/>
                  <a:gd name="connsiteX74-33959" fmla="*/ 8933823 w 10490654"/>
                  <a:gd name="connsiteY74-33960" fmla="*/ 8085908 h 10306085"/>
                  <a:gd name="connsiteX75-33961" fmla="*/ 9036787 w 10490654"/>
                  <a:gd name="connsiteY75-33962" fmla="*/ 8313437 h 10306085"/>
                  <a:gd name="connsiteX76-33963" fmla="*/ 9027559 w 10490654"/>
                  <a:gd name="connsiteY76-33964" fmla="*/ 8524608 h 10306085"/>
                  <a:gd name="connsiteX77-33965" fmla="*/ 8993669 w 10490654"/>
                  <a:gd name="connsiteY77-33966" fmla="*/ 8758113 h 10306085"/>
                  <a:gd name="connsiteX78-33967" fmla="*/ 8991600 w 10490654"/>
                  <a:gd name="connsiteY78-33968" fmla="*/ 8967953 h 10306085"/>
                  <a:gd name="connsiteX79-33969" fmla="*/ 8894618 w 10490654"/>
                  <a:gd name="connsiteY79-33970" fmla="*/ 9272753 h 10306085"/>
                  <a:gd name="connsiteX80-33971" fmla="*/ 8922328 w 10490654"/>
                  <a:gd name="connsiteY80-33972" fmla="*/ 9578490 h 10306085"/>
                  <a:gd name="connsiteX81-33973" fmla="*/ 9138715 w 10490654"/>
                  <a:gd name="connsiteY81-33974" fmla="*/ 9750056 h 10306085"/>
                  <a:gd name="connsiteX82-33975" fmla="*/ 9231789 w 10490654"/>
                  <a:gd name="connsiteY82-33976" fmla="*/ 9890275 h 10306085"/>
                  <a:gd name="connsiteX83-33977" fmla="*/ 9462870 w 10490654"/>
                  <a:gd name="connsiteY83-33978" fmla="*/ 9929452 h 10306085"/>
                  <a:gd name="connsiteX84-33979" fmla="*/ 9472032 w 10490654"/>
                  <a:gd name="connsiteY84-33980" fmla="*/ 9818955 h 10306085"/>
                  <a:gd name="connsiteX85-33981" fmla="*/ 9620746 w 10490654"/>
                  <a:gd name="connsiteY85-33982" fmla="*/ 9758904 h 10306085"/>
                  <a:gd name="connsiteX86-33983" fmla="*/ 9668916 w 10490654"/>
                  <a:gd name="connsiteY86-33984" fmla="*/ 10256426 h 10306085"/>
                  <a:gd name="connsiteX87-33985" fmla="*/ 9495500 w 10490654"/>
                  <a:gd name="connsiteY87-33986" fmla="*/ 10306085 h 10306085"/>
                  <a:gd name="connsiteX88-33987" fmla="*/ 9346906 w 10490654"/>
                  <a:gd name="connsiteY88-33988" fmla="*/ 10256851 h 10306085"/>
                  <a:gd name="connsiteX89-33989" fmla="*/ 9227127 w 10490654"/>
                  <a:gd name="connsiteY89-33990" fmla="*/ 10242572 h 10306085"/>
                  <a:gd name="connsiteX90-33991" fmla="*/ 9033163 w 10490654"/>
                  <a:gd name="connsiteY90-33992" fmla="*/ 9993190 h 10306085"/>
                  <a:gd name="connsiteX91-33993" fmla="*/ 8825345 w 10490654"/>
                  <a:gd name="connsiteY91-33994" fmla="*/ 9813081 h 10306085"/>
                  <a:gd name="connsiteX92-33995" fmla="*/ 8534400 w 10490654"/>
                  <a:gd name="connsiteY92-33996" fmla="*/ 9702244 h 10306085"/>
                  <a:gd name="connsiteX93-33997" fmla="*/ 8423563 w 10490654"/>
                  <a:gd name="connsiteY93-33998" fmla="*/ 9646826 h 10306085"/>
                  <a:gd name="connsiteX94-33999" fmla="*/ 8285018 w 10490654"/>
                  <a:gd name="connsiteY94-34000" fmla="*/ 9480572 h 10306085"/>
                  <a:gd name="connsiteX95-34001" fmla="*/ 8257309 w 10490654"/>
                  <a:gd name="connsiteY95-34002" fmla="*/ 9342026 h 10306085"/>
                  <a:gd name="connsiteX96-34003" fmla="*/ 8146472 w 10490654"/>
                  <a:gd name="connsiteY96-34004" fmla="*/ 9355881 h 10306085"/>
                  <a:gd name="connsiteX97-34005" fmla="*/ 8091054 w 10490654"/>
                  <a:gd name="connsiteY97-34006" fmla="*/ 9577553 h 10306085"/>
                  <a:gd name="connsiteX98-34007" fmla="*/ 7806336 w 10490654"/>
                  <a:gd name="connsiteY98-34008" fmla="*/ 9583313 h 10306085"/>
                  <a:gd name="connsiteX99-34009" fmla="*/ 7567694 w 10490654"/>
                  <a:gd name="connsiteY99-34010" fmla="*/ 9520112 h 10306085"/>
                  <a:gd name="connsiteX100-34011" fmla="*/ 7466043 w 10490654"/>
                  <a:gd name="connsiteY100-34012" fmla="*/ 9471387 h 10306085"/>
                  <a:gd name="connsiteX101-34013" fmla="*/ 7287491 w 10490654"/>
                  <a:gd name="connsiteY101-34014" fmla="*/ 9449904 h 10306085"/>
                  <a:gd name="connsiteX102-34015" fmla="*/ 7221797 w 10490654"/>
                  <a:gd name="connsiteY102-34016" fmla="*/ 9121910 h 10306085"/>
                  <a:gd name="connsiteX103-34017" fmla="*/ 6954982 w 10490654"/>
                  <a:gd name="connsiteY103-34018" fmla="*/ 9189626 h 10306085"/>
                  <a:gd name="connsiteX104-34019" fmla="*/ 6710737 w 10490654"/>
                  <a:gd name="connsiteY104-34020" fmla="*/ 9262013 h 10306085"/>
                  <a:gd name="connsiteX105-34021" fmla="*/ 6674777 w 10490654"/>
                  <a:gd name="connsiteY105-34022" fmla="*/ 9062912 h 10306085"/>
                  <a:gd name="connsiteX106-34023" fmla="*/ 6511636 w 10490654"/>
                  <a:gd name="connsiteY106-34024" fmla="*/ 8954099 h 10306085"/>
                  <a:gd name="connsiteX107-34025" fmla="*/ 6428509 w 10490654"/>
                  <a:gd name="connsiteY107-34026" fmla="*/ 8954099 h 10306085"/>
                  <a:gd name="connsiteX108-34027" fmla="*/ 6325922 w 10490654"/>
                  <a:gd name="connsiteY108-34028" fmla="*/ 9057307 h 10306085"/>
                  <a:gd name="connsiteX109-34029" fmla="*/ 6167763 w 10490654"/>
                  <a:gd name="connsiteY109-34030" fmla="*/ 8978227 h 10306085"/>
                  <a:gd name="connsiteX110-34031" fmla="*/ 6002132 w 10490654"/>
                  <a:gd name="connsiteY110-34032" fmla="*/ 9093734 h 10306085"/>
                  <a:gd name="connsiteX111-34033" fmla="*/ 5749636 w 10490654"/>
                  <a:gd name="connsiteY111-34034" fmla="*/ 9051081 h 10306085"/>
                  <a:gd name="connsiteX112-34035" fmla="*/ 5674760 w 10490654"/>
                  <a:gd name="connsiteY112-34036" fmla="*/ 9081904 h 10306085"/>
                  <a:gd name="connsiteX113-34037" fmla="*/ 5507415 w 10490654"/>
                  <a:gd name="connsiteY113-34038" fmla="*/ 9128137 h 10306085"/>
                  <a:gd name="connsiteX114-34039" fmla="*/ 5505859 w 10490654"/>
                  <a:gd name="connsiteY114-34040" fmla="*/ 8870972 h 10306085"/>
                  <a:gd name="connsiteX115-34041" fmla="*/ 5505857 w 10490654"/>
                  <a:gd name="connsiteY115-34042" fmla="*/ 8634977 h 10306085"/>
                  <a:gd name="connsiteX116-34043" fmla="*/ 5336024 w 10490654"/>
                  <a:gd name="connsiteY116-34044" fmla="*/ 8333292 h 10306085"/>
                  <a:gd name="connsiteX117-34045" fmla="*/ 5230324 w 10490654"/>
                  <a:gd name="connsiteY117-34046" fmla="*/ 8082820 h 10306085"/>
                  <a:gd name="connsiteX118-34047" fmla="*/ 5317031 w 10490654"/>
                  <a:gd name="connsiteY118-34048" fmla="*/ 7610208 h 10306085"/>
                  <a:gd name="connsiteX119-34049" fmla="*/ 5201059 w 10490654"/>
                  <a:gd name="connsiteY119-34050" fmla="*/ 7320352 h 10306085"/>
                  <a:gd name="connsiteX120-34051" fmla="*/ 5250872 w 10490654"/>
                  <a:gd name="connsiteY120-34052" fmla="*/ 7069881 h 10306085"/>
                  <a:gd name="connsiteX121-34053" fmla="*/ 5245735 w 10490654"/>
                  <a:gd name="connsiteY121-34054" fmla="*/ 7018665 h 10306085"/>
                  <a:gd name="connsiteX122-34055" fmla="*/ 4577603 w 10490654"/>
                  <a:gd name="connsiteY122-34056" fmla="*/ 7013996 h 10306085"/>
                  <a:gd name="connsiteX123-34057" fmla="*/ 4528412 w 10490654"/>
                  <a:gd name="connsiteY123-34058" fmla="*/ 6840580 h 10306085"/>
                  <a:gd name="connsiteX124-34059" fmla="*/ 4038834 w 10490654"/>
                  <a:gd name="connsiteY124-34060" fmla="*/ 6816452 h 10306085"/>
                  <a:gd name="connsiteX125-34061" fmla="*/ 3976254 w 10490654"/>
                  <a:gd name="connsiteY125-34062" fmla="*/ 7069881 h 10306085"/>
                  <a:gd name="connsiteX126-34063" fmla="*/ 3932667 w 10490654"/>
                  <a:gd name="connsiteY126-34064" fmla="*/ 7281279 h 10306085"/>
                  <a:gd name="connsiteX127-34065" fmla="*/ 3884155 w 10490654"/>
                  <a:gd name="connsiteY127-34066" fmla="*/ 7403480 h 10306085"/>
                  <a:gd name="connsiteX128-34067" fmla="*/ 3572499 w 10490654"/>
                  <a:gd name="connsiteY128-34068" fmla="*/ 7365450 h 10306085"/>
                  <a:gd name="connsiteX129-34069" fmla="*/ 3311236 w 10490654"/>
                  <a:gd name="connsiteY129-34070" fmla="*/ 7402390 h 10306085"/>
                  <a:gd name="connsiteX130-34071" fmla="*/ 2921540 w 10490654"/>
                  <a:gd name="connsiteY130-34072" fmla="*/ 7414475 h 10306085"/>
                  <a:gd name="connsiteX131-34073" fmla="*/ 2784763 w 10490654"/>
                  <a:gd name="connsiteY131-34074" fmla="*/ 7139153 h 10306085"/>
                  <a:gd name="connsiteX132-34075" fmla="*/ 2604654 w 10490654"/>
                  <a:gd name="connsiteY132-34076" fmla="*/ 6862062 h 10306085"/>
                  <a:gd name="connsiteX133-34077" fmla="*/ 2410691 w 10490654"/>
                  <a:gd name="connsiteY133-34078" fmla="*/ 6363299 h 10306085"/>
                  <a:gd name="connsiteX134-34079" fmla="*/ 2327563 w 10490654"/>
                  <a:gd name="connsiteY134-34080" fmla="*/ 6224753 h 10306085"/>
                  <a:gd name="connsiteX135-34081" fmla="*/ 1662545 w 10490654"/>
                  <a:gd name="connsiteY135-34082" fmla="*/ 6197044 h 10306085"/>
                  <a:gd name="connsiteX136-34083" fmla="*/ 1233054 w 10490654"/>
                  <a:gd name="connsiteY136-34084" fmla="*/ 6197044 h 10306085"/>
                  <a:gd name="connsiteX137-34085" fmla="*/ 1136072 w 10490654"/>
                  <a:gd name="connsiteY137-34086" fmla="*/ 6252462 h 10306085"/>
                  <a:gd name="connsiteX138-34087" fmla="*/ 706582 w 10490654"/>
                  <a:gd name="connsiteY138-34088" fmla="*/ 6210899 h 10306085"/>
                  <a:gd name="connsiteX139-34089" fmla="*/ 318654 w 10490654"/>
                  <a:gd name="connsiteY139-34090" fmla="*/ 6238608 h 10306085"/>
                  <a:gd name="connsiteX140-34091" fmla="*/ 96982 w 10490654"/>
                  <a:gd name="connsiteY140-34092" fmla="*/ 6391008 h 10306085"/>
                  <a:gd name="connsiteX141-34093" fmla="*/ 0 w 10490654"/>
                  <a:gd name="connsiteY141-34094" fmla="*/ 6294026 h 10306085"/>
                  <a:gd name="connsiteX142-34095" fmla="*/ 83127 w 10490654"/>
                  <a:gd name="connsiteY142-34096" fmla="*/ 6238608 h 10306085"/>
                  <a:gd name="connsiteX0-34097" fmla="*/ 83127 w 10490654"/>
                  <a:gd name="connsiteY0-34098" fmla="*/ 6238608 h 10334695"/>
                  <a:gd name="connsiteX1-34099" fmla="*/ 96982 w 10490654"/>
                  <a:gd name="connsiteY1-34100" fmla="*/ 5795262 h 10334695"/>
                  <a:gd name="connsiteX2-34101" fmla="*/ 401782 w 10490654"/>
                  <a:gd name="connsiteY2-34102" fmla="*/ 5532026 h 10334695"/>
                  <a:gd name="connsiteX3-34103" fmla="*/ 651163 w 10490654"/>
                  <a:gd name="connsiteY3-34104" fmla="*/ 5670572 h 10334695"/>
                  <a:gd name="connsiteX4-34105" fmla="*/ 858982 w 10490654"/>
                  <a:gd name="connsiteY4-34106" fmla="*/ 5504317 h 10334695"/>
                  <a:gd name="connsiteX5-34107" fmla="*/ 997527 w 10490654"/>
                  <a:gd name="connsiteY5-34108" fmla="*/ 5351917 h 10334695"/>
                  <a:gd name="connsiteX6-34109" fmla="*/ 1080654 w 10490654"/>
                  <a:gd name="connsiteY6-34110" fmla="*/ 5435044 h 10334695"/>
                  <a:gd name="connsiteX7-34111" fmla="*/ 1269312 w 10490654"/>
                  <a:gd name="connsiteY7-34112" fmla="*/ 5679710 h 10334695"/>
                  <a:gd name="connsiteX8-34113" fmla="*/ 1523116 w 10490654"/>
                  <a:gd name="connsiteY8-34114" fmla="*/ 5481030 h 10334695"/>
                  <a:gd name="connsiteX9-34115" fmla="*/ 1731818 w 10490654"/>
                  <a:gd name="connsiteY9-34116" fmla="*/ 5296499 h 10334695"/>
                  <a:gd name="connsiteX10-34117" fmla="*/ 2022763 w 10490654"/>
                  <a:gd name="connsiteY10-34118" fmla="*/ 5060972 h 10334695"/>
                  <a:gd name="connsiteX11-34119" fmla="*/ 2119745 w 10490654"/>
                  <a:gd name="connsiteY11-34120" fmla="*/ 4631481 h 10334695"/>
                  <a:gd name="connsiteX12-34121" fmla="*/ 2172511 w 10490654"/>
                  <a:gd name="connsiteY12-34122" fmla="*/ 4164848 h 10334695"/>
                  <a:gd name="connsiteX13-34123" fmla="*/ 2355272 w 10490654"/>
                  <a:gd name="connsiteY13-34124" fmla="*/ 3855626 h 10334695"/>
                  <a:gd name="connsiteX14-34125" fmla="*/ 2752497 w 10490654"/>
                  <a:gd name="connsiteY14-34126" fmla="*/ 3475092 h 10334695"/>
                  <a:gd name="connsiteX15-34127" fmla="*/ 2978727 w 10490654"/>
                  <a:gd name="connsiteY15-34128" fmla="*/ 3259881 h 10334695"/>
                  <a:gd name="connsiteX16-34129" fmla="*/ 3006436 w 10490654"/>
                  <a:gd name="connsiteY16-34130" fmla="*/ 2816535 h 10334695"/>
                  <a:gd name="connsiteX17-34131" fmla="*/ 3075709 w 10490654"/>
                  <a:gd name="connsiteY17-34132" fmla="*/ 2525590 h 10334695"/>
                  <a:gd name="connsiteX18-34133" fmla="*/ 3075709 w 10490654"/>
                  <a:gd name="connsiteY18-34134" fmla="*/ 2317772 h 10334695"/>
                  <a:gd name="connsiteX19-34135" fmla="*/ 3214254 w 10490654"/>
                  <a:gd name="connsiteY19-34136" fmla="*/ 1985262 h 10334695"/>
                  <a:gd name="connsiteX20-34137" fmla="*/ 3214254 w 10490654"/>
                  <a:gd name="connsiteY20-34138" fmla="*/ 1694317 h 10334695"/>
                  <a:gd name="connsiteX21-34139" fmla="*/ 3513454 w 10490654"/>
                  <a:gd name="connsiteY21-34140" fmla="*/ 1126281 h 10334695"/>
                  <a:gd name="connsiteX22-34141" fmla="*/ 3463636 w 10490654"/>
                  <a:gd name="connsiteY22-34142" fmla="*/ 752208 h 10334695"/>
                  <a:gd name="connsiteX23-34143" fmla="*/ 3491345 w 10490654"/>
                  <a:gd name="connsiteY23-34144" fmla="*/ 544390 h 10334695"/>
                  <a:gd name="connsiteX24-34145" fmla="*/ 3823854 w 10490654"/>
                  <a:gd name="connsiteY24-34146" fmla="*/ 184172 h 10334695"/>
                  <a:gd name="connsiteX25-34147" fmla="*/ 4017818 w 10490654"/>
                  <a:gd name="connsiteY25-34148" fmla="*/ 59481 h 10334695"/>
                  <a:gd name="connsiteX26-34149" fmla="*/ 4433454 w 10490654"/>
                  <a:gd name="connsiteY26-34150" fmla="*/ 295008 h 10334695"/>
                  <a:gd name="connsiteX27-34151" fmla="*/ 4599709 w 10490654"/>
                  <a:gd name="connsiteY27-34152" fmla="*/ 488972 h 10334695"/>
                  <a:gd name="connsiteX28-34153" fmla="*/ 5070763 w 10490654"/>
                  <a:gd name="connsiteY28-34154" fmla="*/ 544390 h 10334695"/>
                  <a:gd name="connsiteX29-34155" fmla="*/ 5391187 w 10490654"/>
                  <a:gd name="connsiteY29-34156" fmla="*/ 603639 h 10334695"/>
                  <a:gd name="connsiteX30-34157" fmla="*/ 5568642 w 10490654"/>
                  <a:gd name="connsiteY30-34158" fmla="*/ 588271 h 10334695"/>
                  <a:gd name="connsiteX31-34159" fmla="*/ 5860472 w 10490654"/>
                  <a:gd name="connsiteY31-34160" fmla="*/ 281153 h 10334695"/>
                  <a:gd name="connsiteX32-34161" fmla="*/ 6123709 w 10490654"/>
                  <a:gd name="connsiteY32-34162" fmla="*/ 322717 h 10334695"/>
                  <a:gd name="connsiteX33-34163" fmla="*/ 6541900 w 10490654"/>
                  <a:gd name="connsiteY33-34164" fmla="*/ 168233 h 10334695"/>
                  <a:gd name="connsiteX34-34165" fmla="*/ 6681722 w 10490654"/>
                  <a:gd name="connsiteY34-34166" fmla="*/ 107503 h 10334695"/>
                  <a:gd name="connsiteX35-34167" fmla="*/ 7011678 w 10490654"/>
                  <a:gd name="connsiteY35-34168" fmla="*/ 198026 h 10334695"/>
                  <a:gd name="connsiteX36-34169" fmla="*/ 7232072 w 10490654"/>
                  <a:gd name="connsiteY36-34170" fmla="*/ 17917 h 10334695"/>
                  <a:gd name="connsiteX37-34171" fmla="*/ 7379107 w 10490654"/>
                  <a:gd name="connsiteY37-34172" fmla="*/ 0 h 10334695"/>
                  <a:gd name="connsiteX38-34173" fmla="*/ 7600859 w 10490654"/>
                  <a:gd name="connsiteY38-34174" fmla="*/ 41248 h 10334695"/>
                  <a:gd name="connsiteX39-34175" fmla="*/ 7910945 w 10490654"/>
                  <a:gd name="connsiteY39-34176" fmla="*/ 128753 h 10334695"/>
                  <a:gd name="connsiteX40-34177" fmla="*/ 8312727 w 10490654"/>
                  <a:gd name="connsiteY40-34178" fmla="*/ 59481 h 10334695"/>
                  <a:gd name="connsiteX41-34179" fmla="*/ 8647005 w 10490654"/>
                  <a:gd name="connsiteY41-34180" fmla="*/ 396707 h 10334695"/>
                  <a:gd name="connsiteX42-34181" fmla="*/ 8908472 w 10490654"/>
                  <a:gd name="connsiteY42-34182" fmla="*/ 544390 h 10334695"/>
                  <a:gd name="connsiteX43-34183" fmla="*/ 9146732 w 10490654"/>
                  <a:gd name="connsiteY43-34184" fmla="*/ 420846 h 10334695"/>
                  <a:gd name="connsiteX44-34185" fmla="*/ 9372965 w 10490654"/>
                  <a:gd name="connsiteY44-34186" fmla="*/ 466363 h 10334695"/>
                  <a:gd name="connsiteX45-34187" fmla="*/ 9518072 w 10490654"/>
                  <a:gd name="connsiteY45-34188" fmla="*/ 367819 h 10334695"/>
                  <a:gd name="connsiteX46-34189" fmla="*/ 9646301 w 10490654"/>
                  <a:gd name="connsiteY46-34190" fmla="*/ 369587 h 10334695"/>
                  <a:gd name="connsiteX47-34191" fmla="*/ 10002982 w 10490654"/>
                  <a:gd name="connsiteY47-34192" fmla="*/ 793772 h 10334695"/>
                  <a:gd name="connsiteX48-34193" fmla="*/ 10238509 w 10490654"/>
                  <a:gd name="connsiteY48-34194" fmla="*/ 987735 h 10334695"/>
                  <a:gd name="connsiteX49-34195" fmla="*/ 10224654 w 10490654"/>
                  <a:gd name="connsiteY49-34196" fmla="*/ 1250972 h 10334695"/>
                  <a:gd name="connsiteX50-34197" fmla="*/ 10238509 w 10490654"/>
                  <a:gd name="connsiteY50-34198" fmla="*/ 1444935 h 10334695"/>
                  <a:gd name="connsiteX51-34199" fmla="*/ 10243066 w 10490654"/>
                  <a:gd name="connsiteY51-34200" fmla="*/ 1580249 h 10334695"/>
                  <a:gd name="connsiteX52-34201" fmla="*/ 10490654 w 10490654"/>
                  <a:gd name="connsiteY52-34202" fmla="*/ 1753897 h 10334695"/>
                  <a:gd name="connsiteX53-34203" fmla="*/ 10077929 w 10490654"/>
                  <a:gd name="connsiteY53-34204" fmla="*/ 2207269 h 10334695"/>
                  <a:gd name="connsiteX54-34205" fmla="*/ 9781309 w 10490654"/>
                  <a:gd name="connsiteY54-34206" fmla="*/ 2497881 h 10334695"/>
                  <a:gd name="connsiteX55-34207" fmla="*/ 9580055 w 10490654"/>
                  <a:gd name="connsiteY55-34208" fmla="*/ 3426134 h 10334695"/>
                  <a:gd name="connsiteX56-34209" fmla="*/ 9532477 w 10490654"/>
                  <a:gd name="connsiteY56-34210" fmla="*/ 3685207 h 10334695"/>
                  <a:gd name="connsiteX57-34211" fmla="*/ 9365672 w 10490654"/>
                  <a:gd name="connsiteY57-34212" fmla="*/ 3911044 h 10334695"/>
                  <a:gd name="connsiteX58-34213" fmla="*/ 9310254 w 10490654"/>
                  <a:gd name="connsiteY58-34214" fmla="*/ 4077299 h 10334695"/>
                  <a:gd name="connsiteX59-34215" fmla="*/ 9236422 w 10490654"/>
                  <a:gd name="connsiteY59-34216" fmla="*/ 4285117 h 10334695"/>
                  <a:gd name="connsiteX60-34217" fmla="*/ 9205255 w 10490654"/>
                  <a:gd name="connsiteY60-34218" fmla="*/ 4430122 h 10334695"/>
                  <a:gd name="connsiteX61-34219" fmla="*/ 9337963 w 10490654"/>
                  <a:gd name="connsiteY61-34220" fmla="*/ 4659190 h 10334695"/>
                  <a:gd name="connsiteX62-34221" fmla="*/ 9382180 w 10490654"/>
                  <a:gd name="connsiteY62-34222" fmla="*/ 4915057 h 10334695"/>
                  <a:gd name="connsiteX63-34223" fmla="*/ 9397939 w 10490654"/>
                  <a:gd name="connsiteY63-34224" fmla="*/ 5208060 h 10334695"/>
                  <a:gd name="connsiteX64-34225" fmla="*/ 9383359 w 10490654"/>
                  <a:gd name="connsiteY64-34226" fmla="*/ 5615153 h 10334695"/>
                  <a:gd name="connsiteX65-34227" fmla="*/ 9518623 w 10490654"/>
                  <a:gd name="connsiteY65-34228" fmla="*/ 5975373 h 10334695"/>
                  <a:gd name="connsiteX66-34229" fmla="*/ 9540496 w 10490654"/>
                  <a:gd name="connsiteY66-34230" fmla="*/ 6403714 h 10334695"/>
                  <a:gd name="connsiteX67-34231" fmla="*/ 9933709 w 10490654"/>
                  <a:gd name="connsiteY67-34232" fmla="*/ 6862062 h 10334695"/>
                  <a:gd name="connsiteX68-34233" fmla="*/ 10052074 w 10490654"/>
                  <a:gd name="connsiteY68-34234" fmla="*/ 7221396 h 10334695"/>
                  <a:gd name="connsiteX69-34235" fmla="*/ 10232908 w 10490654"/>
                  <a:gd name="connsiteY69-34236" fmla="*/ 7514995 h 10334695"/>
                  <a:gd name="connsiteX70-34237" fmla="*/ 9670472 w 10490654"/>
                  <a:gd name="connsiteY70-34238" fmla="*/ 7540935 h 10334695"/>
                  <a:gd name="connsiteX71-34239" fmla="*/ 9174087 w 10490654"/>
                  <a:gd name="connsiteY71-34240" fmla="*/ 7651772 h 10334695"/>
                  <a:gd name="connsiteX72-34241" fmla="*/ 9128871 w 10490654"/>
                  <a:gd name="connsiteY72-34242" fmla="*/ 7790317 h 10334695"/>
                  <a:gd name="connsiteX73-34243" fmla="*/ 9019309 w 10490654"/>
                  <a:gd name="connsiteY73-34244" fmla="*/ 7998135 h 10334695"/>
                  <a:gd name="connsiteX74-34245" fmla="*/ 8933823 w 10490654"/>
                  <a:gd name="connsiteY74-34246" fmla="*/ 8085908 h 10334695"/>
                  <a:gd name="connsiteX75-34247" fmla="*/ 9036787 w 10490654"/>
                  <a:gd name="connsiteY75-34248" fmla="*/ 8313437 h 10334695"/>
                  <a:gd name="connsiteX76-34249" fmla="*/ 9027559 w 10490654"/>
                  <a:gd name="connsiteY76-34250" fmla="*/ 8524608 h 10334695"/>
                  <a:gd name="connsiteX77-34251" fmla="*/ 8993669 w 10490654"/>
                  <a:gd name="connsiteY77-34252" fmla="*/ 8758113 h 10334695"/>
                  <a:gd name="connsiteX78-34253" fmla="*/ 8991600 w 10490654"/>
                  <a:gd name="connsiteY78-34254" fmla="*/ 8967953 h 10334695"/>
                  <a:gd name="connsiteX79-34255" fmla="*/ 8894618 w 10490654"/>
                  <a:gd name="connsiteY79-34256" fmla="*/ 9272753 h 10334695"/>
                  <a:gd name="connsiteX80-34257" fmla="*/ 8922328 w 10490654"/>
                  <a:gd name="connsiteY80-34258" fmla="*/ 9578490 h 10334695"/>
                  <a:gd name="connsiteX81-34259" fmla="*/ 9138715 w 10490654"/>
                  <a:gd name="connsiteY81-34260" fmla="*/ 9750056 h 10334695"/>
                  <a:gd name="connsiteX82-34261" fmla="*/ 9231789 w 10490654"/>
                  <a:gd name="connsiteY82-34262" fmla="*/ 9890275 h 10334695"/>
                  <a:gd name="connsiteX83-34263" fmla="*/ 9462870 w 10490654"/>
                  <a:gd name="connsiteY83-34264" fmla="*/ 9929452 h 10334695"/>
                  <a:gd name="connsiteX84-34265" fmla="*/ 9472032 w 10490654"/>
                  <a:gd name="connsiteY84-34266" fmla="*/ 9818955 h 10334695"/>
                  <a:gd name="connsiteX85-34267" fmla="*/ 9620746 w 10490654"/>
                  <a:gd name="connsiteY85-34268" fmla="*/ 9758904 h 10334695"/>
                  <a:gd name="connsiteX86-34269" fmla="*/ 9632264 w 10490654"/>
                  <a:gd name="connsiteY86-34270" fmla="*/ 10334695 h 10334695"/>
                  <a:gd name="connsiteX87-34271" fmla="*/ 9495500 w 10490654"/>
                  <a:gd name="connsiteY87-34272" fmla="*/ 10306085 h 10334695"/>
                  <a:gd name="connsiteX88-34273" fmla="*/ 9346906 w 10490654"/>
                  <a:gd name="connsiteY88-34274" fmla="*/ 10256851 h 10334695"/>
                  <a:gd name="connsiteX89-34275" fmla="*/ 9227127 w 10490654"/>
                  <a:gd name="connsiteY89-34276" fmla="*/ 10242572 h 10334695"/>
                  <a:gd name="connsiteX90-34277" fmla="*/ 9033163 w 10490654"/>
                  <a:gd name="connsiteY90-34278" fmla="*/ 9993190 h 10334695"/>
                  <a:gd name="connsiteX91-34279" fmla="*/ 8825345 w 10490654"/>
                  <a:gd name="connsiteY91-34280" fmla="*/ 9813081 h 10334695"/>
                  <a:gd name="connsiteX92-34281" fmla="*/ 8534400 w 10490654"/>
                  <a:gd name="connsiteY92-34282" fmla="*/ 9702244 h 10334695"/>
                  <a:gd name="connsiteX93-34283" fmla="*/ 8423563 w 10490654"/>
                  <a:gd name="connsiteY93-34284" fmla="*/ 9646826 h 10334695"/>
                  <a:gd name="connsiteX94-34285" fmla="*/ 8285018 w 10490654"/>
                  <a:gd name="connsiteY94-34286" fmla="*/ 9480572 h 10334695"/>
                  <a:gd name="connsiteX95-34287" fmla="*/ 8257309 w 10490654"/>
                  <a:gd name="connsiteY95-34288" fmla="*/ 9342026 h 10334695"/>
                  <a:gd name="connsiteX96-34289" fmla="*/ 8146472 w 10490654"/>
                  <a:gd name="connsiteY96-34290" fmla="*/ 9355881 h 10334695"/>
                  <a:gd name="connsiteX97-34291" fmla="*/ 8091054 w 10490654"/>
                  <a:gd name="connsiteY97-34292" fmla="*/ 9577553 h 10334695"/>
                  <a:gd name="connsiteX98-34293" fmla="*/ 7806336 w 10490654"/>
                  <a:gd name="connsiteY98-34294" fmla="*/ 9583313 h 10334695"/>
                  <a:gd name="connsiteX99-34295" fmla="*/ 7567694 w 10490654"/>
                  <a:gd name="connsiteY99-34296" fmla="*/ 9520112 h 10334695"/>
                  <a:gd name="connsiteX100-34297" fmla="*/ 7466043 w 10490654"/>
                  <a:gd name="connsiteY100-34298" fmla="*/ 9471387 h 10334695"/>
                  <a:gd name="connsiteX101-34299" fmla="*/ 7287491 w 10490654"/>
                  <a:gd name="connsiteY101-34300" fmla="*/ 9449904 h 10334695"/>
                  <a:gd name="connsiteX102-34301" fmla="*/ 7221797 w 10490654"/>
                  <a:gd name="connsiteY102-34302" fmla="*/ 9121910 h 10334695"/>
                  <a:gd name="connsiteX103-34303" fmla="*/ 6954982 w 10490654"/>
                  <a:gd name="connsiteY103-34304" fmla="*/ 9189626 h 10334695"/>
                  <a:gd name="connsiteX104-34305" fmla="*/ 6710737 w 10490654"/>
                  <a:gd name="connsiteY104-34306" fmla="*/ 9262013 h 10334695"/>
                  <a:gd name="connsiteX105-34307" fmla="*/ 6674777 w 10490654"/>
                  <a:gd name="connsiteY105-34308" fmla="*/ 9062912 h 10334695"/>
                  <a:gd name="connsiteX106-34309" fmla="*/ 6511636 w 10490654"/>
                  <a:gd name="connsiteY106-34310" fmla="*/ 8954099 h 10334695"/>
                  <a:gd name="connsiteX107-34311" fmla="*/ 6428509 w 10490654"/>
                  <a:gd name="connsiteY107-34312" fmla="*/ 8954099 h 10334695"/>
                  <a:gd name="connsiteX108-34313" fmla="*/ 6325922 w 10490654"/>
                  <a:gd name="connsiteY108-34314" fmla="*/ 9057307 h 10334695"/>
                  <a:gd name="connsiteX109-34315" fmla="*/ 6167763 w 10490654"/>
                  <a:gd name="connsiteY109-34316" fmla="*/ 8978227 h 10334695"/>
                  <a:gd name="connsiteX110-34317" fmla="*/ 6002132 w 10490654"/>
                  <a:gd name="connsiteY110-34318" fmla="*/ 9093734 h 10334695"/>
                  <a:gd name="connsiteX111-34319" fmla="*/ 5749636 w 10490654"/>
                  <a:gd name="connsiteY111-34320" fmla="*/ 9051081 h 10334695"/>
                  <a:gd name="connsiteX112-34321" fmla="*/ 5674760 w 10490654"/>
                  <a:gd name="connsiteY112-34322" fmla="*/ 9081904 h 10334695"/>
                  <a:gd name="connsiteX113-34323" fmla="*/ 5507415 w 10490654"/>
                  <a:gd name="connsiteY113-34324" fmla="*/ 9128137 h 10334695"/>
                  <a:gd name="connsiteX114-34325" fmla="*/ 5505859 w 10490654"/>
                  <a:gd name="connsiteY114-34326" fmla="*/ 8870972 h 10334695"/>
                  <a:gd name="connsiteX115-34327" fmla="*/ 5505857 w 10490654"/>
                  <a:gd name="connsiteY115-34328" fmla="*/ 8634977 h 10334695"/>
                  <a:gd name="connsiteX116-34329" fmla="*/ 5336024 w 10490654"/>
                  <a:gd name="connsiteY116-34330" fmla="*/ 8333292 h 10334695"/>
                  <a:gd name="connsiteX117-34331" fmla="*/ 5230324 w 10490654"/>
                  <a:gd name="connsiteY117-34332" fmla="*/ 8082820 h 10334695"/>
                  <a:gd name="connsiteX118-34333" fmla="*/ 5317031 w 10490654"/>
                  <a:gd name="connsiteY118-34334" fmla="*/ 7610208 h 10334695"/>
                  <a:gd name="connsiteX119-34335" fmla="*/ 5201059 w 10490654"/>
                  <a:gd name="connsiteY119-34336" fmla="*/ 7320352 h 10334695"/>
                  <a:gd name="connsiteX120-34337" fmla="*/ 5250872 w 10490654"/>
                  <a:gd name="connsiteY120-34338" fmla="*/ 7069881 h 10334695"/>
                  <a:gd name="connsiteX121-34339" fmla="*/ 5245735 w 10490654"/>
                  <a:gd name="connsiteY121-34340" fmla="*/ 7018665 h 10334695"/>
                  <a:gd name="connsiteX122-34341" fmla="*/ 4577603 w 10490654"/>
                  <a:gd name="connsiteY122-34342" fmla="*/ 7013996 h 10334695"/>
                  <a:gd name="connsiteX123-34343" fmla="*/ 4528412 w 10490654"/>
                  <a:gd name="connsiteY123-34344" fmla="*/ 6840580 h 10334695"/>
                  <a:gd name="connsiteX124-34345" fmla="*/ 4038834 w 10490654"/>
                  <a:gd name="connsiteY124-34346" fmla="*/ 6816452 h 10334695"/>
                  <a:gd name="connsiteX125-34347" fmla="*/ 3976254 w 10490654"/>
                  <a:gd name="connsiteY125-34348" fmla="*/ 7069881 h 10334695"/>
                  <a:gd name="connsiteX126-34349" fmla="*/ 3932667 w 10490654"/>
                  <a:gd name="connsiteY126-34350" fmla="*/ 7281279 h 10334695"/>
                  <a:gd name="connsiteX127-34351" fmla="*/ 3884155 w 10490654"/>
                  <a:gd name="connsiteY127-34352" fmla="*/ 7403480 h 10334695"/>
                  <a:gd name="connsiteX128-34353" fmla="*/ 3572499 w 10490654"/>
                  <a:gd name="connsiteY128-34354" fmla="*/ 7365450 h 10334695"/>
                  <a:gd name="connsiteX129-34355" fmla="*/ 3311236 w 10490654"/>
                  <a:gd name="connsiteY129-34356" fmla="*/ 7402390 h 10334695"/>
                  <a:gd name="connsiteX130-34357" fmla="*/ 2921540 w 10490654"/>
                  <a:gd name="connsiteY130-34358" fmla="*/ 7414475 h 10334695"/>
                  <a:gd name="connsiteX131-34359" fmla="*/ 2784763 w 10490654"/>
                  <a:gd name="connsiteY131-34360" fmla="*/ 7139153 h 10334695"/>
                  <a:gd name="connsiteX132-34361" fmla="*/ 2604654 w 10490654"/>
                  <a:gd name="connsiteY132-34362" fmla="*/ 6862062 h 10334695"/>
                  <a:gd name="connsiteX133-34363" fmla="*/ 2410691 w 10490654"/>
                  <a:gd name="connsiteY133-34364" fmla="*/ 6363299 h 10334695"/>
                  <a:gd name="connsiteX134-34365" fmla="*/ 2327563 w 10490654"/>
                  <a:gd name="connsiteY134-34366" fmla="*/ 6224753 h 10334695"/>
                  <a:gd name="connsiteX135-34367" fmla="*/ 1662545 w 10490654"/>
                  <a:gd name="connsiteY135-34368" fmla="*/ 6197044 h 10334695"/>
                  <a:gd name="connsiteX136-34369" fmla="*/ 1233054 w 10490654"/>
                  <a:gd name="connsiteY136-34370" fmla="*/ 6197044 h 10334695"/>
                  <a:gd name="connsiteX137-34371" fmla="*/ 1136072 w 10490654"/>
                  <a:gd name="connsiteY137-34372" fmla="*/ 6252462 h 10334695"/>
                  <a:gd name="connsiteX138-34373" fmla="*/ 706582 w 10490654"/>
                  <a:gd name="connsiteY138-34374" fmla="*/ 6210899 h 10334695"/>
                  <a:gd name="connsiteX139-34375" fmla="*/ 318654 w 10490654"/>
                  <a:gd name="connsiteY139-34376" fmla="*/ 6238608 h 10334695"/>
                  <a:gd name="connsiteX140-34377" fmla="*/ 96982 w 10490654"/>
                  <a:gd name="connsiteY140-34378" fmla="*/ 6391008 h 10334695"/>
                  <a:gd name="connsiteX141-34379" fmla="*/ 0 w 10490654"/>
                  <a:gd name="connsiteY141-34380" fmla="*/ 6294026 h 10334695"/>
                  <a:gd name="connsiteX142-34381" fmla="*/ 83127 w 10490654"/>
                  <a:gd name="connsiteY142-34382" fmla="*/ 6238608 h 10334695"/>
                  <a:gd name="connsiteX0-34383" fmla="*/ 83127 w 10490654"/>
                  <a:gd name="connsiteY0-34384" fmla="*/ 6238608 h 10338313"/>
                  <a:gd name="connsiteX1-34385" fmla="*/ 96982 w 10490654"/>
                  <a:gd name="connsiteY1-34386" fmla="*/ 5795262 h 10338313"/>
                  <a:gd name="connsiteX2-34387" fmla="*/ 401782 w 10490654"/>
                  <a:gd name="connsiteY2-34388" fmla="*/ 5532026 h 10338313"/>
                  <a:gd name="connsiteX3-34389" fmla="*/ 651163 w 10490654"/>
                  <a:gd name="connsiteY3-34390" fmla="*/ 5670572 h 10338313"/>
                  <a:gd name="connsiteX4-34391" fmla="*/ 858982 w 10490654"/>
                  <a:gd name="connsiteY4-34392" fmla="*/ 5504317 h 10338313"/>
                  <a:gd name="connsiteX5-34393" fmla="*/ 997527 w 10490654"/>
                  <a:gd name="connsiteY5-34394" fmla="*/ 5351917 h 10338313"/>
                  <a:gd name="connsiteX6-34395" fmla="*/ 1080654 w 10490654"/>
                  <a:gd name="connsiteY6-34396" fmla="*/ 5435044 h 10338313"/>
                  <a:gd name="connsiteX7-34397" fmla="*/ 1269312 w 10490654"/>
                  <a:gd name="connsiteY7-34398" fmla="*/ 5679710 h 10338313"/>
                  <a:gd name="connsiteX8-34399" fmla="*/ 1523116 w 10490654"/>
                  <a:gd name="connsiteY8-34400" fmla="*/ 5481030 h 10338313"/>
                  <a:gd name="connsiteX9-34401" fmla="*/ 1731818 w 10490654"/>
                  <a:gd name="connsiteY9-34402" fmla="*/ 5296499 h 10338313"/>
                  <a:gd name="connsiteX10-34403" fmla="*/ 2022763 w 10490654"/>
                  <a:gd name="connsiteY10-34404" fmla="*/ 5060972 h 10338313"/>
                  <a:gd name="connsiteX11-34405" fmla="*/ 2119745 w 10490654"/>
                  <a:gd name="connsiteY11-34406" fmla="*/ 4631481 h 10338313"/>
                  <a:gd name="connsiteX12-34407" fmla="*/ 2172511 w 10490654"/>
                  <a:gd name="connsiteY12-34408" fmla="*/ 4164848 h 10338313"/>
                  <a:gd name="connsiteX13-34409" fmla="*/ 2355272 w 10490654"/>
                  <a:gd name="connsiteY13-34410" fmla="*/ 3855626 h 10338313"/>
                  <a:gd name="connsiteX14-34411" fmla="*/ 2752497 w 10490654"/>
                  <a:gd name="connsiteY14-34412" fmla="*/ 3475092 h 10338313"/>
                  <a:gd name="connsiteX15-34413" fmla="*/ 2978727 w 10490654"/>
                  <a:gd name="connsiteY15-34414" fmla="*/ 3259881 h 10338313"/>
                  <a:gd name="connsiteX16-34415" fmla="*/ 3006436 w 10490654"/>
                  <a:gd name="connsiteY16-34416" fmla="*/ 2816535 h 10338313"/>
                  <a:gd name="connsiteX17-34417" fmla="*/ 3075709 w 10490654"/>
                  <a:gd name="connsiteY17-34418" fmla="*/ 2525590 h 10338313"/>
                  <a:gd name="connsiteX18-34419" fmla="*/ 3075709 w 10490654"/>
                  <a:gd name="connsiteY18-34420" fmla="*/ 2317772 h 10338313"/>
                  <a:gd name="connsiteX19-34421" fmla="*/ 3214254 w 10490654"/>
                  <a:gd name="connsiteY19-34422" fmla="*/ 1985262 h 10338313"/>
                  <a:gd name="connsiteX20-34423" fmla="*/ 3214254 w 10490654"/>
                  <a:gd name="connsiteY20-34424" fmla="*/ 1694317 h 10338313"/>
                  <a:gd name="connsiteX21-34425" fmla="*/ 3513454 w 10490654"/>
                  <a:gd name="connsiteY21-34426" fmla="*/ 1126281 h 10338313"/>
                  <a:gd name="connsiteX22-34427" fmla="*/ 3463636 w 10490654"/>
                  <a:gd name="connsiteY22-34428" fmla="*/ 752208 h 10338313"/>
                  <a:gd name="connsiteX23-34429" fmla="*/ 3491345 w 10490654"/>
                  <a:gd name="connsiteY23-34430" fmla="*/ 544390 h 10338313"/>
                  <a:gd name="connsiteX24-34431" fmla="*/ 3823854 w 10490654"/>
                  <a:gd name="connsiteY24-34432" fmla="*/ 184172 h 10338313"/>
                  <a:gd name="connsiteX25-34433" fmla="*/ 4017818 w 10490654"/>
                  <a:gd name="connsiteY25-34434" fmla="*/ 59481 h 10338313"/>
                  <a:gd name="connsiteX26-34435" fmla="*/ 4433454 w 10490654"/>
                  <a:gd name="connsiteY26-34436" fmla="*/ 295008 h 10338313"/>
                  <a:gd name="connsiteX27-34437" fmla="*/ 4599709 w 10490654"/>
                  <a:gd name="connsiteY27-34438" fmla="*/ 488972 h 10338313"/>
                  <a:gd name="connsiteX28-34439" fmla="*/ 5070763 w 10490654"/>
                  <a:gd name="connsiteY28-34440" fmla="*/ 544390 h 10338313"/>
                  <a:gd name="connsiteX29-34441" fmla="*/ 5391187 w 10490654"/>
                  <a:gd name="connsiteY29-34442" fmla="*/ 603639 h 10338313"/>
                  <a:gd name="connsiteX30-34443" fmla="*/ 5568642 w 10490654"/>
                  <a:gd name="connsiteY30-34444" fmla="*/ 588271 h 10338313"/>
                  <a:gd name="connsiteX31-34445" fmla="*/ 5860472 w 10490654"/>
                  <a:gd name="connsiteY31-34446" fmla="*/ 281153 h 10338313"/>
                  <a:gd name="connsiteX32-34447" fmla="*/ 6123709 w 10490654"/>
                  <a:gd name="connsiteY32-34448" fmla="*/ 322717 h 10338313"/>
                  <a:gd name="connsiteX33-34449" fmla="*/ 6541900 w 10490654"/>
                  <a:gd name="connsiteY33-34450" fmla="*/ 168233 h 10338313"/>
                  <a:gd name="connsiteX34-34451" fmla="*/ 6681722 w 10490654"/>
                  <a:gd name="connsiteY34-34452" fmla="*/ 107503 h 10338313"/>
                  <a:gd name="connsiteX35-34453" fmla="*/ 7011678 w 10490654"/>
                  <a:gd name="connsiteY35-34454" fmla="*/ 198026 h 10338313"/>
                  <a:gd name="connsiteX36-34455" fmla="*/ 7232072 w 10490654"/>
                  <a:gd name="connsiteY36-34456" fmla="*/ 17917 h 10338313"/>
                  <a:gd name="connsiteX37-34457" fmla="*/ 7379107 w 10490654"/>
                  <a:gd name="connsiteY37-34458" fmla="*/ 0 h 10338313"/>
                  <a:gd name="connsiteX38-34459" fmla="*/ 7600859 w 10490654"/>
                  <a:gd name="connsiteY38-34460" fmla="*/ 41248 h 10338313"/>
                  <a:gd name="connsiteX39-34461" fmla="*/ 7910945 w 10490654"/>
                  <a:gd name="connsiteY39-34462" fmla="*/ 128753 h 10338313"/>
                  <a:gd name="connsiteX40-34463" fmla="*/ 8312727 w 10490654"/>
                  <a:gd name="connsiteY40-34464" fmla="*/ 59481 h 10338313"/>
                  <a:gd name="connsiteX41-34465" fmla="*/ 8647005 w 10490654"/>
                  <a:gd name="connsiteY41-34466" fmla="*/ 396707 h 10338313"/>
                  <a:gd name="connsiteX42-34467" fmla="*/ 8908472 w 10490654"/>
                  <a:gd name="connsiteY42-34468" fmla="*/ 544390 h 10338313"/>
                  <a:gd name="connsiteX43-34469" fmla="*/ 9146732 w 10490654"/>
                  <a:gd name="connsiteY43-34470" fmla="*/ 420846 h 10338313"/>
                  <a:gd name="connsiteX44-34471" fmla="*/ 9372965 w 10490654"/>
                  <a:gd name="connsiteY44-34472" fmla="*/ 466363 h 10338313"/>
                  <a:gd name="connsiteX45-34473" fmla="*/ 9518072 w 10490654"/>
                  <a:gd name="connsiteY45-34474" fmla="*/ 367819 h 10338313"/>
                  <a:gd name="connsiteX46-34475" fmla="*/ 9646301 w 10490654"/>
                  <a:gd name="connsiteY46-34476" fmla="*/ 369587 h 10338313"/>
                  <a:gd name="connsiteX47-34477" fmla="*/ 10002982 w 10490654"/>
                  <a:gd name="connsiteY47-34478" fmla="*/ 793772 h 10338313"/>
                  <a:gd name="connsiteX48-34479" fmla="*/ 10238509 w 10490654"/>
                  <a:gd name="connsiteY48-34480" fmla="*/ 987735 h 10338313"/>
                  <a:gd name="connsiteX49-34481" fmla="*/ 10224654 w 10490654"/>
                  <a:gd name="connsiteY49-34482" fmla="*/ 1250972 h 10338313"/>
                  <a:gd name="connsiteX50-34483" fmla="*/ 10238509 w 10490654"/>
                  <a:gd name="connsiteY50-34484" fmla="*/ 1444935 h 10338313"/>
                  <a:gd name="connsiteX51-34485" fmla="*/ 10243066 w 10490654"/>
                  <a:gd name="connsiteY51-34486" fmla="*/ 1580249 h 10338313"/>
                  <a:gd name="connsiteX52-34487" fmla="*/ 10490654 w 10490654"/>
                  <a:gd name="connsiteY52-34488" fmla="*/ 1753897 h 10338313"/>
                  <a:gd name="connsiteX53-34489" fmla="*/ 10077929 w 10490654"/>
                  <a:gd name="connsiteY53-34490" fmla="*/ 2207269 h 10338313"/>
                  <a:gd name="connsiteX54-34491" fmla="*/ 9781309 w 10490654"/>
                  <a:gd name="connsiteY54-34492" fmla="*/ 2497881 h 10338313"/>
                  <a:gd name="connsiteX55-34493" fmla="*/ 9580055 w 10490654"/>
                  <a:gd name="connsiteY55-34494" fmla="*/ 3426134 h 10338313"/>
                  <a:gd name="connsiteX56-34495" fmla="*/ 9532477 w 10490654"/>
                  <a:gd name="connsiteY56-34496" fmla="*/ 3685207 h 10338313"/>
                  <a:gd name="connsiteX57-34497" fmla="*/ 9365672 w 10490654"/>
                  <a:gd name="connsiteY57-34498" fmla="*/ 3911044 h 10338313"/>
                  <a:gd name="connsiteX58-34499" fmla="*/ 9310254 w 10490654"/>
                  <a:gd name="connsiteY58-34500" fmla="*/ 4077299 h 10338313"/>
                  <a:gd name="connsiteX59-34501" fmla="*/ 9236422 w 10490654"/>
                  <a:gd name="connsiteY59-34502" fmla="*/ 4285117 h 10338313"/>
                  <a:gd name="connsiteX60-34503" fmla="*/ 9205255 w 10490654"/>
                  <a:gd name="connsiteY60-34504" fmla="*/ 4430122 h 10338313"/>
                  <a:gd name="connsiteX61-34505" fmla="*/ 9337963 w 10490654"/>
                  <a:gd name="connsiteY61-34506" fmla="*/ 4659190 h 10338313"/>
                  <a:gd name="connsiteX62-34507" fmla="*/ 9382180 w 10490654"/>
                  <a:gd name="connsiteY62-34508" fmla="*/ 4915057 h 10338313"/>
                  <a:gd name="connsiteX63-34509" fmla="*/ 9397939 w 10490654"/>
                  <a:gd name="connsiteY63-34510" fmla="*/ 5208060 h 10338313"/>
                  <a:gd name="connsiteX64-34511" fmla="*/ 9383359 w 10490654"/>
                  <a:gd name="connsiteY64-34512" fmla="*/ 5615153 h 10338313"/>
                  <a:gd name="connsiteX65-34513" fmla="*/ 9518623 w 10490654"/>
                  <a:gd name="connsiteY65-34514" fmla="*/ 5975373 h 10338313"/>
                  <a:gd name="connsiteX66-34515" fmla="*/ 9540496 w 10490654"/>
                  <a:gd name="connsiteY66-34516" fmla="*/ 6403714 h 10338313"/>
                  <a:gd name="connsiteX67-34517" fmla="*/ 9933709 w 10490654"/>
                  <a:gd name="connsiteY67-34518" fmla="*/ 6862062 h 10338313"/>
                  <a:gd name="connsiteX68-34519" fmla="*/ 10052074 w 10490654"/>
                  <a:gd name="connsiteY68-34520" fmla="*/ 7221396 h 10338313"/>
                  <a:gd name="connsiteX69-34521" fmla="*/ 10232908 w 10490654"/>
                  <a:gd name="connsiteY69-34522" fmla="*/ 7514995 h 10338313"/>
                  <a:gd name="connsiteX70-34523" fmla="*/ 9670472 w 10490654"/>
                  <a:gd name="connsiteY70-34524" fmla="*/ 7540935 h 10338313"/>
                  <a:gd name="connsiteX71-34525" fmla="*/ 9174087 w 10490654"/>
                  <a:gd name="connsiteY71-34526" fmla="*/ 7651772 h 10338313"/>
                  <a:gd name="connsiteX72-34527" fmla="*/ 9128871 w 10490654"/>
                  <a:gd name="connsiteY72-34528" fmla="*/ 7790317 h 10338313"/>
                  <a:gd name="connsiteX73-34529" fmla="*/ 9019309 w 10490654"/>
                  <a:gd name="connsiteY73-34530" fmla="*/ 7998135 h 10338313"/>
                  <a:gd name="connsiteX74-34531" fmla="*/ 8933823 w 10490654"/>
                  <a:gd name="connsiteY74-34532" fmla="*/ 8085908 h 10338313"/>
                  <a:gd name="connsiteX75-34533" fmla="*/ 9036787 w 10490654"/>
                  <a:gd name="connsiteY75-34534" fmla="*/ 8313437 h 10338313"/>
                  <a:gd name="connsiteX76-34535" fmla="*/ 9027559 w 10490654"/>
                  <a:gd name="connsiteY76-34536" fmla="*/ 8524608 h 10338313"/>
                  <a:gd name="connsiteX77-34537" fmla="*/ 8993669 w 10490654"/>
                  <a:gd name="connsiteY77-34538" fmla="*/ 8758113 h 10338313"/>
                  <a:gd name="connsiteX78-34539" fmla="*/ 8991600 w 10490654"/>
                  <a:gd name="connsiteY78-34540" fmla="*/ 8967953 h 10338313"/>
                  <a:gd name="connsiteX79-34541" fmla="*/ 8894618 w 10490654"/>
                  <a:gd name="connsiteY79-34542" fmla="*/ 9272753 h 10338313"/>
                  <a:gd name="connsiteX80-34543" fmla="*/ 8922328 w 10490654"/>
                  <a:gd name="connsiteY80-34544" fmla="*/ 9578490 h 10338313"/>
                  <a:gd name="connsiteX81-34545" fmla="*/ 9138715 w 10490654"/>
                  <a:gd name="connsiteY81-34546" fmla="*/ 9750056 h 10338313"/>
                  <a:gd name="connsiteX82-34547" fmla="*/ 9231789 w 10490654"/>
                  <a:gd name="connsiteY82-34548" fmla="*/ 9890275 h 10338313"/>
                  <a:gd name="connsiteX83-34549" fmla="*/ 9462870 w 10490654"/>
                  <a:gd name="connsiteY83-34550" fmla="*/ 9929452 h 10338313"/>
                  <a:gd name="connsiteX84-34551" fmla="*/ 9472032 w 10490654"/>
                  <a:gd name="connsiteY84-34552" fmla="*/ 9818955 h 10338313"/>
                  <a:gd name="connsiteX85-34553" fmla="*/ 9620746 w 10490654"/>
                  <a:gd name="connsiteY85-34554" fmla="*/ 9758904 h 10338313"/>
                  <a:gd name="connsiteX86-34555" fmla="*/ 9632264 w 10490654"/>
                  <a:gd name="connsiteY86-34556" fmla="*/ 10334695 h 10338313"/>
                  <a:gd name="connsiteX87-34557" fmla="*/ 9504664 w 10490654"/>
                  <a:gd name="connsiteY87-34558" fmla="*/ 10338313 h 10338313"/>
                  <a:gd name="connsiteX88-34559" fmla="*/ 9346906 w 10490654"/>
                  <a:gd name="connsiteY88-34560" fmla="*/ 10256851 h 10338313"/>
                  <a:gd name="connsiteX89-34561" fmla="*/ 9227127 w 10490654"/>
                  <a:gd name="connsiteY89-34562" fmla="*/ 10242572 h 10338313"/>
                  <a:gd name="connsiteX90-34563" fmla="*/ 9033163 w 10490654"/>
                  <a:gd name="connsiteY90-34564" fmla="*/ 9993190 h 10338313"/>
                  <a:gd name="connsiteX91-34565" fmla="*/ 8825345 w 10490654"/>
                  <a:gd name="connsiteY91-34566" fmla="*/ 9813081 h 10338313"/>
                  <a:gd name="connsiteX92-34567" fmla="*/ 8534400 w 10490654"/>
                  <a:gd name="connsiteY92-34568" fmla="*/ 9702244 h 10338313"/>
                  <a:gd name="connsiteX93-34569" fmla="*/ 8423563 w 10490654"/>
                  <a:gd name="connsiteY93-34570" fmla="*/ 9646826 h 10338313"/>
                  <a:gd name="connsiteX94-34571" fmla="*/ 8285018 w 10490654"/>
                  <a:gd name="connsiteY94-34572" fmla="*/ 9480572 h 10338313"/>
                  <a:gd name="connsiteX95-34573" fmla="*/ 8257309 w 10490654"/>
                  <a:gd name="connsiteY95-34574" fmla="*/ 9342026 h 10338313"/>
                  <a:gd name="connsiteX96-34575" fmla="*/ 8146472 w 10490654"/>
                  <a:gd name="connsiteY96-34576" fmla="*/ 9355881 h 10338313"/>
                  <a:gd name="connsiteX97-34577" fmla="*/ 8091054 w 10490654"/>
                  <a:gd name="connsiteY97-34578" fmla="*/ 9577553 h 10338313"/>
                  <a:gd name="connsiteX98-34579" fmla="*/ 7806336 w 10490654"/>
                  <a:gd name="connsiteY98-34580" fmla="*/ 9583313 h 10338313"/>
                  <a:gd name="connsiteX99-34581" fmla="*/ 7567694 w 10490654"/>
                  <a:gd name="connsiteY99-34582" fmla="*/ 9520112 h 10338313"/>
                  <a:gd name="connsiteX100-34583" fmla="*/ 7466043 w 10490654"/>
                  <a:gd name="connsiteY100-34584" fmla="*/ 9471387 h 10338313"/>
                  <a:gd name="connsiteX101-34585" fmla="*/ 7287491 w 10490654"/>
                  <a:gd name="connsiteY101-34586" fmla="*/ 9449904 h 10338313"/>
                  <a:gd name="connsiteX102-34587" fmla="*/ 7221797 w 10490654"/>
                  <a:gd name="connsiteY102-34588" fmla="*/ 9121910 h 10338313"/>
                  <a:gd name="connsiteX103-34589" fmla="*/ 6954982 w 10490654"/>
                  <a:gd name="connsiteY103-34590" fmla="*/ 9189626 h 10338313"/>
                  <a:gd name="connsiteX104-34591" fmla="*/ 6710737 w 10490654"/>
                  <a:gd name="connsiteY104-34592" fmla="*/ 9262013 h 10338313"/>
                  <a:gd name="connsiteX105-34593" fmla="*/ 6674777 w 10490654"/>
                  <a:gd name="connsiteY105-34594" fmla="*/ 9062912 h 10338313"/>
                  <a:gd name="connsiteX106-34595" fmla="*/ 6511636 w 10490654"/>
                  <a:gd name="connsiteY106-34596" fmla="*/ 8954099 h 10338313"/>
                  <a:gd name="connsiteX107-34597" fmla="*/ 6428509 w 10490654"/>
                  <a:gd name="connsiteY107-34598" fmla="*/ 8954099 h 10338313"/>
                  <a:gd name="connsiteX108-34599" fmla="*/ 6325922 w 10490654"/>
                  <a:gd name="connsiteY108-34600" fmla="*/ 9057307 h 10338313"/>
                  <a:gd name="connsiteX109-34601" fmla="*/ 6167763 w 10490654"/>
                  <a:gd name="connsiteY109-34602" fmla="*/ 8978227 h 10338313"/>
                  <a:gd name="connsiteX110-34603" fmla="*/ 6002132 w 10490654"/>
                  <a:gd name="connsiteY110-34604" fmla="*/ 9093734 h 10338313"/>
                  <a:gd name="connsiteX111-34605" fmla="*/ 5749636 w 10490654"/>
                  <a:gd name="connsiteY111-34606" fmla="*/ 9051081 h 10338313"/>
                  <a:gd name="connsiteX112-34607" fmla="*/ 5674760 w 10490654"/>
                  <a:gd name="connsiteY112-34608" fmla="*/ 9081904 h 10338313"/>
                  <a:gd name="connsiteX113-34609" fmla="*/ 5507415 w 10490654"/>
                  <a:gd name="connsiteY113-34610" fmla="*/ 9128137 h 10338313"/>
                  <a:gd name="connsiteX114-34611" fmla="*/ 5505859 w 10490654"/>
                  <a:gd name="connsiteY114-34612" fmla="*/ 8870972 h 10338313"/>
                  <a:gd name="connsiteX115-34613" fmla="*/ 5505857 w 10490654"/>
                  <a:gd name="connsiteY115-34614" fmla="*/ 8634977 h 10338313"/>
                  <a:gd name="connsiteX116-34615" fmla="*/ 5336024 w 10490654"/>
                  <a:gd name="connsiteY116-34616" fmla="*/ 8333292 h 10338313"/>
                  <a:gd name="connsiteX117-34617" fmla="*/ 5230324 w 10490654"/>
                  <a:gd name="connsiteY117-34618" fmla="*/ 8082820 h 10338313"/>
                  <a:gd name="connsiteX118-34619" fmla="*/ 5317031 w 10490654"/>
                  <a:gd name="connsiteY118-34620" fmla="*/ 7610208 h 10338313"/>
                  <a:gd name="connsiteX119-34621" fmla="*/ 5201059 w 10490654"/>
                  <a:gd name="connsiteY119-34622" fmla="*/ 7320352 h 10338313"/>
                  <a:gd name="connsiteX120-34623" fmla="*/ 5250872 w 10490654"/>
                  <a:gd name="connsiteY120-34624" fmla="*/ 7069881 h 10338313"/>
                  <a:gd name="connsiteX121-34625" fmla="*/ 5245735 w 10490654"/>
                  <a:gd name="connsiteY121-34626" fmla="*/ 7018665 h 10338313"/>
                  <a:gd name="connsiteX122-34627" fmla="*/ 4577603 w 10490654"/>
                  <a:gd name="connsiteY122-34628" fmla="*/ 7013996 h 10338313"/>
                  <a:gd name="connsiteX123-34629" fmla="*/ 4528412 w 10490654"/>
                  <a:gd name="connsiteY123-34630" fmla="*/ 6840580 h 10338313"/>
                  <a:gd name="connsiteX124-34631" fmla="*/ 4038834 w 10490654"/>
                  <a:gd name="connsiteY124-34632" fmla="*/ 6816452 h 10338313"/>
                  <a:gd name="connsiteX125-34633" fmla="*/ 3976254 w 10490654"/>
                  <a:gd name="connsiteY125-34634" fmla="*/ 7069881 h 10338313"/>
                  <a:gd name="connsiteX126-34635" fmla="*/ 3932667 w 10490654"/>
                  <a:gd name="connsiteY126-34636" fmla="*/ 7281279 h 10338313"/>
                  <a:gd name="connsiteX127-34637" fmla="*/ 3884155 w 10490654"/>
                  <a:gd name="connsiteY127-34638" fmla="*/ 7403480 h 10338313"/>
                  <a:gd name="connsiteX128-34639" fmla="*/ 3572499 w 10490654"/>
                  <a:gd name="connsiteY128-34640" fmla="*/ 7365450 h 10338313"/>
                  <a:gd name="connsiteX129-34641" fmla="*/ 3311236 w 10490654"/>
                  <a:gd name="connsiteY129-34642" fmla="*/ 7402390 h 10338313"/>
                  <a:gd name="connsiteX130-34643" fmla="*/ 2921540 w 10490654"/>
                  <a:gd name="connsiteY130-34644" fmla="*/ 7414475 h 10338313"/>
                  <a:gd name="connsiteX131-34645" fmla="*/ 2784763 w 10490654"/>
                  <a:gd name="connsiteY131-34646" fmla="*/ 7139153 h 10338313"/>
                  <a:gd name="connsiteX132-34647" fmla="*/ 2604654 w 10490654"/>
                  <a:gd name="connsiteY132-34648" fmla="*/ 6862062 h 10338313"/>
                  <a:gd name="connsiteX133-34649" fmla="*/ 2410691 w 10490654"/>
                  <a:gd name="connsiteY133-34650" fmla="*/ 6363299 h 10338313"/>
                  <a:gd name="connsiteX134-34651" fmla="*/ 2327563 w 10490654"/>
                  <a:gd name="connsiteY134-34652" fmla="*/ 6224753 h 10338313"/>
                  <a:gd name="connsiteX135-34653" fmla="*/ 1662545 w 10490654"/>
                  <a:gd name="connsiteY135-34654" fmla="*/ 6197044 h 10338313"/>
                  <a:gd name="connsiteX136-34655" fmla="*/ 1233054 w 10490654"/>
                  <a:gd name="connsiteY136-34656" fmla="*/ 6197044 h 10338313"/>
                  <a:gd name="connsiteX137-34657" fmla="*/ 1136072 w 10490654"/>
                  <a:gd name="connsiteY137-34658" fmla="*/ 6252462 h 10338313"/>
                  <a:gd name="connsiteX138-34659" fmla="*/ 706582 w 10490654"/>
                  <a:gd name="connsiteY138-34660" fmla="*/ 6210899 h 10338313"/>
                  <a:gd name="connsiteX139-34661" fmla="*/ 318654 w 10490654"/>
                  <a:gd name="connsiteY139-34662" fmla="*/ 6238608 h 10338313"/>
                  <a:gd name="connsiteX140-34663" fmla="*/ 96982 w 10490654"/>
                  <a:gd name="connsiteY140-34664" fmla="*/ 6391008 h 10338313"/>
                  <a:gd name="connsiteX141-34665" fmla="*/ 0 w 10490654"/>
                  <a:gd name="connsiteY141-34666" fmla="*/ 6294026 h 10338313"/>
                  <a:gd name="connsiteX142-34667" fmla="*/ 83127 w 10490654"/>
                  <a:gd name="connsiteY142-34668" fmla="*/ 6238608 h 10338313"/>
                  <a:gd name="connsiteX0-34669" fmla="*/ 83127 w 10490654"/>
                  <a:gd name="connsiteY0-34670" fmla="*/ 6238608 h 10427202"/>
                  <a:gd name="connsiteX1-34671" fmla="*/ 96982 w 10490654"/>
                  <a:gd name="connsiteY1-34672" fmla="*/ 5795262 h 10427202"/>
                  <a:gd name="connsiteX2-34673" fmla="*/ 401782 w 10490654"/>
                  <a:gd name="connsiteY2-34674" fmla="*/ 5532026 h 10427202"/>
                  <a:gd name="connsiteX3-34675" fmla="*/ 651163 w 10490654"/>
                  <a:gd name="connsiteY3-34676" fmla="*/ 5670572 h 10427202"/>
                  <a:gd name="connsiteX4-34677" fmla="*/ 858982 w 10490654"/>
                  <a:gd name="connsiteY4-34678" fmla="*/ 5504317 h 10427202"/>
                  <a:gd name="connsiteX5-34679" fmla="*/ 997527 w 10490654"/>
                  <a:gd name="connsiteY5-34680" fmla="*/ 5351917 h 10427202"/>
                  <a:gd name="connsiteX6-34681" fmla="*/ 1080654 w 10490654"/>
                  <a:gd name="connsiteY6-34682" fmla="*/ 5435044 h 10427202"/>
                  <a:gd name="connsiteX7-34683" fmla="*/ 1269312 w 10490654"/>
                  <a:gd name="connsiteY7-34684" fmla="*/ 5679710 h 10427202"/>
                  <a:gd name="connsiteX8-34685" fmla="*/ 1523116 w 10490654"/>
                  <a:gd name="connsiteY8-34686" fmla="*/ 5481030 h 10427202"/>
                  <a:gd name="connsiteX9-34687" fmla="*/ 1731818 w 10490654"/>
                  <a:gd name="connsiteY9-34688" fmla="*/ 5296499 h 10427202"/>
                  <a:gd name="connsiteX10-34689" fmla="*/ 2022763 w 10490654"/>
                  <a:gd name="connsiteY10-34690" fmla="*/ 5060972 h 10427202"/>
                  <a:gd name="connsiteX11-34691" fmla="*/ 2119745 w 10490654"/>
                  <a:gd name="connsiteY11-34692" fmla="*/ 4631481 h 10427202"/>
                  <a:gd name="connsiteX12-34693" fmla="*/ 2172511 w 10490654"/>
                  <a:gd name="connsiteY12-34694" fmla="*/ 4164848 h 10427202"/>
                  <a:gd name="connsiteX13-34695" fmla="*/ 2355272 w 10490654"/>
                  <a:gd name="connsiteY13-34696" fmla="*/ 3855626 h 10427202"/>
                  <a:gd name="connsiteX14-34697" fmla="*/ 2752497 w 10490654"/>
                  <a:gd name="connsiteY14-34698" fmla="*/ 3475092 h 10427202"/>
                  <a:gd name="connsiteX15-34699" fmla="*/ 2978727 w 10490654"/>
                  <a:gd name="connsiteY15-34700" fmla="*/ 3259881 h 10427202"/>
                  <a:gd name="connsiteX16-34701" fmla="*/ 3006436 w 10490654"/>
                  <a:gd name="connsiteY16-34702" fmla="*/ 2816535 h 10427202"/>
                  <a:gd name="connsiteX17-34703" fmla="*/ 3075709 w 10490654"/>
                  <a:gd name="connsiteY17-34704" fmla="*/ 2525590 h 10427202"/>
                  <a:gd name="connsiteX18-34705" fmla="*/ 3075709 w 10490654"/>
                  <a:gd name="connsiteY18-34706" fmla="*/ 2317772 h 10427202"/>
                  <a:gd name="connsiteX19-34707" fmla="*/ 3214254 w 10490654"/>
                  <a:gd name="connsiteY19-34708" fmla="*/ 1985262 h 10427202"/>
                  <a:gd name="connsiteX20-34709" fmla="*/ 3214254 w 10490654"/>
                  <a:gd name="connsiteY20-34710" fmla="*/ 1694317 h 10427202"/>
                  <a:gd name="connsiteX21-34711" fmla="*/ 3513454 w 10490654"/>
                  <a:gd name="connsiteY21-34712" fmla="*/ 1126281 h 10427202"/>
                  <a:gd name="connsiteX22-34713" fmla="*/ 3463636 w 10490654"/>
                  <a:gd name="connsiteY22-34714" fmla="*/ 752208 h 10427202"/>
                  <a:gd name="connsiteX23-34715" fmla="*/ 3491345 w 10490654"/>
                  <a:gd name="connsiteY23-34716" fmla="*/ 544390 h 10427202"/>
                  <a:gd name="connsiteX24-34717" fmla="*/ 3823854 w 10490654"/>
                  <a:gd name="connsiteY24-34718" fmla="*/ 184172 h 10427202"/>
                  <a:gd name="connsiteX25-34719" fmla="*/ 4017818 w 10490654"/>
                  <a:gd name="connsiteY25-34720" fmla="*/ 59481 h 10427202"/>
                  <a:gd name="connsiteX26-34721" fmla="*/ 4433454 w 10490654"/>
                  <a:gd name="connsiteY26-34722" fmla="*/ 295008 h 10427202"/>
                  <a:gd name="connsiteX27-34723" fmla="*/ 4599709 w 10490654"/>
                  <a:gd name="connsiteY27-34724" fmla="*/ 488972 h 10427202"/>
                  <a:gd name="connsiteX28-34725" fmla="*/ 5070763 w 10490654"/>
                  <a:gd name="connsiteY28-34726" fmla="*/ 544390 h 10427202"/>
                  <a:gd name="connsiteX29-34727" fmla="*/ 5391187 w 10490654"/>
                  <a:gd name="connsiteY29-34728" fmla="*/ 603639 h 10427202"/>
                  <a:gd name="connsiteX30-34729" fmla="*/ 5568642 w 10490654"/>
                  <a:gd name="connsiteY30-34730" fmla="*/ 588271 h 10427202"/>
                  <a:gd name="connsiteX31-34731" fmla="*/ 5860472 w 10490654"/>
                  <a:gd name="connsiteY31-34732" fmla="*/ 281153 h 10427202"/>
                  <a:gd name="connsiteX32-34733" fmla="*/ 6123709 w 10490654"/>
                  <a:gd name="connsiteY32-34734" fmla="*/ 322717 h 10427202"/>
                  <a:gd name="connsiteX33-34735" fmla="*/ 6541900 w 10490654"/>
                  <a:gd name="connsiteY33-34736" fmla="*/ 168233 h 10427202"/>
                  <a:gd name="connsiteX34-34737" fmla="*/ 6681722 w 10490654"/>
                  <a:gd name="connsiteY34-34738" fmla="*/ 107503 h 10427202"/>
                  <a:gd name="connsiteX35-34739" fmla="*/ 7011678 w 10490654"/>
                  <a:gd name="connsiteY35-34740" fmla="*/ 198026 h 10427202"/>
                  <a:gd name="connsiteX36-34741" fmla="*/ 7232072 w 10490654"/>
                  <a:gd name="connsiteY36-34742" fmla="*/ 17917 h 10427202"/>
                  <a:gd name="connsiteX37-34743" fmla="*/ 7379107 w 10490654"/>
                  <a:gd name="connsiteY37-34744" fmla="*/ 0 h 10427202"/>
                  <a:gd name="connsiteX38-34745" fmla="*/ 7600859 w 10490654"/>
                  <a:gd name="connsiteY38-34746" fmla="*/ 41248 h 10427202"/>
                  <a:gd name="connsiteX39-34747" fmla="*/ 7910945 w 10490654"/>
                  <a:gd name="connsiteY39-34748" fmla="*/ 128753 h 10427202"/>
                  <a:gd name="connsiteX40-34749" fmla="*/ 8312727 w 10490654"/>
                  <a:gd name="connsiteY40-34750" fmla="*/ 59481 h 10427202"/>
                  <a:gd name="connsiteX41-34751" fmla="*/ 8647005 w 10490654"/>
                  <a:gd name="connsiteY41-34752" fmla="*/ 396707 h 10427202"/>
                  <a:gd name="connsiteX42-34753" fmla="*/ 8908472 w 10490654"/>
                  <a:gd name="connsiteY42-34754" fmla="*/ 544390 h 10427202"/>
                  <a:gd name="connsiteX43-34755" fmla="*/ 9146732 w 10490654"/>
                  <a:gd name="connsiteY43-34756" fmla="*/ 420846 h 10427202"/>
                  <a:gd name="connsiteX44-34757" fmla="*/ 9372965 w 10490654"/>
                  <a:gd name="connsiteY44-34758" fmla="*/ 466363 h 10427202"/>
                  <a:gd name="connsiteX45-34759" fmla="*/ 9518072 w 10490654"/>
                  <a:gd name="connsiteY45-34760" fmla="*/ 367819 h 10427202"/>
                  <a:gd name="connsiteX46-34761" fmla="*/ 9646301 w 10490654"/>
                  <a:gd name="connsiteY46-34762" fmla="*/ 369587 h 10427202"/>
                  <a:gd name="connsiteX47-34763" fmla="*/ 10002982 w 10490654"/>
                  <a:gd name="connsiteY47-34764" fmla="*/ 793772 h 10427202"/>
                  <a:gd name="connsiteX48-34765" fmla="*/ 10238509 w 10490654"/>
                  <a:gd name="connsiteY48-34766" fmla="*/ 987735 h 10427202"/>
                  <a:gd name="connsiteX49-34767" fmla="*/ 10224654 w 10490654"/>
                  <a:gd name="connsiteY49-34768" fmla="*/ 1250972 h 10427202"/>
                  <a:gd name="connsiteX50-34769" fmla="*/ 10238509 w 10490654"/>
                  <a:gd name="connsiteY50-34770" fmla="*/ 1444935 h 10427202"/>
                  <a:gd name="connsiteX51-34771" fmla="*/ 10243066 w 10490654"/>
                  <a:gd name="connsiteY51-34772" fmla="*/ 1580249 h 10427202"/>
                  <a:gd name="connsiteX52-34773" fmla="*/ 10490654 w 10490654"/>
                  <a:gd name="connsiteY52-34774" fmla="*/ 1753897 h 10427202"/>
                  <a:gd name="connsiteX53-34775" fmla="*/ 10077929 w 10490654"/>
                  <a:gd name="connsiteY53-34776" fmla="*/ 2207269 h 10427202"/>
                  <a:gd name="connsiteX54-34777" fmla="*/ 9781309 w 10490654"/>
                  <a:gd name="connsiteY54-34778" fmla="*/ 2497881 h 10427202"/>
                  <a:gd name="connsiteX55-34779" fmla="*/ 9580055 w 10490654"/>
                  <a:gd name="connsiteY55-34780" fmla="*/ 3426134 h 10427202"/>
                  <a:gd name="connsiteX56-34781" fmla="*/ 9532477 w 10490654"/>
                  <a:gd name="connsiteY56-34782" fmla="*/ 3685207 h 10427202"/>
                  <a:gd name="connsiteX57-34783" fmla="*/ 9365672 w 10490654"/>
                  <a:gd name="connsiteY57-34784" fmla="*/ 3911044 h 10427202"/>
                  <a:gd name="connsiteX58-34785" fmla="*/ 9310254 w 10490654"/>
                  <a:gd name="connsiteY58-34786" fmla="*/ 4077299 h 10427202"/>
                  <a:gd name="connsiteX59-34787" fmla="*/ 9236422 w 10490654"/>
                  <a:gd name="connsiteY59-34788" fmla="*/ 4285117 h 10427202"/>
                  <a:gd name="connsiteX60-34789" fmla="*/ 9205255 w 10490654"/>
                  <a:gd name="connsiteY60-34790" fmla="*/ 4430122 h 10427202"/>
                  <a:gd name="connsiteX61-34791" fmla="*/ 9337963 w 10490654"/>
                  <a:gd name="connsiteY61-34792" fmla="*/ 4659190 h 10427202"/>
                  <a:gd name="connsiteX62-34793" fmla="*/ 9382180 w 10490654"/>
                  <a:gd name="connsiteY62-34794" fmla="*/ 4915057 h 10427202"/>
                  <a:gd name="connsiteX63-34795" fmla="*/ 9397939 w 10490654"/>
                  <a:gd name="connsiteY63-34796" fmla="*/ 5208060 h 10427202"/>
                  <a:gd name="connsiteX64-34797" fmla="*/ 9383359 w 10490654"/>
                  <a:gd name="connsiteY64-34798" fmla="*/ 5615153 h 10427202"/>
                  <a:gd name="connsiteX65-34799" fmla="*/ 9518623 w 10490654"/>
                  <a:gd name="connsiteY65-34800" fmla="*/ 5975373 h 10427202"/>
                  <a:gd name="connsiteX66-34801" fmla="*/ 9540496 w 10490654"/>
                  <a:gd name="connsiteY66-34802" fmla="*/ 6403714 h 10427202"/>
                  <a:gd name="connsiteX67-34803" fmla="*/ 9933709 w 10490654"/>
                  <a:gd name="connsiteY67-34804" fmla="*/ 6862062 h 10427202"/>
                  <a:gd name="connsiteX68-34805" fmla="*/ 10052074 w 10490654"/>
                  <a:gd name="connsiteY68-34806" fmla="*/ 7221396 h 10427202"/>
                  <a:gd name="connsiteX69-34807" fmla="*/ 10232908 w 10490654"/>
                  <a:gd name="connsiteY69-34808" fmla="*/ 7514995 h 10427202"/>
                  <a:gd name="connsiteX70-34809" fmla="*/ 9670472 w 10490654"/>
                  <a:gd name="connsiteY70-34810" fmla="*/ 7540935 h 10427202"/>
                  <a:gd name="connsiteX71-34811" fmla="*/ 9174087 w 10490654"/>
                  <a:gd name="connsiteY71-34812" fmla="*/ 7651772 h 10427202"/>
                  <a:gd name="connsiteX72-34813" fmla="*/ 9128871 w 10490654"/>
                  <a:gd name="connsiteY72-34814" fmla="*/ 7790317 h 10427202"/>
                  <a:gd name="connsiteX73-34815" fmla="*/ 9019309 w 10490654"/>
                  <a:gd name="connsiteY73-34816" fmla="*/ 7998135 h 10427202"/>
                  <a:gd name="connsiteX74-34817" fmla="*/ 8933823 w 10490654"/>
                  <a:gd name="connsiteY74-34818" fmla="*/ 8085908 h 10427202"/>
                  <a:gd name="connsiteX75-34819" fmla="*/ 9036787 w 10490654"/>
                  <a:gd name="connsiteY75-34820" fmla="*/ 8313437 h 10427202"/>
                  <a:gd name="connsiteX76-34821" fmla="*/ 9027559 w 10490654"/>
                  <a:gd name="connsiteY76-34822" fmla="*/ 8524608 h 10427202"/>
                  <a:gd name="connsiteX77-34823" fmla="*/ 8993669 w 10490654"/>
                  <a:gd name="connsiteY77-34824" fmla="*/ 8758113 h 10427202"/>
                  <a:gd name="connsiteX78-34825" fmla="*/ 8991600 w 10490654"/>
                  <a:gd name="connsiteY78-34826" fmla="*/ 8967953 h 10427202"/>
                  <a:gd name="connsiteX79-34827" fmla="*/ 8894618 w 10490654"/>
                  <a:gd name="connsiteY79-34828" fmla="*/ 9272753 h 10427202"/>
                  <a:gd name="connsiteX80-34829" fmla="*/ 8922328 w 10490654"/>
                  <a:gd name="connsiteY80-34830" fmla="*/ 9578490 h 10427202"/>
                  <a:gd name="connsiteX81-34831" fmla="*/ 9138715 w 10490654"/>
                  <a:gd name="connsiteY81-34832" fmla="*/ 9750056 h 10427202"/>
                  <a:gd name="connsiteX82-34833" fmla="*/ 9231789 w 10490654"/>
                  <a:gd name="connsiteY82-34834" fmla="*/ 9890275 h 10427202"/>
                  <a:gd name="connsiteX83-34835" fmla="*/ 9462870 w 10490654"/>
                  <a:gd name="connsiteY83-34836" fmla="*/ 9929452 h 10427202"/>
                  <a:gd name="connsiteX84-34837" fmla="*/ 9472032 w 10490654"/>
                  <a:gd name="connsiteY84-34838" fmla="*/ 9818955 h 10427202"/>
                  <a:gd name="connsiteX85-34839" fmla="*/ 9620746 w 10490654"/>
                  <a:gd name="connsiteY85-34840" fmla="*/ 9758904 h 10427202"/>
                  <a:gd name="connsiteX86-34841" fmla="*/ 9632264 w 10490654"/>
                  <a:gd name="connsiteY86-34842" fmla="*/ 10334695 h 10427202"/>
                  <a:gd name="connsiteX87-34843" fmla="*/ 9504664 w 10490654"/>
                  <a:gd name="connsiteY87-34844" fmla="*/ 10338313 h 10427202"/>
                  <a:gd name="connsiteX88-34845" fmla="*/ 9328580 w 10490654"/>
                  <a:gd name="connsiteY88-34846" fmla="*/ 10427202 h 10427202"/>
                  <a:gd name="connsiteX89-34847" fmla="*/ 9227127 w 10490654"/>
                  <a:gd name="connsiteY89-34848" fmla="*/ 10242572 h 10427202"/>
                  <a:gd name="connsiteX90-34849" fmla="*/ 9033163 w 10490654"/>
                  <a:gd name="connsiteY90-34850" fmla="*/ 9993190 h 10427202"/>
                  <a:gd name="connsiteX91-34851" fmla="*/ 8825345 w 10490654"/>
                  <a:gd name="connsiteY91-34852" fmla="*/ 9813081 h 10427202"/>
                  <a:gd name="connsiteX92-34853" fmla="*/ 8534400 w 10490654"/>
                  <a:gd name="connsiteY92-34854" fmla="*/ 9702244 h 10427202"/>
                  <a:gd name="connsiteX93-34855" fmla="*/ 8423563 w 10490654"/>
                  <a:gd name="connsiteY93-34856" fmla="*/ 9646826 h 10427202"/>
                  <a:gd name="connsiteX94-34857" fmla="*/ 8285018 w 10490654"/>
                  <a:gd name="connsiteY94-34858" fmla="*/ 9480572 h 10427202"/>
                  <a:gd name="connsiteX95-34859" fmla="*/ 8257309 w 10490654"/>
                  <a:gd name="connsiteY95-34860" fmla="*/ 9342026 h 10427202"/>
                  <a:gd name="connsiteX96-34861" fmla="*/ 8146472 w 10490654"/>
                  <a:gd name="connsiteY96-34862" fmla="*/ 9355881 h 10427202"/>
                  <a:gd name="connsiteX97-34863" fmla="*/ 8091054 w 10490654"/>
                  <a:gd name="connsiteY97-34864" fmla="*/ 9577553 h 10427202"/>
                  <a:gd name="connsiteX98-34865" fmla="*/ 7806336 w 10490654"/>
                  <a:gd name="connsiteY98-34866" fmla="*/ 9583313 h 10427202"/>
                  <a:gd name="connsiteX99-34867" fmla="*/ 7567694 w 10490654"/>
                  <a:gd name="connsiteY99-34868" fmla="*/ 9520112 h 10427202"/>
                  <a:gd name="connsiteX100-34869" fmla="*/ 7466043 w 10490654"/>
                  <a:gd name="connsiteY100-34870" fmla="*/ 9471387 h 10427202"/>
                  <a:gd name="connsiteX101-34871" fmla="*/ 7287491 w 10490654"/>
                  <a:gd name="connsiteY101-34872" fmla="*/ 9449904 h 10427202"/>
                  <a:gd name="connsiteX102-34873" fmla="*/ 7221797 w 10490654"/>
                  <a:gd name="connsiteY102-34874" fmla="*/ 9121910 h 10427202"/>
                  <a:gd name="connsiteX103-34875" fmla="*/ 6954982 w 10490654"/>
                  <a:gd name="connsiteY103-34876" fmla="*/ 9189626 h 10427202"/>
                  <a:gd name="connsiteX104-34877" fmla="*/ 6710737 w 10490654"/>
                  <a:gd name="connsiteY104-34878" fmla="*/ 9262013 h 10427202"/>
                  <a:gd name="connsiteX105-34879" fmla="*/ 6674777 w 10490654"/>
                  <a:gd name="connsiteY105-34880" fmla="*/ 9062912 h 10427202"/>
                  <a:gd name="connsiteX106-34881" fmla="*/ 6511636 w 10490654"/>
                  <a:gd name="connsiteY106-34882" fmla="*/ 8954099 h 10427202"/>
                  <a:gd name="connsiteX107-34883" fmla="*/ 6428509 w 10490654"/>
                  <a:gd name="connsiteY107-34884" fmla="*/ 8954099 h 10427202"/>
                  <a:gd name="connsiteX108-34885" fmla="*/ 6325922 w 10490654"/>
                  <a:gd name="connsiteY108-34886" fmla="*/ 9057307 h 10427202"/>
                  <a:gd name="connsiteX109-34887" fmla="*/ 6167763 w 10490654"/>
                  <a:gd name="connsiteY109-34888" fmla="*/ 8978227 h 10427202"/>
                  <a:gd name="connsiteX110-34889" fmla="*/ 6002132 w 10490654"/>
                  <a:gd name="connsiteY110-34890" fmla="*/ 9093734 h 10427202"/>
                  <a:gd name="connsiteX111-34891" fmla="*/ 5749636 w 10490654"/>
                  <a:gd name="connsiteY111-34892" fmla="*/ 9051081 h 10427202"/>
                  <a:gd name="connsiteX112-34893" fmla="*/ 5674760 w 10490654"/>
                  <a:gd name="connsiteY112-34894" fmla="*/ 9081904 h 10427202"/>
                  <a:gd name="connsiteX113-34895" fmla="*/ 5507415 w 10490654"/>
                  <a:gd name="connsiteY113-34896" fmla="*/ 9128137 h 10427202"/>
                  <a:gd name="connsiteX114-34897" fmla="*/ 5505859 w 10490654"/>
                  <a:gd name="connsiteY114-34898" fmla="*/ 8870972 h 10427202"/>
                  <a:gd name="connsiteX115-34899" fmla="*/ 5505857 w 10490654"/>
                  <a:gd name="connsiteY115-34900" fmla="*/ 8634977 h 10427202"/>
                  <a:gd name="connsiteX116-34901" fmla="*/ 5336024 w 10490654"/>
                  <a:gd name="connsiteY116-34902" fmla="*/ 8333292 h 10427202"/>
                  <a:gd name="connsiteX117-34903" fmla="*/ 5230324 w 10490654"/>
                  <a:gd name="connsiteY117-34904" fmla="*/ 8082820 h 10427202"/>
                  <a:gd name="connsiteX118-34905" fmla="*/ 5317031 w 10490654"/>
                  <a:gd name="connsiteY118-34906" fmla="*/ 7610208 h 10427202"/>
                  <a:gd name="connsiteX119-34907" fmla="*/ 5201059 w 10490654"/>
                  <a:gd name="connsiteY119-34908" fmla="*/ 7320352 h 10427202"/>
                  <a:gd name="connsiteX120-34909" fmla="*/ 5250872 w 10490654"/>
                  <a:gd name="connsiteY120-34910" fmla="*/ 7069881 h 10427202"/>
                  <a:gd name="connsiteX121-34911" fmla="*/ 5245735 w 10490654"/>
                  <a:gd name="connsiteY121-34912" fmla="*/ 7018665 h 10427202"/>
                  <a:gd name="connsiteX122-34913" fmla="*/ 4577603 w 10490654"/>
                  <a:gd name="connsiteY122-34914" fmla="*/ 7013996 h 10427202"/>
                  <a:gd name="connsiteX123-34915" fmla="*/ 4528412 w 10490654"/>
                  <a:gd name="connsiteY123-34916" fmla="*/ 6840580 h 10427202"/>
                  <a:gd name="connsiteX124-34917" fmla="*/ 4038834 w 10490654"/>
                  <a:gd name="connsiteY124-34918" fmla="*/ 6816452 h 10427202"/>
                  <a:gd name="connsiteX125-34919" fmla="*/ 3976254 w 10490654"/>
                  <a:gd name="connsiteY125-34920" fmla="*/ 7069881 h 10427202"/>
                  <a:gd name="connsiteX126-34921" fmla="*/ 3932667 w 10490654"/>
                  <a:gd name="connsiteY126-34922" fmla="*/ 7281279 h 10427202"/>
                  <a:gd name="connsiteX127-34923" fmla="*/ 3884155 w 10490654"/>
                  <a:gd name="connsiteY127-34924" fmla="*/ 7403480 h 10427202"/>
                  <a:gd name="connsiteX128-34925" fmla="*/ 3572499 w 10490654"/>
                  <a:gd name="connsiteY128-34926" fmla="*/ 7365450 h 10427202"/>
                  <a:gd name="connsiteX129-34927" fmla="*/ 3311236 w 10490654"/>
                  <a:gd name="connsiteY129-34928" fmla="*/ 7402390 h 10427202"/>
                  <a:gd name="connsiteX130-34929" fmla="*/ 2921540 w 10490654"/>
                  <a:gd name="connsiteY130-34930" fmla="*/ 7414475 h 10427202"/>
                  <a:gd name="connsiteX131-34931" fmla="*/ 2784763 w 10490654"/>
                  <a:gd name="connsiteY131-34932" fmla="*/ 7139153 h 10427202"/>
                  <a:gd name="connsiteX132-34933" fmla="*/ 2604654 w 10490654"/>
                  <a:gd name="connsiteY132-34934" fmla="*/ 6862062 h 10427202"/>
                  <a:gd name="connsiteX133-34935" fmla="*/ 2410691 w 10490654"/>
                  <a:gd name="connsiteY133-34936" fmla="*/ 6363299 h 10427202"/>
                  <a:gd name="connsiteX134-34937" fmla="*/ 2327563 w 10490654"/>
                  <a:gd name="connsiteY134-34938" fmla="*/ 6224753 h 10427202"/>
                  <a:gd name="connsiteX135-34939" fmla="*/ 1662545 w 10490654"/>
                  <a:gd name="connsiteY135-34940" fmla="*/ 6197044 h 10427202"/>
                  <a:gd name="connsiteX136-34941" fmla="*/ 1233054 w 10490654"/>
                  <a:gd name="connsiteY136-34942" fmla="*/ 6197044 h 10427202"/>
                  <a:gd name="connsiteX137-34943" fmla="*/ 1136072 w 10490654"/>
                  <a:gd name="connsiteY137-34944" fmla="*/ 6252462 h 10427202"/>
                  <a:gd name="connsiteX138-34945" fmla="*/ 706582 w 10490654"/>
                  <a:gd name="connsiteY138-34946" fmla="*/ 6210899 h 10427202"/>
                  <a:gd name="connsiteX139-34947" fmla="*/ 318654 w 10490654"/>
                  <a:gd name="connsiteY139-34948" fmla="*/ 6238608 h 10427202"/>
                  <a:gd name="connsiteX140-34949" fmla="*/ 96982 w 10490654"/>
                  <a:gd name="connsiteY140-34950" fmla="*/ 6391008 h 10427202"/>
                  <a:gd name="connsiteX141-34951" fmla="*/ 0 w 10490654"/>
                  <a:gd name="connsiteY141-34952" fmla="*/ 6294026 h 10427202"/>
                  <a:gd name="connsiteX142-34953" fmla="*/ 83127 w 10490654"/>
                  <a:gd name="connsiteY142-34954" fmla="*/ 6238608 h 10427202"/>
                  <a:gd name="connsiteX0-34955" fmla="*/ 83127 w 10490654"/>
                  <a:gd name="connsiteY0-34956" fmla="*/ 6238608 h 10427202"/>
                  <a:gd name="connsiteX1-34957" fmla="*/ 96982 w 10490654"/>
                  <a:gd name="connsiteY1-34958" fmla="*/ 5795262 h 10427202"/>
                  <a:gd name="connsiteX2-34959" fmla="*/ 401782 w 10490654"/>
                  <a:gd name="connsiteY2-34960" fmla="*/ 5532026 h 10427202"/>
                  <a:gd name="connsiteX3-34961" fmla="*/ 651163 w 10490654"/>
                  <a:gd name="connsiteY3-34962" fmla="*/ 5670572 h 10427202"/>
                  <a:gd name="connsiteX4-34963" fmla="*/ 858982 w 10490654"/>
                  <a:gd name="connsiteY4-34964" fmla="*/ 5504317 h 10427202"/>
                  <a:gd name="connsiteX5-34965" fmla="*/ 997527 w 10490654"/>
                  <a:gd name="connsiteY5-34966" fmla="*/ 5351917 h 10427202"/>
                  <a:gd name="connsiteX6-34967" fmla="*/ 1080654 w 10490654"/>
                  <a:gd name="connsiteY6-34968" fmla="*/ 5435044 h 10427202"/>
                  <a:gd name="connsiteX7-34969" fmla="*/ 1269312 w 10490654"/>
                  <a:gd name="connsiteY7-34970" fmla="*/ 5679710 h 10427202"/>
                  <a:gd name="connsiteX8-34971" fmla="*/ 1523116 w 10490654"/>
                  <a:gd name="connsiteY8-34972" fmla="*/ 5481030 h 10427202"/>
                  <a:gd name="connsiteX9-34973" fmla="*/ 1731818 w 10490654"/>
                  <a:gd name="connsiteY9-34974" fmla="*/ 5296499 h 10427202"/>
                  <a:gd name="connsiteX10-34975" fmla="*/ 2022763 w 10490654"/>
                  <a:gd name="connsiteY10-34976" fmla="*/ 5060972 h 10427202"/>
                  <a:gd name="connsiteX11-34977" fmla="*/ 2119745 w 10490654"/>
                  <a:gd name="connsiteY11-34978" fmla="*/ 4631481 h 10427202"/>
                  <a:gd name="connsiteX12-34979" fmla="*/ 2172511 w 10490654"/>
                  <a:gd name="connsiteY12-34980" fmla="*/ 4164848 h 10427202"/>
                  <a:gd name="connsiteX13-34981" fmla="*/ 2355272 w 10490654"/>
                  <a:gd name="connsiteY13-34982" fmla="*/ 3855626 h 10427202"/>
                  <a:gd name="connsiteX14-34983" fmla="*/ 2752497 w 10490654"/>
                  <a:gd name="connsiteY14-34984" fmla="*/ 3475092 h 10427202"/>
                  <a:gd name="connsiteX15-34985" fmla="*/ 2978727 w 10490654"/>
                  <a:gd name="connsiteY15-34986" fmla="*/ 3259881 h 10427202"/>
                  <a:gd name="connsiteX16-34987" fmla="*/ 3006436 w 10490654"/>
                  <a:gd name="connsiteY16-34988" fmla="*/ 2816535 h 10427202"/>
                  <a:gd name="connsiteX17-34989" fmla="*/ 3075709 w 10490654"/>
                  <a:gd name="connsiteY17-34990" fmla="*/ 2525590 h 10427202"/>
                  <a:gd name="connsiteX18-34991" fmla="*/ 3075709 w 10490654"/>
                  <a:gd name="connsiteY18-34992" fmla="*/ 2317772 h 10427202"/>
                  <a:gd name="connsiteX19-34993" fmla="*/ 3214254 w 10490654"/>
                  <a:gd name="connsiteY19-34994" fmla="*/ 1985262 h 10427202"/>
                  <a:gd name="connsiteX20-34995" fmla="*/ 3214254 w 10490654"/>
                  <a:gd name="connsiteY20-34996" fmla="*/ 1694317 h 10427202"/>
                  <a:gd name="connsiteX21-34997" fmla="*/ 3513454 w 10490654"/>
                  <a:gd name="connsiteY21-34998" fmla="*/ 1126281 h 10427202"/>
                  <a:gd name="connsiteX22-34999" fmla="*/ 3463636 w 10490654"/>
                  <a:gd name="connsiteY22-35000" fmla="*/ 752208 h 10427202"/>
                  <a:gd name="connsiteX23-35001" fmla="*/ 3491345 w 10490654"/>
                  <a:gd name="connsiteY23-35002" fmla="*/ 544390 h 10427202"/>
                  <a:gd name="connsiteX24-35003" fmla="*/ 3823854 w 10490654"/>
                  <a:gd name="connsiteY24-35004" fmla="*/ 184172 h 10427202"/>
                  <a:gd name="connsiteX25-35005" fmla="*/ 4017818 w 10490654"/>
                  <a:gd name="connsiteY25-35006" fmla="*/ 59481 h 10427202"/>
                  <a:gd name="connsiteX26-35007" fmla="*/ 4433454 w 10490654"/>
                  <a:gd name="connsiteY26-35008" fmla="*/ 295008 h 10427202"/>
                  <a:gd name="connsiteX27-35009" fmla="*/ 4599709 w 10490654"/>
                  <a:gd name="connsiteY27-35010" fmla="*/ 488972 h 10427202"/>
                  <a:gd name="connsiteX28-35011" fmla="*/ 5070763 w 10490654"/>
                  <a:gd name="connsiteY28-35012" fmla="*/ 544390 h 10427202"/>
                  <a:gd name="connsiteX29-35013" fmla="*/ 5391187 w 10490654"/>
                  <a:gd name="connsiteY29-35014" fmla="*/ 603639 h 10427202"/>
                  <a:gd name="connsiteX30-35015" fmla="*/ 5568642 w 10490654"/>
                  <a:gd name="connsiteY30-35016" fmla="*/ 588271 h 10427202"/>
                  <a:gd name="connsiteX31-35017" fmla="*/ 5860472 w 10490654"/>
                  <a:gd name="connsiteY31-35018" fmla="*/ 281153 h 10427202"/>
                  <a:gd name="connsiteX32-35019" fmla="*/ 6123709 w 10490654"/>
                  <a:gd name="connsiteY32-35020" fmla="*/ 322717 h 10427202"/>
                  <a:gd name="connsiteX33-35021" fmla="*/ 6541900 w 10490654"/>
                  <a:gd name="connsiteY33-35022" fmla="*/ 168233 h 10427202"/>
                  <a:gd name="connsiteX34-35023" fmla="*/ 6681722 w 10490654"/>
                  <a:gd name="connsiteY34-35024" fmla="*/ 107503 h 10427202"/>
                  <a:gd name="connsiteX35-35025" fmla="*/ 7011678 w 10490654"/>
                  <a:gd name="connsiteY35-35026" fmla="*/ 198026 h 10427202"/>
                  <a:gd name="connsiteX36-35027" fmla="*/ 7232072 w 10490654"/>
                  <a:gd name="connsiteY36-35028" fmla="*/ 17917 h 10427202"/>
                  <a:gd name="connsiteX37-35029" fmla="*/ 7379107 w 10490654"/>
                  <a:gd name="connsiteY37-35030" fmla="*/ 0 h 10427202"/>
                  <a:gd name="connsiteX38-35031" fmla="*/ 7600859 w 10490654"/>
                  <a:gd name="connsiteY38-35032" fmla="*/ 41248 h 10427202"/>
                  <a:gd name="connsiteX39-35033" fmla="*/ 7910945 w 10490654"/>
                  <a:gd name="connsiteY39-35034" fmla="*/ 128753 h 10427202"/>
                  <a:gd name="connsiteX40-35035" fmla="*/ 8312727 w 10490654"/>
                  <a:gd name="connsiteY40-35036" fmla="*/ 59481 h 10427202"/>
                  <a:gd name="connsiteX41-35037" fmla="*/ 8647005 w 10490654"/>
                  <a:gd name="connsiteY41-35038" fmla="*/ 396707 h 10427202"/>
                  <a:gd name="connsiteX42-35039" fmla="*/ 8908472 w 10490654"/>
                  <a:gd name="connsiteY42-35040" fmla="*/ 544390 h 10427202"/>
                  <a:gd name="connsiteX43-35041" fmla="*/ 9146732 w 10490654"/>
                  <a:gd name="connsiteY43-35042" fmla="*/ 420846 h 10427202"/>
                  <a:gd name="connsiteX44-35043" fmla="*/ 9372965 w 10490654"/>
                  <a:gd name="connsiteY44-35044" fmla="*/ 466363 h 10427202"/>
                  <a:gd name="connsiteX45-35045" fmla="*/ 9518072 w 10490654"/>
                  <a:gd name="connsiteY45-35046" fmla="*/ 367819 h 10427202"/>
                  <a:gd name="connsiteX46-35047" fmla="*/ 9646301 w 10490654"/>
                  <a:gd name="connsiteY46-35048" fmla="*/ 369587 h 10427202"/>
                  <a:gd name="connsiteX47-35049" fmla="*/ 10002982 w 10490654"/>
                  <a:gd name="connsiteY47-35050" fmla="*/ 793772 h 10427202"/>
                  <a:gd name="connsiteX48-35051" fmla="*/ 10238509 w 10490654"/>
                  <a:gd name="connsiteY48-35052" fmla="*/ 987735 h 10427202"/>
                  <a:gd name="connsiteX49-35053" fmla="*/ 10224654 w 10490654"/>
                  <a:gd name="connsiteY49-35054" fmla="*/ 1250972 h 10427202"/>
                  <a:gd name="connsiteX50-35055" fmla="*/ 10238509 w 10490654"/>
                  <a:gd name="connsiteY50-35056" fmla="*/ 1444935 h 10427202"/>
                  <a:gd name="connsiteX51-35057" fmla="*/ 10243066 w 10490654"/>
                  <a:gd name="connsiteY51-35058" fmla="*/ 1580249 h 10427202"/>
                  <a:gd name="connsiteX52-35059" fmla="*/ 10490654 w 10490654"/>
                  <a:gd name="connsiteY52-35060" fmla="*/ 1753897 h 10427202"/>
                  <a:gd name="connsiteX53-35061" fmla="*/ 10077929 w 10490654"/>
                  <a:gd name="connsiteY53-35062" fmla="*/ 2207269 h 10427202"/>
                  <a:gd name="connsiteX54-35063" fmla="*/ 9781309 w 10490654"/>
                  <a:gd name="connsiteY54-35064" fmla="*/ 2497881 h 10427202"/>
                  <a:gd name="connsiteX55-35065" fmla="*/ 9580055 w 10490654"/>
                  <a:gd name="connsiteY55-35066" fmla="*/ 3426134 h 10427202"/>
                  <a:gd name="connsiteX56-35067" fmla="*/ 9532477 w 10490654"/>
                  <a:gd name="connsiteY56-35068" fmla="*/ 3685207 h 10427202"/>
                  <a:gd name="connsiteX57-35069" fmla="*/ 9365672 w 10490654"/>
                  <a:gd name="connsiteY57-35070" fmla="*/ 3911044 h 10427202"/>
                  <a:gd name="connsiteX58-35071" fmla="*/ 9310254 w 10490654"/>
                  <a:gd name="connsiteY58-35072" fmla="*/ 4077299 h 10427202"/>
                  <a:gd name="connsiteX59-35073" fmla="*/ 9236422 w 10490654"/>
                  <a:gd name="connsiteY59-35074" fmla="*/ 4285117 h 10427202"/>
                  <a:gd name="connsiteX60-35075" fmla="*/ 9205255 w 10490654"/>
                  <a:gd name="connsiteY60-35076" fmla="*/ 4430122 h 10427202"/>
                  <a:gd name="connsiteX61-35077" fmla="*/ 9337963 w 10490654"/>
                  <a:gd name="connsiteY61-35078" fmla="*/ 4659190 h 10427202"/>
                  <a:gd name="connsiteX62-35079" fmla="*/ 9382180 w 10490654"/>
                  <a:gd name="connsiteY62-35080" fmla="*/ 4915057 h 10427202"/>
                  <a:gd name="connsiteX63-35081" fmla="*/ 9397939 w 10490654"/>
                  <a:gd name="connsiteY63-35082" fmla="*/ 5208060 h 10427202"/>
                  <a:gd name="connsiteX64-35083" fmla="*/ 9383359 w 10490654"/>
                  <a:gd name="connsiteY64-35084" fmla="*/ 5615153 h 10427202"/>
                  <a:gd name="connsiteX65-35085" fmla="*/ 9518623 w 10490654"/>
                  <a:gd name="connsiteY65-35086" fmla="*/ 5975373 h 10427202"/>
                  <a:gd name="connsiteX66-35087" fmla="*/ 9540496 w 10490654"/>
                  <a:gd name="connsiteY66-35088" fmla="*/ 6403714 h 10427202"/>
                  <a:gd name="connsiteX67-35089" fmla="*/ 9933709 w 10490654"/>
                  <a:gd name="connsiteY67-35090" fmla="*/ 6862062 h 10427202"/>
                  <a:gd name="connsiteX68-35091" fmla="*/ 10052074 w 10490654"/>
                  <a:gd name="connsiteY68-35092" fmla="*/ 7221396 h 10427202"/>
                  <a:gd name="connsiteX69-35093" fmla="*/ 10232908 w 10490654"/>
                  <a:gd name="connsiteY69-35094" fmla="*/ 7514995 h 10427202"/>
                  <a:gd name="connsiteX70-35095" fmla="*/ 9670472 w 10490654"/>
                  <a:gd name="connsiteY70-35096" fmla="*/ 7540935 h 10427202"/>
                  <a:gd name="connsiteX71-35097" fmla="*/ 9174087 w 10490654"/>
                  <a:gd name="connsiteY71-35098" fmla="*/ 7651772 h 10427202"/>
                  <a:gd name="connsiteX72-35099" fmla="*/ 9128871 w 10490654"/>
                  <a:gd name="connsiteY72-35100" fmla="*/ 7790317 h 10427202"/>
                  <a:gd name="connsiteX73-35101" fmla="*/ 9019309 w 10490654"/>
                  <a:gd name="connsiteY73-35102" fmla="*/ 7998135 h 10427202"/>
                  <a:gd name="connsiteX74-35103" fmla="*/ 8933823 w 10490654"/>
                  <a:gd name="connsiteY74-35104" fmla="*/ 8085908 h 10427202"/>
                  <a:gd name="connsiteX75-35105" fmla="*/ 9036787 w 10490654"/>
                  <a:gd name="connsiteY75-35106" fmla="*/ 8313437 h 10427202"/>
                  <a:gd name="connsiteX76-35107" fmla="*/ 9027559 w 10490654"/>
                  <a:gd name="connsiteY76-35108" fmla="*/ 8524608 h 10427202"/>
                  <a:gd name="connsiteX77-35109" fmla="*/ 8993669 w 10490654"/>
                  <a:gd name="connsiteY77-35110" fmla="*/ 8758113 h 10427202"/>
                  <a:gd name="connsiteX78-35111" fmla="*/ 8991600 w 10490654"/>
                  <a:gd name="connsiteY78-35112" fmla="*/ 8967953 h 10427202"/>
                  <a:gd name="connsiteX79-35113" fmla="*/ 8894618 w 10490654"/>
                  <a:gd name="connsiteY79-35114" fmla="*/ 9272753 h 10427202"/>
                  <a:gd name="connsiteX80-35115" fmla="*/ 8922328 w 10490654"/>
                  <a:gd name="connsiteY80-35116" fmla="*/ 9578490 h 10427202"/>
                  <a:gd name="connsiteX81-35117" fmla="*/ 9138715 w 10490654"/>
                  <a:gd name="connsiteY81-35118" fmla="*/ 9750056 h 10427202"/>
                  <a:gd name="connsiteX82-35119" fmla="*/ 9231789 w 10490654"/>
                  <a:gd name="connsiteY82-35120" fmla="*/ 9890275 h 10427202"/>
                  <a:gd name="connsiteX83-35121" fmla="*/ 9462870 w 10490654"/>
                  <a:gd name="connsiteY83-35122" fmla="*/ 9929452 h 10427202"/>
                  <a:gd name="connsiteX84-35123" fmla="*/ 9472032 w 10490654"/>
                  <a:gd name="connsiteY84-35124" fmla="*/ 9818955 h 10427202"/>
                  <a:gd name="connsiteX85-35125" fmla="*/ 9620746 w 10490654"/>
                  <a:gd name="connsiteY85-35126" fmla="*/ 9758904 h 10427202"/>
                  <a:gd name="connsiteX86-35127" fmla="*/ 9632264 w 10490654"/>
                  <a:gd name="connsiteY86-35128" fmla="*/ 10334695 h 10427202"/>
                  <a:gd name="connsiteX87-35129" fmla="*/ 9504664 w 10490654"/>
                  <a:gd name="connsiteY87-35130" fmla="*/ 10338313 h 10427202"/>
                  <a:gd name="connsiteX88-35131" fmla="*/ 9328580 w 10490654"/>
                  <a:gd name="connsiteY88-35132" fmla="*/ 10427202 h 10427202"/>
                  <a:gd name="connsiteX89-35133" fmla="*/ 9112589 w 10490654"/>
                  <a:gd name="connsiteY89-35134" fmla="*/ 10210344 h 10427202"/>
                  <a:gd name="connsiteX90-35135" fmla="*/ 9033163 w 10490654"/>
                  <a:gd name="connsiteY90-35136" fmla="*/ 9993190 h 10427202"/>
                  <a:gd name="connsiteX91-35137" fmla="*/ 8825345 w 10490654"/>
                  <a:gd name="connsiteY91-35138" fmla="*/ 9813081 h 10427202"/>
                  <a:gd name="connsiteX92-35139" fmla="*/ 8534400 w 10490654"/>
                  <a:gd name="connsiteY92-35140" fmla="*/ 9702244 h 10427202"/>
                  <a:gd name="connsiteX93-35141" fmla="*/ 8423563 w 10490654"/>
                  <a:gd name="connsiteY93-35142" fmla="*/ 9646826 h 10427202"/>
                  <a:gd name="connsiteX94-35143" fmla="*/ 8285018 w 10490654"/>
                  <a:gd name="connsiteY94-35144" fmla="*/ 9480572 h 10427202"/>
                  <a:gd name="connsiteX95-35145" fmla="*/ 8257309 w 10490654"/>
                  <a:gd name="connsiteY95-35146" fmla="*/ 9342026 h 10427202"/>
                  <a:gd name="connsiteX96-35147" fmla="*/ 8146472 w 10490654"/>
                  <a:gd name="connsiteY96-35148" fmla="*/ 9355881 h 10427202"/>
                  <a:gd name="connsiteX97-35149" fmla="*/ 8091054 w 10490654"/>
                  <a:gd name="connsiteY97-35150" fmla="*/ 9577553 h 10427202"/>
                  <a:gd name="connsiteX98-35151" fmla="*/ 7806336 w 10490654"/>
                  <a:gd name="connsiteY98-35152" fmla="*/ 9583313 h 10427202"/>
                  <a:gd name="connsiteX99-35153" fmla="*/ 7567694 w 10490654"/>
                  <a:gd name="connsiteY99-35154" fmla="*/ 9520112 h 10427202"/>
                  <a:gd name="connsiteX100-35155" fmla="*/ 7466043 w 10490654"/>
                  <a:gd name="connsiteY100-35156" fmla="*/ 9471387 h 10427202"/>
                  <a:gd name="connsiteX101-35157" fmla="*/ 7287491 w 10490654"/>
                  <a:gd name="connsiteY101-35158" fmla="*/ 9449904 h 10427202"/>
                  <a:gd name="connsiteX102-35159" fmla="*/ 7221797 w 10490654"/>
                  <a:gd name="connsiteY102-35160" fmla="*/ 9121910 h 10427202"/>
                  <a:gd name="connsiteX103-35161" fmla="*/ 6954982 w 10490654"/>
                  <a:gd name="connsiteY103-35162" fmla="*/ 9189626 h 10427202"/>
                  <a:gd name="connsiteX104-35163" fmla="*/ 6710737 w 10490654"/>
                  <a:gd name="connsiteY104-35164" fmla="*/ 9262013 h 10427202"/>
                  <a:gd name="connsiteX105-35165" fmla="*/ 6674777 w 10490654"/>
                  <a:gd name="connsiteY105-35166" fmla="*/ 9062912 h 10427202"/>
                  <a:gd name="connsiteX106-35167" fmla="*/ 6511636 w 10490654"/>
                  <a:gd name="connsiteY106-35168" fmla="*/ 8954099 h 10427202"/>
                  <a:gd name="connsiteX107-35169" fmla="*/ 6428509 w 10490654"/>
                  <a:gd name="connsiteY107-35170" fmla="*/ 8954099 h 10427202"/>
                  <a:gd name="connsiteX108-35171" fmla="*/ 6325922 w 10490654"/>
                  <a:gd name="connsiteY108-35172" fmla="*/ 9057307 h 10427202"/>
                  <a:gd name="connsiteX109-35173" fmla="*/ 6167763 w 10490654"/>
                  <a:gd name="connsiteY109-35174" fmla="*/ 8978227 h 10427202"/>
                  <a:gd name="connsiteX110-35175" fmla="*/ 6002132 w 10490654"/>
                  <a:gd name="connsiteY110-35176" fmla="*/ 9093734 h 10427202"/>
                  <a:gd name="connsiteX111-35177" fmla="*/ 5749636 w 10490654"/>
                  <a:gd name="connsiteY111-35178" fmla="*/ 9051081 h 10427202"/>
                  <a:gd name="connsiteX112-35179" fmla="*/ 5674760 w 10490654"/>
                  <a:gd name="connsiteY112-35180" fmla="*/ 9081904 h 10427202"/>
                  <a:gd name="connsiteX113-35181" fmla="*/ 5507415 w 10490654"/>
                  <a:gd name="connsiteY113-35182" fmla="*/ 9128137 h 10427202"/>
                  <a:gd name="connsiteX114-35183" fmla="*/ 5505859 w 10490654"/>
                  <a:gd name="connsiteY114-35184" fmla="*/ 8870972 h 10427202"/>
                  <a:gd name="connsiteX115-35185" fmla="*/ 5505857 w 10490654"/>
                  <a:gd name="connsiteY115-35186" fmla="*/ 8634977 h 10427202"/>
                  <a:gd name="connsiteX116-35187" fmla="*/ 5336024 w 10490654"/>
                  <a:gd name="connsiteY116-35188" fmla="*/ 8333292 h 10427202"/>
                  <a:gd name="connsiteX117-35189" fmla="*/ 5230324 w 10490654"/>
                  <a:gd name="connsiteY117-35190" fmla="*/ 8082820 h 10427202"/>
                  <a:gd name="connsiteX118-35191" fmla="*/ 5317031 w 10490654"/>
                  <a:gd name="connsiteY118-35192" fmla="*/ 7610208 h 10427202"/>
                  <a:gd name="connsiteX119-35193" fmla="*/ 5201059 w 10490654"/>
                  <a:gd name="connsiteY119-35194" fmla="*/ 7320352 h 10427202"/>
                  <a:gd name="connsiteX120-35195" fmla="*/ 5250872 w 10490654"/>
                  <a:gd name="connsiteY120-35196" fmla="*/ 7069881 h 10427202"/>
                  <a:gd name="connsiteX121-35197" fmla="*/ 5245735 w 10490654"/>
                  <a:gd name="connsiteY121-35198" fmla="*/ 7018665 h 10427202"/>
                  <a:gd name="connsiteX122-35199" fmla="*/ 4577603 w 10490654"/>
                  <a:gd name="connsiteY122-35200" fmla="*/ 7013996 h 10427202"/>
                  <a:gd name="connsiteX123-35201" fmla="*/ 4528412 w 10490654"/>
                  <a:gd name="connsiteY123-35202" fmla="*/ 6840580 h 10427202"/>
                  <a:gd name="connsiteX124-35203" fmla="*/ 4038834 w 10490654"/>
                  <a:gd name="connsiteY124-35204" fmla="*/ 6816452 h 10427202"/>
                  <a:gd name="connsiteX125-35205" fmla="*/ 3976254 w 10490654"/>
                  <a:gd name="connsiteY125-35206" fmla="*/ 7069881 h 10427202"/>
                  <a:gd name="connsiteX126-35207" fmla="*/ 3932667 w 10490654"/>
                  <a:gd name="connsiteY126-35208" fmla="*/ 7281279 h 10427202"/>
                  <a:gd name="connsiteX127-35209" fmla="*/ 3884155 w 10490654"/>
                  <a:gd name="connsiteY127-35210" fmla="*/ 7403480 h 10427202"/>
                  <a:gd name="connsiteX128-35211" fmla="*/ 3572499 w 10490654"/>
                  <a:gd name="connsiteY128-35212" fmla="*/ 7365450 h 10427202"/>
                  <a:gd name="connsiteX129-35213" fmla="*/ 3311236 w 10490654"/>
                  <a:gd name="connsiteY129-35214" fmla="*/ 7402390 h 10427202"/>
                  <a:gd name="connsiteX130-35215" fmla="*/ 2921540 w 10490654"/>
                  <a:gd name="connsiteY130-35216" fmla="*/ 7414475 h 10427202"/>
                  <a:gd name="connsiteX131-35217" fmla="*/ 2784763 w 10490654"/>
                  <a:gd name="connsiteY131-35218" fmla="*/ 7139153 h 10427202"/>
                  <a:gd name="connsiteX132-35219" fmla="*/ 2604654 w 10490654"/>
                  <a:gd name="connsiteY132-35220" fmla="*/ 6862062 h 10427202"/>
                  <a:gd name="connsiteX133-35221" fmla="*/ 2410691 w 10490654"/>
                  <a:gd name="connsiteY133-35222" fmla="*/ 6363299 h 10427202"/>
                  <a:gd name="connsiteX134-35223" fmla="*/ 2327563 w 10490654"/>
                  <a:gd name="connsiteY134-35224" fmla="*/ 6224753 h 10427202"/>
                  <a:gd name="connsiteX135-35225" fmla="*/ 1662545 w 10490654"/>
                  <a:gd name="connsiteY135-35226" fmla="*/ 6197044 h 10427202"/>
                  <a:gd name="connsiteX136-35227" fmla="*/ 1233054 w 10490654"/>
                  <a:gd name="connsiteY136-35228" fmla="*/ 6197044 h 10427202"/>
                  <a:gd name="connsiteX137-35229" fmla="*/ 1136072 w 10490654"/>
                  <a:gd name="connsiteY137-35230" fmla="*/ 6252462 h 10427202"/>
                  <a:gd name="connsiteX138-35231" fmla="*/ 706582 w 10490654"/>
                  <a:gd name="connsiteY138-35232" fmla="*/ 6210899 h 10427202"/>
                  <a:gd name="connsiteX139-35233" fmla="*/ 318654 w 10490654"/>
                  <a:gd name="connsiteY139-35234" fmla="*/ 6238608 h 10427202"/>
                  <a:gd name="connsiteX140-35235" fmla="*/ 96982 w 10490654"/>
                  <a:gd name="connsiteY140-35236" fmla="*/ 6391008 h 10427202"/>
                  <a:gd name="connsiteX141-35237" fmla="*/ 0 w 10490654"/>
                  <a:gd name="connsiteY141-35238" fmla="*/ 6294026 h 10427202"/>
                  <a:gd name="connsiteX142-35239" fmla="*/ 83127 w 10490654"/>
                  <a:gd name="connsiteY142-35240" fmla="*/ 6238608 h 10427202"/>
                  <a:gd name="connsiteX0-35241" fmla="*/ 83127 w 10490654"/>
                  <a:gd name="connsiteY0-35242" fmla="*/ 6238608 h 10435941"/>
                  <a:gd name="connsiteX1-35243" fmla="*/ 96982 w 10490654"/>
                  <a:gd name="connsiteY1-35244" fmla="*/ 5795262 h 10435941"/>
                  <a:gd name="connsiteX2-35245" fmla="*/ 401782 w 10490654"/>
                  <a:gd name="connsiteY2-35246" fmla="*/ 5532026 h 10435941"/>
                  <a:gd name="connsiteX3-35247" fmla="*/ 651163 w 10490654"/>
                  <a:gd name="connsiteY3-35248" fmla="*/ 5670572 h 10435941"/>
                  <a:gd name="connsiteX4-35249" fmla="*/ 858982 w 10490654"/>
                  <a:gd name="connsiteY4-35250" fmla="*/ 5504317 h 10435941"/>
                  <a:gd name="connsiteX5-35251" fmla="*/ 997527 w 10490654"/>
                  <a:gd name="connsiteY5-35252" fmla="*/ 5351917 h 10435941"/>
                  <a:gd name="connsiteX6-35253" fmla="*/ 1080654 w 10490654"/>
                  <a:gd name="connsiteY6-35254" fmla="*/ 5435044 h 10435941"/>
                  <a:gd name="connsiteX7-35255" fmla="*/ 1269312 w 10490654"/>
                  <a:gd name="connsiteY7-35256" fmla="*/ 5679710 h 10435941"/>
                  <a:gd name="connsiteX8-35257" fmla="*/ 1523116 w 10490654"/>
                  <a:gd name="connsiteY8-35258" fmla="*/ 5481030 h 10435941"/>
                  <a:gd name="connsiteX9-35259" fmla="*/ 1731818 w 10490654"/>
                  <a:gd name="connsiteY9-35260" fmla="*/ 5296499 h 10435941"/>
                  <a:gd name="connsiteX10-35261" fmla="*/ 2022763 w 10490654"/>
                  <a:gd name="connsiteY10-35262" fmla="*/ 5060972 h 10435941"/>
                  <a:gd name="connsiteX11-35263" fmla="*/ 2119745 w 10490654"/>
                  <a:gd name="connsiteY11-35264" fmla="*/ 4631481 h 10435941"/>
                  <a:gd name="connsiteX12-35265" fmla="*/ 2172511 w 10490654"/>
                  <a:gd name="connsiteY12-35266" fmla="*/ 4164848 h 10435941"/>
                  <a:gd name="connsiteX13-35267" fmla="*/ 2355272 w 10490654"/>
                  <a:gd name="connsiteY13-35268" fmla="*/ 3855626 h 10435941"/>
                  <a:gd name="connsiteX14-35269" fmla="*/ 2752497 w 10490654"/>
                  <a:gd name="connsiteY14-35270" fmla="*/ 3475092 h 10435941"/>
                  <a:gd name="connsiteX15-35271" fmla="*/ 2978727 w 10490654"/>
                  <a:gd name="connsiteY15-35272" fmla="*/ 3259881 h 10435941"/>
                  <a:gd name="connsiteX16-35273" fmla="*/ 3006436 w 10490654"/>
                  <a:gd name="connsiteY16-35274" fmla="*/ 2816535 h 10435941"/>
                  <a:gd name="connsiteX17-35275" fmla="*/ 3075709 w 10490654"/>
                  <a:gd name="connsiteY17-35276" fmla="*/ 2525590 h 10435941"/>
                  <a:gd name="connsiteX18-35277" fmla="*/ 3075709 w 10490654"/>
                  <a:gd name="connsiteY18-35278" fmla="*/ 2317772 h 10435941"/>
                  <a:gd name="connsiteX19-35279" fmla="*/ 3214254 w 10490654"/>
                  <a:gd name="connsiteY19-35280" fmla="*/ 1985262 h 10435941"/>
                  <a:gd name="connsiteX20-35281" fmla="*/ 3214254 w 10490654"/>
                  <a:gd name="connsiteY20-35282" fmla="*/ 1694317 h 10435941"/>
                  <a:gd name="connsiteX21-35283" fmla="*/ 3513454 w 10490654"/>
                  <a:gd name="connsiteY21-35284" fmla="*/ 1126281 h 10435941"/>
                  <a:gd name="connsiteX22-35285" fmla="*/ 3463636 w 10490654"/>
                  <a:gd name="connsiteY22-35286" fmla="*/ 752208 h 10435941"/>
                  <a:gd name="connsiteX23-35287" fmla="*/ 3491345 w 10490654"/>
                  <a:gd name="connsiteY23-35288" fmla="*/ 544390 h 10435941"/>
                  <a:gd name="connsiteX24-35289" fmla="*/ 3823854 w 10490654"/>
                  <a:gd name="connsiteY24-35290" fmla="*/ 184172 h 10435941"/>
                  <a:gd name="connsiteX25-35291" fmla="*/ 4017818 w 10490654"/>
                  <a:gd name="connsiteY25-35292" fmla="*/ 59481 h 10435941"/>
                  <a:gd name="connsiteX26-35293" fmla="*/ 4433454 w 10490654"/>
                  <a:gd name="connsiteY26-35294" fmla="*/ 295008 h 10435941"/>
                  <a:gd name="connsiteX27-35295" fmla="*/ 4599709 w 10490654"/>
                  <a:gd name="connsiteY27-35296" fmla="*/ 488972 h 10435941"/>
                  <a:gd name="connsiteX28-35297" fmla="*/ 5070763 w 10490654"/>
                  <a:gd name="connsiteY28-35298" fmla="*/ 544390 h 10435941"/>
                  <a:gd name="connsiteX29-35299" fmla="*/ 5391187 w 10490654"/>
                  <a:gd name="connsiteY29-35300" fmla="*/ 603639 h 10435941"/>
                  <a:gd name="connsiteX30-35301" fmla="*/ 5568642 w 10490654"/>
                  <a:gd name="connsiteY30-35302" fmla="*/ 588271 h 10435941"/>
                  <a:gd name="connsiteX31-35303" fmla="*/ 5860472 w 10490654"/>
                  <a:gd name="connsiteY31-35304" fmla="*/ 281153 h 10435941"/>
                  <a:gd name="connsiteX32-35305" fmla="*/ 6123709 w 10490654"/>
                  <a:gd name="connsiteY32-35306" fmla="*/ 322717 h 10435941"/>
                  <a:gd name="connsiteX33-35307" fmla="*/ 6541900 w 10490654"/>
                  <a:gd name="connsiteY33-35308" fmla="*/ 168233 h 10435941"/>
                  <a:gd name="connsiteX34-35309" fmla="*/ 6681722 w 10490654"/>
                  <a:gd name="connsiteY34-35310" fmla="*/ 107503 h 10435941"/>
                  <a:gd name="connsiteX35-35311" fmla="*/ 7011678 w 10490654"/>
                  <a:gd name="connsiteY35-35312" fmla="*/ 198026 h 10435941"/>
                  <a:gd name="connsiteX36-35313" fmla="*/ 7232072 w 10490654"/>
                  <a:gd name="connsiteY36-35314" fmla="*/ 17917 h 10435941"/>
                  <a:gd name="connsiteX37-35315" fmla="*/ 7379107 w 10490654"/>
                  <a:gd name="connsiteY37-35316" fmla="*/ 0 h 10435941"/>
                  <a:gd name="connsiteX38-35317" fmla="*/ 7600859 w 10490654"/>
                  <a:gd name="connsiteY38-35318" fmla="*/ 41248 h 10435941"/>
                  <a:gd name="connsiteX39-35319" fmla="*/ 7910945 w 10490654"/>
                  <a:gd name="connsiteY39-35320" fmla="*/ 128753 h 10435941"/>
                  <a:gd name="connsiteX40-35321" fmla="*/ 8312727 w 10490654"/>
                  <a:gd name="connsiteY40-35322" fmla="*/ 59481 h 10435941"/>
                  <a:gd name="connsiteX41-35323" fmla="*/ 8647005 w 10490654"/>
                  <a:gd name="connsiteY41-35324" fmla="*/ 396707 h 10435941"/>
                  <a:gd name="connsiteX42-35325" fmla="*/ 8908472 w 10490654"/>
                  <a:gd name="connsiteY42-35326" fmla="*/ 544390 h 10435941"/>
                  <a:gd name="connsiteX43-35327" fmla="*/ 9146732 w 10490654"/>
                  <a:gd name="connsiteY43-35328" fmla="*/ 420846 h 10435941"/>
                  <a:gd name="connsiteX44-35329" fmla="*/ 9372965 w 10490654"/>
                  <a:gd name="connsiteY44-35330" fmla="*/ 466363 h 10435941"/>
                  <a:gd name="connsiteX45-35331" fmla="*/ 9518072 w 10490654"/>
                  <a:gd name="connsiteY45-35332" fmla="*/ 367819 h 10435941"/>
                  <a:gd name="connsiteX46-35333" fmla="*/ 9646301 w 10490654"/>
                  <a:gd name="connsiteY46-35334" fmla="*/ 369587 h 10435941"/>
                  <a:gd name="connsiteX47-35335" fmla="*/ 10002982 w 10490654"/>
                  <a:gd name="connsiteY47-35336" fmla="*/ 793772 h 10435941"/>
                  <a:gd name="connsiteX48-35337" fmla="*/ 10238509 w 10490654"/>
                  <a:gd name="connsiteY48-35338" fmla="*/ 987735 h 10435941"/>
                  <a:gd name="connsiteX49-35339" fmla="*/ 10224654 w 10490654"/>
                  <a:gd name="connsiteY49-35340" fmla="*/ 1250972 h 10435941"/>
                  <a:gd name="connsiteX50-35341" fmla="*/ 10238509 w 10490654"/>
                  <a:gd name="connsiteY50-35342" fmla="*/ 1444935 h 10435941"/>
                  <a:gd name="connsiteX51-35343" fmla="*/ 10243066 w 10490654"/>
                  <a:gd name="connsiteY51-35344" fmla="*/ 1580249 h 10435941"/>
                  <a:gd name="connsiteX52-35345" fmla="*/ 10490654 w 10490654"/>
                  <a:gd name="connsiteY52-35346" fmla="*/ 1753897 h 10435941"/>
                  <a:gd name="connsiteX53-35347" fmla="*/ 10077929 w 10490654"/>
                  <a:gd name="connsiteY53-35348" fmla="*/ 2207269 h 10435941"/>
                  <a:gd name="connsiteX54-35349" fmla="*/ 9781309 w 10490654"/>
                  <a:gd name="connsiteY54-35350" fmla="*/ 2497881 h 10435941"/>
                  <a:gd name="connsiteX55-35351" fmla="*/ 9580055 w 10490654"/>
                  <a:gd name="connsiteY55-35352" fmla="*/ 3426134 h 10435941"/>
                  <a:gd name="connsiteX56-35353" fmla="*/ 9532477 w 10490654"/>
                  <a:gd name="connsiteY56-35354" fmla="*/ 3685207 h 10435941"/>
                  <a:gd name="connsiteX57-35355" fmla="*/ 9365672 w 10490654"/>
                  <a:gd name="connsiteY57-35356" fmla="*/ 3911044 h 10435941"/>
                  <a:gd name="connsiteX58-35357" fmla="*/ 9310254 w 10490654"/>
                  <a:gd name="connsiteY58-35358" fmla="*/ 4077299 h 10435941"/>
                  <a:gd name="connsiteX59-35359" fmla="*/ 9236422 w 10490654"/>
                  <a:gd name="connsiteY59-35360" fmla="*/ 4285117 h 10435941"/>
                  <a:gd name="connsiteX60-35361" fmla="*/ 9205255 w 10490654"/>
                  <a:gd name="connsiteY60-35362" fmla="*/ 4430122 h 10435941"/>
                  <a:gd name="connsiteX61-35363" fmla="*/ 9337963 w 10490654"/>
                  <a:gd name="connsiteY61-35364" fmla="*/ 4659190 h 10435941"/>
                  <a:gd name="connsiteX62-35365" fmla="*/ 9382180 w 10490654"/>
                  <a:gd name="connsiteY62-35366" fmla="*/ 4915057 h 10435941"/>
                  <a:gd name="connsiteX63-35367" fmla="*/ 9397939 w 10490654"/>
                  <a:gd name="connsiteY63-35368" fmla="*/ 5208060 h 10435941"/>
                  <a:gd name="connsiteX64-35369" fmla="*/ 9383359 w 10490654"/>
                  <a:gd name="connsiteY64-35370" fmla="*/ 5615153 h 10435941"/>
                  <a:gd name="connsiteX65-35371" fmla="*/ 9518623 w 10490654"/>
                  <a:gd name="connsiteY65-35372" fmla="*/ 5975373 h 10435941"/>
                  <a:gd name="connsiteX66-35373" fmla="*/ 9540496 w 10490654"/>
                  <a:gd name="connsiteY66-35374" fmla="*/ 6403714 h 10435941"/>
                  <a:gd name="connsiteX67-35375" fmla="*/ 9933709 w 10490654"/>
                  <a:gd name="connsiteY67-35376" fmla="*/ 6862062 h 10435941"/>
                  <a:gd name="connsiteX68-35377" fmla="*/ 10052074 w 10490654"/>
                  <a:gd name="connsiteY68-35378" fmla="*/ 7221396 h 10435941"/>
                  <a:gd name="connsiteX69-35379" fmla="*/ 10232908 w 10490654"/>
                  <a:gd name="connsiteY69-35380" fmla="*/ 7514995 h 10435941"/>
                  <a:gd name="connsiteX70-35381" fmla="*/ 9670472 w 10490654"/>
                  <a:gd name="connsiteY70-35382" fmla="*/ 7540935 h 10435941"/>
                  <a:gd name="connsiteX71-35383" fmla="*/ 9174087 w 10490654"/>
                  <a:gd name="connsiteY71-35384" fmla="*/ 7651772 h 10435941"/>
                  <a:gd name="connsiteX72-35385" fmla="*/ 9128871 w 10490654"/>
                  <a:gd name="connsiteY72-35386" fmla="*/ 7790317 h 10435941"/>
                  <a:gd name="connsiteX73-35387" fmla="*/ 9019309 w 10490654"/>
                  <a:gd name="connsiteY73-35388" fmla="*/ 7998135 h 10435941"/>
                  <a:gd name="connsiteX74-35389" fmla="*/ 8933823 w 10490654"/>
                  <a:gd name="connsiteY74-35390" fmla="*/ 8085908 h 10435941"/>
                  <a:gd name="connsiteX75-35391" fmla="*/ 9036787 w 10490654"/>
                  <a:gd name="connsiteY75-35392" fmla="*/ 8313437 h 10435941"/>
                  <a:gd name="connsiteX76-35393" fmla="*/ 9027559 w 10490654"/>
                  <a:gd name="connsiteY76-35394" fmla="*/ 8524608 h 10435941"/>
                  <a:gd name="connsiteX77-35395" fmla="*/ 8993669 w 10490654"/>
                  <a:gd name="connsiteY77-35396" fmla="*/ 8758113 h 10435941"/>
                  <a:gd name="connsiteX78-35397" fmla="*/ 8991600 w 10490654"/>
                  <a:gd name="connsiteY78-35398" fmla="*/ 8967953 h 10435941"/>
                  <a:gd name="connsiteX79-35399" fmla="*/ 8894618 w 10490654"/>
                  <a:gd name="connsiteY79-35400" fmla="*/ 9272753 h 10435941"/>
                  <a:gd name="connsiteX80-35401" fmla="*/ 8922328 w 10490654"/>
                  <a:gd name="connsiteY80-35402" fmla="*/ 9578490 h 10435941"/>
                  <a:gd name="connsiteX81-35403" fmla="*/ 9138715 w 10490654"/>
                  <a:gd name="connsiteY81-35404" fmla="*/ 9750056 h 10435941"/>
                  <a:gd name="connsiteX82-35405" fmla="*/ 9231789 w 10490654"/>
                  <a:gd name="connsiteY82-35406" fmla="*/ 9890275 h 10435941"/>
                  <a:gd name="connsiteX83-35407" fmla="*/ 9462870 w 10490654"/>
                  <a:gd name="connsiteY83-35408" fmla="*/ 9929452 h 10435941"/>
                  <a:gd name="connsiteX84-35409" fmla="*/ 9472032 w 10490654"/>
                  <a:gd name="connsiteY84-35410" fmla="*/ 9818955 h 10435941"/>
                  <a:gd name="connsiteX85-35411" fmla="*/ 9620746 w 10490654"/>
                  <a:gd name="connsiteY85-35412" fmla="*/ 9758904 h 10435941"/>
                  <a:gd name="connsiteX86-35413" fmla="*/ 9632264 w 10490654"/>
                  <a:gd name="connsiteY86-35414" fmla="*/ 10334695 h 10435941"/>
                  <a:gd name="connsiteX87-35415" fmla="*/ 9504664 w 10490654"/>
                  <a:gd name="connsiteY87-35416" fmla="*/ 10338313 h 10435941"/>
                  <a:gd name="connsiteX88-35417" fmla="*/ 9328580 w 10490654"/>
                  <a:gd name="connsiteY88-35418" fmla="*/ 10427202 h 10435941"/>
                  <a:gd name="connsiteX89-35419" fmla="*/ 9204220 w 10490654"/>
                  <a:gd name="connsiteY89-35420" fmla="*/ 10435941 h 10435941"/>
                  <a:gd name="connsiteX90-35421" fmla="*/ 9033163 w 10490654"/>
                  <a:gd name="connsiteY90-35422" fmla="*/ 9993190 h 10435941"/>
                  <a:gd name="connsiteX91-35423" fmla="*/ 8825345 w 10490654"/>
                  <a:gd name="connsiteY91-35424" fmla="*/ 9813081 h 10435941"/>
                  <a:gd name="connsiteX92-35425" fmla="*/ 8534400 w 10490654"/>
                  <a:gd name="connsiteY92-35426" fmla="*/ 9702244 h 10435941"/>
                  <a:gd name="connsiteX93-35427" fmla="*/ 8423563 w 10490654"/>
                  <a:gd name="connsiteY93-35428" fmla="*/ 9646826 h 10435941"/>
                  <a:gd name="connsiteX94-35429" fmla="*/ 8285018 w 10490654"/>
                  <a:gd name="connsiteY94-35430" fmla="*/ 9480572 h 10435941"/>
                  <a:gd name="connsiteX95-35431" fmla="*/ 8257309 w 10490654"/>
                  <a:gd name="connsiteY95-35432" fmla="*/ 9342026 h 10435941"/>
                  <a:gd name="connsiteX96-35433" fmla="*/ 8146472 w 10490654"/>
                  <a:gd name="connsiteY96-35434" fmla="*/ 9355881 h 10435941"/>
                  <a:gd name="connsiteX97-35435" fmla="*/ 8091054 w 10490654"/>
                  <a:gd name="connsiteY97-35436" fmla="*/ 9577553 h 10435941"/>
                  <a:gd name="connsiteX98-35437" fmla="*/ 7806336 w 10490654"/>
                  <a:gd name="connsiteY98-35438" fmla="*/ 9583313 h 10435941"/>
                  <a:gd name="connsiteX99-35439" fmla="*/ 7567694 w 10490654"/>
                  <a:gd name="connsiteY99-35440" fmla="*/ 9520112 h 10435941"/>
                  <a:gd name="connsiteX100-35441" fmla="*/ 7466043 w 10490654"/>
                  <a:gd name="connsiteY100-35442" fmla="*/ 9471387 h 10435941"/>
                  <a:gd name="connsiteX101-35443" fmla="*/ 7287491 w 10490654"/>
                  <a:gd name="connsiteY101-35444" fmla="*/ 9449904 h 10435941"/>
                  <a:gd name="connsiteX102-35445" fmla="*/ 7221797 w 10490654"/>
                  <a:gd name="connsiteY102-35446" fmla="*/ 9121910 h 10435941"/>
                  <a:gd name="connsiteX103-35447" fmla="*/ 6954982 w 10490654"/>
                  <a:gd name="connsiteY103-35448" fmla="*/ 9189626 h 10435941"/>
                  <a:gd name="connsiteX104-35449" fmla="*/ 6710737 w 10490654"/>
                  <a:gd name="connsiteY104-35450" fmla="*/ 9262013 h 10435941"/>
                  <a:gd name="connsiteX105-35451" fmla="*/ 6674777 w 10490654"/>
                  <a:gd name="connsiteY105-35452" fmla="*/ 9062912 h 10435941"/>
                  <a:gd name="connsiteX106-35453" fmla="*/ 6511636 w 10490654"/>
                  <a:gd name="connsiteY106-35454" fmla="*/ 8954099 h 10435941"/>
                  <a:gd name="connsiteX107-35455" fmla="*/ 6428509 w 10490654"/>
                  <a:gd name="connsiteY107-35456" fmla="*/ 8954099 h 10435941"/>
                  <a:gd name="connsiteX108-35457" fmla="*/ 6325922 w 10490654"/>
                  <a:gd name="connsiteY108-35458" fmla="*/ 9057307 h 10435941"/>
                  <a:gd name="connsiteX109-35459" fmla="*/ 6167763 w 10490654"/>
                  <a:gd name="connsiteY109-35460" fmla="*/ 8978227 h 10435941"/>
                  <a:gd name="connsiteX110-35461" fmla="*/ 6002132 w 10490654"/>
                  <a:gd name="connsiteY110-35462" fmla="*/ 9093734 h 10435941"/>
                  <a:gd name="connsiteX111-35463" fmla="*/ 5749636 w 10490654"/>
                  <a:gd name="connsiteY111-35464" fmla="*/ 9051081 h 10435941"/>
                  <a:gd name="connsiteX112-35465" fmla="*/ 5674760 w 10490654"/>
                  <a:gd name="connsiteY112-35466" fmla="*/ 9081904 h 10435941"/>
                  <a:gd name="connsiteX113-35467" fmla="*/ 5507415 w 10490654"/>
                  <a:gd name="connsiteY113-35468" fmla="*/ 9128137 h 10435941"/>
                  <a:gd name="connsiteX114-35469" fmla="*/ 5505859 w 10490654"/>
                  <a:gd name="connsiteY114-35470" fmla="*/ 8870972 h 10435941"/>
                  <a:gd name="connsiteX115-35471" fmla="*/ 5505857 w 10490654"/>
                  <a:gd name="connsiteY115-35472" fmla="*/ 8634977 h 10435941"/>
                  <a:gd name="connsiteX116-35473" fmla="*/ 5336024 w 10490654"/>
                  <a:gd name="connsiteY116-35474" fmla="*/ 8333292 h 10435941"/>
                  <a:gd name="connsiteX117-35475" fmla="*/ 5230324 w 10490654"/>
                  <a:gd name="connsiteY117-35476" fmla="*/ 8082820 h 10435941"/>
                  <a:gd name="connsiteX118-35477" fmla="*/ 5317031 w 10490654"/>
                  <a:gd name="connsiteY118-35478" fmla="*/ 7610208 h 10435941"/>
                  <a:gd name="connsiteX119-35479" fmla="*/ 5201059 w 10490654"/>
                  <a:gd name="connsiteY119-35480" fmla="*/ 7320352 h 10435941"/>
                  <a:gd name="connsiteX120-35481" fmla="*/ 5250872 w 10490654"/>
                  <a:gd name="connsiteY120-35482" fmla="*/ 7069881 h 10435941"/>
                  <a:gd name="connsiteX121-35483" fmla="*/ 5245735 w 10490654"/>
                  <a:gd name="connsiteY121-35484" fmla="*/ 7018665 h 10435941"/>
                  <a:gd name="connsiteX122-35485" fmla="*/ 4577603 w 10490654"/>
                  <a:gd name="connsiteY122-35486" fmla="*/ 7013996 h 10435941"/>
                  <a:gd name="connsiteX123-35487" fmla="*/ 4528412 w 10490654"/>
                  <a:gd name="connsiteY123-35488" fmla="*/ 6840580 h 10435941"/>
                  <a:gd name="connsiteX124-35489" fmla="*/ 4038834 w 10490654"/>
                  <a:gd name="connsiteY124-35490" fmla="*/ 6816452 h 10435941"/>
                  <a:gd name="connsiteX125-35491" fmla="*/ 3976254 w 10490654"/>
                  <a:gd name="connsiteY125-35492" fmla="*/ 7069881 h 10435941"/>
                  <a:gd name="connsiteX126-35493" fmla="*/ 3932667 w 10490654"/>
                  <a:gd name="connsiteY126-35494" fmla="*/ 7281279 h 10435941"/>
                  <a:gd name="connsiteX127-35495" fmla="*/ 3884155 w 10490654"/>
                  <a:gd name="connsiteY127-35496" fmla="*/ 7403480 h 10435941"/>
                  <a:gd name="connsiteX128-35497" fmla="*/ 3572499 w 10490654"/>
                  <a:gd name="connsiteY128-35498" fmla="*/ 7365450 h 10435941"/>
                  <a:gd name="connsiteX129-35499" fmla="*/ 3311236 w 10490654"/>
                  <a:gd name="connsiteY129-35500" fmla="*/ 7402390 h 10435941"/>
                  <a:gd name="connsiteX130-35501" fmla="*/ 2921540 w 10490654"/>
                  <a:gd name="connsiteY130-35502" fmla="*/ 7414475 h 10435941"/>
                  <a:gd name="connsiteX131-35503" fmla="*/ 2784763 w 10490654"/>
                  <a:gd name="connsiteY131-35504" fmla="*/ 7139153 h 10435941"/>
                  <a:gd name="connsiteX132-35505" fmla="*/ 2604654 w 10490654"/>
                  <a:gd name="connsiteY132-35506" fmla="*/ 6862062 h 10435941"/>
                  <a:gd name="connsiteX133-35507" fmla="*/ 2410691 w 10490654"/>
                  <a:gd name="connsiteY133-35508" fmla="*/ 6363299 h 10435941"/>
                  <a:gd name="connsiteX134-35509" fmla="*/ 2327563 w 10490654"/>
                  <a:gd name="connsiteY134-35510" fmla="*/ 6224753 h 10435941"/>
                  <a:gd name="connsiteX135-35511" fmla="*/ 1662545 w 10490654"/>
                  <a:gd name="connsiteY135-35512" fmla="*/ 6197044 h 10435941"/>
                  <a:gd name="connsiteX136-35513" fmla="*/ 1233054 w 10490654"/>
                  <a:gd name="connsiteY136-35514" fmla="*/ 6197044 h 10435941"/>
                  <a:gd name="connsiteX137-35515" fmla="*/ 1136072 w 10490654"/>
                  <a:gd name="connsiteY137-35516" fmla="*/ 6252462 h 10435941"/>
                  <a:gd name="connsiteX138-35517" fmla="*/ 706582 w 10490654"/>
                  <a:gd name="connsiteY138-35518" fmla="*/ 6210899 h 10435941"/>
                  <a:gd name="connsiteX139-35519" fmla="*/ 318654 w 10490654"/>
                  <a:gd name="connsiteY139-35520" fmla="*/ 6238608 h 10435941"/>
                  <a:gd name="connsiteX140-35521" fmla="*/ 96982 w 10490654"/>
                  <a:gd name="connsiteY140-35522" fmla="*/ 6391008 h 10435941"/>
                  <a:gd name="connsiteX141-35523" fmla="*/ 0 w 10490654"/>
                  <a:gd name="connsiteY141-35524" fmla="*/ 6294026 h 10435941"/>
                  <a:gd name="connsiteX142-35525" fmla="*/ 83127 w 10490654"/>
                  <a:gd name="connsiteY142-35526" fmla="*/ 6238608 h 10435941"/>
                  <a:gd name="connsiteX0-35527" fmla="*/ 83127 w 10490654"/>
                  <a:gd name="connsiteY0-35528" fmla="*/ 6238608 h 10435941"/>
                  <a:gd name="connsiteX1-35529" fmla="*/ 96982 w 10490654"/>
                  <a:gd name="connsiteY1-35530" fmla="*/ 5795262 h 10435941"/>
                  <a:gd name="connsiteX2-35531" fmla="*/ 401782 w 10490654"/>
                  <a:gd name="connsiteY2-35532" fmla="*/ 5532026 h 10435941"/>
                  <a:gd name="connsiteX3-35533" fmla="*/ 651163 w 10490654"/>
                  <a:gd name="connsiteY3-35534" fmla="*/ 5670572 h 10435941"/>
                  <a:gd name="connsiteX4-35535" fmla="*/ 858982 w 10490654"/>
                  <a:gd name="connsiteY4-35536" fmla="*/ 5504317 h 10435941"/>
                  <a:gd name="connsiteX5-35537" fmla="*/ 997527 w 10490654"/>
                  <a:gd name="connsiteY5-35538" fmla="*/ 5351917 h 10435941"/>
                  <a:gd name="connsiteX6-35539" fmla="*/ 1080654 w 10490654"/>
                  <a:gd name="connsiteY6-35540" fmla="*/ 5435044 h 10435941"/>
                  <a:gd name="connsiteX7-35541" fmla="*/ 1269312 w 10490654"/>
                  <a:gd name="connsiteY7-35542" fmla="*/ 5679710 h 10435941"/>
                  <a:gd name="connsiteX8-35543" fmla="*/ 1523116 w 10490654"/>
                  <a:gd name="connsiteY8-35544" fmla="*/ 5481030 h 10435941"/>
                  <a:gd name="connsiteX9-35545" fmla="*/ 1731818 w 10490654"/>
                  <a:gd name="connsiteY9-35546" fmla="*/ 5296499 h 10435941"/>
                  <a:gd name="connsiteX10-35547" fmla="*/ 2022763 w 10490654"/>
                  <a:gd name="connsiteY10-35548" fmla="*/ 5060972 h 10435941"/>
                  <a:gd name="connsiteX11-35549" fmla="*/ 2119745 w 10490654"/>
                  <a:gd name="connsiteY11-35550" fmla="*/ 4631481 h 10435941"/>
                  <a:gd name="connsiteX12-35551" fmla="*/ 2172511 w 10490654"/>
                  <a:gd name="connsiteY12-35552" fmla="*/ 4164848 h 10435941"/>
                  <a:gd name="connsiteX13-35553" fmla="*/ 2355272 w 10490654"/>
                  <a:gd name="connsiteY13-35554" fmla="*/ 3855626 h 10435941"/>
                  <a:gd name="connsiteX14-35555" fmla="*/ 2752497 w 10490654"/>
                  <a:gd name="connsiteY14-35556" fmla="*/ 3475092 h 10435941"/>
                  <a:gd name="connsiteX15-35557" fmla="*/ 2978727 w 10490654"/>
                  <a:gd name="connsiteY15-35558" fmla="*/ 3259881 h 10435941"/>
                  <a:gd name="connsiteX16-35559" fmla="*/ 3006436 w 10490654"/>
                  <a:gd name="connsiteY16-35560" fmla="*/ 2816535 h 10435941"/>
                  <a:gd name="connsiteX17-35561" fmla="*/ 3075709 w 10490654"/>
                  <a:gd name="connsiteY17-35562" fmla="*/ 2525590 h 10435941"/>
                  <a:gd name="connsiteX18-35563" fmla="*/ 3075709 w 10490654"/>
                  <a:gd name="connsiteY18-35564" fmla="*/ 2317772 h 10435941"/>
                  <a:gd name="connsiteX19-35565" fmla="*/ 3214254 w 10490654"/>
                  <a:gd name="connsiteY19-35566" fmla="*/ 1985262 h 10435941"/>
                  <a:gd name="connsiteX20-35567" fmla="*/ 3214254 w 10490654"/>
                  <a:gd name="connsiteY20-35568" fmla="*/ 1694317 h 10435941"/>
                  <a:gd name="connsiteX21-35569" fmla="*/ 3513454 w 10490654"/>
                  <a:gd name="connsiteY21-35570" fmla="*/ 1126281 h 10435941"/>
                  <a:gd name="connsiteX22-35571" fmla="*/ 3463636 w 10490654"/>
                  <a:gd name="connsiteY22-35572" fmla="*/ 752208 h 10435941"/>
                  <a:gd name="connsiteX23-35573" fmla="*/ 3491345 w 10490654"/>
                  <a:gd name="connsiteY23-35574" fmla="*/ 544390 h 10435941"/>
                  <a:gd name="connsiteX24-35575" fmla="*/ 3823854 w 10490654"/>
                  <a:gd name="connsiteY24-35576" fmla="*/ 184172 h 10435941"/>
                  <a:gd name="connsiteX25-35577" fmla="*/ 4017818 w 10490654"/>
                  <a:gd name="connsiteY25-35578" fmla="*/ 59481 h 10435941"/>
                  <a:gd name="connsiteX26-35579" fmla="*/ 4433454 w 10490654"/>
                  <a:gd name="connsiteY26-35580" fmla="*/ 295008 h 10435941"/>
                  <a:gd name="connsiteX27-35581" fmla="*/ 4599709 w 10490654"/>
                  <a:gd name="connsiteY27-35582" fmla="*/ 488972 h 10435941"/>
                  <a:gd name="connsiteX28-35583" fmla="*/ 5070763 w 10490654"/>
                  <a:gd name="connsiteY28-35584" fmla="*/ 544390 h 10435941"/>
                  <a:gd name="connsiteX29-35585" fmla="*/ 5391187 w 10490654"/>
                  <a:gd name="connsiteY29-35586" fmla="*/ 603639 h 10435941"/>
                  <a:gd name="connsiteX30-35587" fmla="*/ 5568642 w 10490654"/>
                  <a:gd name="connsiteY30-35588" fmla="*/ 588271 h 10435941"/>
                  <a:gd name="connsiteX31-35589" fmla="*/ 5860472 w 10490654"/>
                  <a:gd name="connsiteY31-35590" fmla="*/ 281153 h 10435941"/>
                  <a:gd name="connsiteX32-35591" fmla="*/ 6123709 w 10490654"/>
                  <a:gd name="connsiteY32-35592" fmla="*/ 322717 h 10435941"/>
                  <a:gd name="connsiteX33-35593" fmla="*/ 6541900 w 10490654"/>
                  <a:gd name="connsiteY33-35594" fmla="*/ 168233 h 10435941"/>
                  <a:gd name="connsiteX34-35595" fmla="*/ 6681722 w 10490654"/>
                  <a:gd name="connsiteY34-35596" fmla="*/ 107503 h 10435941"/>
                  <a:gd name="connsiteX35-35597" fmla="*/ 7011678 w 10490654"/>
                  <a:gd name="connsiteY35-35598" fmla="*/ 198026 h 10435941"/>
                  <a:gd name="connsiteX36-35599" fmla="*/ 7232072 w 10490654"/>
                  <a:gd name="connsiteY36-35600" fmla="*/ 17917 h 10435941"/>
                  <a:gd name="connsiteX37-35601" fmla="*/ 7379107 w 10490654"/>
                  <a:gd name="connsiteY37-35602" fmla="*/ 0 h 10435941"/>
                  <a:gd name="connsiteX38-35603" fmla="*/ 7600859 w 10490654"/>
                  <a:gd name="connsiteY38-35604" fmla="*/ 41248 h 10435941"/>
                  <a:gd name="connsiteX39-35605" fmla="*/ 7910945 w 10490654"/>
                  <a:gd name="connsiteY39-35606" fmla="*/ 128753 h 10435941"/>
                  <a:gd name="connsiteX40-35607" fmla="*/ 8312727 w 10490654"/>
                  <a:gd name="connsiteY40-35608" fmla="*/ 59481 h 10435941"/>
                  <a:gd name="connsiteX41-35609" fmla="*/ 8647005 w 10490654"/>
                  <a:gd name="connsiteY41-35610" fmla="*/ 396707 h 10435941"/>
                  <a:gd name="connsiteX42-35611" fmla="*/ 8908472 w 10490654"/>
                  <a:gd name="connsiteY42-35612" fmla="*/ 544390 h 10435941"/>
                  <a:gd name="connsiteX43-35613" fmla="*/ 9146732 w 10490654"/>
                  <a:gd name="connsiteY43-35614" fmla="*/ 420846 h 10435941"/>
                  <a:gd name="connsiteX44-35615" fmla="*/ 9372965 w 10490654"/>
                  <a:gd name="connsiteY44-35616" fmla="*/ 466363 h 10435941"/>
                  <a:gd name="connsiteX45-35617" fmla="*/ 9518072 w 10490654"/>
                  <a:gd name="connsiteY45-35618" fmla="*/ 367819 h 10435941"/>
                  <a:gd name="connsiteX46-35619" fmla="*/ 9646301 w 10490654"/>
                  <a:gd name="connsiteY46-35620" fmla="*/ 369587 h 10435941"/>
                  <a:gd name="connsiteX47-35621" fmla="*/ 10002982 w 10490654"/>
                  <a:gd name="connsiteY47-35622" fmla="*/ 793772 h 10435941"/>
                  <a:gd name="connsiteX48-35623" fmla="*/ 10238509 w 10490654"/>
                  <a:gd name="connsiteY48-35624" fmla="*/ 987735 h 10435941"/>
                  <a:gd name="connsiteX49-35625" fmla="*/ 10224654 w 10490654"/>
                  <a:gd name="connsiteY49-35626" fmla="*/ 1250972 h 10435941"/>
                  <a:gd name="connsiteX50-35627" fmla="*/ 10238509 w 10490654"/>
                  <a:gd name="connsiteY50-35628" fmla="*/ 1444935 h 10435941"/>
                  <a:gd name="connsiteX51-35629" fmla="*/ 10243066 w 10490654"/>
                  <a:gd name="connsiteY51-35630" fmla="*/ 1580249 h 10435941"/>
                  <a:gd name="connsiteX52-35631" fmla="*/ 10490654 w 10490654"/>
                  <a:gd name="connsiteY52-35632" fmla="*/ 1753897 h 10435941"/>
                  <a:gd name="connsiteX53-35633" fmla="*/ 10077929 w 10490654"/>
                  <a:gd name="connsiteY53-35634" fmla="*/ 2207269 h 10435941"/>
                  <a:gd name="connsiteX54-35635" fmla="*/ 9781309 w 10490654"/>
                  <a:gd name="connsiteY54-35636" fmla="*/ 2497881 h 10435941"/>
                  <a:gd name="connsiteX55-35637" fmla="*/ 9580055 w 10490654"/>
                  <a:gd name="connsiteY55-35638" fmla="*/ 3426134 h 10435941"/>
                  <a:gd name="connsiteX56-35639" fmla="*/ 9532477 w 10490654"/>
                  <a:gd name="connsiteY56-35640" fmla="*/ 3685207 h 10435941"/>
                  <a:gd name="connsiteX57-35641" fmla="*/ 9365672 w 10490654"/>
                  <a:gd name="connsiteY57-35642" fmla="*/ 3911044 h 10435941"/>
                  <a:gd name="connsiteX58-35643" fmla="*/ 9310254 w 10490654"/>
                  <a:gd name="connsiteY58-35644" fmla="*/ 4077299 h 10435941"/>
                  <a:gd name="connsiteX59-35645" fmla="*/ 9236422 w 10490654"/>
                  <a:gd name="connsiteY59-35646" fmla="*/ 4285117 h 10435941"/>
                  <a:gd name="connsiteX60-35647" fmla="*/ 9205255 w 10490654"/>
                  <a:gd name="connsiteY60-35648" fmla="*/ 4430122 h 10435941"/>
                  <a:gd name="connsiteX61-35649" fmla="*/ 9337963 w 10490654"/>
                  <a:gd name="connsiteY61-35650" fmla="*/ 4659190 h 10435941"/>
                  <a:gd name="connsiteX62-35651" fmla="*/ 9382180 w 10490654"/>
                  <a:gd name="connsiteY62-35652" fmla="*/ 4915057 h 10435941"/>
                  <a:gd name="connsiteX63-35653" fmla="*/ 9397939 w 10490654"/>
                  <a:gd name="connsiteY63-35654" fmla="*/ 5208060 h 10435941"/>
                  <a:gd name="connsiteX64-35655" fmla="*/ 9383359 w 10490654"/>
                  <a:gd name="connsiteY64-35656" fmla="*/ 5615153 h 10435941"/>
                  <a:gd name="connsiteX65-35657" fmla="*/ 9518623 w 10490654"/>
                  <a:gd name="connsiteY65-35658" fmla="*/ 5975373 h 10435941"/>
                  <a:gd name="connsiteX66-35659" fmla="*/ 9540496 w 10490654"/>
                  <a:gd name="connsiteY66-35660" fmla="*/ 6403714 h 10435941"/>
                  <a:gd name="connsiteX67-35661" fmla="*/ 9933709 w 10490654"/>
                  <a:gd name="connsiteY67-35662" fmla="*/ 6862062 h 10435941"/>
                  <a:gd name="connsiteX68-35663" fmla="*/ 10052074 w 10490654"/>
                  <a:gd name="connsiteY68-35664" fmla="*/ 7221396 h 10435941"/>
                  <a:gd name="connsiteX69-35665" fmla="*/ 10232908 w 10490654"/>
                  <a:gd name="connsiteY69-35666" fmla="*/ 7514995 h 10435941"/>
                  <a:gd name="connsiteX70-35667" fmla="*/ 9670472 w 10490654"/>
                  <a:gd name="connsiteY70-35668" fmla="*/ 7540935 h 10435941"/>
                  <a:gd name="connsiteX71-35669" fmla="*/ 9174087 w 10490654"/>
                  <a:gd name="connsiteY71-35670" fmla="*/ 7651772 h 10435941"/>
                  <a:gd name="connsiteX72-35671" fmla="*/ 9128871 w 10490654"/>
                  <a:gd name="connsiteY72-35672" fmla="*/ 7790317 h 10435941"/>
                  <a:gd name="connsiteX73-35673" fmla="*/ 9019309 w 10490654"/>
                  <a:gd name="connsiteY73-35674" fmla="*/ 7998135 h 10435941"/>
                  <a:gd name="connsiteX74-35675" fmla="*/ 8933823 w 10490654"/>
                  <a:gd name="connsiteY74-35676" fmla="*/ 8085908 h 10435941"/>
                  <a:gd name="connsiteX75-35677" fmla="*/ 9036787 w 10490654"/>
                  <a:gd name="connsiteY75-35678" fmla="*/ 8313437 h 10435941"/>
                  <a:gd name="connsiteX76-35679" fmla="*/ 9027559 w 10490654"/>
                  <a:gd name="connsiteY76-35680" fmla="*/ 8524608 h 10435941"/>
                  <a:gd name="connsiteX77-35681" fmla="*/ 8993669 w 10490654"/>
                  <a:gd name="connsiteY77-35682" fmla="*/ 8758113 h 10435941"/>
                  <a:gd name="connsiteX78-35683" fmla="*/ 8991600 w 10490654"/>
                  <a:gd name="connsiteY78-35684" fmla="*/ 8967953 h 10435941"/>
                  <a:gd name="connsiteX79-35685" fmla="*/ 8894618 w 10490654"/>
                  <a:gd name="connsiteY79-35686" fmla="*/ 9272753 h 10435941"/>
                  <a:gd name="connsiteX80-35687" fmla="*/ 8922328 w 10490654"/>
                  <a:gd name="connsiteY80-35688" fmla="*/ 9578490 h 10435941"/>
                  <a:gd name="connsiteX81-35689" fmla="*/ 9138715 w 10490654"/>
                  <a:gd name="connsiteY81-35690" fmla="*/ 9750056 h 10435941"/>
                  <a:gd name="connsiteX82-35691" fmla="*/ 9231789 w 10490654"/>
                  <a:gd name="connsiteY82-35692" fmla="*/ 9890275 h 10435941"/>
                  <a:gd name="connsiteX83-35693" fmla="*/ 9462870 w 10490654"/>
                  <a:gd name="connsiteY83-35694" fmla="*/ 9929452 h 10435941"/>
                  <a:gd name="connsiteX84-35695" fmla="*/ 9472032 w 10490654"/>
                  <a:gd name="connsiteY84-35696" fmla="*/ 9818955 h 10435941"/>
                  <a:gd name="connsiteX85-35697" fmla="*/ 9620746 w 10490654"/>
                  <a:gd name="connsiteY85-35698" fmla="*/ 9758904 h 10435941"/>
                  <a:gd name="connsiteX86-35699" fmla="*/ 9632264 w 10490654"/>
                  <a:gd name="connsiteY86-35700" fmla="*/ 10334695 h 10435941"/>
                  <a:gd name="connsiteX87-35701" fmla="*/ 9504664 w 10490654"/>
                  <a:gd name="connsiteY87-35702" fmla="*/ 10338313 h 10435941"/>
                  <a:gd name="connsiteX88-35703" fmla="*/ 9328580 w 10490654"/>
                  <a:gd name="connsiteY88-35704" fmla="*/ 10427202 h 10435941"/>
                  <a:gd name="connsiteX89-35705" fmla="*/ 9204220 w 10490654"/>
                  <a:gd name="connsiteY89-35706" fmla="*/ 10435941 h 10435941"/>
                  <a:gd name="connsiteX90-35707" fmla="*/ 8991930 w 10490654"/>
                  <a:gd name="connsiteY90-35708" fmla="*/ 9983982 h 10435941"/>
                  <a:gd name="connsiteX91-35709" fmla="*/ 8825345 w 10490654"/>
                  <a:gd name="connsiteY91-35710" fmla="*/ 9813081 h 10435941"/>
                  <a:gd name="connsiteX92-35711" fmla="*/ 8534400 w 10490654"/>
                  <a:gd name="connsiteY92-35712" fmla="*/ 9702244 h 10435941"/>
                  <a:gd name="connsiteX93-35713" fmla="*/ 8423563 w 10490654"/>
                  <a:gd name="connsiteY93-35714" fmla="*/ 9646826 h 10435941"/>
                  <a:gd name="connsiteX94-35715" fmla="*/ 8285018 w 10490654"/>
                  <a:gd name="connsiteY94-35716" fmla="*/ 9480572 h 10435941"/>
                  <a:gd name="connsiteX95-35717" fmla="*/ 8257309 w 10490654"/>
                  <a:gd name="connsiteY95-35718" fmla="*/ 9342026 h 10435941"/>
                  <a:gd name="connsiteX96-35719" fmla="*/ 8146472 w 10490654"/>
                  <a:gd name="connsiteY96-35720" fmla="*/ 9355881 h 10435941"/>
                  <a:gd name="connsiteX97-35721" fmla="*/ 8091054 w 10490654"/>
                  <a:gd name="connsiteY97-35722" fmla="*/ 9577553 h 10435941"/>
                  <a:gd name="connsiteX98-35723" fmla="*/ 7806336 w 10490654"/>
                  <a:gd name="connsiteY98-35724" fmla="*/ 9583313 h 10435941"/>
                  <a:gd name="connsiteX99-35725" fmla="*/ 7567694 w 10490654"/>
                  <a:gd name="connsiteY99-35726" fmla="*/ 9520112 h 10435941"/>
                  <a:gd name="connsiteX100-35727" fmla="*/ 7466043 w 10490654"/>
                  <a:gd name="connsiteY100-35728" fmla="*/ 9471387 h 10435941"/>
                  <a:gd name="connsiteX101-35729" fmla="*/ 7287491 w 10490654"/>
                  <a:gd name="connsiteY101-35730" fmla="*/ 9449904 h 10435941"/>
                  <a:gd name="connsiteX102-35731" fmla="*/ 7221797 w 10490654"/>
                  <a:gd name="connsiteY102-35732" fmla="*/ 9121910 h 10435941"/>
                  <a:gd name="connsiteX103-35733" fmla="*/ 6954982 w 10490654"/>
                  <a:gd name="connsiteY103-35734" fmla="*/ 9189626 h 10435941"/>
                  <a:gd name="connsiteX104-35735" fmla="*/ 6710737 w 10490654"/>
                  <a:gd name="connsiteY104-35736" fmla="*/ 9262013 h 10435941"/>
                  <a:gd name="connsiteX105-35737" fmla="*/ 6674777 w 10490654"/>
                  <a:gd name="connsiteY105-35738" fmla="*/ 9062912 h 10435941"/>
                  <a:gd name="connsiteX106-35739" fmla="*/ 6511636 w 10490654"/>
                  <a:gd name="connsiteY106-35740" fmla="*/ 8954099 h 10435941"/>
                  <a:gd name="connsiteX107-35741" fmla="*/ 6428509 w 10490654"/>
                  <a:gd name="connsiteY107-35742" fmla="*/ 8954099 h 10435941"/>
                  <a:gd name="connsiteX108-35743" fmla="*/ 6325922 w 10490654"/>
                  <a:gd name="connsiteY108-35744" fmla="*/ 9057307 h 10435941"/>
                  <a:gd name="connsiteX109-35745" fmla="*/ 6167763 w 10490654"/>
                  <a:gd name="connsiteY109-35746" fmla="*/ 8978227 h 10435941"/>
                  <a:gd name="connsiteX110-35747" fmla="*/ 6002132 w 10490654"/>
                  <a:gd name="connsiteY110-35748" fmla="*/ 9093734 h 10435941"/>
                  <a:gd name="connsiteX111-35749" fmla="*/ 5749636 w 10490654"/>
                  <a:gd name="connsiteY111-35750" fmla="*/ 9051081 h 10435941"/>
                  <a:gd name="connsiteX112-35751" fmla="*/ 5674760 w 10490654"/>
                  <a:gd name="connsiteY112-35752" fmla="*/ 9081904 h 10435941"/>
                  <a:gd name="connsiteX113-35753" fmla="*/ 5507415 w 10490654"/>
                  <a:gd name="connsiteY113-35754" fmla="*/ 9128137 h 10435941"/>
                  <a:gd name="connsiteX114-35755" fmla="*/ 5505859 w 10490654"/>
                  <a:gd name="connsiteY114-35756" fmla="*/ 8870972 h 10435941"/>
                  <a:gd name="connsiteX115-35757" fmla="*/ 5505857 w 10490654"/>
                  <a:gd name="connsiteY115-35758" fmla="*/ 8634977 h 10435941"/>
                  <a:gd name="connsiteX116-35759" fmla="*/ 5336024 w 10490654"/>
                  <a:gd name="connsiteY116-35760" fmla="*/ 8333292 h 10435941"/>
                  <a:gd name="connsiteX117-35761" fmla="*/ 5230324 w 10490654"/>
                  <a:gd name="connsiteY117-35762" fmla="*/ 8082820 h 10435941"/>
                  <a:gd name="connsiteX118-35763" fmla="*/ 5317031 w 10490654"/>
                  <a:gd name="connsiteY118-35764" fmla="*/ 7610208 h 10435941"/>
                  <a:gd name="connsiteX119-35765" fmla="*/ 5201059 w 10490654"/>
                  <a:gd name="connsiteY119-35766" fmla="*/ 7320352 h 10435941"/>
                  <a:gd name="connsiteX120-35767" fmla="*/ 5250872 w 10490654"/>
                  <a:gd name="connsiteY120-35768" fmla="*/ 7069881 h 10435941"/>
                  <a:gd name="connsiteX121-35769" fmla="*/ 5245735 w 10490654"/>
                  <a:gd name="connsiteY121-35770" fmla="*/ 7018665 h 10435941"/>
                  <a:gd name="connsiteX122-35771" fmla="*/ 4577603 w 10490654"/>
                  <a:gd name="connsiteY122-35772" fmla="*/ 7013996 h 10435941"/>
                  <a:gd name="connsiteX123-35773" fmla="*/ 4528412 w 10490654"/>
                  <a:gd name="connsiteY123-35774" fmla="*/ 6840580 h 10435941"/>
                  <a:gd name="connsiteX124-35775" fmla="*/ 4038834 w 10490654"/>
                  <a:gd name="connsiteY124-35776" fmla="*/ 6816452 h 10435941"/>
                  <a:gd name="connsiteX125-35777" fmla="*/ 3976254 w 10490654"/>
                  <a:gd name="connsiteY125-35778" fmla="*/ 7069881 h 10435941"/>
                  <a:gd name="connsiteX126-35779" fmla="*/ 3932667 w 10490654"/>
                  <a:gd name="connsiteY126-35780" fmla="*/ 7281279 h 10435941"/>
                  <a:gd name="connsiteX127-35781" fmla="*/ 3884155 w 10490654"/>
                  <a:gd name="connsiteY127-35782" fmla="*/ 7403480 h 10435941"/>
                  <a:gd name="connsiteX128-35783" fmla="*/ 3572499 w 10490654"/>
                  <a:gd name="connsiteY128-35784" fmla="*/ 7365450 h 10435941"/>
                  <a:gd name="connsiteX129-35785" fmla="*/ 3311236 w 10490654"/>
                  <a:gd name="connsiteY129-35786" fmla="*/ 7402390 h 10435941"/>
                  <a:gd name="connsiteX130-35787" fmla="*/ 2921540 w 10490654"/>
                  <a:gd name="connsiteY130-35788" fmla="*/ 7414475 h 10435941"/>
                  <a:gd name="connsiteX131-35789" fmla="*/ 2784763 w 10490654"/>
                  <a:gd name="connsiteY131-35790" fmla="*/ 7139153 h 10435941"/>
                  <a:gd name="connsiteX132-35791" fmla="*/ 2604654 w 10490654"/>
                  <a:gd name="connsiteY132-35792" fmla="*/ 6862062 h 10435941"/>
                  <a:gd name="connsiteX133-35793" fmla="*/ 2410691 w 10490654"/>
                  <a:gd name="connsiteY133-35794" fmla="*/ 6363299 h 10435941"/>
                  <a:gd name="connsiteX134-35795" fmla="*/ 2327563 w 10490654"/>
                  <a:gd name="connsiteY134-35796" fmla="*/ 6224753 h 10435941"/>
                  <a:gd name="connsiteX135-35797" fmla="*/ 1662545 w 10490654"/>
                  <a:gd name="connsiteY135-35798" fmla="*/ 6197044 h 10435941"/>
                  <a:gd name="connsiteX136-35799" fmla="*/ 1233054 w 10490654"/>
                  <a:gd name="connsiteY136-35800" fmla="*/ 6197044 h 10435941"/>
                  <a:gd name="connsiteX137-35801" fmla="*/ 1136072 w 10490654"/>
                  <a:gd name="connsiteY137-35802" fmla="*/ 6252462 h 10435941"/>
                  <a:gd name="connsiteX138-35803" fmla="*/ 706582 w 10490654"/>
                  <a:gd name="connsiteY138-35804" fmla="*/ 6210899 h 10435941"/>
                  <a:gd name="connsiteX139-35805" fmla="*/ 318654 w 10490654"/>
                  <a:gd name="connsiteY139-35806" fmla="*/ 6238608 h 10435941"/>
                  <a:gd name="connsiteX140-35807" fmla="*/ 96982 w 10490654"/>
                  <a:gd name="connsiteY140-35808" fmla="*/ 6391008 h 10435941"/>
                  <a:gd name="connsiteX141-35809" fmla="*/ 0 w 10490654"/>
                  <a:gd name="connsiteY141-35810" fmla="*/ 6294026 h 10435941"/>
                  <a:gd name="connsiteX142-35811" fmla="*/ 83127 w 10490654"/>
                  <a:gd name="connsiteY142-35812" fmla="*/ 6238608 h 10435941"/>
                  <a:gd name="connsiteX0-35813" fmla="*/ 83127 w 10490654"/>
                  <a:gd name="connsiteY0-35814" fmla="*/ 6238608 h 10435941"/>
                  <a:gd name="connsiteX1-35815" fmla="*/ 96982 w 10490654"/>
                  <a:gd name="connsiteY1-35816" fmla="*/ 5795262 h 10435941"/>
                  <a:gd name="connsiteX2-35817" fmla="*/ 401782 w 10490654"/>
                  <a:gd name="connsiteY2-35818" fmla="*/ 5532026 h 10435941"/>
                  <a:gd name="connsiteX3-35819" fmla="*/ 651163 w 10490654"/>
                  <a:gd name="connsiteY3-35820" fmla="*/ 5670572 h 10435941"/>
                  <a:gd name="connsiteX4-35821" fmla="*/ 858982 w 10490654"/>
                  <a:gd name="connsiteY4-35822" fmla="*/ 5504317 h 10435941"/>
                  <a:gd name="connsiteX5-35823" fmla="*/ 997527 w 10490654"/>
                  <a:gd name="connsiteY5-35824" fmla="*/ 5351917 h 10435941"/>
                  <a:gd name="connsiteX6-35825" fmla="*/ 1080654 w 10490654"/>
                  <a:gd name="connsiteY6-35826" fmla="*/ 5435044 h 10435941"/>
                  <a:gd name="connsiteX7-35827" fmla="*/ 1269312 w 10490654"/>
                  <a:gd name="connsiteY7-35828" fmla="*/ 5679710 h 10435941"/>
                  <a:gd name="connsiteX8-35829" fmla="*/ 1523116 w 10490654"/>
                  <a:gd name="connsiteY8-35830" fmla="*/ 5481030 h 10435941"/>
                  <a:gd name="connsiteX9-35831" fmla="*/ 1731818 w 10490654"/>
                  <a:gd name="connsiteY9-35832" fmla="*/ 5296499 h 10435941"/>
                  <a:gd name="connsiteX10-35833" fmla="*/ 2022763 w 10490654"/>
                  <a:gd name="connsiteY10-35834" fmla="*/ 5060972 h 10435941"/>
                  <a:gd name="connsiteX11-35835" fmla="*/ 2119745 w 10490654"/>
                  <a:gd name="connsiteY11-35836" fmla="*/ 4631481 h 10435941"/>
                  <a:gd name="connsiteX12-35837" fmla="*/ 2172511 w 10490654"/>
                  <a:gd name="connsiteY12-35838" fmla="*/ 4164848 h 10435941"/>
                  <a:gd name="connsiteX13-35839" fmla="*/ 2355272 w 10490654"/>
                  <a:gd name="connsiteY13-35840" fmla="*/ 3855626 h 10435941"/>
                  <a:gd name="connsiteX14-35841" fmla="*/ 2752497 w 10490654"/>
                  <a:gd name="connsiteY14-35842" fmla="*/ 3475092 h 10435941"/>
                  <a:gd name="connsiteX15-35843" fmla="*/ 2978727 w 10490654"/>
                  <a:gd name="connsiteY15-35844" fmla="*/ 3259881 h 10435941"/>
                  <a:gd name="connsiteX16-35845" fmla="*/ 3006436 w 10490654"/>
                  <a:gd name="connsiteY16-35846" fmla="*/ 2816535 h 10435941"/>
                  <a:gd name="connsiteX17-35847" fmla="*/ 3075709 w 10490654"/>
                  <a:gd name="connsiteY17-35848" fmla="*/ 2525590 h 10435941"/>
                  <a:gd name="connsiteX18-35849" fmla="*/ 3075709 w 10490654"/>
                  <a:gd name="connsiteY18-35850" fmla="*/ 2317772 h 10435941"/>
                  <a:gd name="connsiteX19-35851" fmla="*/ 3214254 w 10490654"/>
                  <a:gd name="connsiteY19-35852" fmla="*/ 1985262 h 10435941"/>
                  <a:gd name="connsiteX20-35853" fmla="*/ 3214254 w 10490654"/>
                  <a:gd name="connsiteY20-35854" fmla="*/ 1694317 h 10435941"/>
                  <a:gd name="connsiteX21-35855" fmla="*/ 3513454 w 10490654"/>
                  <a:gd name="connsiteY21-35856" fmla="*/ 1126281 h 10435941"/>
                  <a:gd name="connsiteX22-35857" fmla="*/ 3463636 w 10490654"/>
                  <a:gd name="connsiteY22-35858" fmla="*/ 752208 h 10435941"/>
                  <a:gd name="connsiteX23-35859" fmla="*/ 3491345 w 10490654"/>
                  <a:gd name="connsiteY23-35860" fmla="*/ 544390 h 10435941"/>
                  <a:gd name="connsiteX24-35861" fmla="*/ 3823854 w 10490654"/>
                  <a:gd name="connsiteY24-35862" fmla="*/ 184172 h 10435941"/>
                  <a:gd name="connsiteX25-35863" fmla="*/ 4017818 w 10490654"/>
                  <a:gd name="connsiteY25-35864" fmla="*/ 59481 h 10435941"/>
                  <a:gd name="connsiteX26-35865" fmla="*/ 4433454 w 10490654"/>
                  <a:gd name="connsiteY26-35866" fmla="*/ 295008 h 10435941"/>
                  <a:gd name="connsiteX27-35867" fmla="*/ 4599709 w 10490654"/>
                  <a:gd name="connsiteY27-35868" fmla="*/ 488972 h 10435941"/>
                  <a:gd name="connsiteX28-35869" fmla="*/ 5070763 w 10490654"/>
                  <a:gd name="connsiteY28-35870" fmla="*/ 544390 h 10435941"/>
                  <a:gd name="connsiteX29-35871" fmla="*/ 5391187 w 10490654"/>
                  <a:gd name="connsiteY29-35872" fmla="*/ 603639 h 10435941"/>
                  <a:gd name="connsiteX30-35873" fmla="*/ 5568642 w 10490654"/>
                  <a:gd name="connsiteY30-35874" fmla="*/ 588271 h 10435941"/>
                  <a:gd name="connsiteX31-35875" fmla="*/ 5860472 w 10490654"/>
                  <a:gd name="connsiteY31-35876" fmla="*/ 281153 h 10435941"/>
                  <a:gd name="connsiteX32-35877" fmla="*/ 6123709 w 10490654"/>
                  <a:gd name="connsiteY32-35878" fmla="*/ 322717 h 10435941"/>
                  <a:gd name="connsiteX33-35879" fmla="*/ 6541900 w 10490654"/>
                  <a:gd name="connsiteY33-35880" fmla="*/ 168233 h 10435941"/>
                  <a:gd name="connsiteX34-35881" fmla="*/ 6681722 w 10490654"/>
                  <a:gd name="connsiteY34-35882" fmla="*/ 107503 h 10435941"/>
                  <a:gd name="connsiteX35-35883" fmla="*/ 7011678 w 10490654"/>
                  <a:gd name="connsiteY35-35884" fmla="*/ 198026 h 10435941"/>
                  <a:gd name="connsiteX36-35885" fmla="*/ 7232072 w 10490654"/>
                  <a:gd name="connsiteY36-35886" fmla="*/ 17917 h 10435941"/>
                  <a:gd name="connsiteX37-35887" fmla="*/ 7379107 w 10490654"/>
                  <a:gd name="connsiteY37-35888" fmla="*/ 0 h 10435941"/>
                  <a:gd name="connsiteX38-35889" fmla="*/ 7600859 w 10490654"/>
                  <a:gd name="connsiteY38-35890" fmla="*/ 41248 h 10435941"/>
                  <a:gd name="connsiteX39-35891" fmla="*/ 7910945 w 10490654"/>
                  <a:gd name="connsiteY39-35892" fmla="*/ 128753 h 10435941"/>
                  <a:gd name="connsiteX40-35893" fmla="*/ 8312727 w 10490654"/>
                  <a:gd name="connsiteY40-35894" fmla="*/ 59481 h 10435941"/>
                  <a:gd name="connsiteX41-35895" fmla="*/ 8647005 w 10490654"/>
                  <a:gd name="connsiteY41-35896" fmla="*/ 396707 h 10435941"/>
                  <a:gd name="connsiteX42-35897" fmla="*/ 8908472 w 10490654"/>
                  <a:gd name="connsiteY42-35898" fmla="*/ 544390 h 10435941"/>
                  <a:gd name="connsiteX43-35899" fmla="*/ 9146732 w 10490654"/>
                  <a:gd name="connsiteY43-35900" fmla="*/ 420846 h 10435941"/>
                  <a:gd name="connsiteX44-35901" fmla="*/ 9372965 w 10490654"/>
                  <a:gd name="connsiteY44-35902" fmla="*/ 466363 h 10435941"/>
                  <a:gd name="connsiteX45-35903" fmla="*/ 9518072 w 10490654"/>
                  <a:gd name="connsiteY45-35904" fmla="*/ 367819 h 10435941"/>
                  <a:gd name="connsiteX46-35905" fmla="*/ 9646301 w 10490654"/>
                  <a:gd name="connsiteY46-35906" fmla="*/ 369587 h 10435941"/>
                  <a:gd name="connsiteX47-35907" fmla="*/ 10002982 w 10490654"/>
                  <a:gd name="connsiteY47-35908" fmla="*/ 793772 h 10435941"/>
                  <a:gd name="connsiteX48-35909" fmla="*/ 10238509 w 10490654"/>
                  <a:gd name="connsiteY48-35910" fmla="*/ 987735 h 10435941"/>
                  <a:gd name="connsiteX49-35911" fmla="*/ 10224654 w 10490654"/>
                  <a:gd name="connsiteY49-35912" fmla="*/ 1250972 h 10435941"/>
                  <a:gd name="connsiteX50-35913" fmla="*/ 10238509 w 10490654"/>
                  <a:gd name="connsiteY50-35914" fmla="*/ 1444935 h 10435941"/>
                  <a:gd name="connsiteX51-35915" fmla="*/ 10243066 w 10490654"/>
                  <a:gd name="connsiteY51-35916" fmla="*/ 1580249 h 10435941"/>
                  <a:gd name="connsiteX52-35917" fmla="*/ 10490654 w 10490654"/>
                  <a:gd name="connsiteY52-35918" fmla="*/ 1753897 h 10435941"/>
                  <a:gd name="connsiteX53-35919" fmla="*/ 10077929 w 10490654"/>
                  <a:gd name="connsiteY53-35920" fmla="*/ 2207269 h 10435941"/>
                  <a:gd name="connsiteX54-35921" fmla="*/ 9781309 w 10490654"/>
                  <a:gd name="connsiteY54-35922" fmla="*/ 2497881 h 10435941"/>
                  <a:gd name="connsiteX55-35923" fmla="*/ 9580055 w 10490654"/>
                  <a:gd name="connsiteY55-35924" fmla="*/ 3426134 h 10435941"/>
                  <a:gd name="connsiteX56-35925" fmla="*/ 9532477 w 10490654"/>
                  <a:gd name="connsiteY56-35926" fmla="*/ 3685207 h 10435941"/>
                  <a:gd name="connsiteX57-35927" fmla="*/ 9365672 w 10490654"/>
                  <a:gd name="connsiteY57-35928" fmla="*/ 3911044 h 10435941"/>
                  <a:gd name="connsiteX58-35929" fmla="*/ 9310254 w 10490654"/>
                  <a:gd name="connsiteY58-35930" fmla="*/ 4077299 h 10435941"/>
                  <a:gd name="connsiteX59-35931" fmla="*/ 9236422 w 10490654"/>
                  <a:gd name="connsiteY59-35932" fmla="*/ 4285117 h 10435941"/>
                  <a:gd name="connsiteX60-35933" fmla="*/ 9205255 w 10490654"/>
                  <a:gd name="connsiteY60-35934" fmla="*/ 4430122 h 10435941"/>
                  <a:gd name="connsiteX61-35935" fmla="*/ 9337963 w 10490654"/>
                  <a:gd name="connsiteY61-35936" fmla="*/ 4659190 h 10435941"/>
                  <a:gd name="connsiteX62-35937" fmla="*/ 9382180 w 10490654"/>
                  <a:gd name="connsiteY62-35938" fmla="*/ 4915057 h 10435941"/>
                  <a:gd name="connsiteX63-35939" fmla="*/ 9397939 w 10490654"/>
                  <a:gd name="connsiteY63-35940" fmla="*/ 5208060 h 10435941"/>
                  <a:gd name="connsiteX64-35941" fmla="*/ 9383359 w 10490654"/>
                  <a:gd name="connsiteY64-35942" fmla="*/ 5615153 h 10435941"/>
                  <a:gd name="connsiteX65-35943" fmla="*/ 9518623 w 10490654"/>
                  <a:gd name="connsiteY65-35944" fmla="*/ 5975373 h 10435941"/>
                  <a:gd name="connsiteX66-35945" fmla="*/ 9540496 w 10490654"/>
                  <a:gd name="connsiteY66-35946" fmla="*/ 6403714 h 10435941"/>
                  <a:gd name="connsiteX67-35947" fmla="*/ 9933709 w 10490654"/>
                  <a:gd name="connsiteY67-35948" fmla="*/ 6862062 h 10435941"/>
                  <a:gd name="connsiteX68-35949" fmla="*/ 10052074 w 10490654"/>
                  <a:gd name="connsiteY68-35950" fmla="*/ 7221396 h 10435941"/>
                  <a:gd name="connsiteX69-35951" fmla="*/ 10232908 w 10490654"/>
                  <a:gd name="connsiteY69-35952" fmla="*/ 7514995 h 10435941"/>
                  <a:gd name="connsiteX70-35953" fmla="*/ 9670472 w 10490654"/>
                  <a:gd name="connsiteY70-35954" fmla="*/ 7540935 h 10435941"/>
                  <a:gd name="connsiteX71-35955" fmla="*/ 9174087 w 10490654"/>
                  <a:gd name="connsiteY71-35956" fmla="*/ 7651772 h 10435941"/>
                  <a:gd name="connsiteX72-35957" fmla="*/ 9128871 w 10490654"/>
                  <a:gd name="connsiteY72-35958" fmla="*/ 7790317 h 10435941"/>
                  <a:gd name="connsiteX73-35959" fmla="*/ 9019309 w 10490654"/>
                  <a:gd name="connsiteY73-35960" fmla="*/ 7998135 h 10435941"/>
                  <a:gd name="connsiteX74-35961" fmla="*/ 8933823 w 10490654"/>
                  <a:gd name="connsiteY74-35962" fmla="*/ 8085908 h 10435941"/>
                  <a:gd name="connsiteX75-35963" fmla="*/ 9036787 w 10490654"/>
                  <a:gd name="connsiteY75-35964" fmla="*/ 8313437 h 10435941"/>
                  <a:gd name="connsiteX76-35965" fmla="*/ 9027559 w 10490654"/>
                  <a:gd name="connsiteY76-35966" fmla="*/ 8524608 h 10435941"/>
                  <a:gd name="connsiteX77-35967" fmla="*/ 8993669 w 10490654"/>
                  <a:gd name="connsiteY77-35968" fmla="*/ 8758113 h 10435941"/>
                  <a:gd name="connsiteX78-35969" fmla="*/ 8991600 w 10490654"/>
                  <a:gd name="connsiteY78-35970" fmla="*/ 8967953 h 10435941"/>
                  <a:gd name="connsiteX79-35971" fmla="*/ 8894618 w 10490654"/>
                  <a:gd name="connsiteY79-35972" fmla="*/ 9272753 h 10435941"/>
                  <a:gd name="connsiteX80-35973" fmla="*/ 8922328 w 10490654"/>
                  <a:gd name="connsiteY80-35974" fmla="*/ 9578490 h 10435941"/>
                  <a:gd name="connsiteX81-35975" fmla="*/ 9138715 w 10490654"/>
                  <a:gd name="connsiteY81-35976" fmla="*/ 9750056 h 10435941"/>
                  <a:gd name="connsiteX82-35977" fmla="*/ 9231789 w 10490654"/>
                  <a:gd name="connsiteY82-35978" fmla="*/ 9890275 h 10435941"/>
                  <a:gd name="connsiteX83-35979" fmla="*/ 9462870 w 10490654"/>
                  <a:gd name="connsiteY83-35980" fmla="*/ 9929452 h 10435941"/>
                  <a:gd name="connsiteX84-35981" fmla="*/ 9472032 w 10490654"/>
                  <a:gd name="connsiteY84-35982" fmla="*/ 9818955 h 10435941"/>
                  <a:gd name="connsiteX85-35983" fmla="*/ 9620746 w 10490654"/>
                  <a:gd name="connsiteY85-35984" fmla="*/ 9758904 h 10435941"/>
                  <a:gd name="connsiteX86-35985" fmla="*/ 9632264 w 10490654"/>
                  <a:gd name="connsiteY86-35986" fmla="*/ 10334695 h 10435941"/>
                  <a:gd name="connsiteX87-35987" fmla="*/ 9504664 w 10490654"/>
                  <a:gd name="connsiteY87-35988" fmla="*/ 10338313 h 10435941"/>
                  <a:gd name="connsiteX88-35989" fmla="*/ 9328580 w 10490654"/>
                  <a:gd name="connsiteY88-35990" fmla="*/ 10427202 h 10435941"/>
                  <a:gd name="connsiteX89-35991" fmla="*/ 9204220 w 10490654"/>
                  <a:gd name="connsiteY89-35992" fmla="*/ 10435941 h 10435941"/>
                  <a:gd name="connsiteX90-35993" fmla="*/ 9161446 w 10490654"/>
                  <a:gd name="connsiteY90-35994" fmla="*/ 10016210 h 10435941"/>
                  <a:gd name="connsiteX91-35995" fmla="*/ 8825345 w 10490654"/>
                  <a:gd name="connsiteY91-35996" fmla="*/ 9813081 h 10435941"/>
                  <a:gd name="connsiteX92-35997" fmla="*/ 8534400 w 10490654"/>
                  <a:gd name="connsiteY92-35998" fmla="*/ 9702244 h 10435941"/>
                  <a:gd name="connsiteX93-35999" fmla="*/ 8423563 w 10490654"/>
                  <a:gd name="connsiteY93-36000" fmla="*/ 9646826 h 10435941"/>
                  <a:gd name="connsiteX94-36001" fmla="*/ 8285018 w 10490654"/>
                  <a:gd name="connsiteY94-36002" fmla="*/ 9480572 h 10435941"/>
                  <a:gd name="connsiteX95-36003" fmla="*/ 8257309 w 10490654"/>
                  <a:gd name="connsiteY95-36004" fmla="*/ 9342026 h 10435941"/>
                  <a:gd name="connsiteX96-36005" fmla="*/ 8146472 w 10490654"/>
                  <a:gd name="connsiteY96-36006" fmla="*/ 9355881 h 10435941"/>
                  <a:gd name="connsiteX97-36007" fmla="*/ 8091054 w 10490654"/>
                  <a:gd name="connsiteY97-36008" fmla="*/ 9577553 h 10435941"/>
                  <a:gd name="connsiteX98-36009" fmla="*/ 7806336 w 10490654"/>
                  <a:gd name="connsiteY98-36010" fmla="*/ 9583313 h 10435941"/>
                  <a:gd name="connsiteX99-36011" fmla="*/ 7567694 w 10490654"/>
                  <a:gd name="connsiteY99-36012" fmla="*/ 9520112 h 10435941"/>
                  <a:gd name="connsiteX100-36013" fmla="*/ 7466043 w 10490654"/>
                  <a:gd name="connsiteY100-36014" fmla="*/ 9471387 h 10435941"/>
                  <a:gd name="connsiteX101-36015" fmla="*/ 7287491 w 10490654"/>
                  <a:gd name="connsiteY101-36016" fmla="*/ 9449904 h 10435941"/>
                  <a:gd name="connsiteX102-36017" fmla="*/ 7221797 w 10490654"/>
                  <a:gd name="connsiteY102-36018" fmla="*/ 9121910 h 10435941"/>
                  <a:gd name="connsiteX103-36019" fmla="*/ 6954982 w 10490654"/>
                  <a:gd name="connsiteY103-36020" fmla="*/ 9189626 h 10435941"/>
                  <a:gd name="connsiteX104-36021" fmla="*/ 6710737 w 10490654"/>
                  <a:gd name="connsiteY104-36022" fmla="*/ 9262013 h 10435941"/>
                  <a:gd name="connsiteX105-36023" fmla="*/ 6674777 w 10490654"/>
                  <a:gd name="connsiteY105-36024" fmla="*/ 9062912 h 10435941"/>
                  <a:gd name="connsiteX106-36025" fmla="*/ 6511636 w 10490654"/>
                  <a:gd name="connsiteY106-36026" fmla="*/ 8954099 h 10435941"/>
                  <a:gd name="connsiteX107-36027" fmla="*/ 6428509 w 10490654"/>
                  <a:gd name="connsiteY107-36028" fmla="*/ 8954099 h 10435941"/>
                  <a:gd name="connsiteX108-36029" fmla="*/ 6325922 w 10490654"/>
                  <a:gd name="connsiteY108-36030" fmla="*/ 9057307 h 10435941"/>
                  <a:gd name="connsiteX109-36031" fmla="*/ 6167763 w 10490654"/>
                  <a:gd name="connsiteY109-36032" fmla="*/ 8978227 h 10435941"/>
                  <a:gd name="connsiteX110-36033" fmla="*/ 6002132 w 10490654"/>
                  <a:gd name="connsiteY110-36034" fmla="*/ 9093734 h 10435941"/>
                  <a:gd name="connsiteX111-36035" fmla="*/ 5749636 w 10490654"/>
                  <a:gd name="connsiteY111-36036" fmla="*/ 9051081 h 10435941"/>
                  <a:gd name="connsiteX112-36037" fmla="*/ 5674760 w 10490654"/>
                  <a:gd name="connsiteY112-36038" fmla="*/ 9081904 h 10435941"/>
                  <a:gd name="connsiteX113-36039" fmla="*/ 5507415 w 10490654"/>
                  <a:gd name="connsiteY113-36040" fmla="*/ 9128137 h 10435941"/>
                  <a:gd name="connsiteX114-36041" fmla="*/ 5505859 w 10490654"/>
                  <a:gd name="connsiteY114-36042" fmla="*/ 8870972 h 10435941"/>
                  <a:gd name="connsiteX115-36043" fmla="*/ 5505857 w 10490654"/>
                  <a:gd name="connsiteY115-36044" fmla="*/ 8634977 h 10435941"/>
                  <a:gd name="connsiteX116-36045" fmla="*/ 5336024 w 10490654"/>
                  <a:gd name="connsiteY116-36046" fmla="*/ 8333292 h 10435941"/>
                  <a:gd name="connsiteX117-36047" fmla="*/ 5230324 w 10490654"/>
                  <a:gd name="connsiteY117-36048" fmla="*/ 8082820 h 10435941"/>
                  <a:gd name="connsiteX118-36049" fmla="*/ 5317031 w 10490654"/>
                  <a:gd name="connsiteY118-36050" fmla="*/ 7610208 h 10435941"/>
                  <a:gd name="connsiteX119-36051" fmla="*/ 5201059 w 10490654"/>
                  <a:gd name="connsiteY119-36052" fmla="*/ 7320352 h 10435941"/>
                  <a:gd name="connsiteX120-36053" fmla="*/ 5250872 w 10490654"/>
                  <a:gd name="connsiteY120-36054" fmla="*/ 7069881 h 10435941"/>
                  <a:gd name="connsiteX121-36055" fmla="*/ 5245735 w 10490654"/>
                  <a:gd name="connsiteY121-36056" fmla="*/ 7018665 h 10435941"/>
                  <a:gd name="connsiteX122-36057" fmla="*/ 4577603 w 10490654"/>
                  <a:gd name="connsiteY122-36058" fmla="*/ 7013996 h 10435941"/>
                  <a:gd name="connsiteX123-36059" fmla="*/ 4528412 w 10490654"/>
                  <a:gd name="connsiteY123-36060" fmla="*/ 6840580 h 10435941"/>
                  <a:gd name="connsiteX124-36061" fmla="*/ 4038834 w 10490654"/>
                  <a:gd name="connsiteY124-36062" fmla="*/ 6816452 h 10435941"/>
                  <a:gd name="connsiteX125-36063" fmla="*/ 3976254 w 10490654"/>
                  <a:gd name="connsiteY125-36064" fmla="*/ 7069881 h 10435941"/>
                  <a:gd name="connsiteX126-36065" fmla="*/ 3932667 w 10490654"/>
                  <a:gd name="connsiteY126-36066" fmla="*/ 7281279 h 10435941"/>
                  <a:gd name="connsiteX127-36067" fmla="*/ 3884155 w 10490654"/>
                  <a:gd name="connsiteY127-36068" fmla="*/ 7403480 h 10435941"/>
                  <a:gd name="connsiteX128-36069" fmla="*/ 3572499 w 10490654"/>
                  <a:gd name="connsiteY128-36070" fmla="*/ 7365450 h 10435941"/>
                  <a:gd name="connsiteX129-36071" fmla="*/ 3311236 w 10490654"/>
                  <a:gd name="connsiteY129-36072" fmla="*/ 7402390 h 10435941"/>
                  <a:gd name="connsiteX130-36073" fmla="*/ 2921540 w 10490654"/>
                  <a:gd name="connsiteY130-36074" fmla="*/ 7414475 h 10435941"/>
                  <a:gd name="connsiteX131-36075" fmla="*/ 2784763 w 10490654"/>
                  <a:gd name="connsiteY131-36076" fmla="*/ 7139153 h 10435941"/>
                  <a:gd name="connsiteX132-36077" fmla="*/ 2604654 w 10490654"/>
                  <a:gd name="connsiteY132-36078" fmla="*/ 6862062 h 10435941"/>
                  <a:gd name="connsiteX133-36079" fmla="*/ 2410691 w 10490654"/>
                  <a:gd name="connsiteY133-36080" fmla="*/ 6363299 h 10435941"/>
                  <a:gd name="connsiteX134-36081" fmla="*/ 2327563 w 10490654"/>
                  <a:gd name="connsiteY134-36082" fmla="*/ 6224753 h 10435941"/>
                  <a:gd name="connsiteX135-36083" fmla="*/ 1662545 w 10490654"/>
                  <a:gd name="connsiteY135-36084" fmla="*/ 6197044 h 10435941"/>
                  <a:gd name="connsiteX136-36085" fmla="*/ 1233054 w 10490654"/>
                  <a:gd name="connsiteY136-36086" fmla="*/ 6197044 h 10435941"/>
                  <a:gd name="connsiteX137-36087" fmla="*/ 1136072 w 10490654"/>
                  <a:gd name="connsiteY137-36088" fmla="*/ 6252462 h 10435941"/>
                  <a:gd name="connsiteX138-36089" fmla="*/ 706582 w 10490654"/>
                  <a:gd name="connsiteY138-36090" fmla="*/ 6210899 h 10435941"/>
                  <a:gd name="connsiteX139-36091" fmla="*/ 318654 w 10490654"/>
                  <a:gd name="connsiteY139-36092" fmla="*/ 6238608 h 10435941"/>
                  <a:gd name="connsiteX140-36093" fmla="*/ 96982 w 10490654"/>
                  <a:gd name="connsiteY140-36094" fmla="*/ 6391008 h 10435941"/>
                  <a:gd name="connsiteX141-36095" fmla="*/ 0 w 10490654"/>
                  <a:gd name="connsiteY141-36096" fmla="*/ 6294026 h 10435941"/>
                  <a:gd name="connsiteX142-36097" fmla="*/ 83127 w 10490654"/>
                  <a:gd name="connsiteY142-36098" fmla="*/ 6238608 h 10435941"/>
                  <a:gd name="connsiteX0-36099" fmla="*/ 83127 w 10490654"/>
                  <a:gd name="connsiteY0-36100" fmla="*/ 6238608 h 10435941"/>
                  <a:gd name="connsiteX1-36101" fmla="*/ 96982 w 10490654"/>
                  <a:gd name="connsiteY1-36102" fmla="*/ 5795262 h 10435941"/>
                  <a:gd name="connsiteX2-36103" fmla="*/ 401782 w 10490654"/>
                  <a:gd name="connsiteY2-36104" fmla="*/ 5532026 h 10435941"/>
                  <a:gd name="connsiteX3-36105" fmla="*/ 651163 w 10490654"/>
                  <a:gd name="connsiteY3-36106" fmla="*/ 5670572 h 10435941"/>
                  <a:gd name="connsiteX4-36107" fmla="*/ 858982 w 10490654"/>
                  <a:gd name="connsiteY4-36108" fmla="*/ 5504317 h 10435941"/>
                  <a:gd name="connsiteX5-36109" fmla="*/ 997527 w 10490654"/>
                  <a:gd name="connsiteY5-36110" fmla="*/ 5351917 h 10435941"/>
                  <a:gd name="connsiteX6-36111" fmla="*/ 1080654 w 10490654"/>
                  <a:gd name="connsiteY6-36112" fmla="*/ 5435044 h 10435941"/>
                  <a:gd name="connsiteX7-36113" fmla="*/ 1269312 w 10490654"/>
                  <a:gd name="connsiteY7-36114" fmla="*/ 5679710 h 10435941"/>
                  <a:gd name="connsiteX8-36115" fmla="*/ 1523116 w 10490654"/>
                  <a:gd name="connsiteY8-36116" fmla="*/ 5481030 h 10435941"/>
                  <a:gd name="connsiteX9-36117" fmla="*/ 1731818 w 10490654"/>
                  <a:gd name="connsiteY9-36118" fmla="*/ 5296499 h 10435941"/>
                  <a:gd name="connsiteX10-36119" fmla="*/ 2022763 w 10490654"/>
                  <a:gd name="connsiteY10-36120" fmla="*/ 5060972 h 10435941"/>
                  <a:gd name="connsiteX11-36121" fmla="*/ 2119745 w 10490654"/>
                  <a:gd name="connsiteY11-36122" fmla="*/ 4631481 h 10435941"/>
                  <a:gd name="connsiteX12-36123" fmla="*/ 2172511 w 10490654"/>
                  <a:gd name="connsiteY12-36124" fmla="*/ 4164848 h 10435941"/>
                  <a:gd name="connsiteX13-36125" fmla="*/ 2355272 w 10490654"/>
                  <a:gd name="connsiteY13-36126" fmla="*/ 3855626 h 10435941"/>
                  <a:gd name="connsiteX14-36127" fmla="*/ 2752497 w 10490654"/>
                  <a:gd name="connsiteY14-36128" fmla="*/ 3475092 h 10435941"/>
                  <a:gd name="connsiteX15-36129" fmla="*/ 2978727 w 10490654"/>
                  <a:gd name="connsiteY15-36130" fmla="*/ 3259881 h 10435941"/>
                  <a:gd name="connsiteX16-36131" fmla="*/ 3006436 w 10490654"/>
                  <a:gd name="connsiteY16-36132" fmla="*/ 2816535 h 10435941"/>
                  <a:gd name="connsiteX17-36133" fmla="*/ 3075709 w 10490654"/>
                  <a:gd name="connsiteY17-36134" fmla="*/ 2525590 h 10435941"/>
                  <a:gd name="connsiteX18-36135" fmla="*/ 3075709 w 10490654"/>
                  <a:gd name="connsiteY18-36136" fmla="*/ 2317772 h 10435941"/>
                  <a:gd name="connsiteX19-36137" fmla="*/ 3214254 w 10490654"/>
                  <a:gd name="connsiteY19-36138" fmla="*/ 1985262 h 10435941"/>
                  <a:gd name="connsiteX20-36139" fmla="*/ 3214254 w 10490654"/>
                  <a:gd name="connsiteY20-36140" fmla="*/ 1694317 h 10435941"/>
                  <a:gd name="connsiteX21-36141" fmla="*/ 3513454 w 10490654"/>
                  <a:gd name="connsiteY21-36142" fmla="*/ 1126281 h 10435941"/>
                  <a:gd name="connsiteX22-36143" fmla="*/ 3463636 w 10490654"/>
                  <a:gd name="connsiteY22-36144" fmla="*/ 752208 h 10435941"/>
                  <a:gd name="connsiteX23-36145" fmla="*/ 3491345 w 10490654"/>
                  <a:gd name="connsiteY23-36146" fmla="*/ 544390 h 10435941"/>
                  <a:gd name="connsiteX24-36147" fmla="*/ 3823854 w 10490654"/>
                  <a:gd name="connsiteY24-36148" fmla="*/ 184172 h 10435941"/>
                  <a:gd name="connsiteX25-36149" fmla="*/ 4017818 w 10490654"/>
                  <a:gd name="connsiteY25-36150" fmla="*/ 59481 h 10435941"/>
                  <a:gd name="connsiteX26-36151" fmla="*/ 4433454 w 10490654"/>
                  <a:gd name="connsiteY26-36152" fmla="*/ 295008 h 10435941"/>
                  <a:gd name="connsiteX27-36153" fmla="*/ 4599709 w 10490654"/>
                  <a:gd name="connsiteY27-36154" fmla="*/ 488972 h 10435941"/>
                  <a:gd name="connsiteX28-36155" fmla="*/ 5070763 w 10490654"/>
                  <a:gd name="connsiteY28-36156" fmla="*/ 544390 h 10435941"/>
                  <a:gd name="connsiteX29-36157" fmla="*/ 5391187 w 10490654"/>
                  <a:gd name="connsiteY29-36158" fmla="*/ 603639 h 10435941"/>
                  <a:gd name="connsiteX30-36159" fmla="*/ 5568642 w 10490654"/>
                  <a:gd name="connsiteY30-36160" fmla="*/ 588271 h 10435941"/>
                  <a:gd name="connsiteX31-36161" fmla="*/ 5860472 w 10490654"/>
                  <a:gd name="connsiteY31-36162" fmla="*/ 281153 h 10435941"/>
                  <a:gd name="connsiteX32-36163" fmla="*/ 6123709 w 10490654"/>
                  <a:gd name="connsiteY32-36164" fmla="*/ 322717 h 10435941"/>
                  <a:gd name="connsiteX33-36165" fmla="*/ 6541900 w 10490654"/>
                  <a:gd name="connsiteY33-36166" fmla="*/ 168233 h 10435941"/>
                  <a:gd name="connsiteX34-36167" fmla="*/ 6681722 w 10490654"/>
                  <a:gd name="connsiteY34-36168" fmla="*/ 107503 h 10435941"/>
                  <a:gd name="connsiteX35-36169" fmla="*/ 7011678 w 10490654"/>
                  <a:gd name="connsiteY35-36170" fmla="*/ 198026 h 10435941"/>
                  <a:gd name="connsiteX36-36171" fmla="*/ 7232072 w 10490654"/>
                  <a:gd name="connsiteY36-36172" fmla="*/ 17917 h 10435941"/>
                  <a:gd name="connsiteX37-36173" fmla="*/ 7379107 w 10490654"/>
                  <a:gd name="connsiteY37-36174" fmla="*/ 0 h 10435941"/>
                  <a:gd name="connsiteX38-36175" fmla="*/ 7600859 w 10490654"/>
                  <a:gd name="connsiteY38-36176" fmla="*/ 41248 h 10435941"/>
                  <a:gd name="connsiteX39-36177" fmla="*/ 7910945 w 10490654"/>
                  <a:gd name="connsiteY39-36178" fmla="*/ 128753 h 10435941"/>
                  <a:gd name="connsiteX40-36179" fmla="*/ 8312727 w 10490654"/>
                  <a:gd name="connsiteY40-36180" fmla="*/ 59481 h 10435941"/>
                  <a:gd name="connsiteX41-36181" fmla="*/ 8647005 w 10490654"/>
                  <a:gd name="connsiteY41-36182" fmla="*/ 396707 h 10435941"/>
                  <a:gd name="connsiteX42-36183" fmla="*/ 8908472 w 10490654"/>
                  <a:gd name="connsiteY42-36184" fmla="*/ 544390 h 10435941"/>
                  <a:gd name="connsiteX43-36185" fmla="*/ 9146732 w 10490654"/>
                  <a:gd name="connsiteY43-36186" fmla="*/ 420846 h 10435941"/>
                  <a:gd name="connsiteX44-36187" fmla="*/ 9372965 w 10490654"/>
                  <a:gd name="connsiteY44-36188" fmla="*/ 466363 h 10435941"/>
                  <a:gd name="connsiteX45-36189" fmla="*/ 9518072 w 10490654"/>
                  <a:gd name="connsiteY45-36190" fmla="*/ 367819 h 10435941"/>
                  <a:gd name="connsiteX46-36191" fmla="*/ 9646301 w 10490654"/>
                  <a:gd name="connsiteY46-36192" fmla="*/ 369587 h 10435941"/>
                  <a:gd name="connsiteX47-36193" fmla="*/ 10002982 w 10490654"/>
                  <a:gd name="connsiteY47-36194" fmla="*/ 793772 h 10435941"/>
                  <a:gd name="connsiteX48-36195" fmla="*/ 10238509 w 10490654"/>
                  <a:gd name="connsiteY48-36196" fmla="*/ 987735 h 10435941"/>
                  <a:gd name="connsiteX49-36197" fmla="*/ 10224654 w 10490654"/>
                  <a:gd name="connsiteY49-36198" fmla="*/ 1250972 h 10435941"/>
                  <a:gd name="connsiteX50-36199" fmla="*/ 10238509 w 10490654"/>
                  <a:gd name="connsiteY50-36200" fmla="*/ 1444935 h 10435941"/>
                  <a:gd name="connsiteX51-36201" fmla="*/ 10243066 w 10490654"/>
                  <a:gd name="connsiteY51-36202" fmla="*/ 1580249 h 10435941"/>
                  <a:gd name="connsiteX52-36203" fmla="*/ 10490654 w 10490654"/>
                  <a:gd name="connsiteY52-36204" fmla="*/ 1753897 h 10435941"/>
                  <a:gd name="connsiteX53-36205" fmla="*/ 10077929 w 10490654"/>
                  <a:gd name="connsiteY53-36206" fmla="*/ 2207269 h 10435941"/>
                  <a:gd name="connsiteX54-36207" fmla="*/ 9781309 w 10490654"/>
                  <a:gd name="connsiteY54-36208" fmla="*/ 2497881 h 10435941"/>
                  <a:gd name="connsiteX55-36209" fmla="*/ 9580055 w 10490654"/>
                  <a:gd name="connsiteY55-36210" fmla="*/ 3426134 h 10435941"/>
                  <a:gd name="connsiteX56-36211" fmla="*/ 9532477 w 10490654"/>
                  <a:gd name="connsiteY56-36212" fmla="*/ 3685207 h 10435941"/>
                  <a:gd name="connsiteX57-36213" fmla="*/ 9365672 w 10490654"/>
                  <a:gd name="connsiteY57-36214" fmla="*/ 3911044 h 10435941"/>
                  <a:gd name="connsiteX58-36215" fmla="*/ 9310254 w 10490654"/>
                  <a:gd name="connsiteY58-36216" fmla="*/ 4077299 h 10435941"/>
                  <a:gd name="connsiteX59-36217" fmla="*/ 9236422 w 10490654"/>
                  <a:gd name="connsiteY59-36218" fmla="*/ 4285117 h 10435941"/>
                  <a:gd name="connsiteX60-36219" fmla="*/ 9205255 w 10490654"/>
                  <a:gd name="connsiteY60-36220" fmla="*/ 4430122 h 10435941"/>
                  <a:gd name="connsiteX61-36221" fmla="*/ 9337963 w 10490654"/>
                  <a:gd name="connsiteY61-36222" fmla="*/ 4659190 h 10435941"/>
                  <a:gd name="connsiteX62-36223" fmla="*/ 9382180 w 10490654"/>
                  <a:gd name="connsiteY62-36224" fmla="*/ 4915057 h 10435941"/>
                  <a:gd name="connsiteX63-36225" fmla="*/ 9397939 w 10490654"/>
                  <a:gd name="connsiteY63-36226" fmla="*/ 5208060 h 10435941"/>
                  <a:gd name="connsiteX64-36227" fmla="*/ 9383359 w 10490654"/>
                  <a:gd name="connsiteY64-36228" fmla="*/ 5615153 h 10435941"/>
                  <a:gd name="connsiteX65-36229" fmla="*/ 9518623 w 10490654"/>
                  <a:gd name="connsiteY65-36230" fmla="*/ 5975373 h 10435941"/>
                  <a:gd name="connsiteX66-36231" fmla="*/ 9540496 w 10490654"/>
                  <a:gd name="connsiteY66-36232" fmla="*/ 6403714 h 10435941"/>
                  <a:gd name="connsiteX67-36233" fmla="*/ 9933709 w 10490654"/>
                  <a:gd name="connsiteY67-36234" fmla="*/ 6862062 h 10435941"/>
                  <a:gd name="connsiteX68-36235" fmla="*/ 10052074 w 10490654"/>
                  <a:gd name="connsiteY68-36236" fmla="*/ 7221396 h 10435941"/>
                  <a:gd name="connsiteX69-36237" fmla="*/ 10232908 w 10490654"/>
                  <a:gd name="connsiteY69-36238" fmla="*/ 7514995 h 10435941"/>
                  <a:gd name="connsiteX70-36239" fmla="*/ 9670472 w 10490654"/>
                  <a:gd name="connsiteY70-36240" fmla="*/ 7540935 h 10435941"/>
                  <a:gd name="connsiteX71-36241" fmla="*/ 9174087 w 10490654"/>
                  <a:gd name="connsiteY71-36242" fmla="*/ 7651772 h 10435941"/>
                  <a:gd name="connsiteX72-36243" fmla="*/ 9128871 w 10490654"/>
                  <a:gd name="connsiteY72-36244" fmla="*/ 7790317 h 10435941"/>
                  <a:gd name="connsiteX73-36245" fmla="*/ 9019309 w 10490654"/>
                  <a:gd name="connsiteY73-36246" fmla="*/ 7998135 h 10435941"/>
                  <a:gd name="connsiteX74-36247" fmla="*/ 8933823 w 10490654"/>
                  <a:gd name="connsiteY74-36248" fmla="*/ 8085908 h 10435941"/>
                  <a:gd name="connsiteX75-36249" fmla="*/ 9036787 w 10490654"/>
                  <a:gd name="connsiteY75-36250" fmla="*/ 8313437 h 10435941"/>
                  <a:gd name="connsiteX76-36251" fmla="*/ 9027559 w 10490654"/>
                  <a:gd name="connsiteY76-36252" fmla="*/ 8524608 h 10435941"/>
                  <a:gd name="connsiteX77-36253" fmla="*/ 8993669 w 10490654"/>
                  <a:gd name="connsiteY77-36254" fmla="*/ 8758113 h 10435941"/>
                  <a:gd name="connsiteX78-36255" fmla="*/ 8991600 w 10490654"/>
                  <a:gd name="connsiteY78-36256" fmla="*/ 8967953 h 10435941"/>
                  <a:gd name="connsiteX79-36257" fmla="*/ 8894618 w 10490654"/>
                  <a:gd name="connsiteY79-36258" fmla="*/ 9272753 h 10435941"/>
                  <a:gd name="connsiteX80-36259" fmla="*/ 8922328 w 10490654"/>
                  <a:gd name="connsiteY80-36260" fmla="*/ 9578490 h 10435941"/>
                  <a:gd name="connsiteX81-36261" fmla="*/ 9138715 w 10490654"/>
                  <a:gd name="connsiteY81-36262" fmla="*/ 9750056 h 10435941"/>
                  <a:gd name="connsiteX82-36263" fmla="*/ 9231789 w 10490654"/>
                  <a:gd name="connsiteY82-36264" fmla="*/ 9890275 h 10435941"/>
                  <a:gd name="connsiteX83-36265" fmla="*/ 9462870 w 10490654"/>
                  <a:gd name="connsiteY83-36266" fmla="*/ 9929452 h 10435941"/>
                  <a:gd name="connsiteX84-36267" fmla="*/ 9472032 w 10490654"/>
                  <a:gd name="connsiteY84-36268" fmla="*/ 9818955 h 10435941"/>
                  <a:gd name="connsiteX85-36269" fmla="*/ 9620746 w 10490654"/>
                  <a:gd name="connsiteY85-36270" fmla="*/ 9758904 h 10435941"/>
                  <a:gd name="connsiteX86-36271" fmla="*/ 9632264 w 10490654"/>
                  <a:gd name="connsiteY86-36272" fmla="*/ 10334695 h 10435941"/>
                  <a:gd name="connsiteX87-36273" fmla="*/ 9504664 w 10490654"/>
                  <a:gd name="connsiteY87-36274" fmla="*/ 10338313 h 10435941"/>
                  <a:gd name="connsiteX88-36275" fmla="*/ 9328580 w 10490654"/>
                  <a:gd name="connsiteY88-36276" fmla="*/ 10427202 h 10435941"/>
                  <a:gd name="connsiteX89-36277" fmla="*/ 9204220 w 10490654"/>
                  <a:gd name="connsiteY89-36278" fmla="*/ 10435941 h 10435941"/>
                  <a:gd name="connsiteX90-36279" fmla="*/ 9065234 w 10490654"/>
                  <a:gd name="connsiteY90-36280" fmla="*/ 10122103 h 10435941"/>
                  <a:gd name="connsiteX91-36281" fmla="*/ 8825345 w 10490654"/>
                  <a:gd name="connsiteY91-36282" fmla="*/ 9813081 h 10435941"/>
                  <a:gd name="connsiteX92-36283" fmla="*/ 8534400 w 10490654"/>
                  <a:gd name="connsiteY92-36284" fmla="*/ 9702244 h 10435941"/>
                  <a:gd name="connsiteX93-36285" fmla="*/ 8423563 w 10490654"/>
                  <a:gd name="connsiteY93-36286" fmla="*/ 9646826 h 10435941"/>
                  <a:gd name="connsiteX94-36287" fmla="*/ 8285018 w 10490654"/>
                  <a:gd name="connsiteY94-36288" fmla="*/ 9480572 h 10435941"/>
                  <a:gd name="connsiteX95-36289" fmla="*/ 8257309 w 10490654"/>
                  <a:gd name="connsiteY95-36290" fmla="*/ 9342026 h 10435941"/>
                  <a:gd name="connsiteX96-36291" fmla="*/ 8146472 w 10490654"/>
                  <a:gd name="connsiteY96-36292" fmla="*/ 9355881 h 10435941"/>
                  <a:gd name="connsiteX97-36293" fmla="*/ 8091054 w 10490654"/>
                  <a:gd name="connsiteY97-36294" fmla="*/ 9577553 h 10435941"/>
                  <a:gd name="connsiteX98-36295" fmla="*/ 7806336 w 10490654"/>
                  <a:gd name="connsiteY98-36296" fmla="*/ 9583313 h 10435941"/>
                  <a:gd name="connsiteX99-36297" fmla="*/ 7567694 w 10490654"/>
                  <a:gd name="connsiteY99-36298" fmla="*/ 9520112 h 10435941"/>
                  <a:gd name="connsiteX100-36299" fmla="*/ 7466043 w 10490654"/>
                  <a:gd name="connsiteY100-36300" fmla="*/ 9471387 h 10435941"/>
                  <a:gd name="connsiteX101-36301" fmla="*/ 7287491 w 10490654"/>
                  <a:gd name="connsiteY101-36302" fmla="*/ 9449904 h 10435941"/>
                  <a:gd name="connsiteX102-36303" fmla="*/ 7221797 w 10490654"/>
                  <a:gd name="connsiteY102-36304" fmla="*/ 9121910 h 10435941"/>
                  <a:gd name="connsiteX103-36305" fmla="*/ 6954982 w 10490654"/>
                  <a:gd name="connsiteY103-36306" fmla="*/ 9189626 h 10435941"/>
                  <a:gd name="connsiteX104-36307" fmla="*/ 6710737 w 10490654"/>
                  <a:gd name="connsiteY104-36308" fmla="*/ 9262013 h 10435941"/>
                  <a:gd name="connsiteX105-36309" fmla="*/ 6674777 w 10490654"/>
                  <a:gd name="connsiteY105-36310" fmla="*/ 9062912 h 10435941"/>
                  <a:gd name="connsiteX106-36311" fmla="*/ 6511636 w 10490654"/>
                  <a:gd name="connsiteY106-36312" fmla="*/ 8954099 h 10435941"/>
                  <a:gd name="connsiteX107-36313" fmla="*/ 6428509 w 10490654"/>
                  <a:gd name="connsiteY107-36314" fmla="*/ 8954099 h 10435941"/>
                  <a:gd name="connsiteX108-36315" fmla="*/ 6325922 w 10490654"/>
                  <a:gd name="connsiteY108-36316" fmla="*/ 9057307 h 10435941"/>
                  <a:gd name="connsiteX109-36317" fmla="*/ 6167763 w 10490654"/>
                  <a:gd name="connsiteY109-36318" fmla="*/ 8978227 h 10435941"/>
                  <a:gd name="connsiteX110-36319" fmla="*/ 6002132 w 10490654"/>
                  <a:gd name="connsiteY110-36320" fmla="*/ 9093734 h 10435941"/>
                  <a:gd name="connsiteX111-36321" fmla="*/ 5749636 w 10490654"/>
                  <a:gd name="connsiteY111-36322" fmla="*/ 9051081 h 10435941"/>
                  <a:gd name="connsiteX112-36323" fmla="*/ 5674760 w 10490654"/>
                  <a:gd name="connsiteY112-36324" fmla="*/ 9081904 h 10435941"/>
                  <a:gd name="connsiteX113-36325" fmla="*/ 5507415 w 10490654"/>
                  <a:gd name="connsiteY113-36326" fmla="*/ 9128137 h 10435941"/>
                  <a:gd name="connsiteX114-36327" fmla="*/ 5505859 w 10490654"/>
                  <a:gd name="connsiteY114-36328" fmla="*/ 8870972 h 10435941"/>
                  <a:gd name="connsiteX115-36329" fmla="*/ 5505857 w 10490654"/>
                  <a:gd name="connsiteY115-36330" fmla="*/ 8634977 h 10435941"/>
                  <a:gd name="connsiteX116-36331" fmla="*/ 5336024 w 10490654"/>
                  <a:gd name="connsiteY116-36332" fmla="*/ 8333292 h 10435941"/>
                  <a:gd name="connsiteX117-36333" fmla="*/ 5230324 w 10490654"/>
                  <a:gd name="connsiteY117-36334" fmla="*/ 8082820 h 10435941"/>
                  <a:gd name="connsiteX118-36335" fmla="*/ 5317031 w 10490654"/>
                  <a:gd name="connsiteY118-36336" fmla="*/ 7610208 h 10435941"/>
                  <a:gd name="connsiteX119-36337" fmla="*/ 5201059 w 10490654"/>
                  <a:gd name="connsiteY119-36338" fmla="*/ 7320352 h 10435941"/>
                  <a:gd name="connsiteX120-36339" fmla="*/ 5250872 w 10490654"/>
                  <a:gd name="connsiteY120-36340" fmla="*/ 7069881 h 10435941"/>
                  <a:gd name="connsiteX121-36341" fmla="*/ 5245735 w 10490654"/>
                  <a:gd name="connsiteY121-36342" fmla="*/ 7018665 h 10435941"/>
                  <a:gd name="connsiteX122-36343" fmla="*/ 4577603 w 10490654"/>
                  <a:gd name="connsiteY122-36344" fmla="*/ 7013996 h 10435941"/>
                  <a:gd name="connsiteX123-36345" fmla="*/ 4528412 w 10490654"/>
                  <a:gd name="connsiteY123-36346" fmla="*/ 6840580 h 10435941"/>
                  <a:gd name="connsiteX124-36347" fmla="*/ 4038834 w 10490654"/>
                  <a:gd name="connsiteY124-36348" fmla="*/ 6816452 h 10435941"/>
                  <a:gd name="connsiteX125-36349" fmla="*/ 3976254 w 10490654"/>
                  <a:gd name="connsiteY125-36350" fmla="*/ 7069881 h 10435941"/>
                  <a:gd name="connsiteX126-36351" fmla="*/ 3932667 w 10490654"/>
                  <a:gd name="connsiteY126-36352" fmla="*/ 7281279 h 10435941"/>
                  <a:gd name="connsiteX127-36353" fmla="*/ 3884155 w 10490654"/>
                  <a:gd name="connsiteY127-36354" fmla="*/ 7403480 h 10435941"/>
                  <a:gd name="connsiteX128-36355" fmla="*/ 3572499 w 10490654"/>
                  <a:gd name="connsiteY128-36356" fmla="*/ 7365450 h 10435941"/>
                  <a:gd name="connsiteX129-36357" fmla="*/ 3311236 w 10490654"/>
                  <a:gd name="connsiteY129-36358" fmla="*/ 7402390 h 10435941"/>
                  <a:gd name="connsiteX130-36359" fmla="*/ 2921540 w 10490654"/>
                  <a:gd name="connsiteY130-36360" fmla="*/ 7414475 h 10435941"/>
                  <a:gd name="connsiteX131-36361" fmla="*/ 2784763 w 10490654"/>
                  <a:gd name="connsiteY131-36362" fmla="*/ 7139153 h 10435941"/>
                  <a:gd name="connsiteX132-36363" fmla="*/ 2604654 w 10490654"/>
                  <a:gd name="connsiteY132-36364" fmla="*/ 6862062 h 10435941"/>
                  <a:gd name="connsiteX133-36365" fmla="*/ 2410691 w 10490654"/>
                  <a:gd name="connsiteY133-36366" fmla="*/ 6363299 h 10435941"/>
                  <a:gd name="connsiteX134-36367" fmla="*/ 2327563 w 10490654"/>
                  <a:gd name="connsiteY134-36368" fmla="*/ 6224753 h 10435941"/>
                  <a:gd name="connsiteX135-36369" fmla="*/ 1662545 w 10490654"/>
                  <a:gd name="connsiteY135-36370" fmla="*/ 6197044 h 10435941"/>
                  <a:gd name="connsiteX136-36371" fmla="*/ 1233054 w 10490654"/>
                  <a:gd name="connsiteY136-36372" fmla="*/ 6197044 h 10435941"/>
                  <a:gd name="connsiteX137-36373" fmla="*/ 1136072 w 10490654"/>
                  <a:gd name="connsiteY137-36374" fmla="*/ 6252462 h 10435941"/>
                  <a:gd name="connsiteX138-36375" fmla="*/ 706582 w 10490654"/>
                  <a:gd name="connsiteY138-36376" fmla="*/ 6210899 h 10435941"/>
                  <a:gd name="connsiteX139-36377" fmla="*/ 318654 w 10490654"/>
                  <a:gd name="connsiteY139-36378" fmla="*/ 6238608 h 10435941"/>
                  <a:gd name="connsiteX140-36379" fmla="*/ 96982 w 10490654"/>
                  <a:gd name="connsiteY140-36380" fmla="*/ 6391008 h 10435941"/>
                  <a:gd name="connsiteX141-36381" fmla="*/ 0 w 10490654"/>
                  <a:gd name="connsiteY141-36382" fmla="*/ 6294026 h 10435941"/>
                  <a:gd name="connsiteX142-36383" fmla="*/ 83127 w 10490654"/>
                  <a:gd name="connsiteY142-36384" fmla="*/ 6238608 h 10435941"/>
                  <a:gd name="connsiteX0-36385" fmla="*/ 83127 w 10490654"/>
                  <a:gd name="connsiteY0-36386" fmla="*/ 6238608 h 10435941"/>
                  <a:gd name="connsiteX1-36387" fmla="*/ 96982 w 10490654"/>
                  <a:gd name="connsiteY1-36388" fmla="*/ 5795262 h 10435941"/>
                  <a:gd name="connsiteX2-36389" fmla="*/ 401782 w 10490654"/>
                  <a:gd name="connsiteY2-36390" fmla="*/ 5532026 h 10435941"/>
                  <a:gd name="connsiteX3-36391" fmla="*/ 651163 w 10490654"/>
                  <a:gd name="connsiteY3-36392" fmla="*/ 5670572 h 10435941"/>
                  <a:gd name="connsiteX4-36393" fmla="*/ 858982 w 10490654"/>
                  <a:gd name="connsiteY4-36394" fmla="*/ 5504317 h 10435941"/>
                  <a:gd name="connsiteX5-36395" fmla="*/ 997527 w 10490654"/>
                  <a:gd name="connsiteY5-36396" fmla="*/ 5351917 h 10435941"/>
                  <a:gd name="connsiteX6-36397" fmla="*/ 1080654 w 10490654"/>
                  <a:gd name="connsiteY6-36398" fmla="*/ 5435044 h 10435941"/>
                  <a:gd name="connsiteX7-36399" fmla="*/ 1269312 w 10490654"/>
                  <a:gd name="connsiteY7-36400" fmla="*/ 5679710 h 10435941"/>
                  <a:gd name="connsiteX8-36401" fmla="*/ 1523116 w 10490654"/>
                  <a:gd name="connsiteY8-36402" fmla="*/ 5481030 h 10435941"/>
                  <a:gd name="connsiteX9-36403" fmla="*/ 1731818 w 10490654"/>
                  <a:gd name="connsiteY9-36404" fmla="*/ 5296499 h 10435941"/>
                  <a:gd name="connsiteX10-36405" fmla="*/ 2022763 w 10490654"/>
                  <a:gd name="connsiteY10-36406" fmla="*/ 5060972 h 10435941"/>
                  <a:gd name="connsiteX11-36407" fmla="*/ 2119745 w 10490654"/>
                  <a:gd name="connsiteY11-36408" fmla="*/ 4631481 h 10435941"/>
                  <a:gd name="connsiteX12-36409" fmla="*/ 2172511 w 10490654"/>
                  <a:gd name="connsiteY12-36410" fmla="*/ 4164848 h 10435941"/>
                  <a:gd name="connsiteX13-36411" fmla="*/ 2355272 w 10490654"/>
                  <a:gd name="connsiteY13-36412" fmla="*/ 3855626 h 10435941"/>
                  <a:gd name="connsiteX14-36413" fmla="*/ 2752497 w 10490654"/>
                  <a:gd name="connsiteY14-36414" fmla="*/ 3475092 h 10435941"/>
                  <a:gd name="connsiteX15-36415" fmla="*/ 2978727 w 10490654"/>
                  <a:gd name="connsiteY15-36416" fmla="*/ 3259881 h 10435941"/>
                  <a:gd name="connsiteX16-36417" fmla="*/ 3006436 w 10490654"/>
                  <a:gd name="connsiteY16-36418" fmla="*/ 2816535 h 10435941"/>
                  <a:gd name="connsiteX17-36419" fmla="*/ 3075709 w 10490654"/>
                  <a:gd name="connsiteY17-36420" fmla="*/ 2525590 h 10435941"/>
                  <a:gd name="connsiteX18-36421" fmla="*/ 3075709 w 10490654"/>
                  <a:gd name="connsiteY18-36422" fmla="*/ 2317772 h 10435941"/>
                  <a:gd name="connsiteX19-36423" fmla="*/ 3214254 w 10490654"/>
                  <a:gd name="connsiteY19-36424" fmla="*/ 1985262 h 10435941"/>
                  <a:gd name="connsiteX20-36425" fmla="*/ 3214254 w 10490654"/>
                  <a:gd name="connsiteY20-36426" fmla="*/ 1694317 h 10435941"/>
                  <a:gd name="connsiteX21-36427" fmla="*/ 3513454 w 10490654"/>
                  <a:gd name="connsiteY21-36428" fmla="*/ 1126281 h 10435941"/>
                  <a:gd name="connsiteX22-36429" fmla="*/ 3463636 w 10490654"/>
                  <a:gd name="connsiteY22-36430" fmla="*/ 752208 h 10435941"/>
                  <a:gd name="connsiteX23-36431" fmla="*/ 3491345 w 10490654"/>
                  <a:gd name="connsiteY23-36432" fmla="*/ 544390 h 10435941"/>
                  <a:gd name="connsiteX24-36433" fmla="*/ 3823854 w 10490654"/>
                  <a:gd name="connsiteY24-36434" fmla="*/ 184172 h 10435941"/>
                  <a:gd name="connsiteX25-36435" fmla="*/ 4017818 w 10490654"/>
                  <a:gd name="connsiteY25-36436" fmla="*/ 59481 h 10435941"/>
                  <a:gd name="connsiteX26-36437" fmla="*/ 4433454 w 10490654"/>
                  <a:gd name="connsiteY26-36438" fmla="*/ 295008 h 10435941"/>
                  <a:gd name="connsiteX27-36439" fmla="*/ 4599709 w 10490654"/>
                  <a:gd name="connsiteY27-36440" fmla="*/ 488972 h 10435941"/>
                  <a:gd name="connsiteX28-36441" fmla="*/ 5070763 w 10490654"/>
                  <a:gd name="connsiteY28-36442" fmla="*/ 544390 h 10435941"/>
                  <a:gd name="connsiteX29-36443" fmla="*/ 5391187 w 10490654"/>
                  <a:gd name="connsiteY29-36444" fmla="*/ 603639 h 10435941"/>
                  <a:gd name="connsiteX30-36445" fmla="*/ 5568642 w 10490654"/>
                  <a:gd name="connsiteY30-36446" fmla="*/ 588271 h 10435941"/>
                  <a:gd name="connsiteX31-36447" fmla="*/ 5860472 w 10490654"/>
                  <a:gd name="connsiteY31-36448" fmla="*/ 281153 h 10435941"/>
                  <a:gd name="connsiteX32-36449" fmla="*/ 6123709 w 10490654"/>
                  <a:gd name="connsiteY32-36450" fmla="*/ 322717 h 10435941"/>
                  <a:gd name="connsiteX33-36451" fmla="*/ 6541900 w 10490654"/>
                  <a:gd name="connsiteY33-36452" fmla="*/ 168233 h 10435941"/>
                  <a:gd name="connsiteX34-36453" fmla="*/ 6681722 w 10490654"/>
                  <a:gd name="connsiteY34-36454" fmla="*/ 107503 h 10435941"/>
                  <a:gd name="connsiteX35-36455" fmla="*/ 7011678 w 10490654"/>
                  <a:gd name="connsiteY35-36456" fmla="*/ 198026 h 10435941"/>
                  <a:gd name="connsiteX36-36457" fmla="*/ 7232072 w 10490654"/>
                  <a:gd name="connsiteY36-36458" fmla="*/ 17917 h 10435941"/>
                  <a:gd name="connsiteX37-36459" fmla="*/ 7379107 w 10490654"/>
                  <a:gd name="connsiteY37-36460" fmla="*/ 0 h 10435941"/>
                  <a:gd name="connsiteX38-36461" fmla="*/ 7600859 w 10490654"/>
                  <a:gd name="connsiteY38-36462" fmla="*/ 41248 h 10435941"/>
                  <a:gd name="connsiteX39-36463" fmla="*/ 7910945 w 10490654"/>
                  <a:gd name="connsiteY39-36464" fmla="*/ 128753 h 10435941"/>
                  <a:gd name="connsiteX40-36465" fmla="*/ 8312727 w 10490654"/>
                  <a:gd name="connsiteY40-36466" fmla="*/ 59481 h 10435941"/>
                  <a:gd name="connsiteX41-36467" fmla="*/ 8647005 w 10490654"/>
                  <a:gd name="connsiteY41-36468" fmla="*/ 396707 h 10435941"/>
                  <a:gd name="connsiteX42-36469" fmla="*/ 8908472 w 10490654"/>
                  <a:gd name="connsiteY42-36470" fmla="*/ 544390 h 10435941"/>
                  <a:gd name="connsiteX43-36471" fmla="*/ 9146732 w 10490654"/>
                  <a:gd name="connsiteY43-36472" fmla="*/ 420846 h 10435941"/>
                  <a:gd name="connsiteX44-36473" fmla="*/ 9372965 w 10490654"/>
                  <a:gd name="connsiteY44-36474" fmla="*/ 466363 h 10435941"/>
                  <a:gd name="connsiteX45-36475" fmla="*/ 9518072 w 10490654"/>
                  <a:gd name="connsiteY45-36476" fmla="*/ 367819 h 10435941"/>
                  <a:gd name="connsiteX46-36477" fmla="*/ 9646301 w 10490654"/>
                  <a:gd name="connsiteY46-36478" fmla="*/ 369587 h 10435941"/>
                  <a:gd name="connsiteX47-36479" fmla="*/ 10002982 w 10490654"/>
                  <a:gd name="connsiteY47-36480" fmla="*/ 793772 h 10435941"/>
                  <a:gd name="connsiteX48-36481" fmla="*/ 10238509 w 10490654"/>
                  <a:gd name="connsiteY48-36482" fmla="*/ 987735 h 10435941"/>
                  <a:gd name="connsiteX49-36483" fmla="*/ 10224654 w 10490654"/>
                  <a:gd name="connsiteY49-36484" fmla="*/ 1250972 h 10435941"/>
                  <a:gd name="connsiteX50-36485" fmla="*/ 10238509 w 10490654"/>
                  <a:gd name="connsiteY50-36486" fmla="*/ 1444935 h 10435941"/>
                  <a:gd name="connsiteX51-36487" fmla="*/ 10243066 w 10490654"/>
                  <a:gd name="connsiteY51-36488" fmla="*/ 1580249 h 10435941"/>
                  <a:gd name="connsiteX52-36489" fmla="*/ 10490654 w 10490654"/>
                  <a:gd name="connsiteY52-36490" fmla="*/ 1753897 h 10435941"/>
                  <a:gd name="connsiteX53-36491" fmla="*/ 10077929 w 10490654"/>
                  <a:gd name="connsiteY53-36492" fmla="*/ 2207269 h 10435941"/>
                  <a:gd name="connsiteX54-36493" fmla="*/ 9781309 w 10490654"/>
                  <a:gd name="connsiteY54-36494" fmla="*/ 2497881 h 10435941"/>
                  <a:gd name="connsiteX55-36495" fmla="*/ 9580055 w 10490654"/>
                  <a:gd name="connsiteY55-36496" fmla="*/ 3426134 h 10435941"/>
                  <a:gd name="connsiteX56-36497" fmla="*/ 9532477 w 10490654"/>
                  <a:gd name="connsiteY56-36498" fmla="*/ 3685207 h 10435941"/>
                  <a:gd name="connsiteX57-36499" fmla="*/ 9365672 w 10490654"/>
                  <a:gd name="connsiteY57-36500" fmla="*/ 3911044 h 10435941"/>
                  <a:gd name="connsiteX58-36501" fmla="*/ 9310254 w 10490654"/>
                  <a:gd name="connsiteY58-36502" fmla="*/ 4077299 h 10435941"/>
                  <a:gd name="connsiteX59-36503" fmla="*/ 9236422 w 10490654"/>
                  <a:gd name="connsiteY59-36504" fmla="*/ 4285117 h 10435941"/>
                  <a:gd name="connsiteX60-36505" fmla="*/ 9205255 w 10490654"/>
                  <a:gd name="connsiteY60-36506" fmla="*/ 4430122 h 10435941"/>
                  <a:gd name="connsiteX61-36507" fmla="*/ 9337963 w 10490654"/>
                  <a:gd name="connsiteY61-36508" fmla="*/ 4659190 h 10435941"/>
                  <a:gd name="connsiteX62-36509" fmla="*/ 9382180 w 10490654"/>
                  <a:gd name="connsiteY62-36510" fmla="*/ 4915057 h 10435941"/>
                  <a:gd name="connsiteX63-36511" fmla="*/ 9397939 w 10490654"/>
                  <a:gd name="connsiteY63-36512" fmla="*/ 5208060 h 10435941"/>
                  <a:gd name="connsiteX64-36513" fmla="*/ 9383359 w 10490654"/>
                  <a:gd name="connsiteY64-36514" fmla="*/ 5615153 h 10435941"/>
                  <a:gd name="connsiteX65-36515" fmla="*/ 9518623 w 10490654"/>
                  <a:gd name="connsiteY65-36516" fmla="*/ 5975373 h 10435941"/>
                  <a:gd name="connsiteX66-36517" fmla="*/ 9540496 w 10490654"/>
                  <a:gd name="connsiteY66-36518" fmla="*/ 6403714 h 10435941"/>
                  <a:gd name="connsiteX67-36519" fmla="*/ 9933709 w 10490654"/>
                  <a:gd name="connsiteY67-36520" fmla="*/ 6862062 h 10435941"/>
                  <a:gd name="connsiteX68-36521" fmla="*/ 10052074 w 10490654"/>
                  <a:gd name="connsiteY68-36522" fmla="*/ 7221396 h 10435941"/>
                  <a:gd name="connsiteX69-36523" fmla="*/ 10232908 w 10490654"/>
                  <a:gd name="connsiteY69-36524" fmla="*/ 7514995 h 10435941"/>
                  <a:gd name="connsiteX70-36525" fmla="*/ 9670472 w 10490654"/>
                  <a:gd name="connsiteY70-36526" fmla="*/ 7540935 h 10435941"/>
                  <a:gd name="connsiteX71-36527" fmla="*/ 9174087 w 10490654"/>
                  <a:gd name="connsiteY71-36528" fmla="*/ 7651772 h 10435941"/>
                  <a:gd name="connsiteX72-36529" fmla="*/ 9128871 w 10490654"/>
                  <a:gd name="connsiteY72-36530" fmla="*/ 7790317 h 10435941"/>
                  <a:gd name="connsiteX73-36531" fmla="*/ 9019309 w 10490654"/>
                  <a:gd name="connsiteY73-36532" fmla="*/ 7998135 h 10435941"/>
                  <a:gd name="connsiteX74-36533" fmla="*/ 8933823 w 10490654"/>
                  <a:gd name="connsiteY74-36534" fmla="*/ 8085908 h 10435941"/>
                  <a:gd name="connsiteX75-36535" fmla="*/ 9036787 w 10490654"/>
                  <a:gd name="connsiteY75-36536" fmla="*/ 8313437 h 10435941"/>
                  <a:gd name="connsiteX76-36537" fmla="*/ 9027559 w 10490654"/>
                  <a:gd name="connsiteY76-36538" fmla="*/ 8524608 h 10435941"/>
                  <a:gd name="connsiteX77-36539" fmla="*/ 8993669 w 10490654"/>
                  <a:gd name="connsiteY77-36540" fmla="*/ 8758113 h 10435941"/>
                  <a:gd name="connsiteX78-36541" fmla="*/ 8991600 w 10490654"/>
                  <a:gd name="connsiteY78-36542" fmla="*/ 8967953 h 10435941"/>
                  <a:gd name="connsiteX79-36543" fmla="*/ 8894618 w 10490654"/>
                  <a:gd name="connsiteY79-36544" fmla="*/ 9272753 h 10435941"/>
                  <a:gd name="connsiteX80-36545" fmla="*/ 8922328 w 10490654"/>
                  <a:gd name="connsiteY80-36546" fmla="*/ 9578490 h 10435941"/>
                  <a:gd name="connsiteX81-36547" fmla="*/ 9138715 w 10490654"/>
                  <a:gd name="connsiteY81-36548" fmla="*/ 9750056 h 10435941"/>
                  <a:gd name="connsiteX82-36549" fmla="*/ 9231789 w 10490654"/>
                  <a:gd name="connsiteY82-36550" fmla="*/ 9890275 h 10435941"/>
                  <a:gd name="connsiteX83-36551" fmla="*/ 9462870 w 10490654"/>
                  <a:gd name="connsiteY83-36552" fmla="*/ 9929452 h 10435941"/>
                  <a:gd name="connsiteX84-36553" fmla="*/ 9472032 w 10490654"/>
                  <a:gd name="connsiteY84-36554" fmla="*/ 9818955 h 10435941"/>
                  <a:gd name="connsiteX85-36555" fmla="*/ 9620746 w 10490654"/>
                  <a:gd name="connsiteY85-36556" fmla="*/ 9758904 h 10435941"/>
                  <a:gd name="connsiteX86-36557" fmla="*/ 9632264 w 10490654"/>
                  <a:gd name="connsiteY86-36558" fmla="*/ 10334695 h 10435941"/>
                  <a:gd name="connsiteX87-36559" fmla="*/ 9504664 w 10490654"/>
                  <a:gd name="connsiteY87-36560" fmla="*/ 10338313 h 10435941"/>
                  <a:gd name="connsiteX88-36561" fmla="*/ 9328580 w 10490654"/>
                  <a:gd name="connsiteY88-36562" fmla="*/ 10427202 h 10435941"/>
                  <a:gd name="connsiteX89-36563" fmla="*/ 9204220 w 10490654"/>
                  <a:gd name="connsiteY89-36564" fmla="*/ 10435941 h 10435941"/>
                  <a:gd name="connsiteX90-36565" fmla="*/ 9065234 w 10490654"/>
                  <a:gd name="connsiteY90-36566" fmla="*/ 10122103 h 10435941"/>
                  <a:gd name="connsiteX91-36567" fmla="*/ 8926831 w 10490654"/>
                  <a:gd name="connsiteY91-36568" fmla="*/ 9952470 h 10435941"/>
                  <a:gd name="connsiteX92-36569" fmla="*/ 8825345 w 10490654"/>
                  <a:gd name="connsiteY92-36570" fmla="*/ 9813081 h 10435941"/>
                  <a:gd name="connsiteX93-36571" fmla="*/ 8534400 w 10490654"/>
                  <a:gd name="connsiteY93-36572" fmla="*/ 9702244 h 10435941"/>
                  <a:gd name="connsiteX94-36573" fmla="*/ 8423563 w 10490654"/>
                  <a:gd name="connsiteY94-36574" fmla="*/ 9646826 h 10435941"/>
                  <a:gd name="connsiteX95-36575" fmla="*/ 8285018 w 10490654"/>
                  <a:gd name="connsiteY95-36576" fmla="*/ 9480572 h 10435941"/>
                  <a:gd name="connsiteX96-36577" fmla="*/ 8257309 w 10490654"/>
                  <a:gd name="connsiteY96-36578" fmla="*/ 9342026 h 10435941"/>
                  <a:gd name="connsiteX97-36579" fmla="*/ 8146472 w 10490654"/>
                  <a:gd name="connsiteY97-36580" fmla="*/ 9355881 h 10435941"/>
                  <a:gd name="connsiteX98-36581" fmla="*/ 8091054 w 10490654"/>
                  <a:gd name="connsiteY98-36582" fmla="*/ 9577553 h 10435941"/>
                  <a:gd name="connsiteX99-36583" fmla="*/ 7806336 w 10490654"/>
                  <a:gd name="connsiteY99-36584" fmla="*/ 9583313 h 10435941"/>
                  <a:gd name="connsiteX100-36585" fmla="*/ 7567694 w 10490654"/>
                  <a:gd name="connsiteY100-36586" fmla="*/ 9520112 h 10435941"/>
                  <a:gd name="connsiteX101-36587" fmla="*/ 7466043 w 10490654"/>
                  <a:gd name="connsiteY101-36588" fmla="*/ 9471387 h 10435941"/>
                  <a:gd name="connsiteX102-36589" fmla="*/ 7287491 w 10490654"/>
                  <a:gd name="connsiteY102-36590" fmla="*/ 9449904 h 10435941"/>
                  <a:gd name="connsiteX103-36591" fmla="*/ 7221797 w 10490654"/>
                  <a:gd name="connsiteY103-36592" fmla="*/ 9121910 h 10435941"/>
                  <a:gd name="connsiteX104-36593" fmla="*/ 6954982 w 10490654"/>
                  <a:gd name="connsiteY104-36594" fmla="*/ 9189626 h 10435941"/>
                  <a:gd name="connsiteX105-36595" fmla="*/ 6710737 w 10490654"/>
                  <a:gd name="connsiteY105-36596" fmla="*/ 9262013 h 10435941"/>
                  <a:gd name="connsiteX106-36597" fmla="*/ 6674777 w 10490654"/>
                  <a:gd name="connsiteY106-36598" fmla="*/ 9062912 h 10435941"/>
                  <a:gd name="connsiteX107-36599" fmla="*/ 6511636 w 10490654"/>
                  <a:gd name="connsiteY107-36600" fmla="*/ 8954099 h 10435941"/>
                  <a:gd name="connsiteX108-36601" fmla="*/ 6428509 w 10490654"/>
                  <a:gd name="connsiteY108-36602" fmla="*/ 8954099 h 10435941"/>
                  <a:gd name="connsiteX109-36603" fmla="*/ 6325922 w 10490654"/>
                  <a:gd name="connsiteY109-36604" fmla="*/ 9057307 h 10435941"/>
                  <a:gd name="connsiteX110-36605" fmla="*/ 6167763 w 10490654"/>
                  <a:gd name="connsiteY110-36606" fmla="*/ 8978227 h 10435941"/>
                  <a:gd name="connsiteX111-36607" fmla="*/ 6002132 w 10490654"/>
                  <a:gd name="connsiteY111-36608" fmla="*/ 9093734 h 10435941"/>
                  <a:gd name="connsiteX112-36609" fmla="*/ 5749636 w 10490654"/>
                  <a:gd name="connsiteY112-36610" fmla="*/ 9051081 h 10435941"/>
                  <a:gd name="connsiteX113-36611" fmla="*/ 5674760 w 10490654"/>
                  <a:gd name="connsiteY113-36612" fmla="*/ 9081904 h 10435941"/>
                  <a:gd name="connsiteX114-36613" fmla="*/ 5507415 w 10490654"/>
                  <a:gd name="connsiteY114-36614" fmla="*/ 9128137 h 10435941"/>
                  <a:gd name="connsiteX115-36615" fmla="*/ 5505859 w 10490654"/>
                  <a:gd name="connsiteY115-36616" fmla="*/ 8870972 h 10435941"/>
                  <a:gd name="connsiteX116-36617" fmla="*/ 5505857 w 10490654"/>
                  <a:gd name="connsiteY116-36618" fmla="*/ 8634977 h 10435941"/>
                  <a:gd name="connsiteX117-36619" fmla="*/ 5336024 w 10490654"/>
                  <a:gd name="connsiteY117-36620" fmla="*/ 8333292 h 10435941"/>
                  <a:gd name="connsiteX118-36621" fmla="*/ 5230324 w 10490654"/>
                  <a:gd name="connsiteY118-36622" fmla="*/ 8082820 h 10435941"/>
                  <a:gd name="connsiteX119-36623" fmla="*/ 5317031 w 10490654"/>
                  <a:gd name="connsiteY119-36624" fmla="*/ 7610208 h 10435941"/>
                  <a:gd name="connsiteX120-36625" fmla="*/ 5201059 w 10490654"/>
                  <a:gd name="connsiteY120-36626" fmla="*/ 7320352 h 10435941"/>
                  <a:gd name="connsiteX121-36627" fmla="*/ 5250872 w 10490654"/>
                  <a:gd name="connsiteY121-36628" fmla="*/ 7069881 h 10435941"/>
                  <a:gd name="connsiteX122-36629" fmla="*/ 5245735 w 10490654"/>
                  <a:gd name="connsiteY122-36630" fmla="*/ 7018665 h 10435941"/>
                  <a:gd name="connsiteX123-36631" fmla="*/ 4577603 w 10490654"/>
                  <a:gd name="connsiteY123-36632" fmla="*/ 7013996 h 10435941"/>
                  <a:gd name="connsiteX124-36633" fmla="*/ 4528412 w 10490654"/>
                  <a:gd name="connsiteY124-36634" fmla="*/ 6840580 h 10435941"/>
                  <a:gd name="connsiteX125-36635" fmla="*/ 4038834 w 10490654"/>
                  <a:gd name="connsiteY125-36636" fmla="*/ 6816452 h 10435941"/>
                  <a:gd name="connsiteX126-36637" fmla="*/ 3976254 w 10490654"/>
                  <a:gd name="connsiteY126-36638" fmla="*/ 7069881 h 10435941"/>
                  <a:gd name="connsiteX127-36639" fmla="*/ 3932667 w 10490654"/>
                  <a:gd name="connsiteY127-36640" fmla="*/ 7281279 h 10435941"/>
                  <a:gd name="connsiteX128-36641" fmla="*/ 3884155 w 10490654"/>
                  <a:gd name="connsiteY128-36642" fmla="*/ 7403480 h 10435941"/>
                  <a:gd name="connsiteX129-36643" fmla="*/ 3572499 w 10490654"/>
                  <a:gd name="connsiteY129-36644" fmla="*/ 7365450 h 10435941"/>
                  <a:gd name="connsiteX130-36645" fmla="*/ 3311236 w 10490654"/>
                  <a:gd name="connsiteY130-36646" fmla="*/ 7402390 h 10435941"/>
                  <a:gd name="connsiteX131-36647" fmla="*/ 2921540 w 10490654"/>
                  <a:gd name="connsiteY131-36648" fmla="*/ 7414475 h 10435941"/>
                  <a:gd name="connsiteX132-36649" fmla="*/ 2784763 w 10490654"/>
                  <a:gd name="connsiteY132-36650" fmla="*/ 7139153 h 10435941"/>
                  <a:gd name="connsiteX133-36651" fmla="*/ 2604654 w 10490654"/>
                  <a:gd name="connsiteY133-36652" fmla="*/ 6862062 h 10435941"/>
                  <a:gd name="connsiteX134-36653" fmla="*/ 2410691 w 10490654"/>
                  <a:gd name="connsiteY134-36654" fmla="*/ 6363299 h 10435941"/>
                  <a:gd name="connsiteX135-36655" fmla="*/ 2327563 w 10490654"/>
                  <a:gd name="connsiteY135-36656" fmla="*/ 6224753 h 10435941"/>
                  <a:gd name="connsiteX136-36657" fmla="*/ 1662545 w 10490654"/>
                  <a:gd name="connsiteY136-36658" fmla="*/ 6197044 h 10435941"/>
                  <a:gd name="connsiteX137-36659" fmla="*/ 1233054 w 10490654"/>
                  <a:gd name="connsiteY137-36660" fmla="*/ 6197044 h 10435941"/>
                  <a:gd name="connsiteX138-36661" fmla="*/ 1136072 w 10490654"/>
                  <a:gd name="connsiteY138-36662" fmla="*/ 6252462 h 10435941"/>
                  <a:gd name="connsiteX139-36663" fmla="*/ 706582 w 10490654"/>
                  <a:gd name="connsiteY139-36664" fmla="*/ 6210899 h 10435941"/>
                  <a:gd name="connsiteX140-36665" fmla="*/ 318654 w 10490654"/>
                  <a:gd name="connsiteY140-36666" fmla="*/ 6238608 h 10435941"/>
                  <a:gd name="connsiteX141-36667" fmla="*/ 96982 w 10490654"/>
                  <a:gd name="connsiteY141-36668" fmla="*/ 6391008 h 10435941"/>
                  <a:gd name="connsiteX142-36669" fmla="*/ 0 w 10490654"/>
                  <a:gd name="connsiteY142-36670" fmla="*/ 6294026 h 10435941"/>
                  <a:gd name="connsiteX143-36671" fmla="*/ 83127 w 10490654"/>
                  <a:gd name="connsiteY143-36672" fmla="*/ 6238608 h 10435941"/>
                  <a:gd name="connsiteX0-36673" fmla="*/ 83127 w 10490654"/>
                  <a:gd name="connsiteY0-36674" fmla="*/ 6238608 h 10435941"/>
                  <a:gd name="connsiteX1-36675" fmla="*/ 96982 w 10490654"/>
                  <a:gd name="connsiteY1-36676" fmla="*/ 5795262 h 10435941"/>
                  <a:gd name="connsiteX2-36677" fmla="*/ 401782 w 10490654"/>
                  <a:gd name="connsiteY2-36678" fmla="*/ 5532026 h 10435941"/>
                  <a:gd name="connsiteX3-36679" fmla="*/ 651163 w 10490654"/>
                  <a:gd name="connsiteY3-36680" fmla="*/ 5670572 h 10435941"/>
                  <a:gd name="connsiteX4-36681" fmla="*/ 858982 w 10490654"/>
                  <a:gd name="connsiteY4-36682" fmla="*/ 5504317 h 10435941"/>
                  <a:gd name="connsiteX5-36683" fmla="*/ 997527 w 10490654"/>
                  <a:gd name="connsiteY5-36684" fmla="*/ 5351917 h 10435941"/>
                  <a:gd name="connsiteX6-36685" fmla="*/ 1080654 w 10490654"/>
                  <a:gd name="connsiteY6-36686" fmla="*/ 5435044 h 10435941"/>
                  <a:gd name="connsiteX7-36687" fmla="*/ 1269312 w 10490654"/>
                  <a:gd name="connsiteY7-36688" fmla="*/ 5679710 h 10435941"/>
                  <a:gd name="connsiteX8-36689" fmla="*/ 1523116 w 10490654"/>
                  <a:gd name="connsiteY8-36690" fmla="*/ 5481030 h 10435941"/>
                  <a:gd name="connsiteX9-36691" fmla="*/ 1731818 w 10490654"/>
                  <a:gd name="connsiteY9-36692" fmla="*/ 5296499 h 10435941"/>
                  <a:gd name="connsiteX10-36693" fmla="*/ 2022763 w 10490654"/>
                  <a:gd name="connsiteY10-36694" fmla="*/ 5060972 h 10435941"/>
                  <a:gd name="connsiteX11-36695" fmla="*/ 2119745 w 10490654"/>
                  <a:gd name="connsiteY11-36696" fmla="*/ 4631481 h 10435941"/>
                  <a:gd name="connsiteX12-36697" fmla="*/ 2172511 w 10490654"/>
                  <a:gd name="connsiteY12-36698" fmla="*/ 4164848 h 10435941"/>
                  <a:gd name="connsiteX13-36699" fmla="*/ 2355272 w 10490654"/>
                  <a:gd name="connsiteY13-36700" fmla="*/ 3855626 h 10435941"/>
                  <a:gd name="connsiteX14-36701" fmla="*/ 2752497 w 10490654"/>
                  <a:gd name="connsiteY14-36702" fmla="*/ 3475092 h 10435941"/>
                  <a:gd name="connsiteX15-36703" fmla="*/ 2978727 w 10490654"/>
                  <a:gd name="connsiteY15-36704" fmla="*/ 3259881 h 10435941"/>
                  <a:gd name="connsiteX16-36705" fmla="*/ 3006436 w 10490654"/>
                  <a:gd name="connsiteY16-36706" fmla="*/ 2816535 h 10435941"/>
                  <a:gd name="connsiteX17-36707" fmla="*/ 3075709 w 10490654"/>
                  <a:gd name="connsiteY17-36708" fmla="*/ 2525590 h 10435941"/>
                  <a:gd name="connsiteX18-36709" fmla="*/ 3075709 w 10490654"/>
                  <a:gd name="connsiteY18-36710" fmla="*/ 2317772 h 10435941"/>
                  <a:gd name="connsiteX19-36711" fmla="*/ 3214254 w 10490654"/>
                  <a:gd name="connsiteY19-36712" fmla="*/ 1985262 h 10435941"/>
                  <a:gd name="connsiteX20-36713" fmla="*/ 3214254 w 10490654"/>
                  <a:gd name="connsiteY20-36714" fmla="*/ 1694317 h 10435941"/>
                  <a:gd name="connsiteX21-36715" fmla="*/ 3513454 w 10490654"/>
                  <a:gd name="connsiteY21-36716" fmla="*/ 1126281 h 10435941"/>
                  <a:gd name="connsiteX22-36717" fmla="*/ 3463636 w 10490654"/>
                  <a:gd name="connsiteY22-36718" fmla="*/ 752208 h 10435941"/>
                  <a:gd name="connsiteX23-36719" fmla="*/ 3491345 w 10490654"/>
                  <a:gd name="connsiteY23-36720" fmla="*/ 544390 h 10435941"/>
                  <a:gd name="connsiteX24-36721" fmla="*/ 3823854 w 10490654"/>
                  <a:gd name="connsiteY24-36722" fmla="*/ 184172 h 10435941"/>
                  <a:gd name="connsiteX25-36723" fmla="*/ 4017818 w 10490654"/>
                  <a:gd name="connsiteY25-36724" fmla="*/ 59481 h 10435941"/>
                  <a:gd name="connsiteX26-36725" fmla="*/ 4433454 w 10490654"/>
                  <a:gd name="connsiteY26-36726" fmla="*/ 295008 h 10435941"/>
                  <a:gd name="connsiteX27-36727" fmla="*/ 4599709 w 10490654"/>
                  <a:gd name="connsiteY27-36728" fmla="*/ 488972 h 10435941"/>
                  <a:gd name="connsiteX28-36729" fmla="*/ 5070763 w 10490654"/>
                  <a:gd name="connsiteY28-36730" fmla="*/ 544390 h 10435941"/>
                  <a:gd name="connsiteX29-36731" fmla="*/ 5391187 w 10490654"/>
                  <a:gd name="connsiteY29-36732" fmla="*/ 603639 h 10435941"/>
                  <a:gd name="connsiteX30-36733" fmla="*/ 5568642 w 10490654"/>
                  <a:gd name="connsiteY30-36734" fmla="*/ 588271 h 10435941"/>
                  <a:gd name="connsiteX31-36735" fmla="*/ 5860472 w 10490654"/>
                  <a:gd name="connsiteY31-36736" fmla="*/ 281153 h 10435941"/>
                  <a:gd name="connsiteX32-36737" fmla="*/ 6123709 w 10490654"/>
                  <a:gd name="connsiteY32-36738" fmla="*/ 322717 h 10435941"/>
                  <a:gd name="connsiteX33-36739" fmla="*/ 6541900 w 10490654"/>
                  <a:gd name="connsiteY33-36740" fmla="*/ 168233 h 10435941"/>
                  <a:gd name="connsiteX34-36741" fmla="*/ 6681722 w 10490654"/>
                  <a:gd name="connsiteY34-36742" fmla="*/ 107503 h 10435941"/>
                  <a:gd name="connsiteX35-36743" fmla="*/ 7011678 w 10490654"/>
                  <a:gd name="connsiteY35-36744" fmla="*/ 198026 h 10435941"/>
                  <a:gd name="connsiteX36-36745" fmla="*/ 7232072 w 10490654"/>
                  <a:gd name="connsiteY36-36746" fmla="*/ 17917 h 10435941"/>
                  <a:gd name="connsiteX37-36747" fmla="*/ 7379107 w 10490654"/>
                  <a:gd name="connsiteY37-36748" fmla="*/ 0 h 10435941"/>
                  <a:gd name="connsiteX38-36749" fmla="*/ 7600859 w 10490654"/>
                  <a:gd name="connsiteY38-36750" fmla="*/ 41248 h 10435941"/>
                  <a:gd name="connsiteX39-36751" fmla="*/ 7910945 w 10490654"/>
                  <a:gd name="connsiteY39-36752" fmla="*/ 128753 h 10435941"/>
                  <a:gd name="connsiteX40-36753" fmla="*/ 8312727 w 10490654"/>
                  <a:gd name="connsiteY40-36754" fmla="*/ 59481 h 10435941"/>
                  <a:gd name="connsiteX41-36755" fmla="*/ 8647005 w 10490654"/>
                  <a:gd name="connsiteY41-36756" fmla="*/ 396707 h 10435941"/>
                  <a:gd name="connsiteX42-36757" fmla="*/ 8908472 w 10490654"/>
                  <a:gd name="connsiteY42-36758" fmla="*/ 544390 h 10435941"/>
                  <a:gd name="connsiteX43-36759" fmla="*/ 9146732 w 10490654"/>
                  <a:gd name="connsiteY43-36760" fmla="*/ 420846 h 10435941"/>
                  <a:gd name="connsiteX44-36761" fmla="*/ 9372965 w 10490654"/>
                  <a:gd name="connsiteY44-36762" fmla="*/ 466363 h 10435941"/>
                  <a:gd name="connsiteX45-36763" fmla="*/ 9518072 w 10490654"/>
                  <a:gd name="connsiteY45-36764" fmla="*/ 367819 h 10435941"/>
                  <a:gd name="connsiteX46-36765" fmla="*/ 9646301 w 10490654"/>
                  <a:gd name="connsiteY46-36766" fmla="*/ 369587 h 10435941"/>
                  <a:gd name="connsiteX47-36767" fmla="*/ 10002982 w 10490654"/>
                  <a:gd name="connsiteY47-36768" fmla="*/ 793772 h 10435941"/>
                  <a:gd name="connsiteX48-36769" fmla="*/ 10238509 w 10490654"/>
                  <a:gd name="connsiteY48-36770" fmla="*/ 987735 h 10435941"/>
                  <a:gd name="connsiteX49-36771" fmla="*/ 10224654 w 10490654"/>
                  <a:gd name="connsiteY49-36772" fmla="*/ 1250972 h 10435941"/>
                  <a:gd name="connsiteX50-36773" fmla="*/ 10238509 w 10490654"/>
                  <a:gd name="connsiteY50-36774" fmla="*/ 1444935 h 10435941"/>
                  <a:gd name="connsiteX51-36775" fmla="*/ 10243066 w 10490654"/>
                  <a:gd name="connsiteY51-36776" fmla="*/ 1580249 h 10435941"/>
                  <a:gd name="connsiteX52-36777" fmla="*/ 10490654 w 10490654"/>
                  <a:gd name="connsiteY52-36778" fmla="*/ 1753897 h 10435941"/>
                  <a:gd name="connsiteX53-36779" fmla="*/ 10077929 w 10490654"/>
                  <a:gd name="connsiteY53-36780" fmla="*/ 2207269 h 10435941"/>
                  <a:gd name="connsiteX54-36781" fmla="*/ 9781309 w 10490654"/>
                  <a:gd name="connsiteY54-36782" fmla="*/ 2497881 h 10435941"/>
                  <a:gd name="connsiteX55-36783" fmla="*/ 9580055 w 10490654"/>
                  <a:gd name="connsiteY55-36784" fmla="*/ 3426134 h 10435941"/>
                  <a:gd name="connsiteX56-36785" fmla="*/ 9532477 w 10490654"/>
                  <a:gd name="connsiteY56-36786" fmla="*/ 3685207 h 10435941"/>
                  <a:gd name="connsiteX57-36787" fmla="*/ 9365672 w 10490654"/>
                  <a:gd name="connsiteY57-36788" fmla="*/ 3911044 h 10435941"/>
                  <a:gd name="connsiteX58-36789" fmla="*/ 9310254 w 10490654"/>
                  <a:gd name="connsiteY58-36790" fmla="*/ 4077299 h 10435941"/>
                  <a:gd name="connsiteX59-36791" fmla="*/ 9236422 w 10490654"/>
                  <a:gd name="connsiteY59-36792" fmla="*/ 4285117 h 10435941"/>
                  <a:gd name="connsiteX60-36793" fmla="*/ 9205255 w 10490654"/>
                  <a:gd name="connsiteY60-36794" fmla="*/ 4430122 h 10435941"/>
                  <a:gd name="connsiteX61-36795" fmla="*/ 9337963 w 10490654"/>
                  <a:gd name="connsiteY61-36796" fmla="*/ 4659190 h 10435941"/>
                  <a:gd name="connsiteX62-36797" fmla="*/ 9382180 w 10490654"/>
                  <a:gd name="connsiteY62-36798" fmla="*/ 4915057 h 10435941"/>
                  <a:gd name="connsiteX63-36799" fmla="*/ 9397939 w 10490654"/>
                  <a:gd name="connsiteY63-36800" fmla="*/ 5208060 h 10435941"/>
                  <a:gd name="connsiteX64-36801" fmla="*/ 9383359 w 10490654"/>
                  <a:gd name="connsiteY64-36802" fmla="*/ 5615153 h 10435941"/>
                  <a:gd name="connsiteX65-36803" fmla="*/ 9518623 w 10490654"/>
                  <a:gd name="connsiteY65-36804" fmla="*/ 5975373 h 10435941"/>
                  <a:gd name="connsiteX66-36805" fmla="*/ 9540496 w 10490654"/>
                  <a:gd name="connsiteY66-36806" fmla="*/ 6403714 h 10435941"/>
                  <a:gd name="connsiteX67-36807" fmla="*/ 9933709 w 10490654"/>
                  <a:gd name="connsiteY67-36808" fmla="*/ 6862062 h 10435941"/>
                  <a:gd name="connsiteX68-36809" fmla="*/ 10052074 w 10490654"/>
                  <a:gd name="connsiteY68-36810" fmla="*/ 7221396 h 10435941"/>
                  <a:gd name="connsiteX69-36811" fmla="*/ 10232908 w 10490654"/>
                  <a:gd name="connsiteY69-36812" fmla="*/ 7514995 h 10435941"/>
                  <a:gd name="connsiteX70-36813" fmla="*/ 9670472 w 10490654"/>
                  <a:gd name="connsiteY70-36814" fmla="*/ 7540935 h 10435941"/>
                  <a:gd name="connsiteX71-36815" fmla="*/ 9174087 w 10490654"/>
                  <a:gd name="connsiteY71-36816" fmla="*/ 7651772 h 10435941"/>
                  <a:gd name="connsiteX72-36817" fmla="*/ 9128871 w 10490654"/>
                  <a:gd name="connsiteY72-36818" fmla="*/ 7790317 h 10435941"/>
                  <a:gd name="connsiteX73-36819" fmla="*/ 9019309 w 10490654"/>
                  <a:gd name="connsiteY73-36820" fmla="*/ 7998135 h 10435941"/>
                  <a:gd name="connsiteX74-36821" fmla="*/ 8933823 w 10490654"/>
                  <a:gd name="connsiteY74-36822" fmla="*/ 8085908 h 10435941"/>
                  <a:gd name="connsiteX75-36823" fmla="*/ 9036787 w 10490654"/>
                  <a:gd name="connsiteY75-36824" fmla="*/ 8313437 h 10435941"/>
                  <a:gd name="connsiteX76-36825" fmla="*/ 9027559 w 10490654"/>
                  <a:gd name="connsiteY76-36826" fmla="*/ 8524608 h 10435941"/>
                  <a:gd name="connsiteX77-36827" fmla="*/ 8993669 w 10490654"/>
                  <a:gd name="connsiteY77-36828" fmla="*/ 8758113 h 10435941"/>
                  <a:gd name="connsiteX78-36829" fmla="*/ 8991600 w 10490654"/>
                  <a:gd name="connsiteY78-36830" fmla="*/ 8967953 h 10435941"/>
                  <a:gd name="connsiteX79-36831" fmla="*/ 8894618 w 10490654"/>
                  <a:gd name="connsiteY79-36832" fmla="*/ 9272753 h 10435941"/>
                  <a:gd name="connsiteX80-36833" fmla="*/ 8922328 w 10490654"/>
                  <a:gd name="connsiteY80-36834" fmla="*/ 9578490 h 10435941"/>
                  <a:gd name="connsiteX81-36835" fmla="*/ 9138715 w 10490654"/>
                  <a:gd name="connsiteY81-36836" fmla="*/ 9750056 h 10435941"/>
                  <a:gd name="connsiteX82-36837" fmla="*/ 9231789 w 10490654"/>
                  <a:gd name="connsiteY82-36838" fmla="*/ 9890275 h 10435941"/>
                  <a:gd name="connsiteX83-36839" fmla="*/ 9462870 w 10490654"/>
                  <a:gd name="connsiteY83-36840" fmla="*/ 9929452 h 10435941"/>
                  <a:gd name="connsiteX84-36841" fmla="*/ 9472032 w 10490654"/>
                  <a:gd name="connsiteY84-36842" fmla="*/ 9818955 h 10435941"/>
                  <a:gd name="connsiteX85-36843" fmla="*/ 9620746 w 10490654"/>
                  <a:gd name="connsiteY85-36844" fmla="*/ 9758904 h 10435941"/>
                  <a:gd name="connsiteX86-36845" fmla="*/ 9632264 w 10490654"/>
                  <a:gd name="connsiteY86-36846" fmla="*/ 10334695 h 10435941"/>
                  <a:gd name="connsiteX87-36847" fmla="*/ 9504664 w 10490654"/>
                  <a:gd name="connsiteY87-36848" fmla="*/ 10338313 h 10435941"/>
                  <a:gd name="connsiteX88-36849" fmla="*/ 9328580 w 10490654"/>
                  <a:gd name="connsiteY88-36850" fmla="*/ 10427202 h 10435941"/>
                  <a:gd name="connsiteX89-36851" fmla="*/ 9204220 w 10490654"/>
                  <a:gd name="connsiteY89-36852" fmla="*/ 10435941 h 10435941"/>
                  <a:gd name="connsiteX90-36853" fmla="*/ 9065234 w 10490654"/>
                  <a:gd name="connsiteY90-36854" fmla="*/ 10122103 h 10435941"/>
                  <a:gd name="connsiteX91-36855" fmla="*/ 8954319 w 10490654"/>
                  <a:gd name="connsiteY91-36856" fmla="*/ 10072174 h 10435941"/>
                  <a:gd name="connsiteX92-36857" fmla="*/ 8825345 w 10490654"/>
                  <a:gd name="connsiteY92-36858" fmla="*/ 9813081 h 10435941"/>
                  <a:gd name="connsiteX93-36859" fmla="*/ 8534400 w 10490654"/>
                  <a:gd name="connsiteY93-36860" fmla="*/ 9702244 h 10435941"/>
                  <a:gd name="connsiteX94-36861" fmla="*/ 8423563 w 10490654"/>
                  <a:gd name="connsiteY94-36862" fmla="*/ 9646826 h 10435941"/>
                  <a:gd name="connsiteX95-36863" fmla="*/ 8285018 w 10490654"/>
                  <a:gd name="connsiteY95-36864" fmla="*/ 9480572 h 10435941"/>
                  <a:gd name="connsiteX96-36865" fmla="*/ 8257309 w 10490654"/>
                  <a:gd name="connsiteY96-36866" fmla="*/ 9342026 h 10435941"/>
                  <a:gd name="connsiteX97-36867" fmla="*/ 8146472 w 10490654"/>
                  <a:gd name="connsiteY97-36868" fmla="*/ 9355881 h 10435941"/>
                  <a:gd name="connsiteX98-36869" fmla="*/ 8091054 w 10490654"/>
                  <a:gd name="connsiteY98-36870" fmla="*/ 9577553 h 10435941"/>
                  <a:gd name="connsiteX99-36871" fmla="*/ 7806336 w 10490654"/>
                  <a:gd name="connsiteY99-36872" fmla="*/ 9583313 h 10435941"/>
                  <a:gd name="connsiteX100-36873" fmla="*/ 7567694 w 10490654"/>
                  <a:gd name="connsiteY100-36874" fmla="*/ 9520112 h 10435941"/>
                  <a:gd name="connsiteX101-36875" fmla="*/ 7466043 w 10490654"/>
                  <a:gd name="connsiteY101-36876" fmla="*/ 9471387 h 10435941"/>
                  <a:gd name="connsiteX102-36877" fmla="*/ 7287491 w 10490654"/>
                  <a:gd name="connsiteY102-36878" fmla="*/ 9449904 h 10435941"/>
                  <a:gd name="connsiteX103-36879" fmla="*/ 7221797 w 10490654"/>
                  <a:gd name="connsiteY103-36880" fmla="*/ 9121910 h 10435941"/>
                  <a:gd name="connsiteX104-36881" fmla="*/ 6954982 w 10490654"/>
                  <a:gd name="connsiteY104-36882" fmla="*/ 9189626 h 10435941"/>
                  <a:gd name="connsiteX105-36883" fmla="*/ 6710737 w 10490654"/>
                  <a:gd name="connsiteY105-36884" fmla="*/ 9262013 h 10435941"/>
                  <a:gd name="connsiteX106-36885" fmla="*/ 6674777 w 10490654"/>
                  <a:gd name="connsiteY106-36886" fmla="*/ 9062912 h 10435941"/>
                  <a:gd name="connsiteX107-36887" fmla="*/ 6511636 w 10490654"/>
                  <a:gd name="connsiteY107-36888" fmla="*/ 8954099 h 10435941"/>
                  <a:gd name="connsiteX108-36889" fmla="*/ 6428509 w 10490654"/>
                  <a:gd name="connsiteY108-36890" fmla="*/ 8954099 h 10435941"/>
                  <a:gd name="connsiteX109-36891" fmla="*/ 6325922 w 10490654"/>
                  <a:gd name="connsiteY109-36892" fmla="*/ 9057307 h 10435941"/>
                  <a:gd name="connsiteX110-36893" fmla="*/ 6167763 w 10490654"/>
                  <a:gd name="connsiteY110-36894" fmla="*/ 8978227 h 10435941"/>
                  <a:gd name="connsiteX111-36895" fmla="*/ 6002132 w 10490654"/>
                  <a:gd name="connsiteY111-36896" fmla="*/ 9093734 h 10435941"/>
                  <a:gd name="connsiteX112-36897" fmla="*/ 5749636 w 10490654"/>
                  <a:gd name="connsiteY112-36898" fmla="*/ 9051081 h 10435941"/>
                  <a:gd name="connsiteX113-36899" fmla="*/ 5674760 w 10490654"/>
                  <a:gd name="connsiteY113-36900" fmla="*/ 9081904 h 10435941"/>
                  <a:gd name="connsiteX114-36901" fmla="*/ 5507415 w 10490654"/>
                  <a:gd name="connsiteY114-36902" fmla="*/ 9128137 h 10435941"/>
                  <a:gd name="connsiteX115-36903" fmla="*/ 5505859 w 10490654"/>
                  <a:gd name="connsiteY115-36904" fmla="*/ 8870972 h 10435941"/>
                  <a:gd name="connsiteX116-36905" fmla="*/ 5505857 w 10490654"/>
                  <a:gd name="connsiteY116-36906" fmla="*/ 8634977 h 10435941"/>
                  <a:gd name="connsiteX117-36907" fmla="*/ 5336024 w 10490654"/>
                  <a:gd name="connsiteY117-36908" fmla="*/ 8333292 h 10435941"/>
                  <a:gd name="connsiteX118-36909" fmla="*/ 5230324 w 10490654"/>
                  <a:gd name="connsiteY118-36910" fmla="*/ 8082820 h 10435941"/>
                  <a:gd name="connsiteX119-36911" fmla="*/ 5317031 w 10490654"/>
                  <a:gd name="connsiteY119-36912" fmla="*/ 7610208 h 10435941"/>
                  <a:gd name="connsiteX120-36913" fmla="*/ 5201059 w 10490654"/>
                  <a:gd name="connsiteY120-36914" fmla="*/ 7320352 h 10435941"/>
                  <a:gd name="connsiteX121-36915" fmla="*/ 5250872 w 10490654"/>
                  <a:gd name="connsiteY121-36916" fmla="*/ 7069881 h 10435941"/>
                  <a:gd name="connsiteX122-36917" fmla="*/ 5245735 w 10490654"/>
                  <a:gd name="connsiteY122-36918" fmla="*/ 7018665 h 10435941"/>
                  <a:gd name="connsiteX123-36919" fmla="*/ 4577603 w 10490654"/>
                  <a:gd name="connsiteY123-36920" fmla="*/ 7013996 h 10435941"/>
                  <a:gd name="connsiteX124-36921" fmla="*/ 4528412 w 10490654"/>
                  <a:gd name="connsiteY124-36922" fmla="*/ 6840580 h 10435941"/>
                  <a:gd name="connsiteX125-36923" fmla="*/ 4038834 w 10490654"/>
                  <a:gd name="connsiteY125-36924" fmla="*/ 6816452 h 10435941"/>
                  <a:gd name="connsiteX126-36925" fmla="*/ 3976254 w 10490654"/>
                  <a:gd name="connsiteY126-36926" fmla="*/ 7069881 h 10435941"/>
                  <a:gd name="connsiteX127-36927" fmla="*/ 3932667 w 10490654"/>
                  <a:gd name="connsiteY127-36928" fmla="*/ 7281279 h 10435941"/>
                  <a:gd name="connsiteX128-36929" fmla="*/ 3884155 w 10490654"/>
                  <a:gd name="connsiteY128-36930" fmla="*/ 7403480 h 10435941"/>
                  <a:gd name="connsiteX129-36931" fmla="*/ 3572499 w 10490654"/>
                  <a:gd name="connsiteY129-36932" fmla="*/ 7365450 h 10435941"/>
                  <a:gd name="connsiteX130-36933" fmla="*/ 3311236 w 10490654"/>
                  <a:gd name="connsiteY130-36934" fmla="*/ 7402390 h 10435941"/>
                  <a:gd name="connsiteX131-36935" fmla="*/ 2921540 w 10490654"/>
                  <a:gd name="connsiteY131-36936" fmla="*/ 7414475 h 10435941"/>
                  <a:gd name="connsiteX132-36937" fmla="*/ 2784763 w 10490654"/>
                  <a:gd name="connsiteY132-36938" fmla="*/ 7139153 h 10435941"/>
                  <a:gd name="connsiteX133-36939" fmla="*/ 2604654 w 10490654"/>
                  <a:gd name="connsiteY133-36940" fmla="*/ 6862062 h 10435941"/>
                  <a:gd name="connsiteX134-36941" fmla="*/ 2410691 w 10490654"/>
                  <a:gd name="connsiteY134-36942" fmla="*/ 6363299 h 10435941"/>
                  <a:gd name="connsiteX135-36943" fmla="*/ 2327563 w 10490654"/>
                  <a:gd name="connsiteY135-36944" fmla="*/ 6224753 h 10435941"/>
                  <a:gd name="connsiteX136-36945" fmla="*/ 1662545 w 10490654"/>
                  <a:gd name="connsiteY136-36946" fmla="*/ 6197044 h 10435941"/>
                  <a:gd name="connsiteX137-36947" fmla="*/ 1233054 w 10490654"/>
                  <a:gd name="connsiteY137-36948" fmla="*/ 6197044 h 10435941"/>
                  <a:gd name="connsiteX138-36949" fmla="*/ 1136072 w 10490654"/>
                  <a:gd name="connsiteY138-36950" fmla="*/ 6252462 h 10435941"/>
                  <a:gd name="connsiteX139-36951" fmla="*/ 706582 w 10490654"/>
                  <a:gd name="connsiteY139-36952" fmla="*/ 6210899 h 10435941"/>
                  <a:gd name="connsiteX140-36953" fmla="*/ 318654 w 10490654"/>
                  <a:gd name="connsiteY140-36954" fmla="*/ 6238608 h 10435941"/>
                  <a:gd name="connsiteX141-36955" fmla="*/ 96982 w 10490654"/>
                  <a:gd name="connsiteY141-36956" fmla="*/ 6391008 h 10435941"/>
                  <a:gd name="connsiteX142-36957" fmla="*/ 0 w 10490654"/>
                  <a:gd name="connsiteY142-36958" fmla="*/ 6294026 h 10435941"/>
                  <a:gd name="connsiteX143-36959" fmla="*/ 83127 w 10490654"/>
                  <a:gd name="connsiteY143-36960" fmla="*/ 6238608 h 10435941"/>
                  <a:gd name="connsiteX0-36961" fmla="*/ 83127 w 10490654"/>
                  <a:gd name="connsiteY0-36962" fmla="*/ 6238608 h 10435941"/>
                  <a:gd name="connsiteX1-36963" fmla="*/ 96982 w 10490654"/>
                  <a:gd name="connsiteY1-36964" fmla="*/ 5795262 h 10435941"/>
                  <a:gd name="connsiteX2-36965" fmla="*/ 401782 w 10490654"/>
                  <a:gd name="connsiteY2-36966" fmla="*/ 5532026 h 10435941"/>
                  <a:gd name="connsiteX3-36967" fmla="*/ 651163 w 10490654"/>
                  <a:gd name="connsiteY3-36968" fmla="*/ 5670572 h 10435941"/>
                  <a:gd name="connsiteX4-36969" fmla="*/ 858982 w 10490654"/>
                  <a:gd name="connsiteY4-36970" fmla="*/ 5504317 h 10435941"/>
                  <a:gd name="connsiteX5-36971" fmla="*/ 997527 w 10490654"/>
                  <a:gd name="connsiteY5-36972" fmla="*/ 5351917 h 10435941"/>
                  <a:gd name="connsiteX6-36973" fmla="*/ 1080654 w 10490654"/>
                  <a:gd name="connsiteY6-36974" fmla="*/ 5435044 h 10435941"/>
                  <a:gd name="connsiteX7-36975" fmla="*/ 1269312 w 10490654"/>
                  <a:gd name="connsiteY7-36976" fmla="*/ 5679710 h 10435941"/>
                  <a:gd name="connsiteX8-36977" fmla="*/ 1523116 w 10490654"/>
                  <a:gd name="connsiteY8-36978" fmla="*/ 5481030 h 10435941"/>
                  <a:gd name="connsiteX9-36979" fmla="*/ 1731818 w 10490654"/>
                  <a:gd name="connsiteY9-36980" fmla="*/ 5296499 h 10435941"/>
                  <a:gd name="connsiteX10-36981" fmla="*/ 2022763 w 10490654"/>
                  <a:gd name="connsiteY10-36982" fmla="*/ 5060972 h 10435941"/>
                  <a:gd name="connsiteX11-36983" fmla="*/ 2119745 w 10490654"/>
                  <a:gd name="connsiteY11-36984" fmla="*/ 4631481 h 10435941"/>
                  <a:gd name="connsiteX12-36985" fmla="*/ 2172511 w 10490654"/>
                  <a:gd name="connsiteY12-36986" fmla="*/ 4164848 h 10435941"/>
                  <a:gd name="connsiteX13-36987" fmla="*/ 2355272 w 10490654"/>
                  <a:gd name="connsiteY13-36988" fmla="*/ 3855626 h 10435941"/>
                  <a:gd name="connsiteX14-36989" fmla="*/ 2752497 w 10490654"/>
                  <a:gd name="connsiteY14-36990" fmla="*/ 3475092 h 10435941"/>
                  <a:gd name="connsiteX15-36991" fmla="*/ 2978727 w 10490654"/>
                  <a:gd name="connsiteY15-36992" fmla="*/ 3259881 h 10435941"/>
                  <a:gd name="connsiteX16-36993" fmla="*/ 3006436 w 10490654"/>
                  <a:gd name="connsiteY16-36994" fmla="*/ 2816535 h 10435941"/>
                  <a:gd name="connsiteX17-36995" fmla="*/ 3075709 w 10490654"/>
                  <a:gd name="connsiteY17-36996" fmla="*/ 2525590 h 10435941"/>
                  <a:gd name="connsiteX18-36997" fmla="*/ 3075709 w 10490654"/>
                  <a:gd name="connsiteY18-36998" fmla="*/ 2317772 h 10435941"/>
                  <a:gd name="connsiteX19-36999" fmla="*/ 3214254 w 10490654"/>
                  <a:gd name="connsiteY19-37000" fmla="*/ 1985262 h 10435941"/>
                  <a:gd name="connsiteX20-37001" fmla="*/ 3214254 w 10490654"/>
                  <a:gd name="connsiteY20-37002" fmla="*/ 1694317 h 10435941"/>
                  <a:gd name="connsiteX21-37003" fmla="*/ 3513454 w 10490654"/>
                  <a:gd name="connsiteY21-37004" fmla="*/ 1126281 h 10435941"/>
                  <a:gd name="connsiteX22-37005" fmla="*/ 3463636 w 10490654"/>
                  <a:gd name="connsiteY22-37006" fmla="*/ 752208 h 10435941"/>
                  <a:gd name="connsiteX23-37007" fmla="*/ 3491345 w 10490654"/>
                  <a:gd name="connsiteY23-37008" fmla="*/ 544390 h 10435941"/>
                  <a:gd name="connsiteX24-37009" fmla="*/ 3823854 w 10490654"/>
                  <a:gd name="connsiteY24-37010" fmla="*/ 184172 h 10435941"/>
                  <a:gd name="connsiteX25-37011" fmla="*/ 4017818 w 10490654"/>
                  <a:gd name="connsiteY25-37012" fmla="*/ 59481 h 10435941"/>
                  <a:gd name="connsiteX26-37013" fmla="*/ 4433454 w 10490654"/>
                  <a:gd name="connsiteY26-37014" fmla="*/ 295008 h 10435941"/>
                  <a:gd name="connsiteX27-37015" fmla="*/ 4599709 w 10490654"/>
                  <a:gd name="connsiteY27-37016" fmla="*/ 488972 h 10435941"/>
                  <a:gd name="connsiteX28-37017" fmla="*/ 5070763 w 10490654"/>
                  <a:gd name="connsiteY28-37018" fmla="*/ 544390 h 10435941"/>
                  <a:gd name="connsiteX29-37019" fmla="*/ 5391187 w 10490654"/>
                  <a:gd name="connsiteY29-37020" fmla="*/ 603639 h 10435941"/>
                  <a:gd name="connsiteX30-37021" fmla="*/ 5568642 w 10490654"/>
                  <a:gd name="connsiteY30-37022" fmla="*/ 588271 h 10435941"/>
                  <a:gd name="connsiteX31-37023" fmla="*/ 5860472 w 10490654"/>
                  <a:gd name="connsiteY31-37024" fmla="*/ 281153 h 10435941"/>
                  <a:gd name="connsiteX32-37025" fmla="*/ 6123709 w 10490654"/>
                  <a:gd name="connsiteY32-37026" fmla="*/ 322717 h 10435941"/>
                  <a:gd name="connsiteX33-37027" fmla="*/ 6541900 w 10490654"/>
                  <a:gd name="connsiteY33-37028" fmla="*/ 168233 h 10435941"/>
                  <a:gd name="connsiteX34-37029" fmla="*/ 6681722 w 10490654"/>
                  <a:gd name="connsiteY34-37030" fmla="*/ 107503 h 10435941"/>
                  <a:gd name="connsiteX35-37031" fmla="*/ 7011678 w 10490654"/>
                  <a:gd name="connsiteY35-37032" fmla="*/ 198026 h 10435941"/>
                  <a:gd name="connsiteX36-37033" fmla="*/ 7232072 w 10490654"/>
                  <a:gd name="connsiteY36-37034" fmla="*/ 17917 h 10435941"/>
                  <a:gd name="connsiteX37-37035" fmla="*/ 7379107 w 10490654"/>
                  <a:gd name="connsiteY37-37036" fmla="*/ 0 h 10435941"/>
                  <a:gd name="connsiteX38-37037" fmla="*/ 7600859 w 10490654"/>
                  <a:gd name="connsiteY38-37038" fmla="*/ 41248 h 10435941"/>
                  <a:gd name="connsiteX39-37039" fmla="*/ 7910945 w 10490654"/>
                  <a:gd name="connsiteY39-37040" fmla="*/ 128753 h 10435941"/>
                  <a:gd name="connsiteX40-37041" fmla="*/ 8312727 w 10490654"/>
                  <a:gd name="connsiteY40-37042" fmla="*/ 59481 h 10435941"/>
                  <a:gd name="connsiteX41-37043" fmla="*/ 8647005 w 10490654"/>
                  <a:gd name="connsiteY41-37044" fmla="*/ 396707 h 10435941"/>
                  <a:gd name="connsiteX42-37045" fmla="*/ 8908472 w 10490654"/>
                  <a:gd name="connsiteY42-37046" fmla="*/ 544390 h 10435941"/>
                  <a:gd name="connsiteX43-37047" fmla="*/ 9146732 w 10490654"/>
                  <a:gd name="connsiteY43-37048" fmla="*/ 420846 h 10435941"/>
                  <a:gd name="connsiteX44-37049" fmla="*/ 9372965 w 10490654"/>
                  <a:gd name="connsiteY44-37050" fmla="*/ 466363 h 10435941"/>
                  <a:gd name="connsiteX45-37051" fmla="*/ 9518072 w 10490654"/>
                  <a:gd name="connsiteY45-37052" fmla="*/ 367819 h 10435941"/>
                  <a:gd name="connsiteX46-37053" fmla="*/ 9646301 w 10490654"/>
                  <a:gd name="connsiteY46-37054" fmla="*/ 369587 h 10435941"/>
                  <a:gd name="connsiteX47-37055" fmla="*/ 10002982 w 10490654"/>
                  <a:gd name="connsiteY47-37056" fmla="*/ 793772 h 10435941"/>
                  <a:gd name="connsiteX48-37057" fmla="*/ 10238509 w 10490654"/>
                  <a:gd name="connsiteY48-37058" fmla="*/ 987735 h 10435941"/>
                  <a:gd name="connsiteX49-37059" fmla="*/ 10224654 w 10490654"/>
                  <a:gd name="connsiteY49-37060" fmla="*/ 1250972 h 10435941"/>
                  <a:gd name="connsiteX50-37061" fmla="*/ 10238509 w 10490654"/>
                  <a:gd name="connsiteY50-37062" fmla="*/ 1444935 h 10435941"/>
                  <a:gd name="connsiteX51-37063" fmla="*/ 10243066 w 10490654"/>
                  <a:gd name="connsiteY51-37064" fmla="*/ 1580249 h 10435941"/>
                  <a:gd name="connsiteX52-37065" fmla="*/ 10490654 w 10490654"/>
                  <a:gd name="connsiteY52-37066" fmla="*/ 1753897 h 10435941"/>
                  <a:gd name="connsiteX53-37067" fmla="*/ 10077929 w 10490654"/>
                  <a:gd name="connsiteY53-37068" fmla="*/ 2207269 h 10435941"/>
                  <a:gd name="connsiteX54-37069" fmla="*/ 9781309 w 10490654"/>
                  <a:gd name="connsiteY54-37070" fmla="*/ 2497881 h 10435941"/>
                  <a:gd name="connsiteX55-37071" fmla="*/ 9580055 w 10490654"/>
                  <a:gd name="connsiteY55-37072" fmla="*/ 3426134 h 10435941"/>
                  <a:gd name="connsiteX56-37073" fmla="*/ 9532477 w 10490654"/>
                  <a:gd name="connsiteY56-37074" fmla="*/ 3685207 h 10435941"/>
                  <a:gd name="connsiteX57-37075" fmla="*/ 9365672 w 10490654"/>
                  <a:gd name="connsiteY57-37076" fmla="*/ 3911044 h 10435941"/>
                  <a:gd name="connsiteX58-37077" fmla="*/ 9310254 w 10490654"/>
                  <a:gd name="connsiteY58-37078" fmla="*/ 4077299 h 10435941"/>
                  <a:gd name="connsiteX59-37079" fmla="*/ 9236422 w 10490654"/>
                  <a:gd name="connsiteY59-37080" fmla="*/ 4285117 h 10435941"/>
                  <a:gd name="connsiteX60-37081" fmla="*/ 9205255 w 10490654"/>
                  <a:gd name="connsiteY60-37082" fmla="*/ 4430122 h 10435941"/>
                  <a:gd name="connsiteX61-37083" fmla="*/ 9337963 w 10490654"/>
                  <a:gd name="connsiteY61-37084" fmla="*/ 4659190 h 10435941"/>
                  <a:gd name="connsiteX62-37085" fmla="*/ 9382180 w 10490654"/>
                  <a:gd name="connsiteY62-37086" fmla="*/ 4915057 h 10435941"/>
                  <a:gd name="connsiteX63-37087" fmla="*/ 9397939 w 10490654"/>
                  <a:gd name="connsiteY63-37088" fmla="*/ 5208060 h 10435941"/>
                  <a:gd name="connsiteX64-37089" fmla="*/ 9383359 w 10490654"/>
                  <a:gd name="connsiteY64-37090" fmla="*/ 5615153 h 10435941"/>
                  <a:gd name="connsiteX65-37091" fmla="*/ 9518623 w 10490654"/>
                  <a:gd name="connsiteY65-37092" fmla="*/ 5975373 h 10435941"/>
                  <a:gd name="connsiteX66-37093" fmla="*/ 9540496 w 10490654"/>
                  <a:gd name="connsiteY66-37094" fmla="*/ 6403714 h 10435941"/>
                  <a:gd name="connsiteX67-37095" fmla="*/ 9933709 w 10490654"/>
                  <a:gd name="connsiteY67-37096" fmla="*/ 6862062 h 10435941"/>
                  <a:gd name="connsiteX68-37097" fmla="*/ 10052074 w 10490654"/>
                  <a:gd name="connsiteY68-37098" fmla="*/ 7221396 h 10435941"/>
                  <a:gd name="connsiteX69-37099" fmla="*/ 10232908 w 10490654"/>
                  <a:gd name="connsiteY69-37100" fmla="*/ 7514995 h 10435941"/>
                  <a:gd name="connsiteX70-37101" fmla="*/ 9670472 w 10490654"/>
                  <a:gd name="connsiteY70-37102" fmla="*/ 7540935 h 10435941"/>
                  <a:gd name="connsiteX71-37103" fmla="*/ 9174087 w 10490654"/>
                  <a:gd name="connsiteY71-37104" fmla="*/ 7651772 h 10435941"/>
                  <a:gd name="connsiteX72-37105" fmla="*/ 9128871 w 10490654"/>
                  <a:gd name="connsiteY72-37106" fmla="*/ 7790317 h 10435941"/>
                  <a:gd name="connsiteX73-37107" fmla="*/ 9019309 w 10490654"/>
                  <a:gd name="connsiteY73-37108" fmla="*/ 7998135 h 10435941"/>
                  <a:gd name="connsiteX74-37109" fmla="*/ 8933823 w 10490654"/>
                  <a:gd name="connsiteY74-37110" fmla="*/ 8085908 h 10435941"/>
                  <a:gd name="connsiteX75-37111" fmla="*/ 9036787 w 10490654"/>
                  <a:gd name="connsiteY75-37112" fmla="*/ 8313437 h 10435941"/>
                  <a:gd name="connsiteX76-37113" fmla="*/ 9027559 w 10490654"/>
                  <a:gd name="connsiteY76-37114" fmla="*/ 8524608 h 10435941"/>
                  <a:gd name="connsiteX77-37115" fmla="*/ 8993669 w 10490654"/>
                  <a:gd name="connsiteY77-37116" fmla="*/ 8758113 h 10435941"/>
                  <a:gd name="connsiteX78-37117" fmla="*/ 8991600 w 10490654"/>
                  <a:gd name="connsiteY78-37118" fmla="*/ 8967953 h 10435941"/>
                  <a:gd name="connsiteX79-37119" fmla="*/ 8894618 w 10490654"/>
                  <a:gd name="connsiteY79-37120" fmla="*/ 9272753 h 10435941"/>
                  <a:gd name="connsiteX80-37121" fmla="*/ 8922328 w 10490654"/>
                  <a:gd name="connsiteY80-37122" fmla="*/ 9578490 h 10435941"/>
                  <a:gd name="connsiteX81-37123" fmla="*/ 9138715 w 10490654"/>
                  <a:gd name="connsiteY81-37124" fmla="*/ 9750056 h 10435941"/>
                  <a:gd name="connsiteX82-37125" fmla="*/ 9231789 w 10490654"/>
                  <a:gd name="connsiteY82-37126" fmla="*/ 9890275 h 10435941"/>
                  <a:gd name="connsiteX83-37127" fmla="*/ 9462870 w 10490654"/>
                  <a:gd name="connsiteY83-37128" fmla="*/ 9929452 h 10435941"/>
                  <a:gd name="connsiteX84-37129" fmla="*/ 9472032 w 10490654"/>
                  <a:gd name="connsiteY84-37130" fmla="*/ 9818955 h 10435941"/>
                  <a:gd name="connsiteX85-37131" fmla="*/ 9620746 w 10490654"/>
                  <a:gd name="connsiteY85-37132" fmla="*/ 9758904 h 10435941"/>
                  <a:gd name="connsiteX86-37133" fmla="*/ 9632264 w 10490654"/>
                  <a:gd name="connsiteY86-37134" fmla="*/ 10334695 h 10435941"/>
                  <a:gd name="connsiteX87-37135" fmla="*/ 9504664 w 10490654"/>
                  <a:gd name="connsiteY87-37136" fmla="*/ 10338313 h 10435941"/>
                  <a:gd name="connsiteX88-37137" fmla="*/ 9328580 w 10490654"/>
                  <a:gd name="connsiteY88-37138" fmla="*/ 10427202 h 10435941"/>
                  <a:gd name="connsiteX89-37139" fmla="*/ 9204220 w 10490654"/>
                  <a:gd name="connsiteY89-37140" fmla="*/ 10435941 h 10435941"/>
                  <a:gd name="connsiteX90-37141" fmla="*/ 9065234 w 10490654"/>
                  <a:gd name="connsiteY90-37142" fmla="*/ 10122103 h 10435941"/>
                  <a:gd name="connsiteX91-37143" fmla="*/ 8954319 w 10490654"/>
                  <a:gd name="connsiteY91-37144" fmla="*/ 10072174 h 10435941"/>
                  <a:gd name="connsiteX92-37145" fmla="*/ 8825345 w 10490654"/>
                  <a:gd name="connsiteY92-37146" fmla="*/ 9813081 h 10435941"/>
                  <a:gd name="connsiteX93-37147" fmla="*/ 8534400 w 10490654"/>
                  <a:gd name="connsiteY93-37148" fmla="*/ 9702244 h 10435941"/>
                  <a:gd name="connsiteX94-37149" fmla="*/ 8423563 w 10490654"/>
                  <a:gd name="connsiteY94-37150" fmla="*/ 9646826 h 10435941"/>
                  <a:gd name="connsiteX95-37151" fmla="*/ 8285018 w 10490654"/>
                  <a:gd name="connsiteY95-37152" fmla="*/ 9480572 h 10435941"/>
                  <a:gd name="connsiteX96-37153" fmla="*/ 8257309 w 10490654"/>
                  <a:gd name="connsiteY96-37154" fmla="*/ 9342026 h 10435941"/>
                  <a:gd name="connsiteX97-37155" fmla="*/ 8146472 w 10490654"/>
                  <a:gd name="connsiteY97-37156" fmla="*/ 9355881 h 10435941"/>
                  <a:gd name="connsiteX98-37157" fmla="*/ 8091054 w 10490654"/>
                  <a:gd name="connsiteY98-37158" fmla="*/ 9577553 h 10435941"/>
                  <a:gd name="connsiteX99-37159" fmla="*/ 7806336 w 10490654"/>
                  <a:gd name="connsiteY99-37160" fmla="*/ 9583313 h 10435941"/>
                  <a:gd name="connsiteX100-37161" fmla="*/ 7567694 w 10490654"/>
                  <a:gd name="connsiteY100-37162" fmla="*/ 9520112 h 10435941"/>
                  <a:gd name="connsiteX101-37163" fmla="*/ 7466043 w 10490654"/>
                  <a:gd name="connsiteY101-37164" fmla="*/ 9471387 h 10435941"/>
                  <a:gd name="connsiteX102-37165" fmla="*/ 7287491 w 10490654"/>
                  <a:gd name="connsiteY102-37166" fmla="*/ 9449904 h 10435941"/>
                  <a:gd name="connsiteX103-37167" fmla="*/ 7221797 w 10490654"/>
                  <a:gd name="connsiteY103-37168" fmla="*/ 9121910 h 10435941"/>
                  <a:gd name="connsiteX104-37169" fmla="*/ 6954982 w 10490654"/>
                  <a:gd name="connsiteY104-37170" fmla="*/ 9189626 h 10435941"/>
                  <a:gd name="connsiteX105-37171" fmla="*/ 6710737 w 10490654"/>
                  <a:gd name="connsiteY105-37172" fmla="*/ 9262013 h 10435941"/>
                  <a:gd name="connsiteX106-37173" fmla="*/ 6674777 w 10490654"/>
                  <a:gd name="connsiteY106-37174" fmla="*/ 9062912 h 10435941"/>
                  <a:gd name="connsiteX107-37175" fmla="*/ 6511636 w 10490654"/>
                  <a:gd name="connsiteY107-37176" fmla="*/ 8954099 h 10435941"/>
                  <a:gd name="connsiteX108-37177" fmla="*/ 6428509 w 10490654"/>
                  <a:gd name="connsiteY108-37178" fmla="*/ 8954099 h 10435941"/>
                  <a:gd name="connsiteX109-37179" fmla="*/ 6325922 w 10490654"/>
                  <a:gd name="connsiteY109-37180" fmla="*/ 9057307 h 10435941"/>
                  <a:gd name="connsiteX110-37181" fmla="*/ 6167763 w 10490654"/>
                  <a:gd name="connsiteY110-37182" fmla="*/ 8978227 h 10435941"/>
                  <a:gd name="connsiteX111-37183" fmla="*/ 6002132 w 10490654"/>
                  <a:gd name="connsiteY111-37184" fmla="*/ 9093734 h 10435941"/>
                  <a:gd name="connsiteX112-37185" fmla="*/ 5749636 w 10490654"/>
                  <a:gd name="connsiteY112-37186" fmla="*/ 9051081 h 10435941"/>
                  <a:gd name="connsiteX113-37187" fmla="*/ 5674760 w 10490654"/>
                  <a:gd name="connsiteY113-37188" fmla="*/ 9081904 h 10435941"/>
                  <a:gd name="connsiteX114-37189" fmla="*/ 5507415 w 10490654"/>
                  <a:gd name="connsiteY114-37190" fmla="*/ 9128137 h 10435941"/>
                  <a:gd name="connsiteX115-37191" fmla="*/ 5505859 w 10490654"/>
                  <a:gd name="connsiteY115-37192" fmla="*/ 8870972 h 10435941"/>
                  <a:gd name="connsiteX116-37193" fmla="*/ 5505857 w 10490654"/>
                  <a:gd name="connsiteY116-37194" fmla="*/ 8634977 h 10435941"/>
                  <a:gd name="connsiteX117-37195" fmla="*/ 5336024 w 10490654"/>
                  <a:gd name="connsiteY117-37196" fmla="*/ 8333292 h 10435941"/>
                  <a:gd name="connsiteX118-37197" fmla="*/ 5230324 w 10490654"/>
                  <a:gd name="connsiteY118-37198" fmla="*/ 8082820 h 10435941"/>
                  <a:gd name="connsiteX119-37199" fmla="*/ 5317031 w 10490654"/>
                  <a:gd name="connsiteY119-37200" fmla="*/ 7610208 h 10435941"/>
                  <a:gd name="connsiteX120-37201" fmla="*/ 5201059 w 10490654"/>
                  <a:gd name="connsiteY120-37202" fmla="*/ 7320352 h 10435941"/>
                  <a:gd name="connsiteX121-37203" fmla="*/ 5250872 w 10490654"/>
                  <a:gd name="connsiteY121-37204" fmla="*/ 7069881 h 10435941"/>
                  <a:gd name="connsiteX122-37205" fmla="*/ 5245735 w 10490654"/>
                  <a:gd name="connsiteY122-37206" fmla="*/ 7018665 h 10435941"/>
                  <a:gd name="connsiteX123-37207" fmla="*/ 4577603 w 10490654"/>
                  <a:gd name="connsiteY123-37208" fmla="*/ 7013996 h 10435941"/>
                  <a:gd name="connsiteX124-37209" fmla="*/ 4528412 w 10490654"/>
                  <a:gd name="connsiteY124-37210" fmla="*/ 6840580 h 10435941"/>
                  <a:gd name="connsiteX125-37211" fmla="*/ 4038834 w 10490654"/>
                  <a:gd name="connsiteY125-37212" fmla="*/ 6816452 h 10435941"/>
                  <a:gd name="connsiteX126-37213" fmla="*/ 3976254 w 10490654"/>
                  <a:gd name="connsiteY126-37214" fmla="*/ 7069881 h 10435941"/>
                  <a:gd name="connsiteX127-37215" fmla="*/ 3932667 w 10490654"/>
                  <a:gd name="connsiteY127-37216" fmla="*/ 7281279 h 10435941"/>
                  <a:gd name="connsiteX128-37217" fmla="*/ 3884155 w 10490654"/>
                  <a:gd name="connsiteY128-37218" fmla="*/ 7403480 h 10435941"/>
                  <a:gd name="connsiteX129-37219" fmla="*/ 3572499 w 10490654"/>
                  <a:gd name="connsiteY129-37220" fmla="*/ 7365450 h 10435941"/>
                  <a:gd name="connsiteX130-37221" fmla="*/ 3311236 w 10490654"/>
                  <a:gd name="connsiteY130-37222" fmla="*/ 7402390 h 10435941"/>
                  <a:gd name="connsiteX131-37223" fmla="*/ 2921540 w 10490654"/>
                  <a:gd name="connsiteY131-37224" fmla="*/ 7414475 h 10435941"/>
                  <a:gd name="connsiteX132-37225" fmla="*/ 2784763 w 10490654"/>
                  <a:gd name="connsiteY132-37226" fmla="*/ 7139153 h 10435941"/>
                  <a:gd name="connsiteX133-37227" fmla="*/ 2604654 w 10490654"/>
                  <a:gd name="connsiteY133-37228" fmla="*/ 6862062 h 10435941"/>
                  <a:gd name="connsiteX134-37229" fmla="*/ 2410691 w 10490654"/>
                  <a:gd name="connsiteY134-37230" fmla="*/ 6363299 h 10435941"/>
                  <a:gd name="connsiteX135-37231" fmla="*/ 2327563 w 10490654"/>
                  <a:gd name="connsiteY135-37232" fmla="*/ 6224753 h 10435941"/>
                  <a:gd name="connsiteX136-37233" fmla="*/ 1662545 w 10490654"/>
                  <a:gd name="connsiteY136-37234" fmla="*/ 6197044 h 10435941"/>
                  <a:gd name="connsiteX137-37235" fmla="*/ 1233054 w 10490654"/>
                  <a:gd name="connsiteY137-37236" fmla="*/ 6197044 h 10435941"/>
                  <a:gd name="connsiteX138-37237" fmla="*/ 1136072 w 10490654"/>
                  <a:gd name="connsiteY138-37238" fmla="*/ 6252462 h 10435941"/>
                  <a:gd name="connsiteX139-37239" fmla="*/ 706582 w 10490654"/>
                  <a:gd name="connsiteY139-37240" fmla="*/ 6210899 h 10435941"/>
                  <a:gd name="connsiteX140-37241" fmla="*/ 318654 w 10490654"/>
                  <a:gd name="connsiteY140-37242" fmla="*/ 6238608 h 10435941"/>
                  <a:gd name="connsiteX141-37243" fmla="*/ 96982 w 10490654"/>
                  <a:gd name="connsiteY141-37244" fmla="*/ 6391008 h 10435941"/>
                  <a:gd name="connsiteX142-37245" fmla="*/ 0 w 10490654"/>
                  <a:gd name="connsiteY142-37246" fmla="*/ 6294026 h 10435941"/>
                  <a:gd name="connsiteX143-37247" fmla="*/ 83127 w 10490654"/>
                  <a:gd name="connsiteY143-37248" fmla="*/ 6238608 h 10435941"/>
                  <a:gd name="connsiteX0-37249" fmla="*/ 83127 w 10490654"/>
                  <a:gd name="connsiteY0-37250" fmla="*/ 6238608 h 10435941"/>
                  <a:gd name="connsiteX1-37251" fmla="*/ 96982 w 10490654"/>
                  <a:gd name="connsiteY1-37252" fmla="*/ 5795262 h 10435941"/>
                  <a:gd name="connsiteX2-37253" fmla="*/ 401782 w 10490654"/>
                  <a:gd name="connsiteY2-37254" fmla="*/ 5532026 h 10435941"/>
                  <a:gd name="connsiteX3-37255" fmla="*/ 651163 w 10490654"/>
                  <a:gd name="connsiteY3-37256" fmla="*/ 5670572 h 10435941"/>
                  <a:gd name="connsiteX4-37257" fmla="*/ 858982 w 10490654"/>
                  <a:gd name="connsiteY4-37258" fmla="*/ 5504317 h 10435941"/>
                  <a:gd name="connsiteX5-37259" fmla="*/ 997527 w 10490654"/>
                  <a:gd name="connsiteY5-37260" fmla="*/ 5351917 h 10435941"/>
                  <a:gd name="connsiteX6-37261" fmla="*/ 1080654 w 10490654"/>
                  <a:gd name="connsiteY6-37262" fmla="*/ 5435044 h 10435941"/>
                  <a:gd name="connsiteX7-37263" fmla="*/ 1269312 w 10490654"/>
                  <a:gd name="connsiteY7-37264" fmla="*/ 5679710 h 10435941"/>
                  <a:gd name="connsiteX8-37265" fmla="*/ 1523116 w 10490654"/>
                  <a:gd name="connsiteY8-37266" fmla="*/ 5481030 h 10435941"/>
                  <a:gd name="connsiteX9-37267" fmla="*/ 1731818 w 10490654"/>
                  <a:gd name="connsiteY9-37268" fmla="*/ 5296499 h 10435941"/>
                  <a:gd name="connsiteX10-37269" fmla="*/ 2022763 w 10490654"/>
                  <a:gd name="connsiteY10-37270" fmla="*/ 5060972 h 10435941"/>
                  <a:gd name="connsiteX11-37271" fmla="*/ 2119745 w 10490654"/>
                  <a:gd name="connsiteY11-37272" fmla="*/ 4631481 h 10435941"/>
                  <a:gd name="connsiteX12-37273" fmla="*/ 2172511 w 10490654"/>
                  <a:gd name="connsiteY12-37274" fmla="*/ 4164848 h 10435941"/>
                  <a:gd name="connsiteX13-37275" fmla="*/ 2355272 w 10490654"/>
                  <a:gd name="connsiteY13-37276" fmla="*/ 3855626 h 10435941"/>
                  <a:gd name="connsiteX14-37277" fmla="*/ 2752497 w 10490654"/>
                  <a:gd name="connsiteY14-37278" fmla="*/ 3475092 h 10435941"/>
                  <a:gd name="connsiteX15-37279" fmla="*/ 2978727 w 10490654"/>
                  <a:gd name="connsiteY15-37280" fmla="*/ 3259881 h 10435941"/>
                  <a:gd name="connsiteX16-37281" fmla="*/ 3006436 w 10490654"/>
                  <a:gd name="connsiteY16-37282" fmla="*/ 2816535 h 10435941"/>
                  <a:gd name="connsiteX17-37283" fmla="*/ 3075709 w 10490654"/>
                  <a:gd name="connsiteY17-37284" fmla="*/ 2525590 h 10435941"/>
                  <a:gd name="connsiteX18-37285" fmla="*/ 3075709 w 10490654"/>
                  <a:gd name="connsiteY18-37286" fmla="*/ 2317772 h 10435941"/>
                  <a:gd name="connsiteX19-37287" fmla="*/ 3214254 w 10490654"/>
                  <a:gd name="connsiteY19-37288" fmla="*/ 1985262 h 10435941"/>
                  <a:gd name="connsiteX20-37289" fmla="*/ 3214254 w 10490654"/>
                  <a:gd name="connsiteY20-37290" fmla="*/ 1694317 h 10435941"/>
                  <a:gd name="connsiteX21-37291" fmla="*/ 3513454 w 10490654"/>
                  <a:gd name="connsiteY21-37292" fmla="*/ 1126281 h 10435941"/>
                  <a:gd name="connsiteX22-37293" fmla="*/ 3463636 w 10490654"/>
                  <a:gd name="connsiteY22-37294" fmla="*/ 752208 h 10435941"/>
                  <a:gd name="connsiteX23-37295" fmla="*/ 3491345 w 10490654"/>
                  <a:gd name="connsiteY23-37296" fmla="*/ 544390 h 10435941"/>
                  <a:gd name="connsiteX24-37297" fmla="*/ 3823854 w 10490654"/>
                  <a:gd name="connsiteY24-37298" fmla="*/ 184172 h 10435941"/>
                  <a:gd name="connsiteX25-37299" fmla="*/ 4017818 w 10490654"/>
                  <a:gd name="connsiteY25-37300" fmla="*/ 59481 h 10435941"/>
                  <a:gd name="connsiteX26-37301" fmla="*/ 4433454 w 10490654"/>
                  <a:gd name="connsiteY26-37302" fmla="*/ 295008 h 10435941"/>
                  <a:gd name="connsiteX27-37303" fmla="*/ 4599709 w 10490654"/>
                  <a:gd name="connsiteY27-37304" fmla="*/ 488972 h 10435941"/>
                  <a:gd name="connsiteX28-37305" fmla="*/ 5070763 w 10490654"/>
                  <a:gd name="connsiteY28-37306" fmla="*/ 544390 h 10435941"/>
                  <a:gd name="connsiteX29-37307" fmla="*/ 5391187 w 10490654"/>
                  <a:gd name="connsiteY29-37308" fmla="*/ 603639 h 10435941"/>
                  <a:gd name="connsiteX30-37309" fmla="*/ 5568642 w 10490654"/>
                  <a:gd name="connsiteY30-37310" fmla="*/ 588271 h 10435941"/>
                  <a:gd name="connsiteX31-37311" fmla="*/ 5860472 w 10490654"/>
                  <a:gd name="connsiteY31-37312" fmla="*/ 281153 h 10435941"/>
                  <a:gd name="connsiteX32-37313" fmla="*/ 6123709 w 10490654"/>
                  <a:gd name="connsiteY32-37314" fmla="*/ 322717 h 10435941"/>
                  <a:gd name="connsiteX33-37315" fmla="*/ 6541900 w 10490654"/>
                  <a:gd name="connsiteY33-37316" fmla="*/ 168233 h 10435941"/>
                  <a:gd name="connsiteX34-37317" fmla="*/ 6681722 w 10490654"/>
                  <a:gd name="connsiteY34-37318" fmla="*/ 107503 h 10435941"/>
                  <a:gd name="connsiteX35-37319" fmla="*/ 7011678 w 10490654"/>
                  <a:gd name="connsiteY35-37320" fmla="*/ 198026 h 10435941"/>
                  <a:gd name="connsiteX36-37321" fmla="*/ 7232072 w 10490654"/>
                  <a:gd name="connsiteY36-37322" fmla="*/ 17917 h 10435941"/>
                  <a:gd name="connsiteX37-37323" fmla="*/ 7379107 w 10490654"/>
                  <a:gd name="connsiteY37-37324" fmla="*/ 0 h 10435941"/>
                  <a:gd name="connsiteX38-37325" fmla="*/ 7600859 w 10490654"/>
                  <a:gd name="connsiteY38-37326" fmla="*/ 41248 h 10435941"/>
                  <a:gd name="connsiteX39-37327" fmla="*/ 7910945 w 10490654"/>
                  <a:gd name="connsiteY39-37328" fmla="*/ 128753 h 10435941"/>
                  <a:gd name="connsiteX40-37329" fmla="*/ 8312727 w 10490654"/>
                  <a:gd name="connsiteY40-37330" fmla="*/ 59481 h 10435941"/>
                  <a:gd name="connsiteX41-37331" fmla="*/ 8647005 w 10490654"/>
                  <a:gd name="connsiteY41-37332" fmla="*/ 396707 h 10435941"/>
                  <a:gd name="connsiteX42-37333" fmla="*/ 8908472 w 10490654"/>
                  <a:gd name="connsiteY42-37334" fmla="*/ 544390 h 10435941"/>
                  <a:gd name="connsiteX43-37335" fmla="*/ 9146732 w 10490654"/>
                  <a:gd name="connsiteY43-37336" fmla="*/ 420846 h 10435941"/>
                  <a:gd name="connsiteX44-37337" fmla="*/ 9372965 w 10490654"/>
                  <a:gd name="connsiteY44-37338" fmla="*/ 466363 h 10435941"/>
                  <a:gd name="connsiteX45-37339" fmla="*/ 9518072 w 10490654"/>
                  <a:gd name="connsiteY45-37340" fmla="*/ 367819 h 10435941"/>
                  <a:gd name="connsiteX46-37341" fmla="*/ 9646301 w 10490654"/>
                  <a:gd name="connsiteY46-37342" fmla="*/ 369587 h 10435941"/>
                  <a:gd name="connsiteX47-37343" fmla="*/ 10002982 w 10490654"/>
                  <a:gd name="connsiteY47-37344" fmla="*/ 793772 h 10435941"/>
                  <a:gd name="connsiteX48-37345" fmla="*/ 10238509 w 10490654"/>
                  <a:gd name="connsiteY48-37346" fmla="*/ 987735 h 10435941"/>
                  <a:gd name="connsiteX49-37347" fmla="*/ 10224654 w 10490654"/>
                  <a:gd name="connsiteY49-37348" fmla="*/ 1250972 h 10435941"/>
                  <a:gd name="connsiteX50-37349" fmla="*/ 10238509 w 10490654"/>
                  <a:gd name="connsiteY50-37350" fmla="*/ 1444935 h 10435941"/>
                  <a:gd name="connsiteX51-37351" fmla="*/ 10243066 w 10490654"/>
                  <a:gd name="connsiteY51-37352" fmla="*/ 1580249 h 10435941"/>
                  <a:gd name="connsiteX52-37353" fmla="*/ 10490654 w 10490654"/>
                  <a:gd name="connsiteY52-37354" fmla="*/ 1753897 h 10435941"/>
                  <a:gd name="connsiteX53-37355" fmla="*/ 10077929 w 10490654"/>
                  <a:gd name="connsiteY53-37356" fmla="*/ 2207269 h 10435941"/>
                  <a:gd name="connsiteX54-37357" fmla="*/ 9781309 w 10490654"/>
                  <a:gd name="connsiteY54-37358" fmla="*/ 2497881 h 10435941"/>
                  <a:gd name="connsiteX55-37359" fmla="*/ 9580055 w 10490654"/>
                  <a:gd name="connsiteY55-37360" fmla="*/ 3426134 h 10435941"/>
                  <a:gd name="connsiteX56-37361" fmla="*/ 9532477 w 10490654"/>
                  <a:gd name="connsiteY56-37362" fmla="*/ 3685207 h 10435941"/>
                  <a:gd name="connsiteX57-37363" fmla="*/ 9365672 w 10490654"/>
                  <a:gd name="connsiteY57-37364" fmla="*/ 3911044 h 10435941"/>
                  <a:gd name="connsiteX58-37365" fmla="*/ 9310254 w 10490654"/>
                  <a:gd name="connsiteY58-37366" fmla="*/ 4077299 h 10435941"/>
                  <a:gd name="connsiteX59-37367" fmla="*/ 9236422 w 10490654"/>
                  <a:gd name="connsiteY59-37368" fmla="*/ 4285117 h 10435941"/>
                  <a:gd name="connsiteX60-37369" fmla="*/ 9205255 w 10490654"/>
                  <a:gd name="connsiteY60-37370" fmla="*/ 4430122 h 10435941"/>
                  <a:gd name="connsiteX61-37371" fmla="*/ 9337963 w 10490654"/>
                  <a:gd name="connsiteY61-37372" fmla="*/ 4659190 h 10435941"/>
                  <a:gd name="connsiteX62-37373" fmla="*/ 9382180 w 10490654"/>
                  <a:gd name="connsiteY62-37374" fmla="*/ 4915057 h 10435941"/>
                  <a:gd name="connsiteX63-37375" fmla="*/ 9397939 w 10490654"/>
                  <a:gd name="connsiteY63-37376" fmla="*/ 5208060 h 10435941"/>
                  <a:gd name="connsiteX64-37377" fmla="*/ 9383359 w 10490654"/>
                  <a:gd name="connsiteY64-37378" fmla="*/ 5615153 h 10435941"/>
                  <a:gd name="connsiteX65-37379" fmla="*/ 9518623 w 10490654"/>
                  <a:gd name="connsiteY65-37380" fmla="*/ 5975373 h 10435941"/>
                  <a:gd name="connsiteX66-37381" fmla="*/ 9540496 w 10490654"/>
                  <a:gd name="connsiteY66-37382" fmla="*/ 6403714 h 10435941"/>
                  <a:gd name="connsiteX67-37383" fmla="*/ 9933709 w 10490654"/>
                  <a:gd name="connsiteY67-37384" fmla="*/ 6862062 h 10435941"/>
                  <a:gd name="connsiteX68-37385" fmla="*/ 10052074 w 10490654"/>
                  <a:gd name="connsiteY68-37386" fmla="*/ 7221396 h 10435941"/>
                  <a:gd name="connsiteX69-37387" fmla="*/ 10232908 w 10490654"/>
                  <a:gd name="connsiteY69-37388" fmla="*/ 7514995 h 10435941"/>
                  <a:gd name="connsiteX70-37389" fmla="*/ 9670472 w 10490654"/>
                  <a:gd name="connsiteY70-37390" fmla="*/ 7540935 h 10435941"/>
                  <a:gd name="connsiteX71-37391" fmla="*/ 9174087 w 10490654"/>
                  <a:gd name="connsiteY71-37392" fmla="*/ 7651772 h 10435941"/>
                  <a:gd name="connsiteX72-37393" fmla="*/ 9128871 w 10490654"/>
                  <a:gd name="connsiteY72-37394" fmla="*/ 7790317 h 10435941"/>
                  <a:gd name="connsiteX73-37395" fmla="*/ 9019309 w 10490654"/>
                  <a:gd name="connsiteY73-37396" fmla="*/ 7998135 h 10435941"/>
                  <a:gd name="connsiteX74-37397" fmla="*/ 8933823 w 10490654"/>
                  <a:gd name="connsiteY74-37398" fmla="*/ 8085908 h 10435941"/>
                  <a:gd name="connsiteX75-37399" fmla="*/ 9036787 w 10490654"/>
                  <a:gd name="connsiteY75-37400" fmla="*/ 8313437 h 10435941"/>
                  <a:gd name="connsiteX76-37401" fmla="*/ 9027559 w 10490654"/>
                  <a:gd name="connsiteY76-37402" fmla="*/ 8524608 h 10435941"/>
                  <a:gd name="connsiteX77-37403" fmla="*/ 8993669 w 10490654"/>
                  <a:gd name="connsiteY77-37404" fmla="*/ 8758113 h 10435941"/>
                  <a:gd name="connsiteX78-37405" fmla="*/ 8991600 w 10490654"/>
                  <a:gd name="connsiteY78-37406" fmla="*/ 8967953 h 10435941"/>
                  <a:gd name="connsiteX79-37407" fmla="*/ 8894618 w 10490654"/>
                  <a:gd name="connsiteY79-37408" fmla="*/ 9272753 h 10435941"/>
                  <a:gd name="connsiteX80-37409" fmla="*/ 8922328 w 10490654"/>
                  <a:gd name="connsiteY80-37410" fmla="*/ 9578490 h 10435941"/>
                  <a:gd name="connsiteX81-37411" fmla="*/ 9138715 w 10490654"/>
                  <a:gd name="connsiteY81-37412" fmla="*/ 9750056 h 10435941"/>
                  <a:gd name="connsiteX82-37413" fmla="*/ 9231789 w 10490654"/>
                  <a:gd name="connsiteY82-37414" fmla="*/ 9890275 h 10435941"/>
                  <a:gd name="connsiteX83-37415" fmla="*/ 9462870 w 10490654"/>
                  <a:gd name="connsiteY83-37416" fmla="*/ 9929452 h 10435941"/>
                  <a:gd name="connsiteX84-37417" fmla="*/ 9472032 w 10490654"/>
                  <a:gd name="connsiteY84-37418" fmla="*/ 9818955 h 10435941"/>
                  <a:gd name="connsiteX85-37419" fmla="*/ 9620746 w 10490654"/>
                  <a:gd name="connsiteY85-37420" fmla="*/ 9758904 h 10435941"/>
                  <a:gd name="connsiteX86-37421" fmla="*/ 9632264 w 10490654"/>
                  <a:gd name="connsiteY86-37422" fmla="*/ 10334695 h 10435941"/>
                  <a:gd name="connsiteX87-37423" fmla="*/ 9504664 w 10490654"/>
                  <a:gd name="connsiteY87-37424" fmla="*/ 10338313 h 10435941"/>
                  <a:gd name="connsiteX88-37425" fmla="*/ 9328580 w 10490654"/>
                  <a:gd name="connsiteY88-37426" fmla="*/ 10427202 h 10435941"/>
                  <a:gd name="connsiteX89-37427" fmla="*/ 9204220 w 10490654"/>
                  <a:gd name="connsiteY89-37428" fmla="*/ 10435941 h 10435941"/>
                  <a:gd name="connsiteX90-37429" fmla="*/ 9065234 w 10490654"/>
                  <a:gd name="connsiteY90-37430" fmla="*/ 10122103 h 10435941"/>
                  <a:gd name="connsiteX91-37431" fmla="*/ 8954319 w 10490654"/>
                  <a:gd name="connsiteY91-37432" fmla="*/ 10072174 h 10435941"/>
                  <a:gd name="connsiteX92-37433" fmla="*/ 8793275 w 10490654"/>
                  <a:gd name="connsiteY92-37434" fmla="*/ 9863725 h 10435941"/>
                  <a:gd name="connsiteX93-37435" fmla="*/ 8534400 w 10490654"/>
                  <a:gd name="connsiteY93-37436" fmla="*/ 9702244 h 10435941"/>
                  <a:gd name="connsiteX94-37437" fmla="*/ 8423563 w 10490654"/>
                  <a:gd name="connsiteY94-37438" fmla="*/ 9646826 h 10435941"/>
                  <a:gd name="connsiteX95-37439" fmla="*/ 8285018 w 10490654"/>
                  <a:gd name="connsiteY95-37440" fmla="*/ 9480572 h 10435941"/>
                  <a:gd name="connsiteX96-37441" fmla="*/ 8257309 w 10490654"/>
                  <a:gd name="connsiteY96-37442" fmla="*/ 9342026 h 10435941"/>
                  <a:gd name="connsiteX97-37443" fmla="*/ 8146472 w 10490654"/>
                  <a:gd name="connsiteY97-37444" fmla="*/ 9355881 h 10435941"/>
                  <a:gd name="connsiteX98-37445" fmla="*/ 8091054 w 10490654"/>
                  <a:gd name="connsiteY98-37446" fmla="*/ 9577553 h 10435941"/>
                  <a:gd name="connsiteX99-37447" fmla="*/ 7806336 w 10490654"/>
                  <a:gd name="connsiteY99-37448" fmla="*/ 9583313 h 10435941"/>
                  <a:gd name="connsiteX100-37449" fmla="*/ 7567694 w 10490654"/>
                  <a:gd name="connsiteY100-37450" fmla="*/ 9520112 h 10435941"/>
                  <a:gd name="connsiteX101-37451" fmla="*/ 7466043 w 10490654"/>
                  <a:gd name="connsiteY101-37452" fmla="*/ 9471387 h 10435941"/>
                  <a:gd name="connsiteX102-37453" fmla="*/ 7287491 w 10490654"/>
                  <a:gd name="connsiteY102-37454" fmla="*/ 9449904 h 10435941"/>
                  <a:gd name="connsiteX103-37455" fmla="*/ 7221797 w 10490654"/>
                  <a:gd name="connsiteY103-37456" fmla="*/ 9121910 h 10435941"/>
                  <a:gd name="connsiteX104-37457" fmla="*/ 6954982 w 10490654"/>
                  <a:gd name="connsiteY104-37458" fmla="*/ 9189626 h 10435941"/>
                  <a:gd name="connsiteX105-37459" fmla="*/ 6710737 w 10490654"/>
                  <a:gd name="connsiteY105-37460" fmla="*/ 9262013 h 10435941"/>
                  <a:gd name="connsiteX106-37461" fmla="*/ 6674777 w 10490654"/>
                  <a:gd name="connsiteY106-37462" fmla="*/ 9062912 h 10435941"/>
                  <a:gd name="connsiteX107-37463" fmla="*/ 6511636 w 10490654"/>
                  <a:gd name="connsiteY107-37464" fmla="*/ 8954099 h 10435941"/>
                  <a:gd name="connsiteX108-37465" fmla="*/ 6428509 w 10490654"/>
                  <a:gd name="connsiteY108-37466" fmla="*/ 8954099 h 10435941"/>
                  <a:gd name="connsiteX109-37467" fmla="*/ 6325922 w 10490654"/>
                  <a:gd name="connsiteY109-37468" fmla="*/ 9057307 h 10435941"/>
                  <a:gd name="connsiteX110-37469" fmla="*/ 6167763 w 10490654"/>
                  <a:gd name="connsiteY110-37470" fmla="*/ 8978227 h 10435941"/>
                  <a:gd name="connsiteX111-37471" fmla="*/ 6002132 w 10490654"/>
                  <a:gd name="connsiteY111-37472" fmla="*/ 9093734 h 10435941"/>
                  <a:gd name="connsiteX112-37473" fmla="*/ 5749636 w 10490654"/>
                  <a:gd name="connsiteY112-37474" fmla="*/ 9051081 h 10435941"/>
                  <a:gd name="connsiteX113-37475" fmla="*/ 5674760 w 10490654"/>
                  <a:gd name="connsiteY113-37476" fmla="*/ 9081904 h 10435941"/>
                  <a:gd name="connsiteX114-37477" fmla="*/ 5507415 w 10490654"/>
                  <a:gd name="connsiteY114-37478" fmla="*/ 9128137 h 10435941"/>
                  <a:gd name="connsiteX115-37479" fmla="*/ 5505859 w 10490654"/>
                  <a:gd name="connsiteY115-37480" fmla="*/ 8870972 h 10435941"/>
                  <a:gd name="connsiteX116-37481" fmla="*/ 5505857 w 10490654"/>
                  <a:gd name="connsiteY116-37482" fmla="*/ 8634977 h 10435941"/>
                  <a:gd name="connsiteX117-37483" fmla="*/ 5336024 w 10490654"/>
                  <a:gd name="connsiteY117-37484" fmla="*/ 8333292 h 10435941"/>
                  <a:gd name="connsiteX118-37485" fmla="*/ 5230324 w 10490654"/>
                  <a:gd name="connsiteY118-37486" fmla="*/ 8082820 h 10435941"/>
                  <a:gd name="connsiteX119-37487" fmla="*/ 5317031 w 10490654"/>
                  <a:gd name="connsiteY119-37488" fmla="*/ 7610208 h 10435941"/>
                  <a:gd name="connsiteX120-37489" fmla="*/ 5201059 w 10490654"/>
                  <a:gd name="connsiteY120-37490" fmla="*/ 7320352 h 10435941"/>
                  <a:gd name="connsiteX121-37491" fmla="*/ 5250872 w 10490654"/>
                  <a:gd name="connsiteY121-37492" fmla="*/ 7069881 h 10435941"/>
                  <a:gd name="connsiteX122-37493" fmla="*/ 5245735 w 10490654"/>
                  <a:gd name="connsiteY122-37494" fmla="*/ 7018665 h 10435941"/>
                  <a:gd name="connsiteX123-37495" fmla="*/ 4577603 w 10490654"/>
                  <a:gd name="connsiteY123-37496" fmla="*/ 7013996 h 10435941"/>
                  <a:gd name="connsiteX124-37497" fmla="*/ 4528412 w 10490654"/>
                  <a:gd name="connsiteY124-37498" fmla="*/ 6840580 h 10435941"/>
                  <a:gd name="connsiteX125-37499" fmla="*/ 4038834 w 10490654"/>
                  <a:gd name="connsiteY125-37500" fmla="*/ 6816452 h 10435941"/>
                  <a:gd name="connsiteX126-37501" fmla="*/ 3976254 w 10490654"/>
                  <a:gd name="connsiteY126-37502" fmla="*/ 7069881 h 10435941"/>
                  <a:gd name="connsiteX127-37503" fmla="*/ 3932667 w 10490654"/>
                  <a:gd name="connsiteY127-37504" fmla="*/ 7281279 h 10435941"/>
                  <a:gd name="connsiteX128-37505" fmla="*/ 3884155 w 10490654"/>
                  <a:gd name="connsiteY128-37506" fmla="*/ 7403480 h 10435941"/>
                  <a:gd name="connsiteX129-37507" fmla="*/ 3572499 w 10490654"/>
                  <a:gd name="connsiteY129-37508" fmla="*/ 7365450 h 10435941"/>
                  <a:gd name="connsiteX130-37509" fmla="*/ 3311236 w 10490654"/>
                  <a:gd name="connsiteY130-37510" fmla="*/ 7402390 h 10435941"/>
                  <a:gd name="connsiteX131-37511" fmla="*/ 2921540 w 10490654"/>
                  <a:gd name="connsiteY131-37512" fmla="*/ 7414475 h 10435941"/>
                  <a:gd name="connsiteX132-37513" fmla="*/ 2784763 w 10490654"/>
                  <a:gd name="connsiteY132-37514" fmla="*/ 7139153 h 10435941"/>
                  <a:gd name="connsiteX133-37515" fmla="*/ 2604654 w 10490654"/>
                  <a:gd name="connsiteY133-37516" fmla="*/ 6862062 h 10435941"/>
                  <a:gd name="connsiteX134-37517" fmla="*/ 2410691 w 10490654"/>
                  <a:gd name="connsiteY134-37518" fmla="*/ 6363299 h 10435941"/>
                  <a:gd name="connsiteX135-37519" fmla="*/ 2327563 w 10490654"/>
                  <a:gd name="connsiteY135-37520" fmla="*/ 6224753 h 10435941"/>
                  <a:gd name="connsiteX136-37521" fmla="*/ 1662545 w 10490654"/>
                  <a:gd name="connsiteY136-37522" fmla="*/ 6197044 h 10435941"/>
                  <a:gd name="connsiteX137-37523" fmla="*/ 1233054 w 10490654"/>
                  <a:gd name="connsiteY137-37524" fmla="*/ 6197044 h 10435941"/>
                  <a:gd name="connsiteX138-37525" fmla="*/ 1136072 w 10490654"/>
                  <a:gd name="connsiteY138-37526" fmla="*/ 6252462 h 10435941"/>
                  <a:gd name="connsiteX139-37527" fmla="*/ 706582 w 10490654"/>
                  <a:gd name="connsiteY139-37528" fmla="*/ 6210899 h 10435941"/>
                  <a:gd name="connsiteX140-37529" fmla="*/ 318654 w 10490654"/>
                  <a:gd name="connsiteY140-37530" fmla="*/ 6238608 h 10435941"/>
                  <a:gd name="connsiteX141-37531" fmla="*/ 96982 w 10490654"/>
                  <a:gd name="connsiteY141-37532" fmla="*/ 6391008 h 10435941"/>
                  <a:gd name="connsiteX142-37533" fmla="*/ 0 w 10490654"/>
                  <a:gd name="connsiteY142-37534" fmla="*/ 6294026 h 10435941"/>
                  <a:gd name="connsiteX143-37535" fmla="*/ 83127 w 10490654"/>
                  <a:gd name="connsiteY143-37536" fmla="*/ 6238608 h 10435941"/>
                  <a:gd name="connsiteX0-37537" fmla="*/ 83127 w 10490654"/>
                  <a:gd name="connsiteY0-37538" fmla="*/ 6238608 h 10435941"/>
                  <a:gd name="connsiteX1-37539" fmla="*/ 96982 w 10490654"/>
                  <a:gd name="connsiteY1-37540" fmla="*/ 5795262 h 10435941"/>
                  <a:gd name="connsiteX2-37541" fmla="*/ 401782 w 10490654"/>
                  <a:gd name="connsiteY2-37542" fmla="*/ 5532026 h 10435941"/>
                  <a:gd name="connsiteX3-37543" fmla="*/ 651163 w 10490654"/>
                  <a:gd name="connsiteY3-37544" fmla="*/ 5670572 h 10435941"/>
                  <a:gd name="connsiteX4-37545" fmla="*/ 858982 w 10490654"/>
                  <a:gd name="connsiteY4-37546" fmla="*/ 5504317 h 10435941"/>
                  <a:gd name="connsiteX5-37547" fmla="*/ 997527 w 10490654"/>
                  <a:gd name="connsiteY5-37548" fmla="*/ 5351917 h 10435941"/>
                  <a:gd name="connsiteX6-37549" fmla="*/ 1080654 w 10490654"/>
                  <a:gd name="connsiteY6-37550" fmla="*/ 5435044 h 10435941"/>
                  <a:gd name="connsiteX7-37551" fmla="*/ 1269312 w 10490654"/>
                  <a:gd name="connsiteY7-37552" fmla="*/ 5679710 h 10435941"/>
                  <a:gd name="connsiteX8-37553" fmla="*/ 1523116 w 10490654"/>
                  <a:gd name="connsiteY8-37554" fmla="*/ 5481030 h 10435941"/>
                  <a:gd name="connsiteX9-37555" fmla="*/ 1731818 w 10490654"/>
                  <a:gd name="connsiteY9-37556" fmla="*/ 5296499 h 10435941"/>
                  <a:gd name="connsiteX10-37557" fmla="*/ 2022763 w 10490654"/>
                  <a:gd name="connsiteY10-37558" fmla="*/ 5060972 h 10435941"/>
                  <a:gd name="connsiteX11-37559" fmla="*/ 2119745 w 10490654"/>
                  <a:gd name="connsiteY11-37560" fmla="*/ 4631481 h 10435941"/>
                  <a:gd name="connsiteX12-37561" fmla="*/ 2172511 w 10490654"/>
                  <a:gd name="connsiteY12-37562" fmla="*/ 4164848 h 10435941"/>
                  <a:gd name="connsiteX13-37563" fmla="*/ 2355272 w 10490654"/>
                  <a:gd name="connsiteY13-37564" fmla="*/ 3855626 h 10435941"/>
                  <a:gd name="connsiteX14-37565" fmla="*/ 2752497 w 10490654"/>
                  <a:gd name="connsiteY14-37566" fmla="*/ 3475092 h 10435941"/>
                  <a:gd name="connsiteX15-37567" fmla="*/ 2978727 w 10490654"/>
                  <a:gd name="connsiteY15-37568" fmla="*/ 3259881 h 10435941"/>
                  <a:gd name="connsiteX16-37569" fmla="*/ 3006436 w 10490654"/>
                  <a:gd name="connsiteY16-37570" fmla="*/ 2816535 h 10435941"/>
                  <a:gd name="connsiteX17-37571" fmla="*/ 3075709 w 10490654"/>
                  <a:gd name="connsiteY17-37572" fmla="*/ 2525590 h 10435941"/>
                  <a:gd name="connsiteX18-37573" fmla="*/ 3075709 w 10490654"/>
                  <a:gd name="connsiteY18-37574" fmla="*/ 2317772 h 10435941"/>
                  <a:gd name="connsiteX19-37575" fmla="*/ 3214254 w 10490654"/>
                  <a:gd name="connsiteY19-37576" fmla="*/ 1985262 h 10435941"/>
                  <a:gd name="connsiteX20-37577" fmla="*/ 3214254 w 10490654"/>
                  <a:gd name="connsiteY20-37578" fmla="*/ 1694317 h 10435941"/>
                  <a:gd name="connsiteX21-37579" fmla="*/ 3513454 w 10490654"/>
                  <a:gd name="connsiteY21-37580" fmla="*/ 1126281 h 10435941"/>
                  <a:gd name="connsiteX22-37581" fmla="*/ 3463636 w 10490654"/>
                  <a:gd name="connsiteY22-37582" fmla="*/ 752208 h 10435941"/>
                  <a:gd name="connsiteX23-37583" fmla="*/ 3491345 w 10490654"/>
                  <a:gd name="connsiteY23-37584" fmla="*/ 544390 h 10435941"/>
                  <a:gd name="connsiteX24-37585" fmla="*/ 3823854 w 10490654"/>
                  <a:gd name="connsiteY24-37586" fmla="*/ 184172 h 10435941"/>
                  <a:gd name="connsiteX25-37587" fmla="*/ 4017818 w 10490654"/>
                  <a:gd name="connsiteY25-37588" fmla="*/ 59481 h 10435941"/>
                  <a:gd name="connsiteX26-37589" fmla="*/ 4433454 w 10490654"/>
                  <a:gd name="connsiteY26-37590" fmla="*/ 295008 h 10435941"/>
                  <a:gd name="connsiteX27-37591" fmla="*/ 4599709 w 10490654"/>
                  <a:gd name="connsiteY27-37592" fmla="*/ 488972 h 10435941"/>
                  <a:gd name="connsiteX28-37593" fmla="*/ 5070763 w 10490654"/>
                  <a:gd name="connsiteY28-37594" fmla="*/ 544390 h 10435941"/>
                  <a:gd name="connsiteX29-37595" fmla="*/ 5391187 w 10490654"/>
                  <a:gd name="connsiteY29-37596" fmla="*/ 603639 h 10435941"/>
                  <a:gd name="connsiteX30-37597" fmla="*/ 5568642 w 10490654"/>
                  <a:gd name="connsiteY30-37598" fmla="*/ 588271 h 10435941"/>
                  <a:gd name="connsiteX31-37599" fmla="*/ 5860472 w 10490654"/>
                  <a:gd name="connsiteY31-37600" fmla="*/ 281153 h 10435941"/>
                  <a:gd name="connsiteX32-37601" fmla="*/ 6123709 w 10490654"/>
                  <a:gd name="connsiteY32-37602" fmla="*/ 322717 h 10435941"/>
                  <a:gd name="connsiteX33-37603" fmla="*/ 6541900 w 10490654"/>
                  <a:gd name="connsiteY33-37604" fmla="*/ 168233 h 10435941"/>
                  <a:gd name="connsiteX34-37605" fmla="*/ 6681722 w 10490654"/>
                  <a:gd name="connsiteY34-37606" fmla="*/ 107503 h 10435941"/>
                  <a:gd name="connsiteX35-37607" fmla="*/ 7011678 w 10490654"/>
                  <a:gd name="connsiteY35-37608" fmla="*/ 198026 h 10435941"/>
                  <a:gd name="connsiteX36-37609" fmla="*/ 7232072 w 10490654"/>
                  <a:gd name="connsiteY36-37610" fmla="*/ 17917 h 10435941"/>
                  <a:gd name="connsiteX37-37611" fmla="*/ 7379107 w 10490654"/>
                  <a:gd name="connsiteY37-37612" fmla="*/ 0 h 10435941"/>
                  <a:gd name="connsiteX38-37613" fmla="*/ 7600859 w 10490654"/>
                  <a:gd name="connsiteY38-37614" fmla="*/ 41248 h 10435941"/>
                  <a:gd name="connsiteX39-37615" fmla="*/ 7910945 w 10490654"/>
                  <a:gd name="connsiteY39-37616" fmla="*/ 128753 h 10435941"/>
                  <a:gd name="connsiteX40-37617" fmla="*/ 8312727 w 10490654"/>
                  <a:gd name="connsiteY40-37618" fmla="*/ 59481 h 10435941"/>
                  <a:gd name="connsiteX41-37619" fmla="*/ 8647005 w 10490654"/>
                  <a:gd name="connsiteY41-37620" fmla="*/ 396707 h 10435941"/>
                  <a:gd name="connsiteX42-37621" fmla="*/ 8908472 w 10490654"/>
                  <a:gd name="connsiteY42-37622" fmla="*/ 544390 h 10435941"/>
                  <a:gd name="connsiteX43-37623" fmla="*/ 9146732 w 10490654"/>
                  <a:gd name="connsiteY43-37624" fmla="*/ 420846 h 10435941"/>
                  <a:gd name="connsiteX44-37625" fmla="*/ 9372965 w 10490654"/>
                  <a:gd name="connsiteY44-37626" fmla="*/ 466363 h 10435941"/>
                  <a:gd name="connsiteX45-37627" fmla="*/ 9518072 w 10490654"/>
                  <a:gd name="connsiteY45-37628" fmla="*/ 367819 h 10435941"/>
                  <a:gd name="connsiteX46-37629" fmla="*/ 9646301 w 10490654"/>
                  <a:gd name="connsiteY46-37630" fmla="*/ 369587 h 10435941"/>
                  <a:gd name="connsiteX47-37631" fmla="*/ 10002982 w 10490654"/>
                  <a:gd name="connsiteY47-37632" fmla="*/ 793772 h 10435941"/>
                  <a:gd name="connsiteX48-37633" fmla="*/ 10238509 w 10490654"/>
                  <a:gd name="connsiteY48-37634" fmla="*/ 987735 h 10435941"/>
                  <a:gd name="connsiteX49-37635" fmla="*/ 10224654 w 10490654"/>
                  <a:gd name="connsiteY49-37636" fmla="*/ 1250972 h 10435941"/>
                  <a:gd name="connsiteX50-37637" fmla="*/ 10238509 w 10490654"/>
                  <a:gd name="connsiteY50-37638" fmla="*/ 1444935 h 10435941"/>
                  <a:gd name="connsiteX51-37639" fmla="*/ 10243066 w 10490654"/>
                  <a:gd name="connsiteY51-37640" fmla="*/ 1580249 h 10435941"/>
                  <a:gd name="connsiteX52-37641" fmla="*/ 10490654 w 10490654"/>
                  <a:gd name="connsiteY52-37642" fmla="*/ 1753897 h 10435941"/>
                  <a:gd name="connsiteX53-37643" fmla="*/ 10077929 w 10490654"/>
                  <a:gd name="connsiteY53-37644" fmla="*/ 2207269 h 10435941"/>
                  <a:gd name="connsiteX54-37645" fmla="*/ 9781309 w 10490654"/>
                  <a:gd name="connsiteY54-37646" fmla="*/ 2497881 h 10435941"/>
                  <a:gd name="connsiteX55-37647" fmla="*/ 9580055 w 10490654"/>
                  <a:gd name="connsiteY55-37648" fmla="*/ 3426134 h 10435941"/>
                  <a:gd name="connsiteX56-37649" fmla="*/ 9532477 w 10490654"/>
                  <a:gd name="connsiteY56-37650" fmla="*/ 3685207 h 10435941"/>
                  <a:gd name="connsiteX57-37651" fmla="*/ 9365672 w 10490654"/>
                  <a:gd name="connsiteY57-37652" fmla="*/ 3911044 h 10435941"/>
                  <a:gd name="connsiteX58-37653" fmla="*/ 9310254 w 10490654"/>
                  <a:gd name="connsiteY58-37654" fmla="*/ 4077299 h 10435941"/>
                  <a:gd name="connsiteX59-37655" fmla="*/ 9236422 w 10490654"/>
                  <a:gd name="connsiteY59-37656" fmla="*/ 4285117 h 10435941"/>
                  <a:gd name="connsiteX60-37657" fmla="*/ 9205255 w 10490654"/>
                  <a:gd name="connsiteY60-37658" fmla="*/ 4430122 h 10435941"/>
                  <a:gd name="connsiteX61-37659" fmla="*/ 9337963 w 10490654"/>
                  <a:gd name="connsiteY61-37660" fmla="*/ 4659190 h 10435941"/>
                  <a:gd name="connsiteX62-37661" fmla="*/ 9382180 w 10490654"/>
                  <a:gd name="connsiteY62-37662" fmla="*/ 4915057 h 10435941"/>
                  <a:gd name="connsiteX63-37663" fmla="*/ 9397939 w 10490654"/>
                  <a:gd name="connsiteY63-37664" fmla="*/ 5208060 h 10435941"/>
                  <a:gd name="connsiteX64-37665" fmla="*/ 9383359 w 10490654"/>
                  <a:gd name="connsiteY64-37666" fmla="*/ 5615153 h 10435941"/>
                  <a:gd name="connsiteX65-37667" fmla="*/ 9518623 w 10490654"/>
                  <a:gd name="connsiteY65-37668" fmla="*/ 5975373 h 10435941"/>
                  <a:gd name="connsiteX66-37669" fmla="*/ 9540496 w 10490654"/>
                  <a:gd name="connsiteY66-37670" fmla="*/ 6403714 h 10435941"/>
                  <a:gd name="connsiteX67-37671" fmla="*/ 9933709 w 10490654"/>
                  <a:gd name="connsiteY67-37672" fmla="*/ 6862062 h 10435941"/>
                  <a:gd name="connsiteX68-37673" fmla="*/ 10052074 w 10490654"/>
                  <a:gd name="connsiteY68-37674" fmla="*/ 7221396 h 10435941"/>
                  <a:gd name="connsiteX69-37675" fmla="*/ 10232908 w 10490654"/>
                  <a:gd name="connsiteY69-37676" fmla="*/ 7514995 h 10435941"/>
                  <a:gd name="connsiteX70-37677" fmla="*/ 9670472 w 10490654"/>
                  <a:gd name="connsiteY70-37678" fmla="*/ 7540935 h 10435941"/>
                  <a:gd name="connsiteX71-37679" fmla="*/ 9174087 w 10490654"/>
                  <a:gd name="connsiteY71-37680" fmla="*/ 7651772 h 10435941"/>
                  <a:gd name="connsiteX72-37681" fmla="*/ 9128871 w 10490654"/>
                  <a:gd name="connsiteY72-37682" fmla="*/ 7790317 h 10435941"/>
                  <a:gd name="connsiteX73-37683" fmla="*/ 9019309 w 10490654"/>
                  <a:gd name="connsiteY73-37684" fmla="*/ 7998135 h 10435941"/>
                  <a:gd name="connsiteX74-37685" fmla="*/ 8933823 w 10490654"/>
                  <a:gd name="connsiteY74-37686" fmla="*/ 8085908 h 10435941"/>
                  <a:gd name="connsiteX75-37687" fmla="*/ 9036787 w 10490654"/>
                  <a:gd name="connsiteY75-37688" fmla="*/ 8313437 h 10435941"/>
                  <a:gd name="connsiteX76-37689" fmla="*/ 9027559 w 10490654"/>
                  <a:gd name="connsiteY76-37690" fmla="*/ 8524608 h 10435941"/>
                  <a:gd name="connsiteX77-37691" fmla="*/ 8993669 w 10490654"/>
                  <a:gd name="connsiteY77-37692" fmla="*/ 8758113 h 10435941"/>
                  <a:gd name="connsiteX78-37693" fmla="*/ 8991600 w 10490654"/>
                  <a:gd name="connsiteY78-37694" fmla="*/ 8967953 h 10435941"/>
                  <a:gd name="connsiteX79-37695" fmla="*/ 8894618 w 10490654"/>
                  <a:gd name="connsiteY79-37696" fmla="*/ 9272753 h 10435941"/>
                  <a:gd name="connsiteX80-37697" fmla="*/ 8922328 w 10490654"/>
                  <a:gd name="connsiteY80-37698" fmla="*/ 9578490 h 10435941"/>
                  <a:gd name="connsiteX81-37699" fmla="*/ 9138715 w 10490654"/>
                  <a:gd name="connsiteY81-37700" fmla="*/ 9750056 h 10435941"/>
                  <a:gd name="connsiteX82-37701" fmla="*/ 9231789 w 10490654"/>
                  <a:gd name="connsiteY82-37702" fmla="*/ 9890275 h 10435941"/>
                  <a:gd name="connsiteX83-37703" fmla="*/ 9462870 w 10490654"/>
                  <a:gd name="connsiteY83-37704" fmla="*/ 9929452 h 10435941"/>
                  <a:gd name="connsiteX84-37705" fmla="*/ 9472032 w 10490654"/>
                  <a:gd name="connsiteY84-37706" fmla="*/ 9818955 h 10435941"/>
                  <a:gd name="connsiteX85-37707" fmla="*/ 9620746 w 10490654"/>
                  <a:gd name="connsiteY85-37708" fmla="*/ 9758904 h 10435941"/>
                  <a:gd name="connsiteX86-37709" fmla="*/ 9632264 w 10490654"/>
                  <a:gd name="connsiteY86-37710" fmla="*/ 10334695 h 10435941"/>
                  <a:gd name="connsiteX87-37711" fmla="*/ 9504664 w 10490654"/>
                  <a:gd name="connsiteY87-37712" fmla="*/ 10338313 h 10435941"/>
                  <a:gd name="connsiteX88-37713" fmla="*/ 9328580 w 10490654"/>
                  <a:gd name="connsiteY88-37714" fmla="*/ 10427202 h 10435941"/>
                  <a:gd name="connsiteX89-37715" fmla="*/ 9204220 w 10490654"/>
                  <a:gd name="connsiteY89-37716" fmla="*/ 10435941 h 10435941"/>
                  <a:gd name="connsiteX90-37717" fmla="*/ 9065234 w 10490654"/>
                  <a:gd name="connsiteY90-37718" fmla="*/ 10122103 h 10435941"/>
                  <a:gd name="connsiteX91-37719" fmla="*/ 8954319 w 10490654"/>
                  <a:gd name="connsiteY91-37720" fmla="*/ 10072174 h 10435941"/>
                  <a:gd name="connsiteX92-37721" fmla="*/ 8793275 w 10490654"/>
                  <a:gd name="connsiteY92-37722" fmla="*/ 9863725 h 10435941"/>
                  <a:gd name="connsiteX93-37723" fmla="*/ 8534400 w 10490654"/>
                  <a:gd name="connsiteY93-37724" fmla="*/ 9702244 h 10435941"/>
                  <a:gd name="connsiteX94-37725" fmla="*/ 8423563 w 10490654"/>
                  <a:gd name="connsiteY94-37726" fmla="*/ 9646826 h 10435941"/>
                  <a:gd name="connsiteX95-37727" fmla="*/ 8285018 w 10490654"/>
                  <a:gd name="connsiteY95-37728" fmla="*/ 9480572 h 10435941"/>
                  <a:gd name="connsiteX96-37729" fmla="*/ 8257309 w 10490654"/>
                  <a:gd name="connsiteY96-37730" fmla="*/ 9342026 h 10435941"/>
                  <a:gd name="connsiteX97-37731" fmla="*/ 8146472 w 10490654"/>
                  <a:gd name="connsiteY97-37732" fmla="*/ 9355881 h 10435941"/>
                  <a:gd name="connsiteX98-37733" fmla="*/ 8091054 w 10490654"/>
                  <a:gd name="connsiteY98-37734" fmla="*/ 9577553 h 10435941"/>
                  <a:gd name="connsiteX99-37735" fmla="*/ 7806336 w 10490654"/>
                  <a:gd name="connsiteY99-37736" fmla="*/ 9583313 h 10435941"/>
                  <a:gd name="connsiteX100-37737" fmla="*/ 7567694 w 10490654"/>
                  <a:gd name="connsiteY100-37738" fmla="*/ 9520112 h 10435941"/>
                  <a:gd name="connsiteX101-37739" fmla="*/ 7466043 w 10490654"/>
                  <a:gd name="connsiteY101-37740" fmla="*/ 9471387 h 10435941"/>
                  <a:gd name="connsiteX102-37741" fmla="*/ 7287491 w 10490654"/>
                  <a:gd name="connsiteY102-37742" fmla="*/ 9449904 h 10435941"/>
                  <a:gd name="connsiteX103-37743" fmla="*/ 7171401 w 10490654"/>
                  <a:gd name="connsiteY103-37744" fmla="*/ 9200180 h 10435941"/>
                  <a:gd name="connsiteX104-37745" fmla="*/ 6954982 w 10490654"/>
                  <a:gd name="connsiteY104-37746" fmla="*/ 9189626 h 10435941"/>
                  <a:gd name="connsiteX105-37747" fmla="*/ 6710737 w 10490654"/>
                  <a:gd name="connsiteY105-37748" fmla="*/ 9262013 h 10435941"/>
                  <a:gd name="connsiteX106-37749" fmla="*/ 6674777 w 10490654"/>
                  <a:gd name="connsiteY106-37750" fmla="*/ 9062912 h 10435941"/>
                  <a:gd name="connsiteX107-37751" fmla="*/ 6511636 w 10490654"/>
                  <a:gd name="connsiteY107-37752" fmla="*/ 8954099 h 10435941"/>
                  <a:gd name="connsiteX108-37753" fmla="*/ 6428509 w 10490654"/>
                  <a:gd name="connsiteY108-37754" fmla="*/ 8954099 h 10435941"/>
                  <a:gd name="connsiteX109-37755" fmla="*/ 6325922 w 10490654"/>
                  <a:gd name="connsiteY109-37756" fmla="*/ 9057307 h 10435941"/>
                  <a:gd name="connsiteX110-37757" fmla="*/ 6167763 w 10490654"/>
                  <a:gd name="connsiteY110-37758" fmla="*/ 8978227 h 10435941"/>
                  <a:gd name="connsiteX111-37759" fmla="*/ 6002132 w 10490654"/>
                  <a:gd name="connsiteY111-37760" fmla="*/ 9093734 h 10435941"/>
                  <a:gd name="connsiteX112-37761" fmla="*/ 5749636 w 10490654"/>
                  <a:gd name="connsiteY112-37762" fmla="*/ 9051081 h 10435941"/>
                  <a:gd name="connsiteX113-37763" fmla="*/ 5674760 w 10490654"/>
                  <a:gd name="connsiteY113-37764" fmla="*/ 9081904 h 10435941"/>
                  <a:gd name="connsiteX114-37765" fmla="*/ 5507415 w 10490654"/>
                  <a:gd name="connsiteY114-37766" fmla="*/ 9128137 h 10435941"/>
                  <a:gd name="connsiteX115-37767" fmla="*/ 5505859 w 10490654"/>
                  <a:gd name="connsiteY115-37768" fmla="*/ 8870972 h 10435941"/>
                  <a:gd name="connsiteX116-37769" fmla="*/ 5505857 w 10490654"/>
                  <a:gd name="connsiteY116-37770" fmla="*/ 8634977 h 10435941"/>
                  <a:gd name="connsiteX117-37771" fmla="*/ 5336024 w 10490654"/>
                  <a:gd name="connsiteY117-37772" fmla="*/ 8333292 h 10435941"/>
                  <a:gd name="connsiteX118-37773" fmla="*/ 5230324 w 10490654"/>
                  <a:gd name="connsiteY118-37774" fmla="*/ 8082820 h 10435941"/>
                  <a:gd name="connsiteX119-37775" fmla="*/ 5317031 w 10490654"/>
                  <a:gd name="connsiteY119-37776" fmla="*/ 7610208 h 10435941"/>
                  <a:gd name="connsiteX120-37777" fmla="*/ 5201059 w 10490654"/>
                  <a:gd name="connsiteY120-37778" fmla="*/ 7320352 h 10435941"/>
                  <a:gd name="connsiteX121-37779" fmla="*/ 5250872 w 10490654"/>
                  <a:gd name="connsiteY121-37780" fmla="*/ 7069881 h 10435941"/>
                  <a:gd name="connsiteX122-37781" fmla="*/ 5245735 w 10490654"/>
                  <a:gd name="connsiteY122-37782" fmla="*/ 7018665 h 10435941"/>
                  <a:gd name="connsiteX123-37783" fmla="*/ 4577603 w 10490654"/>
                  <a:gd name="connsiteY123-37784" fmla="*/ 7013996 h 10435941"/>
                  <a:gd name="connsiteX124-37785" fmla="*/ 4528412 w 10490654"/>
                  <a:gd name="connsiteY124-37786" fmla="*/ 6840580 h 10435941"/>
                  <a:gd name="connsiteX125-37787" fmla="*/ 4038834 w 10490654"/>
                  <a:gd name="connsiteY125-37788" fmla="*/ 6816452 h 10435941"/>
                  <a:gd name="connsiteX126-37789" fmla="*/ 3976254 w 10490654"/>
                  <a:gd name="connsiteY126-37790" fmla="*/ 7069881 h 10435941"/>
                  <a:gd name="connsiteX127-37791" fmla="*/ 3932667 w 10490654"/>
                  <a:gd name="connsiteY127-37792" fmla="*/ 7281279 h 10435941"/>
                  <a:gd name="connsiteX128-37793" fmla="*/ 3884155 w 10490654"/>
                  <a:gd name="connsiteY128-37794" fmla="*/ 7403480 h 10435941"/>
                  <a:gd name="connsiteX129-37795" fmla="*/ 3572499 w 10490654"/>
                  <a:gd name="connsiteY129-37796" fmla="*/ 7365450 h 10435941"/>
                  <a:gd name="connsiteX130-37797" fmla="*/ 3311236 w 10490654"/>
                  <a:gd name="connsiteY130-37798" fmla="*/ 7402390 h 10435941"/>
                  <a:gd name="connsiteX131-37799" fmla="*/ 2921540 w 10490654"/>
                  <a:gd name="connsiteY131-37800" fmla="*/ 7414475 h 10435941"/>
                  <a:gd name="connsiteX132-37801" fmla="*/ 2784763 w 10490654"/>
                  <a:gd name="connsiteY132-37802" fmla="*/ 7139153 h 10435941"/>
                  <a:gd name="connsiteX133-37803" fmla="*/ 2604654 w 10490654"/>
                  <a:gd name="connsiteY133-37804" fmla="*/ 6862062 h 10435941"/>
                  <a:gd name="connsiteX134-37805" fmla="*/ 2410691 w 10490654"/>
                  <a:gd name="connsiteY134-37806" fmla="*/ 6363299 h 10435941"/>
                  <a:gd name="connsiteX135-37807" fmla="*/ 2327563 w 10490654"/>
                  <a:gd name="connsiteY135-37808" fmla="*/ 6224753 h 10435941"/>
                  <a:gd name="connsiteX136-37809" fmla="*/ 1662545 w 10490654"/>
                  <a:gd name="connsiteY136-37810" fmla="*/ 6197044 h 10435941"/>
                  <a:gd name="connsiteX137-37811" fmla="*/ 1233054 w 10490654"/>
                  <a:gd name="connsiteY137-37812" fmla="*/ 6197044 h 10435941"/>
                  <a:gd name="connsiteX138-37813" fmla="*/ 1136072 w 10490654"/>
                  <a:gd name="connsiteY138-37814" fmla="*/ 6252462 h 10435941"/>
                  <a:gd name="connsiteX139-37815" fmla="*/ 706582 w 10490654"/>
                  <a:gd name="connsiteY139-37816" fmla="*/ 6210899 h 10435941"/>
                  <a:gd name="connsiteX140-37817" fmla="*/ 318654 w 10490654"/>
                  <a:gd name="connsiteY140-37818" fmla="*/ 6238608 h 10435941"/>
                  <a:gd name="connsiteX141-37819" fmla="*/ 96982 w 10490654"/>
                  <a:gd name="connsiteY141-37820" fmla="*/ 6391008 h 10435941"/>
                  <a:gd name="connsiteX142-37821" fmla="*/ 0 w 10490654"/>
                  <a:gd name="connsiteY142-37822" fmla="*/ 6294026 h 10435941"/>
                  <a:gd name="connsiteX143-37823" fmla="*/ 83127 w 10490654"/>
                  <a:gd name="connsiteY143-37824" fmla="*/ 6238608 h 10435941"/>
                  <a:gd name="connsiteX0-37825" fmla="*/ 83127 w 10490654"/>
                  <a:gd name="connsiteY0-37826" fmla="*/ 6238608 h 10435941"/>
                  <a:gd name="connsiteX1-37827" fmla="*/ 96982 w 10490654"/>
                  <a:gd name="connsiteY1-37828" fmla="*/ 5795262 h 10435941"/>
                  <a:gd name="connsiteX2-37829" fmla="*/ 401782 w 10490654"/>
                  <a:gd name="connsiteY2-37830" fmla="*/ 5532026 h 10435941"/>
                  <a:gd name="connsiteX3-37831" fmla="*/ 651163 w 10490654"/>
                  <a:gd name="connsiteY3-37832" fmla="*/ 5670572 h 10435941"/>
                  <a:gd name="connsiteX4-37833" fmla="*/ 858982 w 10490654"/>
                  <a:gd name="connsiteY4-37834" fmla="*/ 5504317 h 10435941"/>
                  <a:gd name="connsiteX5-37835" fmla="*/ 997527 w 10490654"/>
                  <a:gd name="connsiteY5-37836" fmla="*/ 5351917 h 10435941"/>
                  <a:gd name="connsiteX6-37837" fmla="*/ 1080654 w 10490654"/>
                  <a:gd name="connsiteY6-37838" fmla="*/ 5435044 h 10435941"/>
                  <a:gd name="connsiteX7-37839" fmla="*/ 1269312 w 10490654"/>
                  <a:gd name="connsiteY7-37840" fmla="*/ 5679710 h 10435941"/>
                  <a:gd name="connsiteX8-37841" fmla="*/ 1523116 w 10490654"/>
                  <a:gd name="connsiteY8-37842" fmla="*/ 5481030 h 10435941"/>
                  <a:gd name="connsiteX9-37843" fmla="*/ 1731818 w 10490654"/>
                  <a:gd name="connsiteY9-37844" fmla="*/ 5296499 h 10435941"/>
                  <a:gd name="connsiteX10-37845" fmla="*/ 2022763 w 10490654"/>
                  <a:gd name="connsiteY10-37846" fmla="*/ 5060972 h 10435941"/>
                  <a:gd name="connsiteX11-37847" fmla="*/ 2119745 w 10490654"/>
                  <a:gd name="connsiteY11-37848" fmla="*/ 4631481 h 10435941"/>
                  <a:gd name="connsiteX12-37849" fmla="*/ 2172511 w 10490654"/>
                  <a:gd name="connsiteY12-37850" fmla="*/ 4164848 h 10435941"/>
                  <a:gd name="connsiteX13-37851" fmla="*/ 2355272 w 10490654"/>
                  <a:gd name="connsiteY13-37852" fmla="*/ 3855626 h 10435941"/>
                  <a:gd name="connsiteX14-37853" fmla="*/ 2752497 w 10490654"/>
                  <a:gd name="connsiteY14-37854" fmla="*/ 3475092 h 10435941"/>
                  <a:gd name="connsiteX15-37855" fmla="*/ 2978727 w 10490654"/>
                  <a:gd name="connsiteY15-37856" fmla="*/ 3259881 h 10435941"/>
                  <a:gd name="connsiteX16-37857" fmla="*/ 3006436 w 10490654"/>
                  <a:gd name="connsiteY16-37858" fmla="*/ 2816535 h 10435941"/>
                  <a:gd name="connsiteX17-37859" fmla="*/ 3075709 w 10490654"/>
                  <a:gd name="connsiteY17-37860" fmla="*/ 2525590 h 10435941"/>
                  <a:gd name="connsiteX18-37861" fmla="*/ 3075709 w 10490654"/>
                  <a:gd name="connsiteY18-37862" fmla="*/ 2317772 h 10435941"/>
                  <a:gd name="connsiteX19-37863" fmla="*/ 3214254 w 10490654"/>
                  <a:gd name="connsiteY19-37864" fmla="*/ 1985262 h 10435941"/>
                  <a:gd name="connsiteX20-37865" fmla="*/ 3214254 w 10490654"/>
                  <a:gd name="connsiteY20-37866" fmla="*/ 1694317 h 10435941"/>
                  <a:gd name="connsiteX21-37867" fmla="*/ 3513454 w 10490654"/>
                  <a:gd name="connsiteY21-37868" fmla="*/ 1126281 h 10435941"/>
                  <a:gd name="connsiteX22-37869" fmla="*/ 3463636 w 10490654"/>
                  <a:gd name="connsiteY22-37870" fmla="*/ 752208 h 10435941"/>
                  <a:gd name="connsiteX23-37871" fmla="*/ 3491345 w 10490654"/>
                  <a:gd name="connsiteY23-37872" fmla="*/ 544390 h 10435941"/>
                  <a:gd name="connsiteX24-37873" fmla="*/ 3823854 w 10490654"/>
                  <a:gd name="connsiteY24-37874" fmla="*/ 184172 h 10435941"/>
                  <a:gd name="connsiteX25-37875" fmla="*/ 4017818 w 10490654"/>
                  <a:gd name="connsiteY25-37876" fmla="*/ 59481 h 10435941"/>
                  <a:gd name="connsiteX26-37877" fmla="*/ 4433454 w 10490654"/>
                  <a:gd name="connsiteY26-37878" fmla="*/ 295008 h 10435941"/>
                  <a:gd name="connsiteX27-37879" fmla="*/ 4599709 w 10490654"/>
                  <a:gd name="connsiteY27-37880" fmla="*/ 488972 h 10435941"/>
                  <a:gd name="connsiteX28-37881" fmla="*/ 5070763 w 10490654"/>
                  <a:gd name="connsiteY28-37882" fmla="*/ 544390 h 10435941"/>
                  <a:gd name="connsiteX29-37883" fmla="*/ 5391187 w 10490654"/>
                  <a:gd name="connsiteY29-37884" fmla="*/ 603639 h 10435941"/>
                  <a:gd name="connsiteX30-37885" fmla="*/ 5568642 w 10490654"/>
                  <a:gd name="connsiteY30-37886" fmla="*/ 588271 h 10435941"/>
                  <a:gd name="connsiteX31-37887" fmla="*/ 5860472 w 10490654"/>
                  <a:gd name="connsiteY31-37888" fmla="*/ 281153 h 10435941"/>
                  <a:gd name="connsiteX32-37889" fmla="*/ 6123709 w 10490654"/>
                  <a:gd name="connsiteY32-37890" fmla="*/ 322717 h 10435941"/>
                  <a:gd name="connsiteX33-37891" fmla="*/ 6541900 w 10490654"/>
                  <a:gd name="connsiteY33-37892" fmla="*/ 168233 h 10435941"/>
                  <a:gd name="connsiteX34-37893" fmla="*/ 6681722 w 10490654"/>
                  <a:gd name="connsiteY34-37894" fmla="*/ 107503 h 10435941"/>
                  <a:gd name="connsiteX35-37895" fmla="*/ 7011678 w 10490654"/>
                  <a:gd name="connsiteY35-37896" fmla="*/ 198026 h 10435941"/>
                  <a:gd name="connsiteX36-37897" fmla="*/ 7232072 w 10490654"/>
                  <a:gd name="connsiteY36-37898" fmla="*/ 17917 h 10435941"/>
                  <a:gd name="connsiteX37-37899" fmla="*/ 7379107 w 10490654"/>
                  <a:gd name="connsiteY37-37900" fmla="*/ 0 h 10435941"/>
                  <a:gd name="connsiteX38-37901" fmla="*/ 7600859 w 10490654"/>
                  <a:gd name="connsiteY38-37902" fmla="*/ 41248 h 10435941"/>
                  <a:gd name="connsiteX39-37903" fmla="*/ 7910945 w 10490654"/>
                  <a:gd name="connsiteY39-37904" fmla="*/ 128753 h 10435941"/>
                  <a:gd name="connsiteX40-37905" fmla="*/ 8312727 w 10490654"/>
                  <a:gd name="connsiteY40-37906" fmla="*/ 59481 h 10435941"/>
                  <a:gd name="connsiteX41-37907" fmla="*/ 8647005 w 10490654"/>
                  <a:gd name="connsiteY41-37908" fmla="*/ 396707 h 10435941"/>
                  <a:gd name="connsiteX42-37909" fmla="*/ 8908472 w 10490654"/>
                  <a:gd name="connsiteY42-37910" fmla="*/ 544390 h 10435941"/>
                  <a:gd name="connsiteX43-37911" fmla="*/ 9146732 w 10490654"/>
                  <a:gd name="connsiteY43-37912" fmla="*/ 420846 h 10435941"/>
                  <a:gd name="connsiteX44-37913" fmla="*/ 9372965 w 10490654"/>
                  <a:gd name="connsiteY44-37914" fmla="*/ 466363 h 10435941"/>
                  <a:gd name="connsiteX45-37915" fmla="*/ 9518072 w 10490654"/>
                  <a:gd name="connsiteY45-37916" fmla="*/ 367819 h 10435941"/>
                  <a:gd name="connsiteX46-37917" fmla="*/ 9646301 w 10490654"/>
                  <a:gd name="connsiteY46-37918" fmla="*/ 369587 h 10435941"/>
                  <a:gd name="connsiteX47-37919" fmla="*/ 10002982 w 10490654"/>
                  <a:gd name="connsiteY47-37920" fmla="*/ 793772 h 10435941"/>
                  <a:gd name="connsiteX48-37921" fmla="*/ 10238509 w 10490654"/>
                  <a:gd name="connsiteY48-37922" fmla="*/ 987735 h 10435941"/>
                  <a:gd name="connsiteX49-37923" fmla="*/ 10224654 w 10490654"/>
                  <a:gd name="connsiteY49-37924" fmla="*/ 1250972 h 10435941"/>
                  <a:gd name="connsiteX50-37925" fmla="*/ 10238509 w 10490654"/>
                  <a:gd name="connsiteY50-37926" fmla="*/ 1444935 h 10435941"/>
                  <a:gd name="connsiteX51-37927" fmla="*/ 10243066 w 10490654"/>
                  <a:gd name="connsiteY51-37928" fmla="*/ 1580249 h 10435941"/>
                  <a:gd name="connsiteX52-37929" fmla="*/ 10490654 w 10490654"/>
                  <a:gd name="connsiteY52-37930" fmla="*/ 1753897 h 10435941"/>
                  <a:gd name="connsiteX53-37931" fmla="*/ 10077929 w 10490654"/>
                  <a:gd name="connsiteY53-37932" fmla="*/ 2207269 h 10435941"/>
                  <a:gd name="connsiteX54-37933" fmla="*/ 9781309 w 10490654"/>
                  <a:gd name="connsiteY54-37934" fmla="*/ 2497881 h 10435941"/>
                  <a:gd name="connsiteX55-37935" fmla="*/ 9580055 w 10490654"/>
                  <a:gd name="connsiteY55-37936" fmla="*/ 3426134 h 10435941"/>
                  <a:gd name="connsiteX56-37937" fmla="*/ 9532477 w 10490654"/>
                  <a:gd name="connsiteY56-37938" fmla="*/ 3685207 h 10435941"/>
                  <a:gd name="connsiteX57-37939" fmla="*/ 9365672 w 10490654"/>
                  <a:gd name="connsiteY57-37940" fmla="*/ 3911044 h 10435941"/>
                  <a:gd name="connsiteX58-37941" fmla="*/ 9310254 w 10490654"/>
                  <a:gd name="connsiteY58-37942" fmla="*/ 4077299 h 10435941"/>
                  <a:gd name="connsiteX59-37943" fmla="*/ 9236422 w 10490654"/>
                  <a:gd name="connsiteY59-37944" fmla="*/ 4285117 h 10435941"/>
                  <a:gd name="connsiteX60-37945" fmla="*/ 9205255 w 10490654"/>
                  <a:gd name="connsiteY60-37946" fmla="*/ 4430122 h 10435941"/>
                  <a:gd name="connsiteX61-37947" fmla="*/ 9337963 w 10490654"/>
                  <a:gd name="connsiteY61-37948" fmla="*/ 4659190 h 10435941"/>
                  <a:gd name="connsiteX62-37949" fmla="*/ 9382180 w 10490654"/>
                  <a:gd name="connsiteY62-37950" fmla="*/ 4915057 h 10435941"/>
                  <a:gd name="connsiteX63-37951" fmla="*/ 9397939 w 10490654"/>
                  <a:gd name="connsiteY63-37952" fmla="*/ 5208060 h 10435941"/>
                  <a:gd name="connsiteX64-37953" fmla="*/ 9383359 w 10490654"/>
                  <a:gd name="connsiteY64-37954" fmla="*/ 5615153 h 10435941"/>
                  <a:gd name="connsiteX65-37955" fmla="*/ 9518623 w 10490654"/>
                  <a:gd name="connsiteY65-37956" fmla="*/ 5975373 h 10435941"/>
                  <a:gd name="connsiteX66-37957" fmla="*/ 9540496 w 10490654"/>
                  <a:gd name="connsiteY66-37958" fmla="*/ 6403714 h 10435941"/>
                  <a:gd name="connsiteX67-37959" fmla="*/ 9933709 w 10490654"/>
                  <a:gd name="connsiteY67-37960" fmla="*/ 6862062 h 10435941"/>
                  <a:gd name="connsiteX68-37961" fmla="*/ 10052074 w 10490654"/>
                  <a:gd name="connsiteY68-37962" fmla="*/ 7221396 h 10435941"/>
                  <a:gd name="connsiteX69-37963" fmla="*/ 10232908 w 10490654"/>
                  <a:gd name="connsiteY69-37964" fmla="*/ 7514995 h 10435941"/>
                  <a:gd name="connsiteX70-37965" fmla="*/ 9670472 w 10490654"/>
                  <a:gd name="connsiteY70-37966" fmla="*/ 7540935 h 10435941"/>
                  <a:gd name="connsiteX71-37967" fmla="*/ 9174087 w 10490654"/>
                  <a:gd name="connsiteY71-37968" fmla="*/ 7651772 h 10435941"/>
                  <a:gd name="connsiteX72-37969" fmla="*/ 9128871 w 10490654"/>
                  <a:gd name="connsiteY72-37970" fmla="*/ 7790317 h 10435941"/>
                  <a:gd name="connsiteX73-37971" fmla="*/ 9019309 w 10490654"/>
                  <a:gd name="connsiteY73-37972" fmla="*/ 7998135 h 10435941"/>
                  <a:gd name="connsiteX74-37973" fmla="*/ 8933823 w 10490654"/>
                  <a:gd name="connsiteY74-37974" fmla="*/ 8085908 h 10435941"/>
                  <a:gd name="connsiteX75-37975" fmla="*/ 9036787 w 10490654"/>
                  <a:gd name="connsiteY75-37976" fmla="*/ 8313437 h 10435941"/>
                  <a:gd name="connsiteX76-37977" fmla="*/ 9027559 w 10490654"/>
                  <a:gd name="connsiteY76-37978" fmla="*/ 8524608 h 10435941"/>
                  <a:gd name="connsiteX77-37979" fmla="*/ 8993669 w 10490654"/>
                  <a:gd name="connsiteY77-37980" fmla="*/ 8758113 h 10435941"/>
                  <a:gd name="connsiteX78-37981" fmla="*/ 8991600 w 10490654"/>
                  <a:gd name="connsiteY78-37982" fmla="*/ 8967953 h 10435941"/>
                  <a:gd name="connsiteX79-37983" fmla="*/ 8894618 w 10490654"/>
                  <a:gd name="connsiteY79-37984" fmla="*/ 9272753 h 10435941"/>
                  <a:gd name="connsiteX80-37985" fmla="*/ 8922328 w 10490654"/>
                  <a:gd name="connsiteY80-37986" fmla="*/ 9578490 h 10435941"/>
                  <a:gd name="connsiteX81-37987" fmla="*/ 9138715 w 10490654"/>
                  <a:gd name="connsiteY81-37988" fmla="*/ 9750056 h 10435941"/>
                  <a:gd name="connsiteX82-37989" fmla="*/ 9231789 w 10490654"/>
                  <a:gd name="connsiteY82-37990" fmla="*/ 9890275 h 10435941"/>
                  <a:gd name="connsiteX83-37991" fmla="*/ 9462870 w 10490654"/>
                  <a:gd name="connsiteY83-37992" fmla="*/ 9929452 h 10435941"/>
                  <a:gd name="connsiteX84-37993" fmla="*/ 9472032 w 10490654"/>
                  <a:gd name="connsiteY84-37994" fmla="*/ 9818955 h 10435941"/>
                  <a:gd name="connsiteX85-37995" fmla="*/ 9620746 w 10490654"/>
                  <a:gd name="connsiteY85-37996" fmla="*/ 9758904 h 10435941"/>
                  <a:gd name="connsiteX86-37997" fmla="*/ 9632264 w 10490654"/>
                  <a:gd name="connsiteY86-37998" fmla="*/ 10334695 h 10435941"/>
                  <a:gd name="connsiteX87-37999" fmla="*/ 9504664 w 10490654"/>
                  <a:gd name="connsiteY87-38000" fmla="*/ 10338313 h 10435941"/>
                  <a:gd name="connsiteX88-38001" fmla="*/ 9328580 w 10490654"/>
                  <a:gd name="connsiteY88-38002" fmla="*/ 10427202 h 10435941"/>
                  <a:gd name="connsiteX89-38003" fmla="*/ 9204220 w 10490654"/>
                  <a:gd name="connsiteY89-38004" fmla="*/ 10435941 h 10435941"/>
                  <a:gd name="connsiteX90-38005" fmla="*/ 9065234 w 10490654"/>
                  <a:gd name="connsiteY90-38006" fmla="*/ 10122103 h 10435941"/>
                  <a:gd name="connsiteX91-38007" fmla="*/ 8954319 w 10490654"/>
                  <a:gd name="connsiteY91-38008" fmla="*/ 10072174 h 10435941"/>
                  <a:gd name="connsiteX92-38009" fmla="*/ 8793275 w 10490654"/>
                  <a:gd name="connsiteY92-38010" fmla="*/ 9863725 h 10435941"/>
                  <a:gd name="connsiteX93-38011" fmla="*/ 8534400 w 10490654"/>
                  <a:gd name="connsiteY93-38012" fmla="*/ 9702244 h 10435941"/>
                  <a:gd name="connsiteX94-38013" fmla="*/ 8423563 w 10490654"/>
                  <a:gd name="connsiteY94-38014" fmla="*/ 9646826 h 10435941"/>
                  <a:gd name="connsiteX95-38015" fmla="*/ 8285018 w 10490654"/>
                  <a:gd name="connsiteY95-38016" fmla="*/ 9480572 h 10435941"/>
                  <a:gd name="connsiteX96-38017" fmla="*/ 8243564 w 10490654"/>
                  <a:gd name="connsiteY96-38018" fmla="*/ 9374254 h 10435941"/>
                  <a:gd name="connsiteX97-38019" fmla="*/ 8146472 w 10490654"/>
                  <a:gd name="connsiteY97-38020" fmla="*/ 9355881 h 10435941"/>
                  <a:gd name="connsiteX98-38021" fmla="*/ 8091054 w 10490654"/>
                  <a:gd name="connsiteY98-38022" fmla="*/ 9577553 h 10435941"/>
                  <a:gd name="connsiteX99-38023" fmla="*/ 7806336 w 10490654"/>
                  <a:gd name="connsiteY99-38024" fmla="*/ 9583313 h 10435941"/>
                  <a:gd name="connsiteX100-38025" fmla="*/ 7567694 w 10490654"/>
                  <a:gd name="connsiteY100-38026" fmla="*/ 9520112 h 10435941"/>
                  <a:gd name="connsiteX101-38027" fmla="*/ 7466043 w 10490654"/>
                  <a:gd name="connsiteY101-38028" fmla="*/ 9471387 h 10435941"/>
                  <a:gd name="connsiteX102-38029" fmla="*/ 7287491 w 10490654"/>
                  <a:gd name="connsiteY102-38030" fmla="*/ 9449904 h 10435941"/>
                  <a:gd name="connsiteX103-38031" fmla="*/ 7171401 w 10490654"/>
                  <a:gd name="connsiteY103-38032" fmla="*/ 9200180 h 10435941"/>
                  <a:gd name="connsiteX104-38033" fmla="*/ 6954982 w 10490654"/>
                  <a:gd name="connsiteY104-38034" fmla="*/ 9189626 h 10435941"/>
                  <a:gd name="connsiteX105-38035" fmla="*/ 6710737 w 10490654"/>
                  <a:gd name="connsiteY105-38036" fmla="*/ 9262013 h 10435941"/>
                  <a:gd name="connsiteX106-38037" fmla="*/ 6674777 w 10490654"/>
                  <a:gd name="connsiteY106-38038" fmla="*/ 9062912 h 10435941"/>
                  <a:gd name="connsiteX107-38039" fmla="*/ 6511636 w 10490654"/>
                  <a:gd name="connsiteY107-38040" fmla="*/ 8954099 h 10435941"/>
                  <a:gd name="connsiteX108-38041" fmla="*/ 6428509 w 10490654"/>
                  <a:gd name="connsiteY108-38042" fmla="*/ 8954099 h 10435941"/>
                  <a:gd name="connsiteX109-38043" fmla="*/ 6325922 w 10490654"/>
                  <a:gd name="connsiteY109-38044" fmla="*/ 9057307 h 10435941"/>
                  <a:gd name="connsiteX110-38045" fmla="*/ 6167763 w 10490654"/>
                  <a:gd name="connsiteY110-38046" fmla="*/ 8978227 h 10435941"/>
                  <a:gd name="connsiteX111-38047" fmla="*/ 6002132 w 10490654"/>
                  <a:gd name="connsiteY111-38048" fmla="*/ 9093734 h 10435941"/>
                  <a:gd name="connsiteX112-38049" fmla="*/ 5749636 w 10490654"/>
                  <a:gd name="connsiteY112-38050" fmla="*/ 9051081 h 10435941"/>
                  <a:gd name="connsiteX113-38051" fmla="*/ 5674760 w 10490654"/>
                  <a:gd name="connsiteY113-38052" fmla="*/ 9081904 h 10435941"/>
                  <a:gd name="connsiteX114-38053" fmla="*/ 5507415 w 10490654"/>
                  <a:gd name="connsiteY114-38054" fmla="*/ 9128137 h 10435941"/>
                  <a:gd name="connsiteX115-38055" fmla="*/ 5505859 w 10490654"/>
                  <a:gd name="connsiteY115-38056" fmla="*/ 8870972 h 10435941"/>
                  <a:gd name="connsiteX116-38057" fmla="*/ 5505857 w 10490654"/>
                  <a:gd name="connsiteY116-38058" fmla="*/ 8634977 h 10435941"/>
                  <a:gd name="connsiteX117-38059" fmla="*/ 5336024 w 10490654"/>
                  <a:gd name="connsiteY117-38060" fmla="*/ 8333292 h 10435941"/>
                  <a:gd name="connsiteX118-38061" fmla="*/ 5230324 w 10490654"/>
                  <a:gd name="connsiteY118-38062" fmla="*/ 8082820 h 10435941"/>
                  <a:gd name="connsiteX119-38063" fmla="*/ 5317031 w 10490654"/>
                  <a:gd name="connsiteY119-38064" fmla="*/ 7610208 h 10435941"/>
                  <a:gd name="connsiteX120-38065" fmla="*/ 5201059 w 10490654"/>
                  <a:gd name="connsiteY120-38066" fmla="*/ 7320352 h 10435941"/>
                  <a:gd name="connsiteX121-38067" fmla="*/ 5250872 w 10490654"/>
                  <a:gd name="connsiteY121-38068" fmla="*/ 7069881 h 10435941"/>
                  <a:gd name="connsiteX122-38069" fmla="*/ 5245735 w 10490654"/>
                  <a:gd name="connsiteY122-38070" fmla="*/ 7018665 h 10435941"/>
                  <a:gd name="connsiteX123-38071" fmla="*/ 4577603 w 10490654"/>
                  <a:gd name="connsiteY123-38072" fmla="*/ 7013996 h 10435941"/>
                  <a:gd name="connsiteX124-38073" fmla="*/ 4528412 w 10490654"/>
                  <a:gd name="connsiteY124-38074" fmla="*/ 6840580 h 10435941"/>
                  <a:gd name="connsiteX125-38075" fmla="*/ 4038834 w 10490654"/>
                  <a:gd name="connsiteY125-38076" fmla="*/ 6816452 h 10435941"/>
                  <a:gd name="connsiteX126-38077" fmla="*/ 3976254 w 10490654"/>
                  <a:gd name="connsiteY126-38078" fmla="*/ 7069881 h 10435941"/>
                  <a:gd name="connsiteX127-38079" fmla="*/ 3932667 w 10490654"/>
                  <a:gd name="connsiteY127-38080" fmla="*/ 7281279 h 10435941"/>
                  <a:gd name="connsiteX128-38081" fmla="*/ 3884155 w 10490654"/>
                  <a:gd name="connsiteY128-38082" fmla="*/ 7403480 h 10435941"/>
                  <a:gd name="connsiteX129-38083" fmla="*/ 3572499 w 10490654"/>
                  <a:gd name="connsiteY129-38084" fmla="*/ 7365450 h 10435941"/>
                  <a:gd name="connsiteX130-38085" fmla="*/ 3311236 w 10490654"/>
                  <a:gd name="connsiteY130-38086" fmla="*/ 7402390 h 10435941"/>
                  <a:gd name="connsiteX131-38087" fmla="*/ 2921540 w 10490654"/>
                  <a:gd name="connsiteY131-38088" fmla="*/ 7414475 h 10435941"/>
                  <a:gd name="connsiteX132-38089" fmla="*/ 2784763 w 10490654"/>
                  <a:gd name="connsiteY132-38090" fmla="*/ 7139153 h 10435941"/>
                  <a:gd name="connsiteX133-38091" fmla="*/ 2604654 w 10490654"/>
                  <a:gd name="connsiteY133-38092" fmla="*/ 6862062 h 10435941"/>
                  <a:gd name="connsiteX134-38093" fmla="*/ 2410691 w 10490654"/>
                  <a:gd name="connsiteY134-38094" fmla="*/ 6363299 h 10435941"/>
                  <a:gd name="connsiteX135-38095" fmla="*/ 2327563 w 10490654"/>
                  <a:gd name="connsiteY135-38096" fmla="*/ 6224753 h 10435941"/>
                  <a:gd name="connsiteX136-38097" fmla="*/ 1662545 w 10490654"/>
                  <a:gd name="connsiteY136-38098" fmla="*/ 6197044 h 10435941"/>
                  <a:gd name="connsiteX137-38099" fmla="*/ 1233054 w 10490654"/>
                  <a:gd name="connsiteY137-38100" fmla="*/ 6197044 h 10435941"/>
                  <a:gd name="connsiteX138-38101" fmla="*/ 1136072 w 10490654"/>
                  <a:gd name="connsiteY138-38102" fmla="*/ 6252462 h 10435941"/>
                  <a:gd name="connsiteX139-38103" fmla="*/ 706582 w 10490654"/>
                  <a:gd name="connsiteY139-38104" fmla="*/ 6210899 h 10435941"/>
                  <a:gd name="connsiteX140-38105" fmla="*/ 318654 w 10490654"/>
                  <a:gd name="connsiteY140-38106" fmla="*/ 6238608 h 10435941"/>
                  <a:gd name="connsiteX141-38107" fmla="*/ 96982 w 10490654"/>
                  <a:gd name="connsiteY141-38108" fmla="*/ 6391008 h 10435941"/>
                  <a:gd name="connsiteX142-38109" fmla="*/ 0 w 10490654"/>
                  <a:gd name="connsiteY142-38110" fmla="*/ 6294026 h 10435941"/>
                  <a:gd name="connsiteX143-38111" fmla="*/ 83127 w 10490654"/>
                  <a:gd name="connsiteY143-38112" fmla="*/ 6238608 h 10435941"/>
                  <a:gd name="connsiteX0-38113" fmla="*/ 83127 w 10490654"/>
                  <a:gd name="connsiteY0-38114" fmla="*/ 6238608 h 10435941"/>
                  <a:gd name="connsiteX1-38115" fmla="*/ 96982 w 10490654"/>
                  <a:gd name="connsiteY1-38116" fmla="*/ 5795262 h 10435941"/>
                  <a:gd name="connsiteX2-38117" fmla="*/ 401782 w 10490654"/>
                  <a:gd name="connsiteY2-38118" fmla="*/ 5532026 h 10435941"/>
                  <a:gd name="connsiteX3-38119" fmla="*/ 651163 w 10490654"/>
                  <a:gd name="connsiteY3-38120" fmla="*/ 5670572 h 10435941"/>
                  <a:gd name="connsiteX4-38121" fmla="*/ 858982 w 10490654"/>
                  <a:gd name="connsiteY4-38122" fmla="*/ 5504317 h 10435941"/>
                  <a:gd name="connsiteX5-38123" fmla="*/ 997527 w 10490654"/>
                  <a:gd name="connsiteY5-38124" fmla="*/ 5351917 h 10435941"/>
                  <a:gd name="connsiteX6-38125" fmla="*/ 1080654 w 10490654"/>
                  <a:gd name="connsiteY6-38126" fmla="*/ 5435044 h 10435941"/>
                  <a:gd name="connsiteX7-38127" fmla="*/ 1269312 w 10490654"/>
                  <a:gd name="connsiteY7-38128" fmla="*/ 5679710 h 10435941"/>
                  <a:gd name="connsiteX8-38129" fmla="*/ 1523116 w 10490654"/>
                  <a:gd name="connsiteY8-38130" fmla="*/ 5481030 h 10435941"/>
                  <a:gd name="connsiteX9-38131" fmla="*/ 1731818 w 10490654"/>
                  <a:gd name="connsiteY9-38132" fmla="*/ 5296499 h 10435941"/>
                  <a:gd name="connsiteX10-38133" fmla="*/ 2022763 w 10490654"/>
                  <a:gd name="connsiteY10-38134" fmla="*/ 5060972 h 10435941"/>
                  <a:gd name="connsiteX11-38135" fmla="*/ 2119745 w 10490654"/>
                  <a:gd name="connsiteY11-38136" fmla="*/ 4631481 h 10435941"/>
                  <a:gd name="connsiteX12-38137" fmla="*/ 2172511 w 10490654"/>
                  <a:gd name="connsiteY12-38138" fmla="*/ 4164848 h 10435941"/>
                  <a:gd name="connsiteX13-38139" fmla="*/ 2355272 w 10490654"/>
                  <a:gd name="connsiteY13-38140" fmla="*/ 3855626 h 10435941"/>
                  <a:gd name="connsiteX14-38141" fmla="*/ 2752497 w 10490654"/>
                  <a:gd name="connsiteY14-38142" fmla="*/ 3475092 h 10435941"/>
                  <a:gd name="connsiteX15-38143" fmla="*/ 2978727 w 10490654"/>
                  <a:gd name="connsiteY15-38144" fmla="*/ 3259881 h 10435941"/>
                  <a:gd name="connsiteX16-38145" fmla="*/ 3006436 w 10490654"/>
                  <a:gd name="connsiteY16-38146" fmla="*/ 2816535 h 10435941"/>
                  <a:gd name="connsiteX17-38147" fmla="*/ 3075709 w 10490654"/>
                  <a:gd name="connsiteY17-38148" fmla="*/ 2525590 h 10435941"/>
                  <a:gd name="connsiteX18-38149" fmla="*/ 3075709 w 10490654"/>
                  <a:gd name="connsiteY18-38150" fmla="*/ 2317772 h 10435941"/>
                  <a:gd name="connsiteX19-38151" fmla="*/ 3214254 w 10490654"/>
                  <a:gd name="connsiteY19-38152" fmla="*/ 1985262 h 10435941"/>
                  <a:gd name="connsiteX20-38153" fmla="*/ 3214254 w 10490654"/>
                  <a:gd name="connsiteY20-38154" fmla="*/ 1694317 h 10435941"/>
                  <a:gd name="connsiteX21-38155" fmla="*/ 3513454 w 10490654"/>
                  <a:gd name="connsiteY21-38156" fmla="*/ 1126281 h 10435941"/>
                  <a:gd name="connsiteX22-38157" fmla="*/ 3463636 w 10490654"/>
                  <a:gd name="connsiteY22-38158" fmla="*/ 752208 h 10435941"/>
                  <a:gd name="connsiteX23-38159" fmla="*/ 3491345 w 10490654"/>
                  <a:gd name="connsiteY23-38160" fmla="*/ 544390 h 10435941"/>
                  <a:gd name="connsiteX24-38161" fmla="*/ 3823854 w 10490654"/>
                  <a:gd name="connsiteY24-38162" fmla="*/ 184172 h 10435941"/>
                  <a:gd name="connsiteX25-38163" fmla="*/ 4017818 w 10490654"/>
                  <a:gd name="connsiteY25-38164" fmla="*/ 59481 h 10435941"/>
                  <a:gd name="connsiteX26-38165" fmla="*/ 4433454 w 10490654"/>
                  <a:gd name="connsiteY26-38166" fmla="*/ 295008 h 10435941"/>
                  <a:gd name="connsiteX27-38167" fmla="*/ 4599709 w 10490654"/>
                  <a:gd name="connsiteY27-38168" fmla="*/ 488972 h 10435941"/>
                  <a:gd name="connsiteX28-38169" fmla="*/ 5070763 w 10490654"/>
                  <a:gd name="connsiteY28-38170" fmla="*/ 544390 h 10435941"/>
                  <a:gd name="connsiteX29-38171" fmla="*/ 5391187 w 10490654"/>
                  <a:gd name="connsiteY29-38172" fmla="*/ 603639 h 10435941"/>
                  <a:gd name="connsiteX30-38173" fmla="*/ 5568642 w 10490654"/>
                  <a:gd name="connsiteY30-38174" fmla="*/ 588271 h 10435941"/>
                  <a:gd name="connsiteX31-38175" fmla="*/ 5860472 w 10490654"/>
                  <a:gd name="connsiteY31-38176" fmla="*/ 281153 h 10435941"/>
                  <a:gd name="connsiteX32-38177" fmla="*/ 6123709 w 10490654"/>
                  <a:gd name="connsiteY32-38178" fmla="*/ 322717 h 10435941"/>
                  <a:gd name="connsiteX33-38179" fmla="*/ 6541900 w 10490654"/>
                  <a:gd name="connsiteY33-38180" fmla="*/ 168233 h 10435941"/>
                  <a:gd name="connsiteX34-38181" fmla="*/ 6681722 w 10490654"/>
                  <a:gd name="connsiteY34-38182" fmla="*/ 107503 h 10435941"/>
                  <a:gd name="connsiteX35-38183" fmla="*/ 7011678 w 10490654"/>
                  <a:gd name="connsiteY35-38184" fmla="*/ 198026 h 10435941"/>
                  <a:gd name="connsiteX36-38185" fmla="*/ 7232072 w 10490654"/>
                  <a:gd name="connsiteY36-38186" fmla="*/ 17917 h 10435941"/>
                  <a:gd name="connsiteX37-38187" fmla="*/ 7379107 w 10490654"/>
                  <a:gd name="connsiteY37-38188" fmla="*/ 0 h 10435941"/>
                  <a:gd name="connsiteX38-38189" fmla="*/ 7600859 w 10490654"/>
                  <a:gd name="connsiteY38-38190" fmla="*/ 41248 h 10435941"/>
                  <a:gd name="connsiteX39-38191" fmla="*/ 7910945 w 10490654"/>
                  <a:gd name="connsiteY39-38192" fmla="*/ 128753 h 10435941"/>
                  <a:gd name="connsiteX40-38193" fmla="*/ 8312727 w 10490654"/>
                  <a:gd name="connsiteY40-38194" fmla="*/ 59481 h 10435941"/>
                  <a:gd name="connsiteX41-38195" fmla="*/ 8647005 w 10490654"/>
                  <a:gd name="connsiteY41-38196" fmla="*/ 396707 h 10435941"/>
                  <a:gd name="connsiteX42-38197" fmla="*/ 8908472 w 10490654"/>
                  <a:gd name="connsiteY42-38198" fmla="*/ 544390 h 10435941"/>
                  <a:gd name="connsiteX43-38199" fmla="*/ 9146732 w 10490654"/>
                  <a:gd name="connsiteY43-38200" fmla="*/ 420846 h 10435941"/>
                  <a:gd name="connsiteX44-38201" fmla="*/ 9372965 w 10490654"/>
                  <a:gd name="connsiteY44-38202" fmla="*/ 466363 h 10435941"/>
                  <a:gd name="connsiteX45-38203" fmla="*/ 9518072 w 10490654"/>
                  <a:gd name="connsiteY45-38204" fmla="*/ 367819 h 10435941"/>
                  <a:gd name="connsiteX46-38205" fmla="*/ 9646301 w 10490654"/>
                  <a:gd name="connsiteY46-38206" fmla="*/ 369587 h 10435941"/>
                  <a:gd name="connsiteX47-38207" fmla="*/ 10002982 w 10490654"/>
                  <a:gd name="connsiteY47-38208" fmla="*/ 793772 h 10435941"/>
                  <a:gd name="connsiteX48-38209" fmla="*/ 10238509 w 10490654"/>
                  <a:gd name="connsiteY48-38210" fmla="*/ 987735 h 10435941"/>
                  <a:gd name="connsiteX49-38211" fmla="*/ 10224654 w 10490654"/>
                  <a:gd name="connsiteY49-38212" fmla="*/ 1250972 h 10435941"/>
                  <a:gd name="connsiteX50-38213" fmla="*/ 10238509 w 10490654"/>
                  <a:gd name="connsiteY50-38214" fmla="*/ 1444935 h 10435941"/>
                  <a:gd name="connsiteX51-38215" fmla="*/ 10243066 w 10490654"/>
                  <a:gd name="connsiteY51-38216" fmla="*/ 1580249 h 10435941"/>
                  <a:gd name="connsiteX52-38217" fmla="*/ 10490654 w 10490654"/>
                  <a:gd name="connsiteY52-38218" fmla="*/ 1753897 h 10435941"/>
                  <a:gd name="connsiteX53-38219" fmla="*/ 10077929 w 10490654"/>
                  <a:gd name="connsiteY53-38220" fmla="*/ 2207269 h 10435941"/>
                  <a:gd name="connsiteX54-38221" fmla="*/ 9781309 w 10490654"/>
                  <a:gd name="connsiteY54-38222" fmla="*/ 2497881 h 10435941"/>
                  <a:gd name="connsiteX55-38223" fmla="*/ 9580055 w 10490654"/>
                  <a:gd name="connsiteY55-38224" fmla="*/ 3426134 h 10435941"/>
                  <a:gd name="connsiteX56-38225" fmla="*/ 9532477 w 10490654"/>
                  <a:gd name="connsiteY56-38226" fmla="*/ 3685207 h 10435941"/>
                  <a:gd name="connsiteX57-38227" fmla="*/ 9365672 w 10490654"/>
                  <a:gd name="connsiteY57-38228" fmla="*/ 3911044 h 10435941"/>
                  <a:gd name="connsiteX58-38229" fmla="*/ 9310254 w 10490654"/>
                  <a:gd name="connsiteY58-38230" fmla="*/ 4077299 h 10435941"/>
                  <a:gd name="connsiteX59-38231" fmla="*/ 9236422 w 10490654"/>
                  <a:gd name="connsiteY59-38232" fmla="*/ 4285117 h 10435941"/>
                  <a:gd name="connsiteX60-38233" fmla="*/ 9205255 w 10490654"/>
                  <a:gd name="connsiteY60-38234" fmla="*/ 4430122 h 10435941"/>
                  <a:gd name="connsiteX61-38235" fmla="*/ 9337963 w 10490654"/>
                  <a:gd name="connsiteY61-38236" fmla="*/ 4659190 h 10435941"/>
                  <a:gd name="connsiteX62-38237" fmla="*/ 9382180 w 10490654"/>
                  <a:gd name="connsiteY62-38238" fmla="*/ 4915057 h 10435941"/>
                  <a:gd name="connsiteX63-38239" fmla="*/ 9397939 w 10490654"/>
                  <a:gd name="connsiteY63-38240" fmla="*/ 5208060 h 10435941"/>
                  <a:gd name="connsiteX64-38241" fmla="*/ 9383359 w 10490654"/>
                  <a:gd name="connsiteY64-38242" fmla="*/ 5615153 h 10435941"/>
                  <a:gd name="connsiteX65-38243" fmla="*/ 9518623 w 10490654"/>
                  <a:gd name="connsiteY65-38244" fmla="*/ 5975373 h 10435941"/>
                  <a:gd name="connsiteX66-38245" fmla="*/ 9540496 w 10490654"/>
                  <a:gd name="connsiteY66-38246" fmla="*/ 6403714 h 10435941"/>
                  <a:gd name="connsiteX67-38247" fmla="*/ 9933709 w 10490654"/>
                  <a:gd name="connsiteY67-38248" fmla="*/ 6862062 h 10435941"/>
                  <a:gd name="connsiteX68-38249" fmla="*/ 10052074 w 10490654"/>
                  <a:gd name="connsiteY68-38250" fmla="*/ 7221396 h 10435941"/>
                  <a:gd name="connsiteX69-38251" fmla="*/ 10232908 w 10490654"/>
                  <a:gd name="connsiteY69-38252" fmla="*/ 7514995 h 10435941"/>
                  <a:gd name="connsiteX70-38253" fmla="*/ 9670472 w 10490654"/>
                  <a:gd name="connsiteY70-38254" fmla="*/ 7540935 h 10435941"/>
                  <a:gd name="connsiteX71-38255" fmla="*/ 9174087 w 10490654"/>
                  <a:gd name="connsiteY71-38256" fmla="*/ 7651772 h 10435941"/>
                  <a:gd name="connsiteX72-38257" fmla="*/ 9128871 w 10490654"/>
                  <a:gd name="connsiteY72-38258" fmla="*/ 7790317 h 10435941"/>
                  <a:gd name="connsiteX73-38259" fmla="*/ 9019309 w 10490654"/>
                  <a:gd name="connsiteY73-38260" fmla="*/ 7998135 h 10435941"/>
                  <a:gd name="connsiteX74-38261" fmla="*/ 8933823 w 10490654"/>
                  <a:gd name="connsiteY74-38262" fmla="*/ 8085908 h 10435941"/>
                  <a:gd name="connsiteX75-38263" fmla="*/ 9036787 w 10490654"/>
                  <a:gd name="connsiteY75-38264" fmla="*/ 8313437 h 10435941"/>
                  <a:gd name="connsiteX76-38265" fmla="*/ 9027559 w 10490654"/>
                  <a:gd name="connsiteY76-38266" fmla="*/ 8524608 h 10435941"/>
                  <a:gd name="connsiteX77-38267" fmla="*/ 8993669 w 10490654"/>
                  <a:gd name="connsiteY77-38268" fmla="*/ 8758113 h 10435941"/>
                  <a:gd name="connsiteX78-38269" fmla="*/ 8991600 w 10490654"/>
                  <a:gd name="connsiteY78-38270" fmla="*/ 8967953 h 10435941"/>
                  <a:gd name="connsiteX79-38271" fmla="*/ 8894618 w 10490654"/>
                  <a:gd name="connsiteY79-38272" fmla="*/ 9272753 h 10435941"/>
                  <a:gd name="connsiteX80-38273" fmla="*/ 8922328 w 10490654"/>
                  <a:gd name="connsiteY80-38274" fmla="*/ 9578490 h 10435941"/>
                  <a:gd name="connsiteX81-38275" fmla="*/ 9138715 w 10490654"/>
                  <a:gd name="connsiteY81-38276" fmla="*/ 9750056 h 10435941"/>
                  <a:gd name="connsiteX82-38277" fmla="*/ 9231789 w 10490654"/>
                  <a:gd name="connsiteY82-38278" fmla="*/ 9890275 h 10435941"/>
                  <a:gd name="connsiteX83-38279" fmla="*/ 9462870 w 10490654"/>
                  <a:gd name="connsiteY83-38280" fmla="*/ 9929452 h 10435941"/>
                  <a:gd name="connsiteX84-38281" fmla="*/ 9472032 w 10490654"/>
                  <a:gd name="connsiteY84-38282" fmla="*/ 9818955 h 10435941"/>
                  <a:gd name="connsiteX85-38283" fmla="*/ 9620746 w 10490654"/>
                  <a:gd name="connsiteY85-38284" fmla="*/ 9758904 h 10435941"/>
                  <a:gd name="connsiteX86-38285" fmla="*/ 9632264 w 10490654"/>
                  <a:gd name="connsiteY86-38286" fmla="*/ 10334695 h 10435941"/>
                  <a:gd name="connsiteX87-38287" fmla="*/ 9504664 w 10490654"/>
                  <a:gd name="connsiteY87-38288" fmla="*/ 10338313 h 10435941"/>
                  <a:gd name="connsiteX88-38289" fmla="*/ 9328580 w 10490654"/>
                  <a:gd name="connsiteY88-38290" fmla="*/ 10427202 h 10435941"/>
                  <a:gd name="connsiteX89-38291" fmla="*/ 9204220 w 10490654"/>
                  <a:gd name="connsiteY89-38292" fmla="*/ 10435941 h 10435941"/>
                  <a:gd name="connsiteX90-38293" fmla="*/ 9065234 w 10490654"/>
                  <a:gd name="connsiteY90-38294" fmla="*/ 10122103 h 10435941"/>
                  <a:gd name="connsiteX91-38295" fmla="*/ 8954319 w 10490654"/>
                  <a:gd name="connsiteY91-38296" fmla="*/ 10072174 h 10435941"/>
                  <a:gd name="connsiteX92-38297" fmla="*/ 8793275 w 10490654"/>
                  <a:gd name="connsiteY92-38298" fmla="*/ 9863725 h 10435941"/>
                  <a:gd name="connsiteX93-38299" fmla="*/ 8561889 w 10490654"/>
                  <a:gd name="connsiteY93-38300" fmla="*/ 9697641 h 10435941"/>
                  <a:gd name="connsiteX94-38301" fmla="*/ 8423563 w 10490654"/>
                  <a:gd name="connsiteY94-38302" fmla="*/ 9646826 h 10435941"/>
                  <a:gd name="connsiteX95-38303" fmla="*/ 8285018 w 10490654"/>
                  <a:gd name="connsiteY95-38304" fmla="*/ 9480572 h 10435941"/>
                  <a:gd name="connsiteX96-38305" fmla="*/ 8243564 w 10490654"/>
                  <a:gd name="connsiteY96-38306" fmla="*/ 9374254 h 10435941"/>
                  <a:gd name="connsiteX97-38307" fmla="*/ 8146472 w 10490654"/>
                  <a:gd name="connsiteY97-38308" fmla="*/ 9355881 h 10435941"/>
                  <a:gd name="connsiteX98-38309" fmla="*/ 8091054 w 10490654"/>
                  <a:gd name="connsiteY98-38310" fmla="*/ 9577553 h 10435941"/>
                  <a:gd name="connsiteX99-38311" fmla="*/ 7806336 w 10490654"/>
                  <a:gd name="connsiteY99-38312" fmla="*/ 9583313 h 10435941"/>
                  <a:gd name="connsiteX100-38313" fmla="*/ 7567694 w 10490654"/>
                  <a:gd name="connsiteY100-38314" fmla="*/ 9520112 h 10435941"/>
                  <a:gd name="connsiteX101-38315" fmla="*/ 7466043 w 10490654"/>
                  <a:gd name="connsiteY101-38316" fmla="*/ 9471387 h 10435941"/>
                  <a:gd name="connsiteX102-38317" fmla="*/ 7287491 w 10490654"/>
                  <a:gd name="connsiteY102-38318" fmla="*/ 9449904 h 10435941"/>
                  <a:gd name="connsiteX103-38319" fmla="*/ 7171401 w 10490654"/>
                  <a:gd name="connsiteY103-38320" fmla="*/ 9200180 h 10435941"/>
                  <a:gd name="connsiteX104-38321" fmla="*/ 6954982 w 10490654"/>
                  <a:gd name="connsiteY104-38322" fmla="*/ 9189626 h 10435941"/>
                  <a:gd name="connsiteX105-38323" fmla="*/ 6710737 w 10490654"/>
                  <a:gd name="connsiteY105-38324" fmla="*/ 9262013 h 10435941"/>
                  <a:gd name="connsiteX106-38325" fmla="*/ 6674777 w 10490654"/>
                  <a:gd name="connsiteY106-38326" fmla="*/ 9062912 h 10435941"/>
                  <a:gd name="connsiteX107-38327" fmla="*/ 6511636 w 10490654"/>
                  <a:gd name="connsiteY107-38328" fmla="*/ 8954099 h 10435941"/>
                  <a:gd name="connsiteX108-38329" fmla="*/ 6428509 w 10490654"/>
                  <a:gd name="connsiteY108-38330" fmla="*/ 8954099 h 10435941"/>
                  <a:gd name="connsiteX109-38331" fmla="*/ 6325922 w 10490654"/>
                  <a:gd name="connsiteY109-38332" fmla="*/ 9057307 h 10435941"/>
                  <a:gd name="connsiteX110-38333" fmla="*/ 6167763 w 10490654"/>
                  <a:gd name="connsiteY110-38334" fmla="*/ 8978227 h 10435941"/>
                  <a:gd name="connsiteX111-38335" fmla="*/ 6002132 w 10490654"/>
                  <a:gd name="connsiteY111-38336" fmla="*/ 9093734 h 10435941"/>
                  <a:gd name="connsiteX112-38337" fmla="*/ 5749636 w 10490654"/>
                  <a:gd name="connsiteY112-38338" fmla="*/ 9051081 h 10435941"/>
                  <a:gd name="connsiteX113-38339" fmla="*/ 5674760 w 10490654"/>
                  <a:gd name="connsiteY113-38340" fmla="*/ 9081904 h 10435941"/>
                  <a:gd name="connsiteX114-38341" fmla="*/ 5507415 w 10490654"/>
                  <a:gd name="connsiteY114-38342" fmla="*/ 9128137 h 10435941"/>
                  <a:gd name="connsiteX115-38343" fmla="*/ 5505859 w 10490654"/>
                  <a:gd name="connsiteY115-38344" fmla="*/ 8870972 h 10435941"/>
                  <a:gd name="connsiteX116-38345" fmla="*/ 5505857 w 10490654"/>
                  <a:gd name="connsiteY116-38346" fmla="*/ 8634977 h 10435941"/>
                  <a:gd name="connsiteX117-38347" fmla="*/ 5336024 w 10490654"/>
                  <a:gd name="connsiteY117-38348" fmla="*/ 8333292 h 10435941"/>
                  <a:gd name="connsiteX118-38349" fmla="*/ 5230324 w 10490654"/>
                  <a:gd name="connsiteY118-38350" fmla="*/ 8082820 h 10435941"/>
                  <a:gd name="connsiteX119-38351" fmla="*/ 5317031 w 10490654"/>
                  <a:gd name="connsiteY119-38352" fmla="*/ 7610208 h 10435941"/>
                  <a:gd name="connsiteX120-38353" fmla="*/ 5201059 w 10490654"/>
                  <a:gd name="connsiteY120-38354" fmla="*/ 7320352 h 10435941"/>
                  <a:gd name="connsiteX121-38355" fmla="*/ 5250872 w 10490654"/>
                  <a:gd name="connsiteY121-38356" fmla="*/ 7069881 h 10435941"/>
                  <a:gd name="connsiteX122-38357" fmla="*/ 5245735 w 10490654"/>
                  <a:gd name="connsiteY122-38358" fmla="*/ 7018665 h 10435941"/>
                  <a:gd name="connsiteX123-38359" fmla="*/ 4577603 w 10490654"/>
                  <a:gd name="connsiteY123-38360" fmla="*/ 7013996 h 10435941"/>
                  <a:gd name="connsiteX124-38361" fmla="*/ 4528412 w 10490654"/>
                  <a:gd name="connsiteY124-38362" fmla="*/ 6840580 h 10435941"/>
                  <a:gd name="connsiteX125-38363" fmla="*/ 4038834 w 10490654"/>
                  <a:gd name="connsiteY125-38364" fmla="*/ 6816452 h 10435941"/>
                  <a:gd name="connsiteX126-38365" fmla="*/ 3976254 w 10490654"/>
                  <a:gd name="connsiteY126-38366" fmla="*/ 7069881 h 10435941"/>
                  <a:gd name="connsiteX127-38367" fmla="*/ 3932667 w 10490654"/>
                  <a:gd name="connsiteY127-38368" fmla="*/ 7281279 h 10435941"/>
                  <a:gd name="connsiteX128-38369" fmla="*/ 3884155 w 10490654"/>
                  <a:gd name="connsiteY128-38370" fmla="*/ 7403480 h 10435941"/>
                  <a:gd name="connsiteX129-38371" fmla="*/ 3572499 w 10490654"/>
                  <a:gd name="connsiteY129-38372" fmla="*/ 7365450 h 10435941"/>
                  <a:gd name="connsiteX130-38373" fmla="*/ 3311236 w 10490654"/>
                  <a:gd name="connsiteY130-38374" fmla="*/ 7402390 h 10435941"/>
                  <a:gd name="connsiteX131-38375" fmla="*/ 2921540 w 10490654"/>
                  <a:gd name="connsiteY131-38376" fmla="*/ 7414475 h 10435941"/>
                  <a:gd name="connsiteX132-38377" fmla="*/ 2784763 w 10490654"/>
                  <a:gd name="connsiteY132-38378" fmla="*/ 7139153 h 10435941"/>
                  <a:gd name="connsiteX133-38379" fmla="*/ 2604654 w 10490654"/>
                  <a:gd name="connsiteY133-38380" fmla="*/ 6862062 h 10435941"/>
                  <a:gd name="connsiteX134-38381" fmla="*/ 2410691 w 10490654"/>
                  <a:gd name="connsiteY134-38382" fmla="*/ 6363299 h 10435941"/>
                  <a:gd name="connsiteX135-38383" fmla="*/ 2327563 w 10490654"/>
                  <a:gd name="connsiteY135-38384" fmla="*/ 6224753 h 10435941"/>
                  <a:gd name="connsiteX136-38385" fmla="*/ 1662545 w 10490654"/>
                  <a:gd name="connsiteY136-38386" fmla="*/ 6197044 h 10435941"/>
                  <a:gd name="connsiteX137-38387" fmla="*/ 1233054 w 10490654"/>
                  <a:gd name="connsiteY137-38388" fmla="*/ 6197044 h 10435941"/>
                  <a:gd name="connsiteX138-38389" fmla="*/ 1136072 w 10490654"/>
                  <a:gd name="connsiteY138-38390" fmla="*/ 6252462 h 10435941"/>
                  <a:gd name="connsiteX139-38391" fmla="*/ 706582 w 10490654"/>
                  <a:gd name="connsiteY139-38392" fmla="*/ 6210899 h 10435941"/>
                  <a:gd name="connsiteX140-38393" fmla="*/ 318654 w 10490654"/>
                  <a:gd name="connsiteY140-38394" fmla="*/ 6238608 h 10435941"/>
                  <a:gd name="connsiteX141-38395" fmla="*/ 96982 w 10490654"/>
                  <a:gd name="connsiteY141-38396" fmla="*/ 6391008 h 10435941"/>
                  <a:gd name="connsiteX142-38397" fmla="*/ 0 w 10490654"/>
                  <a:gd name="connsiteY142-38398" fmla="*/ 6294026 h 10435941"/>
                  <a:gd name="connsiteX143-38399" fmla="*/ 83127 w 10490654"/>
                  <a:gd name="connsiteY143-38400" fmla="*/ 6238608 h 10435941"/>
                  <a:gd name="connsiteX0-38401" fmla="*/ 83127 w 10490654"/>
                  <a:gd name="connsiteY0-38402" fmla="*/ 6238608 h 10435941"/>
                  <a:gd name="connsiteX1-38403" fmla="*/ 96982 w 10490654"/>
                  <a:gd name="connsiteY1-38404" fmla="*/ 5795262 h 10435941"/>
                  <a:gd name="connsiteX2-38405" fmla="*/ 401782 w 10490654"/>
                  <a:gd name="connsiteY2-38406" fmla="*/ 5532026 h 10435941"/>
                  <a:gd name="connsiteX3-38407" fmla="*/ 651163 w 10490654"/>
                  <a:gd name="connsiteY3-38408" fmla="*/ 5670572 h 10435941"/>
                  <a:gd name="connsiteX4-38409" fmla="*/ 858982 w 10490654"/>
                  <a:gd name="connsiteY4-38410" fmla="*/ 5504317 h 10435941"/>
                  <a:gd name="connsiteX5-38411" fmla="*/ 997527 w 10490654"/>
                  <a:gd name="connsiteY5-38412" fmla="*/ 5351917 h 10435941"/>
                  <a:gd name="connsiteX6-38413" fmla="*/ 1080654 w 10490654"/>
                  <a:gd name="connsiteY6-38414" fmla="*/ 5435044 h 10435941"/>
                  <a:gd name="connsiteX7-38415" fmla="*/ 1269312 w 10490654"/>
                  <a:gd name="connsiteY7-38416" fmla="*/ 5679710 h 10435941"/>
                  <a:gd name="connsiteX8-38417" fmla="*/ 1523116 w 10490654"/>
                  <a:gd name="connsiteY8-38418" fmla="*/ 5481030 h 10435941"/>
                  <a:gd name="connsiteX9-38419" fmla="*/ 1731818 w 10490654"/>
                  <a:gd name="connsiteY9-38420" fmla="*/ 5296499 h 10435941"/>
                  <a:gd name="connsiteX10-38421" fmla="*/ 2022763 w 10490654"/>
                  <a:gd name="connsiteY10-38422" fmla="*/ 5060972 h 10435941"/>
                  <a:gd name="connsiteX11-38423" fmla="*/ 2119745 w 10490654"/>
                  <a:gd name="connsiteY11-38424" fmla="*/ 4631481 h 10435941"/>
                  <a:gd name="connsiteX12-38425" fmla="*/ 2172511 w 10490654"/>
                  <a:gd name="connsiteY12-38426" fmla="*/ 4164848 h 10435941"/>
                  <a:gd name="connsiteX13-38427" fmla="*/ 2355272 w 10490654"/>
                  <a:gd name="connsiteY13-38428" fmla="*/ 3855626 h 10435941"/>
                  <a:gd name="connsiteX14-38429" fmla="*/ 2752497 w 10490654"/>
                  <a:gd name="connsiteY14-38430" fmla="*/ 3475092 h 10435941"/>
                  <a:gd name="connsiteX15-38431" fmla="*/ 2978727 w 10490654"/>
                  <a:gd name="connsiteY15-38432" fmla="*/ 3259881 h 10435941"/>
                  <a:gd name="connsiteX16-38433" fmla="*/ 3006436 w 10490654"/>
                  <a:gd name="connsiteY16-38434" fmla="*/ 2816535 h 10435941"/>
                  <a:gd name="connsiteX17-38435" fmla="*/ 3075709 w 10490654"/>
                  <a:gd name="connsiteY17-38436" fmla="*/ 2525590 h 10435941"/>
                  <a:gd name="connsiteX18-38437" fmla="*/ 3075709 w 10490654"/>
                  <a:gd name="connsiteY18-38438" fmla="*/ 2317772 h 10435941"/>
                  <a:gd name="connsiteX19-38439" fmla="*/ 3214254 w 10490654"/>
                  <a:gd name="connsiteY19-38440" fmla="*/ 1985262 h 10435941"/>
                  <a:gd name="connsiteX20-38441" fmla="*/ 3214254 w 10490654"/>
                  <a:gd name="connsiteY20-38442" fmla="*/ 1694317 h 10435941"/>
                  <a:gd name="connsiteX21-38443" fmla="*/ 3513454 w 10490654"/>
                  <a:gd name="connsiteY21-38444" fmla="*/ 1126281 h 10435941"/>
                  <a:gd name="connsiteX22-38445" fmla="*/ 3463636 w 10490654"/>
                  <a:gd name="connsiteY22-38446" fmla="*/ 752208 h 10435941"/>
                  <a:gd name="connsiteX23-38447" fmla="*/ 3491345 w 10490654"/>
                  <a:gd name="connsiteY23-38448" fmla="*/ 544390 h 10435941"/>
                  <a:gd name="connsiteX24-38449" fmla="*/ 3823854 w 10490654"/>
                  <a:gd name="connsiteY24-38450" fmla="*/ 184172 h 10435941"/>
                  <a:gd name="connsiteX25-38451" fmla="*/ 4017818 w 10490654"/>
                  <a:gd name="connsiteY25-38452" fmla="*/ 59481 h 10435941"/>
                  <a:gd name="connsiteX26-38453" fmla="*/ 4433454 w 10490654"/>
                  <a:gd name="connsiteY26-38454" fmla="*/ 295008 h 10435941"/>
                  <a:gd name="connsiteX27-38455" fmla="*/ 4599709 w 10490654"/>
                  <a:gd name="connsiteY27-38456" fmla="*/ 488972 h 10435941"/>
                  <a:gd name="connsiteX28-38457" fmla="*/ 5070763 w 10490654"/>
                  <a:gd name="connsiteY28-38458" fmla="*/ 544390 h 10435941"/>
                  <a:gd name="connsiteX29-38459" fmla="*/ 5391187 w 10490654"/>
                  <a:gd name="connsiteY29-38460" fmla="*/ 603639 h 10435941"/>
                  <a:gd name="connsiteX30-38461" fmla="*/ 5568642 w 10490654"/>
                  <a:gd name="connsiteY30-38462" fmla="*/ 588271 h 10435941"/>
                  <a:gd name="connsiteX31-38463" fmla="*/ 5860472 w 10490654"/>
                  <a:gd name="connsiteY31-38464" fmla="*/ 281153 h 10435941"/>
                  <a:gd name="connsiteX32-38465" fmla="*/ 6123709 w 10490654"/>
                  <a:gd name="connsiteY32-38466" fmla="*/ 322717 h 10435941"/>
                  <a:gd name="connsiteX33-38467" fmla="*/ 6541900 w 10490654"/>
                  <a:gd name="connsiteY33-38468" fmla="*/ 168233 h 10435941"/>
                  <a:gd name="connsiteX34-38469" fmla="*/ 6681722 w 10490654"/>
                  <a:gd name="connsiteY34-38470" fmla="*/ 107503 h 10435941"/>
                  <a:gd name="connsiteX35-38471" fmla="*/ 7011678 w 10490654"/>
                  <a:gd name="connsiteY35-38472" fmla="*/ 198026 h 10435941"/>
                  <a:gd name="connsiteX36-38473" fmla="*/ 7232072 w 10490654"/>
                  <a:gd name="connsiteY36-38474" fmla="*/ 17917 h 10435941"/>
                  <a:gd name="connsiteX37-38475" fmla="*/ 7379107 w 10490654"/>
                  <a:gd name="connsiteY37-38476" fmla="*/ 0 h 10435941"/>
                  <a:gd name="connsiteX38-38477" fmla="*/ 7600859 w 10490654"/>
                  <a:gd name="connsiteY38-38478" fmla="*/ 41248 h 10435941"/>
                  <a:gd name="connsiteX39-38479" fmla="*/ 7910945 w 10490654"/>
                  <a:gd name="connsiteY39-38480" fmla="*/ 128753 h 10435941"/>
                  <a:gd name="connsiteX40-38481" fmla="*/ 8312727 w 10490654"/>
                  <a:gd name="connsiteY40-38482" fmla="*/ 59481 h 10435941"/>
                  <a:gd name="connsiteX41-38483" fmla="*/ 8647005 w 10490654"/>
                  <a:gd name="connsiteY41-38484" fmla="*/ 396707 h 10435941"/>
                  <a:gd name="connsiteX42-38485" fmla="*/ 8908472 w 10490654"/>
                  <a:gd name="connsiteY42-38486" fmla="*/ 544390 h 10435941"/>
                  <a:gd name="connsiteX43-38487" fmla="*/ 9146732 w 10490654"/>
                  <a:gd name="connsiteY43-38488" fmla="*/ 420846 h 10435941"/>
                  <a:gd name="connsiteX44-38489" fmla="*/ 9372965 w 10490654"/>
                  <a:gd name="connsiteY44-38490" fmla="*/ 466363 h 10435941"/>
                  <a:gd name="connsiteX45-38491" fmla="*/ 9518072 w 10490654"/>
                  <a:gd name="connsiteY45-38492" fmla="*/ 367819 h 10435941"/>
                  <a:gd name="connsiteX46-38493" fmla="*/ 9646301 w 10490654"/>
                  <a:gd name="connsiteY46-38494" fmla="*/ 369587 h 10435941"/>
                  <a:gd name="connsiteX47-38495" fmla="*/ 10002982 w 10490654"/>
                  <a:gd name="connsiteY47-38496" fmla="*/ 793772 h 10435941"/>
                  <a:gd name="connsiteX48-38497" fmla="*/ 10238509 w 10490654"/>
                  <a:gd name="connsiteY48-38498" fmla="*/ 987735 h 10435941"/>
                  <a:gd name="connsiteX49-38499" fmla="*/ 10224654 w 10490654"/>
                  <a:gd name="connsiteY49-38500" fmla="*/ 1250972 h 10435941"/>
                  <a:gd name="connsiteX50-38501" fmla="*/ 10238509 w 10490654"/>
                  <a:gd name="connsiteY50-38502" fmla="*/ 1444935 h 10435941"/>
                  <a:gd name="connsiteX51-38503" fmla="*/ 10243066 w 10490654"/>
                  <a:gd name="connsiteY51-38504" fmla="*/ 1580249 h 10435941"/>
                  <a:gd name="connsiteX52-38505" fmla="*/ 10490654 w 10490654"/>
                  <a:gd name="connsiteY52-38506" fmla="*/ 1753897 h 10435941"/>
                  <a:gd name="connsiteX53-38507" fmla="*/ 10077929 w 10490654"/>
                  <a:gd name="connsiteY53-38508" fmla="*/ 2207269 h 10435941"/>
                  <a:gd name="connsiteX54-38509" fmla="*/ 9781309 w 10490654"/>
                  <a:gd name="connsiteY54-38510" fmla="*/ 2497881 h 10435941"/>
                  <a:gd name="connsiteX55-38511" fmla="*/ 9580055 w 10490654"/>
                  <a:gd name="connsiteY55-38512" fmla="*/ 3426134 h 10435941"/>
                  <a:gd name="connsiteX56-38513" fmla="*/ 9532477 w 10490654"/>
                  <a:gd name="connsiteY56-38514" fmla="*/ 3685207 h 10435941"/>
                  <a:gd name="connsiteX57-38515" fmla="*/ 9365672 w 10490654"/>
                  <a:gd name="connsiteY57-38516" fmla="*/ 3911044 h 10435941"/>
                  <a:gd name="connsiteX58-38517" fmla="*/ 9310254 w 10490654"/>
                  <a:gd name="connsiteY58-38518" fmla="*/ 4077299 h 10435941"/>
                  <a:gd name="connsiteX59-38519" fmla="*/ 9236422 w 10490654"/>
                  <a:gd name="connsiteY59-38520" fmla="*/ 4285117 h 10435941"/>
                  <a:gd name="connsiteX60-38521" fmla="*/ 9205255 w 10490654"/>
                  <a:gd name="connsiteY60-38522" fmla="*/ 4430122 h 10435941"/>
                  <a:gd name="connsiteX61-38523" fmla="*/ 9337963 w 10490654"/>
                  <a:gd name="connsiteY61-38524" fmla="*/ 4659190 h 10435941"/>
                  <a:gd name="connsiteX62-38525" fmla="*/ 9382180 w 10490654"/>
                  <a:gd name="connsiteY62-38526" fmla="*/ 4915057 h 10435941"/>
                  <a:gd name="connsiteX63-38527" fmla="*/ 9397939 w 10490654"/>
                  <a:gd name="connsiteY63-38528" fmla="*/ 5208060 h 10435941"/>
                  <a:gd name="connsiteX64-38529" fmla="*/ 9383359 w 10490654"/>
                  <a:gd name="connsiteY64-38530" fmla="*/ 5615153 h 10435941"/>
                  <a:gd name="connsiteX65-38531" fmla="*/ 9518623 w 10490654"/>
                  <a:gd name="connsiteY65-38532" fmla="*/ 5975373 h 10435941"/>
                  <a:gd name="connsiteX66-38533" fmla="*/ 9540496 w 10490654"/>
                  <a:gd name="connsiteY66-38534" fmla="*/ 6403714 h 10435941"/>
                  <a:gd name="connsiteX67-38535" fmla="*/ 9933709 w 10490654"/>
                  <a:gd name="connsiteY67-38536" fmla="*/ 6862062 h 10435941"/>
                  <a:gd name="connsiteX68-38537" fmla="*/ 10052074 w 10490654"/>
                  <a:gd name="connsiteY68-38538" fmla="*/ 7221396 h 10435941"/>
                  <a:gd name="connsiteX69-38539" fmla="*/ 10232908 w 10490654"/>
                  <a:gd name="connsiteY69-38540" fmla="*/ 7514995 h 10435941"/>
                  <a:gd name="connsiteX70-38541" fmla="*/ 9670472 w 10490654"/>
                  <a:gd name="connsiteY70-38542" fmla="*/ 7540935 h 10435941"/>
                  <a:gd name="connsiteX71-38543" fmla="*/ 9174087 w 10490654"/>
                  <a:gd name="connsiteY71-38544" fmla="*/ 7651772 h 10435941"/>
                  <a:gd name="connsiteX72-38545" fmla="*/ 9128871 w 10490654"/>
                  <a:gd name="connsiteY72-38546" fmla="*/ 7790317 h 10435941"/>
                  <a:gd name="connsiteX73-38547" fmla="*/ 9019309 w 10490654"/>
                  <a:gd name="connsiteY73-38548" fmla="*/ 7998135 h 10435941"/>
                  <a:gd name="connsiteX74-38549" fmla="*/ 8933823 w 10490654"/>
                  <a:gd name="connsiteY74-38550" fmla="*/ 8085908 h 10435941"/>
                  <a:gd name="connsiteX75-38551" fmla="*/ 9036787 w 10490654"/>
                  <a:gd name="connsiteY75-38552" fmla="*/ 8313437 h 10435941"/>
                  <a:gd name="connsiteX76-38553" fmla="*/ 9027559 w 10490654"/>
                  <a:gd name="connsiteY76-38554" fmla="*/ 8524608 h 10435941"/>
                  <a:gd name="connsiteX77-38555" fmla="*/ 8993669 w 10490654"/>
                  <a:gd name="connsiteY77-38556" fmla="*/ 8758113 h 10435941"/>
                  <a:gd name="connsiteX78-38557" fmla="*/ 8991600 w 10490654"/>
                  <a:gd name="connsiteY78-38558" fmla="*/ 8967953 h 10435941"/>
                  <a:gd name="connsiteX79-38559" fmla="*/ 8894618 w 10490654"/>
                  <a:gd name="connsiteY79-38560" fmla="*/ 9272753 h 10435941"/>
                  <a:gd name="connsiteX80-38561" fmla="*/ 8922328 w 10490654"/>
                  <a:gd name="connsiteY80-38562" fmla="*/ 9578490 h 10435941"/>
                  <a:gd name="connsiteX81-38563" fmla="*/ 9138715 w 10490654"/>
                  <a:gd name="connsiteY81-38564" fmla="*/ 9750056 h 10435941"/>
                  <a:gd name="connsiteX82-38565" fmla="*/ 9231789 w 10490654"/>
                  <a:gd name="connsiteY82-38566" fmla="*/ 9890275 h 10435941"/>
                  <a:gd name="connsiteX83-38567" fmla="*/ 9462870 w 10490654"/>
                  <a:gd name="connsiteY83-38568" fmla="*/ 9929452 h 10435941"/>
                  <a:gd name="connsiteX84-38569" fmla="*/ 9472032 w 10490654"/>
                  <a:gd name="connsiteY84-38570" fmla="*/ 9818955 h 10435941"/>
                  <a:gd name="connsiteX85-38571" fmla="*/ 9620746 w 10490654"/>
                  <a:gd name="connsiteY85-38572" fmla="*/ 9758904 h 10435941"/>
                  <a:gd name="connsiteX86-38573" fmla="*/ 9632264 w 10490654"/>
                  <a:gd name="connsiteY86-38574" fmla="*/ 10334695 h 10435941"/>
                  <a:gd name="connsiteX87-38575" fmla="*/ 9504664 w 10490654"/>
                  <a:gd name="connsiteY87-38576" fmla="*/ 10338313 h 10435941"/>
                  <a:gd name="connsiteX88-38577" fmla="*/ 9328580 w 10490654"/>
                  <a:gd name="connsiteY88-38578" fmla="*/ 10427202 h 10435941"/>
                  <a:gd name="connsiteX89-38579" fmla="*/ 9204220 w 10490654"/>
                  <a:gd name="connsiteY89-38580" fmla="*/ 10435941 h 10435941"/>
                  <a:gd name="connsiteX90-38581" fmla="*/ 9065234 w 10490654"/>
                  <a:gd name="connsiteY90-38582" fmla="*/ 10122103 h 10435941"/>
                  <a:gd name="connsiteX91-38583" fmla="*/ 8954319 w 10490654"/>
                  <a:gd name="connsiteY91-38584" fmla="*/ 10072174 h 10435941"/>
                  <a:gd name="connsiteX92-38585" fmla="*/ 8793275 w 10490654"/>
                  <a:gd name="connsiteY92-38586" fmla="*/ 9863725 h 10435941"/>
                  <a:gd name="connsiteX93-38587" fmla="*/ 8561889 w 10490654"/>
                  <a:gd name="connsiteY93-38588" fmla="*/ 9697641 h 10435941"/>
                  <a:gd name="connsiteX94-38589" fmla="*/ 8359423 w 10490654"/>
                  <a:gd name="connsiteY94-38590" fmla="*/ 9651431 h 10435941"/>
                  <a:gd name="connsiteX95-38591" fmla="*/ 8285018 w 10490654"/>
                  <a:gd name="connsiteY95-38592" fmla="*/ 9480572 h 10435941"/>
                  <a:gd name="connsiteX96-38593" fmla="*/ 8243564 w 10490654"/>
                  <a:gd name="connsiteY96-38594" fmla="*/ 9374254 h 10435941"/>
                  <a:gd name="connsiteX97-38595" fmla="*/ 8146472 w 10490654"/>
                  <a:gd name="connsiteY97-38596" fmla="*/ 9355881 h 10435941"/>
                  <a:gd name="connsiteX98-38597" fmla="*/ 8091054 w 10490654"/>
                  <a:gd name="connsiteY98-38598" fmla="*/ 9577553 h 10435941"/>
                  <a:gd name="connsiteX99-38599" fmla="*/ 7806336 w 10490654"/>
                  <a:gd name="connsiteY99-38600" fmla="*/ 9583313 h 10435941"/>
                  <a:gd name="connsiteX100-38601" fmla="*/ 7567694 w 10490654"/>
                  <a:gd name="connsiteY100-38602" fmla="*/ 9520112 h 10435941"/>
                  <a:gd name="connsiteX101-38603" fmla="*/ 7466043 w 10490654"/>
                  <a:gd name="connsiteY101-38604" fmla="*/ 9471387 h 10435941"/>
                  <a:gd name="connsiteX102-38605" fmla="*/ 7287491 w 10490654"/>
                  <a:gd name="connsiteY102-38606" fmla="*/ 9449904 h 10435941"/>
                  <a:gd name="connsiteX103-38607" fmla="*/ 7171401 w 10490654"/>
                  <a:gd name="connsiteY103-38608" fmla="*/ 9200180 h 10435941"/>
                  <a:gd name="connsiteX104-38609" fmla="*/ 6954982 w 10490654"/>
                  <a:gd name="connsiteY104-38610" fmla="*/ 9189626 h 10435941"/>
                  <a:gd name="connsiteX105-38611" fmla="*/ 6710737 w 10490654"/>
                  <a:gd name="connsiteY105-38612" fmla="*/ 9262013 h 10435941"/>
                  <a:gd name="connsiteX106-38613" fmla="*/ 6674777 w 10490654"/>
                  <a:gd name="connsiteY106-38614" fmla="*/ 9062912 h 10435941"/>
                  <a:gd name="connsiteX107-38615" fmla="*/ 6511636 w 10490654"/>
                  <a:gd name="connsiteY107-38616" fmla="*/ 8954099 h 10435941"/>
                  <a:gd name="connsiteX108-38617" fmla="*/ 6428509 w 10490654"/>
                  <a:gd name="connsiteY108-38618" fmla="*/ 8954099 h 10435941"/>
                  <a:gd name="connsiteX109-38619" fmla="*/ 6325922 w 10490654"/>
                  <a:gd name="connsiteY109-38620" fmla="*/ 9057307 h 10435941"/>
                  <a:gd name="connsiteX110-38621" fmla="*/ 6167763 w 10490654"/>
                  <a:gd name="connsiteY110-38622" fmla="*/ 8978227 h 10435941"/>
                  <a:gd name="connsiteX111-38623" fmla="*/ 6002132 w 10490654"/>
                  <a:gd name="connsiteY111-38624" fmla="*/ 9093734 h 10435941"/>
                  <a:gd name="connsiteX112-38625" fmla="*/ 5749636 w 10490654"/>
                  <a:gd name="connsiteY112-38626" fmla="*/ 9051081 h 10435941"/>
                  <a:gd name="connsiteX113-38627" fmla="*/ 5674760 w 10490654"/>
                  <a:gd name="connsiteY113-38628" fmla="*/ 9081904 h 10435941"/>
                  <a:gd name="connsiteX114-38629" fmla="*/ 5507415 w 10490654"/>
                  <a:gd name="connsiteY114-38630" fmla="*/ 9128137 h 10435941"/>
                  <a:gd name="connsiteX115-38631" fmla="*/ 5505859 w 10490654"/>
                  <a:gd name="connsiteY115-38632" fmla="*/ 8870972 h 10435941"/>
                  <a:gd name="connsiteX116-38633" fmla="*/ 5505857 w 10490654"/>
                  <a:gd name="connsiteY116-38634" fmla="*/ 8634977 h 10435941"/>
                  <a:gd name="connsiteX117-38635" fmla="*/ 5336024 w 10490654"/>
                  <a:gd name="connsiteY117-38636" fmla="*/ 8333292 h 10435941"/>
                  <a:gd name="connsiteX118-38637" fmla="*/ 5230324 w 10490654"/>
                  <a:gd name="connsiteY118-38638" fmla="*/ 8082820 h 10435941"/>
                  <a:gd name="connsiteX119-38639" fmla="*/ 5317031 w 10490654"/>
                  <a:gd name="connsiteY119-38640" fmla="*/ 7610208 h 10435941"/>
                  <a:gd name="connsiteX120-38641" fmla="*/ 5201059 w 10490654"/>
                  <a:gd name="connsiteY120-38642" fmla="*/ 7320352 h 10435941"/>
                  <a:gd name="connsiteX121-38643" fmla="*/ 5250872 w 10490654"/>
                  <a:gd name="connsiteY121-38644" fmla="*/ 7069881 h 10435941"/>
                  <a:gd name="connsiteX122-38645" fmla="*/ 5245735 w 10490654"/>
                  <a:gd name="connsiteY122-38646" fmla="*/ 7018665 h 10435941"/>
                  <a:gd name="connsiteX123-38647" fmla="*/ 4577603 w 10490654"/>
                  <a:gd name="connsiteY123-38648" fmla="*/ 7013996 h 10435941"/>
                  <a:gd name="connsiteX124-38649" fmla="*/ 4528412 w 10490654"/>
                  <a:gd name="connsiteY124-38650" fmla="*/ 6840580 h 10435941"/>
                  <a:gd name="connsiteX125-38651" fmla="*/ 4038834 w 10490654"/>
                  <a:gd name="connsiteY125-38652" fmla="*/ 6816452 h 10435941"/>
                  <a:gd name="connsiteX126-38653" fmla="*/ 3976254 w 10490654"/>
                  <a:gd name="connsiteY126-38654" fmla="*/ 7069881 h 10435941"/>
                  <a:gd name="connsiteX127-38655" fmla="*/ 3932667 w 10490654"/>
                  <a:gd name="connsiteY127-38656" fmla="*/ 7281279 h 10435941"/>
                  <a:gd name="connsiteX128-38657" fmla="*/ 3884155 w 10490654"/>
                  <a:gd name="connsiteY128-38658" fmla="*/ 7403480 h 10435941"/>
                  <a:gd name="connsiteX129-38659" fmla="*/ 3572499 w 10490654"/>
                  <a:gd name="connsiteY129-38660" fmla="*/ 7365450 h 10435941"/>
                  <a:gd name="connsiteX130-38661" fmla="*/ 3311236 w 10490654"/>
                  <a:gd name="connsiteY130-38662" fmla="*/ 7402390 h 10435941"/>
                  <a:gd name="connsiteX131-38663" fmla="*/ 2921540 w 10490654"/>
                  <a:gd name="connsiteY131-38664" fmla="*/ 7414475 h 10435941"/>
                  <a:gd name="connsiteX132-38665" fmla="*/ 2784763 w 10490654"/>
                  <a:gd name="connsiteY132-38666" fmla="*/ 7139153 h 10435941"/>
                  <a:gd name="connsiteX133-38667" fmla="*/ 2604654 w 10490654"/>
                  <a:gd name="connsiteY133-38668" fmla="*/ 6862062 h 10435941"/>
                  <a:gd name="connsiteX134-38669" fmla="*/ 2410691 w 10490654"/>
                  <a:gd name="connsiteY134-38670" fmla="*/ 6363299 h 10435941"/>
                  <a:gd name="connsiteX135-38671" fmla="*/ 2327563 w 10490654"/>
                  <a:gd name="connsiteY135-38672" fmla="*/ 6224753 h 10435941"/>
                  <a:gd name="connsiteX136-38673" fmla="*/ 1662545 w 10490654"/>
                  <a:gd name="connsiteY136-38674" fmla="*/ 6197044 h 10435941"/>
                  <a:gd name="connsiteX137-38675" fmla="*/ 1233054 w 10490654"/>
                  <a:gd name="connsiteY137-38676" fmla="*/ 6197044 h 10435941"/>
                  <a:gd name="connsiteX138-38677" fmla="*/ 1136072 w 10490654"/>
                  <a:gd name="connsiteY138-38678" fmla="*/ 6252462 h 10435941"/>
                  <a:gd name="connsiteX139-38679" fmla="*/ 706582 w 10490654"/>
                  <a:gd name="connsiteY139-38680" fmla="*/ 6210899 h 10435941"/>
                  <a:gd name="connsiteX140-38681" fmla="*/ 318654 w 10490654"/>
                  <a:gd name="connsiteY140-38682" fmla="*/ 6238608 h 10435941"/>
                  <a:gd name="connsiteX141-38683" fmla="*/ 96982 w 10490654"/>
                  <a:gd name="connsiteY141-38684" fmla="*/ 6391008 h 10435941"/>
                  <a:gd name="connsiteX142-38685" fmla="*/ 0 w 10490654"/>
                  <a:gd name="connsiteY142-38686" fmla="*/ 6294026 h 10435941"/>
                  <a:gd name="connsiteX143-38687" fmla="*/ 83127 w 10490654"/>
                  <a:gd name="connsiteY143-38688" fmla="*/ 6238608 h 10435941"/>
                  <a:gd name="connsiteX0-38689" fmla="*/ 83127 w 10490654"/>
                  <a:gd name="connsiteY0-38690" fmla="*/ 6238608 h 10435941"/>
                  <a:gd name="connsiteX1-38691" fmla="*/ 96982 w 10490654"/>
                  <a:gd name="connsiteY1-38692" fmla="*/ 5795262 h 10435941"/>
                  <a:gd name="connsiteX2-38693" fmla="*/ 401782 w 10490654"/>
                  <a:gd name="connsiteY2-38694" fmla="*/ 5532026 h 10435941"/>
                  <a:gd name="connsiteX3-38695" fmla="*/ 651163 w 10490654"/>
                  <a:gd name="connsiteY3-38696" fmla="*/ 5670572 h 10435941"/>
                  <a:gd name="connsiteX4-38697" fmla="*/ 858982 w 10490654"/>
                  <a:gd name="connsiteY4-38698" fmla="*/ 5504317 h 10435941"/>
                  <a:gd name="connsiteX5-38699" fmla="*/ 997527 w 10490654"/>
                  <a:gd name="connsiteY5-38700" fmla="*/ 5351917 h 10435941"/>
                  <a:gd name="connsiteX6-38701" fmla="*/ 1080654 w 10490654"/>
                  <a:gd name="connsiteY6-38702" fmla="*/ 5435044 h 10435941"/>
                  <a:gd name="connsiteX7-38703" fmla="*/ 1269312 w 10490654"/>
                  <a:gd name="connsiteY7-38704" fmla="*/ 5679710 h 10435941"/>
                  <a:gd name="connsiteX8-38705" fmla="*/ 1523116 w 10490654"/>
                  <a:gd name="connsiteY8-38706" fmla="*/ 5481030 h 10435941"/>
                  <a:gd name="connsiteX9-38707" fmla="*/ 1731818 w 10490654"/>
                  <a:gd name="connsiteY9-38708" fmla="*/ 5296499 h 10435941"/>
                  <a:gd name="connsiteX10-38709" fmla="*/ 2022763 w 10490654"/>
                  <a:gd name="connsiteY10-38710" fmla="*/ 5060972 h 10435941"/>
                  <a:gd name="connsiteX11-38711" fmla="*/ 2119745 w 10490654"/>
                  <a:gd name="connsiteY11-38712" fmla="*/ 4631481 h 10435941"/>
                  <a:gd name="connsiteX12-38713" fmla="*/ 2172511 w 10490654"/>
                  <a:gd name="connsiteY12-38714" fmla="*/ 4164848 h 10435941"/>
                  <a:gd name="connsiteX13-38715" fmla="*/ 2355272 w 10490654"/>
                  <a:gd name="connsiteY13-38716" fmla="*/ 3855626 h 10435941"/>
                  <a:gd name="connsiteX14-38717" fmla="*/ 2752497 w 10490654"/>
                  <a:gd name="connsiteY14-38718" fmla="*/ 3475092 h 10435941"/>
                  <a:gd name="connsiteX15-38719" fmla="*/ 2978727 w 10490654"/>
                  <a:gd name="connsiteY15-38720" fmla="*/ 3259881 h 10435941"/>
                  <a:gd name="connsiteX16-38721" fmla="*/ 3006436 w 10490654"/>
                  <a:gd name="connsiteY16-38722" fmla="*/ 2816535 h 10435941"/>
                  <a:gd name="connsiteX17-38723" fmla="*/ 3075709 w 10490654"/>
                  <a:gd name="connsiteY17-38724" fmla="*/ 2525590 h 10435941"/>
                  <a:gd name="connsiteX18-38725" fmla="*/ 3075709 w 10490654"/>
                  <a:gd name="connsiteY18-38726" fmla="*/ 2317772 h 10435941"/>
                  <a:gd name="connsiteX19-38727" fmla="*/ 3214254 w 10490654"/>
                  <a:gd name="connsiteY19-38728" fmla="*/ 1985262 h 10435941"/>
                  <a:gd name="connsiteX20-38729" fmla="*/ 3214254 w 10490654"/>
                  <a:gd name="connsiteY20-38730" fmla="*/ 1694317 h 10435941"/>
                  <a:gd name="connsiteX21-38731" fmla="*/ 3513454 w 10490654"/>
                  <a:gd name="connsiteY21-38732" fmla="*/ 1126281 h 10435941"/>
                  <a:gd name="connsiteX22-38733" fmla="*/ 3463636 w 10490654"/>
                  <a:gd name="connsiteY22-38734" fmla="*/ 752208 h 10435941"/>
                  <a:gd name="connsiteX23-38735" fmla="*/ 3491345 w 10490654"/>
                  <a:gd name="connsiteY23-38736" fmla="*/ 544390 h 10435941"/>
                  <a:gd name="connsiteX24-38737" fmla="*/ 3823854 w 10490654"/>
                  <a:gd name="connsiteY24-38738" fmla="*/ 184172 h 10435941"/>
                  <a:gd name="connsiteX25-38739" fmla="*/ 4017818 w 10490654"/>
                  <a:gd name="connsiteY25-38740" fmla="*/ 59481 h 10435941"/>
                  <a:gd name="connsiteX26-38741" fmla="*/ 4433454 w 10490654"/>
                  <a:gd name="connsiteY26-38742" fmla="*/ 295008 h 10435941"/>
                  <a:gd name="connsiteX27-38743" fmla="*/ 4599709 w 10490654"/>
                  <a:gd name="connsiteY27-38744" fmla="*/ 488972 h 10435941"/>
                  <a:gd name="connsiteX28-38745" fmla="*/ 5070763 w 10490654"/>
                  <a:gd name="connsiteY28-38746" fmla="*/ 544390 h 10435941"/>
                  <a:gd name="connsiteX29-38747" fmla="*/ 5391187 w 10490654"/>
                  <a:gd name="connsiteY29-38748" fmla="*/ 603639 h 10435941"/>
                  <a:gd name="connsiteX30-38749" fmla="*/ 5568642 w 10490654"/>
                  <a:gd name="connsiteY30-38750" fmla="*/ 588271 h 10435941"/>
                  <a:gd name="connsiteX31-38751" fmla="*/ 5860472 w 10490654"/>
                  <a:gd name="connsiteY31-38752" fmla="*/ 281153 h 10435941"/>
                  <a:gd name="connsiteX32-38753" fmla="*/ 6123709 w 10490654"/>
                  <a:gd name="connsiteY32-38754" fmla="*/ 322717 h 10435941"/>
                  <a:gd name="connsiteX33-38755" fmla="*/ 6541900 w 10490654"/>
                  <a:gd name="connsiteY33-38756" fmla="*/ 168233 h 10435941"/>
                  <a:gd name="connsiteX34-38757" fmla="*/ 6681722 w 10490654"/>
                  <a:gd name="connsiteY34-38758" fmla="*/ 107503 h 10435941"/>
                  <a:gd name="connsiteX35-38759" fmla="*/ 7011678 w 10490654"/>
                  <a:gd name="connsiteY35-38760" fmla="*/ 198026 h 10435941"/>
                  <a:gd name="connsiteX36-38761" fmla="*/ 7232072 w 10490654"/>
                  <a:gd name="connsiteY36-38762" fmla="*/ 17917 h 10435941"/>
                  <a:gd name="connsiteX37-38763" fmla="*/ 7379107 w 10490654"/>
                  <a:gd name="connsiteY37-38764" fmla="*/ 0 h 10435941"/>
                  <a:gd name="connsiteX38-38765" fmla="*/ 7600859 w 10490654"/>
                  <a:gd name="connsiteY38-38766" fmla="*/ 41248 h 10435941"/>
                  <a:gd name="connsiteX39-38767" fmla="*/ 7910945 w 10490654"/>
                  <a:gd name="connsiteY39-38768" fmla="*/ 128753 h 10435941"/>
                  <a:gd name="connsiteX40-38769" fmla="*/ 8312727 w 10490654"/>
                  <a:gd name="connsiteY40-38770" fmla="*/ 59481 h 10435941"/>
                  <a:gd name="connsiteX41-38771" fmla="*/ 8647005 w 10490654"/>
                  <a:gd name="connsiteY41-38772" fmla="*/ 396707 h 10435941"/>
                  <a:gd name="connsiteX42-38773" fmla="*/ 8908472 w 10490654"/>
                  <a:gd name="connsiteY42-38774" fmla="*/ 544390 h 10435941"/>
                  <a:gd name="connsiteX43-38775" fmla="*/ 9146732 w 10490654"/>
                  <a:gd name="connsiteY43-38776" fmla="*/ 420846 h 10435941"/>
                  <a:gd name="connsiteX44-38777" fmla="*/ 9372965 w 10490654"/>
                  <a:gd name="connsiteY44-38778" fmla="*/ 466363 h 10435941"/>
                  <a:gd name="connsiteX45-38779" fmla="*/ 9518072 w 10490654"/>
                  <a:gd name="connsiteY45-38780" fmla="*/ 367819 h 10435941"/>
                  <a:gd name="connsiteX46-38781" fmla="*/ 9646301 w 10490654"/>
                  <a:gd name="connsiteY46-38782" fmla="*/ 369587 h 10435941"/>
                  <a:gd name="connsiteX47-38783" fmla="*/ 10002982 w 10490654"/>
                  <a:gd name="connsiteY47-38784" fmla="*/ 793772 h 10435941"/>
                  <a:gd name="connsiteX48-38785" fmla="*/ 10238509 w 10490654"/>
                  <a:gd name="connsiteY48-38786" fmla="*/ 987735 h 10435941"/>
                  <a:gd name="connsiteX49-38787" fmla="*/ 10224654 w 10490654"/>
                  <a:gd name="connsiteY49-38788" fmla="*/ 1250972 h 10435941"/>
                  <a:gd name="connsiteX50-38789" fmla="*/ 10238509 w 10490654"/>
                  <a:gd name="connsiteY50-38790" fmla="*/ 1444935 h 10435941"/>
                  <a:gd name="connsiteX51-38791" fmla="*/ 10243066 w 10490654"/>
                  <a:gd name="connsiteY51-38792" fmla="*/ 1580249 h 10435941"/>
                  <a:gd name="connsiteX52-38793" fmla="*/ 10490654 w 10490654"/>
                  <a:gd name="connsiteY52-38794" fmla="*/ 1753897 h 10435941"/>
                  <a:gd name="connsiteX53-38795" fmla="*/ 10077929 w 10490654"/>
                  <a:gd name="connsiteY53-38796" fmla="*/ 2207269 h 10435941"/>
                  <a:gd name="connsiteX54-38797" fmla="*/ 9781309 w 10490654"/>
                  <a:gd name="connsiteY54-38798" fmla="*/ 2497881 h 10435941"/>
                  <a:gd name="connsiteX55-38799" fmla="*/ 9580055 w 10490654"/>
                  <a:gd name="connsiteY55-38800" fmla="*/ 3426134 h 10435941"/>
                  <a:gd name="connsiteX56-38801" fmla="*/ 9532477 w 10490654"/>
                  <a:gd name="connsiteY56-38802" fmla="*/ 3685207 h 10435941"/>
                  <a:gd name="connsiteX57-38803" fmla="*/ 9365672 w 10490654"/>
                  <a:gd name="connsiteY57-38804" fmla="*/ 3911044 h 10435941"/>
                  <a:gd name="connsiteX58-38805" fmla="*/ 9310254 w 10490654"/>
                  <a:gd name="connsiteY58-38806" fmla="*/ 4077299 h 10435941"/>
                  <a:gd name="connsiteX59-38807" fmla="*/ 9236422 w 10490654"/>
                  <a:gd name="connsiteY59-38808" fmla="*/ 4285117 h 10435941"/>
                  <a:gd name="connsiteX60-38809" fmla="*/ 9205255 w 10490654"/>
                  <a:gd name="connsiteY60-38810" fmla="*/ 4430122 h 10435941"/>
                  <a:gd name="connsiteX61-38811" fmla="*/ 9337963 w 10490654"/>
                  <a:gd name="connsiteY61-38812" fmla="*/ 4659190 h 10435941"/>
                  <a:gd name="connsiteX62-38813" fmla="*/ 9382180 w 10490654"/>
                  <a:gd name="connsiteY62-38814" fmla="*/ 4915057 h 10435941"/>
                  <a:gd name="connsiteX63-38815" fmla="*/ 9397939 w 10490654"/>
                  <a:gd name="connsiteY63-38816" fmla="*/ 5208060 h 10435941"/>
                  <a:gd name="connsiteX64-38817" fmla="*/ 9383359 w 10490654"/>
                  <a:gd name="connsiteY64-38818" fmla="*/ 5615153 h 10435941"/>
                  <a:gd name="connsiteX65-38819" fmla="*/ 9518623 w 10490654"/>
                  <a:gd name="connsiteY65-38820" fmla="*/ 5975373 h 10435941"/>
                  <a:gd name="connsiteX66-38821" fmla="*/ 9540496 w 10490654"/>
                  <a:gd name="connsiteY66-38822" fmla="*/ 6403714 h 10435941"/>
                  <a:gd name="connsiteX67-38823" fmla="*/ 9933709 w 10490654"/>
                  <a:gd name="connsiteY67-38824" fmla="*/ 6862062 h 10435941"/>
                  <a:gd name="connsiteX68-38825" fmla="*/ 10052074 w 10490654"/>
                  <a:gd name="connsiteY68-38826" fmla="*/ 7221396 h 10435941"/>
                  <a:gd name="connsiteX69-38827" fmla="*/ 10232908 w 10490654"/>
                  <a:gd name="connsiteY69-38828" fmla="*/ 7514995 h 10435941"/>
                  <a:gd name="connsiteX70-38829" fmla="*/ 9670472 w 10490654"/>
                  <a:gd name="connsiteY70-38830" fmla="*/ 7540935 h 10435941"/>
                  <a:gd name="connsiteX71-38831" fmla="*/ 9174087 w 10490654"/>
                  <a:gd name="connsiteY71-38832" fmla="*/ 7651772 h 10435941"/>
                  <a:gd name="connsiteX72-38833" fmla="*/ 9128871 w 10490654"/>
                  <a:gd name="connsiteY72-38834" fmla="*/ 7790317 h 10435941"/>
                  <a:gd name="connsiteX73-38835" fmla="*/ 9019309 w 10490654"/>
                  <a:gd name="connsiteY73-38836" fmla="*/ 7998135 h 10435941"/>
                  <a:gd name="connsiteX74-38837" fmla="*/ 8933823 w 10490654"/>
                  <a:gd name="connsiteY74-38838" fmla="*/ 8085908 h 10435941"/>
                  <a:gd name="connsiteX75-38839" fmla="*/ 9036787 w 10490654"/>
                  <a:gd name="connsiteY75-38840" fmla="*/ 8313437 h 10435941"/>
                  <a:gd name="connsiteX76-38841" fmla="*/ 9027559 w 10490654"/>
                  <a:gd name="connsiteY76-38842" fmla="*/ 8524608 h 10435941"/>
                  <a:gd name="connsiteX77-38843" fmla="*/ 8993669 w 10490654"/>
                  <a:gd name="connsiteY77-38844" fmla="*/ 8758113 h 10435941"/>
                  <a:gd name="connsiteX78-38845" fmla="*/ 8991600 w 10490654"/>
                  <a:gd name="connsiteY78-38846" fmla="*/ 8967953 h 10435941"/>
                  <a:gd name="connsiteX79-38847" fmla="*/ 8894618 w 10490654"/>
                  <a:gd name="connsiteY79-38848" fmla="*/ 9272753 h 10435941"/>
                  <a:gd name="connsiteX80-38849" fmla="*/ 8922328 w 10490654"/>
                  <a:gd name="connsiteY80-38850" fmla="*/ 9578490 h 10435941"/>
                  <a:gd name="connsiteX81-38851" fmla="*/ 9138715 w 10490654"/>
                  <a:gd name="connsiteY81-38852" fmla="*/ 9750056 h 10435941"/>
                  <a:gd name="connsiteX82-38853" fmla="*/ 9231789 w 10490654"/>
                  <a:gd name="connsiteY82-38854" fmla="*/ 9890275 h 10435941"/>
                  <a:gd name="connsiteX83-38855" fmla="*/ 9462870 w 10490654"/>
                  <a:gd name="connsiteY83-38856" fmla="*/ 9929452 h 10435941"/>
                  <a:gd name="connsiteX84-38857" fmla="*/ 9472032 w 10490654"/>
                  <a:gd name="connsiteY84-38858" fmla="*/ 9818955 h 10435941"/>
                  <a:gd name="connsiteX85-38859" fmla="*/ 9620746 w 10490654"/>
                  <a:gd name="connsiteY85-38860" fmla="*/ 9758904 h 10435941"/>
                  <a:gd name="connsiteX86-38861" fmla="*/ 9632264 w 10490654"/>
                  <a:gd name="connsiteY86-38862" fmla="*/ 10334695 h 10435941"/>
                  <a:gd name="connsiteX87-38863" fmla="*/ 9504664 w 10490654"/>
                  <a:gd name="connsiteY87-38864" fmla="*/ 10338313 h 10435941"/>
                  <a:gd name="connsiteX88-38865" fmla="*/ 9328580 w 10490654"/>
                  <a:gd name="connsiteY88-38866" fmla="*/ 10427202 h 10435941"/>
                  <a:gd name="connsiteX89-38867" fmla="*/ 9204220 w 10490654"/>
                  <a:gd name="connsiteY89-38868" fmla="*/ 10435941 h 10435941"/>
                  <a:gd name="connsiteX90-38869" fmla="*/ 9065234 w 10490654"/>
                  <a:gd name="connsiteY90-38870" fmla="*/ 10122103 h 10435941"/>
                  <a:gd name="connsiteX91-38871" fmla="*/ 8954319 w 10490654"/>
                  <a:gd name="connsiteY91-38872" fmla="*/ 10072174 h 10435941"/>
                  <a:gd name="connsiteX92-38873" fmla="*/ 8793275 w 10490654"/>
                  <a:gd name="connsiteY92-38874" fmla="*/ 9863725 h 10435941"/>
                  <a:gd name="connsiteX93-38875" fmla="*/ 8479422 w 10490654"/>
                  <a:gd name="connsiteY93-38876" fmla="*/ 9748287 h 10435941"/>
                  <a:gd name="connsiteX94-38877" fmla="*/ 8359423 w 10490654"/>
                  <a:gd name="connsiteY94-38878" fmla="*/ 9651431 h 10435941"/>
                  <a:gd name="connsiteX95-38879" fmla="*/ 8285018 w 10490654"/>
                  <a:gd name="connsiteY95-38880" fmla="*/ 9480572 h 10435941"/>
                  <a:gd name="connsiteX96-38881" fmla="*/ 8243564 w 10490654"/>
                  <a:gd name="connsiteY96-38882" fmla="*/ 9374254 h 10435941"/>
                  <a:gd name="connsiteX97-38883" fmla="*/ 8146472 w 10490654"/>
                  <a:gd name="connsiteY97-38884" fmla="*/ 9355881 h 10435941"/>
                  <a:gd name="connsiteX98-38885" fmla="*/ 8091054 w 10490654"/>
                  <a:gd name="connsiteY98-38886" fmla="*/ 9577553 h 10435941"/>
                  <a:gd name="connsiteX99-38887" fmla="*/ 7806336 w 10490654"/>
                  <a:gd name="connsiteY99-38888" fmla="*/ 9583313 h 10435941"/>
                  <a:gd name="connsiteX100-38889" fmla="*/ 7567694 w 10490654"/>
                  <a:gd name="connsiteY100-38890" fmla="*/ 9520112 h 10435941"/>
                  <a:gd name="connsiteX101-38891" fmla="*/ 7466043 w 10490654"/>
                  <a:gd name="connsiteY101-38892" fmla="*/ 9471387 h 10435941"/>
                  <a:gd name="connsiteX102-38893" fmla="*/ 7287491 w 10490654"/>
                  <a:gd name="connsiteY102-38894" fmla="*/ 9449904 h 10435941"/>
                  <a:gd name="connsiteX103-38895" fmla="*/ 7171401 w 10490654"/>
                  <a:gd name="connsiteY103-38896" fmla="*/ 9200180 h 10435941"/>
                  <a:gd name="connsiteX104-38897" fmla="*/ 6954982 w 10490654"/>
                  <a:gd name="connsiteY104-38898" fmla="*/ 9189626 h 10435941"/>
                  <a:gd name="connsiteX105-38899" fmla="*/ 6710737 w 10490654"/>
                  <a:gd name="connsiteY105-38900" fmla="*/ 9262013 h 10435941"/>
                  <a:gd name="connsiteX106-38901" fmla="*/ 6674777 w 10490654"/>
                  <a:gd name="connsiteY106-38902" fmla="*/ 9062912 h 10435941"/>
                  <a:gd name="connsiteX107-38903" fmla="*/ 6511636 w 10490654"/>
                  <a:gd name="connsiteY107-38904" fmla="*/ 8954099 h 10435941"/>
                  <a:gd name="connsiteX108-38905" fmla="*/ 6428509 w 10490654"/>
                  <a:gd name="connsiteY108-38906" fmla="*/ 8954099 h 10435941"/>
                  <a:gd name="connsiteX109-38907" fmla="*/ 6325922 w 10490654"/>
                  <a:gd name="connsiteY109-38908" fmla="*/ 9057307 h 10435941"/>
                  <a:gd name="connsiteX110-38909" fmla="*/ 6167763 w 10490654"/>
                  <a:gd name="connsiteY110-38910" fmla="*/ 8978227 h 10435941"/>
                  <a:gd name="connsiteX111-38911" fmla="*/ 6002132 w 10490654"/>
                  <a:gd name="connsiteY111-38912" fmla="*/ 9093734 h 10435941"/>
                  <a:gd name="connsiteX112-38913" fmla="*/ 5749636 w 10490654"/>
                  <a:gd name="connsiteY112-38914" fmla="*/ 9051081 h 10435941"/>
                  <a:gd name="connsiteX113-38915" fmla="*/ 5674760 w 10490654"/>
                  <a:gd name="connsiteY113-38916" fmla="*/ 9081904 h 10435941"/>
                  <a:gd name="connsiteX114-38917" fmla="*/ 5507415 w 10490654"/>
                  <a:gd name="connsiteY114-38918" fmla="*/ 9128137 h 10435941"/>
                  <a:gd name="connsiteX115-38919" fmla="*/ 5505859 w 10490654"/>
                  <a:gd name="connsiteY115-38920" fmla="*/ 8870972 h 10435941"/>
                  <a:gd name="connsiteX116-38921" fmla="*/ 5505857 w 10490654"/>
                  <a:gd name="connsiteY116-38922" fmla="*/ 8634977 h 10435941"/>
                  <a:gd name="connsiteX117-38923" fmla="*/ 5336024 w 10490654"/>
                  <a:gd name="connsiteY117-38924" fmla="*/ 8333292 h 10435941"/>
                  <a:gd name="connsiteX118-38925" fmla="*/ 5230324 w 10490654"/>
                  <a:gd name="connsiteY118-38926" fmla="*/ 8082820 h 10435941"/>
                  <a:gd name="connsiteX119-38927" fmla="*/ 5317031 w 10490654"/>
                  <a:gd name="connsiteY119-38928" fmla="*/ 7610208 h 10435941"/>
                  <a:gd name="connsiteX120-38929" fmla="*/ 5201059 w 10490654"/>
                  <a:gd name="connsiteY120-38930" fmla="*/ 7320352 h 10435941"/>
                  <a:gd name="connsiteX121-38931" fmla="*/ 5250872 w 10490654"/>
                  <a:gd name="connsiteY121-38932" fmla="*/ 7069881 h 10435941"/>
                  <a:gd name="connsiteX122-38933" fmla="*/ 5245735 w 10490654"/>
                  <a:gd name="connsiteY122-38934" fmla="*/ 7018665 h 10435941"/>
                  <a:gd name="connsiteX123-38935" fmla="*/ 4577603 w 10490654"/>
                  <a:gd name="connsiteY123-38936" fmla="*/ 7013996 h 10435941"/>
                  <a:gd name="connsiteX124-38937" fmla="*/ 4528412 w 10490654"/>
                  <a:gd name="connsiteY124-38938" fmla="*/ 6840580 h 10435941"/>
                  <a:gd name="connsiteX125-38939" fmla="*/ 4038834 w 10490654"/>
                  <a:gd name="connsiteY125-38940" fmla="*/ 6816452 h 10435941"/>
                  <a:gd name="connsiteX126-38941" fmla="*/ 3976254 w 10490654"/>
                  <a:gd name="connsiteY126-38942" fmla="*/ 7069881 h 10435941"/>
                  <a:gd name="connsiteX127-38943" fmla="*/ 3932667 w 10490654"/>
                  <a:gd name="connsiteY127-38944" fmla="*/ 7281279 h 10435941"/>
                  <a:gd name="connsiteX128-38945" fmla="*/ 3884155 w 10490654"/>
                  <a:gd name="connsiteY128-38946" fmla="*/ 7403480 h 10435941"/>
                  <a:gd name="connsiteX129-38947" fmla="*/ 3572499 w 10490654"/>
                  <a:gd name="connsiteY129-38948" fmla="*/ 7365450 h 10435941"/>
                  <a:gd name="connsiteX130-38949" fmla="*/ 3311236 w 10490654"/>
                  <a:gd name="connsiteY130-38950" fmla="*/ 7402390 h 10435941"/>
                  <a:gd name="connsiteX131-38951" fmla="*/ 2921540 w 10490654"/>
                  <a:gd name="connsiteY131-38952" fmla="*/ 7414475 h 10435941"/>
                  <a:gd name="connsiteX132-38953" fmla="*/ 2784763 w 10490654"/>
                  <a:gd name="connsiteY132-38954" fmla="*/ 7139153 h 10435941"/>
                  <a:gd name="connsiteX133-38955" fmla="*/ 2604654 w 10490654"/>
                  <a:gd name="connsiteY133-38956" fmla="*/ 6862062 h 10435941"/>
                  <a:gd name="connsiteX134-38957" fmla="*/ 2410691 w 10490654"/>
                  <a:gd name="connsiteY134-38958" fmla="*/ 6363299 h 10435941"/>
                  <a:gd name="connsiteX135-38959" fmla="*/ 2327563 w 10490654"/>
                  <a:gd name="connsiteY135-38960" fmla="*/ 6224753 h 10435941"/>
                  <a:gd name="connsiteX136-38961" fmla="*/ 1662545 w 10490654"/>
                  <a:gd name="connsiteY136-38962" fmla="*/ 6197044 h 10435941"/>
                  <a:gd name="connsiteX137-38963" fmla="*/ 1233054 w 10490654"/>
                  <a:gd name="connsiteY137-38964" fmla="*/ 6197044 h 10435941"/>
                  <a:gd name="connsiteX138-38965" fmla="*/ 1136072 w 10490654"/>
                  <a:gd name="connsiteY138-38966" fmla="*/ 6252462 h 10435941"/>
                  <a:gd name="connsiteX139-38967" fmla="*/ 706582 w 10490654"/>
                  <a:gd name="connsiteY139-38968" fmla="*/ 6210899 h 10435941"/>
                  <a:gd name="connsiteX140-38969" fmla="*/ 318654 w 10490654"/>
                  <a:gd name="connsiteY140-38970" fmla="*/ 6238608 h 10435941"/>
                  <a:gd name="connsiteX141-38971" fmla="*/ 96982 w 10490654"/>
                  <a:gd name="connsiteY141-38972" fmla="*/ 6391008 h 10435941"/>
                  <a:gd name="connsiteX142-38973" fmla="*/ 0 w 10490654"/>
                  <a:gd name="connsiteY142-38974" fmla="*/ 6294026 h 10435941"/>
                  <a:gd name="connsiteX143-38975" fmla="*/ 83127 w 10490654"/>
                  <a:gd name="connsiteY143-38976" fmla="*/ 6238608 h 10435941"/>
                  <a:gd name="connsiteX0-38977" fmla="*/ 83127 w 10490654"/>
                  <a:gd name="connsiteY0-38978" fmla="*/ 6238608 h 10435941"/>
                  <a:gd name="connsiteX1-38979" fmla="*/ 96982 w 10490654"/>
                  <a:gd name="connsiteY1-38980" fmla="*/ 5795262 h 10435941"/>
                  <a:gd name="connsiteX2-38981" fmla="*/ 401782 w 10490654"/>
                  <a:gd name="connsiteY2-38982" fmla="*/ 5532026 h 10435941"/>
                  <a:gd name="connsiteX3-38983" fmla="*/ 651163 w 10490654"/>
                  <a:gd name="connsiteY3-38984" fmla="*/ 5670572 h 10435941"/>
                  <a:gd name="connsiteX4-38985" fmla="*/ 858982 w 10490654"/>
                  <a:gd name="connsiteY4-38986" fmla="*/ 5504317 h 10435941"/>
                  <a:gd name="connsiteX5-38987" fmla="*/ 997527 w 10490654"/>
                  <a:gd name="connsiteY5-38988" fmla="*/ 5351917 h 10435941"/>
                  <a:gd name="connsiteX6-38989" fmla="*/ 1080654 w 10490654"/>
                  <a:gd name="connsiteY6-38990" fmla="*/ 5435044 h 10435941"/>
                  <a:gd name="connsiteX7-38991" fmla="*/ 1269312 w 10490654"/>
                  <a:gd name="connsiteY7-38992" fmla="*/ 5679710 h 10435941"/>
                  <a:gd name="connsiteX8-38993" fmla="*/ 1523116 w 10490654"/>
                  <a:gd name="connsiteY8-38994" fmla="*/ 5481030 h 10435941"/>
                  <a:gd name="connsiteX9-38995" fmla="*/ 1731818 w 10490654"/>
                  <a:gd name="connsiteY9-38996" fmla="*/ 5296499 h 10435941"/>
                  <a:gd name="connsiteX10-38997" fmla="*/ 2022763 w 10490654"/>
                  <a:gd name="connsiteY10-38998" fmla="*/ 5060972 h 10435941"/>
                  <a:gd name="connsiteX11-38999" fmla="*/ 2119745 w 10490654"/>
                  <a:gd name="connsiteY11-39000" fmla="*/ 4631481 h 10435941"/>
                  <a:gd name="connsiteX12-39001" fmla="*/ 2172511 w 10490654"/>
                  <a:gd name="connsiteY12-39002" fmla="*/ 4164848 h 10435941"/>
                  <a:gd name="connsiteX13-39003" fmla="*/ 2355272 w 10490654"/>
                  <a:gd name="connsiteY13-39004" fmla="*/ 3855626 h 10435941"/>
                  <a:gd name="connsiteX14-39005" fmla="*/ 2752497 w 10490654"/>
                  <a:gd name="connsiteY14-39006" fmla="*/ 3475092 h 10435941"/>
                  <a:gd name="connsiteX15-39007" fmla="*/ 2978727 w 10490654"/>
                  <a:gd name="connsiteY15-39008" fmla="*/ 3259881 h 10435941"/>
                  <a:gd name="connsiteX16-39009" fmla="*/ 3006436 w 10490654"/>
                  <a:gd name="connsiteY16-39010" fmla="*/ 2816535 h 10435941"/>
                  <a:gd name="connsiteX17-39011" fmla="*/ 3075709 w 10490654"/>
                  <a:gd name="connsiteY17-39012" fmla="*/ 2525590 h 10435941"/>
                  <a:gd name="connsiteX18-39013" fmla="*/ 3075709 w 10490654"/>
                  <a:gd name="connsiteY18-39014" fmla="*/ 2317772 h 10435941"/>
                  <a:gd name="connsiteX19-39015" fmla="*/ 3214254 w 10490654"/>
                  <a:gd name="connsiteY19-39016" fmla="*/ 1985262 h 10435941"/>
                  <a:gd name="connsiteX20-39017" fmla="*/ 3214254 w 10490654"/>
                  <a:gd name="connsiteY20-39018" fmla="*/ 1694317 h 10435941"/>
                  <a:gd name="connsiteX21-39019" fmla="*/ 3513454 w 10490654"/>
                  <a:gd name="connsiteY21-39020" fmla="*/ 1126281 h 10435941"/>
                  <a:gd name="connsiteX22-39021" fmla="*/ 3463636 w 10490654"/>
                  <a:gd name="connsiteY22-39022" fmla="*/ 752208 h 10435941"/>
                  <a:gd name="connsiteX23-39023" fmla="*/ 3491345 w 10490654"/>
                  <a:gd name="connsiteY23-39024" fmla="*/ 544390 h 10435941"/>
                  <a:gd name="connsiteX24-39025" fmla="*/ 3823854 w 10490654"/>
                  <a:gd name="connsiteY24-39026" fmla="*/ 184172 h 10435941"/>
                  <a:gd name="connsiteX25-39027" fmla="*/ 4017818 w 10490654"/>
                  <a:gd name="connsiteY25-39028" fmla="*/ 59481 h 10435941"/>
                  <a:gd name="connsiteX26-39029" fmla="*/ 4433454 w 10490654"/>
                  <a:gd name="connsiteY26-39030" fmla="*/ 295008 h 10435941"/>
                  <a:gd name="connsiteX27-39031" fmla="*/ 4599709 w 10490654"/>
                  <a:gd name="connsiteY27-39032" fmla="*/ 488972 h 10435941"/>
                  <a:gd name="connsiteX28-39033" fmla="*/ 5070763 w 10490654"/>
                  <a:gd name="connsiteY28-39034" fmla="*/ 544390 h 10435941"/>
                  <a:gd name="connsiteX29-39035" fmla="*/ 5391187 w 10490654"/>
                  <a:gd name="connsiteY29-39036" fmla="*/ 603639 h 10435941"/>
                  <a:gd name="connsiteX30-39037" fmla="*/ 5568642 w 10490654"/>
                  <a:gd name="connsiteY30-39038" fmla="*/ 588271 h 10435941"/>
                  <a:gd name="connsiteX31-39039" fmla="*/ 5860472 w 10490654"/>
                  <a:gd name="connsiteY31-39040" fmla="*/ 281153 h 10435941"/>
                  <a:gd name="connsiteX32-39041" fmla="*/ 6123709 w 10490654"/>
                  <a:gd name="connsiteY32-39042" fmla="*/ 322717 h 10435941"/>
                  <a:gd name="connsiteX33-39043" fmla="*/ 6541900 w 10490654"/>
                  <a:gd name="connsiteY33-39044" fmla="*/ 168233 h 10435941"/>
                  <a:gd name="connsiteX34-39045" fmla="*/ 6681722 w 10490654"/>
                  <a:gd name="connsiteY34-39046" fmla="*/ 107503 h 10435941"/>
                  <a:gd name="connsiteX35-39047" fmla="*/ 7011678 w 10490654"/>
                  <a:gd name="connsiteY35-39048" fmla="*/ 198026 h 10435941"/>
                  <a:gd name="connsiteX36-39049" fmla="*/ 7232072 w 10490654"/>
                  <a:gd name="connsiteY36-39050" fmla="*/ 17917 h 10435941"/>
                  <a:gd name="connsiteX37-39051" fmla="*/ 7379107 w 10490654"/>
                  <a:gd name="connsiteY37-39052" fmla="*/ 0 h 10435941"/>
                  <a:gd name="connsiteX38-39053" fmla="*/ 7600859 w 10490654"/>
                  <a:gd name="connsiteY38-39054" fmla="*/ 41248 h 10435941"/>
                  <a:gd name="connsiteX39-39055" fmla="*/ 7910945 w 10490654"/>
                  <a:gd name="connsiteY39-39056" fmla="*/ 128753 h 10435941"/>
                  <a:gd name="connsiteX40-39057" fmla="*/ 8312727 w 10490654"/>
                  <a:gd name="connsiteY40-39058" fmla="*/ 59481 h 10435941"/>
                  <a:gd name="connsiteX41-39059" fmla="*/ 8647005 w 10490654"/>
                  <a:gd name="connsiteY41-39060" fmla="*/ 396707 h 10435941"/>
                  <a:gd name="connsiteX42-39061" fmla="*/ 8908472 w 10490654"/>
                  <a:gd name="connsiteY42-39062" fmla="*/ 544390 h 10435941"/>
                  <a:gd name="connsiteX43-39063" fmla="*/ 9146732 w 10490654"/>
                  <a:gd name="connsiteY43-39064" fmla="*/ 420846 h 10435941"/>
                  <a:gd name="connsiteX44-39065" fmla="*/ 9372965 w 10490654"/>
                  <a:gd name="connsiteY44-39066" fmla="*/ 466363 h 10435941"/>
                  <a:gd name="connsiteX45-39067" fmla="*/ 9518072 w 10490654"/>
                  <a:gd name="connsiteY45-39068" fmla="*/ 367819 h 10435941"/>
                  <a:gd name="connsiteX46-39069" fmla="*/ 9646301 w 10490654"/>
                  <a:gd name="connsiteY46-39070" fmla="*/ 369587 h 10435941"/>
                  <a:gd name="connsiteX47-39071" fmla="*/ 10002982 w 10490654"/>
                  <a:gd name="connsiteY47-39072" fmla="*/ 793772 h 10435941"/>
                  <a:gd name="connsiteX48-39073" fmla="*/ 10238509 w 10490654"/>
                  <a:gd name="connsiteY48-39074" fmla="*/ 987735 h 10435941"/>
                  <a:gd name="connsiteX49-39075" fmla="*/ 10224654 w 10490654"/>
                  <a:gd name="connsiteY49-39076" fmla="*/ 1250972 h 10435941"/>
                  <a:gd name="connsiteX50-39077" fmla="*/ 10238509 w 10490654"/>
                  <a:gd name="connsiteY50-39078" fmla="*/ 1444935 h 10435941"/>
                  <a:gd name="connsiteX51-39079" fmla="*/ 10243066 w 10490654"/>
                  <a:gd name="connsiteY51-39080" fmla="*/ 1580249 h 10435941"/>
                  <a:gd name="connsiteX52-39081" fmla="*/ 10490654 w 10490654"/>
                  <a:gd name="connsiteY52-39082" fmla="*/ 1753897 h 10435941"/>
                  <a:gd name="connsiteX53-39083" fmla="*/ 10077929 w 10490654"/>
                  <a:gd name="connsiteY53-39084" fmla="*/ 2207269 h 10435941"/>
                  <a:gd name="connsiteX54-39085" fmla="*/ 9781309 w 10490654"/>
                  <a:gd name="connsiteY54-39086" fmla="*/ 2497881 h 10435941"/>
                  <a:gd name="connsiteX55-39087" fmla="*/ 9580055 w 10490654"/>
                  <a:gd name="connsiteY55-39088" fmla="*/ 3426134 h 10435941"/>
                  <a:gd name="connsiteX56-39089" fmla="*/ 9532477 w 10490654"/>
                  <a:gd name="connsiteY56-39090" fmla="*/ 3685207 h 10435941"/>
                  <a:gd name="connsiteX57-39091" fmla="*/ 9365672 w 10490654"/>
                  <a:gd name="connsiteY57-39092" fmla="*/ 3911044 h 10435941"/>
                  <a:gd name="connsiteX58-39093" fmla="*/ 9310254 w 10490654"/>
                  <a:gd name="connsiteY58-39094" fmla="*/ 4077299 h 10435941"/>
                  <a:gd name="connsiteX59-39095" fmla="*/ 9236422 w 10490654"/>
                  <a:gd name="connsiteY59-39096" fmla="*/ 4285117 h 10435941"/>
                  <a:gd name="connsiteX60-39097" fmla="*/ 9205255 w 10490654"/>
                  <a:gd name="connsiteY60-39098" fmla="*/ 4430122 h 10435941"/>
                  <a:gd name="connsiteX61-39099" fmla="*/ 9337963 w 10490654"/>
                  <a:gd name="connsiteY61-39100" fmla="*/ 4659190 h 10435941"/>
                  <a:gd name="connsiteX62-39101" fmla="*/ 9382180 w 10490654"/>
                  <a:gd name="connsiteY62-39102" fmla="*/ 4915057 h 10435941"/>
                  <a:gd name="connsiteX63-39103" fmla="*/ 9397939 w 10490654"/>
                  <a:gd name="connsiteY63-39104" fmla="*/ 5208060 h 10435941"/>
                  <a:gd name="connsiteX64-39105" fmla="*/ 9383359 w 10490654"/>
                  <a:gd name="connsiteY64-39106" fmla="*/ 5615153 h 10435941"/>
                  <a:gd name="connsiteX65-39107" fmla="*/ 9518623 w 10490654"/>
                  <a:gd name="connsiteY65-39108" fmla="*/ 5975373 h 10435941"/>
                  <a:gd name="connsiteX66-39109" fmla="*/ 9540496 w 10490654"/>
                  <a:gd name="connsiteY66-39110" fmla="*/ 6403714 h 10435941"/>
                  <a:gd name="connsiteX67-39111" fmla="*/ 9933709 w 10490654"/>
                  <a:gd name="connsiteY67-39112" fmla="*/ 6862062 h 10435941"/>
                  <a:gd name="connsiteX68-39113" fmla="*/ 10052074 w 10490654"/>
                  <a:gd name="connsiteY68-39114" fmla="*/ 7221396 h 10435941"/>
                  <a:gd name="connsiteX69-39115" fmla="*/ 10232908 w 10490654"/>
                  <a:gd name="connsiteY69-39116" fmla="*/ 7514995 h 10435941"/>
                  <a:gd name="connsiteX70-39117" fmla="*/ 9670472 w 10490654"/>
                  <a:gd name="connsiteY70-39118" fmla="*/ 7540935 h 10435941"/>
                  <a:gd name="connsiteX71-39119" fmla="*/ 9174087 w 10490654"/>
                  <a:gd name="connsiteY71-39120" fmla="*/ 7651772 h 10435941"/>
                  <a:gd name="connsiteX72-39121" fmla="*/ 9128871 w 10490654"/>
                  <a:gd name="connsiteY72-39122" fmla="*/ 7790317 h 10435941"/>
                  <a:gd name="connsiteX73-39123" fmla="*/ 9019309 w 10490654"/>
                  <a:gd name="connsiteY73-39124" fmla="*/ 7998135 h 10435941"/>
                  <a:gd name="connsiteX74-39125" fmla="*/ 8933823 w 10490654"/>
                  <a:gd name="connsiteY74-39126" fmla="*/ 8085908 h 10435941"/>
                  <a:gd name="connsiteX75-39127" fmla="*/ 9036787 w 10490654"/>
                  <a:gd name="connsiteY75-39128" fmla="*/ 8313437 h 10435941"/>
                  <a:gd name="connsiteX76-39129" fmla="*/ 9027559 w 10490654"/>
                  <a:gd name="connsiteY76-39130" fmla="*/ 8524608 h 10435941"/>
                  <a:gd name="connsiteX77-39131" fmla="*/ 8993669 w 10490654"/>
                  <a:gd name="connsiteY77-39132" fmla="*/ 8758113 h 10435941"/>
                  <a:gd name="connsiteX78-39133" fmla="*/ 8991600 w 10490654"/>
                  <a:gd name="connsiteY78-39134" fmla="*/ 8967953 h 10435941"/>
                  <a:gd name="connsiteX79-39135" fmla="*/ 8894618 w 10490654"/>
                  <a:gd name="connsiteY79-39136" fmla="*/ 9272753 h 10435941"/>
                  <a:gd name="connsiteX80-39137" fmla="*/ 8922328 w 10490654"/>
                  <a:gd name="connsiteY80-39138" fmla="*/ 9578490 h 10435941"/>
                  <a:gd name="connsiteX81-39139" fmla="*/ 9138715 w 10490654"/>
                  <a:gd name="connsiteY81-39140" fmla="*/ 9750056 h 10435941"/>
                  <a:gd name="connsiteX82-39141" fmla="*/ 9231789 w 10490654"/>
                  <a:gd name="connsiteY82-39142" fmla="*/ 9890275 h 10435941"/>
                  <a:gd name="connsiteX83-39143" fmla="*/ 9462870 w 10490654"/>
                  <a:gd name="connsiteY83-39144" fmla="*/ 9929452 h 10435941"/>
                  <a:gd name="connsiteX84-39145" fmla="*/ 9472032 w 10490654"/>
                  <a:gd name="connsiteY84-39146" fmla="*/ 9818955 h 10435941"/>
                  <a:gd name="connsiteX85-39147" fmla="*/ 9620746 w 10490654"/>
                  <a:gd name="connsiteY85-39148" fmla="*/ 9758904 h 10435941"/>
                  <a:gd name="connsiteX86-39149" fmla="*/ 9632264 w 10490654"/>
                  <a:gd name="connsiteY86-39150" fmla="*/ 10334695 h 10435941"/>
                  <a:gd name="connsiteX87-39151" fmla="*/ 9504664 w 10490654"/>
                  <a:gd name="connsiteY87-39152" fmla="*/ 10338313 h 10435941"/>
                  <a:gd name="connsiteX88-39153" fmla="*/ 9328580 w 10490654"/>
                  <a:gd name="connsiteY88-39154" fmla="*/ 10427202 h 10435941"/>
                  <a:gd name="connsiteX89-39155" fmla="*/ 9204220 w 10490654"/>
                  <a:gd name="connsiteY89-39156" fmla="*/ 10435941 h 10435941"/>
                  <a:gd name="connsiteX90-39157" fmla="*/ 9065234 w 10490654"/>
                  <a:gd name="connsiteY90-39158" fmla="*/ 10122103 h 10435941"/>
                  <a:gd name="connsiteX91-39159" fmla="*/ 8954319 w 10490654"/>
                  <a:gd name="connsiteY91-39160" fmla="*/ 10072174 h 10435941"/>
                  <a:gd name="connsiteX92-39161" fmla="*/ 8793275 w 10490654"/>
                  <a:gd name="connsiteY92-39162" fmla="*/ 9863725 h 10435941"/>
                  <a:gd name="connsiteX93-39163" fmla="*/ 8479422 w 10490654"/>
                  <a:gd name="connsiteY93-39164" fmla="*/ 9748287 h 10435941"/>
                  <a:gd name="connsiteX94-39165" fmla="*/ 8359423 w 10490654"/>
                  <a:gd name="connsiteY94-39166" fmla="*/ 9651431 h 10435941"/>
                  <a:gd name="connsiteX95-39167" fmla="*/ 8285018 w 10490654"/>
                  <a:gd name="connsiteY95-39168" fmla="*/ 9480572 h 10435941"/>
                  <a:gd name="connsiteX96-39169" fmla="*/ 8243564 w 10490654"/>
                  <a:gd name="connsiteY96-39170" fmla="*/ 9374254 h 10435941"/>
                  <a:gd name="connsiteX97-39171" fmla="*/ 8146472 w 10490654"/>
                  <a:gd name="connsiteY97-39172" fmla="*/ 9355881 h 10435941"/>
                  <a:gd name="connsiteX98-39173" fmla="*/ 8091054 w 10490654"/>
                  <a:gd name="connsiteY98-39174" fmla="*/ 9577553 h 10435941"/>
                  <a:gd name="connsiteX99-39175" fmla="*/ 7806336 w 10490654"/>
                  <a:gd name="connsiteY99-39176" fmla="*/ 9583313 h 10435941"/>
                  <a:gd name="connsiteX100-39177" fmla="*/ 7567694 w 10490654"/>
                  <a:gd name="connsiteY100-39178" fmla="*/ 9520112 h 10435941"/>
                  <a:gd name="connsiteX101-39179" fmla="*/ 7466043 w 10490654"/>
                  <a:gd name="connsiteY101-39180" fmla="*/ 9471387 h 10435941"/>
                  <a:gd name="connsiteX102-39181" fmla="*/ 7264584 w 10490654"/>
                  <a:gd name="connsiteY102-39182" fmla="*/ 9449904 h 10435941"/>
                  <a:gd name="connsiteX103-39183" fmla="*/ 7171401 w 10490654"/>
                  <a:gd name="connsiteY103-39184" fmla="*/ 9200180 h 10435941"/>
                  <a:gd name="connsiteX104-39185" fmla="*/ 6954982 w 10490654"/>
                  <a:gd name="connsiteY104-39186" fmla="*/ 9189626 h 10435941"/>
                  <a:gd name="connsiteX105-39187" fmla="*/ 6710737 w 10490654"/>
                  <a:gd name="connsiteY105-39188" fmla="*/ 9262013 h 10435941"/>
                  <a:gd name="connsiteX106-39189" fmla="*/ 6674777 w 10490654"/>
                  <a:gd name="connsiteY106-39190" fmla="*/ 9062912 h 10435941"/>
                  <a:gd name="connsiteX107-39191" fmla="*/ 6511636 w 10490654"/>
                  <a:gd name="connsiteY107-39192" fmla="*/ 8954099 h 10435941"/>
                  <a:gd name="connsiteX108-39193" fmla="*/ 6428509 w 10490654"/>
                  <a:gd name="connsiteY108-39194" fmla="*/ 8954099 h 10435941"/>
                  <a:gd name="connsiteX109-39195" fmla="*/ 6325922 w 10490654"/>
                  <a:gd name="connsiteY109-39196" fmla="*/ 9057307 h 10435941"/>
                  <a:gd name="connsiteX110-39197" fmla="*/ 6167763 w 10490654"/>
                  <a:gd name="connsiteY110-39198" fmla="*/ 8978227 h 10435941"/>
                  <a:gd name="connsiteX111-39199" fmla="*/ 6002132 w 10490654"/>
                  <a:gd name="connsiteY111-39200" fmla="*/ 9093734 h 10435941"/>
                  <a:gd name="connsiteX112-39201" fmla="*/ 5749636 w 10490654"/>
                  <a:gd name="connsiteY112-39202" fmla="*/ 9051081 h 10435941"/>
                  <a:gd name="connsiteX113-39203" fmla="*/ 5674760 w 10490654"/>
                  <a:gd name="connsiteY113-39204" fmla="*/ 9081904 h 10435941"/>
                  <a:gd name="connsiteX114-39205" fmla="*/ 5507415 w 10490654"/>
                  <a:gd name="connsiteY114-39206" fmla="*/ 9128137 h 10435941"/>
                  <a:gd name="connsiteX115-39207" fmla="*/ 5505859 w 10490654"/>
                  <a:gd name="connsiteY115-39208" fmla="*/ 8870972 h 10435941"/>
                  <a:gd name="connsiteX116-39209" fmla="*/ 5505857 w 10490654"/>
                  <a:gd name="connsiteY116-39210" fmla="*/ 8634977 h 10435941"/>
                  <a:gd name="connsiteX117-39211" fmla="*/ 5336024 w 10490654"/>
                  <a:gd name="connsiteY117-39212" fmla="*/ 8333292 h 10435941"/>
                  <a:gd name="connsiteX118-39213" fmla="*/ 5230324 w 10490654"/>
                  <a:gd name="connsiteY118-39214" fmla="*/ 8082820 h 10435941"/>
                  <a:gd name="connsiteX119-39215" fmla="*/ 5317031 w 10490654"/>
                  <a:gd name="connsiteY119-39216" fmla="*/ 7610208 h 10435941"/>
                  <a:gd name="connsiteX120-39217" fmla="*/ 5201059 w 10490654"/>
                  <a:gd name="connsiteY120-39218" fmla="*/ 7320352 h 10435941"/>
                  <a:gd name="connsiteX121-39219" fmla="*/ 5250872 w 10490654"/>
                  <a:gd name="connsiteY121-39220" fmla="*/ 7069881 h 10435941"/>
                  <a:gd name="connsiteX122-39221" fmla="*/ 5245735 w 10490654"/>
                  <a:gd name="connsiteY122-39222" fmla="*/ 7018665 h 10435941"/>
                  <a:gd name="connsiteX123-39223" fmla="*/ 4577603 w 10490654"/>
                  <a:gd name="connsiteY123-39224" fmla="*/ 7013996 h 10435941"/>
                  <a:gd name="connsiteX124-39225" fmla="*/ 4528412 w 10490654"/>
                  <a:gd name="connsiteY124-39226" fmla="*/ 6840580 h 10435941"/>
                  <a:gd name="connsiteX125-39227" fmla="*/ 4038834 w 10490654"/>
                  <a:gd name="connsiteY125-39228" fmla="*/ 6816452 h 10435941"/>
                  <a:gd name="connsiteX126-39229" fmla="*/ 3976254 w 10490654"/>
                  <a:gd name="connsiteY126-39230" fmla="*/ 7069881 h 10435941"/>
                  <a:gd name="connsiteX127-39231" fmla="*/ 3932667 w 10490654"/>
                  <a:gd name="connsiteY127-39232" fmla="*/ 7281279 h 10435941"/>
                  <a:gd name="connsiteX128-39233" fmla="*/ 3884155 w 10490654"/>
                  <a:gd name="connsiteY128-39234" fmla="*/ 7403480 h 10435941"/>
                  <a:gd name="connsiteX129-39235" fmla="*/ 3572499 w 10490654"/>
                  <a:gd name="connsiteY129-39236" fmla="*/ 7365450 h 10435941"/>
                  <a:gd name="connsiteX130-39237" fmla="*/ 3311236 w 10490654"/>
                  <a:gd name="connsiteY130-39238" fmla="*/ 7402390 h 10435941"/>
                  <a:gd name="connsiteX131-39239" fmla="*/ 2921540 w 10490654"/>
                  <a:gd name="connsiteY131-39240" fmla="*/ 7414475 h 10435941"/>
                  <a:gd name="connsiteX132-39241" fmla="*/ 2784763 w 10490654"/>
                  <a:gd name="connsiteY132-39242" fmla="*/ 7139153 h 10435941"/>
                  <a:gd name="connsiteX133-39243" fmla="*/ 2604654 w 10490654"/>
                  <a:gd name="connsiteY133-39244" fmla="*/ 6862062 h 10435941"/>
                  <a:gd name="connsiteX134-39245" fmla="*/ 2410691 w 10490654"/>
                  <a:gd name="connsiteY134-39246" fmla="*/ 6363299 h 10435941"/>
                  <a:gd name="connsiteX135-39247" fmla="*/ 2327563 w 10490654"/>
                  <a:gd name="connsiteY135-39248" fmla="*/ 6224753 h 10435941"/>
                  <a:gd name="connsiteX136-39249" fmla="*/ 1662545 w 10490654"/>
                  <a:gd name="connsiteY136-39250" fmla="*/ 6197044 h 10435941"/>
                  <a:gd name="connsiteX137-39251" fmla="*/ 1233054 w 10490654"/>
                  <a:gd name="connsiteY137-39252" fmla="*/ 6197044 h 10435941"/>
                  <a:gd name="connsiteX138-39253" fmla="*/ 1136072 w 10490654"/>
                  <a:gd name="connsiteY138-39254" fmla="*/ 6252462 h 10435941"/>
                  <a:gd name="connsiteX139-39255" fmla="*/ 706582 w 10490654"/>
                  <a:gd name="connsiteY139-39256" fmla="*/ 6210899 h 10435941"/>
                  <a:gd name="connsiteX140-39257" fmla="*/ 318654 w 10490654"/>
                  <a:gd name="connsiteY140-39258" fmla="*/ 6238608 h 10435941"/>
                  <a:gd name="connsiteX141-39259" fmla="*/ 96982 w 10490654"/>
                  <a:gd name="connsiteY141-39260" fmla="*/ 6391008 h 10435941"/>
                  <a:gd name="connsiteX142-39261" fmla="*/ 0 w 10490654"/>
                  <a:gd name="connsiteY142-39262" fmla="*/ 6294026 h 10435941"/>
                  <a:gd name="connsiteX143-39263" fmla="*/ 83127 w 10490654"/>
                  <a:gd name="connsiteY143-39264" fmla="*/ 6238608 h 10435941"/>
                  <a:gd name="connsiteX0-39265" fmla="*/ 83127 w 10490654"/>
                  <a:gd name="connsiteY0-39266" fmla="*/ 6238608 h 10435941"/>
                  <a:gd name="connsiteX1-39267" fmla="*/ 96982 w 10490654"/>
                  <a:gd name="connsiteY1-39268" fmla="*/ 5795262 h 10435941"/>
                  <a:gd name="connsiteX2-39269" fmla="*/ 401782 w 10490654"/>
                  <a:gd name="connsiteY2-39270" fmla="*/ 5532026 h 10435941"/>
                  <a:gd name="connsiteX3-39271" fmla="*/ 651163 w 10490654"/>
                  <a:gd name="connsiteY3-39272" fmla="*/ 5670572 h 10435941"/>
                  <a:gd name="connsiteX4-39273" fmla="*/ 858982 w 10490654"/>
                  <a:gd name="connsiteY4-39274" fmla="*/ 5504317 h 10435941"/>
                  <a:gd name="connsiteX5-39275" fmla="*/ 997527 w 10490654"/>
                  <a:gd name="connsiteY5-39276" fmla="*/ 5351917 h 10435941"/>
                  <a:gd name="connsiteX6-39277" fmla="*/ 1080654 w 10490654"/>
                  <a:gd name="connsiteY6-39278" fmla="*/ 5435044 h 10435941"/>
                  <a:gd name="connsiteX7-39279" fmla="*/ 1269312 w 10490654"/>
                  <a:gd name="connsiteY7-39280" fmla="*/ 5679710 h 10435941"/>
                  <a:gd name="connsiteX8-39281" fmla="*/ 1523116 w 10490654"/>
                  <a:gd name="connsiteY8-39282" fmla="*/ 5481030 h 10435941"/>
                  <a:gd name="connsiteX9-39283" fmla="*/ 1731818 w 10490654"/>
                  <a:gd name="connsiteY9-39284" fmla="*/ 5296499 h 10435941"/>
                  <a:gd name="connsiteX10-39285" fmla="*/ 2022763 w 10490654"/>
                  <a:gd name="connsiteY10-39286" fmla="*/ 5060972 h 10435941"/>
                  <a:gd name="connsiteX11-39287" fmla="*/ 2119745 w 10490654"/>
                  <a:gd name="connsiteY11-39288" fmla="*/ 4631481 h 10435941"/>
                  <a:gd name="connsiteX12-39289" fmla="*/ 2172511 w 10490654"/>
                  <a:gd name="connsiteY12-39290" fmla="*/ 4164848 h 10435941"/>
                  <a:gd name="connsiteX13-39291" fmla="*/ 2355272 w 10490654"/>
                  <a:gd name="connsiteY13-39292" fmla="*/ 3855626 h 10435941"/>
                  <a:gd name="connsiteX14-39293" fmla="*/ 2752497 w 10490654"/>
                  <a:gd name="connsiteY14-39294" fmla="*/ 3475092 h 10435941"/>
                  <a:gd name="connsiteX15-39295" fmla="*/ 2978727 w 10490654"/>
                  <a:gd name="connsiteY15-39296" fmla="*/ 3259881 h 10435941"/>
                  <a:gd name="connsiteX16-39297" fmla="*/ 3006436 w 10490654"/>
                  <a:gd name="connsiteY16-39298" fmla="*/ 2816535 h 10435941"/>
                  <a:gd name="connsiteX17-39299" fmla="*/ 3075709 w 10490654"/>
                  <a:gd name="connsiteY17-39300" fmla="*/ 2525590 h 10435941"/>
                  <a:gd name="connsiteX18-39301" fmla="*/ 3075709 w 10490654"/>
                  <a:gd name="connsiteY18-39302" fmla="*/ 2317772 h 10435941"/>
                  <a:gd name="connsiteX19-39303" fmla="*/ 3214254 w 10490654"/>
                  <a:gd name="connsiteY19-39304" fmla="*/ 1985262 h 10435941"/>
                  <a:gd name="connsiteX20-39305" fmla="*/ 3214254 w 10490654"/>
                  <a:gd name="connsiteY20-39306" fmla="*/ 1694317 h 10435941"/>
                  <a:gd name="connsiteX21-39307" fmla="*/ 3513454 w 10490654"/>
                  <a:gd name="connsiteY21-39308" fmla="*/ 1126281 h 10435941"/>
                  <a:gd name="connsiteX22-39309" fmla="*/ 3463636 w 10490654"/>
                  <a:gd name="connsiteY22-39310" fmla="*/ 752208 h 10435941"/>
                  <a:gd name="connsiteX23-39311" fmla="*/ 3491345 w 10490654"/>
                  <a:gd name="connsiteY23-39312" fmla="*/ 544390 h 10435941"/>
                  <a:gd name="connsiteX24-39313" fmla="*/ 3823854 w 10490654"/>
                  <a:gd name="connsiteY24-39314" fmla="*/ 184172 h 10435941"/>
                  <a:gd name="connsiteX25-39315" fmla="*/ 4017818 w 10490654"/>
                  <a:gd name="connsiteY25-39316" fmla="*/ 59481 h 10435941"/>
                  <a:gd name="connsiteX26-39317" fmla="*/ 4433454 w 10490654"/>
                  <a:gd name="connsiteY26-39318" fmla="*/ 295008 h 10435941"/>
                  <a:gd name="connsiteX27-39319" fmla="*/ 4599709 w 10490654"/>
                  <a:gd name="connsiteY27-39320" fmla="*/ 488972 h 10435941"/>
                  <a:gd name="connsiteX28-39321" fmla="*/ 5070763 w 10490654"/>
                  <a:gd name="connsiteY28-39322" fmla="*/ 544390 h 10435941"/>
                  <a:gd name="connsiteX29-39323" fmla="*/ 5391187 w 10490654"/>
                  <a:gd name="connsiteY29-39324" fmla="*/ 603639 h 10435941"/>
                  <a:gd name="connsiteX30-39325" fmla="*/ 5568642 w 10490654"/>
                  <a:gd name="connsiteY30-39326" fmla="*/ 588271 h 10435941"/>
                  <a:gd name="connsiteX31-39327" fmla="*/ 5860472 w 10490654"/>
                  <a:gd name="connsiteY31-39328" fmla="*/ 281153 h 10435941"/>
                  <a:gd name="connsiteX32-39329" fmla="*/ 6123709 w 10490654"/>
                  <a:gd name="connsiteY32-39330" fmla="*/ 322717 h 10435941"/>
                  <a:gd name="connsiteX33-39331" fmla="*/ 6541900 w 10490654"/>
                  <a:gd name="connsiteY33-39332" fmla="*/ 168233 h 10435941"/>
                  <a:gd name="connsiteX34-39333" fmla="*/ 6681722 w 10490654"/>
                  <a:gd name="connsiteY34-39334" fmla="*/ 107503 h 10435941"/>
                  <a:gd name="connsiteX35-39335" fmla="*/ 7011678 w 10490654"/>
                  <a:gd name="connsiteY35-39336" fmla="*/ 198026 h 10435941"/>
                  <a:gd name="connsiteX36-39337" fmla="*/ 7232072 w 10490654"/>
                  <a:gd name="connsiteY36-39338" fmla="*/ 17917 h 10435941"/>
                  <a:gd name="connsiteX37-39339" fmla="*/ 7379107 w 10490654"/>
                  <a:gd name="connsiteY37-39340" fmla="*/ 0 h 10435941"/>
                  <a:gd name="connsiteX38-39341" fmla="*/ 7600859 w 10490654"/>
                  <a:gd name="connsiteY38-39342" fmla="*/ 41248 h 10435941"/>
                  <a:gd name="connsiteX39-39343" fmla="*/ 7910945 w 10490654"/>
                  <a:gd name="connsiteY39-39344" fmla="*/ 128753 h 10435941"/>
                  <a:gd name="connsiteX40-39345" fmla="*/ 8312727 w 10490654"/>
                  <a:gd name="connsiteY40-39346" fmla="*/ 59481 h 10435941"/>
                  <a:gd name="connsiteX41-39347" fmla="*/ 8647005 w 10490654"/>
                  <a:gd name="connsiteY41-39348" fmla="*/ 396707 h 10435941"/>
                  <a:gd name="connsiteX42-39349" fmla="*/ 8908472 w 10490654"/>
                  <a:gd name="connsiteY42-39350" fmla="*/ 544390 h 10435941"/>
                  <a:gd name="connsiteX43-39351" fmla="*/ 9146732 w 10490654"/>
                  <a:gd name="connsiteY43-39352" fmla="*/ 420846 h 10435941"/>
                  <a:gd name="connsiteX44-39353" fmla="*/ 9372965 w 10490654"/>
                  <a:gd name="connsiteY44-39354" fmla="*/ 466363 h 10435941"/>
                  <a:gd name="connsiteX45-39355" fmla="*/ 9518072 w 10490654"/>
                  <a:gd name="connsiteY45-39356" fmla="*/ 367819 h 10435941"/>
                  <a:gd name="connsiteX46-39357" fmla="*/ 9646301 w 10490654"/>
                  <a:gd name="connsiteY46-39358" fmla="*/ 369587 h 10435941"/>
                  <a:gd name="connsiteX47-39359" fmla="*/ 10002982 w 10490654"/>
                  <a:gd name="connsiteY47-39360" fmla="*/ 793772 h 10435941"/>
                  <a:gd name="connsiteX48-39361" fmla="*/ 10238509 w 10490654"/>
                  <a:gd name="connsiteY48-39362" fmla="*/ 987735 h 10435941"/>
                  <a:gd name="connsiteX49-39363" fmla="*/ 10224654 w 10490654"/>
                  <a:gd name="connsiteY49-39364" fmla="*/ 1250972 h 10435941"/>
                  <a:gd name="connsiteX50-39365" fmla="*/ 10238509 w 10490654"/>
                  <a:gd name="connsiteY50-39366" fmla="*/ 1444935 h 10435941"/>
                  <a:gd name="connsiteX51-39367" fmla="*/ 10243066 w 10490654"/>
                  <a:gd name="connsiteY51-39368" fmla="*/ 1580249 h 10435941"/>
                  <a:gd name="connsiteX52-39369" fmla="*/ 10490654 w 10490654"/>
                  <a:gd name="connsiteY52-39370" fmla="*/ 1753897 h 10435941"/>
                  <a:gd name="connsiteX53-39371" fmla="*/ 10077929 w 10490654"/>
                  <a:gd name="connsiteY53-39372" fmla="*/ 2207269 h 10435941"/>
                  <a:gd name="connsiteX54-39373" fmla="*/ 9781309 w 10490654"/>
                  <a:gd name="connsiteY54-39374" fmla="*/ 2497881 h 10435941"/>
                  <a:gd name="connsiteX55-39375" fmla="*/ 9580055 w 10490654"/>
                  <a:gd name="connsiteY55-39376" fmla="*/ 3426134 h 10435941"/>
                  <a:gd name="connsiteX56-39377" fmla="*/ 9532477 w 10490654"/>
                  <a:gd name="connsiteY56-39378" fmla="*/ 3685207 h 10435941"/>
                  <a:gd name="connsiteX57-39379" fmla="*/ 9365672 w 10490654"/>
                  <a:gd name="connsiteY57-39380" fmla="*/ 3911044 h 10435941"/>
                  <a:gd name="connsiteX58-39381" fmla="*/ 9310254 w 10490654"/>
                  <a:gd name="connsiteY58-39382" fmla="*/ 4077299 h 10435941"/>
                  <a:gd name="connsiteX59-39383" fmla="*/ 9236422 w 10490654"/>
                  <a:gd name="connsiteY59-39384" fmla="*/ 4285117 h 10435941"/>
                  <a:gd name="connsiteX60-39385" fmla="*/ 9205255 w 10490654"/>
                  <a:gd name="connsiteY60-39386" fmla="*/ 4430122 h 10435941"/>
                  <a:gd name="connsiteX61-39387" fmla="*/ 9337963 w 10490654"/>
                  <a:gd name="connsiteY61-39388" fmla="*/ 4659190 h 10435941"/>
                  <a:gd name="connsiteX62-39389" fmla="*/ 9382180 w 10490654"/>
                  <a:gd name="connsiteY62-39390" fmla="*/ 4915057 h 10435941"/>
                  <a:gd name="connsiteX63-39391" fmla="*/ 9397939 w 10490654"/>
                  <a:gd name="connsiteY63-39392" fmla="*/ 5208060 h 10435941"/>
                  <a:gd name="connsiteX64-39393" fmla="*/ 9383359 w 10490654"/>
                  <a:gd name="connsiteY64-39394" fmla="*/ 5615153 h 10435941"/>
                  <a:gd name="connsiteX65-39395" fmla="*/ 9518623 w 10490654"/>
                  <a:gd name="connsiteY65-39396" fmla="*/ 5975373 h 10435941"/>
                  <a:gd name="connsiteX66-39397" fmla="*/ 9540496 w 10490654"/>
                  <a:gd name="connsiteY66-39398" fmla="*/ 6403714 h 10435941"/>
                  <a:gd name="connsiteX67-39399" fmla="*/ 9933709 w 10490654"/>
                  <a:gd name="connsiteY67-39400" fmla="*/ 6862062 h 10435941"/>
                  <a:gd name="connsiteX68-39401" fmla="*/ 10052074 w 10490654"/>
                  <a:gd name="connsiteY68-39402" fmla="*/ 7221396 h 10435941"/>
                  <a:gd name="connsiteX69-39403" fmla="*/ 10232908 w 10490654"/>
                  <a:gd name="connsiteY69-39404" fmla="*/ 7514995 h 10435941"/>
                  <a:gd name="connsiteX70-39405" fmla="*/ 9670472 w 10490654"/>
                  <a:gd name="connsiteY70-39406" fmla="*/ 7540935 h 10435941"/>
                  <a:gd name="connsiteX71-39407" fmla="*/ 9174087 w 10490654"/>
                  <a:gd name="connsiteY71-39408" fmla="*/ 7651772 h 10435941"/>
                  <a:gd name="connsiteX72-39409" fmla="*/ 9128871 w 10490654"/>
                  <a:gd name="connsiteY72-39410" fmla="*/ 7790317 h 10435941"/>
                  <a:gd name="connsiteX73-39411" fmla="*/ 9019309 w 10490654"/>
                  <a:gd name="connsiteY73-39412" fmla="*/ 7998135 h 10435941"/>
                  <a:gd name="connsiteX74-39413" fmla="*/ 8933823 w 10490654"/>
                  <a:gd name="connsiteY74-39414" fmla="*/ 8085908 h 10435941"/>
                  <a:gd name="connsiteX75-39415" fmla="*/ 9036787 w 10490654"/>
                  <a:gd name="connsiteY75-39416" fmla="*/ 8313437 h 10435941"/>
                  <a:gd name="connsiteX76-39417" fmla="*/ 9027559 w 10490654"/>
                  <a:gd name="connsiteY76-39418" fmla="*/ 8524608 h 10435941"/>
                  <a:gd name="connsiteX77-39419" fmla="*/ 8993669 w 10490654"/>
                  <a:gd name="connsiteY77-39420" fmla="*/ 8758113 h 10435941"/>
                  <a:gd name="connsiteX78-39421" fmla="*/ 8991600 w 10490654"/>
                  <a:gd name="connsiteY78-39422" fmla="*/ 8967953 h 10435941"/>
                  <a:gd name="connsiteX79-39423" fmla="*/ 8894618 w 10490654"/>
                  <a:gd name="connsiteY79-39424" fmla="*/ 9272753 h 10435941"/>
                  <a:gd name="connsiteX80-39425" fmla="*/ 8922328 w 10490654"/>
                  <a:gd name="connsiteY80-39426" fmla="*/ 9578490 h 10435941"/>
                  <a:gd name="connsiteX81-39427" fmla="*/ 9138715 w 10490654"/>
                  <a:gd name="connsiteY81-39428" fmla="*/ 9750056 h 10435941"/>
                  <a:gd name="connsiteX82-39429" fmla="*/ 9231789 w 10490654"/>
                  <a:gd name="connsiteY82-39430" fmla="*/ 9890275 h 10435941"/>
                  <a:gd name="connsiteX83-39431" fmla="*/ 9462870 w 10490654"/>
                  <a:gd name="connsiteY83-39432" fmla="*/ 9929452 h 10435941"/>
                  <a:gd name="connsiteX84-39433" fmla="*/ 9472032 w 10490654"/>
                  <a:gd name="connsiteY84-39434" fmla="*/ 9818955 h 10435941"/>
                  <a:gd name="connsiteX85-39435" fmla="*/ 9620746 w 10490654"/>
                  <a:gd name="connsiteY85-39436" fmla="*/ 9758904 h 10435941"/>
                  <a:gd name="connsiteX86-39437" fmla="*/ 9632264 w 10490654"/>
                  <a:gd name="connsiteY86-39438" fmla="*/ 10334695 h 10435941"/>
                  <a:gd name="connsiteX87-39439" fmla="*/ 9504664 w 10490654"/>
                  <a:gd name="connsiteY87-39440" fmla="*/ 10338313 h 10435941"/>
                  <a:gd name="connsiteX88-39441" fmla="*/ 9328580 w 10490654"/>
                  <a:gd name="connsiteY88-39442" fmla="*/ 10427202 h 10435941"/>
                  <a:gd name="connsiteX89-39443" fmla="*/ 9204220 w 10490654"/>
                  <a:gd name="connsiteY89-39444" fmla="*/ 10435941 h 10435941"/>
                  <a:gd name="connsiteX90-39445" fmla="*/ 9065234 w 10490654"/>
                  <a:gd name="connsiteY90-39446" fmla="*/ 10122103 h 10435941"/>
                  <a:gd name="connsiteX91-39447" fmla="*/ 8954319 w 10490654"/>
                  <a:gd name="connsiteY91-39448" fmla="*/ 10072174 h 10435941"/>
                  <a:gd name="connsiteX92-39449" fmla="*/ 8793275 w 10490654"/>
                  <a:gd name="connsiteY92-39450" fmla="*/ 9863725 h 10435941"/>
                  <a:gd name="connsiteX93-39451" fmla="*/ 8479422 w 10490654"/>
                  <a:gd name="connsiteY93-39452" fmla="*/ 9748287 h 10435941"/>
                  <a:gd name="connsiteX94-39453" fmla="*/ 8359423 w 10490654"/>
                  <a:gd name="connsiteY94-39454" fmla="*/ 9651431 h 10435941"/>
                  <a:gd name="connsiteX95-39455" fmla="*/ 8285018 w 10490654"/>
                  <a:gd name="connsiteY95-39456" fmla="*/ 9480572 h 10435941"/>
                  <a:gd name="connsiteX96-39457" fmla="*/ 8243564 w 10490654"/>
                  <a:gd name="connsiteY96-39458" fmla="*/ 9374254 h 10435941"/>
                  <a:gd name="connsiteX97-39459" fmla="*/ 8146472 w 10490654"/>
                  <a:gd name="connsiteY97-39460" fmla="*/ 9355881 h 10435941"/>
                  <a:gd name="connsiteX98-39461" fmla="*/ 8091054 w 10490654"/>
                  <a:gd name="connsiteY98-39462" fmla="*/ 9577553 h 10435941"/>
                  <a:gd name="connsiteX99-39463" fmla="*/ 7806336 w 10490654"/>
                  <a:gd name="connsiteY99-39464" fmla="*/ 9583313 h 10435941"/>
                  <a:gd name="connsiteX100-39465" fmla="*/ 7567694 w 10490654"/>
                  <a:gd name="connsiteY100-39466" fmla="*/ 9520112 h 10435941"/>
                  <a:gd name="connsiteX101-39467" fmla="*/ 7456879 w 10490654"/>
                  <a:gd name="connsiteY101-39468" fmla="*/ 9485198 h 10435941"/>
                  <a:gd name="connsiteX102-39469" fmla="*/ 7264584 w 10490654"/>
                  <a:gd name="connsiteY102-39470" fmla="*/ 9449904 h 10435941"/>
                  <a:gd name="connsiteX103-39471" fmla="*/ 7171401 w 10490654"/>
                  <a:gd name="connsiteY103-39472" fmla="*/ 9200180 h 10435941"/>
                  <a:gd name="connsiteX104-39473" fmla="*/ 6954982 w 10490654"/>
                  <a:gd name="connsiteY104-39474" fmla="*/ 9189626 h 10435941"/>
                  <a:gd name="connsiteX105-39475" fmla="*/ 6710737 w 10490654"/>
                  <a:gd name="connsiteY105-39476" fmla="*/ 9262013 h 10435941"/>
                  <a:gd name="connsiteX106-39477" fmla="*/ 6674777 w 10490654"/>
                  <a:gd name="connsiteY106-39478" fmla="*/ 9062912 h 10435941"/>
                  <a:gd name="connsiteX107-39479" fmla="*/ 6511636 w 10490654"/>
                  <a:gd name="connsiteY107-39480" fmla="*/ 8954099 h 10435941"/>
                  <a:gd name="connsiteX108-39481" fmla="*/ 6428509 w 10490654"/>
                  <a:gd name="connsiteY108-39482" fmla="*/ 8954099 h 10435941"/>
                  <a:gd name="connsiteX109-39483" fmla="*/ 6325922 w 10490654"/>
                  <a:gd name="connsiteY109-39484" fmla="*/ 9057307 h 10435941"/>
                  <a:gd name="connsiteX110-39485" fmla="*/ 6167763 w 10490654"/>
                  <a:gd name="connsiteY110-39486" fmla="*/ 8978227 h 10435941"/>
                  <a:gd name="connsiteX111-39487" fmla="*/ 6002132 w 10490654"/>
                  <a:gd name="connsiteY111-39488" fmla="*/ 9093734 h 10435941"/>
                  <a:gd name="connsiteX112-39489" fmla="*/ 5749636 w 10490654"/>
                  <a:gd name="connsiteY112-39490" fmla="*/ 9051081 h 10435941"/>
                  <a:gd name="connsiteX113-39491" fmla="*/ 5674760 w 10490654"/>
                  <a:gd name="connsiteY113-39492" fmla="*/ 9081904 h 10435941"/>
                  <a:gd name="connsiteX114-39493" fmla="*/ 5507415 w 10490654"/>
                  <a:gd name="connsiteY114-39494" fmla="*/ 9128137 h 10435941"/>
                  <a:gd name="connsiteX115-39495" fmla="*/ 5505859 w 10490654"/>
                  <a:gd name="connsiteY115-39496" fmla="*/ 8870972 h 10435941"/>
                  <a:gd name="connsiteX116-39497" fmla="*/ 5505857 w 10490654"/>
                  <a:gd name="connsiteY116-39498" fmla="*/ 8634977 h 10435941"/>
                  <a:gd name="connsiteX117-39499" fmla="*/ 5336024 w 10490654"/>
                  <a:gd name="connsiteY117-39500" fmla="*/ 8333292 h 10435941"/>
                  <a:gd name="connsiteX118-39501" fmla="*/ 5230324 w 10490654"/>
                  <a:gd name="connsiteY118-39502" fmla="*/ 8082820 h 10435941"/>
                  <a:gd name="connsiteX119-39503" fmla="*/ 5317031 w 10490654"/>
                  <a:gd name="connsiteY119-39504" fmla="*/ 7610208 h 10435941"/>
                  <a:gd name="connsiteX120-39505" fmla="*/ 5201059 w 10490654"/>
                  <a:gd name="connsiteY120-39506" fmla="*/ 7320352 h 10435941"/>
                  <a:gd name="connsiteX121-39507" fmla="*/ 5250872 w 10490654"/>
                  <a:gd name="connsiteY121-39508" fmla="*/ 7069881 h 10435941"/>
                  <a:gd name="connsiteX122-39509" fmla="*/ 5245735 w 10490654"/>
                  <a:gd name="connsiteY122-39510" fmla="*/ 7018665 h 10435941"/>
                  <a:gd name="connsiteX123-39511" fmla="*/ 4577603 w 10490654"/>
                  <a:gd name="connsiteY123-39512" fmla="*/ 7013996 h 10435941"/>
                  <a:gd name="connsiteX124-39513" fmla="*/ 4528412 w 10490654"/>
                  <a:gd name="connsiteY124-39514" fmla="*/ 6840580 h 10435941"/>
                  <a:gd name="connsiteX125-39515" fmla="*/ 4038834 w 10490654"/>
                  <a:gd name="connsiteY125-39516" fmla="*/ 6816452 h 10435941"/>
                  <a:gd name="connsiteX126-39517" fmla="*/ 3976254 w 10490654"/>
                  <a:gd name="connsiteY126-39518" fmla="*/ 7069881 h 10435941"/>
                  <a:gd name="connsiteX127-39519" fmla="*/ 3932667 w 10490654"/>
                  <a:gd name="connsiteY127-39520" fmla="*/ 7281279 h 10435941"/>
                  <a:gd name="connsiteX128-39521" fmla="*/ 3884155 w 10490654"/>
                  <a:gd name="connsiteY128-39522" fmla="*/ 7403480 h 10435941"/>
                  <a:gd name="connsiteX129-39523" fmla="*/ 3572499 w 10490654"/>
                  <a:gd name="connsiteY129-39524" fmla="*/ 7365450 h 10435941"/>
                  <a:gd name="connsiteX130-39525" fmla="*/ 3311236 w 10490654"/>
                  <a:gd name="connsiteY130-39526" fmla="*/ 7402390 h 10435941"/>
                  <a:gd name="connsiteX131-39527" fmla="*/ 2921540 w 10490654"/>
                  <a:gd name="connsiteY131-39528" fmla="*/ 7414475 h 10435941"/>
                  <a:gd name="connsiteX132-39529" fmla="*/ 2784763 w 10490654"/>
                  <a:gd name="connsiteY132-39530" fmla="*/ 7139153 h 10435941"/>
                  <a:gd name="connsiteX133-39531" fmla="*/ 2604654 w 10490654"/>
                  <a:gd name="connsiteY133-39532" fmla="*/ 6862062 h 10435941"/>
                  <a:gd name="connsiteX134-39533" fmla="*/ 2410691 w 10490654"/>
                  <a:gd name="connsiteY134-39534" fmla="*/ 6363299 h 10435941"/>
                  <a:gd name="connsiteX135-39535" fmla="*/ 2327563 w 10490654"/>
                  <a:gd name="connsiteY135-39536" fmla="*/ 6224753 h 10435941"/>
                  <a:gd name="connsiteX136-39537" fmla="*/ 1662545 w 10490654"/>
                  <a:gd name="connsiteY136-39538" fmla="*/ 6197044 h 10435941"/>
                  <a:gd name="connsiteX137-39539" fmla="*/ 1233054 w 10490654"/>
                  <a:gd name="connsiteY137-39540" fmla="*/ 6197044 h 10435941"/>
                  <a:gd name="connsiteX138-39541" fmla="*/ 1136072 w 10490654"/>
                  <a:gd name="connsiteY138-39542" fmla="*/ 6252462 h 10435941"/>
                  <a:gd name="connsiteX139-39543" fmla="*/ 706582 w 10490654"/>
                  <a:gd name="connsiteY139-39544" fmla="*/ 6210899 h 10435941"/>
                  <a:gd name="connsiteX140-39545" fmla="*/ 318654 w 10490654"/>
                  <a:gd name="connsiteY140-39546" fmla="*/ 6238608 h 10435941"/>
                  <a:gd name="connsiteX141-39547" fmla="*/ 96982 w 10490654"/>
                  <a:gd name="connsiteY141-39548" fmla="*/ 6391008 h 10435941"/>
                  <a:gd name="connsiteX142-39549" fmla="*/ 0 w 10490654"/>
                  <a:gd name="connsiteY142-39550" fmla="*/ 6294026 h 10435941"/>
                  <a:gd name="connsiteX143-39551" fmla="*/ 83127 w 10490654"/>
                  <a:gd name="connsiteY143-39552" fmla="*/ 6238608 h 10435941"/>
                  <a:gd name="connsiteX0-39553" fmla="*/ 83127 w 10490654"/>
                  <a:gd name="connsiteY0-39554" fmla="*/ 6238608 h 10435941"/>
                  <a:gd name="connsiteX1-39555" fmla="*/ 96982 w 10490654"/>
                  <a:gd name="connsiteY1-39556" fmla="*/ 5795262 h 10435941"/>
                  <a:gd name="connsiteX2-39557" fmla="*/ 401782 w 10490654"/>
                  <a:gd name="connsiteY2-39558" fmla="*/ 5532026 h 10435941"/>
                  <a:gd name="connsiteX3-39559" fmla="*/ 651163 w 10490654"/>
                  <a:gd name="connsiteY3-39560" fmla="*/ 5670572 h 10435941"/>
                  <a:gd name="connsiteX4-39561" fmla="*/ 858982 w 10490654"/>
                  <a:gd name="connsiteY4-39562" fmla="*/ 5504317 h 10435941"/>
                  <a:gd name="connsiteX5-39563" fmla="*/ 997527 w 10490654"/>
                  <a:gd name="connsiteY5-39564" fmla="*/ 5351917 h 10435941"/>
                  <a:gd name="connsiteX6-39565" fmla="*/ 1080654 w 10490654"/>
                  <a:gd name="connsiteY6-39566" fmla="*/ 5435044 h 10435941"/>
                  <a:gd name="connsiteX7-39567" fmla="*/ 1269312 w 10490654"/>
                  <a:gd name="connsiteY7-39568" fmla="*/ 5679710 h 10435941"/>
                  <a:gd name="connsiteX8-39569" fmla="*/ 1523116 w 10490654"/>
                  <a:gd name="connsiteY8-39570" fmla="*/ 5481030 h 10435941"/>
                  <a:gd name="connsiteX9-39571" fmla="*/ 1731818 w 10490654"/>
                  <a:gd name="connsiteY9-39572" fmla="*/ 5296499 h 10435941"/>
                  <a:gd name="connsiteX10-39573" fmla="*/ 2022763 w 10490654"/>
                  <a:gd name="connsiteY10-39574" fmla="*/ 5060972 h 10435941"/>
                  <a:gd name="connsiteX11-39575" fmla="*/ 2119745 w 10490654"/>
                  <a:gd name="connsiteY11-39576" fmla="*/ 4631481 h 10435941"/>
                  <a:gd name="connsiteX12-39577" fmla="*/ 2172511 w 10490654"/>
                  <a:gd name="connsiteY12-39578" fmla="*/ 4164848 h 10435941"/>
                  <a:gd name="connsiteX13-39579" fmla="*/ 2355272 w 10490654"/>
                  <a:gd name="connsiteY13-39580" fmla="*/ 3855626 h 10435941"/>
                  <a:gd name="connsiteX14-39581" fmla="*/ 2752497 w 10490654"/>
                  <a:gd name="connsiteY14-39582" fmla="*/ 3475092 h 10435941"/>
                  <a:gd name="connsiteX15-39583" fmla="*/ 2978727 w 10490654"/>
                  <a:gd name="connsiteY15-39584" fmla="*/ 3259881 h 10435941"/>
                  <a:gd name="connsiteX16-39585" fmla="*/ 3006436 w 10490654"/>
                  <a:gd name="connsiteY16-39586" fmla="*/ 2816535 h 10435941"/>
                  <a:gd name="connsiteX17-39587" fmla="*/ 3075709 w 10490654"/>
                  <a:gd name="connsiteY17-39588" fmla="*/ 2525590 h 10435941"/>
                  <a:gd name="connsiteX18-39589" fmla="*/ 3075709 w 10490654"/>
                  <a:gd name="connsiteY18-39590" fmla="*/ 2317772 h 10435941"/>
                  <a:gd name="connsiteX19-39591" fmla="*/ 3214254 w 10490654"/>
                  <a:gd name="connsiteY19-39592" fmla="*/ 1985262 h 10435941"/>
                  <a:gd name="connsiteX20-39593" fmla="*/ 3214254 w 10490654"/>
                  <a:gd name="connsiteY20-39594" fmla="*/ 1694317 h 10435941"/>
                  <a:gd name="connsiteX21-39595" fmla="*/ 3513454 w 10490654"/>
                  <a:gd name="connsiteY21-39596" fmla="*/ 1126281 h 10435941"/>
                  <a:gd name="connsiteX22-39597" fmla="*/ 3463636 w 10490654"/>
                  <a:gd name="connsiteY22-39598" fmla="*/ 752208 h 10435941"/>
                  <a:gd name="connsiteX23-39599" fmla="*/ 3491345 w 10490654"/>
                  <a:gd name="connsiteY23-39600" fmla="*/ 544390 h 10435941"/>
                  <a:gd name="connsiteX24-39601" fmla="*/ 3823854 w 10490654"/>
                  <a:gd name="connsiteY24-39602" fmla="*/ 184172 h 10435941"/>
                  <a:gd name="connsiteX25-39603" fmla="*/ 4017818 w 10490654"/>
                  <a:gd name="connsiteY25-39604" fmla="*/ 59481 h 10435941"/>
                  <a:gd name="connsiteX26-39605" fmla="*/ 4433454 w 10490654"/>
                  <a:gd name="connsiteY26-39606" fmla="*/ 295008 h 10435941"/>
                  <a:gd name="connsiteX27-39607" fmla="*/ 4599709 w 10490654"/>
                  <a:gd name="connsiteY27-39608" fmla="*/ 488972 h 10435941"/>
                  <a:gd name="connsiteX28-39609" fmla="*/ 5070763 w 10490654"/>
                  <a:gd name="connsiteY28-39610" fmla="*/ 544390 h 10435941"/>
                  <a:gd name="connsiteX29-39611" fmla="*/ 5391187 w 10490654"/>
                  <a:gd name="connsiteY29-39612" fmla="*/ 603639 h 10435941"/>
                  <a:gd name="connsiteX30-39613" fmla="*/ 5568642 w 10490654"/>
                  <a:gd name="connsiteY30-39614" fmla="*/ 588271 h 10435941"/>
                  <a:gd name="connsiteX31-39615" fmla="*/ 5860472 w 10490654"/>
                  <a:gd name="connsiteY31-39616" fmla="*/ 281153 h 10435941"/>
                  <a:gd name="connsiteX32-39617" fmla="*/ 6123709 w 10490654"/>
                  <a:gd name="connsiteY32-39618" fmla="*/ 322717 h 10435941"/>
                  <a:gd name="connsiteX33-39619" fmla="*/ 6541900 w 10490654"/>
                  <a:gd name="connsiteY33-39620" fmla="*/ 168233 h 10435941"/>
                  <a:gd name="connsiteX34-39621" fmla="*/ 6681722 w 10490654"/>
                  <a:gd name="connsiteY34-39622" fmla="*/ 107503 h 10435941"/>
                  <a:gd name="connsiteX35-39623" fmla="*/ 7011678 w 10490654"/>
                  <a:gd name="connsiteY35-39624" fmla="*/ 198026 h 10435941"/>
                  <a:gd name="connsiteX36-39625" fmla="*/ 7232072 w 10490654"/>
                  <a:gd name="connsiteY36-39626" fmla="*/ 17917 h 10435941"/>
                  <a:gd name="connsiteX37-39627" fmla="*/ 7379107 w 10490654"/>
                  <a:gd name="connsiteY37-39628" fmla="*/ 0 h 10435941"/>
                  <a:gd name="connsiteX38-39629" fmla="*/ 7600859 w 10490654"/>
                  <a:gd name="connsiteY38-39630" fmla="*/ 41248 h 10435941"/>
                  <a:gd name="connsiteX39-39631" fmla="*/ 7910945 w 10490654"/>
                  <a:gd name="connsiteY39-39632" fmla="*/ 128753 h 10435941"/>
                  <a:gd name="connsiteX40-39633" fmla="*/ 8312727 w 10490654"/>
                  <a:gd name="connsiteY40-39634" fmla="*/ 59481 h 10435941"/>
                  <a:gd name="connsiteX41-39635" fmla="*/ 8647005 w 10490654"/>
                  <a:gd name="connsiteY41-39636" fmla="*/ 396707 h 10435941"/>
                  <a:gd name="connsiteX42-39637" fmla="*/ 8908472 w 10490654"/>
                  <a:gd name="connsiteY42-39638" fmla="*/ 544390 h 10435941"/>
                  <a:gd name="connsiteX43-39639" fmla="*/ 9146732 w 10490654"/>
                  <a:gd name="connsiteY43-39640" fmla="*/ 420846 h 10435941"/>
                  <a:gd name="connsiteX44-39641" fmla="*/ 9372965 w 10490654"/>
                  <a:gd name="connsiteY44-39642" fmla="*/ 466363 h 10435941"/>
                  <a:gd name="connsiteX45-39643" fmla="*/ 9518072 w 10490654"/>
                  <a:gd name="connsiteY45-39644" fmla="*/ 367819 h 10435941"/>
                  <a:gd name="connsiteX46-39645" fmla="*/ 9646301 w 10490654"/>
                  <a:gd name="connsiteY46-39646" fmla="*/ 369587 h 10435941"/>
                  <a:gd name="connsiteX47-39647" fmla="*/ 10002982 w 10490654"/>
                  <a:gd name="connsiteY47-39648" fmla="*/ 793772 h 10435941"/>
                  <a:gd name="connsiteX48-39649" fmla="*/ 10238509 w 10490654"/>
                  <a:gd name="connsiteY48-39650" fmla="*/ 987735 h 10435941"/>
                  <a:gd name="connsiteX49-39651" fmla="*/ 10224654 w 10490654"/>
                  <a:gd name="connsiteY49-39652" fmla="*/ 1250972 h 10435941"/>
                  <a:gd name="connsiteX50-39653" fmla="*/ 10238509 w 10490654"/>
                  <a:gd name="connsiteY50-39654" fmla="*/ 1444935 h 10435941"/>
                  <a:gd name="connsiteX51-39655" fmla="*/ 10243066 w 10490654"/>
                  <a:gd name="connsiteY51-39656" fmla="*/ 1580249 h 10435941"/>
                  <a:gd name="connsiteX52-39657" fmla="*/ 10490654 w 10490654"/>
                  <a:gd name="connsiteY52-39658" fmla="*/ 1753897 h 10435941"/>
                  <a:gd name="connsiteX53-39659" fmla="*/ 10077929 w 10490654"/>
                  <a:gd name="connsiteY53-39660" fmla="*/ 2207269 h 10435941"/>
                  <a:gd name="connsiteX54-39661" fmla="*/ 9781309 w 10490654"/>
                  <a:gd name="connsiteY54-39662" fmla="*/ 2497881 h 10435941"/>
                  <a:gd name="connsiteX55-39663" fmla="*/ 9580055 w 10490654"/>
                  <a:gd name="connsiteY55-39664" fmla="*/ 3426134 h 10435941"/>
                  <a:gd name="connsiteX56-39665" fmla="*/ 9532477 w 10490654"/>
                  <a:gd name="connsiteY56-39666" fmla="*/ 3685207 h 10435941"/>
                  <a:gd name="connsiteX57-39667" fmla="*/ 9365672 w 10490654"/>
                  <a:gd name="connsiteY57-39668" fmla="*/ 3911044 h 10435941"/>
                  <a:gd name="connsiteX58-39669" fmla="*/ 9310254 w 10490654"/>
                  <a:gd name="connsiteY58-39670" fmla="*/ 4077299 h 10435941"/>
                  <a:gd name="connsiteX59-39671" fmla="*/ 9236422 w 10490654"/>
                  <a:gd name="connsiteY59-39672" fmla="*/ 4285117 h 10435941"/>
                  <a:gd name="connsiteX60-39673" fmla="*/ 9205255 w 10490654"/>
                  <a:gd name="connsiteY60-39674" fmla="*/ 4430122 h 10435941"/>
                  <a:gd name="connsiteX61-39675" fmla="*/ 9337963 w 10490654"/>
                  <a:gd name="connsiteY61-39676" fmla="*/ 4659190 h 10435941"/>
                  <a:gd name="connsiteX62-39677" fmla="*/ 9382180 w 10490654"/>
                  <a:gd name="connsiteY62-39678" fmla="*/ 4915057 h 10435941"/>
                  <a:gd name="connsiteX63-39679" fmla="*/ 9397939 w 10490654"/>
                  <a:gd name="connsiteY63-39680" fmla="*/ 5208060 h 10435941"/>
                  <a:gd name="connsiteX64-39681" fmla="*/ 9383359 w 10490654"/>
                  <a:gd name="connsiteY64-39682" fmla="*/ 5615153 h 10435941"/>
                  <a:gd name="connsiteX65-39683" fmla="*/ 9518623 w 10490654"/>
                  <a:gd name="connsiteY65-39684" fmla="*/ 5975373 h 10435941"/>
                  <a:gd name="connsiteX66-39685" fmla="*/ 9540496 w 10490654"/>
                  <a:gd name="connsiteY66-39686" fmla="*/ 6403714 h 10435941"/>
                  <a:gd name="connsiteX67-39687" fmla="*/ 9933709 w 10490654"/>
                  <a:gd name="connsiteY67-39688" fmla="*/ 6862062 h 10435941"/>
                  <a:gd name="connsiteX68-39689" fmla="*/ 10052074 w 10490654"/>
                  <a:gd name="connsiteY68-39690" fmla="*/ 7221396 h 10435941"/>
                  <a:gd name="connsiteX69-39691" fmla="*/ 10232908 w 10490654"/>
                  <a:gd name="connsiteY69-39692" fmla="*/ 7514995 h 10435941"/>
                  <a:gd name="connsiteX70-39693" fmla="*/ 9670472 w 10490654"/>
                  <a:gd name="connsiteY70-39694" fmla="*/ 7540935 h 10435941"/>
                  <a:gd name="connsiteX71-39695" fmla="*/ 9174087 w 10490654"/>
                  <a:gd name="connsiteY71-39696" fmla="*/ 7651772 h 10435941"/>
                  <a:gd name="connsiteX72-39697" fmla="*/ 9128871 w 10490654"/>
                  <a:gd name="connsiteY72-39698" fmla="*/ 7790317 h 10435941"/>
                  <a:gd name="connsiteX73-39699" fmla="*/ 9019309 w 10490654"/>
                  <a:gd name="connsiteY73-39700" fmla="*/ 7998135 h 10435941"/>
                  <a:gd name="connsiteX74-39701" fmla="*/ 8933823 w 10490654"/>
                  <a:gd name="connsiteY74-39702" fmla="*/ 8085908 h 10435941"/>
                  <a:gd name="connsiteX75-39703" fmla="*/ 9036787 w 10490654"/>
                  <a:gd name="connsiteY75-39704" fmla="*/ 8313437 h 10435941"/>
                  <a:gd name="connsiteX76-39705" fmla="*/ 9027559 w 10490654"/>
                  <a:gd name="connsiteY76-39706" fmla="*/ 8524608 h 10435941"/>
                  <a:gd name="connsiteX77-39707" fmla="*/ 8993669 w 10490654"/>
                  <a:gd name="connsiteY77-39708" fmla="*/ 8758113 h 10435941"/>
                  <a:gd name="connsiteX78-39709" fmla="*/ 8991600 w 10490654"/>
                  <a:gd name="connsiteY78-39710" fmla="*/ 8967953 h 10435941"/>
                  <a:gd name="connsiteX79-39711" fmla="*/ 8894618 w 10490654"/>
                  <a:gd name="connsiteY79-39712" fmla="*/ 9272753 h 10435941"/>
                  <a:gd name="connsiteX80-39713" fmla="*/ 8922328 w 10490654"/>
                  <a:gd name="connsiteY80-39714" fmla="*/ 9578490 h 10435941"/>
                  <a:gd name="connsiteX81-39715" fmla="*/ 9138715 w 10490654"/>
                  <a:gd name="connsiteY81-39716" fmla="*/ 9750056 h 10435941"/>
                  <a:gd name="connsiteX82-39717" fmla="*/ 9231789 w 10490654"/>
                  <a:gd name="connsiteY82-39718" fmla="*/ 9890275 h 10435941"/>
                  <a:gd name="connsiteX83-39719" fmla="*/ 9462870 w 10490654"/>
                  <a:gd name="connsiteY83-39720" fmla="*/ 9929452 h 10435941"/>
                  <a:gd name="connsiteX84-39721" fmla="*/ 9472032 w 10490654"/>
                  <a:gd name="connsiteY84-39722" fmla="*/ 9818955 h 10435941"/>
                  <a:gd name="connsiteX85-39723" fmla="*/ 9620746 w 10490654"/>
                  <a:gd name="connsiteY85-39724" fmla="*/ 9758904 h 10435941"/>
                  <a:gd name="connsiteX86-39725" fmla="*/ 9632264 w 10490654"/>
                  <a:gd name="connsiteY86-39726" fmla="*/ 10334695 h 10435941"/>
                  <a:gd name="connsiteX87-39727" fmla="*/ 9504664 w 10490654"/>
                  <a:gd name="connsiteY87-39728" fmla="*/ 10338313 h 10435941"/>
                  <a:gd name="connsiteX88-39729" fmla="*/ 9328580 w 10490654"/>
                  <a:gd name="connsiteY88-39730" fmla="*/ 10427202 h 10435941"/>
                  <a:gd name="connsiteX89-39731" fmla="*/ 9204220 w 10490654"/>
                  <a:gd name="connsiteY89-39732" fmla="*/ 10435941 h 10435941"/>
                  <a:gd name="connsiteX90-39733" fmla="*/ 9065234 w 10490654"/>
                  <a:gd name="connsiteY90-39734" fmla="*/ 10122103 h 10435941"/>
                  <a:gd name="connsiteX91-39735" fmla="*/ 8954319 w 10490654"/>
                  <a:gd name="connsiteY91-39736" fmla="*/ 10072174 h 10435941"/>
                  <a:gd name="connsiteX92-39737" fmla="*/ 8793275 w 10490654"/>
                  <a:gd name="connsiteY92-39738" fmla="*/ 9863725 h 10435941"/>
                  <a:gd name="connsiteX93-39739" fmla="*/ 8479422 w 10490654"/>
                  <a:gd name="connsiteY93-39740" fmla="*/ 9748287 h 10435941"/>
                  <a:gd name="connsiteX94-39741" fmla="*/ 8359423 w 10490654"/>
                  <a:gd name="connsiteY94-39742" fmla="*/ 9651431 h 10435941"/>
                  <a:gd name="connsiteX95-39743" fmla="*/ 8285018 w 10490654"/>
                  <a:gd name="connsiteY95-39744" fmla="*/ 9480572 h 10435941"/>
                  <a:gd name="connsiteX96-39745" fmla="*/ 8243564 w 10490654"/>
                  <a:gd name="connsiteY96-39746" fmla="*/ 9374254 h 10435941"/>
                  <a:gd name="connsiteX97-39747" fmla="*/ 8146472 w 10490654"/>
                  <a:gd name="connsiteY97-39748" fmla="*/ 9355881 h 10435941"/>
                  <a:gd name="connsiteX98-39749" fmla="*/ 8091054 w 10490654"/>
                  <a:gd name="connsiteY98-39750" fmla="*/ 9577553 h 10435941"/>
                  <a:gd name="connsiteX99-39751" fmla="*/ 7806336 w 10490654"/>
                  <a:gd name="connsiteY99-39752" fmla="*/ 9583313 h 10435941"/>
                  <a:gd name="connsiteX100-39753" fmla="*/ 7595184 w 10490654"/>
                  <a:gd name="connsiteY100-39754" fmla="*/ 9552340 h 10435941"/>
                  <a:gd name="connsiteX101-39755" fmla="*/ 7456879 w 10490654"/>
                  <a:gd name="connsiteY101-39756" fmla="*/ 9485198 h 10435941"/>
                  <a:gd name="connsiteX102-39757" fmla="*/ 7264584 w 10490654"/>
                  <a:gd name="connsiteY102-39758" fmla="*/ 9449904 h 10435941"/>
                  <a:gd name="connsiteX103-39759" fmla="*/ 7171401 w 10490654"/>
                  <a:gd name="connsiteY103-39760" fmla="*/ 9200180 h 10435941"/>
                  <a:gd name="connsiteX104-39761" fmla="*/ 6954982 w 10490654"/>
                  <a:gd name="connsiteY104-39762" fmla="*/ 9189626 h 10435941"/>
                  <a:gd name="connsiteX105-39763" fmla="*/ 6710737 w 10490654"/>
                  <a:gd name="connsiteY105-39764" fmla="*/ 9262013 h 10435941"/>
                  <a:gd name="connsiteX106-39765" fmla="*/ 6674777 w 10490654"/>
                  <a:gd name="connsiteY106-39766" fmla="*/ 9062912 h 10435941"/>
                  <a:gd name="connsiteX107-39767" fmla="*/ 6511636 w 10490654"/>
                  <a:gd name="connsiteY107-39768" fmla="*/ 8954099 h 10435941"/>
                  <a:gd name="connsiteX108-39769" fmla="*/ 6428509 w 10490654"/>
                  <a:gd name="connsiteY108-39770" fmla="*/ 8954099 h 10435941"/>
                  <a:gd name="connsiteX109-39771" fmla="*/ 6325922 w 10490654"/>
                  <a:gd name="connsiteY109-39772" fmla="*/ 9057307 h 10435941"/>
                  <a:gd name="connsiteX110-39773" fmla="*/ 6167763 w 10490654"/>
                  <a:gd name="connsiteY110-39774" fmla="*/ 8978227 h 10435941"/>
                  <a:gd name="connsiteX111-39775" fmla="*/ 6002132 w 10490654"/>
                  <a:gd name="connsiteY111-39776" fmla="*/ 9093734 h 10435941"/>
                  <a:gd name="connsiteX112-39777" fmla="*/ 5749636 w 10490654"/>
                  <a:gd name="connsiteY112-39778" fmla="*/ 9051081 h 10435941"/>
                  <a:gd name="connsiteX113-39779" fmla="*/ 5674760 w 10490654"/>
                  <a:gd name="connsiteY113-39780" fmla="*/ 9081904 h 10435941"/>
                  <a:gd name="connsiteX114-39781" fmla="*/ 5507415 w 10490654"/>
                  <a:gd name="connsiteY114-39782" fmla="*/ 9128137 h 10435941"/>
                  <a:gd name="connsiteX115-39783" fmla="*/ 5505859 w 10490654"/>
                  <a:gd name="connsiteY115-39784" fmla="*/ 8870972 h 10435941"/>
                  <a:gd name="connsiteX116-39785" fmla="*/ 5505857 w 10490654"/>
                  <a:gd name="connsiteY116-39786" fmla="*/ 8634977 h 10435941"/>
                  <a:gd name="connsiteX117-39787" fmla="*/ 5336024 w 10490654"/>
                  <a:gd name="connsiteY117-39788" fmla="*/ 8333292 h 10435941"/>
                  <a:gd name="connsiteX118-39789" fmla="*/ 5230324 w 10490654"/>
                  <a:gd name="connsiteY118-39790" fmla="*/ 8082820 h 10435941"/>
                  <a:gd name="connsiteX119-39791" fmla="*/ 5317031 w 10490654"/>
                  <a:gd name="connsiteY119-39792" fmla="*/ 7610208 h 10435941"/>
                  <a:gd name="connsiteX120-39793" fmla="*/ 5201059 w 10490654"/>
                  <a:gd name="connsiteY120-39794" fmla="*/ 7320352 h 10435941"/>
                  <a:gd name="connsiteX121-39795" fmla="*/ 5250872 w 10490654"/>
                  <a:gd name="connsiteY121-39796" fmla="*/ 7069881 h 10435941"/>
                  <a:gd name="connsiteX122-39797" fmla="*/ 5245735 w 10490654"/>
                  <a:gd name="connsiteY122-39798" fmla="*/ 7018665 h 10435941"/>
                  <a:gd name="connsiteX123-39799" fmla="*/ 4577603 w 10490654"/>
                  <a:gd name="connsiteY123-39800" fmla="*/ 7013996 h 10435941"/>
                  <a:gd name="connsiteX124-39801" fmla="*/ 4528412 w 10490654"/>
                  <a:gd name="connsiteY124-39802" fmla="*/ 6840580 h 10435941"/>
                  <a:gd name="connsiteX125-39803" fmla="*/ 4038834 w 10490654"/>
                  <a:gd name="connsiteY125-39804" fmla="*/ 6816452 h 10435941"/>
                  <a:gd name="connsiteX126-39805" fmla="*/ 3976254 w 10490654"/>
                  <a:gd name="connsiteY126-39806" fmla="*/ 7069881 h 10435941"/>
                  <a:gd name="connsiteX127-39807" fmla="*/ 3932667 w 10490654"/>
                  <a:gd name="connsiteY127-39808" fmla="*/ 7281279 h 10435941"/>
                  <a:gd name="connsiteX128-39809" fmla="*/ 3884155 w 10490654"/>
                  <a:gd name="connsiteY128-39810" fmla="*/ 7403480 h 10435941"/>
                  <a:gd name="connsiteX129-39811" fmla="*/ 3572499 w 10490654"/>
                  <a:gd name="connsiteY129-39812" fmla="*/ 7365450 h 10435941"/>
                  <a:gd name="connsiteX130-39813" fmla="*/ 3311236 w 10490654"/>
                  <a:gd name="connsiteY130-39814" fmla="*/ 7402390 h 10435941"/>
                  <a:gd name="connsiteX131-39815" fmla="*/ 2921540 w 10490654"/>
                  <a:gd name="connsiteY131-39816" fmla="*/ 7414475 h 10435941"/>
                  <a:gd name="connsiteX132-39817" fmla="*/ 2784763 w 10490654"/>
                  <a:gd name="connsiteY132-39818" fmla="*/ 7139153 h 10435941"/>
                  <a:gd name="connsiteX133-39819" fmla="*/ 2604654 w 10490654"/>
                  <a:gd name="connsiteY133-39820" fmla="*/ 6862062 h 10435941"/>
                  <a:gd name="connsiteX134-39821" fmla="*/ 2410691 w 10490654"/>
                  <a:gd name="connsiteY134-39822" fmla="*/ 6363299 h 10435941"/>
                  <a:gd name="connsiteX135-39823" fmla="*/ 2327563 w 10490654"/>
                  <a:gd name="connsiteY135-39824" fmla="*/ 6224753 h 10435941"/>
                  <a:gd name="connsiteX136-39825" fmla="*/ 1662545 w 10490654"/>
                  <a:gd name="connsiteY136-39826" fmla="*/ 6197044 h 10435941"/>
                  <a:gd name="connsiteX137-39827" fmla="*/ 1233054 w 10490654"/>
                  <a:gd name="connsiteY137-39828" fmla="*/ 6197044 h 10435941"/>
                  <a:gd name="connsiteX138-39829" fmla="*/ 1136072 w 10490654"/>
                  <a:gd name="connsiteY138-39830" fmla="*/ 6252462 h 10435941"/>
                  <a:gd name="connsiteX139-39831" fmla="*/ 706582 w 10490654"/>
                  <a:gd name="connsiteY139-39832" fmla="*/ 6210899 h 10435941"/>
                  <a:gd name="connsiteX140-39833" fmla="*/ 318654 w 10490654"/>
                  <a:gd name="connsiteY140-39834" fmla="*/ 6238608 h 10435941"/>
                  <a:gd name="connsiteX141-39835" fmla="*/ 96982 w 10490654"/>
                  <a:gd name="connsiteY141-39836" fmla="*/ 6391008 h 10435941"/>
                  <a:gd name="connsiteX142-39837" fmla="*/ 0 w 10490654"/>
                  <a:gd name="connsiteY142-39838" fmla="*/ 6294026 h 10435941"/>
                  <a:gd name="connsiteX143-39839" fmla="*/ 83127 w 10490654"/>
                  <a:gd name="connsiteY143-39840" fmla="*/ 6238608 h 10435941"/>
                  <a:gd name="connsiteX0-39841" fmla="*/ 83127 w 10490654"/>
                  <a:gd name="connsiteY0-39842" fmla="*/ 6238608 h 10435941"/>
                  <a:gd name="connsiteX1-39843" fmla="*/ 96982 w 10490654"/>
                  <a:gd name="connsiteY1-39844" fmla="*/ 5795262 h 10435941"/>
                  <a:gd name="connsiteX2-39845" fmla="*/ 401782 w 10490654"/>
                  <a:gd name="connsiteY2-39846" fmla="*/ 5532026 h 10435941"/>
                  <a:gd name="connsiteX3-39847" fmla="*/ 651163 w 10490654"/>
                  <a:gd name="connsiteY3-39848" fmla="*/ 5670572 h 10435941"/>
                  <a:gd name="connsiteX4-39849" fmla="*/ 858982 w 10490654"/>
                  <a:gd name="connsiteY4-39850" fmla="*/ 5504317 h 10435941"/>
                  <a:gd name="connsiteX5-39851" fmla="*/ 997527 w 10490654"/>
                  <a:gd name="connsiteY5-39852" fmla="*/ 5351917 h 10435941"/>
                  <a:gd name="connsiteX6-39853" fmla="*/ 1080654 w 10490654"/>
                  <a:gd name="connsiteY6-39854" fmla="*/ 5435044 h 10435941"/>
                  <a:gd name="connsiteX7-39855" fmla="*/ 1269312 w 10490654"/>
                  <a:gd name="connsiteY7-39856" fmla="*/ 5679710 h 10435941"/>
                  <a:gd name="connsiteX8-39857" fmla="*/ 1523116 w 10490654"/>
                  <a:gd name="connsiteY8-39858" fmla="*/ 5481030 h 10435941"/>
                  <a:gd name="connsiteX9-39859" fmla="*/ 1731818 w 10490654"/>
                  <a:gd name="connsiteY9-39860" fmla="*/ 5296499 h 10435941"/>
                  <a:gd name="connsiteX10-39861" fmla="*/ 2022763 w 10490654"/>
                  <a:gd name="connsiteY10-39862" fmla="*/ 5060972 h 10435941"/>
                  <a:gd name="connsiteX11-39863" fmla="*/ 2119745 w 10490654"/>
                  <a:gd name="connsiteY11-39864" fmla="*/ 4631481 h 10435941"/>
                  <a:gd name="connsiteX12-39865" fmla="*/ 2172511 w 10490654"/>
                  <a:gd name="connsiteY12-39866" fmla="*/ 4164848 h 10435941"/>
                  <a:gd name="connsiteX13-39867" fmla="*/ 2355272 w 10490654"/>
                  <a:gd name="connsiteY13-39868" fmla="*/ 3855626 h 10435941"/>
                  <a:gd name="connsiteX14-39869" fmla="*/ 2752497 w 10490654"/>
                  <a:gd name="connsiteY14-39870" fmla="*/ 3475092 h 10435941"/>
                  <a:gd name="connsiteX15-39871" fmla="*/ 2978727 w 10490654"/>
                  <a:gd name="connsiteY15-39872" fmla="*/ 3259881 h 10435941"/>
                  <a:gd name="connsiteX16-39873" fmla="*/ 3006436 w 10490654"/>
                  <a:gd name="connsiteY16-39874" fmla="*/ 2816535 h 10435941"/>
                  <a:gd name="connsiteX17-39875" fmla="*/ 3075709 w 10490654"/>
                  <a:gd name="connsiteY17-39876" fmla="*/ 2525590 h 10435941"/>
                  <a:gd name="connsiteX18-39877" fmla="*/ 3075709 w 10490654"/>
                  <a:gd name="connsiteY18-39878" fmla="*/ 2317772 h 10435941"/>
                  <a:gd name="connsiteX19-39879" fmla="*/ 3214254 w 10490654"/>
                  <a:gd name="connsiteY19-39880" fmla="*/ 1985262 h 10435941"/>
                  <a:gd name="connsiteX20-39881" fmla="*/ 3214254 w 10490654"/>
                  <a:gd name="connsiteY20-39882" fmla="*/ 1694317 h 10435941"/>
                  <a:gd name="connsiteX21-39883" fmla="*/ 3513454 w 10490654"/>
                  <a:gd name="connsiteY21-39884" fmla="*/ 1126281 h 10435941"/>
                  <a:gd name="connsiteX22-39885" fmla="*/ 3463636 w 10490654"/>
                  <a:gd name="connsiteY22-39886" fmla="*/ 752208 h 10435941"/>
                  <a:gd name="connsiteX23-39887" fmla="*/ 3491345 w 10490654"/>
                  <a:gd name="connsiteY23-39888" fmla="*/ 544390 h 10435941"/>
                  <a:gd name="connsiteX24-39889" fmla="*/ 3823854 w 10490654"/>
                  <a:gd name="connsiteY24-39890" fmla="*/ 184172 h 10435941"/>
                  <a:gd name="connsiteX25-39891" fmla="*/ 4017818 w 10490654"/>
                  <a:gd name="connsiteY25-39892" fmla="*/ 59481 h 10435941"/>
                  <a:gd name="connsiteX26-39893" fmla="*/ 4433454 w 10490654"/>
                  <a:gd name="connsiteY26-39894" fmla="*/ 295008 h 10435941"/>
                  <a:gd name="connsiteX27-39895" fmla="*/ 4599709 w 10490654"/>
                  <a:gd name="connsiteY27-39896" fmla="*/ 488972 h 10435941"/>
                  <a:gd name="connsiteX28-39897" fmla="*/ 5070763 w 10490654"/>
                  <a:gd name="connsiteY28-39898" fmla="*/ 544390 h 10435941"/>
                  <a:gd name="connsiteX29-39899" fmla="*/ 5391187 w 10490654"/>
                  <a:gd name="connsiteY29-39900" fmla="*/ 603639 h 10435941"/>
                  <a:gd name="connsiteX30-39901" fmla="*/ 5568642 w 10490654"/>
                  <a:gd name="connsiteY30-39902" fmla="*/ 588271 h 10435941"/>
                  <a:gd name="connsiteX31-39903" fmla="*/ 5860472 w 10490654"/>
                  <a:gd name="connsiteY31-39904" fmla="*/ 281153 h 10435941"/>
                  <a:gd name="connsiteX32-39905" fmla="*/ 6123709 w 10490654"/>
                  <a:gd name="connsiteY32-39906" fmla="*/ 322717 h 10435941"/>
                  <a:gd name="connsiteX33-39907" fmla="*/ 6541900 w 10490654"/>
                  <a:gd name="connsiteY33-39908" fmla="*/ 168233 h 10435941"/>
                  <a:gd name="connsiteX34-39909" fmla="*/ 6681722 w 10490654"/>
                  <a:gd name="connsiteY34-39910" fmla="*/ 107503 h 10435941"/>
                  <a:gd name="connsiteX35-39911" fmla="*/ 7011678 w 10490654"/>
                  <a:gd name="connsiteY35-39912" fmla="*/ 198026 h 10435941"/>
                  <a:gd name="connsiteX36-39913" fmla="*/ 7232072 w 10490654"/>
                  <a:gd name="connsiteY36-39914" fmla="*/ 17917 h 10435941"/>
                  <a:gd name="connsiteX37-39915" fmla="*/ 7379107 w 10490654"/>
                  <a:gd name="connsiteY37-39916" fmla="*/ 0 h 10435941"/>
                  <a:gd name="connsiteX38-39917" fmla="*/ 7600859 w 10490654"/>
                  <a:gd name="connsiteY38-39918" fmla="*/ 41248 h 10435941"/>
                  <a:gd name="connsiteX39-39919" fmla="*/ 7910945 w 10490654"/>
                  <a:gd name="connsiteY39-39920" fmla="*/ 128753 h 10435941"/>
                  <a:gd name="connsiteX40-39921" fmla="*/ 8312727 w 10490654"/>
                  <a:gd name="connsiteY40-39922" fmla="*/ 59481 h 10435941"/>
                  <a:gd name="connsiteX41-39923" fmla="*/ 8647005 w 10490654"/>
                  <a:gd name="connsiteY41-39924" fmla="*/ 396707 h 10435941"/>
                  <a:gd name="connsiteX42-39925" fmla="*/ 8908472 w 10490654"/>
                  <a:gd name="connsiteY42-39926" fmla="*/ 544390 h 10435941"/>
                  <a:gd name="connsiteX43-39927" fmla="*/ 9146732 w 10490654"/>
                  <a:gd name="connsiteY43-39928" fmla="*/ 420846 h 10435941"/>
                  <a:gd name="connsiteX44-39929" fmla="*/ 9372965 w 10490654"/>
                  <a:gd name="connsiteY44-39930" fmla="*/ 466363 h 10435941"/>
                  <a:gd name="connsiteX45-39931" fmla="*/ 9518072 w 10490654"/>
                  <a:gd name="connsiteY45-39932" fmla="*/ 367819 h 10435941"/>
                  <a:gd name="connsiteX46-39933" fmla="*/ 9646301 w 10490654"/>
                  <a:gd name="connsiteY46-39934" fmla="*/ 369587 h 10435941"/>
                  <a:gd name="connsiteX47-39935" fmla="*/ 10002982 w 10490654"/>
                  <a:gd name="connsiteY47-39936" fmla="*/ 793772 h 10435941"/>
                  <a:gd name="connsiteX48-39937" fmla="*/ 10238509 w 10490654"/>
                  <a:gd name="connsiteY48-39938" fmla="*/ 987735 h 10435941"/>
                  <a:gd name="connsiteX49-39939" fmla="*/ 10224654 w 10490654"/>
                  <a:gd name="connsiteY49-39940" fmla="*/ 1250972 h 10435941"/>
                  <a:gd name="connsiteX50-39941" fmla="*/ 10238509 w 10490654"/>
                  <a:gd name="connsiteY50-39942" fmla="*/ 1444935 h 10435941"/>
                  <a:gd name="connsiteX51-39943" fmla="*/ 10243066 w 10490654"/>
                  <a:gd name="connsiteY51-39944" fmla="*/ 1580249 h 10435941"/>
                  <a:gd name="connsiteX52-39945" fmla="*/ 10490654 w 10490654"/>
                  <a:gd name="connsiteY52-39946" fmla="*/ 1753897 h 10435941"/>
                  <a:gd name="connsiteX53-39947" fmla="*/ 10077929 w 10490654"/>
                  <a:gd name="connsiteY53-39948" fmla="*/ 2207269 h 10435941"/>
                  <a:gd name="connsiteX54-39949" fmla="*/ 9781309 w 10490654"/>
                  <a:gd name="connsiteY54-39950" fmla="*/ 2497881 h 10435941"/>
                  <a:gd name="connsiteX55-39951" fmla="*/ 9580055 w 10490654"/>
                  <a:gd name="connsiteY55-39952" fmla="*/ 3426134 h 10435941"/>
                  <a:gd name="connsiteX56-39953" fmla="*/ 9532477 w 10490654"/>
                  <a:gd name="connsiteY56-39954" fmla="*/ 3685207 h 10435941"/>
                  <a:gd name="connsiteX57-39955" fmla="*/ 9365672 w 10490654"/>
                  <a:gd name="connsiteY57-39956" fmla="*/ 3911044 h 10435941"/>
                  <a:gd name="connsiteX58-39957" fmla="*/ 9310254 w 10490654"/>
                  <a:gd name="connsiteY58-39958" fmla="*/ 4077299 h 10435941"/>
                  <a:gd name="connsiteX59-39959" fmla="*/ 9236422 w 10490654"/>
                  <a:gd name="connsiteY59-39960" fmla="*/ 4285117 h 10435941"/>
                  <a:gd name="connsiteX60-39961" fmla="*/ 9205255 w 10490654"/>
                  <a:gd name="connsiteY60-39962" fmla="*/ 4430122 h 10435941"/>
                  <a:gd name="connsiteX61-39963" fmla="*/ 9337963 w 10490654"/>
                  <a:gd name="connsiteY61-39964" fmla="*/ 4659190 h 10435941"/>
                  <a:gd name="connsiteX62-39965" fmla="*/ 9382180 w 10490654"/>
                  <a:gd name="connsiteY62-39966" fmla="*/ 4915057 h 10435941"/>
                  <a:gd name="connsiteX63-39967" fmla="*/ 9397939 w 10490654"/>
                  <a:gd name="connsiteY63-39968" fmla="*/ 5208060 h 10435941"/>
                  <a:gd name="connsiteX64-39969" fmla="*/ 9383359 w 10490654"/>
                  <a:gd name="connsiteY64-39970" fmla="*/ 5615153 h 10435941"/>
                  <a:gd name="connsiteX65-39971" fmla="*/ 9518623 w 10490654"/>
                  <a:gd name="connsiteY65-39972" fmla="*/ 5975373 h 10435941"/>
                  <a:gd name="connsiteX66-39973" fmla="*/ 9540496 w 10490654"/>
                  <a:gd name="connsiteY66-39974" fmla="*/ 6403714 h 10435941"/>
                  <a:gd name="connsiteX67-39975" fmla="*/ 9933709 w 10490654"/>
                  <a:gd name="connsiteY67-39976" fmla="*/ 6862062 h 10435941"/>
                  <a:gd name="connsiteX68-39977" fmla="*/ 10052074 w 10490654"/>
                  <a:gd name="connsiteY68-39978" fmla="*/ 7221396 h 10435941"/>
                  <a:gd name="connsiteX69-39979" fmla="*/ 10232908 w 10490654"/>
                  <a:gd name="connsiteY69-39980" fmla="*/ 7514995 h 10435941"/>
                  <a:gd name="connsiteX70-39981" fmla="*/ 9670472 w 10490654"/>
                  <a:gd name="connsiteY70-39982" fmla="*/ 7540935 h 10435941"/>
                  <a:gd name="connsiteX71-39983" fmla="*/ 9174087 w 10490654"/>
                  <a:gd name="connsiteY71-39984" fmla="*/ 7651772 h 10435941"/>
                  <a:gd name="connsiteX72-39985" fmla="*/ 9128871 w 10490654"/>
                  <a:gd name="connsiteY72-39986" fmla="*/ 7790317 h 10435941"/>
                  <a:gd name="connsiteX73-39987" fmla="*/ 9019309 w 10490654"/>
                  <a:gd name="connsiteY73-39988" fmla="*/ 7998135 h 10435941"/>
                  <a:gd name="connsiteX74-39989" fmla="*/ 8933823 w 10490654"/>
                  <a:gd name="connsiteY74-39990" fmla="*/ 8085908 h 10435941"/>
                  <a:gd name="connsiteX75-39991" fmla="*/ 9036787 w 10490654"/>
                  <a:gd name="connsiteY75-39992" fmla="*/ 8313437 h 10435941"/>
                  <a:gd name="connsiteX76-39993" fmla="*/ 9027559 w 10490654"/>
                  <a:gd name="connsiteY76-39994" fmla="*/ 8524608 h 10435941"/>
                  <a:gd name="connsiteX77-39995" fmla="*/ 8993669 w 10490654"/>
                  <a:gd name="connsiteY77-39996" fmla="*/ 8758113 h 10435941"/>
                  <a:gd name="connsiteX78-39997" fmla="*/ 8991600 w 10490654"/>
                  <a:gd name="connsiteY78-39998" fmla="*/ 8967953 h 10435941"/>
                  <a:gd name="connsiteX79-39999" fmla="*/ 8894618 w 10490654"/>
                  <a:gd name="connsiteY79-40000" fmla="*/ 9272753 h 10435941"/>
                  <a:gd name="connsiteX80-40001" fmla="*/ 8922328 w 10490654"/>
                  <a:gd name="connsiteY80-40002" fmla="*/ 9578490 h 10435941"/>
                  <a:gd name="connsiteX81-40003" fmla="*/ 9138715 w 10490654"/>
                  <a:gd name="connsiteY81-40004" fmla="*/ 9750056 h 10435941"/>
                  <a:gd name="connsiteX82-40005" fmla="*/ 9231789 w 10490654"/>
                  <a:gd name="connsiteY82-40006" fmla="*/ 9890275 h 10435941"/>
                  <a:gd name="connsiteX83-40007" fmla="*/ 9462870 w 10490654"/>
                  <a:gd name="connsiteY83-40008" fmla="*/ 9929452 h 10435941"/>
                  <a:gd name="connsiteX84-40009" fmla="*/ 9472032 w 10490654"/>
                  <a:gd name="connsiteY84-40010" fmla="*/ 9818955 h 10435941"/>
                  <a:gd name="connsiteX85-40011" fmla="*/ 9620746 w 10490654"/>
                  <a:gd name="connsiteY85-40012" fmla="*/ 9758904 h 10435941"/>
                  <a:gd name="connsiteX86-40013" fmla="*/ 9632264 w 10490654"/>
                  <a:gd name="connsiteY86-40014" fmla="*/ 10334695 h 10435941"/>
                  <a:gd name="connsiteX87-40015" fmla="*/ 9504664 w 10490654"/>
                  <a:gd name="connsiteY87-40016" fmla="*/ 10338313 h 10435941"/>
                  <a:gd name="connsiteX88-40017" fmla="*/ 9328580 w 10490654"/>
                  <a:gd name="connsiteY88-40018" fmla="*/ 10427202 h 10435941"/>
                  <a:gd name="connsiteX89-40019" fmla="*/ 9204220 w 10490654"/>
                  <a:gd name="connsiteY89-40020" fmla="*/ 10435941 h 10435941"/>
                  <a:gd name="connsiteX90-40021" fmla="*/ 9065234 w 10490654"/>
                  <a:gd name="connsiteY90-40022" fmla="*/ 10122103 h 10435941"/>
                  <a:gd name="connsiteX91-40023" fmla="*/ 8954319 w 10490654"/>
                  <a:gd name="connsiteY91-40024" fmla="*/ 10072174 h 10435941"/>
                  <a:gd name="connsiteX92-40025" fmla="*/ 8793275 w 10490654"/>
                  <a:gd name="connsiteY92-40026" fmla="*/ 9863725 h 10435941"/>
                  <a:gd name="connsiteX93-40027" fmla="*/ 8479422 w 10490654"/>
                  <a:gd name="connsiteY93-40028" fmla="*/ 9748287 h 10435941"/>
                  <a:gd name="connsiteX94-40029" fmla="*/ 8359423 w 10490654"/>
                  <a:gd name="connsiteY94-40030" fmla="*/ 9651431 h 10435941"/>
                  <a:gd name="connsiteX95-40031" fmla="*/ 8285018 w 10490654"/>
                  <a:gd name="connsiteY95-40032" fmla="*/ 9480572 h 10435941"/>
                  <a:gd name="connsiteX96-40033" fmla="*/ 8243564 w 10490654"/>
                  <a:gd name="connsiteY96-40034" fmla="*/ 9374254 h 10435941"/>
                  <a:gd name="connsiteX97-40035" fmla="*/ 8146472 w 10490654"/>
                  <a:gd name="connsiteY97-40036" fmla="*/ 9355881 h 10435941"/>
                  <a:gd name="connsiteX98-40037" fmla="*/ 8091054 w 10490654"/>
                  <a:gd name="connsiteY98-40038" fmla="*/ 9577553 h 10435941"/>
                  <a:gd name="connsiteX99-40039" fmla="*/ 7948364 w 10490654"/>
                  <a:gd name="connsiteY99-40040" fmla="*/ 9610939 h 10435941"/>
                  <a:gd name="connsiteX100-40041" fmla="*/ 7595184 w 10490654"/>
                  <a:gd name="connsiteY100-40042" fmla="*/ 9552340 h 10435941"/>
                  <a:gd name="connsiteX101-40043" fmla="*/ 7456879 w 10490654"/>
                  <a:gd name="connsiteY101-40044" fmla="*/ 9485198 h 10435941"/>
                  <a:gd name="connsiteX102-40045" fmla="*/ 7264584 w 10490654"/>
                  <a:gd name="connsiteY102-40046" fmla="*/ 9449904 h 10435941"/>
                  <a:gd name="connsiteX103-40047" fmla="*/ 7171401 w 10490654"/>
                  <a:gd name="connsiteY103-40048" fmla="*/ 9200180 h 10435941"/>
                  <a:gd name="connsiteX104-40049" fmla="*/ 6954982 w 10490654"/>
                  <a:gd name="connsiteY104-40050" fmla="*/ 9189626 h 10435941"/>
                  <a:gd name="connsiteX105-40051" fmla="*/ 6710737 w 10490654"/>
                  <a:gd name="connsiteY105-40052" fmla="*/ 9262013 h 10435941"/>
                  <a:gd name="connsiteX106-40053" fmla="*/ 6674777 w 10490654"/>
                  <a:gd name="connsiteY106-40054" fmla="*/ 9062912 h 10435941"/>
                  <a:gd name="connsiteX107-40055" fmla="*/ 6511636 w 10490654"/>
                  <a:gd name="connsiteY107-40056" fmla="*/ 8954099 h 10435941"/>
                  <a:gd name="connsiteX108-40057" fmla="*/ 6428509 w 10490654"/>
                  <a:gd name="connsiteY108-40058" fmla="*/ 8954099 h 10435941"/>
                  <a:gd name="connsiteX109-40059" fmla="*/ 6325922 w 10490654"/>
                  <a:gd name="connsiteY109-40060" fmla="*/ 9057307 h 10435941"/>
                  <a:gd name="connsiteX110-40061" fmla="*/ 6167763 w 10490654"/>
                  <a:gd name="connsiteY110-40062" fmla="*/ 8978227 h 10435941"/>
                  <a:gd name="connsiteX111-40063" fmla="*/ 6002132 w 10490654"/>
                  <a:gd name="connsiteY111-40064" fmla="*/ 9093734 h 10435941"/>
                  <a:gd name="connsiteX112-40065" fmla="*/ 5749636 w 10490654"/>
                  <a:gd name="connsiteY112-40066" fmla="*/ 9051081 h 10435941"/>
                  <a:gd name="connsiteX113-40067" fmla="*/ 5674760 w 10490654"/>
                  <a:gd name="connsiteY113-40068" fmla="*/ 9081904 h 10435941"/>
                  <a:gd name="connsiteX114-40069" fmla="*/ 5507415 w 10490654"/>
                  <a:gd name="connsiteY114-40070" fmla="*/ 9128137 h 10435941"/>
                  <a:gd name="connsiteX115-40071" fmla="*/ 5505859 w 10490654"/>
                  <a:gd name="connsiteY115-40072" fmla="*/ 8870972 h 10435941"/>
                  <a:gd name="connsiteX116-40073" fmla="*/ 5505857 w 10490654"/>
                  <a:gd name="connsiteY116-40074" fmla="*/ 8634977 h 10435941"/>
                  <a:gd name="connsiteX117-40075" fmla="*/ 5336024 w 10490654"/>
                  <a:gd name="connsiteY117-40076" fmla="*/ 8333292 h 10435941"/>
                  <a:gd name="connsiteX118-40077" fmla="*/ 5230324 w 10490654"/>
                  <a:gd name="connsiteY118-40078" fmla="*/ 8082820 h 10435941"/>
                  <a:gd name="connsiteX119-40079" fmla="*/ 5317031 w 10490654"/>
                  <a:gd name="connsiteY119-40080" fmla="*/ 7610208 h 10435941"/>
                  <a:gd name="connsiteX120-40081" fmla="*/ 5201059 w 10490654"/>
                  <a:gd name="connsiteY120-40082" fmla="*/ 7320352 h 10435941"/>
                  <a:gd name="connsiteX121-40083" fmla="*/ 5250872 w 10490654"/>
                  <a:gd name="connsiteY121-40084" fmla="*/ 7069881 h 10435941"/>
                  <a:gd name="connsiteX122-40085" fmla="*/ 5245735 w 10490654"/>
                  <a:gd name="connsiteY122-40086" fmla="*/ 7018665 h 10435941"/>
                  <a:gd name="connsiteX123-40087" fmla="*/ 4577603 w 10490654"/>
                  <a:gd name="connsiteY123-40088" fmla="*/ 7013996 h 10435941"/>
                  <a:gd name="connsiteX124-40089" fmla="*/ 4528412 w 10490654"/>
                  <a:gd name="connsiteY124-40090" fmla="*/ 6840580 h 10435941"/>
                  <a:gd name="connsiteX125-40091" fmla="*/ 4038834 w 10490654"/>
                  <a:gd name="connsiteY125-40092" fmla="*/ 6816452 h 10435941"/>
                  <a:gd name="connsiteX126-40093" fmla="*/ 3976254 w 10490654"/>
                  <a:gd name="connsiteY126-40094" fmla="*/ 7069881 h 10435941"/>
                  <a:gd name="connsiteX127-40095" fmla="*/ 3932667 w 10490654"/>
                  <a:gd name="connsiteY127-40096" fmla="*/ 7281279 h 10435941"/>
                  <a:gd name="connsiteX128-40097" fmla="*/ 3884155 w 10490654"/>
                  <a:gd name="connsiteY128-40098" fmla="*/ 7403480 h 10435941"/>
                  <a:gd name="connsiteX129-40099" fmla="*/ 3572499 w 10490654"/>
                  <a:gd name="connsiteY129-40100" fmla="*/ 7365450 h 10435941"/>
                  <a:gd name="connsiteX130-40101" fmla="*/ 3311236 w 10490654"/>
                  <a:gd name="connsiteY130-40102" fmla="*/ 7402390 h 10435941"/>
                  <a:gd name="connsiteX131-40103" fmla="*/ 2921540 w 10490654"/>
                  <a:gd name="connsiteY131-40104" fmla="*/ 7414475 h 10435941"/>
                  <a:gd name="connsiteX132-40105" fmla="*/ 2784763 w 10490654"/>
                  <a:gd name="connsiteY132-40106" fmla="*/ 7139153 h 10435941"/>
                  <a:gd name="connsiteX133-40107" fmla="*/ 2604654 w 10490654"/>
                  <a:gd name="connsiteY133-40108" fmla="*/ 6862062 h 10435941"/>
                  <a:gd name="connsiteX134-40109" fmla="*/ 2410691 w 10490654"/>
                  <a:gd name="connsiteY134-40110" fmla="*/ 6363299 h 10435941"/>
                  <a:gd name="connsiteX135-40111" fmla="*/ 2327563 w 10490654"/>
                  <a:gd name="connsiteY135-40112" fmla="*/ 6224753 h 10435941"/>
                  <a:gd name="connsiteX136-40113" fmla="*/ 1662545 w 10490654"/>
                  <a:gd name="connsiteY136-40114" fmla="*/ 6197044 h 10435941"/>
                  <a:gd name="connsiteX137-40115" fmla="*/ 1233054 w 10490654"/>
                  <a:gd name="connsiteY137-40116" fmla="*/ 6197044 h 10435941"/>
                  <a:gd name="connsiteX138-40117" fmla="*/ 1136072 w 10490654"/>
                  <a:gd name="connsiteY138-40118" fmla="*/ 6252462 h 10435941"/>
                  <a:gd name="connsiteX139-40119" fmla="*/ 706582 w 10490654"/>
                  <a:gd name="connsiteY139-40120" fmla="*/ 6210899 h 10435941"/>
                  <a:gd name="connsiteX140-40121" fmla="*/ 318654 w 10490654"/>
                  <a:gd name="connsiteY140-40122" fmla="*/ 6238608 h 10435941"/>
                  <a:gd name="connsiteX141-40123" fmla="*/ 96982 w 10490654"/>
                  <a:gd name="connsiteY141-40124" fmla="*/ 6391008 h 10435941"/>
                  <a:gd name="connsiteX142-40125" fmla="*/ 0 w 10490654"/>
                  <a:gd name="connsiteY142-40126" fmla="*/ 6294026 h 10435941"/>
                  <a:gd name="connsiteX143-40127" fmla="*/ 83127 w 10490654"/>
                  <a:gd name="connsiteY143-40128" fmla="*/ 6238608 h 10435941"/>
                  <a:gd name="connsiteX0-40129" fmla="*/ 83127 w 10490654"/>
                  <a:gd name="connsiteY0-40130" fmla="*/ 6238608 h 10435941"/>
                  <a:gd name="connsiteX1-40131" fmla="*/ 96982 w 10490654"/>
                  <a:gd name="connsiteY1-40132" fmla="*/ 5795262 h 10435941"/>
                  <a:gd name="connsiteX2-40133" fmla="*/ 401782 w 10490654"/>
                  <a:gd name="connsiteY2-40134" fmla="*/ 5532026 h 10435941"/>
                  <a:gd name="connsiteX3-40135" fmla="*/ 651163 w 10490654"/>
                  <a:gd name="connsiteY3-40136" fmla="*/ 5670572 h 10435941"/>
                  <a:gd name="connsiteX4-40137" fmla="*/ 858982 w 10490654"/>
                  <a:gd name="connsiteY4-40138" fmla="*/ 5504317 h 10435941"/>
                  <a:gd name="connsiteX5-40139" fmla="*/ 997527 w 10490654"/>
                  <a:gd name="connsiteY5-40140" fmla="*/ 5351917 h 10435941"/>
                  <a:gd name="connsiteX6-40141" fmla="*/ 1080654 w 10490654"/>
                  <a:gd name="connsiteY6-40142" fmla="*/ 5435044 h 10435941"/>
                  <a:gd name="connsiteX7-40143" fmla="*/ 1269312 w 10490654"/>
                  <a:gd name="connsiteY7-40144" fmla="*/ 5679710 h 10435941"/>
                  <a:gd name="connsiteX8-40145" fmla="*/ 1523116 w 10490654"/>
                  <a:gd name="connsiteY8-40146" fmla="*/ 5481030 h 10435941"/>
                  <a:gd name="connsiteX9-40147" fmla="*/ 1731818 w 10490654"/>
                  <a:gd name="connsiteY9-40148" fmla="*/ 5296499 h 10435941"/>
                  <a:gd name="connsiteX10-40149" fmla="*/ 2022763 w 10490654"/>
                  <a:gd name="connsiteY10-40150" fmla="*/ 5060972 h 10435941"/>
                  <a:gd name="connsiteX11-40151" fmla="*/ 2119745 w 10490654"/>
                  <a:gd name="connsiteY11-40152" fmla="*/ 4631481 h 10435941"/>
                  <a:gd name="connsiteX12-40153" fmla="*/ 2172511 w 10490654"/>
                  <a:gd name="connsiteY12-40154" fmla="*/ 4164848 h 10435941"/>
                  <a:gd name="connsiteX13-40155" fmla="*/ 2355272 w 10490654"/>
                  <a:gd name="connsiteY13-40156" fmla="*/ 3855626 h 10435941"/>
                  <a:gd name="connsiteX14-40157" fmla="*/ 2752497 w 10490654"/>
                  <a:gd name="connsiteY14-40158" fmla="*/ 3475092 h 10435941"/>
                  <a:gd name="connsiteX15-40159" fmla="*/ 2978727 w 10490654"/>
                  <a:gd name="connsiteY15-40160" fmla="*/ 3259881 h 10435941"/>
                  <a:gd name="connsiteX16-40161" fmla="*/ 3006436 w 10490654"/>
                  <a:gd name="connsiteY16-40162" fmla="*/ 2816535 h 10435941"/>
                  <a:gd name="connsiteX17-40163" fmla="*/ 3075709 w 10490654"/>
                  <a:gd name="connsiteY17-40164" fmla="*/ 2525590 h 10435941"/>
                  <a:gd name="connsiteX18-40165" fmla="*/ 3075709 w 10490654"/>
                  <a:gd name="connsiteY18-40166" fmla="*/ 2317772 h 10435941"/>
                  <a:gd name="connsiteX19-40167" fmla="*/ 3214254 w 10490654"/>
                  <a:gd name="connsiteY19-40168" fmla="*/ 1985262 h 10435941"/>
                  <a:gd name="connsiteX20-40169" fmla="*/ 3214254 w 10490654"/>
                  <a:gd name="connsiteY20-40170" fmla="*/ 1694317 h 10435941"/>
                  <a:gd name="connsiteX21-40171" fmla="*/ 3513454 w 10490654"/>
                  <a:gd name="connsiteY21-40172" fmla="*/ 1126281 h 10435941"/>
                  <a:gd name="connsiteX22-40173" fmla="*/ 3463636 w 10490654"/>
                  <a:gd name="connsiteY22-40174" fmla="*/ 752208 h 10435941"/>
                  <a:gd name="connsiteX23-40175" fmla="*/ 3491345 w 10490654"/>
                  <a:gd name="connsiteY23-40176" fmla="*/ 544390 h 10435941"/>
                  <a:gd name="connsiteX24-40177" fmla="*/ 3823854 w 10490654"/>
                  <a:gd name="connsiteY24-40178" fmla="*/ 184172 h 10435941"/>
                  <a:gd name="connsiteX25-40179" fmla="*/ 4017818 w 10490654"/>
                  <a:gd name="connsiteY25-40180" fmla="*/ 59481 h 10435941"/>
                  <a:gd name="connsiteX26-40181" fmla="*/ 4433454 w 10490654"/>
                  <a:gd name="connsiteY26-40182" fmla="*/ 295008 h 10435941"/>
                  <a:gd name="connsiteX27-40183" fmla="*/ 4599709 w 10490654"/>
                  <a:gd name="connsiteY27-40184" fmla="*/ 488972 h 10435941"/>
                  <a:gd name="connsiteX28-40185" fmla="*/ 5070763 w 10490654"/>
                  <a:gd name="connsiteY28-40186" fmla="*/ 544390 h 10435941"/>
                  <a:gd name="connsiteX29-40187" fmla="*/ 5391187 w 10490654"/>
                  <a:gd name="connsiteY29-40188" fmla="*/ 603639 h 10435941"/>
                  <a:gd name="connsiteX30-40189" fmla="*/ 5568642 w 10490654"/>
                  <a:gd name="connsiteY30-40190" fmla="*/ 588271 h 10435941"/>
                  <a:gd name="connsiteX31-40191" fmla="*/ 5860472 w 10490654"/>
                  <a:gd name="connsiteY31-40192" fmla="*/ 281153 h 10435941"/>
                  <a:gd name="connsiteX32-40193" fmla="*/ 6123709 w 10490654"/>
                  <a:gd name="connsiteY32-40194" fmla="*/ 322717 h 10435941"/>
                  <a:gd name="connsiteX33-40195" fmla="*/ 6541900 w 10490654"/>
                  <a:gd name="connsiteY33-40196" fmla="*/ 168233 h 10435941"/>
                  <a:gd name="connsiteX34-40197" fmla="*/ 6681722 w 10490654"/>
                  <a:gd name="connsiteY34-40198" fmla="*/ 107503 h 10435941"/>
                  <a:gd name="connsiteX35-40199" fmla="*/ 7011678 w 10490654"/>
                  <a:gd name="connsiteY35-40200" fmla="*/ 198026 h 10435941"/>
                  <a:gd name="connsiteX36-40201" fmla="*/ 7232072 w 10490654"/>
                  <a:gd name="connsiteY36-40202" fmla="*/ 17917 h 10435941"/>
                  <a:gd name="connsiteX37-40203" fmla="*/ 7379107 w 10490654"/>
                  <a:gd name="connsiteY37-40204" fmla="*/ 0 h 10435941"/>
                  <a:gd name="connsiteX38-40205" fmla="*/ 7600859 w 10490654"/>
                  <a:gd name="connsiteY38-40206" fmla="*/ 41248 h 10435941"/>
                  <a:gd name="connsiteX39-40207" fmla="*/ 7910945 w 10490654"/>
                  <a:gd name="connsiteY39-40208" fmla="*/ 128753 h 10435941"/>
                  <a:gd name="connsiteX40-40209" fmla="*/ 8312727 w 10490654"/>
                  <a:gd name="connsiteY40-40210" fmla="*/ 59481 h 10435941"/>
                  <a:gd name="connsiteX41-40211" fmla="*/ 8647005 w 10490654"/>
                  <a:gd name="connsiteY41-40212" fmla="*/ 396707 h 10435941"/>
                  <a:gd name="connsiteX42-40213" fmla="*/ 8908472 w 10490654"/>
                  <a:gd name="connsiteY42-40214" fmla="*/ 544390 h 10435941"/>
                  <a:gd name="connsiteX43-40215" fmla="*/ 9146732 w 10490654"/>
                  <a:gd name="connsiteY43-40216" fmla="*/ 420846 h 10435941"/>
                  <a:gd name="connsiteX44-40217" fmla="*/ 9372965 w 10490654"/>
                  <a:gd name="connsiteY44-40218" fmla="*/ 466363 h 10435941"/>
                  <a:gd name="connsiteX45-40219" fmla="*/ 9518072 w 10490654"/>
                  <a:gd name="connsiteY45-40220" fmla="*/ 367819 h 10435941"/>
                  <a:gd name="connsiteX46-40221" fmla="*/ 9646301 w 10490654"/>
                  <a:gd name="connsiteY46-40222" fmla="*/ 369587 h 10435941"/>
                  <a:gd name="connsiteX47-40223" fmla="*/ 10002982 w 10490654"/>
                  <a:gd name="connsiteY47-40224" fmla="*/ 793772 h 10435941"/>
                  <a:gd name="connsiteX48-40225" fmla="*/ 10238509 w 10490654"/>
                  <a:gd name="connsiteY48-40226" fmla="*/ 987735 h 10435941"/>
                  <a:gd name="connsiteX49-40227" fmla="*/ 10224654 w 10490654"/>
                  <a:gd name="connsiteY49-40228" fmla="*/ 1250972 h 10435941"/>
                  <a:gd name="connsiteX50-40229" fmla="*/ 10238509 w 10490654"/>
                  <a:gd name="connsiteY50-40230" fmla="*/ 1444935 h 10435941"/>
                  <a:gd name="connsiteX51-40231" fmla="*/ 10243066 w 10490654"/>
                  <a:gd name="connsiteY51-40232" fmla="*/ 1580249 h 10435941"/>
                  <a:gd name="connsiteX52-40233" fmla="*/ 10490654 w 10490654"/>
                  <a:gd name="connsiteY52-40234" fmla="*/ 1753897 h 10435941"/>
                  <a:gd name="connsiteX53-40235" fmla="*/ 10077929 w 10490654"/>
                  <a:gd name="connsiteY53-40236" fmla="*/ 2207269 h 10435941"/>
                  <a:gd name="connsiteX54-40237" fmla="*/ 9781309 w 10490654"/>
                  <a:gd name="connsiteY54-40238" fmla="*/ 2497881 h 10435941"/>
                  <a:gd name="connsiteX55-40239" fmla="*/ 9580055 w 10490654"/>
                  <a:gd name="connsiteY55-40240" fmla="*/ 3426134 h 10435941"/>
                  <a:gd name="connsiteX56-40241" fmla="*/ 9532477 w 10490654"/>
                  <a:gd name="connsiteY56-40242" fmla="*/ 3685207 h 10435941"/>
                  <a:gd name="connsiteX57-40243" fmla="*/ 9365672 w 10490654"/>
                  <a:gd name="connsiteY57-40244" fmla="*/ 3911044 h 10435941"/>
                  <a:gd name="connsiteX58-40245" fmla="*/ 9310254 w 10490654"/>
                  <a:gd name="connsiteY58-40246" fmla="*/ 4077299 h 10435941"/>
                  <a:gd name="connsiteX59-40247" fmla="*/ 9236422 w 10490654"/>
                  <a:gd name="connsiteY59-40248" fmla="*/ 4285117 h 10435941"/>
                  <a:gd name="connsiteX60-40249" fmla="*/ 9205255 w 10490654"/>
                  <a:gd name="connsiteY60-40250" fmla="*/ 4430122 h 10435941"/>
                  <a:gd name="connsiteX61-40251" fmla="*/ 9337963 w 10490654"/>
                  <a:gd name="connsiteY61-40252" fmla="*/ 4659190 h 10435941"/>
                  <a:gd name="connsiteX62-40253" fmla="*/ 9382180 w 10490654"/>
                  <a:gd name="connsiteY62-40254" fmla="*/ 4915057 h 10435941"/>
                  <a:gd name="connsiteX63-40255" fmla="*/ 9397939 w 10490654"/>
                  <a:gd name="connsiteY63-40256" fmla="*/ 5208060 h 10435941"/>
                  <a:gd name="connsiteX64-40257" fmla="*/ 9383359 w 10490654"/>
                  <a:gd name="connsiteY64-40258" fmla="*/ 5615153 h 10435941"/>
                  <a:gd name="connsiteX65-40259" fmla="*/ 9518623 w 10490654"/>
                  <a:gd name="connsiteY65-40260" fmla="*/ 5975373 h 10435941"/>
                  <a:gd name="connsiteX66-40261" fmla="*/ 9540496 w 10490654"/>
                  <a:gd name="connsiteY66-40262" fmla="*/ 6403714 h 10435941"/>
                  <a:gd name="connsiteX67-40263" fmla="*/ 9933709 w 10490654"/>
                  <a:gd name="connsiteY67-40264" fmla="*/ 6862062 h 10435941"/>
                  <a:gd name="connsiteX68-40265" fmla="*/ 10052074 w 10490654"/>
                  <a:gd name="connsiteY68-40266" fmla="*/ 7221396 h 10435941"/>
                  <a:gd name="connsiteX69-40267" fmla="*/ 10232908 w 10490654"/>
                  <a:gd name="connsiteY69-40268" fmla="*/ 7514995 h 10435941"/>
                  <a:gd name="connsiteX70-40269" fmla="*/ 9670472 w 10490654"/>
                  <a:gd name="connsiteY70-40270" fmla="*/ 7540935 h 10435941"/>
                  <a:gd name="connsiteX71-40271" fmla="*/ 9174087 w 10490654"/>
                  <a:gd name="connsiteY71-40272" fmla="*/ 7651772 h 10435941"/>
                  <a:gd name="connsiteX72-40273" fmla="*/ 9128871 w 10490654"/>
                  <a:gd name="connsiteY72-40274" fmla="*/ 7790317 h 10435941"/>
                  <a:gd name="connsiteX73-40275" fmla="*/ 9019309 w 10490654"/>
                  <a:gd name="connsiteY73-40276" fmla="*/ 7998135 h 10435941"/>
                  <a:gd name="connsiteX74-40277" fmla="*/ 8933823 w 10490654"/>
                  <a:gd name="connsiteY74-40278" fmla="*/ 8085908 h 10435941"/>
                  <a:gd name="connsiteX75-40279" fmla="*/ 9036787 w 10490654"/>
                  <a:gd name="connsiteY75-40280" fmla="*/ 8313437 h 10435941"/>
                  <a:gd name="connsiteX76-40281" fmla="*/ 9027559 w 10490654"/>
                  <a:gd name="connsiteY76-40282" fmla="*/ 8524608 h 10435941"/>
                  <a:gd name="connsiteX77-40283" fmla="*/ 8993669 w 10490654"/>
                  <a:gd name="connsiteY77-40284" fmla="*/ 8758113 h 10435941"/>
                  <a:gd name="connsiteX78-40285" fmla="*/ 8991600 w 10490654"/>
                  <a:gd name="connsiteY78-40286" fmla="*/ 8967953 h 10435941"/>
                  <a:gd name="connsiteX79-40287" fmla="*/ 8894618 w 10490654"/>
                  <a:gd name="connsiteY79-40288" fmla="*/ 9272753 h 10435941"/>
                  <a:gd name="connsiteX80-40289" fmla="*/ 8922328 w 10490654"/>
                  <a:gd name="connsiteY80-40290" fmla="*/ 9578490 h 10435941"/>
                  <a:gd name="connsiteX81-40291" fmla="*/ 9138715 w 10490654"/>
                  <a:gd name="connsiteY81-40292" fmla="*/ 9750056 h 10435941"/>
                  <a:gd name="connsiteX82-40293" fmla="*/ 9231789 w 10490654"/>
                  <a:gd name="connsiteY82-40294" fmla="*/ 9890275 h 10435941"/>
                  <a:gd name="connsiteX83-40295" fmla="*/ 9462870 w 10490654"/>
                  <a:gd name="connsiteY83-40296" fmla="*/ 9929452 h 10435941"/>
                  <a:gd name="connsiteX84-40297" fmla="*/ 9472032 w 10490654"/>
                  <a:gd name="connsiteY84-40298" fmla="*/ 9818955 h 10435941"/>
                  <a:gd name="connsiteX85-40299" fmla="*/ 9620746 w 10490654"/>
                  <a:gd name="connsiteY85-40300" fmla="*/ 9758904 h 10435941"/>
                  <a:gd name="connsiteX86-40301" fmla="*/ 9632264 w 10490654"/>
                  <a:gd name="connsiteY86-40302" fmla="*/ 10334695 h 10435941"/>
                  <a:gd name="connsiteX87-40303" fmla="*/ 9504664 w 10490654"/>
                  <a:gd name="connsiteY87-40304" fmla="*/ 10338313 h 10435941"/>
                  <a:gd name="connsiteX88-40305" fmla="*/ 9328580 w 10490654"/>
                  <a:gd name="connsiteY88-40306" fmla="*/ 10427202 h 10435941"/>
                  <a:gd name="connsiteX89-40307" fmla="*/ 9204220 w 10490654"/>
                  <a:gd name="connsiteY89-40308" fmla="*/ 10435941 h 10435941"/>
                  <a:gd name="connsiteX90-40309" fmla="*/ 9065234 w 10490654"/>
                  <a:gd name="connsiteY90-40310" fmla="*/ 10122103 h 10435941"/>
                  <a:gd name="connsiteX91-40311" fmla="*/ 8954319 w 10490654"/>
                  <a:gd name="connsiteY91-40312" fmla="*/ 10072174 h 10435941"/>
                  <a:gd name="connsiteX92-40313" fmla="*/ 8793275 w 10490654"/>
                  <a:gd name="connsiteY92-40314" fmla="*/ 9863725 h 10435941"/>
                  <a:gd name="connsiteX93-40315" fmla="*/ 8479422 w 10490654"/>
                  <a:gd name="connsiteY93-40316" fmla="*/ 9748287 h 10435941"/>
                  <a:gd name="connsiteX94-40317" fmla="*/ 8359423 w 10490654"/>
                  <a:gd name="connsiteY94-40318" fmla="*/ 9651431 h 10435941"/>
                  <a:gd name="connsiteX95-40319" fmla="*/ 8285018 w 10490654"/>
                  <a:gd name="connsiteY95-40320" fmla="*/ 9480572 h 10435941"/>
                  <a:gd name="connsiteX96-40321" fmla="*/ 8243564 w 10490654"/>
                  <a:gd name="connsiteY96-40322" fmla="*/ 9374254 h 10435941"/>
                  <a:gd name="connsiteX97-40323" fmla="*/ 8146472 w 10490654"/>
                  <a:gd name="connsiteY97-40324" fmla="*/ 9355881 h 10435941"/>
                  <a:gd name="connsiteX98-40325" fmla="*/ 8091054 w 10490654"/>
                  <a:gd name="connsiteY98-40326" fmla="*/ 9577553 h 10435941"/>
                  <a:gd name="connsiteX99-40327" fmla="*/ 7948364 w 10490654"/>
                  <a:gd name="connsiteY99-40328" fmla="*/ 9610939 h 10435941"/>
                  <a:gd name="connsiteX100-40329" fmla="*/ 7595184 w 10490654"/>
                  <a:gd name="connsiteY100-40330" fmla="*/ 9552340 h 10435941"/>
                  <a:gd name="connsiteX101-40331" fmla="*/ 7456879 w 10490654"/>
                  <a:gd name="connsiteY101-40332" fmla="*/ 9485198 h 10435941"/>
                  <a:gd name="connsiteX102-40333" fmla="*/ 7264584 w 10490654"/>
                  <a:gd name="connsiteY102-40334" fmla="*/ 9449904 h 10435941"/>
                  <a:gd name="connsiteX103-40335" fmla="*/ 7171401 w 10490654"/>
                  <a:gd name="connsiteY103-40336" fmla="*/ 9200180 h 10435941"/>
                  <a:gd name="connsiteX104-40337" fmla="*/ 6954982 w 10490654"/>
                  <a:gd name="connsiteY104-40338" fmla="*/ 9189626 h 10435941"/>
                  <a:gd name="connsiteX105-40339" fmla="*/ 6674084 w 10490654"/>
                  <a:gd name="connsiteY105-40340" fmla="*/ 9285034 h 10435941"/>
                  <a:gd name="connsiteX106-40341" fmla="*/ 6674777 w 10490654"/>
                  <a:gd name="connsiteY106-40342" fmla="*/ 9062912 h 10435941"/>
                  <a:gd name="connsiteX107-40343" fmla="*/ 6511636 w 10490654"/>
                  <a:gd name="connsiteY107-40344" fmla="*/ 8954099 h 10435941"/>
                  <a:gd name="connsiteX108-40345" fmla="*/ 6428509 w 10490654"/>
                  <a:gd name="connsiteY108-40346" fmla="*/ 8954099 h 10435941"/>
                  <a:gd name="connsiteX109-40347" fmla="*/ 6325922 w 10490654"/>
                  <a:gd name="connsiteY109-40348" fmla="*/ 9057307 h 10435941"/>
                  <a:gd name="connsiteX110-40349" fmla="*/ 6167763 w 10490654"/>
                  <a:gd name="connsiteY110-40350" fmla="*/ 8978227 h 10435941"/>
                  <a:gd name="connsiteX111-40351" fmla="*/ 6002132 w 10490654"/>
                  <a:gd name="connsiteY111-40352" fmla="*/ 9093734 h 10435941"/>
                  <a:gd name="connsiteX112-40353" fmla="*/ 5749636 w 10490654"/>
                  <a:gd name="connsiteY112-40354" fmla="*/ 9051081 h 10435941"/>
                  <a:gd name="connsiteX113-40355" fmla="*/ 5674760 w 10490654"/>
                  <a:gd name="connsiteY113-40356" fmla="*/ 9081904 h 10435941"/>
                  <a:gd name="connsiteX114-40357" fmla="*/ 5507415 w 10490654"/>
                  <a:gd name="connsiteY114-40358" fmla="*/ 9128137 h 10435941"/>
                  <a:gd name="connsiteX115-40359" fmla="*/ 5505859 w 10490654"/>
                  <a:gd name="connsiteY115-40360" fmla="*/ 8870972 h 10435941"/>
                  <a:gd name="connsiteX116-40361" fmla="*/ 5505857 w 10490654"/>
                  <a:gd name="connsiteY116-40362" fmla="*/ 8634977 h 10435941"/>
                  <a:gd name="connsiteX117-40363" fmla="*/ 5336024 w 10490654"/>
                  <a:gd name="connsiteY117-40364" fmla="*/ 8333292 h 10435941"/>
                  <a:gd name="connsiteX118-40365" fmla="*/ 5230324 w 10490654"/>
                  <a:gd name="connsiteY118-40366" fmla="*/ 8082820 h 10435941"/>
                  <a:gd name="connsiteX119-40367" fmla="*/ 5317031 w 10490654"/>
                  <a:gd name="connsiteY119-40368" fmla="*/ 7610208 h 10435941"/>
                  <a:gd name="connsiteX120-40369" fmla="*/ 5201059 w 10490654"/>
                  <a:gd name="connsiteY120-40370" fmla="*/ 7320352 h 10435941"/>
                  <a:gd name="connsiteX121-40371" fmla="*/ 5250872 w 10490654"/>
                  <a:gd name="connsiteY121-40372" fmla="*/ 7069881 h 10435941"/>
                  <a:gd name="connsiteX122-40373" fmla="*/ 5245735 w 10490654"/>
                  <a:gd name="connsiteY122-40374" fmla="*/ 7018665 h 10435941"/>
                  <a:gd name="connsiteX123-40375" fmla="*/ 4577603 w 10490654"/>
                  <a:gd name="connsiteY123-40376" fmla="*/ 7013996 h 10435941"/>
                  <a:gd name="connsiteX124-40377" fmla="*/ 4528412 w 10490654"/>
                  <a:gd name="connsiteY124-40378" fmla="*/ 6840580 h 10435941"/>
                  <a:gd name="connsiteX125-40379" fmla="*/ 4038834 w 10490654"/>
                  <a:gd name="connsiteY125-40380" fmla="*/ 6816452 h 10435941"/>
                  <a:gd name="connsiteX126-40381" fmla="*/ 3976254 w 10490654"/>
                  <a:gd name="connsiteY126-40382" fmla="*/ 7069881 h 10435941"/>
                  <a:gd name="connsiteX127-40383" fmla="*/ 3932667 w 10490654"/>
                  <a:gd name="connsiteY127-40384" fmla="*/ 7281279 h 10435941"/>
                  <a:gd name="connsiteX128-40385" fmla="*/ 3884155 w 10490654"/>
                  <a:gd name="connsiteY128-40386" fmla="*/ 7403480 h 10435941"/>
                  <a:gd name="connsiteX129-40387" fmla="*/ 3572499 w 10490654"/>
                  <a:gd name="connsiteY129-40388" fmla="*/ 7365450 h 10435941"/>
                  <a:gd name="connsiteX130-40389" fmla="*/ 3311236 w 10490654"/>
                  <a:gd name="connsiteY130-40390" fmla="*/ 7402390 h 10435941"/>
                  <a:gd name="connsiteX131-40391" fmla="*/ 2921540 w 10490654"/>
                  <a:gd name="connsiteY131-40392" fmla="*/ 7414475 h 10435941"/>
                  <a:gd name="connsiteX132-40393" fmla="*/ 2784763 w 10490654"/>
                  <a:gd name="connsiteY132-40394" fmla="*/ 7139153 h 10435941"/>
                  <a:gd name="connsiteX133-40395" fmla="*/ 2604654 w 10490654"/>
                  <a:gd name="connsiteY133-40396" fmla="*/ 6862062 h 10435941"/>
                  <a:gd name="connsiteX134-40397" fmla="*/ 2410691 w 10490654"/>
                  <a:gd name="connsiteY134-40398" fmla="*/ 6363299 h 10435941"/>
                  <a:gd name="connsiteX135-40399" fmla="*/ 2327563 w 10490654"/>
                  <a:gd name="connsiteY135-40400" fmla="*/ 6224753 h 10435941"/>
                  <a:gd name="connsiteX136-40401" fmla="*/ 1662545 w 10490654"/>
                  <a:gd name="connsiteY136-40402" fmla="*/ 6197044 h 10435941"/>
                  <a:gd name="connsiteX137-40403" fmla="*/ 1233054 w 10490654"/>
                  <a:gd name="connsiteY137-40404" fmla="*/ 6197044 h 10435941"/>
                  <a:gd name="connsiteX138-40405" fmla="*/ 1136072 w 10490654"/>
                  <a:gd name="connsiteY138-40406" fmla="*/ 6252462 h 10435941"/>
                  <a:gd name="connsiteX139-40407" fmla="*/ 706582 w 10490654"/>
                  <a:gd name="connsiteY139-40408" fmla="*/ 6210899 h 10435941"/>
                  <a:gd name="connsiteX140-40409" fmla="*/ 318654 w 10490654"/>
                  <a:gd name="connsiteY140-40410" fmla="*/ 6238608 h 10435941"/>
                  <a:gd name="connsiteX141-40411" fmla="*/ 96982 w 10490654"/>
                  <a:gd name="connsiteY141-40412" fmla="*/ 6391008 h 10435941"/>
                  <a:gd name="connsiteX142-40413" fmla="*/ 0 w 10490654"/>
                  <a:gd name="connsiteY142-40414" fmla="*/ 6294026 h 10435941"/>
                  <a:gd name="connsiteX143-40415" fmla="*/ 83127 w 10490654"/>
                  <a:gd name="connsiteY143-40416" fmla="*/ 6238608 h 10435941"/>
                  <a:gd name="connsiteX0-40417" fmla="*/ 83127 w 10490654"/>
                  <a:gd name="connsiteY0-40418" fmla="*/ 6238608 h 10435941"/>
                  <a:gd name="connsiteX1-40419" fmla="*/ 96982 w 10490654"/>
                  <a:gd name="connsiteY1-40420" fmla="*/ 5795262 h 10435941"/>
                  <a:gd name="connsiteX2-40421" fmla="*/ 401782 w 10490654"/>
                  <a:gd name="connsiteY2-40422" fmla="*/ 5532026 h 10435941"/>
                  <a:gd name="connsiteX3-40423" fmla="*/ 651163 w 10490654"/>
                  <a:gd name="connsiteY3-40424" fmla="*/ 5670572 h 10435941"/>
                  <a:gd name="connsiteX4-40425" fmla="*/ 858982 w 10490654"/>
                  <a:gd name="connsiteY4-40426" fmla="*/ 5504317 h 10435941"/>
                  <a:gd name="connsiteX5-40427" fmla="*/ 997527 w 10490654"/>
                  <a:gd name="connsiteY5-40428" fmla="*/ 5351917 h 10435941"/>
                  <a:gd name="connsiteX6-40429" fmla="*/ 1080654 w 10490654"/>
                  <a:gd name="connsiteY6-40430" fmla="*/ 5435044 h 10435941"/>
                  <a:gd name="connsiteX7-40431" fmla="*/ 1269312 w 10490654"/>
                  <a:gd name="connsiteY7-40432" fmla="*/ 5679710 h 10435941"/>
                  <a:gd name="connsiteX8-40433" fmla="*/ 1523116 w 10490654"/>
                  <a:gd name="connsiteY8-40434" fmla="*/ 5481030 h 10435941"/>
                  <a:gd name="connsiteX9-40435" fmla="*/ 1731818 w 10490654"/>
                  <a:gd name="connsiteY9-40436" fmla="*/ 5296499 h 10435941"/>
                  <a:gd name="connsiteX10-40437" fmla="*/ 2022763 w 10490654"/>
                  <a:gd name="connsiteY10-40438" fmla="*/ 5060972 h 10435941"/>
                  <a:gd name="connsiteX11-40439" fmla="*/ 2119745 w 10490654"/>
                  <a:gd name="connsiteY11-40440" fmla="*/ 4631481 h 10435941"/>
                  <a:gd name="connsiteX12-40441" fmla="*/ 2172511 w 10490654"/>
                  <a:gd name="connsiteY12-40442" fmla="*/ 4164848 h 10435941"/>
                  <a:gd name="connsiteX13-40443" fmla="*/ 2355272 w 10490654"/>
                  <a:gd name="connsiteY13-40444" fmla="*/ 3855626 h 10435941"/>
                  <a:gd name="connsiteX14-40445" fmla="*/ 2752497 w 10490654"/>
                  <a:gd name="connsiteY14-40446" fmla="*/ 3475092 h 10435941"/>
                  <a:gd name="connsiteX15-40447" fmla="*/ 2978727 w 10490654"/>
                  <a:gd name="connsiteY15-40448" fmla="*/ 3259881 h 10435941"/>
                  <a:gd name="connsiteX16-40449" fmla="*/ 3006436 w 10490654"/>
                  <a:gd name="connsiteY16-40450" fmla="*/ 2816535 h 10435941"/>
                  <a:gd name="connsiteX17-40451" fmla="*/ 3075709 w 10490654"/>
                  <a:gd name="connsiteY17-40452" fmla="*/ 2525590 h 10435941"/>
                  <a:gd name="connsiteX18-40453" fmla="*/ 3075709 w 10490654"/>
                  <a:gd name="connsiteY18-40454" fmla="*/ 2317772 h 10435941"/>
                  <a:gd name="connsiteX19-40455" fmla="*/ 3214254 w 10490654"/>
                  <a:gd name="connsiteY19-40456" fmla="*/ 1985262 h 10435941"/>
                  <a:gd name="connsiteX20-40457" fmla="*/ 3214254 w 10490654"/>
                  <a:gd name="connsiteY20-40458" fmla="*/ 1694317 h 10435941"/>
                  <a:gd name="connsiteX21-40459" fmla="*/ 3513454 w 10490654"/>
                  <a:gd name="connsiteY21-40460" fmla="*/ 1126281 h 10435941"/>
                  <a:gd name="connsiteX22-40461" fmla="*/ 3463636 w 10490654"/>
                  <a:gd name="connsiteY22-40462" fmla="*/ 752208 h 10435941"/>
                  <a:gd name="connsiteX23-40463" fmla="*/ 3491345 w 10490654"/>
                  <a:gd name="connsiteY23-40464" fmla="*/ 544390 h 10435941"/>
                  <a:gd name="connsiteX24-40465" fmla="*/ 3823854 w 10490654"/>
                  <a:gd name="connsiteY24-40466" fmla="*/ 184172 h 10435941"/>
                  <a:gd name="connsiteX25-40467" fmla="*/ 4017818 w 10490654"/>
                  <a:gd name="connsiteY25-40468" fmla="*/ 59481 h 10435941"/>
                  <a:gd name="connsiteX26-40469" fmla="*/ 4433454 w 10490654"/>
                  <a:gd name="connsiteY26-40470" fmla="*/ 295008 h 10435941"/>
                  <a:gd name="connsiteX27-40471" fmla="*/ 4599709 w 10490654"/>
                  <a:gd name="connsiteY27-40472" fmla="*/ 488972 h 10435941"/>
                  <a:gd name="connsiteX28-40473" fmla="*/ 5070763 w 10490654"/>
                  <a:gd name="connsiteY28-40474" fmla="*/ 544390 h 10435941"/>
                  <a:gd name="connsiteX29-40475" fmla="*/ 5391187 w 10490654"/>
                  <a:gd name="connsiteY29-40476" fmla="*/ 603639 h 10435941"/>
                  <a:gd name="connsiteX30-40477" fmla="*/ 5568642 w 10490654"/>
                  <a:gd name="connsiteY30-40478" fmla="*/ 588271 h 10435941"/>
                  <a:gd name="connsiteX31-40479" fmla="*/ 5860472 w 10490654"/>
                  <a:gd name="connsiteY31-40480" fmla="*/ 281153 h 10435941"/>
                  <a:gd name="connsiteX32-40481" fmla="*/ 6123709 w 10490654"/>
                  <a:gd name="connsiteY32-40482" fmla="*/ 322717 h 10435941"/>
                  <a:gd name="connsiteX33-40483" fmla="*/ 6541900 w 10490654"/>
                  <a:gd name="connsiteY33-40484" fmla="*/ 168233 h 10435941"/>
                  <a:gd name="connsiteX34-40485" fmla="*/ 6681722 w 10490654"/>
                  <a:gd name="connsiteY34-40486" fmla="*/ 107503 h 10435941"/>
                  <a:gd name="connsiteX35-40487" fmla="*/ 7011678 w 10490654"/>
                  <a:gd name="connsiteY35-40488" fmla="*/ 198026 h 10435941"/>
                  <a:gd name="connsiteX36-40489" fmla="*/ 7232072 w 10490654"/>
                  <a:gd name="connsiteY36-40490" fmla="*/ 17917 h 10435941"/>
                  <a:gd name="connsiteX37-40491" fmla="*/ 7379107 w 10490654"/>
                  <a:gd name="connsiteY37-40492" fmla="*/ 0 h 10435941"/>
                  <a:gd name="connsiteX38-40493" fmla="*/ 7600859 w 10490654"/>
                  <a:gd name="connsiteY38-40494" fmla="*/ 41248 h 10435941"/>
                  <a:gd name="connsiteX39-40495" fmla="*/ 7910945 w 10490654"/>
                  <a:gd name="connsiteY39-40496" fmla="*/ 128753 h 10435941"/>
                  <a:gd name="connsiteX40-40497" fmla="*/ 8312727 w 10490654"/>
                  <a:gd name="connsiteY40-40498" fmla="*/ 59481 h 10435941"/>
                  <a:gd name="connsiteX41-40499" fmla="*/ 8647005 w 10490654"/>
                  <a:gd name="connsiteY41-40500" fmla="*/ 396707 h 10435941"/>
                  <a:gd name="connsiteX42-40501" fmla="*/ 8908472 w 10490654"/>
                  <a:gd name="connsiteY42-40502" fmla="*/ 544390 h 10435941"/>
                  <a:gd name="connsiteX43-40503" fmla="*/ 9146732 w 10490654"/>
                  <a:gd name="connsiteY43-40504" fmla="*/ 420846 h 10435941"/>
                  <a:gd name="connsiteX44-40505" fmla="*/ 9372965 w 10490654"/>
                  <a:gd name="connsiteY44-40506" fmla="*/ 466363 h 10435941"/>
                  <a:gd name="connsiteX45-40507" fmla="*/ 9518072 w 10490654"/>
                  <a:gd name="connsiteY45-40508" fmla="*/ 367819 h 10435941"/>
                  <a:gd name="connsiteX46-40509" fmla="*/ 9646301 w 10490654"/>
                  <a:gd name="connsiteY46-40510" fmla="*/ 369587 h 10435941"/>
                  <a:gd name="connsiteX47-40511" fmla="*/ 10002982 w 10490654"/>
                  <a:gd name="connsiteY47-40512" fmla="*/ 793772 h 10435941"/>
                  <a:gd name="connsiteX48-40513" fmla="*/ 10238509 w 10490654"/>
                  <a:gd name="connsiteY48-40514" fmla="*/ 987735 h 10435941"/>
                  <a:gd name="connsiteX49-40515" fmla="*/ 10224654 w 10490654"/>
                  <a:gd name="connsiteY49-40516" fmla="*/ 1250972 h 10435941"/>
                  <a:gd name="connsiteX50-40517" fmla="*/ 10238509 w 10490654"/>
                  <a:gd name="connsiteY50-40518" fmla="*/ 1444935 h 10435941"/>
                  <a:gd name="connsiteX51-40519" fmla="*/ 10243066 w 10490654"/>
                  <a:gd name="connsiteY51-40520" fmla="*/ 1580249 h 10435941"/>
                  <a:gd name="connsiteX52-40521" fmla="*/ 10490654 w 10490654"/>
                  <a:gd name="connsiteY52-40522" fmla="*/ 1753897 h 10435941"/>
                  <a:gd name="connsiteX53-40523" fmla="*/ 10077929 w 10490654"/>
                  <a:gd name="connsiteY53-40524" fmla="*/ 2207269 h 10435941"/>
                  <a:gd name="connsiteX54-40525" fmla="*/ 9781309 w 10490654"/>
                  <a:gd name="connsiteY54-40526" fmla="*/ 2497881 h 10435941"/>
                  <a:gd name="connsiteX55-40527" fmla="*/ 9580055 w 10490654"/>
                  <a:gd name="connsiteY55-40528" fmla="*/ 3426134 h 10435941"/>
                  <a:gd name="connsiteX56-40529" fmla="*/ 9532477 w 10490654"/>
                  <a:gd name="connsiteY56-40530" fmla="*/ 3685207 h 10435941"/>
                  <a:gd name="connsiteX57-40531" fmla="*/ 9365672 w 10490654"/>
                  <a:gd name="connsiteY57-40532" fmla="*/ 3911044 h 10435941"/>
                  <a:gd name="connsiteX58-40533" fmla="*/ 9310254 w 10490654"/>
                  <a:gd name="connsiteY58-40534" fmla="*/ 4077299 h 10435941"/>
                  <a:gd name="connsiteX59-40535" fmla="*/ 9236422 w 10490654"/>
                  <a:gd name="connsiteY59-40536" fmla="*/ 4285117 h 10435941"/>
                  <a:gd name="connsiteX60-40537" fmla="*/ 9205255 w 10490654"/>
                  <a:gd name="connsiteY60-40538" fmla="*/ 4430122 h 10435941"/>
                  <a:gd name="connsiteX61-40539" fmla="*/ 9337963 w 10490654"/>
                  <a:gd name="connsiteY61-40540" fmla="*/ 4659190 h 10435941"/>
                  <a:gd name="connsiteX62-40541" fmla="*/ 9382180 w 10490654"/>
                  <a:gd name="connsiteY62-40542" fmla="*/ 4915057 h 10435941"/>
                  <a:gd name="connsiteX63-40543" fmla="*/ 9397939 w 10490654"/>
                  <a:gd name="connsiteY63-40544" fmla="*/ 5208060 h 10435941"/>
                  <a:gd name="connsiteX64-40545" fmla="*/ 9383359 w 10490654"/>
                  <a:gd name="connsiteY64-40546" fmla="*/ 5615153 h 10435941"/>
                  <a:gd name="connsiteX65-40547" fmla="*/ 9518623 w 10490654"/>
                  <a:gd name="connsiteY65-40548" fmla="*/ 5975373 h 10435941"/>
                  <a:gd name="connsiteX66-40549" fmla="*/ 9540496 w 10490654"/>
                  <a:gd name="connsiteY66-40550" fmla="*/ 6403714 h 10435941"/>
                  <a:gd name="connsiteX67-40551" fmla="*/ 9933709 w 10490654"/>
                  <a:gd name="connsiteY67-40552" fmla="*/ 6862062 h 10435941"/>
                  <a:gd name="connsiteX68-40553" fmla="*/ 10052074 w 10490654"/>
                  <a:gd name="connsiteY68-40554" fmla="*/ 7221396 h 10435941"/>
                  <a:gd name="connsiteX69-40555" fmla="*/ 10232908 w 10490654"/>
                  <a:gd name="connsiteY69-40556" fmla="*/ 7514995 h 10435941"/>
                  <a:gd name="connsiteX70-40557" fmla="*/ 9670472 w 10490654"/>
                  <a:gd name="connsiteY70-40558" fmla="*/ 7540935 h 10435941"/>
                  <a:gd name="connsiteX71-40559" fmla="*/ 9174087 w 10490654"/>
                  <a:gd name="connsiteY71-40560" fmla="*/ 7651772 h 10435941"/>
                  <a:gd name="connsiteX72-40561" fmla="*/ 9128871 w 10490654"/>
                  <a:gd name="connsiteY72-40562" fmla="*/ 7790317 h 10435941"/>
                  <a:gd name="connsiteX73-40563" fmla="*/ 9019309 w 10490654"/>
                  <a:gd name="connsiteY73-40564" fmla="*/ 7998135 h 10435941"/>
                  <a:gd name="connsiteX74-40565" fmla="*/ 8933823 w 10490654"/>
                  <a:gd name="connsiteY74-40566" fmla="*/ 8085908 h 10435941"/>
                  <a:gd name="connsiteX75-40567" fmla="*/ 9036787 w 10490654"/>
                  <a:gd name="connsiteY75-40568" fmla="*/ 8313437 h 10435941"/>
                  <a:gd name="connsiteX76-40569" fmla="*/ 9027559 w 10490654"/>
                  <a:gd name="connsiteY76-40570" fmla="*/ 8524608 h 10435941"/>
                  <a:gd name="connsiteX77-40571" fmla="*/ 8993669 w 10490654"/>
                  <a:gd name="connsiteY77-40572" fmla="*/ 8758113 h 10435941"/>
                  <a:gd name="connsiteX78-40573" fmla="*/ 8991600 w 10490654"/>
                  <a:gd name="connsiteY78-40574" fmla="*/ 8967953 h 10435941"/>
                  <a:gd name="connsiteX79-40575" fmla="*/ 8894618 w 10490654"/>
                  <a:gd name="connsiteY79-40576" fmla="*/ 9272753 h 10435941"/>
                  <a:gd name="connsiteX80-40577" fmla="*/ 8922328 w 10490654"/>
                  <a:gd name="connsiteY80-40578" fmla="*/ 9578490 h 10435941"/>
                  <a:gd name="connsiteX81-40579" fmla="*/ 9138715 w 10490654"/>
                  <a:gd name="connsiteY81-40580" fmla="*/ 9750056 h 10435941"/>
                  <a:gd name="connsiteX82-40581" fmla="*/ 9231789 w 10490654"/>
                  <a:gd name="connsiteY82-40582" fmla="*/ 9890275 h 10435941"/>
                  <a:gd name="connsiteX83-40583" fmla="*/ 9462870 w 10490654"/>
                  <a:gd name="connsiteY83-40584" fmla="*/ 9929452 h 10435941"/>
                  <a:gd name="connsiteX84-40585" fmla="*/ 9472032 w 10490654"/>
                  <a:gd name="connsiteY84-40586" fmla="*/ 9818955 h 10435941"/>
                  <a:gd name="connsiteX85-40587" fmla="*/ 9620746 w 10490654"/>
                  <a:gd name="connsiteY85-40588" fmla="*/ 9758904 h 10435941"/>
                  <a:gd name="connsiteX86-40589" fmla="*/ 9632264 w 10490654"/>
                  <a:gd name="connsiteY86-40590" fmla="*/ 10334695 h 10435941"/>
                  <a:gd name="connsiteX87-40591" fmla="*/ 9504664 w 10490654"/>
                  <a:gd name="connsiteY87-40592" fmla="*/ 10338313 h 10435941"/>
                  <a:gd name="connsiteX88-40593" fmla="*/ 9328580 w 10490654"/>
                  <a:gd name="connsiteY88-40594" fmla="*/ 10427202 h 10435941"/>
                  <a:gd name="connsiteX89-40595" fmla="*/ 9204220 w 10490654"/>
                  <a:gd name="connsiteY89-40596" fmla="*/ 10435941 h 10435941"/>
                  <a:gd name="connsiteX90-40597" fmla="*/ 9065234 w 10490654"/>
                  <a:gd name="connsiteY90-40598" fmla="*/ 10122103 h 10435941"/>
                  <a:gd name="connsiteX91-40599" fmla="*/ 8954319 w 10490654"/>
                  <a:gd name="connsiteY91-40600" fmla="*/ 10072174 h 10435941"/>
                  <a:gd name="connsiteX92-40601" fmla="*/ 8793275 w 10490654"/>
                  <a:gd name="connsiteY92-40602" fmla="*/ 9863725 h 10435941"/>
                  <a:gd name="connsiteX93-40603" fmla="*/ 8479422 w 10490654"/>
                  <a:gd name="connsiteY93-40604" fmla="*/ 9748287 h 10435941"/>
                  <a:gd name="connsiteX94-40605" fmla="*/ 8359423 w 10490654"/>
                  <a:gd name="connsiteY94-40606" fmla="*/ 9651431 h 10435941"/>
                  <a:gd name="connsiteX95-40607" fmla="*/ 8285018 w 10490654"/>
                  <a:gd name="connsiteY95-40608" fmla="*/ 9480572 h 10435941"/>
                  <a:gd name="connsiteX96-40609" fmla="*/ 8243564 w 10490654"/>
                  <a:gd name="connsiteY96-40610" fmla="*/ 9374254 h 10435941"/>
                  <a:gd name="connsiteX97-40611" fmla="*/ 8146472 w 10490654"/>
                  <a:gd name="connsiteY97-40612" fmla="*/ 9355881 h 10435941"/>
                  <a:gd name="connsiteX98-40613" fmla="*/ 8091054 w 10490654"/>
                  <a:gd name="connsiteY98-40614" fmla="*/ 9577553 h 10435941"/>
                  <a:gd name="connsiteX99-40615" fmla="*/ 7948364 w 10490654"/>
                  <a:gd name="connsiteY99-40616" fmla="*/ 9610939 h 10435941"/>
                  <a:gd name="connsiteX100-40617" fmla="*/ 7595184 w 10490654"/>
                  <a:gd name="connsiteY100-40618" fmla="*/ 9552340 h 10435941"/>
                  <a:gd name="connsiteX101-40619" fmla="*/ 7456879 w 10490654"/>
                  <a:gd name="connsiteY101-40620" fmla="*/ 9485198 h 10435941"/>
                  <a:gd name="connsiteX102-40621" fmla="*/ 7264584 w 10490654"/>
                  <a:gd name="connsiteY102-40622" fmla="*/ 9449904 h 10435941"/>
                  <a:gd name="connsiteX103-40623" fmla="*/ 7171401 w 10490654"/>
                  <a:gd name="connsiteY103-40624" fmla="*/ 9200180 h 10435941"/>
                  <a:gd name="connsiteX104-40625" fmla="*/ 6954982 w 10490654"/>
                  <a:gd name="connsiteY104-40626" fmla="*/ 9189626 h 10435941"/>
                  <a:gd name="connsiteX105-40627" fmla="*/ 6674084 w 10490654"/>
                  <a:gd name="connsiteY105-40628" fmla="*/ 9285034 h 10435941"/>
                  <a:gd name="connsiteX106-40629" fmla="*/ 6674777 w 10490654"/>
                  <a:gd name="connsiteY106-40630" fmla="*/ 9062912 h 10435941"/>
                  <a:gd name="connsiteX107-40631" fmla="*/ 6511636 w 10490654"/>
                  <a:gd name="connsiteY107-40632" fmla="*/ 9055387 h 10435941"/>
                  <a:gd name="connsiteX108-40633" fmla="*/ 6428509 w 10490654"/>
                  <a:gd name="connsiteY108-40634" fmla="*/ 8954099 h 10435941"/>
                  <a:gd name="connsiteX109-40635" fmla="*/ 6325922 w 10490654"/>
                  <a:gd name="connsiteY109-40636" fmla="*/ 9057307 h 10435941"/>
                  <a:gd name="connsiteX110-40637" fmla="*/ 6167763 w 10490654"/>
                  <a:gd name="connsiteY110-40638" fmla="*/ 8978227 h 10435941"/>
                  <a:gd name="connsiteX111-40639" fmla="*/ 6002132 w 10490654"/>
                  <a:gd name="connsiteY111-40640" fmla="*/ 9093734 h 10435941"/>
                  <a:gd name="connsiteX112-40641" fmla="*/ 5749636 w 10490654"/>
                  <a:gd name="connsiteY112-40642" fmla="*/ 9051081 h 10435941"/>
                  <a:gd name="connsiteX113-40643" fmla="*/ 5674760 w 10490654"/>
                  <a:gd name="connsiteY113-40644" fmla="*/ 9081904 h 10435941"/>
                  <a:gd name="connsiteX114-40645" fmla="*/ 5507415 w 10490654"/>
                  <a:gd name="connsiteY114-40646" fmla="*/ 9128137 h 10435941"/>
                  <a:gd name="connsiteX115-40647" fmla="*/ 5505859 w 10490654"/>
                  <a:gd name="connsiteY115-40648" fmla="*/ 8870972 h 10435941"/>
                  <a:gd name="connsiteX116-40649" fmla="*/ 5505857 w 10490654"/>
                  <a:gd name="connsiteY116-40650" fmla="*/ 8634977 h 10435941"/>
                  <a:gd name="connsiteX117-40651" fmla="*/ 5336024 w 10490654"/>
                  <a:gd name="connsiteY117-40652" fmla="*/ 8333292 h 10435941"/>
                  <a:gd name="connsiteX118-40653" fmla="*/ 5230324 w 10490654"/>
                  <a:gd name="connsiteY118-40654" fmla="*/ 8082820 h 10435941"/>
                  <a:gd name="connsiteX119-40655" fmla="*/ 5317031 w 10490654"/>
                  <a:gd name="connsiteY119-40656" fmla="*/ 7610208 h 10435941"/>
                  <a:gd name="connsiteX120-40657" fmla="*/ 5201059 w 10490654"/>
                  <a:gd name="connsiteY120-40658" fmla="*/ 7320352 h 10435941"/>
                  <a:gd name="connsiteX121-40659" fmla="*/ 5250872 w 10490654"/>
                  <a:gd name="connsiteY121-40660" fmla="*/ 7069881 h 10435941"/>
                  <a:gd name="connsiteX122-40661" fmla="*/ 5245735 w 10490654"/>
                  <a:gd name="connsiteY122-40662" fmla="*/ 7018665 h 10435941"/>
                  <a:gd name="connsiteX123-40663" fmla="*/ 4577603 w 10490654"/>
                  <a:gd name="connsiteY123-40664" fmla="*/ 7013996 h 10435941"/>
                  <a:gd name="connsiteX124-40665" fmla="*/ 4528412 w 10490654"/>
                  <a:gd name="connsiteY124-40666" fmla="*/ 6840580 h 10435941"/>
                  <a:gd name="connsiteX125-40667" fmla="*/ 4038834 w 10490654"/>
                  <a:gd name="connsiteY125-40668" fmla="*/ 6816452 h 10435941"/>
                  <a:gd name="connsiteX126-40669" fmla="*/ 3976254 w 10490654"/>
                  <a:gd name="connsiteY126-40670" fmla="*/ 7069881 h 10435941"/>
                  <a:gd name="connsiteX127-40671" fmla="*/ 3932667 w 10490654"/>
                  <a:gd name="connsiteY127-40672" fmla="*/ 7281279 h 10435941"/>
                  <a:gd name="connsiteX128-40673" fmla="*/ 3884155 w 10490654"/>
                  <a:gd name="connsiteY128-40674" fmla="*/ 7403480 h 10435941"/>
                  <a:gd name="connsiteX129-40675" fmla="*/ 3572499 w 10490654"/>
                  <a:gd name="connsiteY129-40676" fmla="*/ 7365450 h 10435941"/>
                  <a:gd name="connsiteX130-40677" fmla="*/ 3311236 w 10490654"/>
                  <a:gd name="connsiteY130-40678" fmla="*/ 7402390 h 10435941"/>
                  <a:gd name="connsiteX131-40679" fmla="*/ 2921540 w 10490654"/>
                  <a:gd name="connsiteY131-40680" fmla="*/ 7414475 h 10435941"/>
                  <a:gd name="connsiteX132-40681" fmla="*/ 2784763 w 10490654"/>
                  <a:gd name="connsiteY132-40682" fmla="*/ 7139153 h 10435941"/>
                  <a:gd name="connsiteX133-40683" fmla="*/ 2604654 w 10490654"/>
                  <a:gd name="connsiteY133-40684" fmla="*/ 6862062 h 10435941"/>
                  <a:gd name="connsiteX134-40685" fmla="*/ 2410691 w 10490654"/>
                  <a:gd name="connsiteY134-40686" fmla="*/ 6363299 h 10435941"/>
                  <a:gd name="connsiteX135-40687" fmla="*/ 2327563 w 10490654"/>
                  <a:gd name="connsiteY135-40688" fmla="*/ 6224753 h 10435941"/>
                  <a:gd name="connsiteX136-40689" fmla="*/ 1662545 w 10490654"/>
                  <a:gd name="connsiteY136-40690" fmla="*/ 6197044 h 10435941"/>
                  <a:gd name="connsiteX137-40691" fmla="*/ 1233054 w 10490654"/>
                  <a:gd name="connsiteY137-40692" fmla="*/ 6197044 h 10435941"/>
                  <a:gd name="connsiteX138-40693" fmla="*/ 1136072 w 10490654"/>
                  <a:gd name="connsiteY138-40694" fmla="*/ 6252462 h 10435941"/>
                  <a:gd name="connsiteX139-40695" fmla="*/ 706582 w 10490654"/>
                  <a:gd name="connsiteY139-40696" fmla="*/ 6210899 h 10435941"/>
                  <a:gd name="connsiteX140-40697" fmla="*/ 318654 w 10490654"/>
                  <a:gd name="connsiteY140-40698" fmla="*/ 6238608 h 10435941"/>
                  <a:gd name="connsiteX141-40699" fmla="*/ 96982 w 10490654"/>
                  <a:gd name="connsiteY141-40700" fmla="*/ 6391008 h 10435941"/>
                  <a:gd name="connsiteX142-40701" fmla="*/ 0 w 10490654"/>
                  <a:gd name="connsiteY142-40702" fmla="*/ 6294026 h 10435941"/>
                  <a:gd name="connsiteX143-40703" fmla="*/ 83127 w 10490654"/>
                  <a:gd name="connsiteY143-40704" fmla="*/ 6238608 h 10435941"/>
                  <a:gd name="connsiteX0-40705" fmla="*/ 83127 w 10490654"/>
                  <a:gd name="connsiteY0-40706" fmla="*/ 6238608 h 10435941"/>
                  <a:gd name="connsiteX1-40707" fmla="*/ 96982 w 10490654"/>
                  <a:gd name="connsiteY1-40708" fmla="*/ 5795262 h 10435941"/>
                  <a:gd name="connsiteX2-40709" fmla="*/ 401782 w 10490654"/>
                  <a:gd name="connsiteY2-40710" fmla="*/ 5532026 h 10435941"/>
                  <a:gd name="connsiteX3-40711" fmla="*/ 651163 w 10490654"/>
                  <a:gd name="connsiteY3-40712" fmla="*/ 5670572 h 10435941"/>
                  <a:gd name="connsiteX4-40713" fmla="*/ 858982 w 10490654"/>
                  <a:gd name="connsiteY4-40714" fmla="*/ 5504317 h 10435941"/>
                  <a:gd name="connsiteX5-40715" fmla="*/ 997527 w 10490654"/>
                  <a:gd name="connsiteY5-40716" fmla="*/ 5351917 h 10435941"/>
                  <a:gd name="connsiteX6-40717" fmla="*/ 1080654 w 10490654"/>
                  <a:gd name="connsiteY6-40718" fmla="*/ 5435044 h 10435941"/>
                  <a:gd name="connsiteX7-40719" fmla="*/ 1269312 w 10490654"/>
                  <a:gd name="connsiteY7-40720" fmla="*/ 5679710 h 10435941"/>
                  <a:gd name="connsiteX8-40721" fmla="*/ 1523116 w 10490654"/>
                  <a:gd name="connsiteY8-40722" fmla="*/ 5481030 h 10435941"/>
                  <a:gd name="connsiteX9-40723" fmla="*/ 1731818 w 10490654"/>
                  <a:gd name="connsiteY9-40724" fmla="*/ 5296499 h 10435941"/>
                  <a:gd name="connsiteX10-40725" fmla="*/ 2022763 w 10490654"/>
                  <a:gd name="connsiteY10-40726" fmla="*/ 5060972 h 10435941"/>
                  <a:gd name="connsiteX11-40727" fmla="*/ 2119745 w 10490654"/>
                  <a:gd name="connsiteY11-40728" fmla="*/ 4631481 h 10435941"/>
                  <a:gd name="connsiteX12-40729" fmla="*/ 2172511 w 10490654"/>
                  <a:gd name="connsiteY12-40730" fmla="*/ 4164848 h 10435941"/>
                  <a:gd name="connsiteX13-40731" fmla="*/ 2355272 w 10490654"/>
                  <a:gd name="connsiteY13-40732" fmla="*/ 3855626 h 10435941"/>
                  <a:gd name="connsiteX14-40733" fmla="*/ 2752497 w 10490654"/>
                  <a:gd name="connsiteY14-40734" fmla="*/ 3475092 h 10435941"/>
                  <a:gd name="connsiteX15-40735" fmla="*/ 2978727 w 10490654"/>
                  <a:gd name="connsiteY15-40736" fmla="*/ 3259881 h 10435941"/>
                  <a:gd name="connsiteX16-40737" fmla="*/ 3006436 w 10490654"/>
                  <a:gd name="connsiteY16-40738" fmla="*/ 2816535 h 10435941"/>
                  <a:gd name="connsiteX17-40739" fmla="*/ 3075709 w 10490654"/>
                  <a:gd name="connsiteY17-40740" fmla="*/ 2525590 h 10435941"/>
                  <a:gd name="connsiteX18-40741" fmla="*/ 3075709 w 10490654"/>
                  <a:gd name="connsiteY18-40742" fmla="*/ 2317772 h 10435941"/>
                  <a:gd name="connsiteX19-40743" fmla="*/ 3214254 w 10490654"/>
                  <a:gd name="connsiteY19-40744" fmla="*/ 1985262 h 10435941"/>
                  <a:gd name="connsiteX20-40745" fmla="*/ 3214254 w 10490654"/>
                  <a:gd name="connsiteY20-40746" fmla="*/ 1694317 h 10435941"/>
                  <a:gd name="connsiteX21-40747" fmla="*/ 3513454 w 10490654"/>
                  <a:gd name="connsiteY21-40748" fmla="*/ 1126281 h 10435941"/>
                  <a:gd name="connsiteX22-40749" fmla="*/ 3463636 w 10490654"/>
                  <a:gd name="connsiteY22-40750" fmla="*/ 752208 h 10435941"/>
                  <a:gd name="connsiteX23-40751" fmla="*/ 3491345 w 10490654"/>
                  <a:gd name="connsiteY23-40752" fmla="*/ 544390 h 10435941"/>
                  <a:gd name="connsiteX24-40753" fmla="*/ 3823854 w 10490654"/>
                  <a:gd name="connsiteY24-40754" fmla="*/ 184172 h 10435941"/>
                  <a:gd name="connsiteX25-40755" fmla="*/ 4017818 w 10490654"/>
                  <a:gd name="connsiteY25-40756" fmla="*/ 59481 h 10435941"/>
                  <a:gd name="connsiteX26-40757" fmla="*/ 4433454 w 10490654"/>
                  <a:gd name="connsiteY26-40758" fmla="*/ 295008 h 10435941"/>
                  <a:gd name="connsiteX27-40759" fmla="*/ 4599709 w 10490654"/>
                  <a:gd name="connsiteY27-40760" fmla="*/ 488972 h 10435941"/>
                  <a:gd name="connsiteX28-40761" fmla="*/ 5070763 w 10490654"/>
                  <a:gd name="connsiteY28-40762" fmla="*/ 544390 h 10435941"/>
                  <a:gd name="connsiteX29-40763" fmla="*/ 5391187 w 10490654"/>
                  <a:gd name="connsiteY29-40764" fmla="*/ 603639 h 10435941"/>
                  <a:gd name="connsiteX30-40765" fmla="*/ 5568642 w 10490654"/>
                  <a:gd name="connsiteY30-40766" fmla="*/ 588271 h 10435941"/>
                  <a:gd name="connsiteX31-40767" fmla="*/ 5860472 w 10490654"/>
                  <a:gd name="connsiteY31-40768" fmla="*/ 281153 h 10435941"/>
                  <a:gd name="connsiteX32-40769" fmla="*/ 6123709 w 10490654"/>
                  <a:gd name="connsiteY32-40770" fmla="*/ 322717 h 10435941"/>
                  <a:gd name="connsiteX33-40771" fmla="*/ 6541900 w 10490654"/>
                  <a:gd name="connsiteY33-40772" fmla="*/ 168233 h 10435941"/>
                  <a:gd name="connsiteX34-40773" fmla="*/ 6681722 w 10490654"/>
                  <a:gd name="connsiteY34-40774" fmla="*/ 107503 h 10435941"/>
                  <a:gd name="connsiteX35-40775" fmla="*/ 7011678 w 10490654"/>
                  <a:gd name="connsiteY35-40776" fmla="*/ 198026 h 10435941"/>
                  <a:gd name="connsiteX36-40777" fmla="*/ 7232072 w 10490654"/>
                  <a:gd name="connsiteY36-40778" fmla="*/ 17917 h 10435941"/>
                  <a:gd name="connsiteX37-40779" fmla="*/ 7379107 w 10490654"/>
                  <a:gd name="connsiteY37-40780" fmla="*/ 0 h 10435941"/>
                  <a:gd name="connsiteX38-40781" fmla="*/ 7600859 w 10490654"/>
                  <a:gd name="connsiteY38-40782" fmla="*/ 41248 h 10435941"/>
                  <a:gd name="connsiteX39-40783" fmla="*/ 7910945 w 10490654"/>
                  <a:gd name="connsiteY39-40784" fmla="*/ 128753 h 10435941"/>
                  <a:gd name="connsiteX40-40785" fmla="*/ 8312727 w 10490654"/>
                  <a:gd name="connsiteY40-40786" fmla="*/ 59481 h 10435941"/>
                  <a:gd name="connsiteX41-40787" fmla="*/ 8647005 w 10490654"/>
                  <a:gd name="connsiteY41-40788" fmla="*/ 396707 h 10435941"/>
                  <a:gd name="connsiteX42-40789" fmla="*/ 8908472 w 10490654"/>
                  <a:gd name="connsiteY42-40790" fmla="*/ 544390 h 10435941"/>
                  <a:gd name="connsiteX43-40791" fmla="*/ 9146732 w 10490654"/>
                  <a:gd name="connsiteY43-40792" fmla="*/ 420846 h 10435941"/>
                  <a:gd name="connsiteX44-40793" fmla="*/ 9372965 w 10490654"/>
                  <a:gd name="connsiteY44-40794" fmla="*/ 466363 h 10435941"/>
                  <a:gd name="connsiteX45-40795" fmla="*/ 9518072 w 10490654"/>
                  <a:gd name="connsiteY45-40796" fmla="*/ 367819 h 10435941"/>
                  <a:gd name="connsiteX46-40797" fmla="*/ 9646301 w 10490654"/>
                  <a:gd name="connsiteY46-40798" fmla="*/ 369587 h 10435941"/>
                  <a:gd name="connsiteX47-40799" fmla="*/ 10002982 w 10490654"/>
                  <a:gd name="connsiteY47-40800" fmla="*/ 793772 h 10435941"/>
                  <a:gd name="connsiteX48-40801" fmla="*/ 10238509 w 10490654"/>
                  <a:gd name="connsiteY48-40802" fmla="*/ 987735 h 10435941"/>
                  <a:gd name="connsiteX49-40803" fmla="*/ 10224654 w 10490654"/>
                  <a:gd name="connsiteY49-40804" fmla="*/ 1250972 h 10435941"/>
                  <a:gd name="connsiteX50-40805" fmla="*/ 10238509 w 10490654"/>
                  <a:gd name="connsiteY50-40806" fmla="*/ 1444935 h 10435941"/>
                  <a:gd name="connsiteX51-40807" fmla="*/ 10243066 w 10490654"/>
                  <a:gd name="connsiteY51-40808" fmla="*/ 1580249 h 10435941"/>
                  <a:gd name="connsiteX52-40809" fmla="*/ 10490654 w 10490654"/>
                  <a:gd name="connsiteY52-40810" fmla="*/ 1753897 h 10435941"/>
                  <a:gd name="connsiteX53-40811" fmla="*/ 10077929 w 10490654"/>
                  <a:gd name="connsiteY53-40812" fmla="*/ 2207269 h 10435941"/>
                  <a:gd name="connsiteX54-40813" fmla="*/ 9781309 w 10490654"/>
                  <a:gd name="connsiteY54-40814" fmla="*/ 2497881 h 10435941"/>
                  <a:gd name="connsiteX55-40815" fmla="*/ 9580055 w 10490654"/>
                  <a:gd name="connsiteY55-40816" fmla="*/ 3426134 h 10435941"/>
                  <a:gd name="connsiteX56-40817" fmla="*/ 9532477 w 10490654"/>
                  <a:gd name="connsiteY56-40818" fmla="*/ 3685207 h 10435941"/>
                  <a:gd name="connsiteX57-40819" fmla="*/ 9365672 w 10490654"/>
                  <a:gd name="connsiteY57-40820" fmla="*/ 3911044 h 10435941"/>
                  <a:gd name="connsiteX58-40821" fmla="*/ 9310254 w 10490654"/>
                  <a:gd name="connsiteY58-40822" fmla="*/ 4077299 h 10435941"/>
                  <a:gd name="connsiteX59-40823" fmla="*/ 9236422 w 10490654"/>
                  <a:gd name="connsiteY59-40824" fmla="*/ 4285117 h 10435941"/>
                  <a:gd name="connsiteX60-40825" fmla="*/ 9205255 w 10490654"/>
                  <a:gd name="connsiteY60-40826" fmla="*/ 4430122 h 10435941"/>
                  <a:gd name="connsiteX61-40827" fmla="*/ 9337963 w 10490654"/>
                  <a:gd name="connsiteY61-40828" fmla="*/ 4659190 h 10435941"/>
                  <a:gd name="connsiteX62-40829" fmla="*/ 9382180 w 10490654"/>
                  <a:gd name="connsiteY62-40830" fmla="*/ 4915057 h 10435941"/>
                  <a:gd name="connsiteX63-40831" fmla="*/ 9397939 w 10490654"/>
                  <a:gd name="connsiteY63-40832" fmla="*/ 5208060 h 10435941"/>
                  <a:gd name="connsiteX64-40833" fmla="*/ 9383359 w 10490654"/>
                  <a:gd name="connsiteY64-40834" fmla="*/ 5615153 h 10435941"/>
                  <a:gd name="connsiteX65-40835" fmla="*/ 9518623 w 10490654"/>
                  <a:gd name="connsiteY65-40836" fmla="*/ 5975373 h 10435941"/>
                  <a:gd name="connsiteX66-40837" fmla="*/ 9540496 w 10490654"/>
                  <a:gd name="connsiteY66-40838" fmla="*/ 6403714 h 10435941"/>
                  <a:gd name="connsiteX67-40839" fmla="*/ 9933709 w 10490654"/>
                  <a:gd name="connsiteY67-40840" fmla="*/ 6862062 h 10435941"/>
                  <a:gd name="connsiteX68-40841" fmla="*/ 10052074 w 10490654"/>
                  <a:gd name="connsiteY68-40842" fmla="*/ 7221396 h 10435941"/>
                  <a:gd name="connsiteX69-40843" fmla="*/ 10232908 w 10490654"/>
                  <a:gd name="connsiteY69-40844" fmla="*/ 7514995 h 10435941"/>
                  <a:gd name="connsiteX70-40845" fmla="*/ 9670472 w 10490654"/>
                  <a:gd name="connsiteY70-40846" fmla="*/ 7540935 h 10435941"/>
                  <a:gd name="connsiteX71-40847" fmla="*/ 9174087 w 10490654"/>
                  <a:gd name="connsiteY71-40848" fmla="*/ 7651772 h 10435941"/>
                  <a:gd name="connsiteX72-40849" fmla="*/ 9128871 w 10490654"/>
                  <a:gd name="connsiteY72-40850" fmla="*/ 7790317 h 10435941"/>
                  <a:gd name="connsiteX73-40851" fmla="*/ 9019309 w 10490654"/>
                  <a:gd name="connsiteY73-40852" fmla="*/ 7998135 h 10435941"/>
                  <a:gd name="connsiteX74-40853" fmla="*/ 8933823 w 10490654"/>
                  <a:gd name="connsiteY74-40854" fmla="*/ 8085908 h 10435941"/>
                  <a:gd name="connsiteX75-40855" fmla="*/ 9036787 w 10490654"/>
                  <a:gd name="connsiteY75-40856" fmla="*/ 8313437 h 10435941"/>
                  <a:gd name="connsiteX76-40857" fmla="*/ 9027559 w 10490654"/>
                  <a:gd name="connsiteY76-40858" fmla="*/ 8524608 h 10435941"/>
                  <a:gd name="connsiteX77-40859" fmla="*/ 8993669 w 10490654"/>
                  <a:gd name="connsiteY77-40860" fmla="*/ 8758113 h 10435941"/>
                  <a:gd name="connsiteX78-40861" fmla="*/ 8991600 w 10490654"/>
                  <a:gd name="connsiteY78-40862" fmla="*/ 8967953 h 10435941"/>
                  <a:gd name="connsiteX79-40863" fmla="*/ 8894618 w 10490654"/>
                  <a:gd name="connsiteY79-40864" fmla="*/ 9272753 h 10435941"/>
                  <a:gd name="connsiteX80-40865" fmla="*/ 8922328 w 10490654"/>
                  <a:gd name="connsiteY80-40866" fmla="*/ 9578490 h 10435941"/>
                  <a:gd name="connsiteX81-40867" fmla="*/ 9138715 w 10490654"/>
                  <a:gd name="connsiteY81-40868" fmla="*/ 9750056 h 10435941"/>
                  <a:gd name="connsiteX82-40869" fmla="*/ 9231789 w 10490654"/>
                  <a:gd name="connsiteY82-40870" fmla="*/ 9890275 h 10435941"/>
                  <a:gd name="connsiteX83-40871" fmla="*/ 9462870 w 10490654"/>
                  <a:gd name="connsiteY83-40872" fmla="*/ 9929452 h 10435941"/>
                  <a:gd name="connsiteX84-40873" fmla="*/ 9472032 w 10490654"/>
                  <a:gd name="connsiteY84-40874" fmla="*/ 9818955 h 10435941"/>
                  <a:gd name="connsiteX85-40875" fmla="*/ 9620746 w 10490654"/>
                  <a:gd name="connsiteY85-40876" fmla="*/ 9758904 h 10435941"/>
                  <a:gd name="connsiteX86-40877" fmla="*/ 9632264 w 10490654"/>
                  <a:gd name="connsiteY86-40878" fmla="*/ 10334695 h 10435941"/>
                  <a:gd name="connsiteX87-40879" fmla="*/ 9504664 w 10490654"/>
                  <a:gd name="connsiteY87-40880" fmla="*/ 10338313 h 10435941"/>
                  <a:gd name="connsiteX88-40881" fmla="*/ 9328580 w 10490654"/>
                  <a:gd name="connsiteY88-40882" fmla="*/ 10427202 h 10435941"/>
                  <a:gd name="connsiteX89-40883" fmla="*/ 9204220 w 10490654"/>
                  <a:gd name="connsiteY89-40884" fmla="*/ 10435941 h 10435941"/>
                  <a:gd name="connsiteX90-40885" fmla="*/ 9065234 w 10490654"/>
                  <a:gd name="connsiteY90-40886" fmla="*/ 10122103 h 10435941"/>
                  <a:gd name="connsiteX91-40887" fmla="*/ 8954319 w 10490654"/>
                  <a:gd name="connsiteY91-40888" fmla="*/ 10072174 h 10435941"/>
                  <a:gd name="connsiteX92-40889" fmla="*/ 8793275 w 10490654"/>
                  <a:gd name="connsiteY92-40890" fmla="*/ 9863725 h 10435941"/>
                  <a:gd name="connsiteX93-40891" fmla="*/ 8479422 w 10490654"/>
                  <a:gd name="connsiteY93-40892" fmla="*/ 9748287 h 10435941"/>
                  <a:gd name="connsiteX94-40893" fmla="*/ 8359423 w 10490654"/>
                  <a:gd name="connsiteY94-40894" fmla="*/ 9651431 h 10435941"/>
                  <a:gd name="connsiteX95-40895" fmla="*/ 8285018 w 10490654"/>
                  <a:gd name="connsiteY95-40896" fmla="*/ 9480572 h 10435941"/>
                  <a:gd name="connsiteX96-40897" fmla="*/ 8243564 w 10490654"/>
                  <a:gd name="connsiteY96-40898" fmla="*/ 9374254 h 10435941"/>
                  <a:gd name="connsiteX97-40899" fmla="*/ 8146472 w 10490654"/>
                  <a:gd name="connsiteY97-40900" fmla="*/ 9355881 h 10435941"/>
                  <a:gd name="connsiteX98-40901" fmla="*/ 8091054 w 10490654"/>
                  <a:gd name="connsiteY98-40902" fmla="*/ 9577553 h 10435941"/>
                  <a:gd name="connsiteX99-40903" fmla="*/ 7948364 w 10490654"/>
                  <a:gd name="connsiteY99-40904" fmla="*/ 9610939 h 10435941"/>
                  <a:gd name="connsiteX100-40905" fmla="*/ 7595184 w 10490654"/>
                  <a:gd name="connsiteY100-40906" fmla="*/ 9552340 h 10435941"/>
                  <a:gd name="connsiteX101-40907" fmla="*/ 7456879 w 10490654"/>
                  <a:gd name="connsiteY101-40908" fmla="*/ 9485198 h 10435941"/>
                  <a:gd name="connsiteX102-40909" fmla="*/ 7264584 w 10490654"/>
                  <a:gd name="connsiteY102-40910" fmla="*/ 9449904 h 10435941"/>
                  <a:gd name="connsiteX103-40911" fmla="*/ 7171401 w 10490654"/>
                  <a:gd name="connsiteY103-40912" fmla="*/ 9200180 h 10435941"/>
                  <a:gd name="connsiteX104-40913" fmla="*/ 6954982 w 10490654"/>
                  <a:gd name="connsiteY104-40914" fmla="*/ 9189626 h 10435941"/>
                  <a:gd name="connsiteX105-40915" fmla="*/ 6674084 w 10490654"/>
                  <a:gd name="connsiteY105-40916" fmla="*/ 9285034 h 10435941"/>
                  <a:gd name="connsiteX106-40917" fmla="*/ 6679359 w 10490654"/>
                  <a:gd name="connsiteY106-40918" fmla="*/ 9099745 h 10435941"/>
                  <a:gd name="connsiteX107-40919" fmla="*/ 6511636 w 10490654"/>
                  <a:gd name="connsiteY107-40920" fmla="*/ 9055387 h 10435941"/>
                  <a:gd name="connsiteX108-40921" fmla="*/ 6428509 w 10490654"/>
                  <a:gd name="connsiteY108-40922" fmla="*/ 8954099 h 10435941"/>
                  <a:gd name="connsiteX109-40923" fmla="*/ 6325922 w 10490654"/>
                  <a:gd name="connsiteY109-40924" fmla="*/ 9057307 h 10435941"/>
                  <a:gd name="connsiteX110-40925" fmla="*/ 6167763 w 10490654"/>
                  <a:gd name="connsiteY110-40926" fmla="*/ 8978227 h 10435941"/>
                  <a:gd name="connsiteX111-40927" fmla="*/ 6002132 w 10490654"/>
                  <a:gd name="connsiteY111-40928" fmla="*/ 9093734 h 10435941"/>
                  <a:gd name="connsiteX112-40929" fmla="*/ 5749636 w 10490654"/>
                  <a:gd name="connsiteY112-40930" fmla="*/ 9051081 h 10435941"/>
                  <a:gd name="connsiteX113-40931" fmla="*/ 5674760 w 10490654"/>
                  <a:gd name="connsiteY113-40932" fmla="*/ 9081904 h 10435941"/>
                  <a:gd name="connsiteX114-40933" fmla="*/ 5507415 w 10490654"/>
                  <a:gd name="connsiteY114-40934" fmla="*/ 9128137 h 10435941"/>
                  <a:gd name="connsiteX115-40935" fmla="*/ 5505859 w 10490654"/>
                  <a:gd name="connsiteY115-40936" fmla="*/ 8870972 h 10435941"/>
                  <a:gd name="connsiteX116-40937" fmla="*/ 5505857 w 10490654"/>
                  <a:gd name="connsiteY116-40938" fmla="*/ 8634977 h 10435941"/>
                  <a:gd name="connsiteX117-40939" fmla="*/ 5336024 w 10490654"/>
                  <a:gd name="connsiteY117-40940" fmla="*/ 8333292 h 10435941"/>
                  <a:gd name="connsiteX118-40941" fmla="*/ 5230324 w 10490654"/>
                  <a:gd name="connsiteY118-40942" fmla="*/ 8082820 h 10435941"/>
                  <a:gd name="connsiteX119-40943" fmla="*/ 5317031 w 10490654"/>
                  <a:gd name="connsiteY119-40944" fmla="*/ 7610208 h 10435941"/>
                  <a:gd name="connsiteX120-40945" fmla="*/ 5201059 w 10490654"/>
                  <a:gd name="connsiteY120-40946" fmla="*/ 7320352 h 10435941"/>
                  <a:gd name="connsiteX121-40947" fmla="*/ 5250872 w 10490654"/>
                  <a:gd name="connsiteY121-40948" fmla="*/ 7069881 h 10435941"/>
                  <a:gd name="connsiteX122-40949" fmla="*/ 5245735 w 10490654"/>
                  <a:gd name="connsiteY122-40950" fmla="*/ 7018665 h 10435941"/>
                  <a:gd name="connsiteX123-40951" fmla="*/ 4577603 w 10490654"/>
                  <a:gd name="connsiteY123-40952" fmla="*/ 7013996 h 10435941"/>
                  <a:gd name="connsiteX124-40953" fmla="*/ 4528412 w 10490654"/>
                  <a:gd name="connsiteY124-40954" fmla="*/ 6840580 h 10435941"/>
                  <a:gd name="connsiteX125-40955" fmla="*/ 4038834 w 10490654"/>
                  <a:gd name="connsiteY125-40956" fmla="*/ 6816452 h 10435941"/>
                  <a:gd name="connsiteX126-40957" fmla="*/ 3976254 w 10490654"/>
                  <a:gd name="connsiteY126-40958" fmla="*/ 7069881 h 10435941"/>
                  <a:gd name="connsiteX127-40959" fmla="*/ 3932667 w 10490654"/>
                  <a:gd name="connsiteY127-40960" fmla="*/ 7281279 h 10435941"/>
                  <a:gd name="connsiteX128-40961" fmla="*/ 3884155 w 10490654"/>
                  <a:gd name="connsiteY128-40962" fmla="*/ 7403480 h 10435941"/>
                  <a:gd name="connsiteX129-40963" fmla="*/ 3572499 w 10490654"/>
                  <a:gd name="connsiteY129-40964" fmla="*/ 7365450 h 10435941"/>
                  <a:gd name="connsiteX130-40965" fmla="*/ 3311236 w 10490654"/>
                  <a:gd name="connsiteY130-40966" fmla="*/ 7402390 h 10435941"/>
                  <a:gd name="connsiteX131-40967" fmla="*/ 2921540 w 10490654"/>
                  <a:gd name="connsiteY131-40968" fmla="*/ 7414475 h 10435941"/>
                  <a:gd name="connsiteX132-40969" fmla="*/ 2784763 w 10490654"/>
                  <a:gd name="connsiteY132-40970" fmla="*/ 7139153 h 10435941"/>
                  <a:gd name="connsiteX133-40971" fmla="*/ 2604654 w 10490654"/>
                  <a:gd name="connsiteY133-40972" fmla="*/ 6862062 h 10435941"/>
                  <a:gd name="connsiteX134-40973" fmla="*/ 2410691 w 10490654"/>
                  <a:gd name="connsiteY134-40974" fmla="*/ 6363299 h 10435941"/>
                  <a:gd name="connsiteX135-40975" fmla="*/ 2327563 w 10490654"/>
                  <a:gd name="connsiteY135-40976" fmla="*/ 6224753 h 10435941"/>
                  <a:gd name="connsiteX136-40977" fmla="*/ 1662545 w 10490654"/>
                  <a:gd name="connsiteY136-40978" fmla="*/ 6197044 h 10435941"/>
                  <a:gd name="connsiteX137-40979" fmla="*/ 1233054 w 10490654"/>
                  <a:gd name="connsiteY137-40980" fmla="*/ 6197044 h 10435941"/>
                  <a:gd name="connsiteX138-40981" fmla="*/ 1136072 w 10490654"/>
                  <a:gd name="connsiteY138-40982" fmla="*/ 6252462 h 10435941"/>
                  <a:gd name="connsiteX139-40983" fmla="*/ 706582 w 10490654"/>
                  <a:gd name="connsiteY139-40984" fmla="*/ 6210899 h 10435941"/>
                  <a:gd name="connsiteX140-40985" fmla="*/ 318654 w 10490654"/>
                  <a:gd name="connsiteY140-40986" fmla="*/ 6238608 h 10435941"/>
                  <a:gd name="connsiteX141-40987" fmla="*/ 96982 w 10490654"/>
                  <a:gd name="connsiteY141-40988" fmla="*/ 6391008 h 10435941"/>
                  <a:gd name="connsiteX142-40989" fmla="*/ 0 w 10490654"/>
                  <a:gd name="connsiteY142-40990" fmla="*/ 6294026 h 10435941"/>
                  <a:gd name="connsiteX143-40991" fmla="*/ 83127 w 10490654"/>
                  <a:gd name="connsiteY143-40992" fmla="*/ 6238608 h 10435941"/>
                  <a:gd name="connsiteX0-40993" fmla="*/ 83127 w 10490654"/>
                  <a:gd name="connsiteY0-40994" fmla="*/ 6238608 h 10435941"/>
                  <a:gd name="connsiteX1-40995" fmla="*/ 96982 w 10490654"/>
                  <a:gd name="connsiteY1-40996" fmla="*/ 5795262 h 10435941"/>
                  <a:gd name="connsiteX2-40997" fmla="*/ 401782 w 10490654"/>
                  <a:gd name="connsiteY2-40998" fmla="*/ 5532026 h 10435941"/>
                  <a:gd name="connsiteX3-40999" fmla="*/ 651163 w 10490654"/>
                  <a:gd name="connsiteY3-41000" fmla="*/ 5670572 h 10435941"/>
                  <a:gd name="connsiteX4-41001" fmla="*/ 858982 w 10490654"/>
                  <a:gd name="connsiteY4-41002" fmla="*/ 5504317 h 10435941"/>
                  <a:gd name="connsiteX5-41003" fmla="*/ 997527 w 10490654"/>
                  <a:gd name="connsiteY5-41004" fmla="*/ 5351917 h 10435941"/>
                  <a:gd name="connsiteX6-41005" fmla="*/ 1080654 w 10490654"/>
                  <a:gd name="connsiteY6-41006" fmla="*/ 5435044 h 10435941"/>
                  <a:gd name="connsiteX7-41007" fmla="*/ 1269312 w 10490654"/>
                  <a:gd name="connsiteY7-41008" fmla="*/ 5679710 h 10435941"/>
                  <a:gd name="connsiteX8-41009" fmla="*/ 1523116 w 10490654"/>
                  <a:gd name="connsiteY8-41010" fmla="*/ 5481030 h 10435941"/>
                  <a:gd name="connsiteX9-41011" fmla="*/ 1731818 w 10490654"/>
                  <a:gd name="connsiteY9-41012" fmla="*/ 5296499 h 10435941"/>
                  <a:gd name="connsiteX10-41013" fmla="*/ 2022763 w 10490654"/>
                  <a:gd name="connsiteY10-41014" fmla="*/ 5060972 h 10435941"/>
                  <a:gd name="connsiteX11-41015" fmla="*/ 2119745 w 10490654"/>
                  <a:gd name="connsiteY11-41016" fmla="*/ 4631481 h 10435941"/>
                  <a:gd name="connsiteX12-41017" fmla="*/ 2172511 w 10490654"/>
                  <a:gd name="connsiteY12-41018" fmla="*/ 4164848 h 10435941"/>
                  <a:gd name="connsiteX13-41019" fmla="*/ 2355272 w 10490654"/>
                  <a:gd name="connsiteY13-41020" fmla="*/ 3855626 h 10435941"/>
                  <a:gd name="connsiteX14-41021" fmla="*/ 2752497 w 10490654"/>
                  <a:gd name="connsiteY14-41022" fmla="*/ 3475092 h 10435941"/>
                  <a:gd name="connsiteX15-41023" fmla="*/ 2978727 w 10490654"/>
                  <a:gd name="connsiteY15-41024" fmla="*/ 3259881 h 10435941"/>
                  <a:gd name="connsiteX16-41025" fmla="*/ 3006436 w 10490654"/>
                  <a:gd name="connsiteY16-41026" fmla="*/ 2816535 h 10435941"/>
                  <a:gd name="connsiteX17-41027" fmla="*/ 3075709 w 10490654"/>
                  <a:gd name="connsiteY17-41028" fmla="*/ 2525590 h 10435941"/>
                  <a:gd name="connsiteX18-41029" fmla="*/ 3075709 w 10490654"/>
                  <a:gd name="connsiteY18-41030" fmla="*/ 2317772 h 10435941"/>
                  <a:gd name="connsiteX19-41031" fmla="*/ 3214254 w 10490654"/>
                  <a:gd name="connsiteY19-41032" fmla="*/ 1985262 h 10435941"/>
                  <a:gd name="connsiteX20-41033" fmla="*/ 3214254 w 10490654"/>
                  <a:gd name="connsiteY20-41034" fmla="*/ 1694317 h 10435941"/>
                  <a:gd name="connsiteX21-41035" fmla="*/ 3513454 w 10490654"/>
                  <a:gd name="connsiteY21-41036" fmla="*/ 1126281 h 10435941"/>
                  <a:gd name="connsiteX22-41037" fmla="*/ 3463636 w 10490654"/>
                  <a:gd name="connsiteY22-41038" fmla="*/ 752208 h 10435941"/>
                  <a:gd name="connsiteX23-41039" fmla="*/ 3491345 w 10490654"/>
                  <a:gd name="connsiteY23-41040" fmla="*/ 544390 h 10435941"/>
                  <a:gd name="connsiteX24-41041" fmla="*/ 3823854 w 10490654"/>
                  <a:gd name="connsiteY24-41042" fmla="*/ 184172 h 10435941"/>
                  <a:gd name="connsiteX25-41043" fmla="*/ 4017818 w 10490654"/>
                  <a:gd name="connsiteY25-41044" fmla="*/ 59481 h 10435941"/>
                  <a:gd name="connsiteX26-41045" fmla="*/ 4433454 w 10490654"/>
                  <a:gd name="connsiteY26-41046" fmla="*/ 295008 h 10435941"/>
                  <a:gd name="connsiteX27-41047" fmla="*/ 4599709 w 10490654"/>
                  <a:gd name="connsiteY27-41048" fmla="*/ 488972 h 10435941"/>
                  <a:gd name="connsiteX28-41049" fmla="*/ 5070763 w 10490654"/>
                  <a:gd name="connsiteY28-41050" fmla="*/ 544390 h 10435941"/>
                  <a:gd name="connsiteX29-41051" fmla="*/ 5391187 w 10490654"/>
                  <a:gd name="connsiteY29-41052" fmla="*/ 603639 h 10435941"/>
                  <a:gd name="connsiteX30-41053" fmla="*/ 5568642 w 10490654"/>
                  <a:gd name="connsiteY30-41054" fmla="*/ 588271 h 10435941"/>
                  <a:gd name="connsiteX31-41055" fmla="*/ 5860472 w 10490654"/>
                  <a:gd name="connsiteY31-41056" fmla="*/ 281153 h 10435941"/>
                  <a:gd name="connsiteX32-41057" fmla="*/ 6123709 w 10490654"/>
                  <a:gd name="connsiteY32-41058" fmla="*/ 322717 h 10435941"/>
                  <a:gd name="connsiteX33-41059" fmla="*/ 6541900 w 10490654"/>
                  <a:gd name="connsiteY33-41060" fmla="*/ 168233 h 10435941"/>
                  <a:gd name="connsiteX34-41061" fmla="*/ 6681722 w 10490654"/>
                  <a:gd name="connsiteY34-41062" fmla="*/ 107503 h 10435941"/>
                  <a:gd name="connsiteX35-41063" fmla="*/ 7011678 w 10490654"/>
                  <a:gd name="connsiteY35-41064" fmla="*/ 198026 h 10435941"/>
                  <a:gd name="connsiteX36-41065" fmla="*/ 7232072 w 10490654"/>
                  <a:gd name="connsiteY36-41066" fmla="*/ 17917 h 10435941"/>
                  <a:gd name="connsiteX37-41067" fmla="*/ 7379107 w 10490654"/>
                  <a:gd name="connsiteY37-41068" fmla="*/ 0 h 10435941"/>
                  <a:gd name="connsiteX38-41069" fmla="*/ 7600859 w 10490654"/>
                  <a:gd name="connsiteY38-41070" fmla="*/ 41248 h 10435941"/>
                  <a:gd name="connsiteX39-41071" fmla="*/ 7910945 w 10490654"/>
                  <a:gd name="connsiteY39-41072" fmla="*/ 128753 h 10435941"/>
                  <a:gd name="connsiteX40-41073" fmla="*/ 8312727 w 10490654"/>
                  <a:gd name="connsiteY40-41074" fmla="*/ 59481 h 10435941"/>
                  <a:gd name="connsiteX41-41075" fmla="*/ 8647005 w 10490654"/>
                  <a:gd name="connsiteY41-41076" fmla="*/ 396707 h 10435941"/>
                  <a:gd name="connsiteX42-41077" fmla="*/ 8908472 w 10490654"/>
                  <a:gd name="connsiteY42-41078" fmla="*/ 544390 h 10435941"/>
                  <a:gd name="connsiteX43-41079" fmla="*/ 9146732 w 10490654"/>
                  <a:gd name="connsiteY43-41080" fmla="*/ 420846 h 10435941"/>
                  <a:gd name="connsiteX44-41081" fmla="*/ 9372965 w 10490654"/>
                  <a:gd name="connsiteY44-41082" fmla="*/ 466363 h 10435941"/>
                  <a:gd name="connsiteX45-41083" fmla="*/ 9518072 w 10490654"/>
                  <a:gd name="connsiteY45-41084" fmla="*/ 367819 h 10435941"/>
                  <a:gd name="connsiteX46-41085" fmla="*/ 9646301 w 10490654"/>
                  <a:gd name="connsiteY46-41086" fmla="*/ 369587 h 10435941"/>
                  <a:gd name="connsiteX47-41087" fmla="*/ 10002982 w 10490654"/>
                  <a:gd name="connsiteY47-41088" fmla="*/ 793772 h 10435941"/>
                  <a:gd name="connsiteX48-41089" fmla="*/ 10238509 w 10490654"/>
                  <a:gd name="connsiteY48-41090" fmla="*/ 987735 h 10435941"/>
                  <a:gd name="connsiteX49-41091" fmla="*/ 10224654 w 10490654"/>
                  <a:gd name="connsiteY49-41092" fmla="*/ 1250972 h 10435941"/>
                  <a:gd name="connsiteX50-41093" fmla="*/ 10238509 w 10490654"/>
                  <a:gd name="connsiteY50-41094" fmla="*/ 1444935 h 10435941"/>
                  <a:gd name="connsiteX51-41095" fmla="*/ 10243066 w 10490654"/>
                  <a:gd name="connsiteY51-41096" fmla="*/ 1580249 h 10435941"/>
                  <a:gd name="connsiteX52-41097" fmla="*/ 10490654 w 10490654"/>
                  <a:gd name="connsiteY52-41098" fmla="*/ 1753897 h 10435941"/>
                  <a:gd name="connsiteX53-41099" fmla="*/ 10077929 w 10490654"/>
                  <a:gd name="connsiteY53-41100" fmla="*/ 2207269 h 10435941"/>
                  <a:gd name="connsiteX54-41101" fmla="*/ 9781309 w 10490654"/>
                  <a:gd name="connsiteY54-41102" fmla="*/ 2497881 h 10435941"/>
                  <a:gd name="connsiteX55-41103" fmla="*/ 9580055 w 10490654"/>
                  <a:gd name="connsiteY55-41104" fmla="*/ 3426134 h 10435941"/>
                  <a:gd name="connsiteX56-41105" fmla="*/ 9532477 w 10490654"/>
                  <a:gd name="connsiteY56-41106" fmla="*/ 3685207 h 10435941"/>
                  <a:gd name="connsiteX57-41107" fmla="*/ 9365672 w 10490654"/>
                  <a:gd name="connsiteY57-41108" fmla="*/ 3911044 h 10435941"/>
                  <a:gd name="connsiteX58-41109" fmla="*/ 9310254 w 10490654"/>
                  <a:gd name="connsiteY58-41110" fmla="*/ 4077299 h 10435941"/>
                  <a:gd name="connsiteX59-41111" fmla="*/ 9236422 w 10490654"/>
                  <a:gd name="connsiteY59-41112" fmla="*/ 4285117 h 10435941"/>
                  <a:gd name="connsiteX60-41113" fmla="*/ 9205255 w 10490654"/>
                  <a:gd name="connsiteY60-41114" fmla="*/ 4430122 h 10435941"/>
                  <a:gd name="connsiteX61-41115" fmla="*/ 9337963 w 10490654"/>
                  <a:gd name="connsiteY61-41116" fmla="*/ 4659190 h 10435941"/>
                  <a:gd name="connsiteX62-41117" fmla="*/ 9382180 w 10490654"/>
                  <a:gd name="connsiteY62-41118" fmla="*/ 4915057 h 10435941"/>
                  <a:gd name="connsiteX63-41119" fmla="*/ 9397939 w 10490654"/>
                  <a:gd name="connsiteY63-41120" fmla="*/ 5208060 h 10435941"/>
                  <a:gd name="connsiteX64-41121" fmla="*/ 9383359 w 10490654"/>
                  <a:gd name="connsiteY64-41122" fmla="*/ 5615153 h 10435941"/>
                  <a:gd name="connsiteX65-41123" fmla="*/ 9518623 w 10490654"/>
                  <a:gd name="connsiteY65-41124" fmla="*/ 5975373 h 10435941"/>
                  <a:gd name="connsiteX66-41125" fmla="*/ 9540496 w 10490654"/>
                  <a:gd name="connsiteY66-41126" fmla="*/ 6403714 h 10435941"/>
                  <a:gd name="connsiteX67-41127" fmla="*/ 9933709 w 10490654"/>
                  <a:gd name="connsiteY67-41128" fmla="*/ 6862062 h 10435941"/>
                  <a:gd name="connsiteX68-41129" fmla="*/ 10052074 w 10490654"/>
                  <a:gd name="connsiteY68-41130" fmla="*/ 7221396 h 10435941"/>
                  <a:gd name="connsiteX69-41131" fmla="*/ 10232908 w 10490654"/>
                  <a:gd name="connsiteY69-41132" fmla="*/ 7514995 h 10435941"/>
                  <a:gd name="connsiteX70-41133" fmla="*/ 9670472 w 10490654"/>
                  <a:gd name="connsiteY70-41134" fmla="*/ 7540935 h 10435941"/>
                  <a:gd name="connsiteX71-41135" fmla="*/ 9174087 w 10490654"/>
                  <a:gd name="connsiteY71-41136" fmla="*/ 7651772 h 10435941"/>
                  <a:gd name="connsiteX72-41137" fmla="*/ 9128871 w 10490654"/>
                  <a:gd name="connsiteY72-41138" fmla="*/ 7790317 h 10435941"/>
                  <a:gd name="connsiteX73-41139" fmla="*/ 9019309 w 10490654"/>
                  <a:gd name="connsiteY73-41140" fmla="*/ 7998135 h 10435941"/>
                  <a:gd name="connsiteX74-41141" fmla="*/ 8933823 w 10490654"/>
                  <a:gd name="connsiteY74-41142" fmla="*/ 8085908 h 10435941"/>
                  <a:gd name="connsiteX75-41143" fmla="*/ 9036787 w 10490654"/>
                  <a:gd name="connsiteY75-41144" fmla="*/ 8313437 h 10435941"/>
                  <a:gd name="connsiteX76-41145" fmla="*/ 9027559 w 10490654"/>
                  <a:gd name="connsiteY76-41146" fmla="*/ 8524608 h 10435941"/>
                  <a:gd name="connsiteX77-41147" fmla="*/ 8993669 w 10490654"/>
                  <a:gd name="connsiteY77-41148" fmla="*/ 8758113 h 10435941"/>
                  <a:gd name="connsiteX78-41149" fmla="*/ 8991600 w 10490654"/>
                  <a:gd name="connsiteY78-41150" fmla="*/ 8967953 h 10435941"/>
                  <a:gd name="connsiteX79-41151" fmla="*/ 8894618 w 10490654"/>
                  <a:gd name="connsiteY79-41152" fmla="*/ 9272753 h 10435941"/>
                  <a:gd name="connsiteX80-41153" fmla="*/ 8922328 w 10490654"/>
                  <a:gd name="connsiteY80-41154" fmla="*/ 9578490 h 10435941"/>
                  <a:gd name="connsiteX81-41155" fmla="*/ 9138715 w 10490654"/>
                  <a:gd name="connsiteY81-41156" fmla="*/ 9750056 h 10435941"/>
                  <a:gd name="connsiteX82-41157" fmla="*/ 9231789 w 10490654"/>
                  <a:gd name="connsiteY82-41158" fmla="*/ 9890275 h 10435941"/>
                  <a:gd name="connsiteX83-41159" fmla="*/ 9462870 w 10490654"/>
                  <a:gd name="connsiteY83-41160" fmla="*/ 9929452 h 10435941"/>
                  <a:gd name="connsiteX84-41161" fmla="*/ 9472032 w 10490654"/>
                  <a:gd name="connsiteY84-41162" fmla="*/ 9818955 h 10435941"/>
                  <a:gd name="connsiteX85-41163" fmla="*/ 9620746 w 10490654"/>
                  <a:gd name="connsiteY85-41164" fmla="*/ 9758904 h 10435941"/>
                  <a:gd name="connsiteX86-41165" fmla="*/ 9632264 w 10490654"/>
                  <a:gd name="connsiteY86-41166" fmla="*/ 10334695 h 10435941"/>
                  <a:gd name="connsiteX87-41167" fmla="*/ 9504664 w 10490654"/>
                  <a:gd name="connsiteY87-41168" fmla="*/ 10338313 h 10435941"/>
                  <a:gd name="connsiteX88-41169" fmla="*/ 9328580 w 10490654"/>
                  <a:gd name="connsiteY88-41170" fmla="*/ 10427202 h 10435941"/>
                  <a:gd name="connsiteX89-41171" fmla="*/ 9204220 w 10490654"/>
                  <a:gd name="connsiteY89-41172" fmla="*/ 10435941 h 10435941"/>
                  <a:gd name="connsiteX90-41173" fmla="*/ 9065234 w 10490654"/>
                  <a:gd name="connsiteY90-41174" fmla="*/ 10122103 h 10435941"/>
                  <a:gd name="connsiteX91-41175" fmla="*/ 8954319 w 10490654"/>
                  <a:gd name="connsiteY91-41176" fmla="*/ 10072174 h 10435941"/>
                  <a:gd name="connsiteX92-41177" fmla="*/ 8793275 w 10490654"/>
                  <a:gd name="connsiteY92-41178" fmla="*/ 9863725 h 10435941"/>
                  <a:gd name="connsiteX93-41179" fmla="*/ 8479422 w 10490654"/>
                  <a:gd name="connsiteY93-41180" fmla="*/ 9748287 h 10435941"/>
                  <a:gd name="connsiteX94-41181" fmla="*/ 8359423 w 10490654"/>
                  <a:gd name="connsiteY94-41182" fmla="*/ 9651431 h 10435941"/>
                  <a:gd name="connsiteX95-41183" fmla="*/ 8285018 w 10490654"/>
                  <a:gd name="connsiteY95-41184" fmla="*/ 9480572 h 10435941"/>
                  <a:gd name="connsiteX96-41185" fmla="*/ 8243564 w 10490654"/>
                  <a:gd name="connsiteY96-41186" fmla="*/ 9374254 h 10435941"/>
                  <a:gd name="connsiteX97-41187" fmla="*/ 8146472 w 10490654"/>
                  <a:gd name="connsiteY97-41188" fmla="*/ 9355881 h 10435941"/>
                  <a:gd name="connsiteX98-41189" fmla="*/ 8091054 w 10490654"/>
                  <a:gd name="connsiteY98-41190" fmla="*/ 9577553 h 10435941"/>
                  <a:gd name="connsiteX99-41191" fmla="*/ 7948364 w 10490654"/>
                  <a:gd name="connsiteY99-41192" fmla="*/ 9610939 h 10435941"/>
                  <a:gd name="connsiteX100-41193" fmla="*/ 7595184 w 10490654"/>
                  <a:gd name="connsiteY100-41194" fmla="*/ 9552340 h 10435941"/>
                  <a:gd name="connsiteX101-41195" fmla="*/ 7456879 w 10490654"/>
                  <a:gd name="connsiteY101-41196" fmla="*/ 9485198 h 10435941"/>
                  <a:gd name="connsiteX102-41197" fmla="*/ 7264584 w 10490654"/>
                  <a:gd name="connsiteY102-41198" fmla="*/ 9449904 h 10435941"/>
                  <a:gd name="connsiteX103-41199" fmla="*/ 7171401 w 10490654"/>
                  <a:gd name="connsiteY103-41200" fmla="*/ 9200180 h 10435941"/>
                  <a:gd name="connsiteX104-41201" fmla="*/ 6954982 w 10490654"/>
                  <a:gd name="connsiteY104-41202" fmla="*/ 9189626 h 10435941"/>
                  <a:gd name="connsiteX105-41203" fmla="*/ 6674084 w 10490654"/>
                  <a:gd name="connsiteY105-41204" fmla="*/ 9285034 h 10435941"/>
                  <a:gd name="connsiteX106-41205" fmla="*/ 6679359 w 10490654"/>
                  <a:gd name="connsiteY106-41206" fmla="*/ 9099745 h 10435941"/>
                  <a:gd name="connsiteX107-41207" fmla="*/ 6552868 w 10490654"/>
                  <a:gd name="connsiteY107-41208" fmla="*/ 9013951 h 10435941"/>
                  <a:gd name="connsiteX108-41209" fmla="*/ 6428509 w 10490654"/>
                  <a:gd name="connsiteY108-41210" fmla="*/ 8954099 h 10435941"/>
                  <a:gd name="connsiteX109-41211" fmla="*/ 6325922 w 10490654"/>
                  <a:gd name="connsiteY109-41212" fmla="*/ 9057307 h 10435941"/>
                  <a:gd name="connsiteX110-41213" fmla="*/ 6167763 w 10490654"/>
                  <a:gd name="connsiteY110-41214" fmla="*/ 8978227 h 10435941"/>
                  <a:gd name="connsiteX111-41215" fmla="*/ 6002132 w 10490654"/>
                  <a:gd name="connsiteY111-41216" fmla="*/ 9093734 h 10435941"/>
                  <a:gd name="connsiteX112-41217" fmla="*/ 5749636 w 10490654"/>
                  <a:gd name="connsiteY112-41218" fmla="*/ 9051081 h 10435941"/>
                  <a:gd name="connsiteX113-41219" fmla="*/ 5674760 w 10490654"/>
                  <a:gd name="connsiteY113-41220" fmla="*/ 9081904 h 10435941"/>
                  <a:gd name="connsiteX114-41221" fmla="*/ 5507415 w 10490654"/>
                  <a:gd name="connsiteY114-41222" fmla="*/ 9128137 h 10435941"/>
                  <a:gd name="connsiteX115-41223" fmla="*/ 5505859 w 10490654"/>
                  <a:gd name="connsiteY115-41224" fmla="*/ 8870972 h 10435941"/>
                  <a:gd name="connsiteX116-41225" fmla="*/ 5505857 w 10490654"/>
                  <a:gd name="connsiteY116-41226" fmla="*/ 8634977 h 10435941"/>
                  <a:gd name="connsiteX117-41227" fmla="*/ 5336024 w 10490654"/>
                  <a:gd name="connsiteY117-41228" fmla="*/ 8333292 h 10435941"/>
                  <a:gd name="connsiteX118-41229" fmla="*/ 5230324 w 10490654"/>
                  <a:gd name="connsiteY118-41230" fmla="*/ 8082820 h 10435941"/>
                  <a:gd name="connsiteX119-41231" fmla="*/ 5317031 w 10490654"/>
                  <a:gd name="connsiteY119-41232" fmla="*/ 7610208 h 10435941"/>
                  <a:gd name="connsiteX120-41233" fmla="*/ 5201059 w 10490654"/>
                  <a:gd name="connsiteY120-41234" fmla="*/ 7320352 h 10435941"/>
                  <a:gd name="connsiteX121-41235" fmla="*/ 5250872 w 10490654"/>
                  <a:gd name="connsiteY121-41236" fmla="*/ 7069881 h 10435941"/>
                  <a:gd name="connsiteX122-41237" fmla="*/ 5245735 w 10490654"/>
                  <a:gd name="connsiteY122-41238" fmla="*/ 7018665 h 10435941"/>
                  <a:gd name="connsiteX123-41239" fmla="*/ 4577603 w 10490654"/>
                  <a:gd name="connsiteY123-41240" fmla="*/ 7013996 h 10435941"/>
                  <a:gd name="connsiteX124-41241" fmla="*/ 4528412 w 10490654"/>
                  <a:gd name="connsiteY124-41242" fmla="*/ 6840580 h 10435941"/>
                  <a:gd name="connsiteX125-41243" fmla="*/ 4038834 w 10490654"/>
                  <a:gd name="connsiteY125-41244" fmla="*/ 6816452 h 10435941"/>
                  <a:gd name="connsiteX126-41245" fmla="*/ 3976254 w 10490654"/>
                  <a:gd name="connsiteY126-41246" fmla="*/ 7069881 h 10435941"/>
                  <a:gd name="connsiteX127-41247" fmla="*/ 3932667 w 10490654"/>
                  <a:gd name="connsiteY127-41248" fmla="*/ 7281279 h 10435941"/>
                  <a:gd name="connsiteX128-41249" fmla="*/ 3884155 w 10490654"/>
                  <a:gd name="connsiteY128-41250" fmla="*/ 7403480 h 10435941"/>
                  <a:gd name="connsiteX129-41251" fmla="*/ 3572499 w 10490654"/>
                  <a:gd name="connsiteY129-41252" fmla="*/ 7365450 h 10435941"/>
                  <a:gd name="connsiteX130-41253" fmla="*/ 3311236 w 10490654"/>
                  <a:gd name="connsiteY130-41254" fmla="*/ 7402390 h 10435941"/>
                  <a:gd name="connsiteX131-41255" fmla="*/ 2921540 w 10490654"/>
                  <a:gd name="connsiteY131-41256" fmla="*/ 7414475 h 10435941"/>
                  <a:gd name="connsiteX132-41257" fmla="*/ 2784763 w 10490654"/>
                  <a:gd name="connsiteY132-41258" fmla="*/ 7139153 h 10435941"/>
                  <a:gd name="connsiteX133-41259" fmla="*/ 2604654 w 10490654"/>
                  <a:gd name="connsiteY133-41260" fmla="*/ 6862062 h 10435941"/>
                  <a:gd name="connsiteX134-41261" fmla="*/ 2410691 w 10490654"/>
                  <a:gd name="connsiteY134-41262" fmla="*/ 6363299 h 10435941"/>
                  <a:gd name="connsiteX135-41263" fmla="*/ 2327563 w 10490654"/>
                  <a:gd name="connsiteY135-41264" fmla="*/ 6224753 h 10435941"/>
                  <a:gd name="connsiteX136-41265" fmla="*/ 1662545 w 10490654"/>
                  <a:gd name="connsiteY136-41266" fmla="*/ 6197044 h 10435941"/>
                  <a:gd name="connsiteX137-41267" fmla="*/ 1233054 w 10490654"/>
                  <a:gd name="connsiteY137-41268" fmla="*/ 6197044 h 10435941"/>
                  <a:gd name="connsiteX138-41269" fmla="*/ 1136072 w 10490654"/>
                  <a:gd name="connsiteY138-41270" fmla="*/ 6252462 h 10435941"/>
                  <a:gd name="connsiteX139-41271" fmla="*/ 706582 w 10490654"/>
                  <a:gd name="connsiteY139-41272" fmla="*/ 6210899 h 10435941"/>
                  <a:gd name="connsiteX140-41273" fmla="*/ 318654 w 10490654"/>
                  <a:gd name="connsiteY140-41274" fmla="*/ 6238608 h 10435941"/>
                  <a:gd name="connsiteX141-41275" fmla="*/ 96982 w 10490654"/>
                  <a:gd name="connsiteY141-41276" fmla="*/ 6391008 h 10435941"/>
                  <a:gd name="connsiteX142-41277" fmla="*/ 0 w 10490654"/>
                  <a:gd name="connsiteY142-41278" fmla="*/ 6294026 h 10435941"/>
                  <a:gd name="connsiteX143-41279" fmla="*/ 83127 w 10490654"/>
                  <a:gd name="connsiteY143-41280" fmla="*/ 6238608 h 10435941"/>
                  <a:gd name="connsiteX0-41281" fmla="*/ 83127 w 10490654"/>
                  <a:gd name="connsiteY0-41282" fmla="*/ 6238608 h 10435941"/>
                  <a:gd name="connsiteX1-41283" fmla="*/ 96982 w 10490654"/>
                  <a:gd name="connsiteY1-41284" fmla="*/ 5795262 h 10435941"/>
                  <a:gd name="connsiteX2-41285" fmla="*/ 401782 w 10490654"/>
                  <a:gd name="connsiteY2-41286" fmla="*/ 5532026 h 10435941"/>
                  <a:gd name="connsiteX3-41287" fmla="*/ 651163 w 10490654"/>
                  <a:gd name="connsiteY3-41288" fmla="*/ 5670572 h 10435941"/>
                  <a:gd name="connsiteX4-41289" fmla="*/ 858982 w 10490654"/>
                  <a:gd name="connsiteY4-41290" fmla="*/ 5504317 h 10435941"/>
                  <a:gd name="connsiteX5-41291" fmla="*/ 997527 w 10490654"/>
                  <a:gd name="connsiteY5-41292" fmla="*/ 5351917 h 10435941"/>
                  <a:gd name="connsiteX6-41293" fmla="*/ 1080654 w 10490654"/>
                  <a:gd name="connsiteY6-41294" fmla="*/ 5435044 h 10435941"/>
                  <a:gd name="connsiteX7-41295" fmla="*/ 1269312 w 10490654"/>
                  <a:gd name="connsiteY7-41296" fmla="*/ 5679710 h 10435941"/>
                  <a:gd name="connsiteX8-41297" fmla="*/ 1523116 w 10490654"/>
                  <a:gd name="connsiteY8-41298" fmla="*/ 5481030 h 10435941"/>
                  <a:gd name="connsiteX9-41299" fmla="*/ 1731818 w 10490654"/>
                  <a:gd name="connsiteY9-41300" fmla="*/ 5296499 h 10435941"/>
                  <a:gd name="connsiteX10-41301" fmla="*/ 2022763 w 10490654"/>
                  <a:gd name="connsiteY10-41302" fmla="*/ 5060972 h 10435941"/>
                  <a:gd name="connsiteX11-41303" fmla="*/ 2119745 w 10490654"/>
                  <a:gd name="connsiteY11-41304" fmla="*/ 4631481 h 10435941"/>
                  <a:gd name="connsiteX12-41305" fmla="*/ 2172511 w 10490654"/>
                  <a:gd name="connsiteY12-41306" fmla="*/ 4164848 h 10435941"/>
                  <a:gd name="connsiteX13-41307" fmla="*/ 2355272 w 10490654"/>
                  <a:gd name="connsiteY13-41308" fmla="*/ 3855626 h 10435941"/>
                  <a:gd name="connsiteX14-41309" fmla="*/ 2752497 w 10490654"/>
                  <a:gd name="connsiteY14-41310" fmla="*/ 3475092 h 10435941"/>
                  <a:gd name="connsiteX15-41311" fmla="*/ 2978727 w 10490654"/>
                  <a:gd name="connsiteY15-41312" fmla="*/ 3259881 h 10435941"/>
                  <a:gd name="connsiteX16-41313" fmla="*/ 3006436 w 10490654"/>
                  <a:gd name="connsiteY16-41314" fmla="*/ 2816535 h 10435941"/>
                  <a:gd name="connsiteX17-41315" fmla="*/ 3075709 w 10490654"/>
                  <a:gd name="connsiteY17-41316" fmla="*/ 2525590 h 10435941"/>
                  <a:gd name="connsiteX18-41317" fmla="*/ 3075709 w 10490654"/>
                  <a:gd name="connsiteY18-41318" fmla="*/ 2317772 h 10435941"/>
                  <a:gd name="connsiteX19-41319" fmla="*/ 3214254 w 10490654"/>
                  <a:gd name="connsiteY19-41320" fmla="*/ 1985262 h 10435941"/>
                  <a:gd name="connsiteX20-41321" fmla="*/ 3214254 w 10490654"/>
                  <a:gd name="connsiteY20-41322" fmla="*/ 1694317 h 10435941"/>
                  <a:gd name="connsiteX21-41323" fmla="*/ 3513454 w 10490654"/>
                  <a:gd name="connsiteY21-41324" fmla="*/ 1126281 h 10435941"/>
                  <a:gd name="connsiteX22-41325" fmla="*/ 3463636 w 10490654"/>
                  <a:gd name="connsiteY22-41326" fmla="*/ 752208 h 10435941"/>
                  <a:gd name="connsiteX23-41327" fmla="*/ 3491345 w 10490654"/>
                  <a:gd name="connsiteY23-41328" fmla="*/ 544390 h 10435941"/>
                  <a:gd name="connsiteX24-41329" fmla="*/ 3823854 w 10490654"/>
                  <a:gd name="connsiteY24-41330" fmla="*/ 184172 h 10435941"/>
                  <a:gd name="connsiteX25-41331" fmla="*/ 4017818 w 10490654"/>
                  <a:gd name="connsiteY25-41332" fmla="*/ 59481 h 10435941"/>
                  <a:gd name="connsiteX26-41333" fmla="*/ 4433454 w 10490654"/>
                  <a:gd name="connsiteY26-41334" fmla="*/ 295008 h 10435941"/>
                  <a:gd name="connsiteX27-41335" fmla="*/ 4599709 w 10490654"/>
                  <a:gd name="connsiteY27-41336" fmla="*/ 488972 h 10435941"/>
                  <a:gd name="connsiteX28-41337" fmla="*/ 5070763 w 10490654"/>
                  <a:gd name="connsiteY28-41338" fmla="*/ 544390 h 10435941"/>
                  <a:gd name="connsiteX29-41339" fmla="*/ 5391187 w 10490654"/>
                  <a:gd name="connsiteY29-41340" fmla="*/ 603639 h 10435941"/>
                  <a:gd name="connsiteX30-41341" fmla="*/ 5568642 w 10490654"/>
                  <a:gd name="connsiteY30-41342" fmla="*/ 588271 h 10435941"/>
                  <a:gd name="connsiteX31-41343" fmla="*/ 5860472 w 10490654"/>
                  <a:gd name="connsiteY31-41344" fmla="*/ 281153 h 10435941"/>
                  <a:gd name="connsiteX32-41345" fmla="*/ 6123709 w 10490654"/>
                  <a:gd name="connsiteY32-41346" fmla="*/ 322717 h 10435941"/>
                  <a:gd name="connsiteX33-41347" fmla="*/ 6541900 w 10490654"/>
                  <a:gd name="connsiteY33-41348" fmla="*/ 168233 h 10435941"/>
                  <a:gd name="connsiteX34-41349" fmla="*/ 6681722 w 10490654"/>
                  <a:gd name="connsiteY34-41350" fmla="*/ 107503 h 10435941"/>
                  <a:gd name="connsiteX35-41351" fmla="*/ 7011678 w 10490654"/>
                  <a:gd name="connsiteY35-41352" fmla="*/ 198026 h 10435941"/>
                  <a:gd name="connsiteX36-41353" fmla="*/ 7232072 w 10490654"/>
                  <a:gd name="connsiteY36-41354" fmla="*/ 17917 h 10435941"/>
                  <a:gd name="connsiteX37-41355" fmla="*/ 7379107 w 10490654"/>
                  <a:gd name="connsiteY37-41356" fmla="*/ 0 h 10435941"/>
                  <a:gd name="connsiteX38-41357" fmla="*/ 7600859 w 10490654"/>
                  <a:gd name="connsiteY38-41358" fmla="*/ 41248 h 10435941"/>
                  <a:gd name="connsiteX39-41359" fmla="*/ 7910945 w 10490654"/>
                  <a:gd name="connsiteY39-41360" fmla="*/ 128753 h 10435941"/>
                  <a:gd name="connsiteX40-41361" fmla="*/ 8312727 w 10490654"/>
                  <a:gd name="connsiteY40-41362" fmla="*/ 59481 h 10435941"/>
                  <a:gd name="connsiteX41-41363" fmla="*/ 8647005 w 10490654"/>
                  <a:gd name="connsiteY41-41364" fmla="*/ 396707 h 10435941"/>
                  <a:gd name="connsiteX42-41365" fmla="*/ 8908472 w 10490654"/>
                  <a:gd name="connsiteY42-41366" fmla="*/ 544390 h 10435941"/>
                  <a:gd name="connsiteX43-41367" fmla="*/ 9146732 w 10490654"/>
                  <a:gd name="connsiteY43-41368" fmla="*/ 420846 h 10435941"/>
                  <a:gd name="connsiteX44-41369" fmla="*/ 9372965 w 10490654"/>
                  <a:gd name="connsiteY44-41370" fmla="*/ 466363 h 10435941"/>
                  <a:gd name="connsiteX45-41371" fmla="*/ 9518072 w 10490654"/>
                  <a:gd name="connsiteY45-41372" fmla="*/ 367819 h 10435941"/>
                  <a:gd name="connsiteX46-41373" fmla="*/ 9646301 w 10490654"/>
                  <a:gd name="connsiteY46-41374" fmla="*/ 369587 h 10435941"/>
                  <a:gd name="connsiteX47-41375" fmla="*/ 10002982 w 10490654"/>
                  <a:gd name="connsiteY47-41376" fmla="*/ 793772 h 10435941"/>
                  <a:gd name="connsiteX48-41377" fmla="*/ 10238509 w 10490654"/>
                  <a:gd name="connsiteY48-41378" fmla="*/ 987735 h 10435941"/>
                  <a:gd name="connsiteX49-41379" fmla="*/ 10224654 w 10490654"/>
                  <a:gd name="connsiteY49-41380" fmla="*/ 1250972 h 10435941"/>
                  <a:gd name="connsiteX50-41381" fmla="*/ 10238509 w 10490654"/>
                  <a:gd name="connsiteY50-41382" fmla="*/ 1444935 h 10435941"/>
                  <a:gd name="connsiteX51-41383" fmla="*/ 10243066 w 10490654"/>
                  <a:gd name="connsiteY51-41384" fmla="*/ 1580249 h 10435941"/>
                  <a:gd name="connsiteX52-41385" fmla="*/ 10490654 w 10490654"/>
                  <a:gd name="connsiteY52-41386" fmla="*/ 1753897 h 10435941"/>
                  <a:gd name="connsiteX53-41387" fmla="*/ 10077929 w 10490654"/>
                  <a:gd name="connsiteY53-41388" fmla="*/ 2207269 h 10435941"/>
                  <a:gd name="connsiteX54-41389" fmla="*/ 9781309 w 10490654"/>
                  <a:gd name="connsiteY54-41390" fmla="*/ 2497881 h 10435941"/>
                  <a:gd name="connsiteX55-41391" fmla="*/ 9580055 w 10490654"/>
                  <a:gd name="connsiteY55-41392" fmla="*/ 3426134 h 10435941"/>
                  <a:gd name="connsiteX56-41393" fmla="*/ 9532477 w 10490654"/>
                  <a:gd name="connsiteY56-41394" fmla="*/ 3685207 h 10435941"/>
                  <a:gd name="connsiteX57-41395" fmla="*/ 9365672 w 10490654"/>
                  <a:gd name="connsiteY57-41396" fmla="*/ 3911044 h 10435941"/>
                  <a:gd name="connsiteX58-41397" fmla="*/ 9310254 w 10490654"/>
                  <a:gd name="connsiteY58-41398" fmla="*/ 4077299 h 10435941"/>
                  <a:gd name="connsiteX59-41399" fmla="*/ 9236422 w 10490654"/>
                  <a:gd name="connsiteY59-41400" fmla="*/ 4285117 h 10435941"/>
                  <a:gd name="connsiteX60-41401" fmla="*/ 9205255 w 10490654"/>
                  <a:gd name="connsiteY60-41402" fmla="*/ 4430122 h 10435941"/>
                  <a:gd name="connsiteX61-41403" fmla="*/ 9337963 w 10490654"/>
                  <a:gd name="connsiteY61-41404" fmla="*/ 4659190 h 10435941"/>
                  <a:gd name="connsiteX62-41405" fmla="*/ 9382180 w 10490654"/>
                  <a:gd name="connsiteY62-41406" fmla="*/ 4915057 h 10435941"/>
                  <a:gd name="connsiteX63-41407" fmla="*/ 9397939 w 10490654"/>
                  <a:gd name="connsiteY63-41408" fmla="*/ 5208060 h 10435941"/>
                  <a:gd name="connsiteX64-41409" fmla="*/ 9383359 w 10490654"/>
                  <a:gd name="connsiteY64-41410" fmla="*/ 5615153 h 10435941"/>
                  <a:gd name="connsiteX65-41411" fmla="*/ 9518623 w 10490654"/>
                  <a:gd name="connsiteY65-41412" fmla="*/ 5975373 h 10435941"/>
                  <a:gd name="connsiteX66-41413" fmla="*/ 9540496 w 10490654"/>
                  <a:gd name="connsiteY66-41414" fmla="*/ 6403714 h 10435941"/>
                  <a:gd name="connsiteX67-41415" fmla="*/ 9933709 w 10490654"/>
                  <a:gd name="connsiteY67-41416" fmla="*/ 6862062 h 10435941"/>
                  <a:gd name="connsiteX68-41417" fmla="*/ 10052074 w 10490654"/>
                  <a:gd name="connsiteY68-41418" fmla="*/ 7221396 h 10435941"/>
                  <a:gd name="connsiteX69-41419" fmla="*/ 10232908 w 10490654"/>
                  <a:gd name="connsiteY69-41420" fmla="*/ 7514995 h 10435941"/>
                  <a:gd name="connsiteX70-41421" fmla="*/ 9670472 w 10490654"/>
                  <a:gd name="connsiteY70-41422" fmla="*/ 7540935 h 10435941"/>
                  <a:gd name="connsiteX71-41423" fmla="*/ 9174087 w 10490654"/>
                  <a:gd name="connsiteY71-41424" fmla="*/ 7651772 h 10435941"/>
                  <a:gd name="connsiteX72-41425" fmla="*/ 9128871 w 10490654"/>
                  <a:gd name="connsiteY72-41426" fmla="*/ 7790317 h 10435941"/>
                  <a:gd name="connsiteX73-41427" fmla="*/ 9019309 w 10490654"/>
                  <a:gd name="connsiteY73-41428" fmla="*/ 7998135 h 10435941"/>
                  <a:gd name="connsiteX74-41429" fmla="*/ 8933823 w 10490654"/>
                  <a:gd name="connsiteY74-41430" fmla="*/ 8085908 h 10435941"/>
                  <a:gd name="connsiteX75-41431" fmla="*/ 9036787 w 10490654"/>
                  <a:gd name="connsiteY75-41432" fmla="*/ 8313437 h 10435941"/>
                  <a:gd name="connsiteX76-41433" fmla="*/ 9027559 w 10490654"/>
                  <a:gd name="connsiteY76-41434" fmla="*/ 8524608 h 10435941"/>
                  <a:gd name="connsiteX77-41435" fmla="*/ 8993669 w 10490654"/>
                  <a:gd name="connsiteY77-41436" fmla="*/ 8758113 h 10435941"/>
                  <a:gd name="connsiteX78-41437" fmla="*/ 8991600 w 10490654"/>
                  <a:gd name="connsiteY78-41438" fmla="*/ 8967953 h 10435941"/>
                  <a:gd name="connsiteX79-41439" fmla="*/ 8894618 w 10490654"/>
                  <a:gd name="connsiteY79-41440" fmla="*/ 9272753 h 10435941"/>
                  <a:gd name="connsiteX80-41441" fmla="*/ 8922328 w 10490654"/>
                  <a:gd name="connsiteY80-41442" fmla="*/ 9578490 h 10435941"/>
                  <a:gd name="connsiteX81-41443" fmla="*/ 9138715 w 10490654"/>
                  <a:gd name="connsiteY81-41444" fmla="*/ 9750056 h 10435941"/>
                  <a:gd name="connsiteX82-41445" fmla="*/ 9231789 w 10490654"/>
                  <a:gd name="connsiteY82-41446" fmla="*/ 9890275 h 10435941"/>
                  <a:gd name="connsiteX83-41447" fmla="*/ 9462870 w 10490654"/>
                  <a:gd name="connsiteY83-41448" fmla="*/ 9929452 h 10435941"/>
                  <a:gd name="connsiteX84-41449" fmla="*/ 9472032 w 10490654"/>
                  <a:gd name="connsiteY84-41450" fmla="*/ 9818955 h 10435941"/>
                  <a:gd name="connsiteX85-41451" fmla="*/ 9620746 w 10490654"/>
                  <a:gd name="connsiteY85-41452" fmla="*/ 9758904 h 10435941"/>
                  <a:gd name="connsiteX86-41453" fmla="*/ 9632264 w 10490654"/>
                  <a:gd name="connsiteY86-41454" fmla="*/ 10334695 h 10435941"/>
                  <a:gd name="connsiteX87-41455" fmla="*/ 9504664 w 10490654"/>
                  <a:gd name="connsiteY87-41456" fmla="*/ 10338313 h 10435941"/>
                  <a:gd name="connsiteX88-41457" fmla="*/ 9328580 w 10490654"/>
                  <a:gd name="connsiteY88-41458" fmla="*/ 10427202 h 10435941"/>
                  <a:gd name="connsiteX89-41459" fmla="*/ 9204220 w 10490654"/>
                  <a:gd name="connsiteY89-41460" fmla="*/ 10435941 h 10435941"/>
                  <a:gd name="connsiteX90-41461" fmla="*/ 9065234 w 10490654"/>
                  <a:gd name="connsiteY90-41462" fmla="*/ 10122103 h 10435941"/>
                  <a:gd name="connsiteX91-41463" fmla="*/ 8954319 w 10490654"/>
                  <a:gd name="connsiteY91-41464" fmla="*/ 10072174 h 10435941"/>
                  <a:gd name="connsiteX92-41465" fmla="*/ 8793275 w 10490654"/>
                  <a:gd name="connsiteY92-41466" fmla="*/ 9863725 h 10435941"/>
                  <a:gd name="connsiteX93-41467" fmla="*/ 8479422 w 10490654"/>
                  <a:gd name="connsiteY93-41468" fmla="*/ 9748287 h 10435941"/>
                  <a:gd name="connsiteX94-41469" fmla="*/ 8359423 w 10490654"/>
                  <a:gd name="connsiteY94-41470" fmla="*/ 9651431 h 10435941"/>
                  <a:gd name="connsiteX95-41471" fmla="*/ 8285018 w 10490654"/>
                  <a:gd name="connsiteY95-41472" fmla="*/ 9480572 h 10435941"/>
                  <a:gd name="connsiteX96-41473" fmla="*/ 8243564 w 10490654"/>
                  <a:gd name="connsiteY96-41474" fmla="*/ 9374254 h 10435941"/>
                  <a:gd name="connsiteX97-41475" fmla="*/ 8146472 w 10490654"/>
                  <a:gd name="connsiteY97-41476" fmla="*/ 9355881 h 10435941"/>
                  <a:gd name="connsiteX98-41477" fmla="*/ 8091054 w 10490654"/>
                  <a:gd name="connsiteY98-41478" fmla="*/ 9577553 h 10435941"/>
                  <a:gd name="connsiteX99-41479" fmla="*/ 7948364 w 10490654"/>
                  <a:gd name="connsiteY99-41480" fmla="*/ 9610939 h 10435941"/>
                  <a:gd name="connsiteX100-41481" fmla="*/ 7595184 w 10490654"/>
                  <a:gd name="connsiteY100-41482" fmla="*/ 9552340 h 10435941"/>
                  <a:gd name="connsiteX101-41483" fmla="*/ 7456879 w 10490654"/>
                  <a:gd name="connsiteY101-41484" fmla="*/ 9485198 h 10435941"/>
                  <a:gd name="connsiteX102-41485" fmla="*/ 7264584 w 10490654"/>
                  <a:gd name="connsiteY102-41486" fmla="*/ 9449904 h 10435941"/>
                  <a:gd name="connsiteX103-41487" fmla="*/ 7171401 w 10490654"/>
                  <a:gd name="connsiteY103-41488" fmla="*/ 9200180 h 10435941"/>
                  <a:gd name="connsiteX104-41489" fmla="*/ 6954982 w 10490654"/>
                  <a:gd name="connsiteY104-41490" fmla="*/ 9189626 h 10435941"/>
                  <a:gd name="connsiteX105-41491" fmla="*/ 6674084 w 10490654"/>
                  <a:gd name="connsiteY105-41492" fmla="*/ 9285034 h 10435941"/>
                  <a:gd name="connsiteX106-41493" fmla="*/ 6679359 w 10490654"/>
                  <a:gd name="connsiteY106-41494" fmla="*/ 9099745 h 10435941"/>
                  <a:gd name="connsiteX107-41495" fmla="*/ 6552868 w 10490654"/>
                  <a:gd name="connsiteY107-41496" fmla="*/ 9013951 h 10435941"/>
                  <a:gd name="connsiteX108-41497" fmla="*/ 6428509 w 10490654"/>
                  <a:gd name="connsiteY108-41498" fmla="*/ 8954099 h 10435941"/>
                  <a:gd name="connsiteX109-41499" fmla="*/ 6325922 w 10490654"/>
                  <a:gd name="connsiteY109-41500" fmla="*/ 9057307 h 10435941"/>
                  <a:gd name="connsiteX110-41501" fmla="*/ 6167763 w 10490654"/>
                  <a:gd name="connsiteY110-41502" fmla="*/ 8978227 h 10435941"/>
                  <a:gd name="connsiteX111-41503" fmla="*/ 6002132 w 10490654"/>
                  <a:gd name="connsiteY111-41504" fmla="*/ 9093734 h 10435941"/>
                  <a:gd name="connsiteX112-41505" fmla="*/ 5735890 w 10490654"/>
                  <a:gd name="connsiteY112-41506" fmla="*/ 9101726 h 10435941"/>
                  <a:gd name="connsiteX113-41507" fmla="*/ 5674760 w 10490654"/>
                  <a:gd name="connsiteY113-41508" fmla="*/ 9081904 h 10435941"/>
                  <a:gd name="connsiteX114-41509" fmla="*/ 5507415 w 10490654"/>
                  <a:gd name="connsiteY114-41510" fmla="*/ 9128137 h 10435941"/>
                  <a:gd name="connsiteX115-41511" fmla="*/ 5505859 w 10490654"/>
                  <a:gd name="connsiteY115-41512" fmla="*/ 8870972 h 10435941"/>
                  <a:gd name="connsiteX116-41513" fmla="*/ 5505857 w 10490654"/>
                  <a:gd name="connsiteY116-41514" fmla="*/ 8634977 h 10435941"/>
                  <a:gd name="connsiteX117-41515" fmla="*/ 5336024 w 10490654"/>
                  <a:gd name="connsiteY117-41516" fmla="*/ 8333292 h 10435941"/>
                  <a:gd name="connsiteX118-41517" fmla="*/ 5230324 w 10490654"/>
                  <a:gd name="connsiteY118-41518" fmla="*/ 8082820 h 10435941"/>
                  <a:gd name="connsiteX119-41519" fmla="*/ 5317031 w 10490654"/>
                  <a:gd name="connsiteY119-41520" fmla="*/ 7610208 h 10435941"/>
                  <a:gd name="connsiteX120-41521" fmla="*/ 5201059 w 10490654"/>
                  <a:gd name="connsiteY120-41522" fmla="*/ 7320352 h 10435941"/>
                  <a:gd name="connsiteX121-41523" fmla="*/ 5250872 w 10490654"/>
                  <a:gd name="connsiteY121-41524" fmla="*/ 7069881 h 10435941"/>
                  <a:gd name="connsiteX122-41525" fmla="*/ 5245735 w 10490654"/>
                  <a:gd name="connsiteY122-41526" fmla="*/ 7018665 h 10435941"/>
                  <a:gd name="connsiteX123-41527" fmla="*/ 4577603 w 10490654"/>
                  <a:gd name="connsiteY123-41528" fmla="*/ 7013996 h 10435941"/>
                  <a:gd name="connsiteX124-41529" fmla="*/ 4528412 w 10490654"/>
                  <a:gd name="connsiteY124-41530" fmla="*/ 6840580 h 10435941"/>
                  <a:gd name="connsiteX125-41531" fmla="*/ 4038834 w 10490654"/>
                  <a:gd name="connsiteY125-41532" fmla="*/ 6816452 h 10435941"/>
                  <a:gd name="connsiteX126-41533" fmla="*/ 3976254 w 10490654"/>
                  <a:gd name="connsiteY126-41534" fmla="*/ 7069881 h 10435941"/>
                  <a:gd name="connsiteX127-41535" fmla="*/ 3932667 w 10490654"/>
                  <a:gd name="connsiteY127-41536" fmla="*/ 7281279 h 10435941"/>
                  <a:gd name="connsiteX128-41537" fmla="*/ 3884155 w 10490654"/>
                  <a:gd name="connsiteY128-41538" fmla="*/ 7403480 h 10435941"/>
                  <a:gd name="connsiteX129-41539" fmla="*/ 3572499 w 10490654"/>
                  <a:gd name="connsiteY129-41540" fmla="*/ 7365450 h 10435941"/>
                  <a:gd name="connsiteX130-41541" fmla="*/ 3311236 w 10490654"/>
                  <a:gd name="connsiteY130-41542" fmla="*/ 7402390 h 10435941"/>
                  <a:gd name="connsiteX131-41543" fmla="*/ 2921540 w 10490654"/>
                  <a:gd name="connsiteY131-41544" fmla="*/ 7414475 h 10435941"/>
                  <a:gd name="connsiteX132-41545" fmla="*/ 2784763 w 10490654"/>
                  <a:gd name="connsiteY132-41546" fmla="*/ 7139153 h 10435941"/>
                  <a:gd name="connsiteX133-41547" fmla="*/ 2604654 w 10490654"/>
                  <a:gd name="connsiteY133-41548" fmla="*/ 6862062 h 10435941"/>
                  <a:gd name="connsiteX134-41549" fmla="*/ 2410691 w 10490654"/>
                  <a:gd name="connsiteY134-41550" fmla="*/ 6363299 h 10435941"/>
                  <a:gd name="connsiteX135-41551" fmla="*/ 2327563 w 10490654"/>
                  <a:gd name="connsiteY135-41552" fmla="*/ 6224753 h 10435941"/>
                  <a:gd name="connsiteX136-41553" fmla="*/ 1662545 w 10490654"/>
                  <a:gd name="connsiteY136-41554" fmla="*/ 6197044 h 10435941"/>
                  <a:gd name="connsiteX137-41555" fmla="*/ 1233054 w 10490654"/>
                  <a:gd name="connsiteY137-41556" fmla="*/ 6197044 h 10435941"/>
                  <a:gd name="connsiteX138-41557" fmla="*/ 1136072 w 10490654"/>
                  <a:gd name="connsiteY138-41558" fmla="*/ 6252462 h 10435941"/>
                  <a:gd name="connsiteX139-41559" fmla="*/ 706582 w 10490654"/>
                  <a:gd name="connsiteY139-41560" fmla="*/ 6210899 h 10435941"/>
                  <a:gd name="connsiteX140-41561" fmla="*/ 318654 w 10490654"/>
                  <a:gd name="connsiteY140-41562" fmla="*/ 6238608 h 10435941"/>
                  <a:gd name="connsiteX141-41563" fmla="*/ 96982 w 10490654"/>
                  <a:gd name="connsiteY141-41564" fmla="*/ 6391008 h 10435941"/>
                  <a:gd name="connsiteX142-41565" fmla="*/ 0 w 10490654"/>
                  <a:gd name="connsiteY142-41566" fmla="*/ 6294026 h 10435941"/>
                  <a:gd name="connsiteX143-41567" fmla="*/ 83127 w 10490654"/>
                  <a:gd name="connsiteY143-41568" fmla="*/ 6238608 h 10435941"/>
                  <a:gd name="connsiteX0-41569" fmla="*/ 83127 w 10490654"/>
                  <a:gd name="connsiteY0-41570" fmla="*/ 6238608 h 10435941"/>
                  <a:gd name="connsiteX1-41571" fmla="*/ 96982 w 10490654"/>
                  <a:gd name="connsiteY1-41572" fmla="*/ 5795262 h 10435941"/>
                  <a:gd name="connsiteX2-41573" fmla="*/ 401782 w 10490654"/>
                  <a:gd name="connsiteY2-41574" fmla="*/ 5532026 h 10435941"/>
                  <a:gd name="connsiteX3-41575" fmla="*/ 651163 w 10490654"/>
                  <a:gd name="connsiteY3-41576" fmla="*/ 5670572 h 10435941"/>
                  <a:gd name="connsiteX4-41577" fmla="*/ 858982 w 10490654"/>
                  <a:gd name="connsiteY4-41578" fmla="*/ 5504317 h 10435941"/>
                  <a:gd name="connsiteX5-41579" fmla="*/ 997527 w 10490654"/>
                  <a:gd name="connsiteY5-41580" fmla="*/ 5351917 h 10435941"/>
                  <a:gd name="connsiteX6-41581" fmla="*/ 1080654 w 10490654"/>
                  <a:gd name="connsiteY6-41582" fmla="*/ 5435044 h 10435941"/>
                  <a:gd name="connsiteX7-41583" fmla="*/ 1269312 w 10490654"/>
                  <a:gd name="connsiteY7-41584" fmla="*/ 5679710 h 10435941"/>
                  <a:gd name="connsiteX8-41585" fmla="*/ 1523116 w 10490654"/>
                  <a:gd name="connsiteY8-41586" fmla="*/ 5481030 h 10435941"/>
                  <a:gd name="connsiteX9-41587" fmla="*/ 1731818 w 10490654"/>
                  <a:gd name="connsiteY9-41588" fmla="*/ 5296499 h 10435941"/>
                  <a:gd name="connsiteX10-41589" fmla="*/ 2022763 w 10490654"/>
                  <a:gd name="connsiteY10-41590" fmla="*/ 5060972 h 10435941"/>
                  <a:gd name="connsiteX11-41591" fmla="*/ 2119745 w 10490654"/>
                  <a:gd name="connsiteY11-41592" fmla="*/ 4631481 h 10435941"/>
                  <a:gd name="connsiteX12-41593" fmla="*/ 2172511 w 10490654"/>
                  <a:gd name="connsiteY12-41594" fmla="*/ 4164848 h 10435941"/>
                  <a:gd name="connsiteX13-41595" fmla="*/ 2355272 w 10490654"/>
                  <a:gd name="connsiteY13-41596" fmla="*/ 3855626 h 10435941"/>
                  <a:gd name="connsiteX14-41597" fmla="*/ 2752497 w 10490654"/>
                  <a:gd name="connsiteY14-41598" fmla="*/ 3475092 h 10435941"/>
                  <a:gd name="connsiteX15-41599" fmla="*/ 2978727 w 10490654"/>
                  <a:gd name="connsiteY15-41600" fmla="*/ 3259881 h 10435941"/>
                  <a:gd name="connsiteX16-41601" fmla="*/ 3006436 w 10490654"/>
                  <a:gd name="connsiteY16-41602" fmla="*/ 2816535 h 10435941"/>
                  <a:gd name="connsiteX17-41603" fmla="*/ 3075709 w 10490654"/>
                  <a:gd name="connsiteY17-41604" fmla="*/ 2525590 h 10435941"/>
                  <a:gd name="connsiteX18-41605" fmla="*/ 3075709 w 10490654"/>
                  <a:gd name="connsiteY18-41606" fmla="*/ 2317772 h 10435941"/>
                  <a:gd name="connsiteX19-41607" fmla="*/ 3214254 w 10490654"/>
                  <a:gd name="connsiteY19-41608" fmla="*/ 1985262 h 10435941"/>
                  <a:gd name="connsiteX20-41609" fmla="*/ 3214254 w 10490654"/>
                  <a:gd name="connsiteY20-41610" fmla="*/ 1694317 h 10435941"/>
                  <a:gd name="connsiteX21-41611" fmla="*/ 3513454 w 10490654"/>
                  <a:gd name="connsiteY21-41612" fmla="*/ 1126281 h 10435941"/>
                  <a:gd name="connsiteX22-41613" fmla="*/ 3463636 w 10490654"/>
                  <a:gd name="connsiteY22-41614" fmla="*/ 752208 h 10435941"/>
                  <a:gd name="connsiteX23-41615" fmla="*/ 3491345 w 10490654"/>
                  <a:gd name="connsiteY23-41616" fmla="*/ 544390 h 10435941"/>
                  <a:gd name="connsiteX24-41617" fmla="*/ 3823854 w 10490654"/>
                  <a:gd name="connsiteY24-41618" fmla="*/ 184172 h 10435941"/>
                  <a:gd name="connsiteX25-41619" fmla="*/ 4017818 w 10490654"/>
                  <a:gd name="connsiteY25-41620" fmla="*/ 59481 h 10435941"/>
                  <a:gd name="connsiteX26-41621" fmla="*/ 4433454 w 10490654"/>
                  <a:gd name="connsiteY26-41622" fmla="*/ 295008 h 10435941"/>
                  <a:gd name="connsiteX27-41623" fmla="*/ 4599709 w 10490654"/>
                  <a:gd name="connsiteY27-41624" fmla="*/ 488972 h 10435941"/>
                  <a:gd name="connsiteX28-41625" fmla="*/ 5070763 w 10490654"/>
                  <a:gd name="connsiteY28-41626" fmla="*/ 544390 h 10435941"/>
                  <a:gd name="connsiteX29-41627" fmla="*/ 5391187 w 10490654"/>
                  <a:gd name="connsiteY29-41628" fmla="*/ 603639 h 10435941"/>
                  <a:gd name="connsiteX30-41629" fmla="*/ 5568642 w 10490654"/>
                  <a:gd name="connsiteY30-41630" fmla="*/ 588271 h 10435941"/>
                  <a:gd name="connsiteX31-41631" fmla="*/ 5860472 w 10490654"/>
                  <a:gd name="connsiteY31-41632" fmla="*/ 281153 h 10435941"/>
                  <a:gd name="connsiteX32-41633" fmla="*/ 6123709 w 10490654"/>
                  <a:gd name="connsiteY32-41634" fmla="*/ 322717 h 10435941"/>
                  <a:gd name="connsiteX33-41635" fmla="*/ 6541900 w 10490654"/>
                  <a:gd name="connsiteY33-41636" fmla="*/ 168233 h 10435941"/>
                  <a:gd name="connsiteX34-41637" fmla="*/ 6681722 w 10490654"/>
                  <a:gd name="connsiteY34-41638" fmla="*/ 107503 h 10435941"/>
                  <a:gd name="connsiteX35-41639" fmla="*/ 7011678 w 10490654"/>
                  <a:gd name="connsiteY35-41640" fmla="*/ 198026 h 10435941"/>
                  <a:gd name="connsiteX36-41641" fmla="*/ 7232072 w 10490654"/>
                  <a:gd name="connsiteY36-41642" fmla="*/ 17917 h 10435941"/>
                  <a:gd name="connsiteX37-41643" fmla="*/ 7379107 w 10490654"/>
                  <a:gd name="connsiteY37-41644" fmla="*/ 0 h 10435941"/>
                  <a:gd name="connsiteX38-41645" fmla="*/ 7600859 w 10490654"/>
                  <a:gd name="connsiteY38-41646" fmla="*/ 41248 h 10435941"/>
                  <a:gd name="connsiteX39-41647" fmla="*/ 7910945 w 10490654"/>
                  <a:gd name="connsiteY39-41648" fmla="*/ 128753 h 10435941"/>
                  <a:gd name="connsiteX40-41649" fmla="*/ 8312727 w 10490654"/>
                  <a:gd name="connsiteY40-41650" fmla="*/ 59481 h 10435941"/>
                  <a:gd name="connsiteX41-41651" fmla="*/ 8647005 w 10490654"/>
                  <a:gd name="connsiteY41-41652" fmla="*/ 396707 h 10435941"/>
                  <a:gd name="connsiteX42-41653" fmla="*/ 8908472 w 10490654"/>
                  <a:gd name="connsiteY42-41654" fmla="*/ 544390 h 10435941"/>
                  <a:gd name="connsiteX43-41655" fmla="*/ 9146732 w 10490654"/>
                  <a:gd name="connsiteY43-41656" fmla="*/ 420846 h 10435941"/>
                  <a:gd name="connsiteX44-41657" fmla="*/ 9372965 w 10490654"/>
                  <a:gd name="connsiteY44-41658" fmla="*/ 466363 h 10435941"/>
                  <a:gd name="connsiteX45-41659" fmla="*/ 9518072 w 10490654"/>
                  <a:gd name="connsiteY45-41660" fmla="*/ 367819 h 10435941"/>
                  <a:gd name="connsiteX46-41661" fmla="*/ 9646301 w 10490654"/>
                  <a:gd name="connsiteY46-41662" fmla="*/ 369587 h 10435941"/>
                  <a:gd name="connsiteX47-41663" fmla="*/ 10002982 w 10490654"/>
                  <a:gd name="connsiteY47-41664" fmla="*/ 793772 h 10435941"/>
                  <a:gd name="connsiteX48-41665" fmla="*/ 10238509 w 10490654"/>
                  <a:gd name="connsiteY48-41666" fmla="*/ 987735 h 10435941"/>
                  <a:gd name="connsiteX49-41667" fmla="*/ 10224654 w 10490654"/>
                  <a:gd name="connsiteY49-41668" fmla="*/ 1250972 h 10435941"/>
                  <a:gd name="connsiteX50-41669" fmla="*/ 10238509 w 10490654"/>
                  <a:gd name="connsiteY50-41670" fmla="*/ 1444935 h 10435941"/>
                  <a:gd name="connsiteX51-41671" fmla="*/ 10243066 w 10490654"/>
                  <a:gd name="connsiteY51-41672" fmla="*/ 1580249 h 10435941"/>
                  <a:gd name="connsiteX52-41673" fmla="*/ 10490654 w 10490654"/>
                  <a:gd name="connsiteY52-41674" fmla="*/ 1753897 h 10435941"/>
                  <a:gd name="connsiteX53-41675" fmla="*/ 10077929 w 10490654"/>
                  <a:gd name="connsiteY53-41676" fmla="*/ 2207269 h 10435941"/>
                  <a:gd name="connsiteX54-41677" fmla="*/ 9781309 w 10490654"/>
                  <a:gd name="connsiteY54-41678" fmla="*/ 2497881 h 10435941"/>
                  <a:gd name="connsiteX55-41679" fmla="*/ 9580055 w 10490654"/>
                  <a:gd name="connsiteY55-41680" fmla="*/ 3426134 h 10435941"/>
                  <a:gd name="connsiteX56-41681" fmla="*/ 9532477 w 10490654"/>
                  <a:gd name="connsiteY56-41682" fmla="*/ 3685207 h 10435941"/>
                  <a:gd name="connsiteX57-41683" fmla="*/ 9365672 w 10490654"/>
                  <a:gd name="connsiteY57-41684" fmla="*/ 3911044 h 10435941"/>
                  <a:gd name="connsiteX58-41685" fmla="*/ 9310254 w 10490654"/>
                  <a:gd name="connsiteY58-41686" fmla="*/ 4077299 h 10435941"/>
                  <a:gd name="connsiteX59-41687" fmla="*/ 9236422 w 10490654"/>
                  <a:gd name="connsiteY59-41688" fmla="*/ 4285117 h 10435941"/>
                  <a:gd name="connsiteX60-41689" fmla="*/ 9205255 w 10490654"/>
                  <a:gd name="connsiteY60-41690" fmla="*/ 4430122 h 10435941"/>
                  <a:gd name="connsiteX61-41691" fmla="*/ 9337963 w 10490654"/>
                  <a:gd name="connsiteY61-41692" fmla="*/ 4659190 h 10435941"/>
                  <a:gd name="connsiteX62-41693" fmla="*/ 9382180 w 10490654"/>
                  <a:gd name="connsiteY62-41694" fmla="*/ 4915057 h 10435941"/>
                  <a:gd name="connsiteX63-41695" fmla="*/ 9397939 w 10490654"/>
                  <a:gd name="connsiteY63-41696" fmla="*/ 5208060 h 10435941"/>
                  <a:gd name="connsiteX64-41697" fmla="*/ 9383359 w 10490654"/>
                  <a:gd name="connsiteY64-41698" fmla="*/ 5615153 h 10435941"/>
                  <a:gd name="connsiteX65-41699" fmla="*/ 9518623 w 10490654"/>
                  <a:gd name="connsiteY65-41700" fmla="*/ 5975373 h 10435941"/>
                  <a:gd name="connsiteX66-41701" fmla="*/ 9540496 w 10490654"/>
                  <a:gd name="connsiteY66-41702" fmla="*/ 6403714 h 10435941"/>
                  <a:gd name="connsiteX67-41703" fmla="*/ 9933709 w 10490654"/>
                  <a:gd name="connsiteY67-41704" fmla="*/ 6862062 h 10435941"/>
                  <a:gd name="connsiteX68-41705" fmla="*/ 10052074 w 10490654"/>
                  <a:gd name="connsiteY68-41706" fmla="*/ 7221396 h 10435941"/>
                  <a:gd name="connsiteX69-41707" fmla="*/ 10232908 w 10490654"/>
                  <a:gd name="connsiteY69-41708" fmla="*/ 7514995 h 10435941"/>
                  <a:gd name="connsiteX70-41709" fmla="*/ 9670472 w 10490654"/>
                  <a:gd name="connsiteY70-41710" fmla="*/ 7540935 h 10435941"/>
                  <a:gd name="connsiteX71-41711" fmla="*/ 9174087 w 10490654"/>
                  <a:gd name="connsiteY71-41712" fmla="*/ 7651772 h 10435941"/>
                  <a:gd name="connsiteX72-41713" fmla="*/ 9128871 w 10490654"/>
                  <a:gd name="connsiteY72-41714" fmla="*/ 7790317 h 10435941"/>
                  <a:gd name="connsiteX73-41715" fmla="*/ 9019309 w 10490654"/>
                  <a:gd name="connsiteY73-41716" fmla="*/ 7998135 h 10435941"/>
                  <a:gd name="connsiteX74-41717" fmla="*/ 8933823 w 10490654"/>
                  <a:gd name="connsiteY74-41718" fmla="*/ 8085908 h 10435941"/>
                  <a:gd name="connsiteX75-41719" fmla="*/ 9036787 w 10490654"/>
                  <a:gd name="connsiteY75-41720" fmla="*/ 8313437 h 10435941"/>
                  <a:gd name="connsiteX76-41721" fmla="*/ 9027559 w 10490654"/>
                  <a:gd name="connsiteY76-41722" fmla="*/ 8524608 h 10435941"/>
                  <a:gd name="connsiteX77-41723" fmla="*/ 8993669 w 10490654"/>
                  <a:gd name="connsiteY77-41724" fmla="*/ 8758113 h 10435941"/>
                  <a:gd name="connsiteX78-41725" fmla="*/ 8991600 w 10490654"/>
                  <a:gd name="connsiteY78-41726" fmla="*/ 8967953 h 10435941"/>
                  <a:gd name="connsiteX79-41727" fmla="*/ 8894618 w 10490654"/>
                  <a:gd name="connsiteY79-41728" fmla="*/ 9272753 h 10435941"/>
                  <a:gd name="connsiteX80-41729" fmla="*/ 8922328 w 10490654"/>
                  <a:gd name="connsiteY80-41730" fmla="*/ 9578490 h 10435941"/>
                  <a:gd name="connsiteX81-41731" fmla="*/ 9138715 w 10490654"/>
                  <a:gd name="connsiteY81-41732" fmla="*/ 9750056 h 10435941"/>
                  <a:gd name="connsiteX82-41733" fmla="*/ 9231789 w 10490654"/>
                  <a:gd name="connsiteY82-41734" fmla="*/ 9890275 h 10435941"/>
                  <a:gd name="connsiteX83-41735" fmla="*/ 9462870 w 10490654"/>
                  <a:gd name="connsiteY83-41736" fmla="*/ 9929452 h 10435941"/>
                  <a:gd name="connsiteX84-41737" fmla="*/ 9472032 w 10490654"/>
                  <a:gd name="connsiteY84-41738" fmla="*/ 9818955 h 10435941"/>
                  <a:gd name="connsiteX85-41739" fmla="*/ 9620746 w 10490654"/>
                  <a:gd name="connsiteY85-41740" fmla="*/ 9758904 h 10435941"/>
                  <a:gd name="connsiteX86-41741" fmla="*/ 9632264 w 10490654"/>
                  <a:gd name="connsiteY86-41742" fmla="*/ 10334695 h 10435941"/>
                  <a:gd name="connsiteX87-41743" fmla="*/ 9504664 w 10490654"/>
                  <a:gd name="connsiteY87-41744" fmla="*/ 10338313 h 10435941"/>
                  <a:gd name="connsiteX88-41745" fmla="*/ 9328580 w 10490654"/>
                  <a:gd name="connsiteY88-41746" fmla="*/ 10427202 h 10435941"/>
                  <a:gd name="connsiteX89-41747" fmla="*/ 9204220 w 10490654"/>
                  <a:gd name="connsiteY89-41748" fmla="*/ 10435941 h 10435941"/>
                  <a:gd name="connsiteX90-41749" fmla="*/ 9065234 w 10490654"/>
                  <a:gd name="connsiteY90-41750" fmla="*/ 10122103 h 10435941"/>
                  <a:gd name="connsiteX91-41751" fmla="*/ 8954319 w 10490654"/>
                  <a:gd name="connsiteY91-41752" fmla="*/ 10072174 h 10435941"/>
                  <a:gd name="connsiteX92-41753" fmla="*/ 8793275 w 10490654"/>
                  <a:gd name="connsiteY92-41754" fmla="*/ 9863725 h 10435941"/>
                  <a:gd name="connsiteX93-41755" fmla="*/ 8479422 w 10490654"/>
                  <a:gd name="connsiteY93-41756" fmla="*/ 9748287 h 10435941"/>
                  <a:gd name="connsiteX94-41757" fmla="*/ 8359423 w 10490654"/>
                  <a:gd name="connsiteY94-41758" fmla="*/ 9651431 h 10435941"/>
                  <a:gd name="connsiteX95-41759" fmla="*/ 8285018 w 10490654"/>
                  <a:gd name="connsiteY95-41760" fmla="*/ 9480572 h 10435941"/>
                  <a:gd name="connsiteX96-41761" fmla="*/ 8243564 w 10490654"/>
                  <a:gd name="connsiteY96-41762" fmla="*/ 9374254 h 10435941"/>
                  <a:gd name="connsiteX97-41763" fmla="*/ 8146472 w 10490654"/>
                  <a:gd name="connsiteY97-41764" fmla="*/ 9355881 h 10435941"/>
                  <a:gd name="connsiteX98-41765" fmla="*/ 8091054 w 10490654"/>
                  <a:gd name="connsiteY98-41766" fmla="*/ 9577553 h 10435941"/>
                  <a:gd name="connsiteX99-41767" fmla="*/ 7948364 w 10490654"/>
                  <a:gd name="connsiteY99-41768" fmla="*/ 9610939 h 10435941"/>
                  <a:gd name="connsiteX100-41769" fmla="*/ 7595184 w 10490654"/>
                  <a:gd name="connsiteY100-41770" fmla="*/ 9552340 h 10435941"/>
                  <a:gd name="connsiteX101-41771" fmla="*/ 7456879 w 10490654"/>
                  <a:gd name="connsiteY101-41772" fmla="*/ 9485198 h 10435941"/>
                  <a:gd name="connsiteX102-41773" fmla="*/ 7264584 w 10490654"/>
                  <a:gd name="connsiteY102-41774" fmla="*/ 9449904 h 10435941"/>
                  <a:gd name="connsiteX103-41775" fmla="*/ 7171401 w 10490654"/>
                  <a:gd name="connsiteY103-41776" fmla="*/ 9200180 h 10435941"/>
                  <a:gd name="connsiteX104-41777" fmla="*/ 6954982 w 10490654"/>
                  <a:gd name="connsiteY104-41778" fmla="*/ 9189626 h 10435941"/>
                  <a:gd name="connsiteX105-41779" fmla="*/ 6674084 w 10490654"/>
                  <a:gd name="connsiteY105-41780" fmla="*/ 9285034 h 10435941"/>
                  <a:gd name="connsiteX106-41781" fmla="*/ 6679359 w 10490654"/>
                  <a:gd name="connsiteY106-41782" fmla="*/ 9099745 h 10435941"/>
                  <a:gd name="connsiteX107-41783" fmla="*/ 6552868 w 10490654"/>
                  <a:gd name="connsiteY107-41784" fmla="*/ 9013951 h 10435941"/>
                  <a:gd name="connsiteX108-41785" fmla="*/ 6428509 w 10490654"/>
                  <a:gd name="connsiteY108-41786" fmla="*/ 8954099 h 10435941"/>
                  <a:gd name="connsiteX109-41787" fmla="*/ 6325922 w 10490654"/>
                  <a:gd name="connsiteY109-41788" fmla="*/ 9057307 h 10435941"/>
                  <a:gd name="connsiteX110-41789" fmla="*/ 6167763 w 10490654"/>
                  <a:gd name="connsiteY110-41790" fmla="*/ 8978227 h 10435941"/>
                  <a:gd name="connsiteX111-41791" fmla="*/ 6002132 w 10490654"/>
                  <a:gd name="connsiteY111-41792" fmla="*/ 9093734 h 10435941"/>
                  <a:gd name="connsiteX112-41793" fmla="*/ 5735890 w 10490654"/>
                  <a:gd name="connsiteY112-41794" fmla="*/ 9101726 h 10435941"/>
                  <a:gd name="connsiteX113-41795" fmla="*/ 5674760 w 10490654"/>
                  <a:gd name="connsiteY113-41796" fmla="*/ 9081904 h 10435941"/>
                  <a:gd name="connsiteX114-41797" fmla="*/ 5507415 w 10490654"/>
                  <a:gd name="connsiteY114-41798" fmla="*/ 9128137 h 10435941"/>
                  <a:gd name="connsiteX115-41799" fmla="*/ 5505859 w 10490654"/>
                  <a:gd name="connsiteY115-41800" fmla="*/ 8870972 h 10435941"/>
                  <a:gd name="connsiteX116-41801" fmla="*/ 5505857 w 10490654"/>
                  <a:gd name="connsiteY116-41802" fmla="*/ 8634977 h 10435941"/>
                  <a:gd name="connsiteX117-41803" fmla="*/ 5336024 w 10490654"/>
                  <a:gd name="connsiteY117-41804" fmla="*/ 8333292 h 10435941"/>
                  <a:gd name="connsiteX118-41805" fmla="*/ 5230324 w 10490654"/>
                  <a:gd name="connsiteY118-41806" fmla="*/ 8082820 h 10435941"/>
                  <a:gd name="connsiteX119-41807" fmla="*/ 5317031 w 10490654"/>
                  <a:gd name="connsiteY119-41808" fmla="*/ 7610208 h 10435941"/>
                  <a:gd name="connsiteX120-41809" fmla="*/ 5201059 w 10490654"/>
                  <a:gd name="connsiteY120-41810" fmla="*/ 7320352 h 10435941"/>
                  <a:gd name="connsiteX121-41811" fmla="*/ 5250872 w 10490654"/>
                  <a:gd name="connsiteY121-41812" fmla="*/ 7069881 h 10435941"/>
                  <a:gd name="connsiteX122-41813" fmla="*/ 5254899 w 10490654"/>
                  <a:gd name="connsiteY122-41814" fmla="*/ 6935795 h 10435941"/>
                  <a:gd name="connsiteX123-41815" fmla="*/ 4577603 w 10490654"/>
                  <a:gd name="connsiteY123-41816" fmla="*/ 7013996 h 10435941"/>
                  <a:gd name="connsiteX124-41817" fmla="*/ 4528412 w 10490654"/>
                  <a:gd name="connsiteY124-41818" fmla="*/ 6840580 h 10435941"/>
                  <a:gd name="connsiteX125-41819" fmla="*/ 4038834 w 10490654"/>
                  <a:gd name="connsiteY125-41820" fmla="*/ 6816452 h 10435941"/>
                  <a:gd name="connsiteX126-41821" fmla="*/ 3976254 w 10490654"/>
                  <a:gd name="connsiteY126-41822" fmla="*/ 7069881 h 10435941"/>
                  <a:gd name="connsiteX127-41823" fmla="*/ 3932667 w 10490654"/>
                  <a:gd name="connsiteY127-41824" fmla="*/ 7281279 h 10435941"/>
                  <a:gd name="connsiteX128-41825" fmla="*/ 3884155 w 10490654"/>
                  <a:gd name="connsiteY128-41826" fmla="*/ 7403480 h 10435941"/>
                  <a:gd name="connsiteX129-41827" fmla="*/ 3572499 w 10490654"/>
                  <a:gd name="connsiteY129-41828" fmla="*/ 7365450 h 10435941"/>
                  <a:gd name="connsiteX130-41829" fmla="*/ 3311236 w 10490654"/>
                  <a:gd name="connsiteY130-41830" fmla="*/ 7402390 h 10435941"/>
                  <a:gd name="connsiteX131-41831" fmla="*/ 2921540 w 10490654"/>
                  <a:gd name="connsiteY131-41832" fmla="*/ 7414475 h 10435941"/>
                  <a:gd name="connsiteX132-41833" fmla="*/ 2784763 w 10490654"/>
                  <a:gd name="connsiteY132-41834" fmla="*/ 7139153 h 10435941"/>
                  <a:gd name="connsiteX133-41835" fmla="*/ 2604654 w 10490654"/>
                  <a:gd name="connsiteY133-41836" fmla="*/ 6862062 h 10435941"/>
                  <a:gd name="connsiteX134-41837" fmla="*/ 2410691 w 10490654"/>
                  <a:gd name="connsiteY134-41838" fmla="*/ 6363299 h 10435941"/>
                  <a:gd name="connsiteX135-41839" fmla="*/ 2327563 w 10490654"/>
                  <a:gd name="connsiteY135-41840" fmla="*/ 6224753 h 10435941"/>
                  <a:gd name="connsiteX136-41841" fmla="*/ 1662545 w 10490654"/>
                  <a:gd name="connsiteY136-41842" fmla="*/ 6197044 h 10435941"/>
                  <a:gd name="connsiteX137-41843" fmla="*/ 1233054 w 10490654"/>
                  <a:gd name="connsiteY137-41844" fmla="*/ 6197044 h 10435941"/>
                  <a:gd name="connsiteX138-41845" fmla="*/ 1136072 w 10490654"/>
                  <a:gd name="connsiteY138-41846" fmla="*/ 6252462 h 10435941"/>
                  <a:gd name="connsiteX139-41847" fmla="*/ 706582 w 10490654"/>
                  <a:gd name="connsiteY139-41848" fmla="*/ 6210899 h 10435941"/>
                  <a:gd name="connsiteX140-41849" fmla="*/ 318654 w 10490654"/>
                  <a:gd name="connsiteY140-41850" fmla="*/ 6238608 h 10435941"/>
                  <a:gd name="connsiteX141-41851" fmla="*/ 96982 w 10490654"/>
                  <a:gd name="connsiteY141-41852" fmla="*/ 6391008 h 10435941"/>
                  <a:gd name="connsiteX142-41853" fmla="*/ 0 w 10490654"/>
                  <a:gd name="connsiteY142-41854" fmla="*/ 6294026 h 10435941"/>
                  <a:gd name="connsiteX143-41855" fmla="*/ 83127 w 10490654"/>
                  <a:gd name="connsiteY143-41856" fmla="*/ 6238608 h 10435941"/>
                  <a:gd name="connsiteX0-41857" fmla="*/ 83127 w 10490654"/>
                  <a:gd name="connsiteY0-41858" fmla="*/ 6238608 h 10435941"/>
                  <a:gd name="connsiteX1-41859" fmla="*/ 96982 w 10490654"/>
                  <a:gd name="connsiteY1-41860" fmla="*/ 5795262 h 10435941"/>
                  <a:gd name="connsiteX2-41861" fmla="*/ 401782 w 10490654"/>
                  <a:gd name="connsiteY2-41862" fmla="*/ 5532026 h 10435941"/>
                  <a:gd name="connsiteX3-41863" fmla="*/ 651163 w 10490654"/>
                  <a:gd name="connsiteY3-41864" fmla="*/ 5670572 h 10435941"/>
                  <a:gd name="connsiteX4-41865" fmla="*/ 858982 w 10490654"/>
                  <a:gd name="connsiteY4-41866" fmla="*/ 5504317 h 10435941"/>
                  <a:gd name="connsiteX5-41867" fmla="*/ 997527 w 10490654"/>
                  <a:gd name="connsiteY5-41868" fmla="*/ 5351917 h 10435941"/>
                  <a:gd name="connsiteX6-41869" fmla="*/ 1080654 w 10490654"/>
                  <a:gd name="connsiteY6-41870" fmla="*/ 5435044 h 10435941"/>
                  <a:gd name="connsiteX7-41871" fmla="*/ 1269312 w 10490654"/>
                  <a:gd name="connsiteY7-41872" fmla="*/ 5679710 h 10435941"/>
                  <a:gd name="connsiteX8-41873" fmla="*/ 1523116 w 10490654"/>
                  <a:gd name="connsiteY8-41874" fmla="*/ 5481030 h 10435941"/>
                  <a:gd name="connsiteX9-41875" fmla="*/ 1731818 w 10490654"/>
                  <a:gd name="connsiteY9-41876" fmla="*/ 5296499 h 10435941"/>
                  <a:gd name="connsiteX10-41877" fmla="*/ 2022763 w 10490654"/>
                  <a:gd name="connsiteY10-41878" fmla="*/ 5060972 h 10435941"/>
                  <a:gd name="connsiteX11-41879" fmla="*/ 2119745 w 10490654"/>
                  <a:gd name="connsiteY11-41880" fmla="*/ 4631481 h 10435941"/>
                  <a:gd name="connsiteX12-41881" fmla="*/ 2172511 w 10490654"/>
                  <a:gd name="connsiteY12-41882" fmla="*/ 4164848 h 10435941"/>
                  <a:gd name="connsiteX13-41883" fmla="*/ 2355272 w 10490654"/>
                  <a:gd name="connsiteY13-41884" fmla="*/ 3855626 h 10435941"/>
                  <a:gd name="connsiteX14-41885" fmla="*/ 2752497 w 10490654"/>
                  <a:gd name="connsiteY14-41886" fmla="*/ 3475092 h 10435941"/>
                  <a:gd name="connsiteX15-41887" fmla="*/ 2978727 w 10490654"/>
                  <a:gd name="connsiteY15-41888" fmla="*/ 3259881 h 10435941"/>
                  <a:gd name="connsiteX16-41889" fmla="*/ 3006436 w 10490654"/>
                  <a:gd name="connsiteY16-41890" fmla="*/ 2816535 h 10435941"/>
                  <a:gd name="connsiteX17-41891" fmla="*/ 3075709 w 10490654"/>
                  <a:gd name="connsiteY17-41892" fmla="*/ 2525590 h 10435941"/>
                  <a:gd name="connsiteX18-41893" fmla="*/ 3075709 w 10490654"/>
                  <a:gd name="connsiteY18-41894" fmla="*/ 2317772 h 10435941"/>
                  <a:gd name="connsiteX19-41895" fmla="*/ 3214254 w 10490654"/>
                  <a:gd name="connsiteY19-41896" fmla="*/ 1985262 h 10435941"/>
                  <a:gd name="connsiteX20-41897" fmla="*/ 3214254 w 10490654"/>
                  <a:gd name="connsiteY20-41898" fmla="*/ 1694317 h 10435941"/>
                  <a:gd name="connsiteX21-41899" fmla="*/ 3513454 w 10490654"/>
                  <a:gd name="connsiteY21-41900" fmla="*/ 1126281 h 10435941"/>
                  <a:gd name="connsiteX22-41901" fmla="*/ 3463636 w 10490654"/>
                  <a:gd name="connsiteY22-41902" fmla="*/ 752208 h 10435941"/>
                  <a:gd name="connsiteX23-41903" fmla="*/ 3491345 w 10490654"/>
                  <a:gd name="connsiteY23-41904" fmla="*/ 544390 h 10435941"/>
                  <a:gd name="connsiteX24-41905" fmla="*/ 3823854 w 10490654"/>
                  <a:gd name="connsiteY24-41906" fmla="*/ 184172 h 10435941"/>
                  <a:gd name="connsiteX25-41907" fmla="*/ 4017818 w 10490654"/>
                  <a:gd name="connsiteY25-41908" fmla="*/ 59481 h 10435941"/>
                  <a:gd name="connsiteX26-41909" fmla="*/ 4433454 w 10490654"/>
                  <a:gd name="connsiteY26-41910" fmla="*/ 295008 h 10435941"/>
                  <a:gd name="connsiteX27-41911" fmla="*/ 4599709 w 10490654"/>
                  <a:gd name="connsiteY27-41912" fmla="*/ 488972 h 10435941"/>
                  <a:gd name="connsiteX28-41913" fmla="*/ 5070763 w 10490654"/>
                  <a:gd name="connsiteY28-41914" fmla="*/ 544390 h 10435941"/>
                  <a:gd name="connsiteX29-41915" fmla="*/ 5391187 w 10490654"/>
                  <a:gd name="connsiteY29-41916" fmla="*/ 603639 h 10435941"/>
                  <a:gd name="connsiteX30-41917" fmla="*/ 5568642 w 10490654"/>
                  <a:gd name="connsiteY30-41918" fmla="*/ 588271 h 10435941"/>
                  <a:gd name="connsiteX31-41919" fmla="*/ 5860472 w 10490654"/>
                  <a:gd name="connsiteY31-41920" fmla="*/ 281153 h 10435941"/>
                  <a:gd name="connsiteX32-41921" fmla="*/ 6123709 w 10490654"/>
                  <a:gd name="connsiteY32-41922" fmla="*/ 322717 h 10435941"/>
                  <a:gd name="connsiteX33-41923" fmla="*/ 6541900 w 10490654"/>
                  <a:gd name="connsiteY33-41924" fmla="*/ 168233 h 10435941"/>
                  <a:gd name="connsiteX34-41925" fmla="*/ 6681722 w 10490654"/>
                  <a:gd name="connsiteY34-41926" fmla="*/ 107503 h 10435941"/>
                  <a:gd name="connsiteX35-41927" fmla="*/ 7011678 w 10490654"/>
                  <a:gd name="connsiteY35-41928" fmla="*/ 198026 h 10435941"/>
                  <a:gd name="connsiteX36-41929" fmla="*/ 7232072 w 10490654"/>
                  <a:gd name="connsiteY36-41930" fmla="*/ 17917 h 10435941"/>
                  <a:gd name="connsiteX37-41931" fmla="*/ 7379107 w 10490654"/>
                  <a:gd name="connsiteY37-41932" fmla="*/ 0 h 10435941"/>
                  <a:gd name="connsiteX38-41933" fmla="*/ 7600859 w 10490654"/>
                  <a:gd name="connsiteY38-41934" fmla="*/ 41248 h 10435941"/>
                  <a:gd name="connsiteX39-41935" fmla="*/ 7910945 w 10490654"/>
                  <a:gd name="connsiteY39-41936" fmla="*/ 128753 h 10435941"/>
                  <a:gd name="connsiteX40-41937" fmla="*/ 8312727 w 10490654"/>
                  <a:gd name="connsiteY40-41938" fmla="*/ 59481 h 10435941"/>
                  <a:gd name="connsiteX41-41939" fmla="*/ 8647005 w 10490654"/>
                  <a:gd name="connsiteY41-41940" fmla="*/ 396707 h 10435941"/>
                  <a:gd name="connsiteX42-41941" fmla="*/ 8908472 w 10490654"/>
                  <a:gd name="connsiteY42-41942" fmla="*/ 544390 h 10435941"/>
                  <a:gd name="connsiteX43-41943" fmla="*/ 9146732 w 10490654"/>
                  <a:gd name="connsiteY43-41944" fmla="*/ 420846 h 10435941"/>
                  <a:gd name="connsiteX44-41945" fmla="*/ 9372965 w 10490654"/>
                  <a:gd name="connsiteY44-41946" fmla="*/ 466363 h 10435941"/>
                  <a:gd name="connsiteX45-41947" fmla="*/ 9518072 w 10490654"/>
                  <a:gd name="connsiteY45-41948" fmla="*/ 367819 h 10435941"/>
                  <a:gd name="connsiteX46-41949" fmla="*/ 9646301 w 10490654"/>
                  <a:gd name="connsiteY46-41950" fmla="*/ 369587 h 10435941"/>
                  <a:gd name="connsiteX47-41951" fmla="*/ 10002982 w 10490654"/>
                  <a:gd name="connsiteY47-41952" fmla="*/ 793772 h 10435941"/>
                  <a:gd name="connsiteX48-41953" fmla="*/ 10238509 w 10490654"/>
                  <a:gd name="connsiteY48-41954" fmla="*/ 987735 h 10435941"/>
                  <a:gd name="connsiteX49-41955" fmla="*/ 10224654 w 10490654"/>
                  <a:gd name="connsiteY49-41956" fmla="*/ 1250972 h 10435941"/>
                  <a:gd name="connsiteX50-41957" fmla="*/ 10238509 w 10490654"/>
                  <a:gd name="connsiteY50-41958" fmla="*/ 1444935 h 10435941"/>
                  <a:gd name="connsiteX51-41959" fmla="*/ 10243066 w 10490654"/>
                  <a:gd name="connsiteY51-41960" fmla="*/ 1580249 h 10435941"/>
                  <a:gd name="connsiteX52-41961" fmla="*/ 10490654 w 10490654"/>
                  <a:gd name="connsiteY52-41962" fmla="*/ 1753897 h 10435941"/>
                  <a:gd name="connsiteX53-41963" fmla="*/ 10077929 w 10490654"/>
                  <a:gd name="connsiteY53-41964" fmla="*/ 2207269 h 10435941"/>
                  <a:gd name="connsiteX54-41965" fmla="*/ 9781309 w 10490654"/>
                  <a:gd name="connsiteY54-41966" fmla="*/ 2497881 h 10435941"/>
                  <a:gd name="connsiteX55-41967" fmla="*/ 9580055 w 10490654"/>
                  <a:gd name="connsiteY55-41968" fmla="*/ 3426134 h 10435941"/>
                  <a:gd name="connsiteX56-41969" fmla="*/ 9532477 w 10490654"/>
                  <a:gd name="connsiteY56-41970" fmla="*/ 3685207 h 10435941"/>
                  <a:gd name="connsiteX57-41971" fmla="*/ 9365672 w 10490654"/>
                  <a:gd name="connsiteY57-41972" fmla="*/ 3911044 h 10435941"/>
                  <a:gd name="connsiteX58-41973" fmla="*/ 9310254 w 10490654"/>
                  <a:gd name="connsiteY58-41974" fmla="*/ 4077299 h 10435941"/>
                  <a:gd name="connsiteX59-41975" fmla="*/ 9236422 w 10490654"/>
                  <a:gd name="connsiteY59-41976" fmla="*/ 4285117 h 10435941"/>
                  <a:gd name="connsiteX60-41977" fmla="*/ 9205255 w 10490654"/>
                  <a:gd name="connsiteY60-41978" fmla="*/ 4430122 h 10435941"/>
                  <a:gd name="connsiteX61-41979" fmla="*/ 9337963 w 10490654"/>
                  <a:gd name="connsiteY61-41980" fmla="*/ 4659190 h 10435941"/>
                  <a:gd name="connsiteX62-41981" fmla="*/ 9382180 w 10490654"/>
                  <a:gd name="connsiteY62-41982" fmla="*/ 4915057 h 10435941"/>
                  <a:gd name="connsiteX63-41983" fmla="*/ 9397939 w 10490654"/>
                  <a:gd name="connsiteY63-41984" fmla="*/ 5208060 h 10435941"/>
                  <a:gd name="connsiteX64-41985" fmla="*/ 9383359 w 10490654"/>
                  <a:gd name="connsiteY64-41986" fmla="*/ 5615153 h 10435941"/>
                  <a:gd name="connsiteX65-41987" fmla="*/ 9518623 w 10490654"/>
                  <a:gd name="connsiteY65-41988" fmla="*/ 5975373 h 10435941"/>
                  <a:gd name="connsiteX66-41989" fmla="*/ 9540496 w 10490654"/>
                  <a:gd name="connsiteY66-41990" fmla="*/ 6403714 h 10435941"/>
                  <a:gd name="connsiteX67-41991" fmla="*/ 9933709 w 10490654"/>
                  <a:gd name="connsiteY67-41992" fmla="*/ 6862062 h 10435941"/>
                  <a:gd name="connsiteX68-41993" fmla="*/ 10052074 w 10490654"/>
                  <a:gd name="connsiteY68-41994" fmla="*/ 7221396 h 10435941"/>
                  <a:gd name="connsiteX69-41995" fmla="*/ 10232908 w 10490654"/>
                  <a:gd name="connsiteY69-41996" fmla="*/ 7514995 h 10435941"/>
                  <a:gd name="connsiteX70-41997" fmla="*/ 9670472 w 10490654"/>
                  <a:gd name="connsiteY70-41998" fmla="*/ 7540935 h 10435941"/>
                  <a:gd name="connsiteX71-41999" fmla="*/ 9174087 w 10490654"/>
                  <a:gd name="connsiteY71-42000" fmla="*/ 7651772 h 10435941"/>
                  <a:gd name="connsiteX72-42001" fmla="*/ 9128871 w 10490654"/>
                  <a:gd name="connsiteY72-42002" fmla="*/ 7790317 h 10435941"/>
                  <a:gd name="connsiteX73-42003" fmla="*/ 9019309 w 10490654"/>
                  <a:gd name="connsiteY73-42004" fmla="*/ 7998135 h 10435941"/>
                  <a:gd name="connsiteX74-42005" fmla="*/ 8933823 w 10490654"/>
                  <a:gd name="connsiteY74-42006" fmla="*/ 8085908 h 10435941"/>
                  <a:gd name="connsiteX75-42007" fmla="*/ 9036787 w 10490654"/>
                  <a:gd name="connsiteY75-42008" fmla="*/ 8313437 h 10435941"/>
                  <a:gd name="connsiteX76-42009" fmla="*/ 9027559 w 10490654"/>
                  <a:gd name="connsiteY76-42010" fmla="*/ 8524608 h 10435941"/>
                  <a:gd name="connsiteX77-42011" fmla="*/ 8993669 w 10490654"/>
                  <a:gd name="connsiteY77-42012" fmla="*/ 8758113 h 10435941"/>
                  <a:gd name="connsiteX78-42013" fmla="*/ 8991600 w 10490654"/>
                  <a:gd name="connsiteY78-42014" fmla="*/ 8967953 h 10435941"/>
                  <a:gd name="connsiteX79-42015" fmla="*/ 8894618 w 10490654"/>
                  <a:gd name="connsiteY79-42016" fmla="*/ 9272753 h 10435941"/>
                  <a:gd name="connsiteX80-42017" fmla="*/ 8922328 w 10490654"/>
                  <a:gd name="connsiteY80-42018" fmla="*/ 9578490 h 10435941"/>
                  <a:gd name="connsiteX81-42019" fmla="*/ 9138715 w 10490654"/>
                  <a:gd name="connsiteY81-42020" fmla="*/ 9750056 h 10435941"/>
                  <a:gd name="connsiteX82-42021" fmla="*/ 9231789 w 10490654"/>
                  <a:gd name="connsiteY82-42022" fmla="*/ 9890275 h 10435941"/>
                  <a:gd name="connsiteX83-42023" fmla="*/ 9462870 w 10490654"/>
                  <a:gd name="connsiteY83-42024" fmla="*/ 9929452 h 10435941"/>
                  <a:gd name="connsiteX84-42025" fmla="*/ 9472032 w 10490654"/>
                  <a:gd name="connsiteY84-42026" fmla="*/ 9818955 h 10435941"/>
                  <a:gd name="connsiteX85-42027" fmla="*/ 9620746 w 10490654"/>
                  <a:gd name="connsiteY85-42028" fmla="*/ 9758904 h 10435941"/>
                  <a:gd name="connsiteX86-42029" fmla="*/ 9632264 w 10490654"/>
                  <a:gd name="connsiteY86-42030" fmla="*/ 10334695 h 10435941"/>
                  <a:gd name="connsiteX87-42031" fmla="*/ 9504664 w 10490654"/>
                  <a:gd name="connsiteY87-42032" fmla="*/ 10338313 h 10435941"/>
                  <a:gd name="connsiteX88-42033" fmla="*/ 9328580 w 10490654"/>
                  <a:gd name="connsiteY88-42034" fmla="*/ 10427202 h 10435941"/>
                  <a:gd name="connsiteX89-42035" fmla="*/ 9204220 w 10490654"/>
                  <a:gd name="connsiteY89-42036" fmla="*/ 10435941 h 10435941"/>
                  <a:gd name="connsiteX90-42037" fmla="*/ 9065234 w 10490654"/>
                  <a:gd name="connsiteY90-42038" fmla="*/ 10122103 h 10435941"/>
                  <a:gd name="connsiteX91-42039" fmla="*/ 8954319 w 10490654"/>
                  <a:gd name="connsiteY91-42040" fmla="*/ 10072174 h 10435941"/>
                  <a:gd name="connsiteX92-42041" fmla="*/ 8793275 w 10490654"/>
                  <a:gd name="connsiteY92-42042" fmla="*/ 9863725 h 10435941"/>
                  <a:gd name="connsiteX93-42043" fmla="*/ 8479422 w 10490654"/>
                  <a:gd name="connsiteY93-42044" fmla="*/ 9748287 h 10435941"/>
                  <a:gd name="connsiteX94-42045" fmla="*/ 8359423 w 10490654"/>
                  <a:gd name="connsiteY94-42046" fmla="*/ 9651431 h 10435941"/>
                  <a:gd name="connsiteX95-42047" fmla="*/ 8285018 w 10490654"/>
                  <a:gd name="connsiteY95-42048" fmla="*/ 9480572 h 10435941"/>
                  <a:gd name="connsiteX96-42049" fmla="*/ 8243564 w 10490654"/>
                  <a:gd name="connsiteY96-42050" fmla="*/ 9374254 h 10435941"/>
                  <a:gd name="connsiteX97-42051" fmla="*/ 8146472 w 10490654"/>
                  <a:gd name="connsiteY97-42052" fmla="*/ 9355881 h 10435941"/>
                  <a:gd name="connsiteX98-42053" fmla="*/ 8091054 w 10490654"/>
                  <a:gd name="connsiteY98-42054" fmla="*/ 9577553 h 10435941"/>
                  <a:gd name="connsiteX99-42055" fmla="*/ 7948364 w 10490654"/>
                  <a:gd name="connsiteY99-42056" fmla="*/ 9610939 h 10435941"/>
                  <a:gd name="connsiteX100-42057" fmla="*/ 7595184 w 10490654"/>
                  <a:gd name="connsiteY100-42058" fmla="*/ 9552340 h 10435941"/>
                  <a:gd name="connsiteX101-42059" fmla="*/ 7456879 w 10490654"/>
                  <a:gd name="connsiteY101-42060" fmla="*/ 9485198 h 10435941"/>
                  <a:gd name="connsiteX102-42061" fmla="*/ 7264584 w 10490654"/>
                  <a:gd name="connsiteY102-42062" fmla="*/ 9449904 h 10435941"/>
                  <a:gd name="connsiteX103-42063" fmla="*/ 7171401 w 10490654"/>
                  <a:gd name="connsiteY103-42064" fmla="*/ 9200180 h 10435941"/>
                  <a:gd name="connsiteX104-42065" fmla="*/ 6954982 w 10490654"/>
                  <a:gd name="connsiteY104-42066" fmla="*/ 9189626 h 10435941"/>
                  <a:gd name="connsiteX105-42067" fmla="*/ 6674084 w 10490654"/>
                  <a:gd name="connsiteY105-42068" fmla="*/ 9285034 h 10435941"/>
                  <a:gd name="connsiteX106-42069" fmla="*/ 6679359 w 10490654"/>
                  <a:gd name="connsiteY106-42070" fmla="*/ 9099745 h 10435941"/>
                  <a:gd name="connsiteX107-42071" fmla="*/ 6552868 w 10490654"/>
                  <a:gd name="connsiteY107-42072" fmla="*/ 9013951 h 10435941"/>
                  <a:gd name="connsiteX108-42073" fmla="*/ 6428509 w 10490654"/>
                  <a:gd name="connsiteY108-42074" fmla="*/ 8954099 h 10435941"/>
                  <a:gd name="connsiteX109-42075" fmla="*/ 6325922 w 10490654"/>
                  <a:gd name="connsiteY109-42076" fmla="*/ 9057307 h 10435941"/>
                  <a:gd name="connsiteX110-42077" fmla="*/ 6167763 w 10490654"/>
                  <a:gd name="connsiteY110-42078" fmla="*/ 8978227 h 10435941"/>
                  <a:gd name="connsiteX111-42079" fmla="*/ 6002132 w 10490654"/>
                  <a:gd name="connsiteY111-42080" fmla="*/ 9093734 h 10435941"/>
                  <a:gd name="connsiteX112-42081" fmla="*/ 5735890 w 10490654"/>
                  <a:gd name="connsiteY112-42082" fmla="*/ 9101726 h 10435941"/>
                  <a:gd name="connsiteX113-42083" fmla="*/ 5674760 w 10490654"/>
                  <a:gd name="connsiteY113-42084" fmla="*/ 9081904 h 10435941"/>
                  <a:gd name="connsiteX114-42085" fmla="*/ 5507415 w 10490654"/>
                  <a:gd name="connsiteY114-42086" fmla="*/ 9128137 h 10435941"/>
                  <a:gd name="connsiteX115-42087" fmla="*/ 5505859 w 10490654"/>
                  <a:gd name="connsiteY115-42088" fmla="*/ 8870972 h 10435941"/>
                  <a:gd name="connsiteX116-42089" fmla="*/ 5505857 w 10490654"/>
                  <a:gd name="connsiteY116-42090" fmla="*/ 8634977 h 10435941"/>
                  <a:gd name="connsiteX117-42091" fmla="*/ 5336024 w 10490654"/>
                  <a:gd name="connsiteY117-42092" fmla="*/ 8333292 h 10435941"/>
                  <a:gd name="connsiteX118-42093" fmla="*/ 5230324 w 10490654"/>
                  <a:gd name="connsiteY118-42094" fmla="*/ 8082820 h 10435941"/>
                  <a:gd name="connsiteX119-42095" fmla="*/ 5317031 w 10490654"/>
                  <a:gd name="connsiteY119-42096" fmla="*/ 7610208 h 10435941"/>
                  <a:gd name="connsiteX120-42097" fmla="*/ 5201059 w 10490654"/>
                  <a:gd name="connsiteY120-42098" fmla="*/ 7320352 h 10435941"/>
                  <a:gd name="connsiteX121-42099" fmla="*/ 5250872 w 10490654"/>
                  <a:gd name="connsiteY121-42100" fmla="*/ 7069881 h 10435941"/>
                  <a:gd name="connsiteX122-42101" fmla="*/ 5254899 w 10490654"/>
                  <a:gd name="connsiteY122-42102" fmla="*/ 6935795 h 10435941"/>
                  <a:gd name="connsiteX123-42103" fmla="*/ 4577603 w 10490654"/>
                  <a:gd name="connsiteY123-42104" fmla="*/ 7013996 h 10435941"/>
                  <a:gd name="connsiteX124-42105" fmla="*/ 4528412 w 10490654"/>
                  <a:gd name="connsiteY124-42106" fmla="*/ 6840580 h 10435941"/>
                  <a:gd name="connsiteX125-42107" fmla="*/ 4326990 w 10490654"/>
                  <a:gd name="connsiteY125-42108" fmla="*/ 6826329 h 10435941"/>
                  <a:gd name="connsiteX126-42109" fmla="*/ 4038834 w 10490654"/>
                  <a:gd name="connsiteY126-42110" fmla="*/ 6816452 h 10435941"/>
                  <a:gd name="connsiteX127-42111" fmla="*/ 3976254 w 10490654"/>
                  <a:gd name="connsiteY127-42112" fmla="*/ 7069881 h 10435941"/>
                  <a:gd name="connsiteX128-42113" fmla="*/ 3932667 w 10490654"/>
                  <a:gd name="connsiteY128-42114" fmla="*/ 7281279 h 10435941"/>
                  <a:gd name="connsiteX129-42115" fmla="*/ 3884155 w 10490654"/>
                  <a:gd name="connsiteY129-42116" fmla="*/ 7403480 h 10435941"/>
                  <a:gd name="connsiteX130-42117" fmla="*/ 3572499 w 10490654"/>
                  <a:gd name="connsiteY130-42118" fmla="*/ 7365450 h 10435941"/>
                  <a:gd name="connsiteX131-42119" fmla="*/ 3311236 w 10490654"/>
                  <a:gd name="connsiteY131-42120" fmla="*/ 7402390 h 10435941"/>
                  <a:gd name="connsiteX132-42121" fmla="*/ 2921540 w 10490654"/>
                  <a:gd name="connsiteY132-42122" fmla="*/ 7414475 h 10435941"/>
                  <a:gd name="connsiteX133-42123" fmla="*/ 2784763 w 10490654"/>
                  <a:gd name="connsiteY133-42124" fmla="*/ 7139153 h 10435941"/>
                  <a:gd name="connsiteX134-42125" fmla="*/ 2604654 w 10490654"/>
                  <a:gd name="connsiteY134-42126" fmla="*/ 6862062 h 10435941"/>
                  <a:gd name="connsiteX135-42127" fmla="*/ 2410691 w 10490654"/>
                  <a:gd name="connsiteY135-42128" fmla="*/ 6363299 h 10435941"/>
                  <a:gd name="connsiteX136-42129" fmla="*/ 2327563 w 10490654"/>
                  <a:gd name="connsiteY136-42130" fmla="*/ 6224753 h 10435941"/>
                  <a:gd name="connsiteX137-42131" fmla="*/ 1662545 w 10490654"/>
                  <a:gd name="connsiteY137-42132" fmla="*/ 6197044 h 10435941"/>
                  <a:gd name="connsiteX138-42133" fmla="*/ 1233054 w 10490654"/>
                  <a:gd name="connsiteY138-42134" fmla="*/ 6197044 h 10435941"/>
                  <a:gd name="connsiteX139-42135" fmla="*/ 1136072 w 10490654"/>
                  <a:gd name="connsiteY139-42136" fmla="*/ 6252462 h 10435941"/>
                  <a:gd name="connsiteX140-42137" fmla="*/ 706582 w 10490654"/>
                  <a:gd name="connsiteY140-42138" fmla="*/ 6210899 h 10435941"/>
                  <a:gd name="connsiteX141-42139" fmla="*/ 318654 w 10490654"/>
                  <a:gd name="connsiteY141-42140" fmla="*/ 6238608 h 10435941"/>
                  <a:gd name="connsiteX142-42141" fmla="*/ 96982 w 10490654"/>
                  <a:gd name="connsiteY142-42142" fmla="*/ 6391008 h 10435941"/>
                  <a:gd name="connsiteX143-42143" fmla="*/ 0 w 10490654"/>
                  <a:gd name="connsiteY143-42144" fmla="*/ 6294026 h 10435941"/>
                  <a:gd name="connsiteX144" fmla="*/ 83127 w 10490654"/>
                  <a:gd name="connsiteY144" fmla="*/ 6238608 h 10435941"/>
                  <a:gd name="connsiteX0-42145" fmla="*/ 83127 w 10490654"/>
                  <a:gd name="connsiteY0-42146" fmla="*/ 6238608 h 10435941"/>
                  <a:gd name="connsiteX1-42147" fmla="*/ 96982 w 10490654"/>
                  <a:gd name="connsiteY1-42148" fmla="*/ 5795262 h 10435941"/>
                  <a:gd name="connsiteX2-42149" fmla="*/ 401782 w 10490654"/>
                  <a:gd name="connsiteY2-42150" fmla="*/ 5532026 h 10435941"/>
                  <a:gd name="connsiteX3-42151" fmla="*/ 651163 w 10490654"/>
                  <a:gd name="connsiteY3-42152" fmla="*/ 5670572 h 10435941"/>
                  <a:gd name="connsiteX4-42153" fmla="*/ 858982 w 10490654"/>
                  <a:gd name="connsiteY4-42154" fmla="*/ 5504317 h 10435941"/>
                  <a:gd name="connsiteX5-42155" fmla="*/ 997527 w 10490654"/>
                  <a:gd name="connsiteY5-42156" fmla="*/ 5351917 h 10435941"/>
                  <a:gd name="connsiteX6-42157" fmla="*/ 1080654 w 10490654"/>
                  <a:gd name="connsiteY6-42158" fmla="*/ 5435044 h 10435941"/>
                  <a:gd name="connsiteX7-42159" fmla="*/ 1269312 w 10490654"/>
                  <a:gd name="connsiteY7-42160" fmla="*/ 5679710 h 10435941"/>
                  <a:gd name="connsiteX8-42161" fmla="*/ 1523116 w 10490654"/>
                  <a:gd name="connsiteY8-42162" fmla="*/ 5481030 h 10435941"/>
                  <a:gd name="connsiteX9-42163" fmla="*/ 1731818 w 10490654"/>
                  <a:gd name="connsiteY9-42164" fmla="*/ 5296499 h 10435941"/>
                  <a:gd name="connsiteX10-42165" fmla="*/ 2022763 w 10490654"/>
                  <a:gd name="connsiteY10-42166" fmla="*/ 5060972 h 10435941"/>
                  <a:gd name="connsiteX11-42167" fmla="*/ 2119745 w 10490654"/>
                  <a:gd name="connsiteY11-42168" fmla="*/ 4631481 h 10435941"/>
                  <a:gd name="connsiteX12-42169" fmla="*/ 2172511 w 10490654"/>
                  <a:gd name="connsiteY12-42170" fmla="*/ 4164848 h 10435941"/>
                  <a:gd name="connsiteX13-42171" fmla="*/ 2355272 w 10490654"/>
                  <a:gd name="connsiteY13-42172" fmla="*/ 3855626 h 10435941"/>
                  <a:gd name="connsiteX14-42173" fmla="*/ 2752497 w 10490654"/>
                  <a:gd name="connsiteY14-42174" fmla="*/ 3475092 h 10435941"/>
                  <a:gd name="connsiteX15-42175" fmla="*/ 2978727 w 10490654"/>
                  <a:gd name="connsiteY15-42176" fmla="*/ 3259881 h 10435941"/>
                  <a:gd name="connsiteX16-42177" fmla="*/ 3006436 w 10490654"/>
                  <a:gd name="connsiteY16-42178" fmla="*/ 2816535 h 10435941"/>
                  <a:gd name="connsiteX17-42179" fmla="*/ 3075709 w 10490654"/>
                  <a:gd name="connsiteY17-42180" fmla="*/ 2525590 h 10435941"/>
                  <a:gd name="connsiteX18-42181" fmla="*/ 3075709 w 10490654"/>
                  <a:gd name="connsiteY18-42182" fmla="*/ 2317772 h 10435941"/>
                  <a:gd name="connsiteX19-42183" fmla="*/ 3214254 w 10490654"/>
                  <a:gd name="connsiteY19-42184" fmla="*/ 1985262 h 10435941"/>
                  <a:gd name="connsiteX20-42185" fmla="*/ 3214254 w 10490654"/>
                  <a:gd name="connsiteY20-42186" fmla="*/ 1694317 h 10435941"/>
                  <a:gd name="connsiteX21-42187" fmla="*/ 3513454 w 10490654"/>
                  <a:gd name="connsiteY21-42188" fmla="*/ 1126281 h 10435941"/>
                  <a:gd name="connsiteX22-42189" fmla="*/ 3463636 w 10490654"/>
                  <a:gd name="connsiteY22-42190" fmla="*/ 752208 h 10435941"/>
                  <a:gd name="connsiteX23-42191" fmla="*/ 3491345 w 10490654"/>
                  <a:gd name="connsiteY23-42192" fmla="*/ 544390 h 10435941"/>
                  <a:gd name="connsiteX24-42193" fmla="*/ 3823854 w 10490654"/>
                  <a:gd name="connsiteY24-42194" fmla="*/ 184172 h 10435941"/>
                  <a:gd name="connsiteX25-42195" fmla="*/ 4017818 w 10490654"/>
                  <a:gd name="connsiteY25-42196" fmla="*/ 59481 h 10435941"/>
                  <a:gd name="connsiteX26-42197" fmla="*/ 4433454 w 10490654"/>
                  <a:gd name="connsiteY26-42198" fmla="*/ 295008 h 10435941"/>
                  <a:gd name="connsiteX27-42199" fmla="*/ 4599709 w 10490654"/>
                  <a:gd name="connsiteY27-42200" fmla="*/ 488972 h 10435941"/>
                  <a:gd name="connsiteX28-42201" fmla="*/ 5070763 w 10490654"/>
                  <a:gd name="connsiteY28-42202" fmla="*/ 544390 h 10435941"/>
                  <a:gd name="connsiteX29-42203" fmla="*/ 5391187 w 10490654"/>
                  <a:gd name="connsiteY29-42204" fmla="*/ 603639 h 10435941"/>
                  <a:gd name="connsiteX30-42205" fmla="*/ 5568642 w 10490654"/>
                  <a:gd name="connsiteY30-42206" fmla="*/ 588271 h 10435941"/>
                  <a:gd name="connsiteX31-42207" fmla="*/ 5860472 w 10490654"/>
                  <a:gd name="connsiteY31-42208" fmla="*/ 281153 h 10435941"/>
                  <a:gd name="connsiteX32-42209" fmla="*/ 6123709 w 10490654"/>
                  <a:gd name="connsiteY32-42210" fmla="*/ 322717 h 10435941"/>
                  <a:gd name="connsiteX33-42211" fmla="*/ 6541900 w 10490654"/>
                  <a:gd name="connsiteY33-42212" fmla="*/ 168233 h 10435941"/>
                  <a:gd name="connsiteX34-42213" fmla="*/ 6681722 w 10490654"/>
                  <a:gd name="connsiteY34-42214" fmla="*/ 107503 h 10435941"/>
                  <a:gd name="connsiteX35-42215" fmla="*/ 7011678 w 10490654"/>
                  <a:gd name="connsiteY35-42216" fmla="*/ 198026 h 10435941"/>
                  <a:gd name="connsiteX36-42217" fmla="*/ 7232072 w 10490654"/>
                  <a:gd name="connsiteY36-42218" fmla="*/ 17917 h 10435941"/>
                  <a:gd name="connsiteX37-42219" fmla="*/ 7379107 w 10490654"/>
                  <a:gd name="connsiteY37-42220" fmla="*/ 0 h 10435941"/>
                  <a:gd name="connsiteX38-42221" fmla="*/ 7600859 w 10490654"/>
                  <a:gd name="connsiteY38-42222" fmla="*/ 41248 h 10435941"/>
                  <a:gd name="connsiteX39-42223" fmla="*/ 7910945 w 10490654"/>
                  <a:gd name="connsiteY39-42224" fmla="*/ 128753 h 10435941"/>
                  <a:gd name="connsiteX40-42225" fmla="*/ 8312727 w 10490654"/>
                  <a:gd name="connsiteY40-42226" fmla="*/ 59481 h 10435941"/>
                  <a:gd name="connsiteX41-42227" fmla="*/ 8647005 w 10490654"/>
                  <a:gd name="connsiteY41-42228" fmla="*/ 396707 h 10435941"/>
                  <a:gd name="connsiteX42-42229" fmla="*/ 8908472 w 10490654"/>
                  <a:gd name="connsiteY42-42230" fmla="*/ 544390 h 10435941"/>
                  <a:gd name="connsiteX43-42231" fmla="*/ 9146732 w 10490654"/>
                  <a:gd name="connsiteY43-42232" fmla="*/ 420846 h 10435941"/>
                  <a:gd name="connsiteX44-42233" fmla="*/ 9372965 w 10490654"/>
                  <a:gd name="connsiteY44-42234" fmla="*/ 466363 h 10435941"/>
                  <a:gd name="connsiteX45-42235" fmla="*/ 9518072 w 10490654"/>
                  <a:gd name="connsiteY45-42236" fmla="*/ 367819 h 10435941"/>
                  <a:gd name="connsiteX46-42237" fmla="*/ 9646301 w 10490654"/>
                  <a:gd name="connsiteY46-42238" fmla="*/ 369587 h 10435941"/>
                  <a:gd name="connsiteX47-42239" fmla="*/ 10002982 w 10490654"/>
                  <a:gd name="connsiteY47-42240" fmla="*/ 793772 h 10435941"/>
                  <a:gd name="connsiteX48-42241" fmla="*/ 10238509 w 10490654"/>
                  <a:gd name="connsiteY48-42242" fmla="*/ 987735 h 10435941"/>
                  <a:gd name="connsiteX49-42243" fmla="*/ 10224654 w 10490654"/>
                  <a:gd name="connsiteY49-42244" fmla="*/ 1250972 h 10435941"/>
                  <a:gd name="connsiteX50-42245" fmla="*/ 10238509 w 10490654"/>
                  <a:gd name="connsiteY50-42246" fmla="*/ 1444935 h 10435941"/>
                  <a:gd name="connsiteX51-42247" fmla="*/ 10243066 w 10490654"/>
                  <a:gd name="connsiteY51-42248" fmla="*/ 1580249 h 10435941"/>
                  <a:gd name="connsiteX52-42249" fmla="*/ 10490654 w 10490654"/>
                  <a:gd name="connsiteY52-42250" fmla="*/ 1753897 h 10435941"/>
                  <a:gd name="connsiteX53-42251" fmla="*/ 10077929 w 10490654"/>
                  <a:gd name="connsiteY53-42252" fmla="*/ 2207269 h 10435941"/>
                  <a:gd name="connsiteX54-42253" fmla="*/ 9781309 w 10490654"/>
                  <a:gd name="connsiteY54-42254" fmla="*/ 2497881 h 10435941"/>
                  <a:gd name="connsiteX55-42255" fmla="*/ 9580055 w 10490654"/>
                  <a:gd name="connsiteY55-42256" fmla="*/ 3426134 h 10435941"/>
                  <a:gd name="connsiteX56-42257" fmla="*/ 9532477 w 10490654"/>
                  <a:gd name="connsiteY56-42258" fmla="*/ 3685207 h 10435941"/>
                  <a:gd name="connsiteX57-42259" fmla="*/ 9365672 w 10490654"/>
                  <a:gd name="connsiteY57-42260" fmla="*/ 3911044 h 10435941"/>
                  <a:gd name="connsiteX58-42261" fmla="*/ 9310254 w 10490654"/>
                  <a:gd name="connsiteY58-42262" fmla="*/ 4077299 h 10435941"/>
                  <a:gd name="connsiteX59-42263" fmla="*/ 9236422 w 10490654"/>
                  <a:gd name="connsiteY59-42264" fmla="*/ 4285117 h 10435941"/>
                  <a:gd name="connsiteX60-42265" fmla="*/ 9205255 w 10490654"/>
                  <a:gd name="connsiteY60-42266" fmla="*/ 4430122 h 10435941"/>
                  <a:gd name="connsiteX61-42267" fmla="*/ 9337963 w 10490654"/>
                  <a:gd name="connsiteY61-42268" fmla="*/ 4659190 h 10435941"/>
                  <a:gd name="connsiteX62-42269" fmla="*/ 9382180 w 10490654"/>
                  <a:gd name="connsiteY62-42270" fmla="*/ 4915057 h 10435941"/>
                  <a:gd name="connsiteX63-42271" fmla="*/ 9397939 w 10490654"/>
                  <a:gd name="connsiteY63-42272" fmla="*/ 5208060 h 10435941"/>
                  <a:gd name="connsiteX64-42273" fmla="*/ 9383359 w 10490654"/>
                  <a:gd name="connsiteY64-42274" fmla="*/ 5615153 h 10435941"/>
                  <a:gd name="connsiteX65-42275" fmla="*/ 9518623 w 10490654"/>
                  <a:gd name="connsiteY65-42276" fmla="*/ 5975373 h 10435941"/>
                  <a:gd name="connsiteX66-42277" fmla="*/ 9540496 w 10490654"/>
                  <a:gd name="connsiteY66-42278" fmla="*/ 6403714 h 10435941"/>
                  <a:gd name="connsiteX67-42279" fmla="*/ 9933709 w 10490654"/>
                  <a:gd name="connsiteY67-42280" fmla="*/ 6862062 h 10435941"/>
                  <a:gd name="connsiteX68-42281" fmla="*/ 10052074 w 10490654"/>
                  <a:gd name="connsiteY68-42282" fmla="*/ 7221396 h 10435941"/>
                  <a:gd name="connsiteX69-42283" fmla="*/ 10232908 w 10490654"/>
                  <a:gd name="connsiteY69-42284" fmla="*/ 7514995 h 10435941"/>
                  <a:gd name="connsiteX70-42285" fmla="*/ 9670472 w 10490654"/>
                  <a:gd name="connsiteY70-42286" fmla="*/ 7540935 h 10435941"/>
                  <a:gd name="connsiteX71-42287" fmla="*/ 9174087 w 10490654"/>
                  <a:gd name="connsiteY71-42288" fmla="*/ 7651772 h 10435941"/>
                  <a:gd name="connsiteX72-42289" fmla="*/ 9128871 w 10490654"/>
                  <a:gd name="connsiteY72-42290" fmla="*/ 7790317 h 10435941"/>
                  <a:gd name="connsiteX73-42291" fmla="*/ 9019309 w 10490654"/>
                  <a:gd name="connsiteY73-42292" fmla="*/ 7998135 h 10435941"/>
                  <a:gd name="connsiteX74-42293" fmla="*/ 8933823 w 10490654"/>
                  <a:gd name="connsiteY74-42294" fmla="*/ 8085908 h 10435941"/>
                  <a:gd name="connsiteX75-42295" fmla="*/ 9036787 w 10490654"/>
                  <a:gd name="connsiteY75-42296" fmla="*/ 8313437 h 10435941"/>
                  <a:gd name="connsiteX76-42297" fmla="*/ 9027559 w 10490654"/>
                  <a:gd name="connsiteY76-42298" fmla="*/ 8524608 h 10435941"/>
                  <a:gd name="connsiteX77-42299" fmla="*/ 8993669 w 10490654"/>
                  <a:gd name="connsiteY77-42300" fmla="*/ 8758113 h 10435941"/>
                  <a:gd name="connsiteX78-42301" fmla="*/ 8991600 w 10490654"/>
                  <a:gd name="connsiteY78-42302" fmla="*/ 8967953 h 10435941"/>
                  <a:gd name="connsiteX79-42303" fmla="*/ 8894618 w 10490654"/>
                  <a:gd name="connsiteY79-42304" fmla="*/ 9272753 h 10435941"/>
                  <a:gd name="connsiteX80-42305" fmla="*/ 8922328 w 10490654"/>
                  <a:gd name="connsiteY80-42306" fmla="*/ 9578490 h 10435941"/>
                  <a:gd name="connsiteX81-42307" fmla="*/ 9138715 w 10490654"/>
                  <a:gd name="connsiteY81-42308" fmla="*/ 9750056 h 10435941"/>
                  <a:gd name="connsiteX82-42309" fmla="*/ 9231789 w 10490654"/>
                  <a:gd name="connsiteY82-42310" fmla="*/ 9890275 h 10435941"/>
                  <a:gd name="connsiteX83-42311" fmla="*/ 9462870 w 10490654"/>
                  <a:gd name="connsiteY83-42312" fmla="*/ 9929452 h 10435941"/>
                  <a:gd name="connsiteX84-42313" fmla="*/ 9472032 w 10490654"/>
                  <a:gd name="connsiteY84-42314" fmla="*/ 9818955 h 10435941"/>
                  <a:gd name="connsiteX85-42315" fmla="*/ 9620746 w 10490654"/>
                  <a:gd name="connsiteY85-42316" fmla="*/ 9758904 h 10435941"/>
                  <a:gd name="connsiteX86-42317" fmla="*/ 9632264 w 10490654"/>
                  <a:gd name="connsiteY86-42318" fmla="*/ 10334695 h 10435941"/>
                  <a:gd name="connsiteX87-42319" fmla="*/ 9504664 w 10490654"/>
                  <a:gd name="connsiteY87-42320" fmla="*/ 10338313 h 10435941"/>
                  <a:gd name="connsiteX88-42321" fmla="*/ 9328580 w 10490654"/>
                  <a:gd name="connsiteY88-42322" fmla="*/ 10427202 h 10435941"/>
                  <a:gd name="connsiteX89-42323" fmla="*/ 9204220 w 10490654"/>
                  <a:gd name="connsiteY89-42324" fmla="*/ 10435941 h 10435941"/>
                  <a:gd name="connsiteX90-42325" fmla="*/ 9065234 w 10490654"/>
                  <a:gd name="connsiteY90-42326" fmla="*/ 10122103 h 10435941"/>
                  <a:gd name="connsiteX91-42327" fmla="*/ 8954319 w 10490654"/>
                  <a:gd name="connsiteY91-42328" fmla="*/ 10072174 h 10435941"/>
                  <a:gd name="connsiteX92-42329" fmla="*/ 8793275 w 10490654"/>
                  <a:gd name="connsiteY92-42330" fmla="*/ 9863725 h 10435941"/>
                  <a:gd name="connsiteX93-42331" fmla="*/ 8479422 w 10490654"/>
                  <a:gd name="connsiteY93-42332" fmla="*/ 9748287 h 10435941"/>
                  <a:gd name="connsiteX94-42333" fmla="*/ 8359423 w 10490654"/>
                  <a:gd name="connsiteY94-42334" fmla="*/ 9651431 h 10435941"/>
                  <a:gd name="connsiteX95-42335" fmla="*/ 8285018 w 10490654"/>
                  <a:gd name="connsiteY95-42336" fmla="*/ 9480572 h 10435941"/>
                  <a:gd name="connsiteX96-42337" fmla="*/ 8243564 w 10490654"/>
                  <a:gd name="connsiteY96-42338" fmla="*/ 9374254 h 10435941"/>
                  <a:gd name="connsiteX97-42339" fmla="*/ 8146472 w 10490654"/>
                  <a:gd name="connsiteY97-42340" fmla="*/ 9355881 h 10435941"/>
                  <a:gd name="connsiteX98-42341" fmla="*/ 8091054 w 10490654"/>
                  <a:gd name="connsiteY98-42342" fmla="*/ 9577553 h 10435941"/>
                  <a:gd name="connsiteX99-42343" fmla="*/ 7948364 w 10490654"/>
                  <a:gd name="connsiteY99-42344" fmla="*/ 9610939 h 10435941"/>
                  <a:gd name="connsiteX100-42345" fmla="*/ 7595184 w 10490654"/>
                  <a:gd name="connsiteY100-42346" fmla="*/ 9552340 h 10435941"/>
                  <a:gd name="connsiteX101-42347" fmla="*/ 7456879 w 10490654"/>
                  <a:gd name="connsiteY101-42348" fmla="*/ 9485198 h 10435941"/>
                  <a:gd name="connsiteX102-42349" fmla="*/ 7264584 w 10490654"/>
                  <a:gd name="connsiteY102-42350" fmla="*/ 9449904 h 10435941"/>
                  <a:gd name="connsiteX103-42351" fmla="*/ 7171401 w 10490654"/>
                  <a:gd name="connsiteY103-42352" fmla="*/ 9200180 h 10435941"/>
                  <a:gd name="connsiteX104-42353" fmla="*/ 6954982 w 10490654"/>
                  <a:gd name="connsiteY104-42354" fmla="*/ 9189626 h 10435941"/>
                  <a:gd name="connsiteX105-42355" fmla="*/ 6674084 w 10490654"/>
                  <a:gd name="connsiteY105-42356" fmla="*/ 9285034 h 10435941"/>
                  <a:gd name="connsiteX106-42357" fmla="*/ 6679359 w 10490654"/>
                  <a:gd name="connsiteY106-42358" fmla="*/ 9099745 h 10435941"/>
                  <a:gd name="connsiteX107-42359" fmla="*/ 6552868 w 10490654"/>
                  <a:gd name="connsiteY107-42360" fmla="*/ 9013951 h 10435941"/>
                  <a:gd name="connsiteX108-42361" fmla="*/ 6428509 w 10490654"/>
                  <a:gd name="connsiteY108-42362" fmla="*/ 8954099 h 10435941"/>
                  <a:gd name="connsiteX109-42363" fmla="*/ 6325922 w 10490654"/>
                  <a:gd name="connsiteY109-42364" fmla="*/ 9057307 h 10435941"/>
                  <a:gd name="connsiteX110-42365" fmla="*/ 6167763 w 10490654"/>
                  <a:gd name="connsiteY110-42366" fmla="*/ 8978227 h 10435941"/>
                  <a:gd name="connsiteX111-42367" fmla="*/ 6002132 w 10490654"/>
                  <a:gd name="connsiteY111-42368" fmla="*/ 9093734 h 10435941"/>
                  <a:gd name="connsiteX112-42369" fmla="*/ 5735890 w 10490654"/>
                  <a:gd name="connsiteY112-42370" fmla="*/ 9101726 h 10435941"/>
                  <a:gd name="connsiteX113-42371" fmla="*/ 5674760 w 10490654"/>
                  <a:gd name="connsiteY113-42372" fmla="*/ 9081904 h 10435941"/>
                  <a:gd name="connsiteX114-42373" fmla="*/ 5507415 w 10490654"/>
                  <a:gd name="connsiteY114-42374" fmla="*/ 9128137 h 10435941"/>
                  <a:gd name="connsiteX115-42375" fmla="*/ 5505859 w 10490654"/>
                  <a:gd name="connsiteY115-42376" fmla="*/ 8870972 h 10435941"/>
                  <a:gd name="connsiteX116-42377" fmla="*/ 5505857 w 10490654"/>
                  <a:gd name="connsiteY116-42378" fmla="*/ 8634977 h 10435941"/>
                  <a:gd name="connsiteX117-42379" fmla="*/ 5336024 w 10490654"/>
                  <a:gd name="connsiteY117-42380" fmla="*/ 8333292 h 10435941"/>
                  <a:gd name="connsiteX118-42381" fmla="*/ 5230324 w 10490654"/>
                  <a:gd name="connsiteY118-42382" fmla="*/ 8082820 h 10435941"/>
                  <a:gd name="connsiteX119-42383" fmla="*/ 5317031 w 10490654"/>
                  <a:gd name="connsiteY119-42384" fmla="*/ 7610208 h 10435941"/>
                  <a:gd name="connsiteX120-42385" fmla="*/ 5201059 w 10490654"/>
                  <a:gd name="connsiteY120-42386" fmla="*/ 7320352 h 10435941"/>
                  <a:gd name="connsiteX121-42387" fmla="*/ 5250872 w 10490654"/>
                  <a:gd name="connsiteY121-42388" fmla="*/ 7069881 h 10435941"/>
                  <a:gd name="connsiteX122-42389" fmla="*/ 5254899 w 10490654"/>
                  <a:gd name="connsiteY122-42390" fmla="*/ 6935795 h 10435941"/>
                  <a:gd name="connsiteX123-42391" fmla="*/ 4577603 w 10490654"/>
                  <a:gd name="connsiteY123-42392" fmla="*/ 7013996 h 10435941"/>
                  <a:gd name="connsiteX124-42393" fmla="*/ 4560483 w 10490654"/>
                  <a:gd name="connsiteY124-42394" fmla="*/ 6840580 h 10435941"/>
                  <a:gd name="connsiteX125-42395" fmla="*/ 4326990 w 10490654"/>
                  <a:gd name="connsiteY125-42396" fmla="*/ 6826329 h 10435941"/>
                  <a:gd name="connsiteX126-42397" fmla="*/ 4038834 w 10490654"/>
                  <a:gd name="connsiteY126-42398" fmla="*/ 6816452 h 10435941"/>
                  <a:gd name="connsiteX127-42399" fmla="*/ 3976254 w 10490654"/>
                  <a:gd name="connsiteY127-42400" fmla="*/ 7069881 h 10435941"/>
                  <a:gd name="connsiteX128-42401" fmla="*/ 3932667 w 10490654"/>
                  <a:gd name="connsiteY128-42402" fmla="*/ 7281279 h 10435941"/>
                  <a:gd name="connsiteX129-42403" fmla="*/ 3884155 w 10490654"/>
                  <a:gd name="connsiteY129-42404" fmla="*/ 7403480 h 10435941"/>
                  <a:gd name="connsiteX130-42405" fmla="*/ 3572499 w 10490654"/>
                  <a:gd name="connsiteY130-42406" fmla="*/ 7365450 h 10435941"/>
                  <a:gd name="connsiteX131-42407" fmla="*/ 3311236 w 10490654"/>
                  <a:gd name="connsiteY131-42408" fmla="*/ 7402390 h 10435941"/>
                  <a:gd name="connsiteX132-42409" fmla="*/ 2921540 w 10490654"/>
                  <a:gd name="connsiteY132-42410" fmla="*/ 7414475 h 10435941"/>
                  <a:gd name="connsiteX133-42411" fmla="*/ 2784763 w 10490654"/>
                  <a:gd name="connsiteY133-42412" fmla="*/ 7139153 h 10435941"/>
                  <a:gd name="connsiteX134-42413" fmla="*/ 2604654 w 10490654"/>
                  <a:gd name="connsiteY134-42414" fmla="*/ 6862062 h 10435941"/>
                  <a:gd name="connsiteX135-42415" fmla="*/ 2410691 w 10490654"/>
                  <a:gd name="connsiteY135-42416" fmla="*/ 6363299 h 10435941"/>
                  <a:gd name="connsiteX136-42417" fmla="*/ 2327563 w 10490654"/>
                  <a:gd name="connsiteY136-42418" fmla="*/ 6224753 h 10435941"/>
                  <a:gd name="connsiteX137-42419" fmla="*/ 1662545 w 10490654"/>
                  <a:gd name="connsiteY137-42420" fmla="*/ 6197044 h 10435941"/>
                  <a:gd name="connsiteX138-42421" fmla="*/ 1233054 w 10490654"/>
                  <a:gd name="connsiteY138-42422" fmla="*/ 6197044 h 10435941"/>
                  <a:gd name="connsiteX139-42423" fmla="*/ 1136072 w 10490654"/>
                  <a:gd name="connsiteY139-42424" fmla="*/ 6252462 h 10435941"/>
                  <a:gd name="connsiteX140-42425" fmla="*/ 706582 w 10490654"/>
                  <a:gd name="connsiteY140-42426" fmla="*/ 6210899 h 10435941"/>
                  <a:gd name="connsiteX141-42427" fmla="*/ 318654 w 10490654"/>
                  <a:gd name="connsiteY141-42428" fmla="*/ 6238608 h 10435941"/>
                  <a:gd name="connsiteX142-42429" fmla="*/ 96982 w 10490654"/>
                  <a:gd name="connsiteY142-42430" fmla="*/ 6391008 h 10435941"/>
                  <a:gd name="connsiteX143-42431" fmla="*/ 0 w 10490654"/>
                  <a:gd name="connsiteY143-42432" fmla="*/ 6294026 h 10435941"/>
                  <a:gd name="connsiteX144-42433" fmla="*/ 83127 w 10490654"/>
                  <a:gd name="connsiteY144-42434" fmla="*/ 6238608 h 10435941"/>
                  <a:gd name="connsiteX0-42435" fmla="*/ 83127 w 10490654"/>
                  <a:gd name="connsiteY0-42436" fmla="*/ 6238608 h 10435941"/>
                  <a:gd name="connsiteX1-42437" fmla="*/ 96982 w 10490654"/>
                  <a:gd name="connsiteY1-42438" fmla="*/ 5795262 h 10435941"/>
                  <a:gd name="connsiteX2-42439" fmla="*/ 401782 w 10490654"/>
                  <a:gd name="connsiteY2-42440" fmla="*/ 5532026 h 10435941"/>
                  <a:gd name="connsiteX3-42441" fmla="*/ 651163 w 10490654"/>
                  <a:gd name="connsiteY3-42442" fmla="*/ 5670572 h 10435941"/>
                  <a:gd name="connsiteX4-42443" fmla="*/ 858982 w 10490654"/>
                  <a:gd name="connsiteY4-42444" fmla="*/ 5504317 h 10435941"/>
                  <a:gd name="connsiteX5-42445" fmla="*/ 997527 w 10490654"/>
                  <a:gd name="connsiteY5-42446" fmla="*/ 5351917 h 10435941"/>
                  <a:gd name="connsiteX6-42447" fmla="*/ 1080654 w 10490654"/>
                  <a:gd name="connsiteY6-42448" fmla="*/ 5435044 h 10435941"/>
                  <a:gd name="connsiteX7-42449" fmla="*/ 1269312 w 10490654"/>
                  <a:gd name="connsiteY7-42450" fmla="*/ 5679710 h 10435941"/>
                  <a:gd name="connsiteX8-42451" fmla="*/ 1523116 w 10490654"/>
                  <a:gd name="connsiteY8-42452" fmla="*/ 5481030 h 10435941"/>
                  <a:gd name="connsiteX9-42453" fmla="*/ 1731818 w 10490654"/>
                  <a:gd name="connsiteY9-42454" fmla="*/ 5296499 h 10435941"/>
                  <a:gd name="connsiteX10-42455" fmla="*/ 2022763 w 10490654"/>
                  <a:gd name="connsiteY10-42456" fmla="*/ 5060972 h 10435941"/>
                  <a:gd name="connsiteX11-42457" fmla="*/ 2119745 w 10490654"/>
                  <a:gd name="connsiteY11-42458" fmla="*/ 4631481 h 10435941"/>
                  <a:gd name="connsiteX12-42459" fmla="*/ 2172511 w 10490654"/>
                  <a:gd name="connsiteY12-42460" fmla="*/ 4164848 h 10435941"/>
                  <a:gd name="connsiteX13-42461" fmla="*/ 2355272 w 10490654"/>
                  <a:gd name="connsiteY13-42462" fmla="*/ 3855626 h 10435941"/>
                  <a:gd name="connsiteX14-42463" fmla="*/ 2752497 w 10490654"/>
                  <a:gd name="connsiteY14-42464" fmla="*/ 3475092 h 10435941"/>
                  <a:gd name="connsiteX15-42465" fmla="*/ 2978727 w 10490654"/>
                  <a:gd name="connsiteY15-42466" fmla="*/ 3259881 h 10435941"/>
                  <a:gd name="connsiteX16-42467" fmla="*/ 3006436 w 10490654"/>
                  <a:gd name="connsiteY16-42468" fmla="*/ 2816535 h 10435941"/>
                  <a:gd name="connsiteX17-42469" fmla="*/ 3075709 w 10490654"/>
                  <a:gd name="connsiteY17-42470" fmla="*/ 2525590 h 10435941"/>
                  <a:gd name="connsiteX18-42471" fmla="*/ 3075709 w 10490654"/>
                  <a:gd name="connsiteY18-42472" fmla="*/ 2317772 h 10435941"/>
                  <a:gd name="connsiteX19-42473" fmla="*/ 3214254 w 10490654"/>
                  <a:gd name="connsiteY19-42474" fmla="*/ 1985262 h 10435941"/>
                  <a:gd name="connsiteX20-42475" fmla="*/ 3214254 w 10490654"/>
                  <a:gd name="connsiteY20-42476" fmla="*/ 1694317 h 10435941"/>
                  <a:gd name="connsiteX21-42477" fmla="*/ 3513454 w 10490654"/>
                  <a:gd name="connsiteY21-42478" fmla="*/ 1126281 h 10435941"/>
                  <a:gd name="connsiteX22-42479" fmla="*/ 3463636 w 10490654"/>
                  <a:gd name="connsiteY22-42480" fmla="*/ 752208 h 10435941"/>
                  <a:gd name="connsiteX23-42481" fmla="*/ 3491345 w 10490654"/>
                  <a:gd name="connsiteY23-42482" fmla="*/ 544390 h 10435941"/>
                  <a:gd name="connsiteX24-42483" fmla="*/ 3823854 w 10490654"/>
                  <a:gd name="connsiteY24-42484" fmla="*/ 184172 h 10435941"/>
                  <a:gd name="connsiteX25-42485" fmla="*/ 4017818 w 10490654"/>
                  <a:gd name="connsiteY25-42486" fmla="*/ 59481 h 10435941"/>
                  <a:gd name="connsiteX26-42487" fmla="*/ 4433454 w 10490654"/>
                  <a:gd name="connsiteY26-42488" fmla="*/ 295008 h 10435941"/>
                  <a:gd name="connsiteX27-42489" fmla="*/ 4599709 w 10490654"/>
                  <a:gd name="connsiteY27-42490" fmla="*/ 488972 h 10435941"/>
                  <a:gd name="connsiteX28-42491" fmla="*/ 5070763 w 10490654"/>
                  <a:gd name="connsiteY28-42492" fmla="*/ 544390 h 10435941"/>
                  <a:gd name="connsiteX29-42493" fmla="*/ 5391187 w 10490654"/>
                  <a:gd name="connsiteY29-42494" fmla="*/ 603639 h 10435941"/>
                  <a:gd name="connsiteX30-42495" fmla="*/ 5568642 w 10490654"/>
                  <a:gd name="connsiteY30-42496" fmla="*/ 588271 h 10435941"/>
                  <a:gd name="connsiteX31-42497" fmla="*/ 5860472 w 10490654"/>
                  <a:gd name="connsiteY31-42498" fmla="*/ 281153 h 10435941"/>
                  <a:gd name="connsiteX32-42499" fmla="*/ 6123709 w 10490654"/>
                  <a:gd name="connsiteY32-42500" fmla="*/ 322717 h 10435941"/>
                  <a:gd name="connsiteX33-42501" fmla="*/ 6541900 w 10490654"/>
                  <a:gd name="connsiteY33-42502" fmla="*/ 168233 h 10435941"/>
                  <a:gd name="connsiteX34-42503" fmla="*/ 6681722 w 10490654"/>
                  <a:gd name="connsiteY34-42504" fmla="*/ 107503 h 10435941"/>
                  <a:gd name="connsiteX35-42505" fmla="*/ 7011678 w 10490654"/>
                  <a:gd name="connsiteY35-42506" fmla="*/ 198026 h 10435941"/>
                  <a:gd name="connsiteX36-42507" fmla="*/ 7232072 w 10490654"/>
                  <a:gd name="connsiteY36-42508" fmla="*/ 17917 h 10435941"/>
                  <a:gd name="connsiteX37-42509" fmla="*/ 7379107 w 10490654"/>
                  <a:gd name="connsiteY37-42510" fmla="*/ 0 h 10435941"/>
                  <a:gd name="connsiteX38-42511" fmla="*/ 7600859 w 10490654"/>
                  <a:gd name="connsiteY38-42512" fmla="*/ 41248 h 10435941"/>
                  <a:gd name="connsiteX39-42513" fmla="*/ 7910945 w 10490654"/>
                  <a:gd name="connsiteY39-42514" fmla="*/ 128753 h 10435941"/>
                  <a:gd name="connsiteX40-42515" fmla="*/ 8312727 w 10490654"/>
                  <a:gd name="connsiteY40-42516" fmla="*/ 59481 h 10435941"/>
                  <a:gd name="connsiteX41-42517" fmla="*/ 8647005 w 10490654"/>
                  <a:gd name="connsiteY41-42518" fmla="*/ 396707 h 10435941"/>
                  <a:gd name="connsiteX42-42519" fmla="*/ 8908472 w 10490654"/>
                  <a:gd name="connsiteY42-42520" fmla="*/ 544390 h 10435941"/>
                  <a:gd name="connsiteX43-42521" fmla="*/ 9146732 w 10490654"/>
                  <a:gd name="connsiteY43-42522" fmla="*/ 420846 h 10435941"/>
                  <a:gd name="connsiteX44-42523" fmla="*/ 9372965 w 10490654"/>
                  <a:gd name="connsiteY44-42524" fmla="*/ 466363 h 10435941"/>
                  <a:gd name="connsiteX45-42525" fmla="*/ 9518072 w 10490654"/>
                  <a:gd name="connsiteY45-42526" fmla="*/ 367819 h 10435941"/>
                  <a:gd name="connsiteX46-42527" fmla="*/ 9646301 w 10490654"/>
                  <a:gd name="connsiteY46-42528" fmla="*/ 369587 h 10435941"/>
                  <a:gd name="connsiteX47-42529" fmla="*/ 10002982 w 10490654"/>
                  <a:gd name="connsiteY47-42530" fmla="*/ 793772 h 10435941"/>
                  <a:gd name="connsiteX48-42531" fmla="*/ 10238509 w 10490654"/>
                  <a:gd name="connsiteY48-42532" fmla="*/ 987735 h 10435941"/>
                  <a:gd name="connsiteX49-42533" fmla="*/ 10224654 w 10490654"/>
                  <a:gd name="connsiteY49-42534" fmla="*/ 1250972 h 10435941"/>
                  <a:gd name="connsiteX50-42535" fmla="*/ 10238509 w 10490654"/>
                  <a:gd name="connsiteY50-42536" fmla="*/ 1444935 h 10435941"/>
                  <a:gd name="connsiteX51-42537" fmla="*/ 10243066 w 10490654"/>
                  <a:gd name="connsiteY51-42538" fmla="*/ 1580249 h 10435941"/>
                  <a:gd name="connsiteX52-42539" fmla="*/ 10490654 w 10490654"/>
                  <a:gd name="connsiteY52-42540" fmla="*/ 1753897 h 10435941"/>
                  <a:gd name="connsiteX53-42541" fmla="*/ 10077929 w 10490654"/>
                  <a:gd name="connsiteY53-42542" fmla="*/ 2207269 h 10435941"/>
                  <a:gd name="connsiteX54-42543" fmla="*/ 9781309 w 10490654"/>
                  <a:gd name="connsiteY54-42544" fmla="*/ 2497881 h 10435941"/>
                  <a:gd name="connsiteX55-42545" fmla="*/ 9580055 w 10490654"/>
                  <a:gd name="connsiteY55-42546" fmla="*/ 3426134 h 10435941"/>
                  <a:gd name="connsiteX56-42547" fmla="*/ 9532477 w 10490654"/>
                  <a:gd name="connsiteY56-42548" fmla="*/ 3685207 h 10435941"/>
                  <a:gd name="connsiteX57-42549" fmla="*/ 9365672 w 10490654"/>
                  <a:gd name="connsiteY57-42550" fmla="*/ 3911044 h 10435941"/>
                  <a:gd name="connsiteX58-42551" fmla="*/ 9310254 w 10490654"/>
                  <a:gd name="connsiteY58-42552" fmla="*/ 4077299 h 10435941"/>
                  <a:gd name="connsiteX59-42553" fmla="*/ 9236422 w 10490654"/>
                  <a:gd name="connsiteY59-42554" fmla="*/ 4285117 h 10435941"/>
                  <a:gd name="connsiteX60-42555" fmla="*/ 9205255 w 10490654"/>
                  <a:gd name="connsiteY60-42556" fmla="*/ 4430122 h 10435941"/>
                  <a:gd name="connsiteX61-42557" fmla="*/ 9337963 w 10490654"/>
                  <a:gd name="connsiteY61-42558" fmla="*/ 4659190 h 10435941"/>
                  <a:gd name="connsiteX62-42559" fmla="*/ 9382180 w 10490654"/>
                  <a:gd name="connsiteY62-42560" fmla="*/ 4915057 h 10435941"/>
                  <a:gd name="connsiteX63-42561" fmla="*/ 9397939 w 10490654"/>
                  <a:gd name="connsiteY63-42562" fmla="*/ 5208060 h 10435941"/>
                  <a:gd name="connsiteX64-42563" fmla="*/ 9383359 w 10490654"/>
                  <a:gd name="connsiteY64-42564" fmla="*/ 5615153 h 10435941"/>
                  <a:gd name="connsiteX65-42565" fmla="*/ 9518623 w 10490654"/>
                  <a:gd name="connsiteY65-42566" fmla="*/ 5975373 h 10435941"/>
                  <a:gd name="connsiteX66-42567" fmla="*/ 9540496 w 10490654"/>
                  <a:gd name="connsiteY66-42568" fmla="*/ 6403714 h 10435941"/>
                  <a:gd name="connsiteX67-42569" fmla="*/ 9933709 w 10490654"/>
                  <a:gd name="connsiteY67-42570" fmla="*/ 6862062 h 10435941"/>
                  <a:gd name="connsiteX68-42571" fmla="*/ 10052074 w 10490654"/>
                  <a:gd name="connsiteY68-42572" fmla="*/ 7221396 h 10435941"/>
                  <a:gd name="connsiteX69-42573" fmla="*/ 10232908 w 10490654"/>
                  <a:gd name="connsiteY69-42574" fmla="*/ 7514995 h 10435941"/>
                  <a:gd name="connsiteX70-42575" fmla="*/ 9670472 w 10490654"/>
                  <a:gd name="connsiteY70-42576" fmla="*/ 7540935 h 10435941"/>
                  <a:gd name="connsiteX71-42577" fmla="*/ 9174087 w 10490654"/>
                  <a:gd name="connsiteY71-42578" fmla="*/ 7651772 h 10435941"/>
                  <a:gd name="connsiteX72-42579" fmla="*/ 9128871 w 10490654"/>
                  <a:gd name="connsiteY72-42580" fmla="*/ 7790317 h 10435941"/>
                  <a:gd name="connsiteX73-42581" fmla="*/ 9019309 w 10490654"/>
                  <a:gd name="connsiteY73-42582" fmla="*/ 7998135 h 10435941"/>
                  <a:gd name="connsiteX74-42583" fmla="*/ 8933823 w 10490654"/>
                  <a:gd name="connsiteY74-42584" fmla="*/ 8085908 h 10435941"/>
                  <a:gd name="connsiteX75-42585" fmla="*/ 9036787 w 10490654"/>
                  <a:gd name="connsiteY75-42586" fmla="*/ 8313437 h 10435941"/>
                  <a:gd name="connsiteX76-42587" fmla="*/ 9027559 w 10490654"/>
                  <a:gd name="connsiteY76-42588" fmla="*/ 8524608 h 10435941"/>
                  <a:gd name="connsiteX77-42589" fmla="*/ 8993669 w 10490654"/>
                  <a:gd name="connsiteY77-42590" fmla="*/ 8758113 h 10435941"/>
                  <a:gd name="connsiteX78-42591" fmla="*/ 8991600 w 10490654"/>
                  <a:gd name="connsiteY78-42592" fmla="*/ 8967953 h 10435941"/>
                  <a:gd name="connsiteX79-42593" fmla="*/ 8894618 w 10490654"/>
                  <a:gd name="connsiteY79-42594" fmla="*/ 9272753 h 10435941"/>
                  <a:gd name="connsiteX80-42595" fmla="*/ 8922328 w 10490654"/>
                  <a:gd name="connsiteY80-42596" fmla="*/ 9578490 h 10435941"/>
                  <a:gd name="connsiteX81-42597" fmla="*/ 9138715 w 10490654"/>
                  <a:gd name="connsiteY81-42598" fmla="*/ 9750056 h 10435941"/>
                  <a:gd name="connsiteX82-42599" fmla="*/ 9231789 w 10490654"/>
                  <a:gd name="connsiteY82-42600" fmla="*/ 9890275 h 10435941"/>
                  <a:gd name="connsiteX83-42601" fmla="*/ 9462870 w 10490654"/>
                  <a:gd name="connsiteY83-42602" fmla="*/ 9929452 h 10435941"/>
                  <a:gd name="connsiteX84-42603" fmla="*/ 9472032 w 10490654"/>
                  <a:gd name="connsiteY84-42604" fmla="*/ 9818955 h 10435941"/>
                  <a:gd name="connsiteX85-42605" fmla="*/ 9620746 w 10490654"/>
                  <a:gd name="connsiteY85-42606" fmla="*/ 9758904 h 10435941"/>
                  <a:gd name="connsiteX86-42607" fmla="*/ 9632264 w 10490654"/>
                  <a:gd name="connsiteY86-42608" fmla="*/ 10334695 h 10435941"/>
                  <a:gd name="connsiteX87-42609" fmla="*/ 9504664 w 10490654"/>
                  <a:gd name="connsiteY87-42610" fmla="*/ 10338313 h 10435941"/>
                  <a:gd name="connsiteX88-42611" fmla="*/ 9328580 w 10490654"/>
                  <a:gd name="connsiteY88-42612" fmla="*/ 10427202 h 10435941"/>
                  <a:gd name="connsiteX89-42613" fmla="*/ 9204220 w 10490654"/>
                  <a:gd name="connsiteY89-42614" fmla="*/ 10435941 h 10435941"/>
                  <a:gd name="connsiteX90-42615" fmla="*/ 9065234 w 10490654"/>
                  <a:gd name="connsiteY90-42616" fmla="*/ 10122103 h 10435941"/>
                  <a:gd name="connsiteX91-42617" fmla="*/ 8954319 w 10490654"/>
                  <a:gd name="connsiteY91-42618" fmla="*/ 10072174 h 10435941"/>
                  <a:gd name="connsiteX92-42619" fmla="*/ 8793275 w 10490654"/>
                  <a:gd name="connsiteY92-42620" fmla="*/ 9863725 h 10435941"/>
                  <a:gd name="connsiteX93-42621" fmla="*/ 8479422 w 10490654"/>
                  <a:gd name="connsiteY93-42622" fmla="*/ 9748287 h 10435941"/>
                  <a:gd name="connsiteX94-42623" fmla="*/ 8359423 w 10490654"/>
                  <a:gd name="connsiteY94-42624" fmla="*/ 9651431 h 10435941"/>
                  <a:gd name="connsiteX95-42625" fmla="*/ 8285018 w 10490654"/>
                  <a:gd name="connsiteY95-42626" fmla="*/ 9480572 h 10435941"/>
                  <a:gd name="connsiteX96-42627" fmla="*/ 8243564 w 10490654"/>
                  <a:gd name="connsiteY96-42628" fmla="*/ 9374254 h 10435941"/>
                  <a:gd name="connsiteX97-42629" fmla="*/ 8146472 w 10490654"/>
                  <a:gd name="connsiteY97-42630" fmla="*/ 9355881 h 10435941"/>
                  <a:gd name="connsiteX98-42631" fmla="*/ 8091054 w 10490654"/>
                  <a:gd name="connsiteY98-42632" fmla="*/ 9577553 h 10435941"/>
                  <a:gd name="connsiteX99-42633" fmla="*/ 7948364 w 10490654"/>
                  <a:gd name="connsiteY99-42634" fmla="*/ 9610939 h 10435941"/>
                  <a:gd name="connsiteX100-42635" fmla="*/ 7595184 w 10490654"/>
                  <a:gd name="connsiteY100-42636" fmla="*/ 9552340 h 10435941"/>
                  <a:gd name="connsiteX101-42637" fmla="*/ 7456879 w 10490654"/>
                  <a:gd name="connsiteY101-42638" fmla="*/ 9485198 h 10435941"/>
                  <a:gd name="connsiteX102-42639" fmla="*/ 7264584 w 10490654"/>
                  <a:gd name="connsiteY102-42640" fmla="*/ 9449904 h 10435941"/>
                  <a:gd name="connsiteX103-42641" fmla="*/ 7171401 w 10490654"/>
                  <a:gd name="connsiteY103-42642" fmla="*/ 9200180 h 10435941"/>
                  <a:gd name="connsiteX104-42643" fmla="*/ 6954982 w 10490654"/>
                  <a:gd name="connsiteY104-42644" fmla="*/ 9189626 h 10435941"/>
                  <a:gd name="connsiteX105-42645" fmla="*/ 6674084 w 10490654"/>
                  <a:gd name="connsiteY105-42646" fmla="*/ 9285034 h 10435941"/>
                  <a:gd name="connsiteX106-42647" fmla="*/ 6679359 w 10490654"/>
                  <a:gd name="connsiteY106-42648" fmla="*/ 9099745 h 10435941"/>
                  <a:gd name="connsiteX107-42649" fmla="*/ 6552868 w 10490654"/>
                  <a:gd name="connsiteY107-42650" fmla="*/ 9013951 h 10435941"/>
                  <a:gd name="connsiteX108-42651" fmla="*/ 6428509 w 10490654"/>
                  <a:gd name="connsiteY108-42652" fmla="*/ 8954099 h 10435941"/>
                  <a:gd name="connsiteX109-42653" fmla="*/ 6325922 w 10490654"/>
                  <a:gd name="connsiteY109-42654" fmla="*/ 9057307 h 10435941"/>
                  <a:gd name="connsiteX110-42655" fmla="*/ 6167763 w 10490654"/>
                  <a:gd name="connsiteY110-42656" fmla="*/ 8978227 h 10435941"/>
                  <a:gd name="connsiteX111-42657" fmla="*/ 6002132 w 10490654"/>
                  <a:gd name="connsiteY111-42658" fmla="*/ 9093734 h 10435941"/>
                  <a:gd name="connsiteX112-42659" fmla="*/ 5735890 w 10490654"/>
                  <a:gd name="connsiteY112-42660" fmla="*/ 9101726 h 10435941"/>
                  <a:gd name="connsiteX113-42661" fmla="*/ 5674760 w 10490654"/>
                  <a:gd name="connsiteY113-42662" fmla="*/ 9081904 h 10435941"/>
                  <a:gd name="connsiteX114-42663" fmla="*/ 5507415 w 10490654"/>
                  <a:gd name="connsiteY114-42664" fmla="*/ 9128137 h 10435941"/>
                  <a:gd name="connsiteX115-42665" fmla="*/ 5505859 w 10490654"/>
                  <a:gd name="connsiteY115-42666" fmla="*/ 8870972 h 10435941"/>
                  <a:gd name="connsiteX116-42667" fmla="*/ 5505857 w 10490654"/>
                  <a:gd name="connsiteY116-42668" fmla="*/ 8634977 h 10435941"/>
                  <a:gd name="connsiteX117-42669" fmla="*/ 5336024 w 10490654"/>
                  <a:gd name="connsiteY117-42670" fmla="*/ 8333292 h 10435941"/>
                  <a:gd name="connsiteX118-42671" fmla="*/ 5230324 w 10490654"/>
                  <a:gd name="connsiteY118-42672" fmla="*/ 8082820 h 10435941"/>
                  <a:gd name="connsiteX119-42673" fmla="*/ 5317031 w 10490654"/>
                  <a:gd name="connsiteY119-42674" fmla="*/ 7610208 h 10435941"/>
                  <a:gd name="connsiteX120-42675" fmla="*/ 5201059 w 10490654"/>
                  <a:gd name="connsiteY120-42676" fmla="*/ 7320352 h 10435941"/>
                  <a:gd name="connsiteX121-42677" fmla="*/ 5250872 w 10490654"/>
                  <a:gd name="connsiteY121-42678" fmla="*/ 7069881 h 10435941"/>
                  <a:gd name="connsiteX122-42679" fmla="*/ 5254899 w 10490654"/>
                  <a:gd name="connsiteY122-42680" fmla="*/ 6935795 h 10435941"/>
                  <a:gd name="connsiteX123-42681" fmla="*/ 4577603 w 10490654"/>
                  <a:gd name="connsiteY123-42682" fmla="*/ 7013996 h 10435941"/>
                  <a:gd name="connsiteX124-42683" fmla="*/ 4560483 w 10490654"/>
                  <a:gd name="connsiteY124-42684" fmla="*/ 6840580 h 10435941"/>
                  <a:gd name="connsiteX125-42685" fmla="*/ 4418619 w 10490654"/>
                  <a:gd name="connsiteY125-42686" fmla="*/ 6830934 h 10435941"/>
                  <a:gd name="connsiteX126-42687" fmla="*/ 4326990 w 10490654"/>
                  <a:gd name="connsiteY126-42688" fmla="*/ 6826329 h 10435941"/>
                  <a:gd name="connsiteX127-42689" fmla="*/ 4038834 w 10490654"/>
                  <a:gd name="connsiteY127-42690" fmla="*/ 6816452 h 10435941"/>
                  <a:gd name="connsiteX128-42691" fmla="*/ 3976254 w 10490654"/>
                  <a:gd name="connsiteY128-42692" fmla="*/ 7069881 h 10435941"/>
                  <a:gd name="connsiteX129-42693" fmla="*/ 3932667 w 10490654"/>
                  <a:gd name="connsiteY129-42694" fmla="*/ 7281279 h 10435941"/>
                  <a:gd name="connsiteX130-42695" fmla="*/ 3884155 w 10490654"/>
                  <a:gd name="connsiteY130-42696" fmla="*/ 7403480 h 10435941"/>
                  <a:gd name="connsiteX131-42697" fmla="*/ 3572499 w 10490654"/>
                  <a:gd name="connsiteY131-42698" fmla="*/ 7365450 h 10435941"/>
                  <a:gd name="connsiteX132-42699" fmla="*/ 3311236 w 10490654"/>
                  <a:gd name="connsiteY132-42700" fmla="*/ 7402390 h 10435941"/>
                  <a:gd name="connsiteX133-42701" fmla="*/ 2921540 w 10490654"/>
                  <a:gd name="connsiteY133-42702" fmla="*/ 7414475 h 10435941"/>
                  <a:gd name="connsiteX134-42703" fmla="*/ 2784763 w 10490654"/>
                  <a:gd name="connsiteY134-42704" fmla="*/ 7139153 h 10435941"/>
                  <a:gd name="connsiteX135-42705" fmla="*/ 2604654 w 10490654"/>
                  <a:gd name="connsiteY135-42706" fmla="*/ 6862062 h 10435941"/>
                  <a:gd name="connsiteX136-42707" fmla="*/ 2410691 w 10490654"/>
                  <a:gd name="connsiteY136-42708" fmla="*/ 6363299 h 10435941"/>
                  <a:gd name="connsiteX137-42709" fmla="*/ 2327563 w 10490654"/>
                  <a:gd name="connsiteY137-42710" fmla="*/ 6224753 h 10435941"/>
                  <a:gd name="connsiteX138-42711" fmla="*/ 1662545 w 10490654"/>
                  <a:gd name="connsiteY138-42712" fmla="*/ 6197044 h 10435941"/>
                  <a:gd name="connsiteX139-42713" fmla="*/ 1233054 w 10490654"/>
                  <a:gd name="connsiteY139-42714" fmla="*/ 6197044 h 10435941"/>
                  <a:gd name="connsiteX140-42715" fmla="*/ 1136072 w 10490654"/>
                  <a:gd name="connsiteY140-42716" fmla="*/ 6252462 h 10435941"/>
                  <a:gd name="connsiteX141-42717" fmla="*/ 706582 w 10490654"/>
                  <a:gd name="connsiteY141-42718" fmla="*/ 6210899 h 10435941"/>
                  <a:gd name="connsiteX142-42719" fmla="*/ 318654 w 10490654"/>
                  <a:gd name="connsiteY142-42720" fmla="*/ 6238608 h 10435941"/>
                  <a:gd name="connsiteX143-42721" fmla="*/ 96982 w 10490654"/>
                  <a:gd name="connsiteY143-42722" fmla="*/ 6391008 h 10435941"/>
                  <a:gd name="connsiteX144-42723" fmla="*/ 0 w 10490654"/>
                  <a:gd name="connsiteY144-42724" fmla="*/ 6294026 h 10435941"/>
                  <a:gd name="connsiteX145" fmla="*/ 83127 w 10490654"/>
                  <a:gd name="connsiteY145" fmla="*/ 6238608 h 10435941"/>
                  <a:gd name="connsiteX0-42725" fmla="*/ 83127 w 10490654"/>
                  <a:gd name="connsiteY0-42726" fmla="*/ 6238608 h 10435941"/>
                  <a:gd name="connsiteX1-42727" fmla="*/ 96982 w 10490654"/>
                  <a:gd name="connsiteY1-42728" fmla="*/ 5795262 h 10435941"/>
                  <a:gd name="connsiteX2-42729" fmla="*/ 401782 w 10490654"/>
                  <a:gd name="connsiteY2-42730" fmla="*/ 5532026 h 10435941"/>
                  <a:gd name="connsiteX3-42731" fmla="*/ 651163 w 10490654"/>
                  <a:gd name="connsiteY3-42732" fmla="*/ 5670572 h 10435941"/>
                  <a:gd name="connsiteX4-42733" fmla="*/ 858982 w 10490654"/>
                  <a:gd name="connsiteY4-42734" fmla="*/ 5504317 h 10435941"/>
                  <a:gd name="connsiteX5-42735" fmla="*/ 997527 w 10490654"/>
                  <a:gd name="connsiteY5-42736" fmla="*/ 5351917 h 10435941"/>
                  <a:gd name="connsiteX6-42737" fmla="*/ 1080654 w 10490654"/>
                  <a:gd name="connsiteY6-42738" fmla="*/ 5435044 h 10435941"/>
                  <a:gd name="connsiteX7-42739" fmla="*/ 1269312 w 10490654"/>
                  <a:gd name="connsiteY7-42740" fmla="*/ 5679710 h 10435941"/>
                  <a:gd name="connsiteX8-42741" fmla="*/ 1523116 w 10490654"/>
                  <a:gd name="connsiteY8-42742" fmla="*/ 5481030 h 10435941"/>
                  <a:gd name="connsiteX9-42743" fmla="*/ 1731818 w 10490654"/>
                  <a:gd name="connsiteY9-42744" fmla="*/ 5296499 h 10435941"/>
                  <a:gd name="connsiteX10-42745" fmla="*/ 2022763 w 10490654"/>
                  <a:gd name="connsiteY10-42746" fmla="*/ 5060972 h 10435941"/>
                  <a:gd name="connsiteX11-42747" fmla="*/ 2119745 w 10490654"/>
                  <a:gd name="connsiteY11-42748" fmla="*/ 4631481 h 10435941"/>
                  <a:gd name="connsiteX12-42749" fmla="*/ 2172511 w 10490654"/>
                  <a:gd name="connsiteY12-42750" fmla="*/ 4164848 h 10435941"/>
                  <a:gd name="connsiteX13-42751" fmla="*/ 2355272 w 10490654"/>
                  <a:gd name="connsiteY13-42752" fmla="*/ 3855626 h 10435941"/>
                  <a:gd name="connsiteX14-42753" fmla="*/ 2752497 w 10490654"/>
                  <a:gd name="connsiteY14-42754" fmla="*/ 3475092 h 10435941"/>
                  <a:gd name="connsiteX15-42755" fmla="*/ 2978727 w 10490654"/>
                  <a:gd name="connsiteY15-42756" fmla="*/ 3259881 h 10435941"/>
                  <a:gd name="connsiteX16-42757" fmla="*/ 3006436 w 10490654"/>
                  <a:gd name="connsiteY16-42758" fmla="*/ 2816535 h 10435941"/>
                  <a:gd name="connsiteX17-42759" fmla="*/ 3075709 w 10490654"/>
                  <a:gd name="connsiteY17-42760" fmla="*/ 2525590 h 10435941"/>
                  <a:gd name="connsiteX18-42761" fmla="*/ 3075709 w 10490654"/>
                  <a:gd name="connsiteY18-42762" fmla="*/ 2317772 h 10435941"/>
                  <a:gd name="connsiteX19-42763" fmla="*/ 3214254 w 10490654"/>
                  <a:gd name="connsiteY19-42764" fmla="*/ 1985262 h 10435941"/>
                  <a:gd name="connsiteX20-42765" fmla="*/ 3214254 w 10490654"/>
                  <a:gd name="connsiteY20-42766" fmla="*/ 1694317 h 10435941"/>
                  <a:gd name="connsiteX21-42767" fmla="*/ 3513454 w 10490654"/>
                  <a:gd name="connsiteY21-42768" fmla="*/ 1126281 h 10435941"/>
                  <a:gd name="connsiteX22-42769" fmla="*/ 3463636 w 10490654"/>
                  <a:gd name="connsiteY22-42770" fmla="*/ 752208 h 10435941"/>
                  <a:gd name="connsiteX23-42771" fmla="*/ 3491345 w 10490654"/>
                  <a:gd name="connsiteY23-42772" fmla="*/ 544390 h 10435941"/>
                  <a:gd name="connsiteX24-42773" fmla="*/ 3823854 w 10490654"/>
                  <a:gd name="connsiteY24-42774" fmla="*/ 184172 h 10435941"/>
                  <a:gd name="connsiteX25-42775" fmla="*/ 4017818 w 10490654"/>
                  <a:gd name="connsiteY25-42776" fmla="*/ 59481 h 10435941"/>
                  <a:gd name="connsiteX26-42777" fmla="*/ 4433454 w 10490654"/>
                  <a:gd name="connsiteY26-42778" fmla="*/ 295008 h 10435941"/>
                  <a:gd name="connsiteX27-42779" fmla="*/ 4599709 w 10490654"/>
                  <a:gd name="connsiteY27-42780" fmla="*/ 488972 h 10435941"/>
                  <a:gd name="connsiteX28-42781" fmla="*/ 5070763 w 10490654"/>
                  <a:gd name="connsiteY28-42782" fmla="*/ 544390 h 10435941"/>
                  <a:gd name="connsiteX29-42783" fmla="*/ 5391187 w 10490654"/>
                  <a:gd name="connsiteY29-42784" fmla="*/ 603639 h 10435941"/>
                  <a:gd name="connsiteX30-42785" fmla="*/ 5568642 w 10490654"/>
                  <a:gd name="connsiteY30-42786" fmla="*/ 588271 h 10435941"/>
                  <a:gd name="connsiteX31-42787" fmla="*/ 5860472 w 10490654"/>
                  <a:gd name="connsiteY31-42788" fmla="*/ 281153 h 10435941"/>
                  <a:gd name="connsiteX32-42789" fmla="*/ 6123709 w 10490654"/>
                  <a:gd name="connsiteY32-42790" fmla="*/ 322717 h 10435941"/>
                  <a:gd name="connsiteX33-42791" fmla="*/ 6541900 w 10490654"/>
                  <a:gd name="connsiteY33-42792" fmla="*/ 168233 h 10435941"/>
                  <a:gd name="connsiteX34-42793" fmla="*/ 6681722 w 10490654"/>
                  <a:gd name="connsiteY34-42794" fmla="*/ 107503 h 10435941"/>
                  <a:gd name="connsiteX35-42795" fmla="*/ 7011678 w 10490654"/>
                  <a:gd name="connsiteY35-42796" fmla="*/ 198026 h 10435941"/>
                  <a:gd name="connsiteX36-42797" fmla="*/ 7232072 w 10490654"/>
                  <a:gd name="connsiteY36-42798" fmla="*/ 17917 h 10435941"/>
                  <a:gd name="connsiteX37-42799" fmla="*/ 7379107 w 10490654"/>
                  <a:gd name="connsiteY37-42800" fmla="*/ 0 h 10435941"/>
                  <a:gd name="connsiteX38-42801" fmla="*/ 7600859 w 10490654"/>
                  <a:gd name="connsiteY38-42802" fmla="*/ 41248 h 10435941"/>
                  <a:gd name="connsiteX39-42803" fmla="*/ 7910945 w 10490654"/>
                  <a:gd name="connsiteY39-42804" fmla="*/ 128753 h 10435941"/>
                  <a:gd name="connsiteX40-42805" fmla="*/ 8312727 w 10490654"/>
                  <a:gd name="connsiteY40-42806" fmla="*/ 59481 h 10435941"/>
                  <a:gd name="connsiteX41-42807" fmla="*/ 8647005 w 10490654"/>
                  <a:gd name="connsiteY41-42808" fmla="*/ 396707 h 10435941"/>
                  <a:gd name="connsiteX42-42809" fmla="*/ 8908472 w 10490654"/>
                  <a:gd name="connsiteY42-42810" fmla="*/ 544390 h 10435941"/>
                  <a:gd name="connsiteX43-42811" fmla="*/ 9146732 w 10490654"/>
                  <a:gd name="connsiteY43-42812" fmla="*/ 420846 h 10435941"/>
                  <a:gd name="connsiteX44-42813" fmla="*/ 9372965 w 10490654"/>
                  <a:gd name="connsiteY44-42814" fmla="*/ 466363 h 10435941"/>
                  <a:gd name="connsiteX45-42815" fmla="*/ 9518072 w 10490654"/>
                  <a:gd name="connsiteY45-42816" fmla="*/ 367819 h 10435941"/>
                  <a:gd name="connsiteX46-42817" fmla="*/ 9646301 w 10490654"/>
                  <a:gd name="connsiteY46-42818" fmla="*/ 369587 h 10435941"/>
                  <a:gd name="connsiteX47-42819" fmla="*/ 10002982 w 10490654"/>
                  <a:gd name="connsiteY47-42820" fmla="*/ 793772 h 10435941"/>
                  <a:gd name="connsiteX48-42821" fmla="*/ 10238509 w 10490654"/>
                  <a:gd name="connsiteY48-42822" fmla="*/ 987735 h 10435941"/>
                  <a:gd name="connsiteX49-42823" fmla="*/ 10224654 w 10490654"/>
                  <a:gd name="connsiteY49-42824" fmla="*/ 1250972 h 10435941"/>
                  <a:gd name="connsiteX50-42825" fmla="*/ 10238509 w 10490654"/>
                  <a:gd name="connsiteY50-42826" fmla="*/ 1444935 h 10435941"/>
                  <a:gd name="connsiteX51-42827" fmla="*/ 10243066 w 10490654"/>
                  <a:gd name="connsiteY51-42828" fmla="*/ 1580249 h 10435941"/>
                  <a:gd name="connsiteX52-42829" fmla="*/ 10490654 w 10490654"/>
                  <a:gd name="connsiteY52-42830" fmla="*/ 1753897 h 10435941"/>
                  <a:gd name="connsiteX53-42831" fmla="*/ 10077929 w 10490654"/>
                  <a:gd name="connsiteY53-42832" fmla="*/ 2207269 h 10435941"/>
                  <a:gd name="connsiteX54-42833" fmla="*/ 9781309 w 10490654"/>
                  <a:gd name="connsiteY54-42834" fmla="*/ 2497881 h 10435941"/>
                  <a:gd name="connsiteX55-42835" fmla="*/ 9580055 w 10490654"/>
                  <a:gd name="connsiteY55-42836" fmla="*/ 3426134 h 10435941"/>
                  <a:gd name="connsiteX56-42837" fmla="*/ 9532477 w 10490654"/>
                  <a:gd name="connsiteY56-42838" fmla="*/ 3685207 h 10435941"/>
                  <a:gd name="connsiteX57-42839" fmla="*/ 9365672 w 10490654"/>
                  <a:gd name="connsiteY57-42840" fmla="*/ 3911044 h 10435941"/>
                  <a:gd name="connsiteX58-42841" fmla="*/ 9310254 w 10490654"/>
                  <a:gd name="connsiteY58-42842" fmla="*/ 4077299 h 10435941"/>
                  <a:gd name="connsiteX59-42843" fmla="*/ 9236422 w 10490654"/>
                  <a:gd name="connsiteY59-42844" fmla="*/ 4285117 h 10435941"/>
                  <a:gd name="connsiteX60-42845" fmla="*/ 9205255 w 10490654"/>
                  <a:gd name="connsiteY60-42846" fmla="*/ 4430122 h 10435941"/>
                  <a:gd name="connsiteX61-42847" fmla="*/ 9337963 w 10490654"/>
                  <a:gd name="connsiteY61-42848" fmla="*/ 4659190 h 10435941"/>
                  <a:gd name="connsiteX62-42849" fmla="*/ 9382180 w 10490654"/>
                  <a:gd name="connsiteY62-42850" fmla="*/ 4915057 h 10435941"/>
                  <a:gd name="connsiteX63-42851" fmla="*/ 9397939 w 10490654"/>
                  <a:gd name="connsiteY63-42852" fmla="*/ 5208060 h 10435941"/>
                  <a:gd name="connsiteX64-42853" fmla="*/ 9383359 w 10490654"/>
                  <a:gd name="connsiteY64-42854" fmla="*/ 5615153 h 10435941"/>
                  <a:gd name="connsiteX65-42855" fmla="*/ 9518623 w 10490654"/>
                  <a:gd name="connsiteY65-42856" fmla="*/ 5975373 h 10435941"/>
                  <a:gd name="connsiteX66-42857" fmla="*/ 9540496 w 10490654"/>
                  <a:gd name="connsiteY66-42858" fmla="*/ 6403714 h 10435941"/>
                  <a:gd name="connsiteX67-42859" fmla="*/ 9933709 w 10490654"/>
                  <a:gd name="connsiteY67-42860" fmla="*/ 6862062 h 10435941"/>
                  <a:gd name="connsiteX68-42861" fmla="*/ 10052074 w 10490654"/>
                  <a:gd name="connsiteY68-42862" fmla="*/ 7221396 h 10435941"/>
                  <a:gd name="connsiteX69-42863" fmla="*/ 10232908 w 10490654"/>
                  <a:gd name="connsiteY69-42864" fmla="*/ 7514995 h 10435941"/>
                  <a:gd name="connsiteX70-42865" fmla="*/ 9670472 w 10490654"/>
                  <a:gd name="connsiteY70-42866" fmla="*/ 7540935 h 10435941"/>
                  <a:gd name="connsiteX71-42867" fmla="*/ 9174087 w 10490654"/>
                  <a:gd name="connsiteY71-42868" fmla="*/ 7651772 h 10435941"/>
                  <a:gd name="connsiteX72-42869" fmla="*/ 9128871 w 10490654"/>
                  <a:gd name="connsiteY72-42870" fmla="*/ 7790317 h 10435941"/>
                  <a:gd name="connsiteX73-42871" fmla="*/ 9019309 w 10490654"/>
                  <a:gd name="connsiteY73-42872" fmla="*/ 7998135 h 10435941"/>
                  <a:gd name="connsiteX74-42873" fmla="*/ 8933823 w 10490654"/>
                  <a:gd name="connsiteY74-42874" fmla="*/ 8085908 h 10435941"/>
                  <a:gd name="connsiteX75-42875" fmla="*/ 9036787 w 10490654"/>
                  <a:gd name="connsiteY75-42876" fmla="*/ 8313437 h 10435941"/>
                  <a:gd name="connsiteX76-42877" fmla="*/ 9027559 w 10490654"/>
                  <a:gd name="connsiteY76-42878" fmla="*/ 8524608 h 10435941"/>
                  <a:gd name="connsiteX77-42879" fmla="*/ 8993669 w 10490654"/>
                  <a:gd name="connsiteY77-42880" fmla="*/ 8758113 h 10435941"/>
                  <a:gd name="connsiteX78-42881" fmla="*/ 8991600 w 10490654"/>
                  <a:gd name="connsiteY78-42882" fmla="*/ 8967953 h 10435941"/>
                  <a:gd name="connsiteX79-42883" fmla="*/ 8894618 w 10490654"/>
                  <a:gd name="connsiteY79-42884" fmla="*/ 9272753 h 10435941"/>
                  <a:gd name="connsiteX80-42885" fmla="*/ 8922328 w 10490654"/>
                  <a:gd name="connsiteY80-42886" fmla="*/ 9578490 h 10435941"/>
                  <a:gd name="connsiteX81-42887" fmla="*/ 9138715 w 10490654"/>
                  <a:gd name="connsiteY81-42888" fmla="*/ 9750056 h 10435941"/>
                  <a:gd name="connsiteX82-42889" fmla="*/ 9231789 w 10490654"/>
                  <a:gd name="connsiteY82-42890" fmla="*/ 9890275 h 10435941"/>
                  <a:gd name="connsiteX83-42891" fmla="*/ 9462870 w 10490654"/>
                  <a:gd name="connsiteY83-42892" fmla="*/ 9929452 h 10435941"/>
                  <a:gd name="connsiteX84-42893" fmla="*/ 9472032 w 10490654"/>
                  <a:gd name="connsiteY84-42894" fmla="*/ 9818955 h 10435941"/>
                  <a:gd name="connsiteX85-42895" fmla="*/ 9620746 w 10490654"/>
                  <a:gd name="connsiteY85-42896" fmla="*/ 9758904 h 10435941"/>
                  <a:gd name="connsiteX86-42897" fmla="*/ 9632264 w 10490654"/>
                  <a:gd name="connsiteY86-42898" fmla="*/ 10334695 h 10435941"/>
                  <a:gd name="connsiteX87-42899" fmla="*/ 9504664 w 10490654"/>
                  <a:gd name="connsiteY87-42900" fmla="*/ 10338313 h 10435941"/>
                  <a:gd name="connsiteX88-42901" fmla="*/ 9328580 w 10490654"/>
                  <a:gd name="connsiteY88-42902" fmla="*/ 10427202 h 10435941"/>
                  <a:gd name="connsiteX89-42903" fmla="*/ 9204220 w 10490654"/>
                  <a:gd name="connsiteY89-42904" fmla="*/ 10435941 h 10435941"/>
                  <a:gd name="connsiteX90-42905" fmla="*/ 9065234 w 10490654"/>
                  <a:gd name="connsiteY90-42906" fmla="*/ 10122103 h 10435941"/>
                  <a:gd name="connsiteX91-42907" fmla="*/ 8954319 w 10490654"/>
                  <a:gd name="connsiteY91-42908" fmla="*/ 10072174 h 10435941"/>
                  <a:gd name="connsiteX92-42909" fmla="*/ 8793275 w 10490654"/>
                  <a:gd name="connsiteY92-42910" fmla="*/ 9863725 h 10435941"/>
                  <a:gd name="connsiteX93-42911" fmla="*/ 8479422 w 10490654"/>
                  <a:gd name="connsiteY93-42912" fmla="*/ 9748287 h 10435941"/>
                  <a:gd name="connsiteX94-42913" fmla="*/ 8359423 w 10490654"/>
                  <a:gd name="connsiteY94-42914" fmla="*/ 9651431 h 10435941"/>
                  <a:gd name="connsiteX95-42915" fmla="*/ 8285018 w 10490654"/>
                  <a:gd name="connsiteY95-42916" fmla="*/ 9480572 h 10435941"/>
                  <a:gd name="connsiteX96-42917" fmla="*/ 8243564 w 10490654"/>
                  <a:gd name="connsiteY96-42918" fmla="*/ 9374254 h 10435941"/>
                  <a:gd name="connsiteX97-42919" fmla="*/ 8146472 w 10490654"/>
                  <a:gd name="connsiteY97-42920" fmla="*/ 9355881 h 10435941"/>
                  <a:gd name="connsiteX98-42921" fmla="*/ 8091054 w 10490654"/>
                  <a:gd name="connsiteY98-42922" fmla="*/ 9577553 h 10435941"/>
                  <a:gd name="connsiteX99-42923" fmla="*/ 7948364 w 10490654"/>
                  <a:gd name="connsiteY99-42924" fmla="*/ 9610939 h 10435941"/>
                  <a:gd name="connsiteX100-42925" fmla="*/ 7595184 w 10490654"/>
                  <a:gd name="connsiteY100-42926" fmla="*/ 9552340 h 10435941"/>
                  <a:gd name="connsiteX101-42927" fmla="*/ 7456879 w 10490654"/>
                  <a:gd name="connsiteY101-42928" fmla="*/ 9485198 h 10435941"/>
                  <a:gd name="connsiteX102-42929" fmla="*/ 7264584 w 10490654"/>
                  <a:gd name="connsiteY102-42930" fmla="*/ 9449904 h 10435941"/>
                  <a:gd name="connsiteX103-42931" fmla="*/ 7171401 w 10490654"/>
                  <a:gd name="connsiteY103-42932" fmla="*/ 9200180 h 10435941"/>
                  <a:gd name="connsiteX104-42933" fmla="*/ 6954982 w 10490654"/>
                  <a:gd name="connsiteY104-42934" fmla="*/ 9189626 h 10435941"/>
                  <a:gd name="connsiteX105-42935" fmla="*/ 6674084 w 10490654"/>
                  <a:gd name="connsiteY105-42936" fmla="*/ 9285034 h 10435941"/>
                  <a:gd name="connsiteX106-42937" fmla="*/ 6679359 w 10490654"/>
                  <a:gd name="connsiteY106-42938" fmla="*/ 9099745 h 10435941"/>
                  <a:gd name="connsiteX107-42939" fmla="*/ 6552868 w 10490654"/>
                  <a:gd name="connsiteY107-42940" fmla="*/ 9013951 h 10435941"/>
                  <a:gd name="connsiteX108-42941" fmla="*/ 6428509 w 10490654"/>
                  <a:gd name="connsiteY108-42942" fmla="*/ 8954099 h 10435941"/>
                  <a:gd name="connsiteX109-42943" fmla="*/ 6325922 w 10490654"/>
                  <a:gd name="connsiteY109-42944" fmla="*/ 9057307 h 10435941"/>
                  <a:gd name="connsiteX110-42945" fmla="*/ 6167763 w 10490654"/>
                  <a:gd name="connsiteY110-42946" fmla="*/ 8978227 h 10435941"/>
                  <a:gd name="connsiteX111-42947" fmla="*/ 6002132 w 10490654"/>
                  <a:gd name="connsiteY111-42948" fmla="*/ 9093734 h 10435941"/>
                  <a:gd name="connsiteX112-42949" fmla="*/ 5735890 w 10490654"/>
                  <a:gd name="connsiteY112-42950" fmla="*/ 9101726 h 10435941"/>
                  <a:gd name="connsiteX113-42951" fmla="*/ 5674760 w 10490654"/>
                  <a:gd name="connsiteY113-42952" fmla="*/ 9081904 h 10435941"/>
                  <a:gd name="connsiteX114-42953" fmla="*/ 5507415 w 10490654"/>
                  <a:gd name="connsiteY114-42954" fmla="*/ 9128137 h 10435941"/>
                  <a:gd name="connsiteX115-42955" fmla="*/ 5505859 w 10490654"/>
                  <a:gd name="connsiteY115-42956" fmla="*/ 8870972 h 10435941"/>
                  <a:gd name="connsiteX116-42957" fmla="*/ 5505857 w 10490654"/>
                  <a:gd name="connsiteY116-42958" fmla="*/ 8634977 h 10435941"/>
                  <a:gd name="connsiteX117-42959" fmla="*/ 5336024 w 10490654"/>
                  <a:gd name="connsiteY117-42960" fmla="*/ 8333292 h 10435941"/>
                  <a:gd name="connsiteX118-42961" fmla="*/ 5230324 w 10490654"/>
                  <a:gd name="connsiteY118-42962" fmla="*/ 8082820 h 10435941"/>
                  <a:gd name="connsiteX119-42963" fmla="*/ 5317031 w 10490654"/>
                  <a:gd name="connsiteY119-42964" fmla="*/ 7610208 h 10435941"/>
                  <a:gd name="connsiteX120-42965" fmla="*/ 5201059 w 10490654"/>
                  <a:gd name="connsiteY120-42966" fmla="*/ 7320352 h 10435941"/>
                  <a:gd name="connsiteX121-42967" fmla="*/ 5250872 w 10490654"/>
                  <a:gd name="connsiteY121-42968" fmla="*/ 7069881 h 10435941"/>
                  <a:gd name="connsiteX122-42969" fmla="*/ 5254899 w 10490654"/>
                  <a:gd name="connsiteY122-42970" fmla="*/ 6935795 h 10435941"/>
                  <a:gd name="connsiteX123-42971" fmla="*/ 4577603 w 10490654"/>
                  <a:gd name="connsiteY123-42972" fmla="*/ 7013996 h 10435941"/>
                  <a:gd name="connsiteX124-42973" fmla="*/ 4560483 w 10490654"/>
                  <a:gd name="connsiteY124-42974" fmla="*/ 6840580 h 10435941"/>
                  <a:gd name="connsiteX125-42975" fmla="*/ 4496504 w 10490654"/>
                  <a:gd name="connsiteY125-42976" fmla="*/ 6706626 h 10435941"/>
                  <a:gd name="connsiteX126-42977" fmla="*/ 4326990 w 10490654"/>
                  <a:gd name="connsiteY126-42978" fmla="*/ 6826329 h 10435941"/>
                  <a:gd name="connsiteX127-42979" fmla="*/ 4038834 w 10490654"/>
                  <a:gd name="connsiteY127-42980" fmla="*/ 6816452 h 10435941"/>
                  <a:gd name="connsiteX128-42981" fmla="*/ 3976254 w 10490654"/>
                  <a:gd name="connsiteY128-42982" fmla="*/ 7069881 h 10435941"/>
                  <a:gd name="connsiteX129-42983" fmla="*/ 3932667 w 10490654"/>
                  <a:gd name="connsiteY129-42984" fmla="*/ 7281279 h 10435941"/>
                  <a:gd name="connsiteX130-42985" fmla="*/ 3884155 w 10490654"/>
                  <a:gd name="connsiteY130-42986" fmla="*/ 7403480 h 10435941"/>
                  <a:gd name="connsiteX131-42987" fmla="*/ 3572499 w 10490654"/>
                  <a:gd name="connsiteY131-42988" fmla="*/ 7365450 h 10435941"/>
                  <a:gd name="connsiteX132-42989" fmla="*/ 3311236 w 10490654"/>
                  <a:gd name="connsiteY132-42990" fmla="*/ 7402390 h 10435941"/>
                  <a:gd name="connsiteX133-42991" fmla="*/ 2921540 w 10490654"/>
                  <a:gd name="connsiteY133-42992" fmla="*/ 7414475 h 10435941"/>
                  <a:gd name="connsiteX134-42993" fmla="*/ 2784763 w 10490654"/>
                  <a:gd name="connsiteY134-42994" fmla="*/ 7139153 h 10435941"/>
                  <a:gd name="connsiteX135-42995" fmla="*/ 2604654 w 10490654"/>
                  <a:gd name="connsiteY135-42996" fmla="*/ 6862062 h 10435941"/>
                  <a:gd name="connsiteX136-42997" fmla="*/ 2410691 w 10490654"/>
                  <a:gd name="connsiteY136-42998" fmla="*/ 6363299 h 10435941"/>
                  <a:gd name="connsiteX137-42999" fmla="*/ 2327563 w 10490654"/>
                  <a:gd name="connsiteY137-43000" fmla="*/ 6224753 h 10435941"/>
                  <a:gd name="connsiteX138-43001" fmla="*/ 1662545 w 10490654"/>
                  <a:gd name="connsiteY138-43002" fmla="*/ 6197044 h 10435941"/>
                  <a:gd name="connsiteX139-43003" fmla="*/ 1233054 w 10490654"/>
                  <a:gd name="connsiteY139-43004" fmla="*/ 6197044 h 10435941"/>
                  <a:gd name="connsiteX140-43005" fmla="*/ 1136072 w 10490654"/>
                  <a:gd name="connsiteY140-43006" fmla="*/ 6252462 h 10435941"/>
                  <a:gd name="connsiteX141-43007" fmla="*/ 706582 w 10490654"/>
                  <a:gd name="connsiteY141-43008" fmla="*/ 6210899 h 10435941"/>
                  <a:gd name="connsiteX142-43009" fmla="*/ 318654 w 10490654"/>
                  <a:gd name="connsiteY142-43010" fmla="*/ 6238608 h 10435941"/>
                  <a:gd name="connsiteX143-43011" fmla="*/ 96982 w 10490654"/>
                  <a:gd name="connsiteY143-43012" fmla="*/ 6391008 h 10435941"/>
                  <a:gd name="connsiteX144-43013" fmla="*/ 0 w 10490654"/>
                  <a:gd name="connsiteY144-43014" fmla="*/ 6294026 h 10435941"/>
                  <a:gd name="connsiteX145-43015" fmla="*/ 83127 w 10490654"/>
                  <a:gd name="connsiteY145-43016" fmla="*/ 6238608 h 10435941"/>
                  <a:gd name="connsiteX0-43017" fmla="*/ 83127 w 10490654"/>
                  <a:gd name="connsiteY0-43018" fmla="*/ 6238608 h 10435941"/>
                  <a:gd name="connsiteX1-43019" fmla="*/ 96982 w 10490654"/>
                  <a:gd name="connsiteY1-43020" fmla="*/ 5795262 h 10435941"/>
                  <a:gd name="connsiteX2-43021" fmla="*/ 401782 w 10490654"/>
                  <a:gd name="connsiteY2-43022" fmla="*/ 5532026 h 10435941"/>
                  <a:gd name="connsiteX3-43023" fmla="*/ 651163 w 10490654"/>
                  <a:gd name="connsiteY3-43024" fmla="*/ 5670572 h 10435941"/>
                  <a:gd name="connsiteX4-43025" fmla="*/ 858982 w 10490654"/>
                  <a:gd name="connsiteY4-43026" fmla="*/ 5504317 h 10435941"/>
                  <a:gd name="connsiteX5-43027" fmla="*/ 997527 w 10490654"/>
                  <a:gd name="connsiteY5-43028" fmla="*/ 5351917 h 10435941"/>
                  <a:gd name="connsiteX6-43029" fmla="*/ 1080654 w 10490654"/>
                  <a:gd name="connsiteY6-43030" fmla="*/ 5435044 h 10435941"/>
                  <a:gd name="connsiteX7-43031" fmla="*/ 1269312 w 10490654"/>
                  <a:gd name="connsiteY7-43032" fmla="*/ 5679710 h 10435941"/>
                  <a:gd name="connsiteX8-43033" fmla="*/ 1523116 w 10490654"/>
                  <a:gd name="connsiteY8-43034" fmla="*/ 5481030 h 10435941"/>
                  <a:gd name="connsiteX9-43035" fmla="*/ 1731818 w 10490654"/>
                  <a:gd name="connsiteY9-43036" fmla="*/ 5296499 h 10435941"/>
                  <a:gd name="connsiteX10-43037" fmla="*/ 2022763 w 10490654"/>
                  <a:gd name="connsiteY10-43038" fmla="*/ 5060972 h 10435941"/>
                  <a:gd name="connsiteX11-43039" fmla="*/ 2119745 w 10490654"/>
                  <a:gd name="connsiteY11-43040" fmla="*/ 4631481 h 10435941"/>
                  <a:gd name="connsiteX12-43041" fmla="*/ 2172511 w 10490654"/>
                  <a:gd name="connsiteY12-43042" fmla="*/ 4164848 h 10435941"/>
                  <a:gd name="connsiteX13-43043" fmla="*/ 2355272 w 10490654"/>
                  <a:gd name="connsiteY13-43044" fmla="*/ 3855626 h 10435941"/>
                  <a:gd name="connsiteX14-43045" fmla="*/ 2752497 w 10490654"/>
                  <a:gd name="connsiteY14-43046" fmla="*/ 3475092 h 10435941"/>
                  <a:gd name="connsiteX15-43047" fmla="*/ 2978727 w 10490654"/>
                  <a:gd name="connsiteY15-43048" fmla="*/ 3259881 h 10435941"/>
                  <a:gd name="connsiteX16-43049" fmla="*/ 3006436 w 10490654"/>
                  <a:gd name="connsiteY16-43050" fmla="*/ 2816535 h 10435941"/>
                  <a:gd name="connsiteX17-43051" fmla="*/ 3075709 w 10490654"/>
                  <a:gd name="connsiteY17-43052" fmla="*/ 2525590 h 10435941"/>
                  <a:gd name="connsiteX18-43053" fmla="*/ 3075709 w 10490654"/>
                  <a:gd name="connsiteY18-43054" fmla="*/ 2317772 h 10435941"/>
                  <a:gd name="connsiteX19-43055" fmla="*/ 3214254 w 10490654"/>
                  <a:gd name="connsiteY19-43056" fmla="*/ 1985262 h 10435941"/>
                  <a:gd name="connsiteX20-43057" fmla="*/ 3214254 w 10490654"/>
                  <a:gd name="connsiteY20-43058" fmla="*/ 1694317 h 10435941"/>
                  <a:gd name="connsiteX21-43059" fmla="*/ 3513454 w 10490654"/>
                  <a:gd name="connsiteY21-43060" fmla="*/ 1126281 h 10435941"/>
                  <a:gd name="connsiteX22-43061" fmla="*/ 3463636 w 10490654"/>
                  <a:gd name="connsiteY22-43062" fmla="*/ 752208 h 10435941"/>
                  <a:gd name="connsiteX23-43063" fmla="*/ 3491345 w 10490654"/>
                  <a:gd name="connsiteY23-43064" fmla="*/ 544390 h 10435941"/>
                  <a:gd name="connsiteX24-43065" fmla="*/ 3823854 w 10490654"/>
                  <a:gd name="connsiteY24-43066" fmla="*/ 184172 h 10435941"/>
                  <a:gd name="connsiteX25-43067" fmla="*/ 4017818 w 10490654"/>
                  <a:gd name="connsiteY25-43068" fmla="*/ 59481 h 10435941"/>
                  <a:gd name="connsiteX26-43069" fmla="*/ 4433454 w 10490654"/>
                  <a:gd name="connsiteY26-43070" fmla="*/ 295008 h 10435941"/>
                  <a:gd name="connsiteX27-43071" fmla="*/ 4599709 w 10490654"/>
                  <a:gd name="connsiteY27-43072" fmla="*/ 488972 h 10435941"/>
                  <a:gd name="connsiteX28-43073" fmla="*/ 5070763 w 10490654"/>
                  <a:gd name="connsiteY28-43074" fmla="*/ 544390 h 10435941"/>
                  <a:gd name="connsiteX29-43075" fmla="*/ 5391187 w 10490654"/>
                  <a:gd name="connsiteY29-43076" fmla="*/ 603639 h 10435941"/>
                  <a:gd name="connsiteX30-43077" fmla="*/ 5568642 w 10490654"/>
                  <a:gd name="connsiteY30-43078" fmla="*/ 588271 h 10435941"/>
                  <a:gd name="connsiteX31-43079" fmla="*/ 5860472 w 10490654"/>
                  <a:gd name="connsiteY31-43080" fmla="*/ 281153 h 10435941"/>
                  <a:gd name="connsiteX32-43081" fmla="*/ 6123709 w 10490654"/>
                  <a:gd name="connsiteY32-43082" fmla="*/ 322717 h 10435941"/>
                  <a:gd name="connsiteX33-43083" fmla="*/ 6541900 w 10490654"/>
                  <a:gd name="connsiteY33-43084" fmla="*/ 168233 h 10435941"/>
                  <a:gd name="connsiteX34-43085" fmla="*/ 6681722 w 10490654"/>
                  <a:gd name="connsiteY34-43086" fmla="*/ 107503 h 10435941"/>
                  <a:gd name="connsiteX35-43087" fmla="*/ 7011678 w 10490654"/>
                  <a:gd name="connsiteY35-43088" fmla="*/ 198026 h 10435941"/>
                  <a:gd name="connsiteX36-43089" fmla="*/ 7232072 w 10490654"/>
                  <a:gd name="connsiteY36-43090" fmla="*/ 17917 h 10435941"/>
                  <a:gd name="connsiteX37-43091" fmla="*/ 7379107 w 10490654"/>
                  <a:gd name="connsiteY37-43092" fmla="*/ 0 h 10435941"/>
                  <a:gd name="connsiteX38-43093" fmla="*/ 7600859 w 10490654"/>
                  <a:gd name="connsiteY38-43094" fmla="*/ 41248 h 10435941"/>
                  <a:gd name="connsiteX39-43095" fmla="*/ 7910945 w 10490654"/>
                  <a:gd name="connsiteY39-43096" fmla="*/ 128753 h 10435941"/>
                  <a:gd name="connsiteX40-43097" fmla="*/ 8312727 w 10490654"/>
                  <a:gd name="connsiteY40-43098" fmla="*/ 59481 h 10435941"/>
                  <a:gd name="connsiteX41-43099" fmla="*/ 8647005 w 10490654"/>
                  <a:gd name="connsiteY41-43100" fmla="*/ 396707 h 10435941"/>
                  <a:gd name="connsiteX42-43101" fmla="*/ 8908472 w 10490654"/>
                  <a:gd name="connsiteY42-43102" fmla="*/ 544390 h 10435941"/>
                  <a:gd name="connsiteX43-43103" fmla="*/ 9146732 w 10490654"/>
                  <a:gd name="connsiteY43-43104" fmla="*/ 420846 h 10435941"/>
                  <a:gd name="connsiteX44-43105" fmla="*/ 9372965 w 10490654"/>
                  <a:gd name="connsiteY44-43106" fmla="*/ 466363 h 10435941"/>
                  <a:gd name="connsiteX45-43107" fmla="*/ 9518072 w 10490654"/>
                  <a:gd name="connsiteY45-43108" fmla="*/ 367819 h 10435941"/>
                  <a:gd name="connsiteX46-43109" fmla="*/ 9646301 w 10490654"/>
                  <a:gd name="connsiteY46-43110" fmla="*/ 369587 h 10435941"/>
                  <a:gd name="connsiteX47-43111" fmla="*/ 10002982 w 10490654"/>
                  <a:gd name="connsiteY47-43112" fmla="*/ 793772 h 10435941"/>
                  <a:gd name="connsiteX48-43113" fmla="*/ 10238509 w 10490654"/>
                  <a:gd name="connsiteY48-43114" fmla="*/ 987735 h 10435941"/>
                  <a:gd name="connsiteX49-43115" fmla="*/ 10224654 w 10490654"/>
                  <a:gd name="connsiteY49-43116" fmla="*/ 1250972 h 10435941"/>
                  <a:gd name="connsiteX50-43117" fmla="*/ 10238509 w 10490654"/>
                  <a:gd name="connsiteY50-43118" fmla="*/ 1444935 h 10435941"/>
                  <a:gd name="connsiteX51-43119" fmla="*/ 10243066 w 10490654"/>
                  <a:gd name="connsiteY51-43120" fmla="*/ 1580249 h 10435941"/>
                  <a:gd name="connsiteX52-43121" fmla="*/ 10490654 w 10490654"/>
                  <a:gd name="connsiteY52-43122" fmla="*/ 1753897 h 10435941"/>
                  <a:gd name="connsiteX53-43123" fmla="*/ 10077929 w 10490654"/>
                  <a:gd name="connsiteY53-43124" fmla="*/ 2207269 h 10435941"/>
                  <a:gd name="connsiteX54-43125" fmla="*/ 9781309 w 10490654"/>
                  <a:gd name="connsiteY54-43126" fmla="*/ 2497881 h 10435941"/>
                  <a:gd name="connsiteX55-43127" fmla="*/ 9580055 w 10490654"/>
                  <a:gd name="connsiteY55-43128" fmla="*/ 3426134 h 10435941"/>
                  <a:gd name="connsiteX56-43129" fmla="*/ 9532477 w 10490654"/>
                  <a:gd name="connsiteY56-43130" fmla="*/ 3685207 h 10435941"/>
                  <a:gd name="connsiteX57-43131" fmla="*/ 9365672 w 10490654"/>
                  <a:gd name="connsiteY57-43132" fmla="*/ 3911044 h 10435941"/>
                  <a:gd name="connsiteX58-43133" fmla="*/ 9310254 w 10490654"/>
                  <a:gd name="connsiteY58-43134" fmla="*/ 4077299 h 10435941"/>
                  <a:gd name="connsiteX59-43135" fmla="*/ 9236422 w 10490654"/>
                  <a:gd name="connsiteY59-43136" fmla="*/ 4285117 h 10435941"/>
                  <a:gd name="connsiteX60-43137" fmla="*/ 9205255 w 10490654"/>
                  <a:gd name="connsiteY60-43138" fmla="*/ 4430122 h 10435941"/>
                  <a:gd name="connsiteX61-43139" fmla="*/ 9337963 w 10490654"/>
                  <a:gd name="connsiteY61-43140" fmla="*/ 4659190 h 10435941"/>
                  <a:gd name="connsiteX62-43141" fmla="*/ 9382180 w 10490654"/>
                  <a:gd name="connsiteY62-43142" fmla="*/ 4915057 h 10435941"/>
                  <a:gd name="connsiteX63-43143" fmla="*/ 9397939 w 10490654"/>
                  <a:gd name="connsiteY63-43144" fmla="*/ 5208060 h 10435941"/>
                  <a:gd name="connsiteX64-43145" fmla="*/ 9383359 w 10490654"/>
                  <a:gd name="connsiteY64-43146" fmla="*/ 5615153 h 10435941"/>
                  <a:gd name="connsiteX65-43147" fmla="*/ 9518623 w 10490654"/>
                  <a:gd name="connsiteY65-43148" fmla="*/ 5975373 h 10435941"/>
                  <a:gd name="connsiteX66-43149" fmla="*/ 9540496 w 10490654"/>
                  <a:gd name="connsiteY66-43150" fmla="*/ 6403714 h 10435941"/>
                  <a:gd name="connsiteX67-43151" fmla="*/ 9933709 w 10490654"/>
                  <a:gd name="connsiteY67-43152" fmla="*/ 6862062 h 10435941"/>
                  <a:gd name="connsiteX68-43153" fmla="*/ 10052074 w 10490654"/>
                  <a:gd name="connsiteY68-43154" fmla="*/ 7221396 h 10435941"/>
                  <a:gd name="connsiteX69-43155" fmla="*/ 10232908 w 10490654"/>
                  <a:gd name="connsiteY69-43156" fmla="*/ 7514995 h 10435941"/>
                  <a:gd name="connsiteX70-43157" fmla="*/ 9670472 w 10490654"/>
                  <a:gd name="connsiteY70-43158" fmla="*/ 7540935 h 10435941"/>
                  <a:gd name="connsiteX71-43159" fmla="*/ 9174087 w 10490654"/>
                  <a:gd name="connsiteY71-43160" fmla="*/ 7651772 h 10435941"/>
                  <a:gd name="connsiteX72-43161" fmla="*/ 9128871 w 10490654"/>
                  <a:gd name="connsiteY72-43162" fmla="*/ 7790317 h 10435941"/>
                  <a:gd name="connsiteX73-43163" fmla="*/ 9019309 w 10490654"/>
                  <a:gd name="connsiteY73-43164" fmla="*/ 7998135 h 10435941"/>
                  <a:gd name="connsiteX74-43165" fmla="*/ 8933823 w 10490654"/>
                  <a:gd name="connsiteY74-43166" fmla="*/ 8085908 h 10435941"/>
                  <a:gd name="connsiteX75-43167" fmla="*/ 9036787 w 10490654"/>
                  <a:gd name="connsiteY75-43168" fmla="*/ 8313437 h 10435941"/>
                  <a:gd name="connsiteX76-43169" fmla="*/ 9027559 w 10490654"/>
                  <a:gd name="connsiteY76-43170" fmla="*/ 8524608 h 10435941"/>
                  <a:gd name="connsiteX77-43171" fmla="*/ 8993669 w 10490654"/>
                  <a:gd name="connsiteY77-43172" fmla="*/ 8758113 h 10435941"/>
                  <a:gd name="connsiteX78-43173" fmla="*/ 8991600 w 10490654"/>
                  <a:gd name="connsiteY78-43174" fmla="*/ 8967953 h 10435941"/>
                  <a:gd name="connsiteX79-43175" fmla="*/ 8894618 w 10490654"/>
                  <a:gd name="connsiteY79-43176" fmla="*/ 9272753 h 10435941"/>
                  <a:gd name="connsiteX80-43177" fmla="*/ 8922328 w 10490654"/>
                  <a:gd name="connsiteY80-43178" fmla="*/ 9578490 h 10435941"/>
                  <a:gd name="connsiteX81-43179" fmla="*/ 9138715 w 10490654"/>
                  <a:gd name="connsiteY81-43180" fmla="*/ 9750056 h 10435941"/>
                  <a:gd name="connsiteX82-43181" fmla="*/ 9231789 w 10490654"/>
                  <a:gd name="connsiteY82-43182" fmla="*/ 9890275 h 10435941"/>
                  <a:gd name="connsiteX83-43183" fmla="*/ 9462870 w 10490654"/>
                  <a:gd name="connsiteY83-43184" fmla="*/ 9929452 h 10435941"/>
                  <a:gd name="connsiteX84-43185" fmla="*/ 9472032 w 10490654"/>
                  <a:gd name="connsiteY84-43186" fmla="*/ 9818955 h 10435941"/>
                  <a:gd name="connsiteX85-43187" fmla="*/ 9620746 w 10490654"/>
                  <a:gd name="connsiteY85-43188" fmla="*/ 9758904 h 10435941"/>
                  <a:gd name="connsiteX86-43189" fmla="*/ 9632264 w 10490654"/>
                  <a:gd name="connsiteY86-43190" fmla="*/ 10334695 h 10435941"/>
                  <a:gd name="connsiteX87-43191" fmla="*/ 9504664 w 10490654"/>
                  <a:gd name="connsiteY87-43192" fmla="*/ 10338313 h 10435941"/>
                  <a:gd name="connsiteX88-43193" fmla="*/ 9328580 w 10490654"/>
                  <a:gd name="connsiteY88-43194" fmla="*/ 10427202 h 10435941"/>
                  <a:gd name="connsiteX89-43195" fmla="*/ 9204220 w 10490654"/>
                  <a:gd name="connsiteY89-43196" fmla="*/ 10435941 h 10435941"/>
                  <a:gd name="connsiteX90-43197" fmla="*/ 9065234 w 10490654"/>
                  <a:gd name="connsiteY90-43198" fmla="*/ 10122103 h 10435941"/>
                  <a:gd name="connsiteX91-43199" fmla="*/ 8954319 w 10490654"/>
                  <a:gd name="connsiteY91-43200" fmla="*/ 10072174 h 10435941"/>
                  <a:gd name="connsiteX92-43201" fmla="*/ 8793275 w 10490654"/>
                  <a:gd name="connsiteY92-43202" fmla="*/ 9863725 h 10435941"/>
                  <a:gd name="connsiteX93-43203" fmla="*/ 8479422 w 10490654"/>
                  <a:gd name="connsiteY93-43204" fmla="*/ 9748287 h 10435941"/>
                  <a:gd name="connsiteX94-43205" fmla="*/ 8359423 w 10490654"/>
                  <a:gd name="connsiteY94-43206" fmla="*/ 9651431 h 10435941"/>
                  <a:gd name="connsiteX95-43207" fmla="*/ 8285018 w 10490654"/>
                  <a:gd name="connsiteY95-43208" fmla="*/ 9480572 h 10435941"/>
                  <a:gd name="connsiteX96-43209" fmla="*/ 8243564 w 10490654"/>
                  <a:gd name="connsiteY96-43210" fmla="*/ 9374254 h 10435941"/>
                  <a:gd name="connsiteX97-43211" fmla="*/ 8146472 w 10490654"/>
                  <a:gd name="connsiteY97-43212" fmla="*/ 9355881 h 10435941"/>
                  <a:gd name="connsiteX98-43213" fmla="*/ 8091054 w 10490654"/>
                  <a:gd name="connsiteY98-43214" fmla="*/ 9577553 h 10435941"/>
                  <a:gd name="connsiteX99-43215" fmla="*/ 7948364 w 10490654"/>
                  <a:gd name="connsiteY99-43216" fmla="*/ 9610939 h 10435941"/>
                  <a:gd name="connsiteX100-43217" fmla="*/ 7595184 w 10490654"/>
                  <a:gd name="connsiteY100-43218" fmla="*/ 9552340 h 10435941"/>
                  <a:gd name="connsiteX101-43219" fmla="*/ 7456879 w 10490654"/>
                  <a:gd name="connsiteY101-43220" fmla="*/ 9485198 h 10435941"/>
                  <a:gd name="connsiteX102-43221" fmla="*/ 7264584 w 10490654"/>
                  <a:gd name="connsiteY102-43222" fmla="*/ 9449904 h 10435941"/>
                  <a:gd name="connsiteX103-43223" fmla="*/ 7171401 w 10490654"/>
                  <a:gd name="connsiteY103-43224" fmla="*/ 9200180 h 10435941"/>
                  <a:gd name="connsiteX104-43225" fmla="*/ 6954982 w 10490654"/>
                  <a:gd name="connsiteY104-43226" fmla="*/ 9189626 h 10435941"/>
                  <a:gd name="connsiteX105-43227" fmla="*/ 6674084 w 10490654"/>
                  <a:gd name="connsiteY105-43228" fmla="*/ 9285034 h 10435941"/>
                  <a:gd name="connsiteX106-43229" fmla="*/ 6679359 w 10490654"/>
                  <a:gd name="connsiteY106-43230" fmla="*/ 9099745 h 10435941"/>
                  <a:gd name="connsiteX107-43231" fmla="*/ 6552868 w 10490654"/>
                  <a:gd name="connsiteY107-43232" fmla="*/ 9013951 h 10435941"/>
                  <a:gd name="connsiteX108-43233" fmla="*/ 6428509 w 10490654"/>
                  <a:gd name="connsiteY108-43234" fmla="*/ 8954099 h 10435941"/>
                  <a:gd name="connsiteX109-43235" fmla="*/ 6325922 w 10490654"/>
                  <a:gd name="connsiteY109-43236" fmla="*/ 9057307 h 10435941"/>
                  <a:gd name="connsiteX110-43237" fmla="*/ 6167763 w 10490654"/>
                  <a:gd name="connsiteY110-43238" fmla="*/ 8978227 h 10435941"/>
                  <a:gd name="connsiteX111-43239" fmla="*/ 6002132 w 10490654"/>
                  <a:gd name="connsiteY111-43240" fmla="*/ 9093734 h 10435941"/>
                  <a:gd name="connsiteX112-43241" fmla="*/ 5735890 w 10490654"/>
                  <a:gd name="connsiteY112-43242" fmla="*/ 9101726 h 10435941"/>
                  <a:gd name="connsiteX113-43243" fmla="*/ 5674760 w 10490654"/>
                  <a:gd name="connsiteY113-43244" fmla="*/ 9081904 h 10435941"/>
                  <a:gd name="connsiteX114-43245" fmla="*/ 5507415 w 10490654"/>
                  <a:gd name="connsiteY114-43246" fmla="*/ 9128137 h 10435941"/>
                  <a:gd name="connsiteX115-43247" fmla="*/ 5505859 w 10490654"/>
                  <a:gd name="connsiteY115-43248" fmla="*/ 8870972 h 10435941"/>
                  <a:gd name="connsiteX116-43249" fmla="*/ 5505857 w 10490654"/>
                  <a:gd name="connsiteY116-43250" fmla="*/ 8634977 h 10435941"/>
                  <a:gd name="connsiteX117-43251" fmla="*/ 5336024 w 10490654"/>
                  <a:gd name="connsiteY117-43252" fmla="*/ 8333292 h 10435941"/>
                  <a:gd name="connsiteX118-43253" fmla="*/ 5230324 w 10490654"/>
                  <a:gd name="connsiteY118-43254" fmla="*/ 8082820 h 10435941"/>
                  <a:gd name="connsiteX119-43255" fmla="*/ 5317031 w 10490654"/>
                  <a:gd name="connsiteY119-43256" fmla="*/ 7610208 h 10435941"/>
                  <a:gd name="connsiteX120-43257" fmla="*/ 5201059 w 10490654"/>
                  <a:gd name="connsiteY120-43258" fmla="*/ 7320352 h 10435941"/>
                  <a:gd name="connsiteX121-43259" fmla="*/ 5250872 w 10490654"/>
                  <a:gd name="connsiteY121-43260" fmla="*/ 7069881 h 10435941"/>
                  <a:gd name="connsiteX122-43261" fmla="*/ 5254899 w 10490654"/>
                  <a:gd name="connsiteY122-43262" fmla="*/ 6935795 h 10435941"/>
                  <a:gd name="connsiteX123-43263" fmla="*/ 4577603 w 10490654"/>
                  <a:gd name="connsiteY123-43264" fmla="*/ 7013996 h 10435941"/>
                  <a:gd name="connsiteX124-43265" fmla="*/ 4560483 w 10490654"/>
                  <a:gd name="connsiteY124-43266" fmla="*/ 6840580 h 10435941"/>
                  <a:gd name="connsiteX125-43267" fmla="*/ 4496504 w 10490654"/>
                  <a:gd name="connsiteY125-43268" fmla="*/ 6706626 h 10435941"/>
                  <a:gd name="connsiteX126-43269" fmla="*/ 4326990 w 10490654"/>
                  <a:gd name="connsiteY126-43270" fmla="*/ 6826329 h 10435941"/>
                  <a:gd name="connsiteX127-43271" fmla="*/ 4038834 w 10490654"/>
                  <a:gd name="connsiteY127-43272" fmla="*/ 6816452 h 10435941"/>
                  <a:gd name="connsiteX128-43273" fmla="*/ 3976254 w 10490654"/>
                  <a:gd name="connsiteY128-43274" fmla="*/ 7069881 h 10435941"/>
                  <a:gd name="connsiteX129-43275" fmla="*/ 3932667 w 10490654"/>
                  <a:gd name="connsiteY129-43276" fmla="*/ 7281279 h 10435941"/>
                  <a:gd name="connsiteX130-43277" fmla="*/ 3884155 w 10490654"/>
                  <a:gd name="connsiteY130-43278" fmla="*/ 7403480 h 10435941"/>
                  <a:gd name="connsiteX131-43279" fmla="*/ 3572499 w 10490654"/>
                  <a:gd name="connsiteY131-43280" fmla="*/ 7365450 h 10435941"/>
                  <a:gd name="connsiteX132-43281" fmla="*/ 3311236 w 10490654"/>
                  <a:gd name="connsiteY132-43282" fmla="*/ 7402390 h 10435941"/>
                  <a:gd name="connsiteX133-43283" fmla="*/ 2921540 w 10490654"/>
                  <a:gd name="connsiteY133-43284" fmla="*/ 7414475 h 10435941"/>
                  <a:gd name="connsiteX134-43285" fmla="*/ 2784763 w 10490654"/>
                  <a:gd name="connsiteY134-43286" fmla="*/ 7139153 h 10435941"/>
                  <a:gd name="connsiteX135-43287" fmla="*/ 2604654 w 10490654"/>
                  <a:gd name="connsiteY135-43288" fmla="*/ 6862062 h 10435941"/>
                  <a:gd name="connsiteX136-43289" fmla="*/ 2410691 w 10490654"/>
                  <a:gd name="connsiteY136-43290" fmla="*/ 6363299 h 10435941"/>
                  <a:gd name="connsiteX137-43291" fmla="*/ 2327563 w 10490654"/>
                  <a:gd name="connsiteY137-43292" fmla="*/ 6224753 h 10435941"/>
                  <a:gd name="connsiteX138-43293" fmla="*/ 1662545 w 10490654"/>
                  <a:gd name="connsiteY138-43294" fmla="*/ 6197044 h 10435941"/>
                  <a:gd name="connsiteX139-43295" fmla="*/ 1233054 w 10490654"/>
                  <a:gd name="connsiteY139-43296" fmla="*/ 6197044 h 10435941"/>
                  <a:gd name="connsiteX140-43297" fmla="*/ 1136072 w 10490654"/>
                  <a:gd name="connsiteY140-43298" fmla="*/ 6252462 h 10435941"/>
                  <a:gd name="connsiteX141-43299" fmla="*/ 706582 w 10490654"/>
                  <a:gd name="connsiteY141-43300" fmla="*/ 6210899 h 10435941"/>
                  <a:gd name="connsiteX142-43301" fmla="*/ 318654 w 10490654"/>
                  <a:gd name="connsiteY142-43302" fmla="*/ 6238608 h 10435941"/>
                  <a:gd name="connsiteX143-43303" fmla="*/ 96982 w 10490654"/>
                  <a:gd name="connsiteY143-43304" fmla="*/ 6391008 h 10435941"/>
                  <a:gd name="connsiteX144-43305" fmla="*/ 0 w 10490654"/>
                  <a:gd name="connsiteY144-43306" fmla="*/ 6294026 h 10435941"/>
                  <a:gd name="connsiteX145-43307" fmla="*/ 83127 w 10490654"/>
                  <a:gd name="connsiteY145-43308" fmla="*/ 6238608 h 10435941"/>
                  <a:gd name="connsiteX0-43309" fmla="*/ 83127 w 10490654"/>
                  <a:gd name="connsiteY0-43310" fmla="*/ 6238608 h 10435941"/>
                  <a:gd name="connsiteX1-43311" fmla="*/ 96982 w 10490654"/>
                  <a:gd name="connsiteY1-43312" fmla="*/ 5795262 h 10435941"/>
                  <a:gd name="connsiteX2-43313" fmla="*/ 401782 w 10490654"/>
                  <a:gd name="connsiteY2-43314" fmla="*/ 5532026 h 10435941"/>
                  <a:gd name="connsiteX3-43315" fmla="*/ 651163 w 10490654"/>
                  <a:gd name="connsiteY3-43316" fmla="*/ 5670572 h 10435941"/>
                  <a:gd name="connsiteX4-43317" fmla="*/ 858982 w 10490654"/>
                  <a:gd name="connsiteY4-43318" fmla="*/ 5504317 h 10435941"/>
                  <a:gd name="connsiteX5-43319" fmla="*/ 997527 w 10490654"/>
                  <a:gd name="connsiteY5-43320" fmla="*/ 5351917 h 10435941"/>
                  <a:gd name="connsiteX6-43321" fmla="*/ 1080654 w 10490654"/>
                  <a:gd name="connsiteY6-43322" fmla="*/ 5435044 h 10435941"/>
                  <a:gd name="connsiteX7-43323" fmla="*/ 1269312 w 10490654"/>
                  <a:gd name="connsiteY7-43324" fmla="*/ 5679710 h 10435941"/>
                  <a:gd name="connsiteX8-43325" fmla="*/ 1523116 w 10490654"/>
                  <a:gd name="connsiteY8-43326" fmla="*/ 5481030 h 10435941"/>
                  <a:gd name="connsiteX9-43327" fmla="*/ 1731818 w 10490654"/>
                  <a:gd name="connsiteY9-43328" fmla="*/ 5296499 h 10435941"/>
                  <a:gd name="connsiteX10-43329" fmla="*/ 2022763 w 10490654"/>
                  <a:gd name="connsiteY10-43330" fmla="*/ 5060972 h 10435941"/>
                  <a:gd name="connsiteX11-43331" fmla="*/ 2119745 w 10490654"/>
                  <a:gd name="connsiteY11-43332" fmla="*/ 4631481 h 10435941"/>
                  <a:gd name="connsiteX12-43333" fmla="*/ 2172511 w 10490654"/>
                  <a:gd name="connsiteY12-43334" fmla="*/ 4164848 h 10435941"/>
                  <a:gd name="connsiteX13-43335" fmla="*/ 2355272 w 10490654"/>
                  <a:gd name="connsiteY13-43336" fmla="*/ 3855626 h 10435941"/>
                  <a:gd name="connsiteX14-43337" fmla="*/ 2752497 w 10490654"/>
                  <a:gd name="connsiteY14-43338" fmla="*/ 3475092 h 10435941"/>
                  <a:gd name="connsiteX15-43339" fmla="*/ 2978727 w 10490654"/>
                  <a:gd name="connsiteY15-43340" fmla="*/ 3259881 h 10435941"/>
                  <a:gd name="connsiteX16-43341" fmla="*/ 3006436 w 10490654"/>
                  <a:gd name="connsiteY16-43342" fmla="*/ 2816535 h 10435941"/>
                  <a:gd name="connsiteX17-43343" fmla="*/ 3075709 w 10490654"/>
                  <a:gd name="connsiteY17-43344" fmla="*/ 2525590 h 10435941"/>
                  <a:gd name="connsiteX18-43345" fmla="*/ 3075709 w 10490654"/>
                  <a:gd name="connsiteY18-43346" fmla="*/ 2317772 h 10435941"/>
                  <a:gd name="connsiteX19-43347" fmla="*/ 3214254 w 10490654"/>
                  <a:gd name="connsiteY19-43348" fmla="*/ 1985262 h 10435941"/>
                  <a:gd name="connsiteX20-43349" fmla="*/ 3214254 w 10490654"/>
                  <a:gd name="connsiteY20-43350" fmla="*/ 1694317 h 10435941"/>
                  <a:gd name="connsiteX21-43351" fmla="*/ 3513454 w 10490654"/>
                  <a:gd name="connsiteY21-43352" fmla="*/ 1126281 h 10435941"/>
                  <a:gd name="connsiteX22-43353" fmla="*/ 3463636 w 10490654"/>
                  <a:gd name="connsiteY22-43354" fmla="*/ 752208 h 10435941"/>
                  <a:gd name="connsiteX23-43355" fmla="*/ 3491345 w 10490654"/>
                  <a:gd name="connsiteY23-43356" fmla="*/ 544390 h 10435941"/>
                  <a:gd name="connsiteX24-43357" fmla="*/ 3823854 w 10490654"/>
                  <a:gd name="connsiteY24-43358" fmla="*/ 184172 h 10435941"/>
                  <a:gd name="connsiteX25-43359" fmla="*/ 4017818 w 10490654"/>
                  <a:gd name="connsiteY25-43360" fmla="*/ 59481 h 10435941"/>
                  <a:gd name="connsiteX26-43361" fmla="*/ 4433454 w 10490654"/>
                  <a:gd name="connsiteY26-43362" fmla="*/ 295008 h 10435941"/>
                  <a:gd name="connsiteX27-43363" fmla="*/ 4599709 w 10490654"/>
                  <a:gd name="connsiteY27-43364" fmla="*/ 488972 h 10435941"/>
                  <a:gd name="connsiteX28-43365" fmla="*/ 5070763 w 10490654"/>
                  <a:gd name="connsiteY28-43366" fmla="*/ 544390 h 10435941"/>
                  <a:gd name="connsiteX29-43367" fmla="*/ 5391187 w 10490654"/>
                  <a:gd name="connsiteY29-43368" fmla="*/ 603639 h 10435941"/>
                  <a:gd name="connsiteX30-43369" fmla="*/ 5568642 w 10490654"/>
                  <a:gd name="connsiteY30-43370" fmla="*/ 588271 h 10435941"/>
                  <a:gd name="connsiteX31-43371" fmla="*/ 5860472 w 10490654"/>
                  <a:gd name="connsiteY31-43372" fmla="*/ 281153 h 10435941"/>
                  <a:gd name="connsiteX32-43373" fmla="*/ 6123709 w 10490654"/>
                  <a:gd name="connsiteY32-43374" fmla="*/ 322717 h 10435941"/>
                  <a:gd name="connsiteX33-43375" fmla="*/ 6541900 w 10490654"/>
                  <a:gd name="connsiteY33-43376" fmla="*/ 168233 h 10435941"/>
                  <a:gd name="connsiteX34-43377" fmla="*/ 6681722 w 10490654"/>
                  <a:gd name="connsiteY34-43378" fmla="*/ 107503 h 10435941"/>
                  <a:gd name="connsiteX35-43379" fmla="*/ 7011678 w 10490654"/>
                  <a:gd name="connsiteY35-43380" fmla="*/ 198026 h 10435941"/>
                  <a:gd name="connsiteX36-43381" fmla="*/ 7232072 w 10490654"/>
                  <a:gd name="connsiteY36-43382" fmla="*/ 17917 h 10435941"/>
                  <a:gd name="connsiteX37-43383" fmla="*/ 7379107 w 10490654"/>
                  <a:gd name="connsiteY37-43384" fmla="*/ 0 h 10435941"/>
                  <a:gd name="connsiteX38-43385" fmla="*/ 7600859 w 10490654"/>
                  <a:gd name="connsiteY38-43386" fmla="*/ 41248 h 10435941"/>
                  <a:gd name="connsiteX39-43387" fmla="*/ 7910945 w 10490654"/>
                  <a:gd name="connsiteY39-43388" fmla="*/ 128753 h 10435941"/>
                  <a:gd name="connsiteX40-43389" fmla="*/ 8312727 w 10490654"/>
                  <a:gd name="connsiteY40-43390" fmla="*/ 59481 h 10435941"/>
                  <a:gd name="connsiteX41-43391" fmla="*/ 8647005 w 10490654"/>
                  <a:gd name="connsiteY41-43392" fmla="*/ 396707 h 10435941"/>
                  <a:gd name="connsiteX42-43393" fmla="*/ 8908472 w 10490654"/>
                  <a:gd name="connsiteY42-43394" fmla="*/ 544390 h 10435941"/>
                  <a:gd name="connsiteX43-43395" fmla="*/ 9146732 w 10490654"/>
                  <a:gd name="connsiteY43-43396" fmla="*/ 420846 h 10435941"/>
                  <a:gd name="connsiteX44-43397" fmla="*/ 9372965 w 10490654"/>
                  <a:gd name="connsiteY44-43398" fmla="*/ 466363 h 10435941"/>
                  <a:gd name="connsiteX45-43399" fmla="*/ 9518072 w 10490654"/>
                  <a:gd name="connsiteY45-43400" fmla="*/ 367819 h 10435941"/>
                  <a:gd name="connsiteX46-43401" fmla="*/ 9646301 w 10490654"/>
                  <a:gd name="connsiteY46-43402" fmla="*/ 369587 h 10435941"/>
                  <a:gd name="connsiteX47-43403" fmla="*/ 10002982 w 10490654"/>
                  <a:gd name="connsiteY47-43404" fmla="*/ 793772 h 10435941"/>
                  <a:gd name="connsiteX48-43405" fmla="*/ 10238509 w 10490654"/>
                  <a:gd name="connsiteY48-43406" fmla="*/ 987735 h 10435941"/>
                  <a:gd name="connsiteX49-43407" fmla="*/ 10224654 w 10490654"/>
                  <a:gd name="connsiteY49-43408" fmla="*/ 1250972 h 10435941"/>
                  <a:gd name="connsiteX50-43409" fmla="*/ 10238509 w 10490654"/>
                  <a:gd name="connsiteY50-43410" fmla="*/ 1444935 h 10435941"/>
                  <a:gd name="connsiteX51-43411" fmla="*/ 10243066 w 10490654"/>
                  <a:gd name="connsiteY51-43412" fmla="*/ 1580249 h 10435941"/>
                  <a:gd name="connsiteX52-43413" fmla="*/ 10490654 w 10490654"/>
                  <a:gd name="connsiteY52-43414" fmla="*/ 1753897 h 10435941"/>
                  <a:gd name="connsiteX53-43415" fmla="*/ 10077929 w 10490654"/>
                  <a:gd name="connsiteY53-43416" fmla="*/ 2207269 h 10435941"/>
                  <a:gd name="connsiteX54-43417" fmla="*/ 9781309 w 10490654"/>
                  <a:gd name="connsiteY54-43418" fmla="*/ 2497881 h 10435941"/>
                  <a:gd name="connsiteX55-43419" fmla="*/ 9580055 w 10490654"/>
                  <a:gd name="connsiteY55-43420" fmla="*/ 3426134 h 10435941"/>
                  <a:gd name="connsiteX56-43421" fmla="*/ 9532477 w 10490654"/>
                  <a:gd name="connsiteY56-43422" fmla="*/ 3685207 h 10435941"/>
                  <a:gd name="connsiteX57-43423" fmla="*/ 9365672 w 10490654"/>
                  <a:gd name="connsiteY57-43424" fmla="*/ 3911044 h 10435941"/>
                  <a:gd name="connsiteX58-43425" fmla="*/ 9310254 w 10490654"/>
                  <a:gd name="connsiteY58-43426" fmla="*/ 4077299 h 10435941"/>
                  <a:gd name="connsiteX59-43427" fmla="*/ 9236422 w 10490654"/>
                  <a:gd name="connsiteY59-43428" fmla="*/ 4285117 h 10435941"/>
                  <a:gd name="connsiteX60-43429" fmla="*/ 9205255 w 10490654"/>
                  <a:gd name="connsiteY60-43430" fmla="*/ 4430122 h 10435941"/>
                  <a:gd name="connsiteX61-43431" fmla="*/ 9337963 w 10490654"/>
                  <a:gd name="connsiteY61-43432" fmla="*/ 4659190 h 10435941"/>
                  <a:gd name="connsiteX62-43433" fmla="*/ 9382180 w 10490654"/>
                  <a:gd name="connsiteY62-43434" fmla="*/ 4915057 h 10435941"/>
                  <a:gd name="connsiteX63-43435" fmla="*/ 9397939 w 10490654"/>
                  <a:gd name="connsiteY63-43436" fmla="*/ 5208060 h 10435941"/>
                  <a:gd name="connsiteX64-43437" fmla="*/ 9383359 w 10490654"/>
                  <a:gd name="connsiteY64-43438" fmla="*/ 5615153 h 10435941"/>
                  <a:gd name="connsiteX65-43439" fmla="*/ 9518623 w 10490654"/>
                  <a:gd name="connsiteY65-43440" fmla="*/ 5975373 h 10435941"/>
                  <a:gd name="connsiteX66-43441" fmla="*/ 9540496 w 10490654"/>
                  <a:gd name="connsiteY66-43442" fmla="*/ 6403714 h 10435941"/>
                  <a:gd name="connsiteX67-43443" fmla="*/ 9933709 w 10490654"/>
                  <a:gd name="connsiteY67-43444" fmla="*/ 6862062 h 10435941"/>
                  <a:gd name="connsiteX68-43445" fmla="*/ 10052074 w 10490654"/>
                  <a:gd name="connsiteY68-43446" fmla="*/ 7221396 h 10435941"/>
                  <a:gd name="connsiteX69-43447" fmla="*/ 10232908 w 10490654"/>
                  <a:gd name="connsiteY69-43448" fmla="*/ 7514995 h 10435941"/>
                  <a:gd name="connsiteX70-43449" fmla="*/ 9670472 w 10490654"/>
                  <a:gd name="connsiteY70-43450" fmla="*/ 7540935 h 10435941"/>
                  <a:gd name="connsiteX71-43451" fmla="*/ 9174087 w 10490654"/>
                  <a:gd name="connsiteY71-43452" fmla="*/ 7651772 h 10435941"/>
                  <a:gd name="connsiteX72-43453" fmla="*/ 9128871 w 10490654"/>
                  <a:gd name="connsiteY72-43454" fmla="*/ 7790317 h 10435941"/>
                  <a:gd name="connsiteX73-43455" fmla="*/ 9019309 w 10490654"/>
                  <a:gd name="connsiteY73-43456" fmla="*/ 7998135 h 10435941"/>
                  <a:gd name="connsiteX74-43457" fmla="*/ 8933823 w 10490654"/>
                  <a:gd name="connsiteY74-43458" fmla="*/ 8085908 h 10435941"/>
                  <a:gd name="connsiteX75-43459" fmla="*/ 9036787 w 10490654"/>
                  <a:gd name="connsiteY75-43460" fmla="*/ 8313437 h 10435941"/>
                  <a:gd name="connsiteX76-43461" fmla="*/ 9027559 w 10490654"/>
                  <a:gd name="connsiteY76-43462" fmla="*/ 8524608 h 10435941"/>
                  <a:gd name="connsiteX77-43463" fmla="*/ 8993669 w 10490654"/>
                  <a:gd name="connsiteY77-43464" fmla="*/ 8758113 h 10435941"/>
                  <a:gd name="connsiteX78-43465" fmla="*/ 8991600 w 10490654"/>
                  <a:gd name="connsiteY78-43466" fmla="*/ 8967953 h 10435941"/>
                  <a:gd name="connsiteX79-43467" fmla="*/ 8894618 w 10490654"/>
                  <a:gd name="connsiteY79-43468" fmla="*/ 9272753 h 10435941"/>
                  <a:gd name="connsiteX80-43469" fmla="*/ 8922328 w 10490654"/>
                  <a:gd name="connsiteY80-43470" fmla="*/ 9578490 h 10435941"/>
                  <a:gd name="connsiteX81-43471" fmla="*/ 9138715 w 10490654"/>
                  <a:gd name="connsiteY81-43472" fmla="*/ 9750056 h 10435941"/>
                  <a:gd name="connsiteX82-43473" fmla="*/ 9231789 w 10490654"/>
                  <a:gd name="connsiteY82-43474" fmla="*/ 9890275 h 10435941"/>
                  <a:gd name="connsiteX83-43475" fmla="*/ 9462870 w 10490654"/>
                  <a:gd name="connsiteY83-43476" fmla="*/ 9929452 h 10435941"/>
                  <a:gd name="connsiteX84-43477" fmla="*/ 9472032 w 10490654"/>
                  <a:gd name="connsiteY84-43478" fmla="*/ 9818955 h 10435941"/>
                  <a:gd name="connsiteX85-43479" fmla="*/ 9620746 w 10490654"/>
                  <a:gd name="connsiteY85-43480" fmla="*/ 9758904 h 10435941"/>
                  <a:gd name="connsiteX86-43481" fmla="*/ 9632264 w 10490654"/>
                  <a:gd name="connsiteY86-43482" fmla="*/ 10334695 h 10435941"/>
                  <a:gd name="connsiteX87-43483" fmla="*/ 9504664 w 10490654"/>
                  <a:gd name="connsiteY87-43484" fmla="*/ 10338313 h 10435941"/>
                  <a:gd name="connsiteX88-43485" fmla="*/ 9328580 w 10490654"/>
                  <a:gd name="connsiteY88-43486" fmla="*/ 10427202 h 10435941"/>
                  <a:gd name="connsiteX89-43487" fmla="*/ 9204220 w 10490654"/>
                  <a:gd name="connsiteY89-43488" fmla="*/ 10435941 h 10435941"/>
                  <a:gd name="connsiteX90-43489" fmla="*/ 9065234 w 10490654"/>
                  <a:gd name="connsiteY90-43490" fmla="*/ 10122103 h 10435941"/>
                  <a:gd name="connsiteX91-43491" fmla="*/ 8954319 w 10490654"/>
                  <a:gd name="connsiteY91-43492" fmla="*/ 10072174 h 10435941"/>
                  <a:gd name="connsiteX92-43493" fmla="*/ 8793275 w 10490654"/>
                  <a:gd name="connsiteY92-43494" fmla="*/ 9863725 h 10435941"/>
                  <a:gd name="connsiteX93-43495" fmla="*/ 8479422 w 10490654"/>
                  <a:gd name="connsiteY93-43496" fmla="*/ 9748287 h 10435941"/>
                  <a:gd name="connsiteX94-43497" fmla="*/ 8359423 w 10490654"/>
                  <a:gd name="connsiteY94-43498" fmla="*/ 9651431 h 10435941"/>
                  <a:gd name="connsiteX95-43499" fmla="*/ 8285018 w 10490654"/>
                  <a:gd name="connsiteY95-43500" fmla="*/ 9480572 h 10435941"/>
                  <a:gd name="connsiteX96-43501" fmla="*/ 8243564 w 10490654"/>
                  <a:gd name="connsiteY96-43502" fmla="*/ 9374254 h 10435941"/>
                  <a:gd name="connsiteX97-43503" fmla="*/ 8146472 w 10490654"/>
                  <a:gd name="connsiteY97-43504" fmla="*/ 9355881 h 10435941"/>
                  <a:gd name="connsiteX98-43505" fmla="*/ 8091054 w 10490654"/>
                  <a:gd name="connsiteY98-43506" fmla="*/ 9577553 h 10435941"/>
                  <a:gd name="connsiteX99-43507" fmla="*/ 7948364 w 10490654"/>
                  <a:gd name="connsiteY99-43508" fmla="*/ 9610939 h 10435941"/>
                  <a:gd name="connsiteX100-43509" fmla="*/ 7595184 w 10490654"/>
                  <a:gd name="connsiteY100-43510" fmla="*/ 9552340 h 10435941"/>
                  <a:gd name="connsiteX101-43511" fmla="*/ 7456879 w 10490654"/>
                  <a:gd name="connsiteY101-43512" fmla="*/ 9485198 h 10435941"/>
                  <a:gd name="connsiteX102-43513" fmla="*/ 7264584 w 10490654"/>
                  <a:gd name="connsiteY102-43514" fmla="*/ 9449904 h 10435941"/>
                  <a:gd name="connsiteX103-43515" fmla="*/ 7171401 w 10490654"/>
                  <a:gd name="connsiteY103-43516" fmla="*/ 9200180 h 10435941"/>
                  <a:gd name="connsiteX104-43517" fmla="*/ 6954982 w 10490654"/>
                  <a:gd name="connsiteY104-43518" fmla="*/ 9189626 h 10435941"/>
                  <a:gd name="connsiteX105-43519" fmla="*/ 6674084 w 10490654"/>
                  <a:gd name="connsiteY105-43520" fmla="*/ 9285034 h 10435941"/>
                  <a:gd name="connsiteX106-43521" fmla="*/ 6679359 w 10490654"/>
                  <a:gd name="connsiteY106-43522" fmla="*/ 9099745 h 10435941"/>
                  <a:gd name="connsiteX107-43523" fmla="*/ 6552868 w 10490654"/>
                  <a:gd name="connsiteY107-43524" fmla="*/ 9013951 h 10435941"/>
                  <a:gd name="connsiteX108-43525" fmla="*/ 6428509 w 10490654"/>
                  <a:gd name="connsiteY108-43526" fmla="*/ 8954099 h 10435941"/>
                  <a:gd name="connsiteX109-43527" fmla="*/ 6325922 w 10490654"/>
                  <a:gd name="connsiteY109-43528" fmla="*/ 9057307 h 10435941"/>
                  <a:gd name="connsiteX110-43529" fmla="*/ 6167763 w 10490654"/>
                  <a:gd name="connsiteY110-43530" fmla="*/ 8978227 h 10435941"/>
                  <a:gd name="connsiteX111-43531" fmla="*/ 6002132 w 10490654"/>
                  <a:gd name="connsiteY111-43532" fmla="*/ 9093734 h 10435941"/>
                  <a:gd name="connsiteX112-43533" fmla="*/ 5735890 w 10490654"/>
                  <a:gd name="connsiteY112-43534" fmla="*/ 9101726 h 10435941"/>
                  <a:gd name="connsiteX113-43535" fmla="*/ 5674760 w 10490654"/>
                  <a:gd name="connsiteY113-43536" fmla="*/ 9081904 h 10435941"/>
                  <a:gd name="connsiteX114-43537" fmla="*/ 5507415 w 10490654"/>
                  <a:gd name="connsiteY114-43538" fmla="*/ 9128137 h 10435941"/>
                  <a:gd name="connsiteX115-43539" fmla="*/ 5505859 w 10490654"/>
                  <a:gd name="connsiteY115-43540" fmla="*/ 8870972 h 10435941"/>
                  <a:gd name="connsiteX116-43541" fmla="*/ 5505857 w 10490654"/>
                  <a:gd name="connsiteY116-43542" fmla="*/ 8634977 h 10435941"/>
                  <a:gd name="connsiteX117-43543" fmla="*/ 5336024 w 10490654"/>
                  <a:gd name="connsiteY117-43544" fmla="*/ 8333292 h 10435941"/>
                  <a:gd name="connsiteX118-43545" fmla="*/ 5230324 w 10490654"/>
                  <a:gd name="connsiteY118-43546" fmla="*/ 8082820 h 10435941"/>
                  <a:gd name="connsiteX119-43547" fmla="*/ 5317031 w 10490654"/>
                  <a:gd name="connsiteY119-43548" fmla="*/ 7610208 h 10435941"/>
                  <a:gd name="connsiteX120-43549" fmla="*/ 5201059 w 10490654"/>
                  <a:gd name="connsiteY120-43550" fmla="*/ 7320352 h 10435941"/>
                  <a:gd name="connsiteX121-43551" fmla="*/ 5250872 w 10490654"/>
                  <a:gd name="connsiteY121-43552" fmla="*/ 7069881 h 10435941"/>
                  <a:gd name="connsiteX122-43553" fmla="*/ 5254899 w 10490654"/>
                  <a:gd name="connsiteY122-43554" fmla="*/ 6935795 h 10435941"/>
                  <a:gd name="connsiteX123-43555" fmla="*/ 4577603 w 10490654"/>
                  <a:gd name="connsiteY123-43556" fmla="*/ 7013996 h 10435941"/>
                  <a:gd name="connsiteX124-43557" fmla="*/ 4560483 w 10490654"/>
                  <a:gd name="connsiteY124-43558" fmla="*/ 6840580 h 10435941"/>
                  <a:gd name="connsiteX125-43559" fmla="*/ 4496504 w 10490654"/>
                  <a:gd name="connsiteY125-43560" fmla="*/ 6706626 h 10435941"/>
                  <a:gd name="connsiteX126-43561" fmla="*/ 4326990 w 10490654"/>
                  <a:gd name="connsiteY126-43562" fmla="*/ 6826329 h 10435941"/>
                  <a:gd name="connsiteX127-43563" fmla="*/ 4038834 w 10490654"/>
                  <a:gd name="connsiteY127-43564" fmla="*/ 6816452 h 10435941"/>
                  <a:gd name="connsiteX128-43565" fmla="*/ 3976254 w 10490654"/>
                  <a:gd name="connsiteY128-43566" fmla="*/ 7069881 h 10435941"/>
                  <a:gd name="connsiteX129-43567" fmla="*/ 3932667 w 10490654"/>
                  <a:gd name="connsiteY129-43568" fmla="*/ 7281279 h 10435941"/>
                  <a:gd name="connsiteX130-43569" fmla="*/ 3884155 w 10490654"/>
                  <a:gd name="connsiteY130-43570" fmla="*/ 7403480 h 10435941"/>
                  <a:gd name="connsiteX131-43571" fmla="*/ 3572499 w 10490654"/>
                  <a:gd name="connsiteY131-43572" fmla="*/ 7365450 h 10435941"/>
                  <a:gd name="connsiteX132-43573" fmla="*/ 3311236 w 10490654"/>
                  <a:gd name="connsiteY132-43574" fmla="*/ 7402390 h 10435941"/>
                  <a:gd name="connsiteX133-43575" fmla="*/ 2921540 w 10490654"/>
                  <a:gd name="connsiteY133-43576" fmla="*/ 7414475 h 10435941"/>
                  <a:gd name="connsiteX134-43577" fmla="*/ 2784763 w 10490654"/>
                  <a:gd name="connsiteY134-43578" fmla="*/ 7139153 h 10435941"/>
                  <a:gd name="connsiteX135-43579" fmla="*/ 2604654 w 10490654"/>
                  <a:gd name="connsiteY135-43580" fmla="*/ 6862062 h 10435941"/>
                  <a:gd name="connsiteX136-43581" fmla="*/ 2410691 w 10490654"/>
                  <a:gd name="connsiteY136-43582" fmla="*/ 6363299 h 10435941"/>
                  <a:gd name="connsiteX137-43583" fmla="*/ 2327563 w 10490654"/>
                  <a:gd name="connsiteY137-43584" fmla="*/ 6224753 h 10435941"/>
                  <a:gd name="connsiteX138-43585" fmla="*/ 1662545 w 10490654"/>
                  <a:gd name="connsiteY138-43586" fmla="*/ 6197044 h 10435941"/>
                  <a:gd name="connsiteX139-43587" fmla="*/ 1233054 w 10490654"/>
                  <a:gd name="connsiteY139-43588" fmla="*/ 6197044 h 10435941"/>
                  <a:gd name="connsiteX140-43589" fmla="*/ 1136072 w 10490654"/>
                  <a:gd name="connsiteY140-43590" fmla="*/ 6252462 h 10435941"/>
                  <a:gd name="connsiteX141-43591" fmla="*/ 706582 w 10490654"/>
                  <a:gd name="connsiteY141-43592" fmla="*/ 6210899 h 10435941"/>
                  <a:gd name="connsiteX142-43593" fmla="*/ 318654 w 10490654"/>
                  <a:gd name="connsiteY142-43594" fmla="*/ 6238608 h 10435941"/>
                  <a:gd name="connsiteX143-43595" fmla="*/ 96982 w 10490654"/>
                  <a:gd name="connsiteY143-43596" fmla="*/ 6391008 h 10435941"/>
                  <a:gd name="connsiteX144-43597" fmla="*/ 0 w 10490654"/>
                  <a:gd name="connsiteY144-43598" fmla="*/ 6294026 h 10435941"/>
                  <a:gd name="connsiteX145-43599" fmla="*/ 83127 w 10490654"/>
                  <a:gd name="connsiteY145-43600" fmla="*/ 6238608 h 10435941"/>
                  <a:gd name="connsiteX0-43601" fmla="*/ 83127 w 10490654"/>
                  <a:gd name="connsiteY0-43602" fmla="*/ 6238608 h 10435941"/>
                  <a:gd name="connsiteX1-43603" fmla="*/ 96982 w 10490654"/>
                  <a:gd name="connsiteY1-43604" fmla="*/ 5795262 h 10435941"/>
                  <a:gd name="connsiteX2-43605" fmla="*/ 401782 w 10490654"/>
                  <a:gd name="connsiteY2-43606" fmla="*/ 5532026 h 10435941"/>
                  <a:gd name="connsiteX3-43607" fmla="*/ 651163 w 10490654"/>
                  <a:gd name="connsiteY3-43608" fmla="*/ 5670572 h 10435941"/>
                  <a:gd name="connsiteX4-43609" fmla="*/ 858982 w 10490654"/>
                  <a:gd name="connsiteY4-43610" fmla="*/ 5504317 h 10435941"/>
                  <a:gd name="connsiteX5-43611" fmla="*/ 997527 w 10490654"/>
                  <a:gd name="connsiteY5-43612" fmla="*/ 5351917 h 10435941"/>
                  <a:gd name="connsiteX6-43613" fmla="*/ 1080654 w 10490654"/>
                  <a:gd name="connsiteY6-43614" fmla="*/ 5435044 h 10435941"/>
                  <a:gd name="connsiteX7-43615" fmla="*/ 1269312 w 10490654"/>
                  <a:gd name="connsiteY7-43616" fmla="*/ 5679710 h 10435941"/>
                  <a:gd name="connsiteX8-43617" fmla="*/ 1523116 w 10490654"/>
                  <a:gd name="connsiteY8-43618" fmla="*/ 5481030 h 10435941"/>
                  <a:gd name="connsiteX9-43619" fmla="*/ 1731818 w 10490654"/>
                  <a:gd name="connsiteY9-43620" fmla="*/ 5296499 h 10435941"/>
                  <a:gd name="connsiteX10-43621" fmla="*/ 2022763 w 10490654"/>
                  <a:gd name="connsiteY10-43622" fmla="*/ 5060972 h 10435941"/>
                  <a:gd name="connsiteX11-43623" fmla="*/ 2119745 w 10490654"/>
                  <a:gd name="connsiteY11-43624" fmla="*/ 4631481 h 10435941"/>
                  <a:gd name="connsiteX12-43625" fmla="*/ 2172511 w 10490654"/>
                  <a:gd name="connsiteY12-43626" fmla="*/ 4164848 h 10435941"/>
                  <a:gd name="connsiteX13-43627" fmla="*/ 2355272 w 10490654"/>
                  <a:gd name="connsiteY13-43628" fmla="*/ 3855626 h 10435941"/>
                  <a:gd name="connsiteX14-43629" fmla="*/ 2752497 w 10490654"/>
                  <a:gd name="connsiteY14-43630" fmla="*/ 3475092 h 10435941"/>
                  <a:gd name="connsiteX15-43631" fmla="*/ 2978727 w 10490654"/>
                  <a:gd name="connsiteY15-43632" fmla="*/ 3259881 h 10435941"/>
                  <a:gd name="connsiteX16-43633" fmla="*/ 3006436 w 10490654"/>
                  <a:gd name="connsiteY16-43634" fmla="*/ 2816535 h 10435941"/>
                  <a:gd name="connsiteX17-43635" fmla="*/ 3075709 w 10490654"/>
                  <a:gd name="connsiteY17-43636" fmla="*/ 2525590 h 10435941"/>
                  <a:gd name="connsiteX18-43637" fmla="*/ 3075709 w 10490654"/>
                  <a:gd name="connsiteY18-43638" fmla="*/ 2317772 h 10435941"/>
                  <a:gd name="connsiteX19-43639" fmla="*/ 3214254 w 10490654"/>
                  <a:gd name="connsiteY19-43640" fmla="*/ 1985262 h 10435941"/>
                  <a:gd name="connsiteX20-43641" fmla="*/ 3214254 w 10490654"/>
                  <a:gd name="connsiteY20-43642" fmla="*/ 1694317 h 10435941"/>
                  <a:gd name="connsiteX21-43643" fmla="*/ 3513454 w 10490654"/>
                  <a:gd name="connsiteY21-43644" fmla="*/ 1126281 h 10435941"/>
                  <a:gd name="connsiteX22-43645" fmla="*/ 3463636 w 10490654"/>
                  <a:gd name="connsiteY22-43646" fmla="*/ 752208 h 10435941"/>
                  <a:gd name="connsiteX23-43647" fmla="*/ 3491345 w 10490654"/>
                  <a:gd name="connsiteY23-43648" fmla="*/ 544390 h 10435941"/>
                  <a:gd name="connsiteX24-43649" fmla="*/ 3823854 w 10490654"/>
                  <a:gd name="connsiteY24-43650" fmla="*/ 184172 h 10435941"/>
                  <a:gd name="connsiteX25-43651" fmla="*/ 4017818 w 10490654"/>
                  <a:gd name="connsiteY25-43652" fmla="*/ 59481 h 10435941"/>
                  <a:gd name="connsiteX26-43653" fmla="*/ 4433454 w 10490654"/>
                  <a:gd name="connsiteY26-43654" fmla="*/ 295008 h 10435941"/>
                  <a:gd name="connsiteX27-43655" fmla="*/ 4599709 w 10490654"/>
                  <a:gd name="connsiteY27-43656" fmla="*/ 488972 h 10435941"/>
                  <a:gd name="connsiteX28-43657" fmla="*/ 5070763 w 10490654"/>
                  <a:gd name="connsiteY28-43658" fmla="*/ 544390 h 10435941"/>
                  <a:gd name="connsiteX29-43659" fmla="*/ 5391187 w 10490654"/>
                  <a:gd name="connsiteY29-43660" fmla="*/ 603639 h 10435941"/>
                  <a:gd name="connsiteX30-43661" fmla="*/ 5568642 w 10490654"/>
                  <a:gd name="connsiteY30-43662" fmla="*/ 588271 h 10435941"/>
                  <a:gd name="connsiteX31-43663" fmla="*/ 5860472 w 10490654"/>
                  <a:gd name="connsiteY31-43664" fmla="*/ 281153 h 10435941"/>
                  <a:gd name="connsiteX32-43665" fmla="*/ 6123709 w 10490654"/>
                  <a:gd name="connsiteY32-43666" fmla="*/ 322717 h 10435941"/>
                  <a:gd name="connsiteX33-43667" fmla="*/ 6541900 w 10490654"/>
                  <a:gd name="connsiteY33-43668" fmla="*/ 168233 h 10435941"/>
                  <a:gd name="connsiteX34-43669" fmla="*/ 6681722 w 10490654"/>
                  <a:gd name="connsiteY34-43670" fmla="*/ 107503 h 10435941"/>
                  <a:gd name="connsiteX35-43671" fmla="*/ 7011678 w 10490654"/>
                  <a:gd name="connsiteY35-43672" fmla="*/ 198026 h 10435941"/>
                  <a:gd name="connsiteX36-43673" fmla="*/ 7232072 w 10490654"/>
                  <a:gd name="connsiteY36-43674" fmla="*/ 17917 h 10435941"/>
                  <a:gd name="connsiteX37-43675" fmla="*/ 7379107 w 10490654"/>
                  <a:gd name="connsiteY37-43676" fmla="*/ 0 h 10435941"/>
                  <a:gd name="connsiteX38-43677" fmla="*/ 7600859 w 10490654"/>
                  <a:gd name="connsiteY38-43678" fmla="*/ 41248 h 10435941"/>
                  <a:gd name="connsiteX39-43679" fmla="*/ 7910945 w 10490654"/>
                  <a:gd name="connsiteY39-43680" fmla="*/ 128753 h 10435941"/>
                  <a:gd name="connsiteX40-43681" fmla="*/ 8312727 w 10490654"/>
                  <a:gd name="connsiteY40-43682" fmla="*/ 59481 h 10435941"/>
                  <a:gd name="connsiteX41-43683" fmla="*/ 8647005 w 10490654"/>
                  <a:gd name="connsiteY41-43684" fmla="*/ 396707 h 10435941"/>
                  <a:gd name="connsiteX42-43685" fmla="*/ 8908472 w 10490654"/>
                  <a:gd name="connsiteY42-43686" fmla="*/ 544390 h 10435941"/>
                  <a:gd name="connsiteX43-43687" fmla="*/ 9146732 w 10490654"/>
                  <a:gd name="connsiteY43-43688" fmla="*/ 420846 h 10435941"/>
                  <a:gd name="connsiteX44-43689" fmla="*/ 9372965 w 10490654"/>
                  <a:gd name="connsiteY44-43690" fmla="*/ 466363 h 10435941"/>
                  <a:gd name="connsiteX45-43691" fmla="*/ 9518072 w 10490654"/>
                  <a:gd name="connsiteY45-43692" fmla="*/ 367819 h 10435941"/>
                  <a:gd name="connsiteX46-43693" fmla="*/ 9646301 w 10490654"/>
                  <a:gd name="connsiteY46-43694" fmla="*/ 369587 h 10435941"/>
                  <a:gd name="connsiteX47-43695" fmla="*/ 10002982 w 10490654"/>
                  <a:gd name="connsiteY47-43696" fmla="*/ 793772 h 10435941"/>
                  <a:gd name="connsiteX48-43697" fmla="*/ 10238509 w 10490654"/>
                  <a:gd name="connsiteY48-43698" fmla="*/ 987735 h 10435941"/>
                  <a:gd name="connsiteX49-43699" fmla="*/ 10224654 w 10490654"/>
                  <a:gd name="connsiteY49-43700" fmla="*/ 1250972 h 10435941"/>
                  <a:gd name="connsiteX50-43701" fmla="*/ 10238509 w 10490654"/>
                  <a:gd name="connsiteY50-43702" fmla="*/ 1444935 h 10435941"/>
                  <a:gd name="connsiteX51-43703" fmla="*/ 10243066 w 10490654"/>
                  <a:gd name="connsiteY51-43704" fmla="*/ 1580249 h 10435941"/>
                  <a:gd name="connsiteX52-43705" fmla="*/ 10490654 w 10490654"/>
                  <a:gd name="connsiteY52-43706" fmla="*/ 1753897 h 10435941"/>
                  <a:gd name="connsiteX53-43707" fmla="*/ 10077929 w 10490654"/>
                  <a:gd name="connsiteY53-43708" fmla="*/ 2207269 h 10435941"/>
                  <a:gd name="connsiteX54-43709" fmla="*/ 9781309 w 10490654"/>
                  <a:gd name="connsiteY54-43710" fmla="*/ 2497881 h 10435941"/>
                  <a:gd name="connsiteX55-43711" fmla="*/ 9580055 w 10490654"/>
                  <a:gd name="connsiteY55-43712" fmla="*/ 3426134 h 10435941"/>
                  <a:gd name="connsiteX56-43713" fmla="*/ 9532477 w 10490654"/>
                  <a:gd name="connsiteY56-43714" fmla="*/ 3685207 h 10435941"/>
                  <a:gd name="connsiteX57-43715" fmla="*/ 9365672 w 10490654"/>
                  <a:gd name="connsiteY57-43716" fmla="*/ 3911044 h 10435941"/>
                  <a:gd name="connsiteX58-43717" fmla="*/ 9310254 w 10490654"/>
                  <a:gd name="connsiteY58-43718" fmla="*/ 4077299 h 10435941"/>
                  <a:gd name="connsiteX59-43719" fmla="*/ 9236422 w 10490654"/>
                  <a:gd name="connsiteY59-43720" fmla="*/ 4285117 h 10435941"/>
                  <a:gd name="connsiteX60-43721" fmla="*/ 9205255 w 10490654"/>
                  <a:gd name="connsiteY60-43722" fmla="*/ 4430122 h 10435941"/>
                  <a:gd name="connsiteX61-43723" fmla="*/ 9337963 w 10490654"/>
                  <a:gd name="connsiteY61-43724" fmla="*/ 4659190 h 10435941"/>
                  <a:gd name="connsiteX62-43725" fmla="*/ 9382180 w 10490654"/>
                  <a:gd name="connsiteY62-43726" fmla="*/ 4915057 h 10435941"/>
                  <a:gd name="connsiteX63-43727" fmla="*/ 9397939 w 10490654"/>
                  <a:gd name="connsiteY63-43728" fmla="*/ 5208060 h 10435941"/>
                  <a:gd name="connsiteX64-43729" fmla="*/ 9383359 w 10490654"/>
                  <a:gd name="connsiteY64-43730" fmla="*/ 5615153 h 10435941"/>
                  <a:gd name="connsiteX65-43731" fmla="*/ 9518623 w 10490654"/>
                  <a:gd name="connsiteY65-43732" fmla="*/ 5975373 h 10435941"/>
                  <a:gd name="connsiteX66-43733" fmla="*/ 9540496 w 10490654"/>
                  <a:gd name="connsiteY66-43734" fmla="*/ 6403714 h 10435941"/>
                  <a:gd name="connsiteX67-43735" fmla="*/ 9933709 w 10490654"/>
                  <a:gd name="connsiteY67-43736" fmla="*/ 6862062 h 10435941"/>
                  <a:gd name="connsiteX68-43737" fmla="*/ 10052074 w 10490654"/>
                  <a:gd name="connsiteY68-43738" fmla="*/ 7221396 h 10435941"/>
                  <a:gd name="connsiteX69-43739" fmla="*/ 10232908 w 10490654"/>
                  <a:gd name="connsiteY69-43740" fmla="*/ 7514995 h 10435941"/>
                  <a:gd name="connsiteX70-43741" fmla="*/ 9670472 w 10490654"/>
                  <a:gd name="connsiteY70-43742" fmla="*/ 7540935 h 10435941"/>
                  <a:gd name="connsiteX71-43743" fmla="*/ 9174087 w 10490654"/>
                  <a:gd name="connsiteY71-43744" fmla="*/ 7651772 h 10435941"/>
                  <a:gd name="connsiteX72-43745" fmla="*/ 9128871 w 10490654"/>
                  <a:gd name="connsiteY72-43746" fmla="*/ 7790317 h 10435941"/>
                  <a:gd name="connsiteX73-43747" fmla="*/ 9019309 w 10490654"/>
                  <a:gd name="connsiteY73-43748" fmla="*/ 7998135 h 10435941"/>
                  <a:gd name="connsiteX74-43749" fmla="*/ 8933823 w 10490654"/>
                  <a:gd name="connsiteY74-43750" fmla="*/ 8085908 h 10435941"/>
                  <a:gd name="connsiteX75-43751" fmla="*/ 9036787 w 10490654"/>
                  <a:gd name="connsiteY75-43752" fmla="*/ 8313437 h 10435941"/>
                  <a:gd name="connsiteX76-43753" fmla="*/ 9027559 w 10490654"/>
                  <a:gd name="connsiteY76-43754" fmla="*/ 8524608 h 10435941"/>
                  <a:gd name="connsiteX77-43755" fmla="*/ 8993669 w 10490654"/>
                  <a:gd name="connsiteY77-43756" fmla="*/ 8758113 h 10435941"/>
                  <a:gd name="connsiteX78-43757" fmla="*/ 8991600 w 10490654"/>
                  <a:gd name="connsiteY78-43758" fmla="*/ 8967953 h 10435941"/>
                  <a:gd name="connsiteX79-43759" fmla="*/ 8894618 w 10490654"/>
                  <a:gd name="connsiteY79-43760" fmla="*/ 9272753 h 10435941"/>
                  <a:gd name="connsiteX80-43761" fmla="*/ 8922328 w 10490654"/>
                  <a:gd name="connsiteY80-43762" fmla="*/ 9578490 h 10435941"/>
                  <a:gd name="connsiteX81-43763" fmla="*/ 9138715 w 10490654"/>
                  <a:gd name="connsiteY81-43764" fmla="*/ 9750056 h 10435941"/>
                  <a:gd name="connsiteX82-43765" fmla="*/ 9231789 w 10490654"/>
                  <a:gd name="connsiteY82-43766" fmla="*/ 9890275 h 10435941"/>
                  <a:gd name="connsiteX83-43767" fmla="*/ 9462870 w 10490654"/>
                  <a:gd name="connsiteY83-43768" fmla="*/ 9929452 h 10435941"/>
                  <a:gd name="connsiteX84-43769" fmla="*/ 9472032 w 10490654"/>
                  <a:gd name="connsiteY84-43770" fmla="*/ 9818955 h 10435941"/>
                  <a:gd name="connsiteX85-43771" fmla="*/ 9620746 w 10490654"/>
                  <a:gd name="connsiteY85-43772" fmla="*/ 9758904 h 10435941"/>
                  <a:gd name="connsiteX86-43773" fmla="*/ 9632264 w 10490654"/>
                  <a:gd name="connsiteY86-43774" fmla="*/ 10334695 h 10435941"/>
                  <a:gd name="connsiteX87-43775" fmla="*/ 9504664 w 10490654"/>
                  <a:gd name="connsiteY87-43776" fmla="*/ 10338313 h 10435941"/>
                  <a:gd name="connsiteX88-43777" fmla="*/ 9328580 w 10490654"/>
                  <a:gd name="connsiteY88-43778" fmla="*/ 10427202 h 10435941"/>
                  <a:gd name="connsiteX89-43779" fmla="*/ 9204220 w 10490654"/>
                  <a:gd name="connsiteY89-43780" fmla="*/ 10435941 h 10435941"/>
                  <a:gd name="connsiteX90-43781" fmla="*/ 9065234 w 10490654"/>
                  <a:gd name="connsiteY90-43782" fmla="*/ 10122103 h 10435941"/>
                  <a:gd name="connsiteX91-43783" fmla="*/ 8954319 w 10490654"/>
                  <a:gd name="connsiteY91-43784" fmla="*/ 10072174 h 10435941"/>
                  <a:gd name="connsiteX92-43785" fmla="*/ 8793275 w 10490654"/>
                  <a:gd name="connsiteY92-43786" fmla="*/ 9863725 h 10435941"/>
                  <a:gd name="connsiteX93-43787" fmla="*/ 8479422 w 10490654"/>
                  <a:gd name="connsiteY93-43788" fmla="*/ 9748287 h 10435941"/>
                  <a:gd name="connsiteX94-43789" fmla="*/ 8359423 w 10490654"/>
                  <a:gd name="connsiteY94-43790" fmla="*/ 9651431 h 10435941"/>
                  <a:gd name="connsiteX95-43791" fmla="*/ 8285018 w 10490654"/>
                  <a:gd name="connsiteY95-43792" fmla="*/ 9480572 h 10435941"/>
                  <a:gd name="connsiteX96-43793" fmla="*/ 8243564 w 10490654"/>
                  <a:gd name="connsiteY96-43794" fmla="*/ 9374254 h 10435941"/>
                  <a:gd name="connsiteX97-43795" fmla="*/ 8146472 w 10490654"/>
                  <a:gd name="connsiteY97-43796" fmla="*/ 9355881 h 10435941"/>
                  <a:gd name="connsiteX98-43797" fmla="*/ 8091054 w 10490654"/>
                  <a:gd name="connsiteY98-43798" fmla="*/ 9577553 h 10435941"/>
                  <a:gd name="connsiteX99-43799" fmla="*/ 7948364 w 10490654"/>
                  <a:gd name="connsiteY99-43800" fmla="*/ 9610939 h 10435941"/>
                  <a:gd name="connsiteX100-43801" fmla="*/ 7595184 w 10490654"/>
                  <a:gd name="connsiteY100-43802" fmla="*/ 9552340 h 10435941"/>
                  <a:gd name="connsiteX101-43803" fmla="*/ 7456879 w 10490654"/>
                  <a:gd name="connsiteY101-43804" fmla="*/ 9485198 h 10435941"/>
                  <a:gd name="connsiteX102-43805" fmla="*/ 7264584 w 10490654"/>
                  <a:gd name="connsiteY102-43806" fmla="*/ 9449904 h 10435941"/>
                  <a:gd name="connsiteX103-43807" fmla="*/ 7171401 w 10490654"/>
                  <a:gd name="connsiteY103-43808" fmla="*/ 9200180 h 10435941"/>
                  <a:gd name="connsiteX104-43809" fmla="*/ 6954982 w 10490654"/>
                  <a:gd name="connsiteY104-43810" fmla="*/ 9189626 h 10435941"/>
                  <a:gd name="connsiteX105-43811" fmla="*/ 6674084 w 10490654"/>
                  <a:gd name="connsiteY105-43812" fmla="*/ 9285034 h 10435941"/>
                  <a:gd name="connsiteX106-43813" fmla="*/ 6679359 w 10490654"/>
                  <a:gd name="connsiteY106-43814" fmla="*/ 9099745 h 10435941"/>
                  <a:gd name="connsiteX107-43815" fmla="*/ 6552868 w 10490654"/>
                  <a:gd name="connsiteY107-43816" fmla="*/ 9013951 h 10435941"/>
                  <a:gd name="connsiteX108-43817" fmla="*/ 6428509 w 10490654"/>
                  <a:gd name="connsiteY108-43818" fmla="*/ 8954099 h 10435941"/>
                  <a:gd name="connsiteX109-43819" fmla="*/ 6325922 w 10490654"/>
                  <a:gd name="connsiteY109-43820" fmla="*/ 9057307 h 10435941"/>
                  <a:gd name="connsiteX110-43821" fmla="*/ 6167763 w 10490654"/>
                  <a:gd name="connsiteY110-43822" fmla="*/ 8978227 h 10435941"/>
                  <a:gd name="connsiteX111-43823" fmla="*/ 6002132 w 10490654"/>
                  <a:gd name="connsiteY111-43824" fmla="*/ 9093734 h 10435941"/>
                  <a:gd name="connsiteX112-43825" fmla="*/ 5735890 w 10490654"/>
                  <a:gd name="connsiteY112-43826" fmla="*/ 9101726 h 10435941"/>
                  <a:gd name="connsiteX113-43827" fmla="*/ 5674760 w 10490654"/>
                  <a:gd name="connsiteY113-43828" fmla="*/ 9081904 h 10435941"/>
                  <a:gd name="connsiteX114-43829" fmla="*/ 5507415 w 10490654"/>
                  <a:gd name="connsiteY114-43830" fmla="*/ 9128137 h 10435941"/>
                  <a:gd name="connsiteX115-43831" fmla="*/ 5505859 w 10490654"/>
                  <a:gd name="connsiteY115-43832" fmla="*/ 8870972 h 10435941"/>
                  <a:gd name="connsiteX116-43833" fmla="*/ 5505857 w 10490654"/>
                  <a:gd name="connsiteY116-43834" fmla="*/ 8634977 h 10435941"/>
                  <a:gd name="connsiteX117-43835" fmla="*/ 5336024 w 10490654"/>
                  <a:gd name="connsiteY117-43836" fmla="*/ 8333292 h 10435941"/>
                  <a:gd name="connsiteX118-43837" fmla="*/ 5230324 w 10490654"/>
                  <a:gd name="connsiteY118-43838" fmla="*/ 8082820 h 10435941"/>
                  <a:gd name="connsiteX119-43839" fmla="*/ 5317031 w 10490654"/>
                  <a:gd name="connsiteY119-43840" fmla="*/ 7610208 h 10435941"/>
                  <a:gd name="connsiteX120-43841" fmla="*/ 5201059 w 10490654"/>
                  <a:gd name="connsiteY120-43842" fmla="*/ 7320352 h 10435941"/>
                  <a:gd name="connsiteX121-43843" fmla="*/ 5250872 w 10490654"/>
                  <a:gd name="connsiteY121-43844" fmla="*/ 7069881 h 10435941"/>
                  <a:gd name="connsiteX122-43845" fmla="*/ 5254899 w 10490654"/>
                  <a:gd name="connsiteY122-43846" fmla="*/ 6935795 h 10435941"/>
                  <a:gd name="connsiteX123-43847" fmla="*/ 4577603 w 10490654"/>
                  <a:gd name="connsiteY123-43848" fmla="*/ 7013996 h 10435941"/>
                  <a:gd name="connsiteX124-43849" fmla="*/ 4560483 w 10490654"/>
                  <a:gd name="connsiteY124-43850" fmla="*/ 6840580 h 10435941"/>
                  <a:gd name="connsiteX125-43851" fmla="*/ 4496504 w 10490654"/>
                  <a:gd name="connsiteY125-43852" fmla="*/ 6706626 h 10435941"/>
                  <a:gd name="connsiteX126-43853" fmla="*/ 4326990 w 10490654"/>
                  <a:gd name="connsiteY126-43854" fmla="*/ 6826329 h 10435941"/>
                  <a:gd name="connsiteX127-43855" fmla="*/ 4038834 w 10490654"/>
                  <a:gd name="connsiteY127-43856" fmla="*/ 6816452 h 10435941"/>
                  <a:gd name="connsiteX128-43857" fmla="*/ 3976254 w 10490654"/>
                  <a:gd name="connsiteY128-43858" fmla="*/ 7069881 h 10435941"/>
                  <a:gd name="connsiteX129-43859" fmla="*/ 3932667 w 10490654"/>
                  <a:gd name="connsiteY129-43860" fmla="*/ 7281279 h 10435941"/>
                  <a:gd name="connsiteX130-43861" fmla="*/ 3884155 w 10490654"/>
                  <a:gd name="connsiteY130-43862" fmla="*/ 7403480 h 10435941"/>
                  <a:gd name="connsiteX131-43863" fmla="*/ 3572499 w 10490654"/>
                  <a:gd name="connsiteY131-43864" fmla="*/ 7365450 h 10435941"/>
                  <a:gd name="connsiteX132-43865" fmla="*/ 3311236 w 10490654"/>
                  <a:gd name="connsiteY132-43866" fmla="*/ 7402390 h 10435941"/>
                  <a:gd name="connsiteX133-43867" fmla="*/ 2921540 w 10490654"/>
                  <a:gd name="connsiteY133-43868" fmla="*/ 7414475 h 10435941"/>
                  <a:gd name="connsiteX134-43869" fmla="*/ 2748111 w 10490654"/>
                  <a:gd name="connsiteY134-43870" fmla="*/ 7166777 h 10435941"/>
                  <a:gd name="connsiteX135-43871" fmla="*/ 2604654 w 10490654"/>
                  <a:gd name="connsiteY135-43872" fmla="*/ 6862062 h 10435941"/>
                  <a:gd name="connsiteX136-43873" fmla="*/ 2410691 w 10490654"/>
                  <a:gd name="connsiteY136-43874" fmla="*/ 6363299 h 10435941"/>
                  <a:gd name="connsiteX137-43875" fmla="*/ 2327563 w 10490654"/>
                  <a:gd name="connsiteY137-43876" fmla="*/ 6224753 h 10435941"/>
                  <a:gd name="connsiteX138-43877" fmla="*/ 1662545 w 10490654"/>
                  <a:gd name="connsiteY138-43878" fmla="*/ 6197044 h 10435941"/>
                  <a:gd name="connsiteX139-43879" fmla="*/ 1233054 w 10490654"/>
                  <a:gd name="connsiteY139-43880" fmla="*/ 6197044 h 10435941"/>
                  <a:gd name="connsiteX140-43881" fmla="*/ 1136072 w 10490654"/>
                  <a:gd name="connsiteY140-43882" fmla="*/ 6252462 h 10435941"/>
                  <a:gd name="connsiteX141-43883" fmla="*/ 706582 w 10490654"/>
                  <a:gd name="connsiteY141-43884" fmla="*/ 6210899 h 10435941"/>
                  <a:gd name="connsiteX142-43885" fmla="*/ 318654 w 10490654"/>
                  <a:gd name="connsiteY142-43886" fmla="*/ 6238608 h 10435941"/>
                  <a:gd name="connsiteX143-43887" fmla="*/ 96982 w 10490654"/>
                  <a:gd name="connsiteY143-43888" fmla="*/ 6391008 h 10435941"/>
                  <a:gd name="connsiteX144-43889" fmla="*/ 0 w 10490654"/>
                  <a:gd name="connsiteY144-43890" fmla="*/ 6294026 h 10435941"/>
                  <a:gd name="connsiteX145-43891" fmla="*/ 83127 w 10490654"/>
                  <a:gd name="connsiteY145-43892" fmla="*/ 6238608 h 10435941"/>
                  <a:gd name="connsiteX0-43893" fmla="*/ 83127 w 10490654"/>
                  <a:gd name="connsiteY0-43894" fmla="*/ 6238608 h 10435941"/>
                  <a:gd name="connsiteX1-43895" fmla="*/ 96982 w 10490654"/>
                  <a:gd name="connsiteY1-43896" fmla="*/ 5795262 h 10435941"/>
                  <a:gd name="connsiteX2-43897" fmla="*/ 401782 w 10490654"/>
                  <a:gd name="connsiteY2-43898" fmla="*/ 5532026 h 10435941"/>
                  <a:gd name="connsiteX3-43899" fmla="*/ 651163 w 10490654"/>
                  <a:gd name="connsiteY3-43900" fmla="*/ 5670572 h 10435941"/>
                  <a:gd name="connsiteX4-43901" fmla="*/ 858982 w 10490654"/>
                  <a:gd name="connsiteY4-43902" fmla="*/ 5504317 h 10435941"/>
                  <a:gd name="connsiteX5-43903" fmla="*/ 997527 w 10490654"/>
                  <a:gd name="connsiteY5-43904" fmla="*/ 5351917 h 10435941"/>
                  <a:gd name="connsiteX6-43905" fmla="*/ 1080654 w 10490654"/>
                  <a:gd name="connsiteY6-43906" fmla="*/ 5435044 h 10435941"/>
                  <a:gd name="connsiteX7-43907" fmla="*/ 1269312 w 10490654"/>
                  <a:gd name="connsiteY7-43908" fmla="*/ 5679710 h 10435941"/>
                  <a:gd name="connsiteX8-43909" fmla="*/ 1523116 w 10490654"/>
                  <a:gd name="connsiteY8-43910" fmla="*/ 5481030 h 10435941"/>
                  <a:gd name="connsiteX9-43911" fmla="*/ 1731818 w 10490654"/>
                  <a:gd name="connsiteY9-43912" fmla="*/ 5296499 h 10435941"/>
                  <a:gd name="connsiteX10-43913" fmla="*/ 2022763 w 10490654"/>
                  <a:gd name="connsiteY10-43914" fmla="*/ 5060972 h 10435941"/>
                  <a:gd name="connsiteX11-43915" fmla="*/ 2119745 w 10490654"/>
                  <a:gd name="connsiteY11-43916" fmla="*/ 4631481 h 10435941"/>
                  <a:gd name="connsiteX12-43917" fmla="*/ 2172511 w 10490654"/>
                  <a:gd name="connsiteY12-43918" fmla="*/ 4164848 h 10435941"/>
                  <a:gd name="connsiteX13-43919" fmla="*/ 2355272 w 10490654"/>
                  <a:gd name="connsiteY13-43920" fmla="*/ 3855626 h 10435941"/>
                  <a:gd name="connsiteX14-43921" fmla="*/ 2752497 w 10490654"/>
                  <a:gd name="connsiteY14-43922" fmla="*/ 3475092 h 10435941"/>
                  <a:gd name="connsiteX15-43923" fmla="*/ 2978727 w 10490654"/>
                  <a:gd name="connsiteY15-43924" fmla="*/ 3259881 h 10435941"/>
                  <a:gd name="connsiteX16-43925" fmla="*/ 3006436 w 10490654"/>
                  <a:gd name="connsiteY16-43926" fmla="*/ 2816535 h 10435941"/>
                  <a:gd name="connsiteX17-43927" fmla="*/ 3075709 w 10490654"/>
                  <a:gd name="connsiteY17-43928" fmla="*/ 2525590 h 10435941"/>
                  <a:gd name="connsiteX18-43929" fmla="*/ 3075709 w 10490654"/>
                  <a:gd name="connsiteY18-43930" fmla="*/ 2317772 h 10435941"/>
                  <a:gd name="connsiteX19-43931" fmla="*/ 3214254 w 10490654"/>
                  <a:gd name="connsiteY19-43932" fmla="*/ 1985262 h 10435941"/>
                  <a:gd name="connsiteX20-43933" fmla="*/ 3214254 w 10490654"/>
                  <a:gd name="connsiteY20-43934" fmla="*/ 1694317 h 10435941"/>
                  <a:gd name="connsiteX21-43935" fmla="*/ 3513454 w 10490654"/>
                  <a:gd name="connsiteY21-43936" fmla="*/ 1126281 h 10435941"/>
                  <a:gd name="connsiteX22-43937" fmla="*/ 3463636 w 10490654"/>
                  <a:gd name="connsiteY22-43938" fmla="*/ 752208 h 10435941"/>
                  <a:gd name="connsiteX23-43939" fmla="*/ 3491345 w 10490654"/>
                  <a:gd name="connsiteY23-43940" fmla="*/ 544390 h 10435941"/>
                  <a:gd name="connsiteX24-43941" fmla="*/ 3823854 w 10490654"/>
                  <a:gd name="connsiteY24-43942" fmla="*/ 184172 h 10435941"/>
                  <a:gd name="connsiteX25-43943" fmla="*/ 4017818 w 10490654"/>
                  <a:gd name="connsiteY25-43944" fmla="*/ 59481 h 10435941"/>
                  <a:gd name="connsiteX26-43945" fmla="*/ 4433454 w 10490654"/>
                  <a:gd name="connsiteY26-43946" fmla="*/ 295008 h 10435941"/>
                  <a:gd name="connsiteX27-43947" fmla="*/ 4599709 w 10490654"/>
                  <a:gd name="connsiteY27-43948" fmla="*/ 488972 h 10435941"/>
                  <a:gd name="connsiteX28-43949" fmla="*/ 5070763 w 10490654"/>
                  <a:gd name="connsiteY28-43950" fmla="*/ 544390 h 10435941"/>
                  <a:gd name="connsiteX29-43951" fmla="*/ 5391187 w 10490654"/>
                  <a:gd name="connsiteY29-43952" fmla="*/ 603639 h 10435941"/>
                  <a:gd name="connsiteX30-43953" fmla="*/ 5568642 w 10490654"/>
                  <a:gd name="connsiteY30-43954" fmla="*/ 588271 h 10435941"/>
                  <a:gd name="connsiteX31-43955" fmla="*/ 5860472 w 10490654"/>
                  <a:gd name="connsiteY31-43956" fmla="*/ 281153 h 10435941"/>
                  <a:gd name="connsiteX32-43957" fmla="*/ 6123709 w 10490654"/>
                  <a:gd name="connsiteY32-43958" fmla="*/ 322717 h 10435941"/>
                  <a:gd name="connsiteX33-43959" fmla="*/ 6541900 w 10490654"/>
                  <a:gd name="connsiteY33-43960" fmla="*/ 168233 h 10435941"/>
                  <a:gd name="connsiteX34-43961" fmla="*/ 6681722 w 10490654"/>
                  <a:gd name="connsiteY34-43962" fmla="*/ 107503 h 10435941"/>
                  <a:gd name="connsiteX35-43963" fmla="*/ 7011678 w 10490654"/>
                  <a:gd name="connsiteY35-43964" fmla="*/ 198026 h 10435941"/>
                  <a:gd name="connsiteX36-43965" fmla="*/ 7232072 w 10490654"/>
                  <a:gd name="connsiteY36-43966" fmla="*/ 17917 h 10435941"/>
                  <a:gd name="connsiteX37-43967" fmla="*/ 7379107 w 10490654"/>
                  <a:gd name="connsiteY37-43968" fmla="*/ 0 h 10435941"/>
                  <a:gd name="connsiteX38-43969" fmla="*/ 7600859 w 10490654"/>
                  <a:gd name="connsiteY38-43970" fmla="*/ 41248 h 10435941"/>
                  <a:gd name="connsiteX39-43971" fmla="*/ 7910945 w 10490654"/>
                  <a:gd name="connsiteY39-43972" fmla="*/ 128753 h 10435941"/>
                  <a:gd name="connsiteX40-43973" fmla="*/ 8312727 w 10490654"/>
                  <a:gd name="connsiteY40-43974" fmla="*/ 59481 h 10435941"/>
                  <a:gd name="connsiteX41-43975" fmla="*/ 8647005 w 10490654"/>
                  <a:gd name="connsiteY41-43976" fmla="*/ 396707 h 10435941"/>
                  <a:gd name="connsiteX42-43977" fmla="*/ 8908472 w 10490654"/>
                  <a:gd name="connsiteY42-43978" fmla="*/ 544390 h 10435941"/>
                  <a:gd name="connsiteX43-43979" fmla="*/ 9146732 w 10490654"/>
                  <a:gd name="connsiteY43-43980" fmla="*/ 420846 h 10435941"/>
                  <a:gd name="connsiteX44-43981" fmla="*/ 9372965 w 10490654"/>
                  <a:gd name="connsiteY44-43982" fmla="*/ 466363 h 10435941"/>
                  <a:gd name="connsiteX45-43983" fmla="*/ 9518072 w 10490654"/>
                  <a:gd name="connsiteY45-43984" fmla="*/ 367819 h 10435941"/>
                  <a:gd name="connsiteX46-43985" fmla="*/ 9646301 w 10490654"/>
                  <a:gd name="connsiteY46-43986" fmla="*/ 369587 h 10435941"/>
                  <a:gd name="connsiteX47-43987" fmla="*/ 10002982 w 10490654"/>
                  <a:gd name="connsiteY47-43988" fmla="*/ 793772 h 10435941"/>
                  <a:gd name="connsiteX48-43989" fmla="*/ 10238509 w 10490654"/>
                  <a:gd name="connsiteY48-43990" fmla="*/ 987735 h 10435941"/>
                  <a:gd name="connsiteX49-43991" fmla="*/ 10224654 w 10490654"/>
                  <a:gd name="connsiteY49-43992" fmla="*/ 1250972 h 10435941"/>
                  <a:gd name="connsiteX50-43993" fmla="*/ 10238509 w 10490654"/>
                  <a:gd name="connsiteY50-43994" fmla="*/ 1444935 h 10435941"/>
                  <a:gd name="connsiteX51-43995" fmla="*/ 10243066 w 10490654"/>
                  <a:gd name="connsiteY51-43996" fmla="*/ 1580249 h 10435941"/>
                  <a:gd name="connsiteX52-43997" fmla="*/ 10490654 w 10490654"/>
                  <a:gd name="connsiteY52-43998" fmla="*/ 1753897 h 10435941"/>
                  <a:gd name="connsiteX53-43999" fmla="*/ 10077929 w 10490654"/>
                  <a:gd name="connsiteY53-44000" fmla="*/ 2207269 h 10435941"/>
                  <a:gd name="connsiteX54-44001" fmla="*/ 9781309 w 10490654"/>
                  <a:gd name="connsiteY54-44002" fmla="*/ 2497881 h 10435941"/>
                  <a:gd name="connsiteX55-44003" fmla="*/ 9580055 w 10490654"/>
                  <a:gd name="connsiteY55-44004" fmla="*/ 3426134 h 10435941"/>
                  <a:gd name="connsiteX56-44005" fmla="*/ 9532477 w 10490654"/>
                  <a:gd name="connsiteY56-44006" fmla="*/ 3685207 h 10435941"/>
                  <a:gd name="connsiteX57-44007" fmla="*/ 9365672 w 10490654"/>
                  <a:gd name="connsiteY57-44008" fmla="*/ 3911044 h 10435941"/>
                  <a:gd name="connsiteX58-44009" fmla="*/ 9310254 w 10490654"/>
                  <a:gd name="connsiteY58-44010" fmla="*/ 4077299 h 10435941"/>
                  <a:gd name="connsiteX59-44011" fmla="*/ 9236422 w 10490654"/>
                  <a:gd name="connsiteY59-44012" fmla="*/ 4285117 h 10435941"/>
                  <a:gd name="connsiteX60-44013" fmla="*/ 9205255 w 10490654"/>
                  <a:gd name="connsiteY60-44014" fmla="*/ 4430122 h 10435941"/>
                  <a:gd name="connsiteX61-44015" fmla="*/ 9337963 w 10490654"/>
                  <a:gd name="connsiteY61-44016" fmla="*/ 4659190 h 10435941"/>
                  <a:gd name="connsiteX62-44017" fmla="*/ 9382180 w 10490654"/>
                  <a:gd name="connsiteY62-44018" fmla="*/ 4915057 h 10435941"/>
                  <a:gd name="connsiteX63-44019" fmla="*/ 9397939 w 10490654"/>
                  <a:gd name="connsiteY63-44020" fmla="*/ 5208060 h 10435941"/>
                  <a:gd name="connsiteX64-44021" fmla="*/ 9383359 w 10490654"/>
                  <a:gd name="connsiteY64-44022" fmla="*/ 5615153 h 10435941"/>
                  <a:gd name="connsiteX65-44023" fmla="*/ 9518623 w 10490654"/>
                  <a:gd name="connsiteY65-44024" fmla="*/ 5975373 h 10435941"/>
                  <a:gd name="connsiteX66-44025" fmla="*/ 9540496 w 10490654"/>
                  <a:gd name="connsiteY66-44026" fmla="*/ 6403714 h 10435941"/>
                  <a:gd name="connsiteX67-44027" fmla="*/ 9933709 w 10490654"/>
                  <a:gd name="connsiteY67-44028" fmla="*/ 6862062 h 10435941"/>
                  <a:gd name="connsiteX68-44029" fmla="*/ 10052074 w 10490654"/>
                  <a:gd name="connsiteY68-44030" fmla="*/ 7221396 h 10435941"/>
                  <a:gd name="connsiteX69-44031" fmla="*/ 10232908 w 10490654"/>
                  <a:gd name="connsiteY69-44032" fmla="*/ 7514995 h 10435941"/>
                  <a:gd name="connsiteX70-44033" fmla="*/ 9670472 w 10490654"/>
                  <a:gd name="connsiteY70-44034" fmla="*/ 7540935 h 10435941"/>
                  <a:gd name="connsiteX71-44035" fmla="*/ 9174087 w 10490654"/>
                  <a:gd name="connsiteY71-44036" fmla="*/ 7651772 h 10435941"/>
                  <a:gd name="connsiteX72-44037" fmla="*/ 9128871 w 10490654"/>
                  <a:gd name="connsiteY72-44038" fmla="*/ 7790317 h 10435941"/>
                  <a:gd name="connsiteX73-44039" fmla="*/ 9019309 w 10490654"/>
                  <a:gd name="connsiteY73-44040" fmla="*/ 7998135 h 10435941"/>
                  <a:gd name="connsiteX74-44041" fmla="*/ 8933823 w 10490654"/>
                  <a:gd name="connsiteY74-44042" fmla="*/ 8085908 h 10435941"/>
                  <a:gd name="connsiteX75-44043" fmla="*/ 9036787 w 10490654"/>
                  <a:gd name="connsiteY75-44044" fmla="*/ 8313437 h 10435941"/>
                  <a:gd name="connsiteX76-44045" fmla="*/ 9027559 w 10490654"/>
                  <a:gd name="connsiteY76-44046" fmla="*/ 8524608 h 10435941"/>
                  <a:gd name="connsiteX77-44047" fmla="*/ 8993669 w 10490654"/>
                  <a:gd name="connsiteY77-44048" fmla="*/ 8758113 h 10435941"/>
                  <a:gd name="connsiteX78-44049" fmla="*/ 8991600 w 10490654"/>
                  <a:gd name="connsiteY78-44050" fmla="*/ 8967953 h 10435941"/>
                  <a:gd name="connsiteX79-44051" fmla="*/ 8894618 w 10490654"/>
                  <a:gd name="connsiteY79-44052" fmla="*/ 9272753 h 10435941"/>
                  <a:gd name="connsiteX80-44053" fmla="*/ 8922328 w 10490654"/>
                  <a:gd name="connsiteY80-44054" fmla="*/ 9578490 h 10435941"/>
                  <a:gd name="connsiteX81-44055" fmla="*/ 9138715 w 10490654"/>
                  <a:gd name="connsiteY81-44056" fmla="*/ 9750056 h 10435941"/>
                  <a:gd name="connsiteX82-44057" fmla="*/ 9231789 w 10490654"/>
                  <a:gd name="connsiteY82-44058" fmla="*/ 9890275 h 10435941"/>
                  <a:gd name="connsiteX83-44059" fmla="*/ 9462870 w 10490654"/>
                  <a:gd name="connsiteY83-44060" fmla="*/ 9929452 h 10435941"/>
                  <a:gd name="connsiteX84-44061" fmla="*/ 9472032 w 10490654"/>
                  <a:gd name="connsiteY84-44062" fmla="*/ 9818955 h 10435941"/>
                  <a:gd name="connsiteX85-44063" fmla="*/ 9620746 w 10490654"/>
                  <a:gd name="connsiteY85-44064" fmla="*/ 9758904 h 10435941"/>
                  <a:gd name="connsiteX86-44065" fmla="*/ 9632264 w 10490654"/>
                  <a:gd name="connsiteY86-44066" fmla="*/ 10334695 h 10435941"/>
                  <a:gd name="connsiteX87-44067" fmla="*/ 9504664 w 10490654"/>
                  <a:gd name="connsiteY87-44068" fmla="*/ 10338313 h 10435941"/>
                  <a:gd name="connsiteX88-44069" fmla="*/ 9328580 w 10490654"/>
                  <a:gd name="connsiteY88-44070" fmla="*/ 10427202 h 10435941"/>
                  <a:gd name="connsiteX89-44071" fmla="*/ 9204220 w 10490654"/>
                  <a:gd name="connsiteY89-44072" fmla="*/ 10435941 h 10435941"/>
                  <a:gd name="connsiteX90-44073" fmla="*/ 9065234 w 10490654"/>
                  <a:gd name="connsiteY90-44074" fmla="*/ 10122103 h 10435941"/>
                  <a:gd name="connsiteX91-44075" fmla="*/ 8954319 w 10490654"/>
                  <a:gd name="connsiteY91-44076" fmla="*/ 10072174 h 10435941"/>
                  <a:gd name="connsiteX92-44077" fmla="*/ 8793275 w 10490654"/>
                  <a:gd name="connsiteY92-44078" fmla="*/ 9863725 h 10435941"/>
                  <a:gd name="connsiteX93-44079" fmla="*/ 8479422 w 10490654"/>
                  <a:gd name="connsiteY93-44080" fmla="*/ 9748287 h 10435941"/>
                  <a:gd name="connsiteX94-44081" fmla="*/ 8359423 w 10490654"/>
                  <a:gd name="connsiteY94-44082" fmla="*/ 9651431 h 10435941"/>
                  <a:gd name="connsiteX95-44083" fmla="*/ 8285018 w 10490654"/>
                  <a:gd name="connsiteY95-44084" fmla="*/ 9480572 h 10435941"/>
                  <a:gd name="connsiteX96-44085" fmla="*/ 8243564 w 10490654"/>
                  <a:gd name="connsiteY96-44086" fmla="*/ 9374254 h 10435941"/>
                  <a:gd name="connsiteX97-44087" fmla="*/ 8146472 w 10490654"/>
                  <a:gd name="connsiteY97-44088" fmla="*/ 9355881 h 10435941"/>
                  <a:gd name="connsiteX98-44089" fmla="*/ 8091054 w 10490654"/>
                  <a:gd name="connsiteY98-44090" fmla="*/ 9577553 h 10435941"/>
                  <a:gd name="connsiteX99-44091" fmla="*/ 7948364 w 10490654"/>
                  <a:gd name="connsiteY99-44092" fmla="*/ 9610939 h 10435941"/>
                  <a:gd name="connsiteX100-44093" fmla="*/ 7595184 w 10490654"/>
                  <a:gd name="connsiteY100-44094" fmla="*/ 9552340 h 10435941"/>
                  <a:gd name="connsiteX101-44095" fmla="*/ 7456879 w 10490654"/>
                  <a:gd name="connsiteY101-44096" fmla="*/ 9485198 h 10435941"/>
                  <a:gd name="connsiteX102-44097" fmla="*/ 7264584 w 10490654"/>
                  <a:gd name="connsiteY102-44098" fmla="*/ 9449904 h 10435941"/>
                  <a:gd name="connsiteX103-44099" fmla="*/ 7171401 w 10490654"/>
                  <a:gd name="connsiteY103-44100" fmla="*/ 9200180 h 10435941"/>
                  <a:gd name="connsiteX104-44101" fmla="*/ 6954982 w 10490654"/>
                  <a:gd name="connsiteY104-44102" fmla="*/ 9189626 h 10435941"/>
                  <a:gd name="connsiteX105-44103" fmla="*/ 6674084 w 10490654"/>
                  <a:gd name="connsiteY105-44104" fmla="*/ 9285034 h 10435941"/>
                  <a:gd name="connsiteX106-44105" fmla="*/ 6679359 w 10490654"/>
                  <a:gd name="connsiteY106-44106" fmla="*/ 9099745 h 10435941"/>
                  <a:gd name="connsiteX107-44107" fmla="*/ 6552868 w 10490654"/>
                  <a:gd name="connsiteY107-44108" fmla="*/ 9013951 h 10435941"/>
                  <a:gd name="connsiteX108-44109" fmla="*/ 6428509 w 10490654"/>
                  <a:gd name="connsiteY108-44110" fmla="*/ 8954099 h 10435941"/>
                  <a:gd name="connsiteX109-44111" fmla="*/ 6325922 w 10490654"/>
                  <a:gd name="connsiteY109-44112" fmla="*/ 9057307 h 10435941"/>
                  <a:gd name="connsiteX110-44113" fmla="*/ 6167763 w 10490654"/>
                  <a:gd name="connsiteY110-44114" fmla="*/ 8978227 h 10435941"/>
                  <a:gd name="connsiteX111-44115" fmla="*/ 6002132 w 10490654"/>
                  <a:gd name="connsiteY111-44116" fmla="*/ 9093734 h 10435941"/>
                  <a:gd name="connsiteX112-44117" fmla="*/ 5735890 w 10490654"/>
                  <a:gd name="connsiteY112-44118" fmla="*/ 9101726 h 10435941"/>
                  <a:gd name="connsiteX113-44119" fmla="*/ 5674760 w 10490654"/>
                  <a:gd name="connsiteY113-44120" fmla="*/ 9081904 h 10435941"/>
                  <a:gd name="connsiteX114-44121" fmla="*/ 5507415 w 10490654"/>
                  <a:gd name="connsiteY114-44122" fmla="*/ 9128137 h 10435941"/>
                  <a:gd name="connsiteX115-44123" fmla="*/ 5505859 w 10490654"/>
                  <a:gd name="connsiteY115-44124" fmla="*/ 8870972 h 10435941"/>
                  <a:gd name="connsiteX116-44125" fmla="*/ 5505857 w 10490654"/>
                  <a:gd name="connsiteY116-44126" fmla="*/ 8634977 h 10435941"/>
                  <a:gd name="connsiteX117-44127" fmla="*/ 5336024 w 10490654"/>
                  <a:gd name="connsiteY117-44128" fmla="*/ 8333292 h 10435941"/>
                  <a:gd name="connsiteX118-44129" fmla="*/ 5230324 w 10490654"/>
                  <a:gd name="connsiteY118-44130" fmla="*/ 8082820 h 10435941"/>
                  <a:gd name="connsiteX119-44131" fmla="*/ 5317031 w 10490654"/>
                  <a:gd name="connsiteY119-44132" fmla="*/ 7610208 h 10435941"/>
                  <a:gd name="connsiteX120-44133" fmla="*/ 5201059 w 10490654"/>
                  <a:gd name="connsiteY120-44134" fmla="*/ 7320352 h 10435941"/>
                  <a:gd name="connsiteX121-44135" fmla="*/ 5250872 w 10490654"/>
                  <a:gd name="connsiteY121-44136" fmla="*/ 7069881 h 10435941"/>
                  <a:gd name="connsiteX122-44137" fmla="*/ 5254899 w 10490654"/>
                  <a:gd name="connsiteY122-44138" fmla="*/ 6935795 h 10435941"/>
                  <a:gd name="connsiteX123-44139" fmla="*/ 4577603 w 10490654"/>
                  <a:gd name="connsiteY123-44140" fmla="*/ 7013996 h 10435941"/>
                  <a:gd name="connsiteX124-44141" fmla="*/ 4560483 w 10490654"/>
                  <a:gd name="connsiteY124-44142" fmla="*/ 6840580 h 10435941"/>
                  <a:gd name="connsiteX125-44143" fmla="*/ 4496504 w 10490654"/>
                  <a:gd name="connsiteY125-44144" fmla="*/ 6706626 h 10435941"/>
                  <a:gd name="connsiteX126-44145" fmla="*/ 4326990 w 10490654"/>
                  <a:gd name="connsiteY126-44146" fmla="*/ 6826329 h 10435941"/>
                  <a:gd name="connsiteX127-44147" fmla="*/ 4038834 w 10490654"/>
                  <a:gd name="connsiteY127-44148" fmla="*/ 6816452 h 10435941"/>
                  <a:gd name="connsiteX128-44149" fmla="*/ 3976254 w 10490654"/>
                  <a:gd name="connsiteY128-44150" fmla="*/ 7069881 h 10435941"/>
                  <a:gd name="connsiteX129-44151" fmla="*/ 3932667 w 10490654"/>
                  <a:gd name="connsiteY129-44152" fmla="*/ 7281279 h 10435941"/>
                  <a:gd name="connsiteX130-44153" fmla="*/ 3884155 w 10490654"/>
                  <a:gd name="connsiteY130-44154" fmla="*/ 7403480 h 10435941"/>
                  <a:gd name="connsiteX131-44155" fmla="*/ 3572499 w 10490654"/>
                  <a:gd name="connsiteY131-44156" fmla="*/ 7365450 h 10435941"/>
                  <a:gd name="connsiteX132-44157" fmla="*/ 3311236 w 10490654"/>
                  <a:gd name="connsiteY132-44158" fmla="*/ 7402390 h 10435941"/>
                  <a:gd name="connsiteX133-44159" fmla="*/ 2921540 w 10490654"/>
                  <a:gd name="connsiteY133-44160" fmla="*/ 7414475 h 10435941"/>
                  <a:gd name="connsiteX134-44161" fmla="*/ 2748111 w 10490654"/>
                  <a:gd name="connsiteY134-44162" fmla="*/ 7166777 h 10435941"/>
                  <a:gd name="connsiteX135-44163" fmla="*/ 2586329 w 10490654"/>
                  <a:gd name="connsiteY135-44164" fmla="*/ 6908102 h 10435941"/>
                  <a:gd name="connsiteX136-44165" fmla="*/ 2410691 w 10490654"/>
                  <a:gd name="connsiteY136-44166" fmla="*/ 6363299 h 10435941"/>
                  <a:gd name="connsiteX137-44167" fmla="*/ 2327563 w 10490654"/>
                  <a:gd name="connsiteY137-44168" fmla="*/ 6224753 h 10435941"/>
                  <a:gd name="connsiteX138-44169" fmla="*/ 1662545 w 10490654"/>
                  <a:gd name="connsiteY138-44170" fmla="*/ 6197044 h 10435941"/>
                  <a:gd name="connsiteX139-44171" fmla="*/ 1233054 w 10490654"/>
                  <a:gd name="connsiteY139-44172" fmla="*/ 6197044 h 10435941"/>
                  <a:gd name="connsiteX140-44173" fmla="*/ 1136072 w 10490654"/>
                  <a:gd name="connsiteY140-44174" fmla="*/ 6252462 h 10435941"/>
                  <a:gd name="connsiteX141-44175" fmla="*/ 706582 w 10490654"/>
                  <a:gd name="connsiteY141-44176" fmla="*/ 6210899 h 10435941"/>
                  <a:gd name="connsiteX142-44177" fmla="*/ 318654 w 10490654"/>
                  <a:gd name="connsiteY142-44178" fmla="*/ 6238608 h 10435941"/>
                  <a:gd name="connsiteX143-44179" fmla="*/ 96982 w 10490654"/>
                  <a:gd name="connsiteY143-44180" fmla="*/ 6391008 h 10435941"/>
                  <a:gd name="connsiteX144-44181" fmla="*/ 0 w 10490654"/>
                  <a:gd name="connsiteY144-44182" fmla="*/ 6294026 h 10435941"/>
                  <a:gd name="connsiteX145-44183" fmla="*/ 83127 w 10490654"/>
                  <a:gd name="connsiteY145-44184" fmla="*/ 6238608 h 10435941"/>
                  <a:gd name="connsiteX0-44185" fmla="*/ 83127 w 10490654"/>
                  <a:gd name="connsiteY0-44186" fmla="*/ 6238608 h 10435941"/>
                  <a:gd name="connsiteX1-44187" fmla="*/ 96982 w 10490654"/>
                  <a:gd name="connsiteY1-44188" fmla="*/ 5795262 h 10435941"/>
                  <a:gd name="connsiteX2-44189" fmla="*/ 401782 w 10490654"/>
                  <a:gd name="connsiteY2-44190" fmla="*/ 5532026 h 10435941"/>
                  <a:gd name="connsiteX3-44191" fmla="*/ 651163 w 10490654"/>
                  <a:gd name="connsiteY3-44192" fmla="*/ 5670572 h 10435941"/>
                  <a:gd name="connsiteX4-44193" fmla="*/ 858982 w 10490654"/>
                  <a:gd name="connsiteY4-44194" fmla="*/ 5504317 h 10435941"/>
                  <a:gd name="connsiteX5-44195" fmla="*/ 997527 w 10490654"/>
                  <a:gd name="connsiteY5-44196" fmla="*/ 5351917 h 10435941"/>
                  <a:gd name="connsiteX6-44197" fmla="*/ 1080654 w 10490654"/>
                  <a:gd name="connsiteY6-44198" fmla="*/ 5435044 h 10435941"/>
                  <a:gd name="connsiteX7-44199" fmla="*/ 1269312 w 10490654"/>
                  <a:gd name="connsiteY7-44200" fmla="*/ 5679710 h 10435941"/>
                  <a:gd name="connsiteX8-44201" fmla="*/ 1523116 w 10490654"/>
                  <a:gd name="connsiteY8-44202" fmla="*/ 5481030 h 10435941"/>
                  <a:gd name="connsiteX9-44203" fmla="*/ 1731818 w 10490654"/>
                  <a:gd name="connsiteY9-44204" fmla="*/ 5296499 h 10435941"/>
                  <a:gd name="connsiteX10-44205" fmla="*/ 2022763 w 10490654"/>
                  <a:gd name="connsiteY10-44206" fmla="*/ 5060972 h 10435941"/>
                  <a:gd name="connsiteX11-44207" fmla="*/ 2119745 w 10490654"/>
                  <a:gd name="connsiteY11-44208" fmla="*/ 4631481 h 10435941"/>
                  <a:gd name="connsiteX12-44209" fmla="*/ 2172511 w 10490654"/>
                  <a:gd name="connsiteY12-44210" fmla="*/ 4164848 h 10435941"/>
                  <a:gd name="connsiteX13-44211" fmla="*/ 2355272 w 10490654"/>
                  <a:gd name="connsiteY13-44212" fmla="*/ 3855626 h 10435941"/>
                  <a:gd name="connsiteX14-44213" fmla="*/ 2752497 w 10490654"/>
                  <a:gd name="connsiteY14-44214" fmla="*/ 3475092 h 10435941"/>
                  <a:gd name="connsiteX15-44215" fmla="*/ 2978727 w 10490654"/>
                  <a:gd name="connsiteY15-44216" fmla="*/ 3259881 h 10435941"/>
                  <a:gd name="connsiteX16-44217" fmla="*/ 3006436 w 10490654"/>
                  <a:gd name="connsiteY16-44218" fmla="*/ 2816535 h 10435941"/>
                  <a:gd name="connsiteX17-44219" fmla="*/ 3075709 w 10490654"/>
                  <a:gd name="connsiteY17-44220" fmla="*/ 2525590 h 10435941"/>
                  <a:gd name="connsiteX18-44221" fmla="*/ 3075709 w 10490654"/>
                  <a:gd name="connsiteY18-44222" fmla="*/ 2317772 h 10435941"/>
                  <a:gd name="connsiteX19-44223" fmla="*/ 3214254 w 10490654"/>
                  <a:gd name="connsiteY19-44224" fmla="*/ 1985262 h 10435941"/>
                  <a:gd name="connsiteX20-44225" fmla="*/ 3214254 w 10490654"/>
                  <a:gd name="connsiteY20-44226" fmla="*/ 1694317 h 10435941"/>
                  <a:gd name="connsiteX21-44227" fmla="*/ 3513454 w 10490654"/>
                  <a:gd name="connsiteY21-44228" fmla="*/ 1126281 h 10435941"/>
                  <a:gd name="connsiteX22-44229" fmla="*/ 3463636 w 10490654"/>
                  <a:gd name="connsiteY22-44230" fmla="*/ 752208 h 10435941"/>
                  <a:gd name="connsiteX23-44231" fmla="*/ 3491345 w 10490654"/>
                  <a:gd name="connsiteY23-44232" fmla="*/ 544390 h 10435941"/>
                  <a:gd name="connsiteX24-44233" fmla="*/ 3823854 w 10490654"/>
                  <a:gd name="connsiteY24-44234" fmla="*/ 184172 h 10435941"/>
                  <a:gd name="connsiteX25-44235" fmla="*/ 4017818 w 10490654"/>
                  <a:gd name="connsiteY25-44236" fmla="*/ 59481 h 10435941"/>
                  <a:gd name="connsiteX26-44237" fmla="*/ 4433454 w 10490654"/>
                  <a:gd name="connsiteY26-44238" fmla="*/ 295008 h 10435941"/>
                  <a:gd name="connsiteX27-44239" fmla="*/ 4599709 w 10490654"/>
                  <a:gd name="connsiteY27-44240" fmla="*/ 488972 h 10435941"/>
                  <a:gd name="connsiteX28-44241" fmla="*/ 5070763 w 10490654"/>
                  <a:gd name="connsiteY28-44242" fmla="*/ 544390 h 10435941"/>
                  <a:gd name="connsiteX29-44243" fmla="*/ 5391187 w 10490654"/>
                  <a:gd name="connsiteY29-44244" fmla="*/ 603639 h 10435941"/>
                  <a:gd name="connsiteX30-44245" fmla="*/ 5568642 w 10490654"/>
                  <a:gd name="connsiteY30-44246" fmla="*/ 588271 h 10435941"/>
                  <a:gd name="connsiteX31-44247" fmla="*/ 5860472 w 10490654"/>
                  <a:gd name="connsiteY31-44248" fmla="*/ 281153 h 10435941"/>
                  <a:gd name="connsiteX32-44249" fmla="*/ 6123709 w 10490654"/>
                  <a:gd name="connsiteY32-44250" fmla="*/ 322717 h 10435941"/>
                  <a:gd name="connsiteX33-44251" fmla="*/ 6541900 w 10490654"/>
                  <a:gd name="connsiteY33-44252" fmla="*/ 168233 h 10435941"/>
                  <a:gd name="connsiteX34-44253" fmla="*/ 6681722 w 10490654"/>
                  <a:gd name="connsiteY34-44254" fmla="*/ 107503 h 10435941"/>
                  <a:gd name="connsiteX35-44255" fmla="*/ 7011678 w 10490654"/>
                  <a:gd name="connsiteY35-44256" fmla="*/ 198026 h 10435941"/>
                  <a:gd name="connsiteX36-44257" fmla="*/ 7232072 w 10490654"/>
                  <a:gd name="connsiteY36-44258" fmla="*/ 17917 h 10435941"/>
                  <a:gd name="connsiteX37-44259" fmla="*/ 7379107 w 10490654"/>
                  <a:gd name="connsiteY37-44260" fmla="*/ 0 h 10435941"/>
                  <a:gd name="connsiteX38-44261" fmla="*/ 7600859 w 10490654"/>
                  <a:gd name="connsiteY38-44262" fmla="*/ 41248 h 10435941"/>
                  <a:gd name="connsiteX39-44263" fmla="*/ 7910945 w 10490654"/>
                  <a:gd name="connsiteY39-44264" fmla="*/ 128753 h 10435941"/>
                  <a:gd name="connsiteX40-44265" fmla="*/ 8312727 w 10490654"/>
                  <a:gd name="connsiteY40-44266" fmla="*/ 59481 h 10435941"/>
                  <a:gd name="connsiteX41-44267" fmla="*/ 8647005 w 10490654"/>
                  <a:gd name="connsiteY41-44268" fmla="*/ 396707 h 10435941"/>
                  <a:gd name="connsiteX42-44269" fmla="*/ 8908472 w 10490654"/>
                  <a:gd name="connsiteY42-44270" fmla="*/ 544390 h 10435941"/>
                  <a:gd name="connsiteX43-44271" fmla="*/ 9146732 w 10490654"/>
                  <a:gd name="connsiteY43-44272" fmla="*/ 420846 h 10435941"/>
                  <a:gd name="connsiteX44-44273" fmla="*/ 9372965 w 10490654"/>
                  <a:gd name="connsiteY44-44274" fmla="*/ 466363 h 10435941"/>
                  <a:gd name="connsiteX45-44275" fmla="*/ 9518072 w 10490654"/>
                  <a:gd name="connsiteY45-44276" fmla="*/ 367819 h 10435941"/>
                  <a:gd name="connsiteX46-44277" fmla="*/ 9646301 w 10490654"/>
                  <a:gd name="connsiteY46-44278" fmla="*/ 369587 h 10435941"/>
                  <a:gd name="connsiteX47-44279" fmla="*/ 10002982 w 10490654"/>
                  <a:gd name="connsiteY47-44280" fmla="*/ 793772 h 10435941"/>
                  <a:gd name="connsiteX48-44281" fmla="*/ 10238509 w 10490654"/>
                  <a:gd name="connsiteY48-44282" fmla="*/ 987735 h 10435941"/>
                  <a:gd name="connsiteX49-44283" fmla="*/ 10224654 w 10490654"/>
                  <a:gd name="connsiteY49-44284" fmla="*/ 1250972 h 10435941"/>
                  <a:gd name="connsiteX50-44285" fmla="*/ 10238509 w 10490654"/>
                  <a:gd name="connsiteY50-44286" fmla="*/ 1444935 h 10435941"/>
                  <a:gd name="connsiteX51-44287" fmla="*/ 10243066 w 10490654"/>
                  <a:gd name="connsiteY51-44288" fmla="*/ 1580249 h 10435941"/>
                  <a:gd name="connsiteX52-44289" fmla="*/ 10490654 w 10490654"/>
                  <a:gd name="connsiteY52-44290" fmla="*/ 1753897 h 10435941"/>
                  <a:gd name="connsiteX53-44291" fmla="*/ 10077929 w 10490654"/>
                  <a:gd name="connsiteY53-44292" fmla="*/ 2207269 h 10435941"/>
                  <a:gd name="connsiteX54-44293" fmla="*/ 9781309 w 10490654"/>
                  <a:gd name="connsiteY54-44294" fmla="*/ 2497881 h 10435941"/>
                  <a:gd name="connsiteX55-44295" fmla="*/ 9580055 w 10490654"/>
                  <a:gd name="connsiteY55-44296" fmla="*/ 3426134 h 10435941"/>
                  <a:gd name="connsiteX56-44297" fmla="*/ 9532477 w 10490654"/>
                  <a:gd name="connsiteY56-44298" fmla="*/ 3685207 h 10435941"/>
                  <a:gd name="connsiteX57-44299" fmla="*/ 9365672 w 10490654"/>
                  <a:gd name="connsiteY57-44300" fmla="*/ 3911044 h 10435941"/>
                  <a:gd name="connsiteX58-44301" fmla="*/ 9310254 w 10490654"/>
                  <a:gd name="connsiteY58-44302" fmla="*/ 4077299 h 10435941"/>
                  <a:gd name="connsiteX59-44303" fmla="*/ 9236422 w 10490654"/>
                  <a:gd name="connsiteY59-44304" fmla="*/ 4285117 h 10435941"/>
                  <a:gd name="connsiteX60-44305" fmla="*/ 9205255 w 10490654"/>
                  <a:gd name="connsiteY60-44306" fmla="*/ 4430122 h 10435941"/>
                  <a:gd name="connsiteX61-44307" fmla="*/ 9337963 w 10490654"/>
                  <a:gd name="connsiteY61-44308" fmla="*/ 4659190 h 10435941"/>
                  <a:gd name="connsiteX62-44309" fmla="*/ 9382180 w 10490654"/>
                  <a:gd name="connsiteY62-44310" fmla="*/ 4915057 h 10435941"/>
                  <a:gd name="connsiteX63-44311" fmla="*/ 9397939 w 10490654"/>
                  <a:gd name="connsiteY63-44312" fmla="*/ 5208060 h 10435941"/>
                  <a:gd name="connsiteX64-44313" fmla="*/ 9383359 w 10490654"/>
                  <a:gd name="connsiteY64-44314" fmla="*/ 5615153 h 10435941"/>
                  <a:gd name="connsiteX65-44315" fmla="*/ 9518623 w 10490654"/>
                  <a:gd name="connsiteY65-44316" fmla="*/ 5975373 h 10435941"/>
                  <a:gd name="connsiteX66-44317" fmla="*/ 9540496 w 10490654"/>
                  <a:gd name="connsiteY66-44318" fmla="*/ 6403714 h 10435941"/>
                  <a:gd name="connsiteX67-44319" fmla="*/ 9933709 w 10490654"/>
                  <a:gd name="connsiteY67-44320" fmla="*/ 6862062 h 10435941"/>
                  <a:gd name="connsiteX68-44321" fmla="*/ 10052074 w 10490654"/>
                  <a:gd name="connsiteY68-44322" fmla="*/ 7221396 h 10435941"/>
                  <a:gd name="connsiteX69-44323" fmla="*/ 10232908 w 10490654"/>
                  <a:gd name="connsiteY69-44324" fmla="*/ 7514995 h 10435941"/>
                  <a:gd name="connsiteX70-44325" fmla="*/ 9670472 w 10490654"/>
                  <a:gd name="connsiteY70-44326" fmla="*/ 7540935 h 10435941"/>
                  <a:gd name="connsiteX71-44327" fmla="*/ 9174087 w 10490654"/>
                  <a:gd name="connsiteY71-44328" fmla="*/ 7651772 h 10435941"/>
                  <a:gd name="connsiteX72-44329" fmla="*/ 9128871 w 10490654"/>
                  <a:gd name="connsiteY72-44330" fmla="*/ 7790317 h 10435941"/>
                  <a:gd name="connsiteX73-44331" fmla="*/ 9019309 w 10490654"/>
                  <a:gd name="connsiteY73-44332" fmla="*/ 7998135 h 10435941"/>
                  <a:gd name="connsiteX74-44333" fmla="*/ 8933823 w 10490654"/>
                  <a:gd name="connsiteY74-44334" fmla="*/ 8085908 h 10435941"/>
                  <a:gd name="connsiteX75-44335" fmla="*/ 9036787 w 10490654"/>
                  <a:gd name="connsiteY75-44336" fmla="*/ 8313437 h 10435941"/>
                  <a:gd name="connsiteX76-44337" fmla="*/ 9027559 w 10490654"/>
                  <a:gd name="connsiteY76-44338" fmla="*/ 8524608 h 10435941"/>
                  <a:gd name="connsiteX77-44339" fmla="*/ 8993669 w 10490654"/>
                  <a:gd name="connsiteY77-44340" fmla="*/ 8758113 h 10435941"/>
                  <a:gd name="connsiteX78-44341" fmla="*/ 8991600 w 10490654"/>
                  <a:gd name="connsiteY78-44342" fmla="*/ 8967953 h 10435941"/>
                  <a:gd name="connsiteX79-44343" fmla="*/ 8894618 w 10490654"/>
                  <a:gd name="connsiteY79-44344" fmla="*/ 9272753 h 10435941"/>
                  <a:gd name="connsiteX80-44345" fmla="*/ 8922328 w 10490654"/>
                  <a:gd name="connsiteY80-44346" fmla="*/ 9578490 h 10435941"/>
                  <a:gd name="connsiteX81-44347" fmla="*/ 9138715 w 10490654"/>
                  <a:gd name="connsiteY81-44348" fmla="*/ 9750056 h 10435941"/>
                  <a:gd name="connsiteX82-44349" fmla="*/ 9231789 w 10490654"/>
                  <a:gd name="connsiteY82-44350" fmla="*/ 9890275 h 10435941"/>
                  <a:gd name="connsiteX83-44351" fmla="*/ 9462870 w 10490654"/>
                  <a:gd name="connsiteY83-44352" fmla="*/ 9929452 h 10435941"/>
                  <a:gd name="connsiteX84-44353" fmla="*/ 9472032 w 10490654"/>
                  <a:gd name="connsiteY84-44354" fmla="*/ 9818955 h 10435941"/>
                  <a:gd name="connsiteX85-44355" fmla="*/ 9620746 w 10490654"/>
                  <a:gd name="connsiteY85-44356" fmla="*/ 9758904 h 10435941"/>
                  <a:gd name="connsiteX86-44357" fmla="*/ 9632264 w 10490654"/>
                  <a:gd name="connsiteY86-44358" fmla="*/ 10334695 h 10435941"/>
                  <a:gd name="connsiteX87-44359" fmla="*/ 9504664 w 10490654"/>
                  <a:gd name="connsiteY87-44360" fmla="*/ 10338313 h 10435941"/>
                  <a:gd name="connsiteX88-44361" fmla="*/ 9328580 w 10490654"/>
                  <a:gd name="connsiteY88-44362" fmla="*/ 10427202 h 10435941"/>
                  <a:gd name="connsiteX89-44363" fmla="*/ 9204220 w 10490654"/>
                  <a:gd name="connsiteY89-44364" fmla="*/ 10435941 h 10435941"/>
                  <a:gd name="connsiteX90-44365" fmla="*/ 9065234 w 10490654"/>
                  <a:gd name="connsiteY90-44366" fmla="*/ 10122103 h 10435941"/>
                  <a:gd name="connsiteX91-44367" fmla="*/ 8954319 w 10490654"/>
                  <a:gd name="connsiteY91-44368" fmla="*/ 10072174 h 10435941"/>
                  <a:gd name="connsiteX92-44369" fmla="*/ 8793275 w 10490654"/>
                  <a:gd name="connsiteY92-44370" fmla="*/ 9863725 h 10435941"/>
                  <a:gd name="connsiteX93-44371" fmla="*/ 8479422 w 10490654"/>
                  <a:gd name="connsiteY93-44372" fmla="*/ 9748287 h 10435941"/>
                  <a:gd name="connsiteX94-44373" fmla="*/ 8359423 w 10490654"/>
                  <a:gd name="connsiteY94-44374" fmla="*/ 9651431 h 10435941"/>
                  <a:gd name="connsiteX95-44375" fmla="*/ 8285018 w 10490654"/>
                  <a:gd name="connsiteY95-44376" fmla="*/ 9480572 h 10435941"/>
                  <a:gd name="connsiteX96-44377" fmla="*/ 8243564 w 10490654"/>
                  <a:gd name="connsiteY96-44378" fmla="*/ 9374254 h 10435941"/>
                  <a:gd name="connsiteX97-44379" fmla="*/ 8146472 w 10490654"/>
                  <a:gd name="connsiteY97-44380" fmla="*/ 9355881 h 10435941"/>
                  <a:gd name="connsiteX98-44381" fmla="*/ 8091054 w 10490654"/>
                  <a:gd name="connsiteY98-44382" fmla="*/ 9577553 h 10435941"/>
                  <a:gd name="connsiteX99-44383" fmla="*/ 7948364 w 10490654"/>
                  <a:gd name="connsiteY99-44384" fmla="*/ 9610939 h 10435941"/>
                  <a:gd name="connsiteX100-44385" fmla="*/ 7595184 w 10490654"/>
                  <a:gd name="connsiteY100-44386" fmla="*/ 9552340 h 10435941"/>
                  <a:gd name="connsiteX101-44387" fmla="*/ 7456879 w 10490654"/>
                  <a:gd name="connsiteY101-44388" fmla="*/ 9485198 h 10435941"/>
                  <a:gd name="connsiteX102-44389" fmla="*/ 7264584 w 10490654"/>
                  <a:gd name="connsiteY102-44390" fmla="*/ 9449904 h 10435941"/>
                  <a:gd name="connsiteX103-44391" fmla="*/ 7171401 w 10490654"/>
                  <a:gd name="connsiteY103-44392" fmla="*/ 9200180 h 10435941"/>
                  <a:gd name="connsiteX104-44393" fmla="*/ 6954982 w 10490654"/>
                  <a:gd name="connsiteY104-44394" fmla="*/ 9189626 h 10435941"/>
                  <a:gd name="connsiteX105-44395" fmla="*/ 6674084 w 10490654"/>
                  <a:gd name="connsiteY105-44396" fmla="*/ 9285034 h 10435941"/>
                  <a:gd name="connsiteX106-44397" fmla="*/ 6679359 w 10490654"/>
                  <a:gd name="connsiteY106-44398" fmla="*/ 9099745 h 10435941"/>
                  <a:gd name="connsiteX107-44399" fmla="*/ 6552868 w 10490654"/>
                  <a:gd name="connsiteY107-44400" fmla="*/ 9013951 h 10435941"/>
                  <a:gd name="connsiteX108-44401" fmla="*/ 6428509 w 10490654"/>
                  <a:gd name="connsiteY108-44402" fmla="*/ 8954099 h 10435941"/>
                  <a:gd name="connsiteX109-44403" fmla="*/ 6325922 w 10490654"/>
                  <a:gd name="connsiteY109-44404" fmla="*/ 9057307 h 10435941"/>
                  <a:gd name="connsiteX110-44405" fmla="*/ 6167763 w 10490654"/>
                  <a:gd name="connsiteY110-44406" fmla="*/ 8978227 h 10435941"/>
                  <a:gd name="connsiteX111-44407" fmla="*/ 6002132 w 10490654"/>
                  <a:gd name="connsiteY111-44408" fmla="*/ 9093734 h 10435941"/>
                  <a:gd name="connsiteX112-44409" fmla="*/ 5735890 w 10490654"/>
                  <a:gd name="connsiteY112-44410" fmla="*/ 9101726 h 10435941"/>
                  <a:gd name="connsiteX113-44411" fmla="*/ 5674760 w 10490654"/>
                  <a:gd name="connsiteY113-44412" fmla="*/ 9081904 h 10435941"/>
                  <a:gd name="connsiteX114-44413" fmla="*/ 5507415 w 10490654"/>
                  <a:gd name="connsiteY114-44414" fmla="*/ 9128137 h 10435941"/>
                  <a:gd name="connsiteX115-44415" fmla="*/ 5505859 w 10490654"/>
                  <a:gd name="connsiteY115-44416" fmla="*/ 8870972 h 10435941"/>
                  <a:gd name="connsiteX116-44417" fmla="*/ 5505857 w 10490654"/>
                  <a:gd name="connsiteY116-44418" fmla="*/ 8634977 h 10435941"/>
                  <a:gd name="connsiteX117-44419" fmla="*/ 5336024 w 10490654"/>
                  <a:gd name="connsiteY117-44420" fmla="*/ 8333292 h 10435941"/>
                  <a:gd name="connsiteX118-44421" fmla="*/ 5230324 w 10490654"/>
                  <a:gd name="connsiteY118-44422" fmla="*/ 8082820 h 10435941"/>
                  <a:gd name="connsiteX119-44423" fmla="*/ 5317031 w 10490654"/>
                  <a:gd name="connsiteY119-44424" fmla="*/ 7610208 h 10435941"/>
                  <a:gd name="connsiteX120-44425" fmla="*/ 5201059 w 10490654"/>
                  <a:gd name="connsiteY120-44426" fmla="*/ 7320352 h 10435941"/>
                  <a:gd name="connsiteX121-44427" fmla="*/ 5250872 w 10490654"/>
                  <a:gd name="connsiteY121-44428" fmla="*/ 7069881 h 10435941"/>
                  <a:gd name="connsiteX122-44429" fmla="*/ 5254899 w 10490654"/>
                  <a:gd name="connsiteY122-44430" fmla="*/ 6935795 h 10435941"/>
                  <a:gd name="connsiteX123-44431" fmla="*/ 4577603 w 10490654"/>
                  <a:gd name="connsiteY123-44432" fmla="*/ 7013996 h 10435941"/>
                  <a:gd name="connsiteX124-44433" fmla="*/ 4560483 w 10490654"/>
                  <a:gd name="connsiteY124-44434" fmla="*/ 6840580 h 10435941"/>
                  <a:gd name="connsiteX125-44435" fmla="*/ 4496504 w 10490654"/>
                  <a:gd name="connsiteY125-44436" fmla="*/ 6706626 h 10435941"/>
                  <a:gd name="connsiteX126-44437" fmla="*/ 4326990 w 10490654"/>
                  <a:gd name="connsiteY126-44438" fmla="*/ 6826329 h 10435941"/>
                  <a:gd name="connsiteX127-44439" fmla="*/ 4038834 w 10490654"/>
                  <a:gd name="connsiteY127-44440" fmla="*/ 6816452 h 10435941"/>
                  <a:gd name="connsiteX128-44441" fmla="*/ 3976254 w 10490654"/>
                  <a:gd name="connsiteY128-44442" fmla="*/ 7069881 h 10435941"/>
                  <a:gd name="connsiteX129-44443" fmla="*/ 3932667 w 10490654"/>
                  <a:gd name="connsiteY129-44444" fmla="*/ 7281279 h 10435941"/>
                  <a:gd name="connsiteX130-44445" fmla="*/ 3884155 w 10490654"/>
                  <a:gd name="connsiteY130-44446" fmla="*/ 7403480 h 10435941"/>
                  <a:gd name="connsiteX131-44447" fmla="*/ 3572499 w 10490654"/>
                  <a:gd name="connsiteY131-44448" fmla="*/ 7365450 h 10435941"/>
                  <a:gd name="connsiteX132-44449" fmla="*/ 3311236 w 10490654"/>
                  <a:gd name="connsiteY132-44450" fmla="*/ 7402390 h 10435941"/>
                  <a:gd name="connsiteX133-44451" fmla="*/ 2921540 w 10490654"/>
                  <a:gd name="connsiteY133-44452" fmla="*/ 7414475 h 10435941"/>
                  <a:gd name="connsiteX134-44453" fmla="*/ 2748111 w 10490654"/>
                  <a:gd name="connsiteY134-44454" fmla="*/ 7166777 h 10435941"/>
                  <a:gd name="connsiteX135-44455" fmla="*/ 2586329 w 10490654"/>
                  <a:gd name="connsiteY135-44456" fmla="*/ 6908102 h 10435941"/>
                  <a:gd name="connsiteX136-44457" fmla="*/ 2406108 w 10490654"/>
                  <a:gd name="connsiteY136-44458" fmla="*/ 6257406 h 10435941"/>
                  <a:gd name="connsiteX137-44459" fmla="*/ 2327563 w 10490654"/>
                  <a:gd name="connsiteY137-44460" fmla="*/ 6224753 h 10435941"/>
                  <a:gd name="connsiteX138-44461" fmla="*/ 1662545 w 10490654"/>
                  <a:gd name="connsiteY138-44462" fmla="*/ 6197044 h 10435941"/>
                  <a:gd name="connsiteX139-44463" fmla="*/ 1233054 w 10490654"/>
                  <a:gd name="connsiteY139-44464" fmla="*/ 6197044 h 10435941"/>
                  <a:gd name="connsiteX140-44465" fmla="*/ 1136072 w 10490654"/>
                  <a:gd name="connsiteY140-44466" fmla="*/ 6252462 h 10435941"/>
                  <a:gd name="connsiteX141-44467" fmla="*/ 706582 w 10490654"/>
                  <a:gd name="connsiteY141-44468" fmla="*/ 6210899 h 10435941"/>
                  <a:gd name="connsiteX142-44469" fmla="*/ 318654 w 10490654"/>
                  <a:gd name="connsiteY142-44470" fmla="*/ 6238608 h 10435941"/>
                  <a:gd name="connsiteX143-44471" fmla="*/ 96982 w 10490654"/>
                  <a:gd name="connsiteY143-44472" fmla="*/ 6391008 h 10435941"/>
                  <a:gd name="connsiteX144-44473" fmla="*/ 0 w 10490654"/>
                  <a:gd name="connsiteY144-44474" fmla="*/ 6294026 h 10435941"/>
                  <a:gd name="connsiteX145-44475" fmla="*/ 83127 w 10490654"/>
                  <a:gd name="connsiteY145-44476" fmla="*/ 6238608 h 10435941"/>
                  <a:gd name="connsiteX0-44477" fmla="*/ 83127 w 10490654"/>
                  <a:gd name="connsiteY0-44478" fmla="*/ 6238608 h 10435941"/>
                  <a:gd name="connsiteX1-44479" fmla="*/ 96982 w 10490654"/>
                  <a:gd name="connsiteY1-44480" fmla="*/ 5795262 h 10435941"/>
                  <a:gd name="connsiteX2-44481" fmla="*/ 401782 w 10490654"/>
                  <a:gd name="connsiteY2-44482" fmla="*/ 5532026 h 10435941"/>
                  <a:gd name="connsiteX3-44483" fmla="*/ 651163 w 10490654"/>
                  <a:gd name="connsiteY3-44484" fmla="*/ 5670572 h 10435941"/>
                  <a:gd name="connsiteX4-44485" fmla="*/ 858982 w 10490654"/>
                  <a:gd name="connsiteY4-44486" fmla="*/ 5504317 h 10435941"/>
                  <a:gd name="connsiteX5-44487" fmla="*/ 997527 w 10490654"/>
                  <a:gd name="connsiteY5-44488" fmla="*/ 5351917 h 10435941"/>
                  <a:gd name="connsiteX6-44489" fmla="*/ 1080654 w 10490654"/>
                  <a:gd name="connsiteY6-44490" fmla="*/ 5435044 h 10435941"/>
                  <a:gd name="connsiteX7-44491" fmla="*/ 1269312 w 10490654"/>
                  <a:gd name="connsiteY7-44492" fmla="*/ 5679710 h 10435941"/>
                  <a:gd name="connsiteX8-44493" fmla="*/ 1523116 w 10490654"/>
                  <a:gd name="connsiteY8-44494" fmla="*/ 5481030 h 10435941"/>
                  <a:gd name="connsiteX9-44495" fmla="*/ 1731818 w 10490654"/>
                  <a:gd name="connsiteY9-44496" fmla="*/ 5296499 h 10435941"/>
                  <a:gd name="connsiteX10-44497" fmla="*/ 2022763 w 10490654"/>
                  <a:gd name="connsiteY10-44498" fmla="*/ 5060972 h 10435941"/>
                  <a:gd name="connsiteX11-44499" fmla="*/ 2119745 w 10490654"/>
                  <a:gd name="connsiteY11-44500" fmla="*/ 4631481 h 10435941"/>
                  <a:gd name="connsiteX12-44501" fmla="*/ 2172511 w 10490654"/>
                  <a:gd name="connsiteY12-44502" fmla="*/ 4164848 h 10435941"/>
                  <a:gd name="connsiteX13-44503" fmla="*/ 2355272 w 10490654"/>
                  <a:gd name="connsiteY13-44504" fmla="*/ 3855626 h 10435941"/>
                  <a:gd name="connsiteX14-44505" fmla="*/ 2752497 w 10490654"/>
                  <a:gd name="connsiteY14-44506" fmla="*/ 3475092 h 10435941"/>
                  <a:gd name="connsiteX15-44507" fmla="*/ 2978727 w 10490654"/>
                  <a:gd name="connsiteY15-44508" fmla="*/ 3259881 h 10435941"/>
                  <a:gd name="connsiteX16-44509" fmla="*/ 3006436 w 10490654"/>
                  <a:gd name="connsiteY16-44510" fmla="*/ 2816535 h 10435941"/>
                  <a:gd name="connsiteX17-44511" fmla="*/ 3075709 w 10490654"/>
                  <a:gd name="connsiteY17-44512" fmla="*/ 2525590 h 10435941"/>
                  <a:gd name="connsiteX18-44513" fmla="*/ 3075709 w 10490654"/>
                  <a:gd name="connsiteY18-44514" fmla="*/ 2317772 h 10435941"/>
                  <a:gd name="connsiteX19-44515" fmla="*/ 3214254 w 10490654"/>
                  <a:gd name="connsiteY19-44516" fmla="*/ 1985262 h 10435941"/>
                  <a:gd name="connsiteX20-44517" fmla="*/ 3214254 w 10490654"/>
                  <a:gd name="connsiteY20-44518" fmla="*/ 1694317 h 10435941"/>
                  <a:gd name="connsiteX21-44519" fmla="*/ 3513454 w 10490654"/>
                  <a:gd name="connsiteY21-44520" fmla="*/ 1126281 h 10435941"/>
                  <a:gd name="connsiteX22-44521" fmla="*/ 3463636 w 10490654"/>
                  <a:gd name="connsiteY22-44522" fmla="*/ 752208 h 10435941"/>
                  <a:gd name="connsiteX23-44523" fmla="*/ 3491345 w 10490654"/>
                  <a:gd name="connsiteY23-44524" fmla="*/ 544390 h 10435941"/>
                  <a:gd name="connsiteX24-44525" fmla="*/ 3823854 w 10490654"/>
                  <a:gd name="connsiteY24-44526" fmla="*/ 184172 h 10435941"/>
                  <a:gd name="connsiteX25-44527" fmla="*/ 4017818 w 10490654"/>
                  <a:gd name="connsiteY25-44528" fmla="*/ 59481 h 10435941"/>
                  <a:gd name="connsiteX26-44529" fmla="*/ 4433454 w 10490654"/>
                  <a:gd name="connsiteY26-44530" fmla="*/ 295008 h 10435941"/>
                  <a:gd name="connsiteX27-44531" fmla="*/ 4599709 w 10490654"/>
                  <a:gd name="connsiteY27-44532" fmla="*/ 488972 h 10435941"/>
                  <a:gd name="connsiteX28-44533" fmla="*/ 5070763 w 10490654"/>
                  <a:gd name="connsiteY28-44534" fmla="*/ 544390 h 10435941"/>
                  <a:gd name="connsiteX29-44535" fmla="*/ 5391187 w 10490654"/>
                  <a:gd name="connsiteY29-44536" fmla="*/ 603639 h 10435941"/>
                  <a:gd name="connsiteX30-44537" fmla="*/ 5568642 w 10490654"/>
                  <a:gd name="connsiteY30-44538" fmla="*/ 588271 h 10435941"/>
                  <a:gd name="connsiteX31-44539" fmla="*/ 5860472 w 10490654"/>
                  <a:gd name="connsiteY31-44540" fmla="*/ 281153 h 10435941"/>
                  <a:gd name="connsiteX32-44541" fmla="*/ 6123709 w 10490654"/>
                  <a:gd name="connsiteY32-44542" fmla="*/ 322717 h 10435941"/>
                  <a:gd name="connsiteX33-44543" fmla="*/ 6541900 w 10490654"/>
                  <a:gd name="connsiteY33-44544" fmla="*/ 168233 h 10435941"/>
                  <a:gd name="connsiteX34-44545" fmla="*/ 6681722 w 10490654"/>
                  <a:gd name="connsiteY34-44546" fmla="*/ 107503 h 10435941"/>
                  <a:gd name="connsiteX35-44547" fmla="*/ 7011678 w 10490654"/>
                  <a:gd name="connsiteY35-44548" fmla="*/ 198026 h 10435941"/>
                  <a:gd name="connsiteX36-44549" fmla="*/ 7232072 w 10490654"/>
                  <a:gd name="connsiteY36-44550" fmla="*/ 17917 h 10435941"/>
                  <a:gd name="connsiteX37-44551" fmla="*/ 7379107 w 10490654"/>
                  <a:gd name="connsiteY37-44552" fmla="*/ 0 h 10435941"/>
                  <a:gd name="connsiteX38-44553" fmla="*/ 7600859 w 10490654"/>
                  <a:gd name="connsiteY38-44554" fmla="*/ 41248 h 10435941"/>
                  <a:gd name="connsiteX39-44555" fmla="*/ 7910945 w 10490654"/>
                  <a:gd name="connsiteY39-44556" fmla="*/ 128753 h 10435941"/>
                  <a:gd name="connsiteX40-44557" fmla="*/ 8312727 w 10490654"/>
                  <a:gd name="connsiteY40-44558" fmla="*/ 59481 h 10435941"/>
                  <a:gd name="connsiteX41-44559" fmla="*/ 8647005 w 10490654"/>
                  <a:gd name="connsiteY41-44560" fmla="*/ 396707 h 10435941"/>
                  <a:gd name="connsiteX42-44561" fmla="*/ 8908472 w 10490654"/>
                  <a:gd name="connsiteY42-44562" fmla="*/ 544390 h 10435941"/>
                  <a:gd name="connsiteX43-44563" fmla="*/ 9146732 w 10490654"/>
                  <a:gd name="connsiteY43-44564" fmla="*/ 420846 h 10435941"/>
                  <a:gd name="connsiteX44-44565" fmla="*/ 9372965 w 10490654"/>
                  <a:gd name="connsiteY44-44566" fmla="*/ 466363 h 10435941"/>
                  <a:gd name="connsiteX45-44567" fmla="*/ 9518072 w 10490654"/>
                  <a:gd name="connsiteY45-44568" fmla="*/ 367819 h 10435941"/>
                  <a:gd name="connsiteX46-44569" fmla="*/ 9646301 w 10490654"/>
                  <a:gd name="connsiteY46-44570" fmla="*/ 369587 h 10435941"/>
                  <a:gd name="connsiteX47-44571" fmla="*/ 10002982 w 10490654"/>
                  <a:gd name="connsiteY47-44572" fmla="*/ 793772 h 10435941"/>
                  <a:gd name="connsiteX48-44573" fmla="*/ 10238509 w 10490654"/>
                  <a:gd name="connsiteY48-44574" fmla="*/ 987735 h 10435941"/>
                  <a:gd name="connsiteX49-44575" fmla="*/ 10224654 w 10490654"/>
                  <a:gd name="connsiteY49-44576" fmla="*/ 1250972 h 10435941"/>
                  <a:gd name="connsiteX50-44577" fmla="*/ 10238509 w 10490654"/>
                  <a:gd name="connsiteY50-44578" fmla="*/ 1444935 h 10435941"/>
                  <a:gd name="connsiteX51-44579" fmla="*/ 10243066 w 10490654"/>
                  <a:gd name="connsiteY51-44580" fmla="*/ 1580249 h 10435941"/>
                  <a:gd name="connsiteX52-44581" fmla="*/ 10490654 w 10490654"/>
                  <a:gd name="connsiteY52-44582" fmla="*/ 1753897 h 10435941"/>
                  <a:gd name="connsiteX53-44583" fmla="*/ 10077929 w 10490654"/>
                  <a:gd name="connsiteY53-44584" fmla="*/ 2207269 h 10435941"/>
                  <a:gd name="connsiteX54-44585" fmla="*/ 9781309 w 10490654"/>
                  <a:gd name="connsiteY54-44586" fmla="*/ 2497881 h 10435941"/>
                  <a:gd name="connsiteX55-44587" fmla="*/ 9580055 w 10490654"/>
                  <a:gd name="connsiteY55-44588" fmla="*/ 3426134 h 10435941"/>
                  <a:gd name="connsiteX56-44589" fmla="*/ 9532477 w 10490654"/>
                  <a:gd name="connsiteY56-44590" fmla="*/ 3685207 h 10435941"/>
                  <a:gd name="connsiteX57-44591" fmla="*/ 9365672 w 10490654"/>
                  <a:gd name="connsiteY57-44592" fmla="*/ 3911044 h 10435941"/>
                  <a:gd name="connsiteX58-44593" fmla="*/ 9310254 w 10490654"/>
                  <a:gd name="connsiteY58-44594" fmla="*/ 4077299 h 10435941"/>
                  <a:gd name="connsiteX59-44595" fmla="*/ 9236422 w 10490654"/>
                  <a:gd name="connsiteY59-44596" fmla="*/ 4285117 h 10435941"/>
                  <a:gd name="connsiteX60-44597" fmla="*/ 9205255 w 10490654"/>
                  <a:gd name="connsiteY60-44598" fmla="*/ 4430122 h 10435941"/>
                  <a:gd name="connsiteX61-44599" fmla="*/ 9337963 w 10490654"/>
                  <a:gd name="connsiteY61-44600" fmla="*/ 4659190 h 10435941"/>
                  <a:gd name="connsiteX62-44601" fmla="*/ 9382180 w 10490654"/>
                  <a:gd name="connsiteY62-44602" fmla="*/ 4915057 h 10435941"/>
                  <a:gd name="connsiteX63-44603" fmla="*/ 9397939 w 10490654"/>
                  <a:gd name="connsiteY63-44604" fmla="*/ 5208060 h 10435941"/>
                  <a:gd name="connsiteX64-44605" fmla="*/ 9383359 w 10490654"/>
                  <a:gd name="connsiteY64-44606" fmla="*/ 5615153 h 10435941"/>
                  <a:gd name="connsiteX65-44607" fmla="*/ 9518623 w 10490654"/>
                  <a:gd name="connsiteY65-44608" fmla="*/ 5975373 h 10435941"/>
                  <a:gd name="connsiteX66-44609" fmla="*/ 9540496 w 10490654"/>
                  <a:gd name="connsiteY66-44610" fmla="*/ 6403714 h 10435941"/>
                  <a:gd name="connsiteX67-44611" fmla="*/ 9933709 w 10490654"/>
                  <a:gd name="connsiteY67-44612" fmla="*/ 6862062 h 10435941"/>
                  <a:gd name="connsiteX68-44613" fmla="*/ 10052074 w 10490654"/>
                  <a:gd name="connsiteY68-44614" fmla="*/ 7221396 h 10435941"/>
                  <a:gd name="connsiteX69-44615" fmla="*/ 10232908 w 10490654"/>
                  <a:gd name="connsiteY69-44616" fmla="*/ 7514995 h 10435941"/>
                  <a:gd name="connsiteX70-44617" fmla="*/ 9670472 w 10490654"/>
                  <a:gd name="connsiteY70-44618" fmla="*/ 7540935 h 10435941"/>
                  <a:gd name="connsiteX71-44619" fmla="*/ 9174087 w 10490654"/>
                  <a:gd name="connsiteY71-44620" fmla="*/ 7651772 h 10435941"/>
                  <a:gd name="connsiteX72-44621" fmla="*/ 9128871 w 10490654"/>
                  <a:gd name="connsiteY72-44622" fmla="*/ 7790317 h 10435941"/>
                  <a:gd name="connsiteX73-44623" fmla="*/ 9019309 w 10490654"/>
                  <a:gd name="connsiteY73-44624" fmla="*/ 7998135 h 10435941"/>
                  <a:gd name="connsiteX74-44625" fmla="*/ 8933823 w 10490654"/>
                  <a:gd name="connsiteY74-44626" fmla="*/ 8085908 h 10435941"/>
                  <a:gd name="connsiteX75-44627" fmla="*/ 9036787 w 10490654"/>
                  <a:gd name="connsiteY75-44628" fmla="*/ 8313437 h 10435941"/>
                  <a:gd name="connsiteX76-44629" fmla="*/ 9027559 w 10490654"/>
                  <a:gd name="connsiteY76-44630" fmla="*/ 8524608 h 10435941"/>
                  <a:gd name="connsiteX77-44631" fmla="*/ 8993669 w 10490654"/>
                  <a:gd name="connsiteY77-44632" fmla="*/ 8758113 h 10435941"/>
                  <a:gd name="connsiteX78-44633" fmla="*/ 8991600 w 10490654"/>
                  <a:gd name="connsiteY78-44634" fmla="*/ 8967953 h 10435941"/>
                  <a:gd name="connsiteX79-44635" fmla="*/ 8894618 w 10490654"/>
                  <a:gd name="connsiteY79-44636" fmla="*/ 9272753 h 10435941"/>
                  <a:gd name="connsiteX80-44637" fmla="*/ 8922328 w 10490654"/>
                  <a:gd name="connsiteY80-44638" fmla="*/ 9578490 h 10435941"/>
                  <a:gd name="connsiteX81-44639" fmla="*/ 9138715 w 10490654"/>
                  <a:gd name="connsiteY81-44640" fmla="*/ 9750056 h 10435941"/>
                  <a:gd name="connsiteX82-44641" fmla="*/ 9231789 w 10490654"/>
                  <a:gd name="connsiteY82-44642" fmla="*/ 9890275 h 10435941"/>
                  <a:gd name="connsiteX83-44643" fmla="*/ 9462870 w 10490654"/>
                  <a:gd name="connsiteY83-44644" fmla="*/ 9929452 h 10435941"/>
                  <a:gd name="connsiteX84-44645" fmla="*/ 9472032 w 10490654"/>
                  <a:gd name="connsiteY84-44646" fmla="*/ 9818955 h 10435941"/>
                  <a:gd name="connsiteX85-44647" fmla="*/ 9620746 w 10490654"/>
                  <a:gd name="connsiteY85-44648" fmla="*/ 9758904 h 10435941"/>
                  <a:gd name="connsiteX86-44649" fmla="*/ 9632264 w 10490654"/>
                  <a:gd name="connsiteY86-44650" fmla="*/ 10334695 h 10435941"/>
                  <a:gd name="connsiteX87-44651" fmla="*/ 9504664 w 10490654"/>
                  <a:gd name="connsiteY87-44652" fmla="*/ 10338313 h 10435941"/>
                  <a:gd name="connsiteX88-44653" fmla="*/ 9328580 w 10490654"/>
                  <a:gd name="connsiteY88-44654" fmla="*/ 10427202 h 10435941"/>
                  <a:gd name="connsiteX89-44655" fmla="*/ 9204220 w 10490654"/>
                  <a:gd name="connsiteY89-44656" fmla="*/ 10435941 h 10435941"/>
                  <a:gd name="connsiteX90-44657" fmla="*/ 9065234 w 10490654"/>
                  <a:gd name="connsiteY90-44658" fmla="*/ 10122103 h 10435941"/>
                  <a:gd name="connsiteX91-44659" fmla="*/ 8954319 w 10490654"/>
                  <a:gd name="connsiteY91-44660" fmla="*/ 10072174 h 10435941"/>
                  <a:gd name="connsiteX92-44661" fmla="*/ 8793275 w 10490654"/>
                  <a:gd name="connsiteY92-44662" fmla="*/ 9863725 h 10435941"/>
                  <a:gd name="connsiteX93-44663" fmla="*/ 8479422 w 10490654"/>
                  <a:gd name="connsiteY93-44664" fmla="*/ 9748287 h 10435941"/>
                  <a:gd name="connsiteX94-44665" fmla="*/ 8359423 w 10490654"/>
                  <a:gd name="connsiteY94-44666" fmla="*/ 9651431 h 10435941"/>
                  <a:gd name="connsiteX95-44667" fmla="*/ 8285018 w 10490654"/>
                  <a:gd name="connsiteY95-44668" fmla="*/ 9480572 h 10435941"/>
                  <a:gd name="connsiteX96-44669" fmla="*/ 8243564 w 10490654"/>
                  <a:gd name="connsiteY96-44670" fmla="*/ 9374254 h 10435941"/>
                  <a:gd name="connsiteX97-44671" fmla="*/ 8146472 w 10490654"/>
                  <a:gd name="connsiteY97-44672" fmla="*/ 9355881 h 10435941"/>
                  <a:gd name="connsiteX98-44673" fmla="*/ 8091054 w 10490654"/>
                  <a:gd name="connsiteY98-44674" fmla="*/ 9577553 h 10435941"/>
                  <a:gd name="connsiteX99-44675" fmla="*/ 7948364 w 10490654"/>
                  <a:gd name="connsiteY99-44676" fmla="*/ 9610939 h 10435941"/>
                  <a:gd name="connsiteX100-44677" fmla="*/ 7595184 w 10490654"/>
                  <a:gd name="connsiteY100-44678" fmla="*/ 9552340 h 10435941"/>
                  <a:gd name="connsiteX101-44679" fmla="*/ 7456879 w 10490654"/>
                  <a:gd name="connsiteY101-44680" fmla="*/ 9485198 h 10435941"/>
                  <a:gd name="connsiteX102-44681" fmla="*/ 7264584 w 10490654"/>
                  <a:gd name="connsiteY102-44682" fmla="*/ 9449904 h 10435941"/>
                  <a:gd name="connsiteX103-44683" fmla="*/ 7171401 w 10490654"/>
                  <a:gd name="connsiteY103-44684" fmla="*/ 9200180 h 10435941"/>
                  <a:gd name="connsiteX104-44685" fmla="*/ 6954982 w 10490654"/>
                  <a:gd name="connsiteY104-44686" fmla="*/ 9189626 h 10435941"/>
                  <a:gd name="connsiteX105-44687" fmla="*/ 6674084 w 10490654"/>
                  <a:gd name="connsiteY105-44688" fmla="*/ 9285034 h 10435941"/>
                  <a:gd name="connsiteX106-44689" fmla="*/ 6679359 w 10490654"/>
                  <a:gd name="connsiteY106-44690" fmla="*/ 9099745 h 10435941"/>
                  <a:gd name="connsiteX107-44691" fmla="*/ 6552868 w 10490654"/>
                  <a:gd name="connsiteY107-44692" fmla="*/ 9013951 h 10435941"/>
                  <a:gd name="connsiteX108-44693" fmla="*/ 6428509 w 10490654"/>
                  <a:gd name="connsiteY108-44694" fmla="*/ 8954099 h 10435941"/>
                  <a:gd name="connsiteX109-44695" fmla="*/ 6325922 w 10490654"/>
                  <a:gd name="connsiteY109-44696" fmla="*/ 9057307 h 10435941"/>
                  <a:gd name="connsiteX110-44697" fmla="*/ 6167763 w 10490654"/>
                  <a:gd name="connsiteY110-44698" fmla="*/ 8978227 h 10435941"/>
                  <a:gd name="connsiteX111-44699" fmla="*/ 6002132 w 10490654"/>
                  <a:gd name="connsiteY111-44700" fmla="*/ 9093734 h 10435941"/>
                  <a:gd name="connsiteX112-44701" fmla="*/ 5735890 w 10490654"/>
                  <a:gd name="connsiteY112-44702" fmla="*/ 9101726 h 10435941"/>
                  <a:gd name="connsiteX113-44703" fmla="*/ 5674760 w 10490654"/>
                  <a:gd name="connsiteY113-44704" fmla="*/ 9081904 h 10435941"/>
                  <a:gd name="connsiteX114-44705" fmla="*/ 5507415 w 10490654"/>
                  <a:gd name="connsiteY114-44706" fmla="*/ 9128137 h 10435941"/>
                  <a:gd name="connsiteX115-44707" fmla="*/ 5505859 w 10490654"/>
                  <a:gd name="connsiteY115-44708" fmla="*/ 8870972 h 10435941"/>
                  <a:gd name="connsiteX116-44709" fmla="*/ 5505857 w 10490654"/>
                  <a:gd name="connsiteY116-44710" fmla="*/ 8634977 h 10435941"/>
                  <a:gd name="connsiteX117-44711" fmla="*/ 5336024 w 10490654"/>
                  <a:gd name="connsiteY117-44712" fmla="*/ 8333292 h 10435941"/>
                  <a:gd name="connsiteX118-44713" fmla="*/ 5230324 w 10490654"/>
                  <a:gd name="connsiteY118-44714" fmla="*/ 8082820 h 10435941"/>
                  <a:gd name="connsiteX119-44715" fmla="*/ 5317031 w 10490654"/>
                  <a:gd name="connsiteY119-44716" fmla="*/ 7610208 h 10435941"/>
                  <a:gd name="connsiteX120-44717" fmla="*/ 5201059 w 10490654"/>
                  <a:gd name="connsiteY120-44718" fmla="*/ 7320352 h 10435941"/>
                  <a:gd name="connsiteX121-44719" fmla="*/ 5250872 w 10490654"/>
                  <a:gd name="connsiteY121-44720" fmla="*/ 7069881 h 10435941"/>
                  <a:gd name="connsiteX122-44721" fmla="*/ 5254899 w 10490654"/>
                  <a:gd name="connsiteY122-44722" fmla="*/ 6935795 h 10435941"/>
                  <a:gd name="connsiteX123-44723" fmla="*/ 4577603 w 10490654"/>
                  <a:gd name="connsiteY123-44724" fmla="*/ 7013996 h 10435941"/>
                  <a:gd name="connsiteX124-44725" fmla="*/ 4560483 w 10490654"/>
                  <a:gd name="connsiteY124-44726" fmla="*/ 6840580 h 10435941"/>
                  <a:gd name="connsiteX125-44727" fmla="*/ 4496504 w 10490654"/>
                  <a:gd name="connsiteY125-44728" fmla="*/ 6706626 h 10435941"/>
                  <a:gd name="connsiteX126-44729" fmla="*/ 4326990 w 10490654"/>
                  <a:gd name="connsiteY126-44730" fmla="*/ 6826329 h 10435941"/>
                  <a:gd name="connsiteX127-44731" fmla="*/ 4038834 w 10490654"/>
                  <a:gd name="connsiteY127-44732" fmla="*/ 6816452 h 10435941"/>
                  <a:gd name="connsiteX128-44733" fmla="*/ 3976254 w 10490654"/>
                  <a:gd name="connsiteY128-44734" fmla="*/ 7069881 h 10435941"/>
                  <a:gd name="connsiteX129-44735" fmla="*/ 3932667 w 10490654"/>
                  <a:gd name="connsiteY129-44736" fmla="*/ 7281279 h 10435941"/>
                  <a:gd name="connsiteX130-44737" fmla="*/ 3884155 w 10490654"/>
                  <a:gd name="connsiteY130-44738" fmla="*/ 7403480 h 10435941"/>
                  <a:gd name="connsiteX131-44739" fmla="*/ 3572499 w 10490654"/>
                  <a:gd name="connsiteY131-44740" fmla="*/ 7365450 h 10435941"/>
                  <a:gd name="connsiteX132-44741" fmla="*/ 3311236 w 10490654"/>
                  <a:gd name="connsiteY132-44742" fmla="*/ 7402390 h 10435941"/>
                  <a:gd name="connsiteX133-44743" fmla="*/ 2921540 w 10490654"/>
                  <a:gd name="connsiteY133-44744" fmla="*/ 7414475 h 10435941"/>
                  <a:gd name="connsiteX134-44745" fmla="*/ 2748111 w 10490654"/>
                  <a:gd name="connsiteY134-44746" fmla="*/ 7166777 h 10435941"/>
                  <a:gd name="connsiteX135-44747" fmla="*/ 2586329 w 10490654"/>
                  <a:gd name="connsiteY135-44748" fmla="*/ 6908102 h 10435941"/>
                  <a:gd name="connsiteX136-44749" fmla="*/ 2406108 w 10490654"/>
                  <a:gd name="connsiteY136-44750" fmla="*/ 6257406 h 10435941"/>
                  <a:gd name="connsiteX137-44751" fmla="*/ 2327563 w 10490654"/>
                  <a:gd name="connsiteY137-44752" fmla="*/ 6224753 h 10435941"/>
                  <a:gd name="connsiteX138-44753" fmla="*/ 1662545 w 10490654"/>
                  <a:gd name="connsiteY138-44754" fmla="*/ 6197044 h 10435941"/>
                  <a:gd name="connsiteX139-44755" fmla="*/ 1233054 w 10490654"/>
                  <a:gd name="connsiteY139-44756" fmla="*/ 6197044 h 10435941"/>
                  <a:gd name="connsiteX140-44757" fmla="*/ 1136072 w 10490654"/>
                  <a:gd name="connsiteY140-44758" fmla="*/ 6252462 h 10435941"/>
                  <a:gd name="connsiteX141-44759" fmla="*/ 706582 w 10490654"/>
                  <a:gd name="connsiteY141-44760" fmla="*/ 6210899 h 10435941"/>
                  <a:gd name="connsiteX142-44761" fmla="*/ 318654 w 10490654"/>
                  <a:gd name="connsiteY142-44762" fmla="*/ 6238608 h 10435941"/>
                  <a:gd name="connsiteX143-44763" fmla="*/ 96982 w 10490654"/>
                  <a:gd name="connsiteY143-44764" fmla="*/ 6391008 h 10435941"/>
                  <a:gd name="connsiteX144-44765" fmla="*/ 0 w 10490654"/>
                  <a:gd name="connsiteY144-44766" fmla="*/ 6294026 h 10435941"/>
                  <a:gd name="connsiteX145-44767" fmla="*/ 83127 w 10490654"/>
                  <a:gd name="connsiteY145-44768" fmla="*/ 6238608 h 10435941"/>
                  <a:gd name="connsiteX0-44769" fmla="*/ 83127 w 10490654"/>
                  <a:gd name="connsiteY0-44770" fmla="*/ 6238608 h 10435941"/>
                  <a:gd name="connsiteX1-44771" fmla="*/ 96982 w 10490654"/>
                  <a:gd name="connsiteY1-44772" fmla="*/ 5795262 h 10435941"/>
                  <a:gd name="connsiteX2-44773" fmla="*/ 401782 w 10490654"/>
                  <a:gd name="connsiteY2-44774" fmla="*/ 5532026 h 10435941"/>
                  <a:gd name="connsiteX3-44775" fmla="*/ 651163 w 10490654"/>
                  <a:gd name="connsiteY3-44776" fmla="*/ 5670572 h 10435941"/>
                  <a:gd name="connsiteX4-44777" fmla="*/ 858982 w 10490654"/>
                  <a:gd name="connsiteY4-44778" fmla="*/ 5504317 h 10435941"/>
                  <a:gd name="connsiteX5-44779" fmla="*/ 997527 w 10490654"/>
                  <a:gd name="connsiteY5-44780" fmla="*/ 5351917 h 10435941"/>
                  <a:gd name="connsiteX6-44781" fmla="*/ 1080654 w 10490654"/>
                  <a:gd name="connsiteY6-44782" fmla="*/ 5435044 h 10435941"/>
                  <a:gd name="connsiteX7-44783" fmla="*/ 1269312 w 10490654"/>
                  <a:gd name="connsiteY7-44784" fmla="*/ 5679710 h 10435941"/>
                  <a:gd name="connsiteX8-44785" fmla="*/ 1523116 w 10490654"/>
                  <a:gd name="connsiteY8-44786" fmla="*/ 5481030 h 10435941"/>
                  <a:gd name="connsiteX9-44787" fmla="*/ 1731818 w 10490654"/>
                  <a:gd name="connsiteY9-44788" fmla="*/ 5296499 h 10435941"/>
                  <a:gd name="connsiteX10-44789" fmla="*/ 2022763 w 10490654"/>
                  <a:gd name="connsiteY10-44790" fmla="*/ 5060972 h 10435941"/>
                  <a:gd name="connsiteX11-44791" fmla="*/ 2119745 w 10490654"/>
                  <a:gd name="connsiteY11-44792" fmla="*/ 4631481 h 10435941"/>
                  <a:gd name="connsiteX12-44793" fmla="*/ 2172511 w 10490654"/>
                  <a:gd name="connsiteY12-44794" fmla="*/ 4164848 h 10435941"/>
                  <a:gd name="connsiteX13-44795" fmla="*/ 2355272 w 10490654"/>
                  <a:gd name="connsiteY13-44796" fmla="*/ 3855626 h 10435941"/>
                  <a:gd name="connsiteX14-44797" fmla="*/ 2752497 w 10490654"/>
                  <a:gd name="connsiteY14-44798" fmla="*/ 3475092 h 10435941"/>
                  <a:gd name="connsiteX15-44799" fmla="*/ 2978727 w 10490654"/>
                  <a:gd name="connsiteY15-44800" fmla="*/ 3259881 h 10435941"/>
                  <a:gd name="connsiteX16-44801" fmla="*/ 3006436 w 10490654"/>
                  <a:gd name="connsiteY16-44802" fmla="*/ 2816535 h 10435941"/>
                  <a:gd name="connsiteX17-44803" fmla="*/ 3075709 w 10490654"/>
                  <a:gd name="connsiteY17-44804" fmla="*/ 2525590 h 10435941"/>
                  <a:gd name="connsiteX18-44805" fmla="*/ 3075709 w 10490654"/>
                  <a:gd name="connsiteY18-44806" fmla="*/ 2317772 h 10435941"/>
                  <a:gd name="connsiteX19-44807" fmla="*/ 3214254 w 10490654"/>
                  <a:gd name="connsiteY19-44808" fmla="*/ 1985262 h 10435941"/>
                  <a:gd name="connsiteX20-44809" fmla="*/ 3214254 w 10490654"/>
                  <a:gd name="connsiteY20-44810" fmla="*/ 1694317 h 10435941"/>
                  <a:gd name="connsiteX21-44811" fmla="*/ 3513454 w 10490654"/>
                  <a:gd name="connsiteY21-44812" fmla="*/ 1126281 h 10435941"/>
                  <a:gd name="connsiteX22-44813" fmla="*/ 3463636 w 10490654"/>
                  <a:gd name="connsiteY22-44814" fmla="*/ 752208 h 10435941"/>
                  <a:gd name="connsiteX23-44815" fmla="*/ 3491345 w 10490654"/>
                  <a:gd name="connsiteY23-44816" fmla="*/ 544390 h 10435941"/>
                  <a:gd name="connsiteX24-44817" fmla="*/ 3823854 w 10490654"/>
                  <a:gd name="connsiteY24-44818" fmla="*/ 184172 h 10435941"/>
                  <a:gd name="connsiteX25-44819" fmla="*/ 4017818 w 10490654"/>
                  <a:gd name="connsiteY25-44820" fmla="*/ 59481 h 10435941"/>
                  <a:gd name="connsiteX26-44821" fmla="*/ 4433454 w 10490654"/>
                  <a:gd name="connsiteY26-44822" fmla="*/ 295008 h 10435941"/>
                  <a:gd name="connsiteX27-44823" fmla="*/ 4599709 w 10490654"/>
                  <a:gd name="connsiteY27-44824" fmla="*/ 488972 h 10435941"/>
                  <a:gd name="connsiteX28-44825" fmla="*/ 5070763 w 10490654"/>
                  <a:gd name="connsiteY28-44826" fmla="*/ 544390 h 10435941"/>
                  <a:gd name="connsiteX29-44827" fmla="*/ 5391187 w 10490654"/>
                  <a:gd name="connsiteY29-44828" fmla="*/ 603639 h 10435941"/>
                  <a:gd name="connsiteX30-44829" fmla="*/ 5568642 w 10490654"/>
                  <a:gd name="connsiteY30-44830" fmla="*/ 588271 h 10435941"/>
                  <a:gd name="connsiteX31-44831" fmla="*/ 5860472 w 10490654"/>
                  <a:gd name="connsiteY31-44832" fmla="*/ 281153 h 10435941"/>
                  <a:gd name="connsiteX32-44833" fmla="*/ 6123709 w 10490654"/>
                  <a:gd name="connsiteY32-44834" fmla="*/ 322717 h 10435941"/>
                  <a:gd name="connsiteX33-44835" fmla="*/ 6541900 w 10490654"/>
                  <a:gd name="connsiteY33-44836" fmla="*/ 168233 h 10435941"/>
                  <a:gd name="connsiteX34-44837" fmla="*/ 6681722 w 10490654"/>
                  <a:gd name="connsiteY34-44838" fmla="*/ 107503 h 10435941"/>
                  <a:gd name="connsiteX35-44839" fmla="*/ 7011678 w 10490654"/>
                  <a:gd name="connsiteY35-44840" fmla="*/ 198026 h 10435941"/>
                  <a:gd name="connsiteX36-44841" fmla="*/ 7232072 w 10490654"/>
                  <a:gd name="connsiteY36-44842" fmla="*/ 17917 h 10435941"/>
                  <a:gd name="connsiteX37-44843" fmla="*/ 7379107 w 10490654"/>
                  <a:gd name="connsiteY37-44844" fmla="*/ 0 h 10435941"/>
                  <a:gd name="connsiteX38-44845" fmla="*/ 7600859 w 10490654"/>
                  <a:gd name="connsiteY38-44846" fmla="*/ 41248 h 10435941"/>
                  <a:gd name="connsiteX39-44847" fmla="*/ 7910945 w 10490654"/>
                  <a:gd name="connsiteY39-44848" fmla="*/ 128753 h 10435941"/>
                  <a:gd name="connsiteX40-44849" fmla="*/ 8312727 w 10490654"/>
                  <a:gd name="connsiteY40-44850" fmla="*/ 59481 h 10435941"/>
                  <a:gd name="connsiteX41-44851" fmla="*/ 8647005 w 10490654"/>
                  <a:gd name="connsiteY41-44852" fmla="*/ 396707 h 10435941"/>
                  <a:gd name="connsiteX42-44853" fmla="*/ 8908472 w 10490654"/>
                  <a:gd name="connsiteY42-44854" fmla="*/ 544390 h 10435941"/>
                  <a:gd name="connsiteX43-44855" fmla="*/ 9146732 w 10490654"/>
                  <a:gd name="connsiteY43-44856" fmla="*/ 420846 h 10435941"/>
                  <a:gd name="connsiteX44-44857" fmla="*/ 9372965 w 10490654"/>
                  <a:gd name="connsiteY44-44858" fmla="*/ 466363 h 10435941"/>
                  <a:gd name="connsiteX45-44859" fmla="*/ 9518072 w 10490654"/>
                  <a:gd name="connsiteY45-44860" fmla="*/ 367819 h 10435941"/>
                  <a:gd name="connsiteX46-44861" fmla="*/ 9646301 w 10490654"/>
                  <a:gd name="connsiteY46-44862" fmla="*/ 369587 h 10435941"/>
                  <a:gd name="connsiteX47-44863" fmla="*/ 10002982 w 10490654"/>
                  <a:gd name="connsiteY47-44864" fmla="*/ 793772 h 10435941"/>
                  <a:gd name="connsiteX48-44865" fmla="*/ 10238509 w 10490654"/>
                  <a:gd name="connsiteY48-44866" fmla="*/ 987735 h 10435941"/>
                  <a:gd name="connsiteX49-44867" fmla="*/ 10224654 w 10490654"/>
                  <a:gd name="connsiteY49-44868" fmla="*/ 1250972 h 10435941"/>
                  <a:gd name="connsiteX50-44869" fmla="*/ 10238509 w 10490654"/>
                  <a:gd name="connsiteY50-44870" fmla="*/ 1444935 h 10435941"/>
                  <a:gd name="connsiteX51-44871" fmla="*/ 10243066 w 10490654"/>
                  <a:gd name="connsiteY51-44872" fmla="*/ 1580249 h 10435941"/>
                  <a:gd name="connsiteX52-44873" fmla="*/ 10490654 w 10490654"/>
                  <a:gd name="connsiteY52-44874" fmla="*/ 1753897 h 10435941"/>
                  <a:gd name="connsiteX53-44875" fmla="*/ 10077929 w 10490654"/>
                  <a:gd name="connsiteY53-44876" fmla="*/ 2207269 h 10435941"/>
                  <a:gd name="connsiteX54-44877" fmla="*/ 9781309 w 10490654"/>
                  <a:gd name="connsiteY54-44878" fmla="*/ 2497881 h 10435941"/>
                  <a:gd name="connsiteX55-44879" fmla="*/ 9580055 w 10490654"/>
                  <a:gd name="connsiteY55-44880" fmla="*/ 3426134 h 10435941"/>
                  <a:gd name="connsiteX56-44881" fmla="*/ 9532477 w 10490654"/>
                  <a:gd name="connsiteY56-44882" fmla="*/ 3685207 h 10435941"/>
                  <a:gd name="connsiteX57-44883" fmla="*/ 9365672 w 10490654"/>
                  <a:gd name="connsiteY57-44884" fmla="*/ 3911044 h 10435941"/>
                  <a:gd name="connsiteX58-44885" fmla="*/ 9310254 w 10490654"/>
                  <a:gd name="connsiteY58-44886" fmla="*/ 4077299 h 10435941"/>
                  <a:gd name="connsiteX59-44887" fmla="*/ 9236422 w 10490654"/>
                  <a:gd name="connsiteY59-44888" fmla="*/ 4285117 h 10435941"/>
                  <a:gd name="connsiteX60-44889" fmla="*/ 9205255 w 10490654"/>
                  <a:gd name="connsiteY60-44890" fmla="*/ 4430122 h 10435941"/>
                  <a:gd name="connsiteX61-44891" fmla="*/ 9337963 w 10490654"/>
                  <a:gd name="connsiteY61-44892" fmla="*/ 4659190 h 10435941"/>
                  <a:gd name="connsiteX62-44893" fmla="*/ 9382180 w 10490654"/>
                  <a:gd name="connsiteY62-44894" fmla="*/ 4915057 h 10435941"/>
                  <a:gd name="connsiteX63-44895" fmla="*/ 9397939 w 10490654"/>
                  <a:gd name="connsiteY63-44896" fmla="*/ 5208060 h 10435941"/>
                  <a:gd name="connsiteX64-44897" fmla="*/ 9383359 w 10490654"/>
                  <a:gd name="connsiteY64-44898" fmla="*/ 5615153 h 10435941"/>
                  <a:gd name="connsiteX65-44899" fmla="*/ 9518623 w 10490654"/>
                  <a:gd name="connsiteY65-44900" fmla="*/ 5975373 h 10435941"/>
                  <a:gd name="connsiteX66-44901" fmla="*/ 9540496 w 10490654"/>
                  <a:gd name="connsiteY66-44902" fmla="*/ 6403714 h 10435941"/>
                  <a:gd name="connsiteX67-44903" fmla="*/ 9933709 w 10490654"/>
                  <a:gd name="connsiteY67-44904" fmla="*/ 6862062 h 10435941"/>
                  <a:gd name="connsiteX68-44905" fmla="*/ 10052074 w 10490654"/>
                  <a:gd name="connsiteY68-44906" fmla="*/ 7221396 h 10435941"/>
                  <a:gd name="connsiteX69-44907" fmla="*/ 10232908 w 10490654"/>
                  <a:gd name="connsiteY69-44908" fmla="*/ 7514995 h 10435941"/>
                  <a:gd name="connsiteX70-44909" fmla="*/ 9670472 w 10490654"/>
                  <a:gd name="connsiteY70-44910" fmla="*/ 7540935 h 10435941"/>
                  <a:gd name="connsiteX71-44911" fmla="*/ 9174087 w 10490654"/>
                  <a:gd name="connsiteY71-44912" fmla="*/ 7651772 h 10435941"/>
                  <a:gd name="connsiteX72-44913" fmla="*/ 9128871 w 10490654"/>
                  <a:gd name="connsiteY72-44914" fmla="*/ 7790317 h 10435941"/>
                  <a:gd name="connsiteX73-44915" fmla="*/ 9019309 w 10490654"/>
                  <a:gd name="connsiteY73-44916" fmla="*/ 7998135 h 10435941"/>
                  <a:gd name="connsiteX74-44917" fmla="*/ 8933823 w 10490654"/>
                  <a:gd name="connsiteY74-44918" fmla="*/ 8085908 h 10435941"/>
                  <a:gd name="connsiteX75-44919" fmla="*/ 9036787 w 10490654"/>
                  <a:gd name="connsiteY75-44920" fmla="*/ 8313437 h 10435941"/>
                  <a:gd name="connsiteX76-44921" fmla="*/ 9027559 w 10490654"/>
                  <a:gd name="connsiteY76-44922" fmla="*/ 8524608 h 10435941"/>
                  <a:gd name="connsiteX77-44923" fmla="*/ 8993669 w 10490654"/>
                  <a:gd name="connsiteY77-44924" fmla="*/ 8758113 h 10435941"/>
                  <a:gd name="connsiteX78-44925" fmla="*/ 8991600 w 10490654"/>
                  <a:gd name="connsiteY78-44926" fmla="*/ 8967953 h 10435941"/>
                  <a:gd name="connsiteX79-44927" fmla="*/ 8894618 w 10490654"/>
                  <a:gd name="connsiteY79-44928" fmla="*/ 9272753 h 10435941"/>
                  <a:gd name="connsiteX80-44929" fmla="*/ 8922328 w 10490654"/>
                  <a:gd name="connsiteY80-44930" fmla="*/ 9578490 h 10435941"/>
                  <a:gd name="connsiteX81-44931" fmla="*/ 9138715 w 10490654"/>
                  <a:gd name="connsiteY81-44932" fmla="*/ 9750056 h 10435941"/>
                  <a:gd name="connsiteX82-44933" fmla="*/ 9231789 w 10490654"/>
                  <a:gd name="connsiteY82-44934" fmla="*/ 9890275 h 10435941"/>
                  <a:gd name="connsiteX83-44935" fmla="*/ 9462870 w 10490654"/>
                  <a:gd name="connsiteY83-44936" fmla="*/ 9929452 h 10435941"/>
                  <a:gd name="connsiteX84-44937" fmla="*/ 9472032 w 10490654"/>
                  <a:gd name="connsiteY84-44938" fmla="*/ 9818955 h 10435941"/>
                  <a:gd name="connsiteX85-44939" fmla="*/ 9620746 w 10490654"/>
                  <a:gd name="connsiteY85-44940" fmla="*/ 9758904 h 10435941"/>
                  <a:gd name="connsiteX86-44941" fmla="*/ 9632264 w 10490654"/>
                  <a:gd name="connsiteY86-44942" fmla="*/ 10334695 h 10435941"/>
                  <a:gd name="connsiteX87-44943" fmla="*/ 9504664 w 10490654"/>
                  <a:gd name="connsiteY87-44944" fmla="*/ 10338313 h 10435941"/>
                  <a:gd name="connsiteX88-44945" fmla="*/ 9328580 w 10490654"/>
                  <a:gd name="connsiteY88-44946" fmla="*/ 10427202 h 10435941"/>
                  <a:gd name="connsiteX89-44947" fmla="*/ 9204220 w 10490654"/>
                  <a:gd name="connsiteY89-44948" fmla="*/ 10435941 h 10435941"/>
                  <a:gd name="connsiteX90-44949" fmla="*/ 9065234 w 10490654"/>
                  <a:gd name="connsiteY90-44950" fmla="*/ 10122103 h 10435941"/>
                  <a:gd name="connsiteX91-44951" fmla="*/ 8954319 w 10490654"/>
                  <a:gd name="connsiteY91-44952" fmla="*/ 10072174 h 10435941"/>
                  <a:gd name="connsiteX92-44953" fmla="*/ 8793275 w 10490654"/>
                  <a:gd name="connsiteY92-44954" fmla="*/ 9863725 h 10435941"/>
                  <a:gd name="connsiteX93-44955" fmla="*/ 8479422 w 10490654"/>
                  <a:gd name="connsiteY93-44956" fmla="*/ 9748287 h 10435941"/>
                  <a:gd name="connsiteX94-44957" fmla="*/ 8359423 w 10490654"/>
                  <a:gd name="connsiteY94-44958" fmla="*/ 9651431 h 10435941"/>
                  <a:gd name="connsiteX95-44959" fmla="*/ 8285018 w 10490654"/>
                  <a:gd name="connsiteY95-44960" fmla="*/ 9480572 h 10435941"/>
                  <a:gd name="connsiteX96-44961" fmla="*/ 8243564 w 10490654"/>
                  <a:gd name="connsiteY96-44962" fmla="*/ 9374254 h 10435941"/>
                  <a:gd name="connsiteX97-44963" fmla="*/ 8146472 w 10490654"/>
                  <a:gd name="connsiteY97-44964" fmla="*/ 9355881 h 10435941"/>
                  <a:gd name="connsiteX98-44965" fmla="*/ 8091054 w 10490654"/>
                  <a:gd name="connsiteY98-44966" fmla="*/ 9577553 h 10435941"/>
                  <a:gd name="connsiteX99-44967" fmla="*/ 7948364 w 10490654"/>
                  <a:gd name="connsiteY99-44968" fmla="*/ 9610939 h 10435941"/>
                  <a:gd name="connsiteX100-44969" fmla="*/ 7595184 w 10490654"/>
                  <a:gd name="connsiteY100-44970" fmla="*/ 9552340 h 10435941"/>
                  <a:gd name="connsiteX101-44971" fmla="*/ 7456879 w 10490654"/>
                  <a:gd name="connsiteY101-44972" fmla="*/ 9485198 h 10435941"/>
                  <a:gd name="connsiteX102-44973" fmla="*/ 7264584 w 10490654"/>
                  <a:gd name="connsiteY102-44974" fmla="*/ 9449904 h 10435941"/>
                  <a:gd name="connsiteX103-44975" fmla="*/ 7171401 w 10490654"/>
                  <a:gd name="connsiteY103-44976" fmla="*/ 9200180 h 10435941"/>
                  <a:gd name="connsiteX104-44977" fmla="*/ 6954982 w 10490654"/>
                  <a:gd name="connsiteY104-44978" fmla="*/ 9189626 h 10435941"/>
                  <a:gd name="connsiteX105-44979" fmla="*/ 6674084 w 10490654"/>
                  <a:gd name="connsiteY105-44980" fmla="*/ 9285034 h 10435941"/>
                  <a:gd name="connsiteX106-44981" fmla="*/ 6679359 w 10490654"/>
                  <a:gd name="connsiteY106-44982" fmla="*/ 9099745 h 10435941"/>
                  <a:gd name="connsiteX107-44983" fmla="*/ 6552868 w 10490654"/>
                  <a:gd name="connsiteY107-44984" fmla="*/ 9013951 h 10435941"/>
                  <a:gd name="connsiteX108-44985" fmla="*/ 6428509 w 10490654"/>
                  <a:gd name="connsiteY108-44986" fmla="*/ 8954099 h 10435941"/>
                  <a:gd name="connsiteX109-44987" fmla="*/ 6325922 w 10490654"/>
                  <a:gd name="connsiteY109-44988" fmla="*/ 9057307 h 10435941"/>
                  <a:gd name="connsiteX110-44989" fmla="*/ 6167763 w 10490654"/>
                  <a:gd name="connsiteY110-44990" fmla="*/ 8978227 h 10435941"/>
                  <a:gd name="connsiteX111-44991" fmla="*/ 6002132 w 10490654"/>
                  <a:gd name="connsiteY111-44992" fmla="*/ 9093734 h 10435941"/>
                  <a:gd name="connsiteX112-44993" fmla="*/ 5735890 w 10490654"/>
                  <a:gd name="connsiteY112-44994" fmla="*/ 9101726 h 10435941"/>
                  <a:gd name="connsiteX113-44995" fmla="*/ 5674760 w 10490654"/>
                  <a:gd name="connsiteY113-44996" fmla="*/ 9081904 h 10435941"/>
                  <a:gd name="connsiteX114-44997" fmla="*/ 5507415 w 10490654"/>
                  <a:gd name="connsiteY114-44998" fmla="*/ 9128137 h 10435941"/>
                  <a:gd name="connsiteX115-44999" fmla="*/ 5505859 w 10490654"/>
                  <a:gd name="connsiteY115-45000" fmla="*/ 8870972 h 10435941"/>
                  <a:gd name="connsiteX116-45001" fmla="*/ 5505857 w 10490654"/>
                  <a:gd name="connsiteY116-45002" fmla="*/ 8634977 h 10435941"/>
                  <a:gd name="connsiteX117-45003" fmla="*/ 5336024 w 10490654"/>
                  <a:gd name="connsiteY117-45004" fmla="*/ 8333292 h 10435941"/>
                  <a:gd name="connsiteX118-45005" fmla="*/ 5230324 w 10490654"/>
                  <a:gd name="connsiteY118-45006" fmla="*/ 8082820 h 10435941"/>
                  <a:gd name="connsiteX119-45007" fmla="*/ 5317031 w 10490654"/>
                  <a:gd name="connsiteY119-45008" fmla="*/ 7610208 h 10435941"/>
                  <a:gd name="connsiteX120-45009" fmla="*/ 5201059 w 10490654"/>
                  <a:gd name="connsiteY120-45010" fmla="*/ 7320352 h 10435941"/>
                  <a:gd name="connsiteX121-45011" fmla="*/ 5250872 w 10490654"/>
                  <a:gd name="connsiteY121-45012" fmla="*/ 7069881 h 10435941"/>
                  <a:gd name="connsiteX122-45013" fmla="*/ 5254899 w 10490654"/>
                  <a:gd name="connsiteY122-45014" fmla="*/ 6935795 h 10435941"/>
                  <a:gd name="connsiteX123-45015" fmla="*/ 4577603 w 10490654"/>
                  <a:gd name="connsiteY123-45016" fmla="*/ 7013996 h 10435941"/>
                  <a:gd name="connsiteX124-45017" fmla="*/ 4560483 w 10490654"/>
                  <a:gd name="connsiteY124-45018" fmla="*/ 6840580 h 10435941"/>
                  <a:gd name="connsiteX125-45019" fmla="*/ 4496504 w 10490654"/>
                  <a:gd name="connsiteY125-45020" fmla="*/ 6706626 h 10435941"/>
                  <a:gd name="connsiteX126-45021" fmla="*/ 4326990 w 10490654"/>
                  <a:gd name="connsiteY126-45022" fmla="*/ 6826329 h 10435941"/>
                  <a:gd name="connsiteX127-45023" fmla="*/ 4052578 w 10490654"/>
                  <a:gd name="connsiteY127-45024" fmla="*/ 6862493 h 10435941"/>
                  <a:gd name="connsiteX128-45025" fmla="*/ 3976254 w 10490654"/>
                  <a:gd name="connsiteY128-45026" fmla="*/ 7069881 h 10435941"/>
                  <a:gd name="connsiteX129-45027" fmla="*/ 3932667 w 10490654"/>
                  <a:gd name="connsiteY129-45028" fmla="*/ 7281279 h 10435941"/>
                  <a:gd name="connsiteX130-45029" fmla="*/ 3884155 w 10490654"/>
                  <a:gd name="connsiteY130-45030" fmla="*/ 7403480 h 10435941"/>
                  <a:gd name="connsiteX131-45031" fmla="*/ 3572499 w 10490654"/>
                  <a:gd name="connsiteY131-45032" fmla="*/ 7365450 h 10435941"/>
                  <a:gd name="connsiteX132-45033" fmla="*/ 3311236 w 10490654"/>
                  <a:gd name="connsiteY132-45034" fmla="*/ 7402390 h 10435941"/>
                  <a:gd name="connsiteX133-45035" fmla="*/ 2921540 w 10490654"/>
                  <a:gd name="connsiteY133-45036" fmla="*/ 7414475 h 10435941"/>
                  <a:gd name="connsiteX134-45037" fmla="*/ 2748111 w 10490654"/>
                  <a:gd name="connsiteY134-45038" fmla="*/ 7166777 h 10435941"/>
                  <a:gd name="connsiteX135-45039" fmla="*/ 2586329 w 10490654"/>
                  <a:gd name="connsiteY135-45040" fmla="*/ 6908102 h 10435941"/>
                  <a:gd name="connsiteX136-45041" fmla="*/ 2406108 w 10490654"/>
                  <a:gd name="connsiteY136-45042" fmla="*/ 6257406 h 10435941"/>
                  <a:gd name="connsiteX137-45043" fmla="*/ 2327563 w 10490654"/>
                  <a:gd name="connsiteY137-45044" fmla="*/ 6224753 h 10435941"/>
                  <a:gd name="connsiteX138-45045" fmla="*/ 1662545 w 10490654"/>
                  <a:gd name="connsiteY138-45046" fmla="*/ 6197044 h 10435941"/>
                  <a:gd name="connsiteX139-45047" fmla="*/ 1233054 w 10490654"/>
                  <a:gd name="connsiteY139-45048" fmla="*/ 6197044 h 10435941"/>
                  <a:gd name="connsiteX140-45049" fmla="*/ 1136072 w 10490654"/>
                  <a:gd name="connsiteY140-45050" fmla="*/ 6252462 h 10435941"/>
                  <a:gd name="connsiteX141-45051" fmla="*/ 706582 w 10490654"/>
                  <a:gd name="connsiteY141-45052" fmla="*/ 6210899 h 10435941"/>
                  <a:gd name="connsiteX142-45053" fmla="*/ 318654 w 10490654"/>
                  <a:gd name="connsiteY142-45054" fmla="*/ 6238608 h 10435941"/>
                  <a:gd name="connsiteX143-45055" fmla="*/ 96982 w 10490654"/>
                  <a:gd name="connsiteY143-45056" fmla="*/ 6391008 h 10435941"/>
                  <a:gd name="connsiteX144-45057" fmla="*/ 0 w 10490654"/>
                  <a:gd name="connsiteY144-45058" fmla="*/ 6294026 h 10435941"/>
                  <a:gd name="connsiteX145-45059" fmla="*/ 83127 w 10490654"/>
                  <a:gd name="connsiteY145-45060" fmla="*/ 6238608 h 10435941"/>
                  <a:gd name="connsiteX0-45061" fmla="*/ 83127 w 10490654"/>
                  <a:gd name="connsiteY0-45062" fmla="*/ 6238608 h 10435941"/>
                  <a:gd name="connsiteX1-45063" fmla="*/ 96982 w 10490654"/>
                  <a:gd name="connsiteY1-45064" fmla="*/ 5795262 h 10435941"/>
                  <a:gd name="connsiteX2-45065" fmla="*/ 401782 w 10490654"/>
                  <a:gd name="connsiteY2-45066" fmla="*/ 5532026 h 10435941"/>
                  <a:gd name="connsiteX3-45067" fmla="*/ 651163 w 10490654"/>
                  <a:gd name="connsiteY3-45068" fmla="*/ 5670572 h 10435941"/>
                  <a:gd name="connsiteX4-45069" fmla="*/ 858982 w 10490654"/>
                  <a:gd name="connsiteY4-45070" fmla="*/ 5504317 h 10435941"/>
                  <a:gd name="connsiteX5-45071" fmla="*/ 997527 w 10490654"/>
                  <a:gd name="connsiteY5-45072" fmla="*/ 5351917 h 10435941"/>
                  <a:gd name="connsiteX6-45073" fmla="*/ 1080654 w 10490654"/>
                  <a:gd name="connsiteY6-45074" fmla="*/ 5435044 h 10435941"/>
                  <a:gd name="connsiteX7-45075" fmla="*/ 1269312 w 10490654"/>
                  <a:gd name="connsiteY7-45076" fmla="*/ 5679710 h 10435941"/>
                  <a:gd name="connsiteX8-45077" fmla="*/ 1523116 w 10490654"/>
                  <a:gd name="connsiteY8-45078" fmla="*/ 5481030 h 10435941"/>
                  <a:gd name="connsiteX9-45079" fmla="*/ 1731818 w 10490654"/>
                  <a:gd name="connsiteY9-45080" fmla="*/ 5296499 h 10435941"/>
                  <a:gd name="connsiteX10-45081" fmla="*/ 2022763 w 10490654"/>
                  <a:gd name="connsiteY10-45082" fmla="*/ 5060972 h 10435941"/>
                  <a:gd name="connsiteX11-45083" fmla="*/ 2119745 w 10490654"/>
                  <a:gd name="connsiteY11-45084" fmla="*/ 4631481 h 10435941"/>
                  <a:gd name="connsiteX12-45085" fmla="*/ 2172511 w 10490654"/>
                  <a:gd name="connsiteY12-45086" fmla="*/ 4164848 h 10435941"/>
                  <a:gd name="connsiteX13-45087" fmla="*/ 2355272 w 10490654"/>
                  <a:gd name="connsiteY13-45088" fmla="*/ 3855626 h 10435941"/>
                  <a:gd name="connsiteX14-45089" fmla="*/ 2752497 w 10490654"/>
                  <a:gd name="connsiteY14-45090" fmla="*/ 3475092 h 10435941"/>
                  <a:gd name="connsiteX15-45091" fmla="*/ 2978727 w 10490654"/>
                  <a:gd name="connsiteY15-45092" fmla="*/ 3259881 h 10435941"/>
                  <a:gd name="connsiteX16-45093" fmla="*/ 3006436 w 10490654"/>
                  <a:gd name="connsiteY16-45094" fmla="*/ 2816535 h 10435941"/>
                  <a:gd name="connsiteX17-45095" fmla="*/ 3075709 w 10490654"/>
                  <a:gd name="connsiteY17-45096" fmla="*/ 2525590 h 10435941"/>
                  <a:gd name="connsiteX18-45097" fmla="*/ 3075709 w 10490654"/>
                  <a:gd name="connsiteY18-45098" fmla="*/ 2317772 h 10435941"/>
                  <a:gd name="connsiteX19-45099" fmla="*/ 3214254 w 10490654"/>
                  <a:gd name="connsiteY19-45100" fmla="*/ 1985262 h 10435941"/>
                  <a:gd name="connsiteX20-45101" fmla="*/ 3214254 w 10490654"/>
                  <a:gd name="connsiteY20-45102" fmla="*/ 1694317 h 10435941"/>
                  <a:gd name="connsiteX21-45103" fmla="*/ 3513454 w 10490654"/>
                  <a:gd name="connsiteY21-45104" fmla="*/ 1126281 h 10435941"/>
                  <a:gd name="connsiteX22-45105" fmla="*/ 3463636 w 10490654"/>
                  <a:gd name="connsiteY22-45106" fmla="*/ 752208 h 10435941"/>
                  <a:gd name="connsiteX23-45107" fmla="*/ 3491345 w 10490654"/>
                  <a:gd name="connsiteY23-45108" fmla="*/ 544390 h 10435941"/>
                  <a:gd name="connsiteX24-45109" fmla="*/ 3823854 w 10490654"/>
                  <a:gd name="connsiteY24-45110" fmla="*/ 184172 h 10435941"/>
                  <a:gd name="connsiteX25-45111" fmla="*/ 4017818 w 10490654"/>
                  <a:gd name="connsiteY25-45112" fmla="*/ 59481 h 10435941"/>
                  <a:gd name="connsiteX26-45113" fmla="*/ 4433454 w 10490654"/>
                  <a:gd name="connsiteY26-45114" fmla="*/ 295008 h 10435941"/>
                  <a:gd name="connsiteX27-45115" fmla="*/ 4599709 w 10490654"/>
                  <a:gd name="connsiteY27-45116" fmla="*/ 488972 h 10435941"/>
                  <a:gd name="connsiteX28-45117" fmla="*/ 5070763 w 10490654"/>
                  <a:gd name="connsiteY28-45118" fmla="*/ 544390 h 10435941"/>
                  <a:gd name="connsiteX29-45119" fmla="*/ 5391187 w 10490654"/>
                  <a:gd name="connsiteY29-45120" fmla="*/ 603639 h 10435941"/>
                  <a:gd name="connsiteX30-45121" fmla="*/ 5568642 w 10490654"/>
                  <a:gd name="connsiteY30-45122" fmla="*/ 588271 h 10435941"/>
                  <a:gd name="connsiteX31-45123" fmla="*/ 5860472 w 10490654"/>
                  <a:gd name="connsiteY31-45124" fmla="*/ 281153 h 10435941"/>
                  <a:gd name="connsiteX32-45125" fmla="*/ 6123709 w 10490654"/>
                  <a:gd name="connsiteY32-45126" fmla="*/ 322717 h 10435941"/>
                  <a:gd name="connsiteX33-45127" fmla="*/ 6541900 w 10490654"/>
                  <a:gd name="connsiteY33-45128" fmla="*/ 168233 h 10435941"/>
                  <a:gd name="connsiteX34-45129" fmla="*/ 6681722 w 10490654"/>
                  <a:gd name="connsiteY34-45130" fmla="*/ 107503 h 10435941"/>
                  <a:gd name="connsiteX35-45131" fmla="*/ 7011678 w 10490654"/>
                  <a:gd name="connsiteY35-45132" fmla="*/ 198026 h 10435941"/>
                  <a:gd name="connsiteX36-45133" fmla="*/ 7232072 w 10490654"/>
                  <a:gd name="connsiteY36-45134" fmla="*/ 17917 h 10435941"/>
                  <a:gd name="connsiteX37-45135" fmla="*/ 7379107 w 10490654"/>
                  <a:gd name="connsiteY37-45136" fmla="*/ 0 h 10435941"/>
                  <a:gd name="connsiteX38-45137" fmla="*/ 7600859 w 10490654"/>
                  <a:gd name="connsiteY38-45138" fmla="*/ 41248 h 10435941"/>
                  <a:gd name="connsiteX39-45139" fmla="*/ 7910945 w 10490654"/>
                  <a:gd name="connsiteY39-45140" fmla="*/ 128753 h 10435941"/>
                  <a:gd name="connsiteX40-45141" fmla="*/ 8312727 w 10490654"/>
                  <a:gd name="connsiteY40-45142" fmla="*/ 59481 h 10435941"/>
                  <a:gd name="connsiteX41-45143" fmla="*/ 8647005 w 10490654"/>
                  <a:gd name="connsiteY41-45144" fmla="*/ 396707 h 10435941"/>
                  <a:gd name="connsiteX42-45145" fmla="*/ 8908472 w 10490654"/>
                  <a:gd name="connsiteY42-45146" fmla="*/ 544390 h 10435941"/>
                  <a:gd name="connsiteX43-45147" fmla="*/ 9146732 w 10490654"/>
                  <a:gd name="connsiteY43-45148" fmla="*/ 420846 h 10435941"/>
                  <a:gd name="connsiteX44-45149" fmla="*/ 9372965 w 10490654"/>
                  <a:gd name="connsiteY44-45150" fmla="*/ 466363 h 10435941"/>
                  <a:gd name="connsiteX45-45151" fmla="*/ 9518072 w 10490654"/>
                  <a:gd name="connsiteY45-45152" fmla="*/ 367819 h 10435941"/>
                  <a:gd name="connsiteX46-45153" fmla="*/ 9646301 w 10490654"/>
                  <a:gd name="connsiteY46-45154" fmla="*/ 369587 h 10435941"/>
                  <a:gd name="connsiteX47-45155" fmla="*/ 10002982 w 10490654"/>
                  <a:gd name="connsiteY47-45156" fmla="*/ 793772 h 10435941"/>
                  <a:gd name="connsiteX48-45157" fmla="*/ 10238509 w 10490654"/>
                  <a:gd name="connsiteY48-45158" fmla="*/ 987735 h 10435941"/>
                  <a:gd name="connsiteX49-45159" fmla="*/ 10224654 w 10490654"/>
                  <a:gd name="connsiteY49-45160" fmla="*/ 1250972 h 10435941"/>
                  <a:gd name="connsiteX50-45161" fmla="*/ 10238509 w 10490654"/>
                  <a:gd name="connsiteY50-45162" fmla="*/ 1444935 h 10435941"/>
                  <a:gd name="connsiteX51-45163" fmla="*/ 10243066 w 10490654"/>
                  <a:gd name="connsiteY51-45164" fmla="*/ 1580249 h 10435941"/>
                  <a:gd name="connsiteX52-45165" fmla="*/ 10490654 w 10490654"/>
                  <a:gd name="connsiteY52-45166" fmla="*/ 1753897 h 10435941"/>
                  <a:gd name="connsiteX53-45167" fmla="*/ 10077929 w 10490654"/>
                  <a:gd name="connsiteY53-45168" fmla="*/ 2207269 h 10435941"/>
                  <a:gd name="connsiteX54-45169" fmla="*/ 9781309 w 10490654"/>
                  <a:gd name="connsiteY54-45170" fmla="*/ 2497881 h 10435941"/>
                  <a:gd name="connsiteX55-45171" fmla="*/ 9580055 w 10490654"/>
                  <a:gd name="connsiteY55-45172" fmla="*/ 3426134 h 10435941"/>
                  <a:gd name="connsiteX56-45173" fmla="*/ 9532477 w 10490654"/>
                  <a:gd name="connsiteY56-45174" fmla="*/ 3685207 h 10435941"/>
                  <a:gd name="connsiteX57-45175" fmla="*/ 9365672 w 10490654"/>
                  <a:gd name="connsiteY57-45176" fmla="*/ 3911044 h 10435941"/>
                  <a:gd name="connsiteX58-45177" fmla="*/ 9310254 w 10490654"/>
                  <a:gd name="connsiteY58-45178" fmla="*/ 4077299 h 10435941"/>
                  <a:gd name="connsiteX59-45179" fmla="*/ 9236422 w 10490654"/>
                  <a:gd name="connsiteY59-45180" fmla="*/ 4285117 h 10435941"/>
                  <a:gd name="connsiteX60-45181" fmla="*/ 9205255 w 10490654"/>
                  <a:gd name="connsiteY60-45182" fmla="*/ 4430122 h 10435941"/>
                  <a:gd name="connsiteX61-45183" fmla="*/ 9337963 w 10490654"/>
                  <a:gd name="connsiteY61-45184" fmla="*/ 4659190 h 10435941"/>
                  <a:gd name="connsiteX62-45185" fmla="*/ 9382180 w 10490654"/>
                  <a:gd name="connsiteY62-45186" fmla="*/ 4915057 h 10435941"/>
                  <a:gd name="connsiteX63-45187" fmla="*/ 9397939 w 10490654"/>
                  <a:gd name="connsiteY63-45188" fmla="*/ 5208060 h 10435941"/>
                  <a:gd name="connsiteX64-45189" fmla="*/ 9383359 w 10490654"/>
                  <a:gd name="connsiteY64-45190" fmla="*/ 5615153 h 10435941"/>
                  <a:gd name="connsiteX65-45191" fmla="*/ 9518623 w 10490654"/>
                  <a:gd name="connsiteY65-45192" fmla="*/ 5975373 h 10435941"/>
                  <a:gd name="connsiteX66-45193" fmla="*/ 9540496 w 10490654"/>
                  <a:gd name="connsiteY66-45194" fmla="*/ 6403714 h 10435941"/>
                  <a:gd name="connsiteX67-45195" fmla="*/ 9933709 w 10490654"/>
                  <a:gd name="connsiteY67-45196" fmla="*/ 6862062 h 10435941"/>
                  <a:gd name="connsiteX68-45197" fmla="*/ 10052074 w 10490654"/>
                  <a:gd name="connsiteY68-45198" fmla="*/ 7221396 h 10435941"/>
                  <a:gd name="connsiteX69-45199" fmla="*/ 10232908 w 10490654"/>
                  <a:gd name="connsiteY69-45200" fmla="*/ 7514995 h 10435941"/>
                  <a:gd name="connsiteX70-45201" fmla="*/ 9670472 w 10490654"/>
                  <a:gd name="connsiteY70-45202" fmla="*/ 7540935 h 10435941"/>
                  <a:gd name="connsiteX71-45203" fmla="*/ 9174087 w 10490654"/>
                  <a:gd name="connsiteY71-45204" fmla="*/ 7651772 h 10435941"/>
                  <a:gd name="connsiteX72-45205" fmla="*/ 9128871 w 10490654"/>
                  <a:gd name="connsiteY72-45206" fmla="*/ 7790317 h 10435941"/>
                  <a:gd name="connsiteX73-45207" fmla="*/ 9019309 w 10490654"/>
                  <a:gd name="connsiteY73-45208" fmla="*/ 7998135 h 10435941"/>
                  <a:gd name="connsiteX74-45209" fmla="*/ 8933823 w 10490654"/>
                  <a:gd name="connsiteY74-45210" fmla="*/ 8085908 h 10435941"/>
                  <a:gd name="connsiteX75-45211" fmla="*/ 9036787 w 10490654"/>
                  <a:gd name="connsiteY75-45212" fmla="*/ 8313437 h 10435941"/>
                  <a:gd name="connsiteX76-45213" fmla="*/ 9027559 w 10490654"/>
                  <a:gd name="connsiteY76-45214" fmla="*/ 8524608 h 10435941"/>
                  <a:gd name="connsiteX77-45215" fmla="*/ 8993669 w 10490654"/>
                  <a:gd name="connsiteY77-45216" fmla="*/ 8758113 h 10435941"/>
                  <a:gd name="connsiteX78-45217" fmla="*/ 8991600 w 10490654"/>
                  <a:gd name="connsiteY78-45218" fmla="*/ 8967953 h 10435941"/>
                  <a:gd name="connsiteX79-45219" fmla="*/ 8894618 w 10490654"/>
                  <a:gd name="connsiteY79-45220" fmla="*/ 9272753 h 10435941"/>
                  <a:gd name="connsiteX80-45221" fmla="*/ 8922328 w 10490654"/>
                  <a:gd name="connsiteY80-45222" fmla="*/ 9578490 h 10435941"/>
                  <a:gd name="connsiteX81-45223" fmla="*/ 9138715 w 10490654"/>
                  <a:gd name="connsiteY81-45224" fmla="*/ 9750056 h 10435941"/>
                  <a:gd name="connsiteX82-45225" fmla="*/ 9231789 w 10490654"/>
                  <a:gd name="connsiteY82-45226" fmla="*/ 9890275 h 10435941"/>
                  <a:gd name="connsiteX83-45227" fmla="*/ 9462870 w 10490654"/>
                  <a:gd name="connsiteY83-45228" fmla="*/ 9929452 h 10435941"/>
                  <a:gd name="connsiteX84-45229" fmla="*/ 9472032 w 10490654"/>
                  <a:gd name="connsiteY84-45230" fmla="*/ 9818955 h 10435941"/>
                  <a:gd name="connsiteX85-45231" fmla="*/ 9620746 w 10490654"/>
                  <a:gd name="connsiteY85-45232" fmla="*/ 9758904 h 10435941"/>
                  <a:gd name="connsiteX86-45233" fmla="*/ 9632264 w 10490654"/>
                  <a:gd name="connsiteY86-45234" fmla="*/ 10334695 h 10435941"/>
                  <a:gd name="connsiteX87-45235" fmla="*/ 9504664 w 10490654"/>
                  <a:gd name="connsiteY87-45236" fmla="*/ 10338313 h 10435941"/>
                  <a:gd name="connsiteX88-45237" fmla="*/ 9328580 w 10490654"/>
                  <a:gd name="connsiteY88-45238" fmla="*/ 10427202 h 10435941"/>
                  <a:gd name="connsiteX89-45239" fmla="*/ 9204220 w 10490654"/>
                  <a:gd name="connsiteY89-45240" fmla="*/ 10435941 h 10435941"/>
                  <a:gd name="connsiteX90-45241" fmla="*/ 9065234 w 10490654"/>
                  <a:gd name="connsiteY90-45242" fmla="*/ 10122103 h 10435941"/>
                  <a:gd name="connsiteX91-45243" fmla="*/ 8954319 w 10490654"/>
                  <a:gd name="connsiteY91-45244" fmla="*/ 10072174 h 10435941"/>
                  <a:gd name="connsiteX92-45245" fmla="*/ 8793275 w 10490654"/>
                  <a:gd name="connsiteY92-45246" fmla="*/ 9863725 h 10435941"/>
                  <a:gd name="connsiteX93-45247" fmla="*/ 8479422 w 10490654"/>
                  <a:gd name="connsiteY93-45248" fmla="*/ 9748287 h 10435941"/>
                  <a:gd name="connsiteX94-45249" fmla="*/ 8359423 w 10490654"/>
                  <a:gd name="connsiteY94-45250" fmla="*/ 9651431 h 10435941"/>
                  <a:gd name="connsiteX95-45251" fmla="*/ 8285018 w 10490654"/>
                  <a:gd name="connsiteY95-45252" fmla="*/ 9480572 h 10435941"/>
                  <a:gd name="connsiteX96-45253" fmla="*/ 8243564 w 10490654"/>
                  <a:gd name="connsiteY96-45254" fmla="*/ 9374254 h 10435941"/>
                  <a:gd name="connsiteX97-45255" fmla="*/ 8146472 w 10490654"/>
                  <a:gd name="connsiteY97-45256" fmla="*/ 9355881 h 10435941"/>
                  <a:gd name="connsiteX98-45257" fmla="*/ 8091054 w 10490654"/>
                  <a:gd name="connsiteY98-45258" fmla="*/ 9577553 h 10435941"/>
                  <a:gd name="connsiteX99-45259" fmla="*/ 7948364 w 10490654"/>
                  <a:gd name="connsiteY99-45260" fmla="*/ 9610939 h 10435941"/>
                  <a:gd name="connsiteX100-45261" fmla="*/ 7595184 w 10490654"/>
                  <a:gd name="connsiteY100-45262" fmla="*/ 9552340 h 10435941"/>
                  <a:gd name="connsiteX101-45263" fmla="*/ 7456879 w 10490654"/>
                  <a:gd name="connsiteY101-45264" fmla="*/ 9485198 h 10435941"/>
                  <a:gd name="connsiteX102-45265" fmla="*/ 7264584 w 10490654"/>
                  <a:gd name="connsiteY102-45266" fmla="*/ 9449904 h 10435941"/>
                  <a:gd name="connsiteX103-45267" fmla="*/ 7171401 w 10490654"/>
                  <a:gd name="connsiteY103-45268" fmla="*/ 9200180 h 10435941"/>
                  <a:gd name="connsiteX104-45269" fmla="*/ 6954982 w 10490654"/>
                  <a:gd name="connsiteY104-45270" fmla="*/ 9189626 h 10435941"/>
                  <a:gd name="connsiteX105-45271" fmla="*/ 6674084 w 10490654"/>
                  <a:gd name="connsiteY105-45272" fmla="*/ 9285034 h 10435941"/>
                  <a:gd name="connsiteX106-45273" fmla="*/ 6679359 w 10490654"/>
                  <a:gd name="connsiteY106-45274" fmla="*/ 9099745 h 10435941"/>
                  <a:gd name="connsiteX107-45275" fmla="*/ 6552868 w 10490654"/>
                  <a:gd name="connsiteY107-45276" fmla="*/ 9013951 h 10435941"/>
                  <a:gd name="connsiteX108-45277" fmla="*/ 6428509 w 10490654"/>
                  <a:gd name="connsiteY108-45278" fmla="*/ 8954099 h 10435941"/>
                  <a:gd name="connsiteX109-45279" fmla="*/ 6325922 w 10490654"/>
                  <a:gd name="connsiteY109-45280" fmla="*/ 9057307 h 10435941"/>
                  <a:gd name="connsiteX110-45281" fmla="*/ 6167763 w 10490654"/>
                  <a:gd name="connsiteY110-45282" fmla="*/ 8978227 h 10435941"/>
                  <a:gd name="connsiteX111-45283" fmla="*/ 6002132 w 10490654"/>
                  <a:gd name="connsiteY111-45284" fmla="*/ 9093734 h 10435941"/>
                  <a:gd name="connsiteX112-45285" fmla="*/ 5735890 w 10490654"/>
                  <a:gd name="connsiteY112-45286" fmla="*/ 9101726 h 10435941"/>
                  <a:gd name="connsiteX113-45287" fmla="*/ 5674760 w 10490654"/>
                  <a:gd name="connsiteY113-45288" fmla="*/ 9081904 h 10435941"/>
                  <a:gd name="connsiteX114-45289" fmla="*/ 5507415 w 10490654"/>
                  <a:gd name="connsiteY114-45290" fmla="*/ 9128137 h 10435941"/>
                  <a:gd name="connsiteX115-45291" fmla="*/ 5505859 w 10490654"/>
                  <a:gd name="connsiteY115-45292" fmla="*/ 8870972 h 10435941"/>
                  <a:gd name="connsiteX116-45293" fmla="*/ 5505857 w 10490654"/>
                  <a:gd name="connsiteY116-45294" fmla="*/ 8634977 h 10435941"/>
                  <a:gd name="connsiteX117-45295" fmla="*/ 5336024 w 10490654"/>
                  <a:gd name="connsiteY117-45296" fmla="*/ 8333292 h 10435941"/>
                  <a:gd name="connsiteX118-45297" fmla="*/ 5230324 w 10490654"/>
                  <a:gd name="connsiteY118-45298" fmla="*/ 8082820 h 10435941"/>
                  <a:gd name="connsiteX119-45299" fmla="*/ 5317031 w 10490654"/>
                  <a:gd name="connsiteY119-45300" fmla="*/ 7610208 h 10435941"/>
                  <a:gd name="connsiteX120-45301" fmla="*/ 5201059 w 10490654"/>
                  <a:gd name="connsiteY120-45302" fmla="*/ 7320352 h 10435941"/>
                  <a:gd name="connsiteX121-45303" fmla="*/ 5250872 w 10490654"/>
                  <a:gd name="connsiteY121-45304" fmla="*/ 7069881 h 10435941"/>
                  <a:gd name="connsiteX122-45305" fmla="*/ 5254899 w 10490654"/>
                  <a:gd name="connsiteY122-45306" fmla="*/ 6935795 h 10435941"/>
                  <a:gd name="connsiteX123-45307" fmla="*/ 4577603 w 10490654"/>
                  <a:gd name="connsiteY123-45308" fmla="*/ 7013996 h 10435941"/>
                  <a:gd name="connsiteX124-45309" fmla="*/ 4560483 w 10490654"/>
                  <a:gd name="connsiteY124-45310" fmla="*/ 6840580 h 10435941"/>
                  <a:gd name="connsiteX125-45311" fmla="*/ 4496504 w 10490654"/>
                  <a:gd name="connsiteY125-45312" fmla="*/ 6706626 h 10435941"/>
                  <a:gd name="connsiteX126-45313" fmla="*/ 4326990 w 10490654"/>
                  <a:gd name="connsiteY126-45314" fmla="*/ 6826329 h 10435941"/>
                  <a:gd name="connsiteX127-45315" fmla="*/ 4011344 w 10490654"/>
                  <a:gd name="connsiteY127-45316" fmla="*/ 6862493 h 10435941"/>
                  <a:gd name="connsiteX128-45317" fmla="*/ 3976254 w 10490654"/>
                  <a:gd name="connsiteY128-45318" fmla="*/ 7069881 h 10435941"/>
                  <a:gd name="connsiteX129-45319" fmla="*/ 3932667 w 10490654"/>
                  <a:gd name="connsiteY129-45320" fmla="*/ 7281279 h 10435941"/>
                  <a:gd name="connsiteX130-45321" fmla="*/ 3884155 w 10490654"/>
                  <a:gd name="connsiteY130-45322" fmla="*/ 7403480 h 10435941"/>
                  <a:gd name="connsiteX131-45323" fmla="*/ 3572499 w 10490654"/>
                  <a:gd name="connsiteY131-45324" fmla="*/ 7365450 h 10435941"/>
                  <a:gd name="connsiteX132-45325" fmla="*/ 3311236 w 10490654"/>
                  <a:gd name="connsiteY132-45326" fmla="*/ 7402390 h 10435941"/>
                  <a:gd name="connsiteX133-45327" fmla="*/ 2921540 w 10490654"/>
                  <a:gd name="connsiteY133-45328" fmla="*/ 7414475 h 10435941"/>
                  <a:gd name="connsiteX134-45329" fmla="*/ 2748111 w 10490654"/>
                  <a:gd name="connsiteY134-45330" fmla="*/ 7166777 h 10435941"/>
                  <a:gd name="connsiteX135-45331" fmla="*/ 2586329 w 10490654"/>
                  <a:gd name="connsiteY135-45332" fmla="*/ 6908102 h 10435941"/>
                  <a:gd name="connsiteX136-45333" fmla="*/ 2406108 w 10490654"/>
                  <a:gd name="connsiteY136-45334" fmla="*/ 6257406 h 10435941"/>
                  <a:gd name="connsiteX137-45335" fmla="*/ 2327563 w 10490654"/>
                  <a:gd name="connsiteY137-45336" fmla="*/ 6224753 h 10435941"/>
                  <a:gd name="connsiteX138-45337" fmla="*/ 1662545 w 10490654"/>
                  <a:gd name="connsiteY138-45338" fmla="*/ 6197044 h 10435941"/>
                  <a:gd name="connsiteX139-45339" fmla="*/ 1233054 w 10490654"/>
                  <a:gd name="connsiteY139-45340" fmla="*/ 6197044 h 10435941"/>
                  <a:gd name="connsiteX140-45341" fmla="*/ 1136072 w 10490654"/>
                  <a:gd name="connsiteY140-45342" fmla="*/ 6252462 h 10435941"/>
                  <a:gd name="connsiteX141-45343" fmla="*/ 706582 w 10490654"/>
                  <a:gd name="connsiteY141-45344" fmla="*/ 6210899 h 10435941"/>
                  <a:gd name="connsiteX142-45345" fmla="*/ 318654 w 10490654"/>
                  <a:gd name="connsiteY142-45346" fmla="*/ 6238608 h 10435941"/>
                  <a:gd name="connsiteX143-45347" fmla="*/ 96982 w 10490654"/>
                  <a:gd name="connsiteY143-45348" fmla="*/ 6391008 h 10435941"/>
                  <a:gd name="connsiteX144-45349" fmla="*/ 0 w 10490654"/>
                  <a:gd name="connsiteY144-45350" fmla="*/ 6294026 h 10435941"/>
                  <a:gd name="connsiteX145-45351" fmla="*/ 83127 w 10490654"/>
                  <a:gd name="connsiteY145-45352" fmla="*/ 6238608 h 10435941"/>
                  <a:gd name="connsiteX0-45353" fmla="*/ 83127 w 10490654"/>
                  <a:gd name="connsiteY0-45354" fmla="*/ 6238608 h 10435941"/>
                  <a:gd name="connsiteX1-45355" fmla="*/ 129053 w 10490654"/>
                  <a:gd name="connsiteY1-45356" fmla="*/ 5799866 h 10435941"/>
                  <a:gd name="connsiteX2-45357" fmla="*/ 401782 w 10490654"/>
                  <a:gd name="connsiteY2-45358" fmla="*/ 5532026 h 10435941"/>
                  <a:gd name="connsiteX3-45359" fmla="*/ 651163 w 10490654"/>
                  <a:gd name="connsiteY3-45360" fmla="*/ 5670572 h 10435941"/>
                  <a:gd name="connsiteX4-45361" fmla="*/ 858982 w 10490654"/>
                  <a:gd name="connsiteY4-45362" fmla="*/ 5504317 h 10435941"/>
                  <a:gd name="connsiteX5-45363" fmla="*/ 997527 w 10490654"/>
                  <a:gd name="connsiteY5-45364" fmla="*/ 5351917 h 10435941"/>
                  <a:gd name="connsiteX6-45365" fmla="*/ 1080654 w 10490654"/>
                  <a:gd name="connsiteY6-45366" fmla="*/ 5435044 h 10435941"/>
                  <a:gd name="connsiteX7-45367" fmla="*/ 1269312 w 10490654"/>
                  <a:gd name="connsiteY7-45368" fmla="*/ 5679710 h 10435941"/>
                  <a:gd name="connsiteX8-45369" fmla="*/ 1523116 w 10490654"/>
                  <a:gd name="connsiteY8-45370" fmla="*/ 5481030 h 10435941"/>
                  <a:gd name="connsiteX9-45371" fmla="*/ 1731818 w 10490654"/>
                  <a:gd name="connsiteY9-45372" fmla="*/ 5296499 h 10435941"/>
                  <a:gd name="connsiteX10-45373" fmla="*/ 2022763 w 10490654"/>
                  <a:gd name="connsiteY10-45374" fmla="*/ 5060972 h 10435941"/>
                  <a:gd name="connsiteX11-45375" fmla="*/ 2119745 w 10490654"/>
                  <a:gd name="connsiteY11-45376" fmla="*/ 4631481 h 10435941"/>
                  <a:gd name="connsiteX12-45377" fmla="*/ 2172511 w 10490654"/>
                  <a:gd name="connsiteY12-45378" fmla="*/ 4164848 h 10435941"/>
                  <a:gd name="connsiteX13-45379" fmla="*/ 2355272 w 10490654"/>
                  <a:gd name="connsiteY13-45380" fmla="*/ 3855626 h 10435941"/>
                  <a:gd name="connsiteX14-45381" fmla="*/ 2752497 w 10490654"/>
                  <a:gd name="connsiteY14-45382" fmla="*/ 3475092 h 10435941"/>
                  <a:gd name="connsiteX15-45383" fmla="*/ 2978727 w 10490654"/>
                  <a:gd name="connsiteY15-45384" fmla="*/ 3259881 h 10435941"/>
                  <a:gd name="connsiteX16-45385" fmla="*/ 3006436 w 10490654"/>
                  <a:gd name="connsiteY16-45386" fmla="*/ 2816535 h 10435941"/>
                  <a:gd name="connsiteX17-45387" fmla="*/ 3075709 w 10490654"/>
                  <a:gd name="connsiteY17-45388" fmla="*/ 2525590 h 10435941"/>
                  <a:gd name="connsiteX18-45389" fmla="*/ 3075709 w 10490654"/>
                  <a:gd name="connsiteY18-45390" fmla="*/ 2317772 h 10435941"/>
                  <a:gd name="connsiteX19-45391" fmla="*/ 3214254 w 10490654"/>
                  <a:gd name="connsiteY19-45392" fmla="*/ 1985262 h 10435941"/>
                  <a:gd name="connsiteX20-45393" fmla="*/ 3214254 w 10490654"/>
                  <a:gd name="connsiteY20-45394" fmla="*/ 1694317 h 10435941"/>
                  <a:gd name="connsiteX21-45395" fmla="*/ 3513454 w 10490654"/>
                  <a:gd name="connsiteY21-45396" fmla="*/ 1126281 h 10435941"/>
                  <a:gd name="connsiteX22-45397" fmla="*/ 3463636 w 10490654"/>
                  <a:gd name="connsiteY22-45398" fmla="*/ 752208 h 10435941"/>
                  <a:gd name="connsiteX23-45399" fmla="*/ 3491345 w 10490654"/>
                  <a:gd name="connsiteY23-45400" fmla="*/ 544390 h 10435941"/>
                  <a:gd name="connsiteX24-45401" fmla="*/ 3823854 w 10490654"/>
                  <a:gd name="connsiteY24-45402" fmla="*/ 184172 h 10435941"/>
                  <a:gd name="connsiteX25-45403" fmla="*/ 4017818 w 10490654"/>
                  <a:gd name="connsiteY25-45404" fmla="*/ 59481 h 10435941"/>
                  <a:gd name="connsiteX26-45405" fmla="*/ 4433454 w 10490654"/>
                  <a:gd name="connsiteY26-45406" fmla="*/ 295008 h 10435941"/>
                  <a:gd name="connsiteX27-45407" fmla="*/ 4599709 w 10490654"/>
                  <a:gd name="connsiteY27-45408" fmla="*/ 488972 h 10435941"/>
                  <a:gd name="connsiteX28-45409" fmla="*/ 5070763 w 10490654"/>
                  <a:gd name="connsiteY28-45410" fmla="*/ 544390 h 10435941"/>
                  <a:gd name="connsiteX29-45411" fmla="*/ 5391187 w 10490654"/>
                  <a:gd name="connsiteY29-45412" fmla="*/ 603639 h 10435941"/>
                  <a:gd name="connsiteX30-45413" fmla="*/ 5568642 w 10490654"/>
                  <a:gd name="connsiteY30-45414" fmla="*/ 588271 h 10435941"/>
                  <a:gd name="connsiteX31-45415" fmla="*/ 5860472 w 10490654"/>
                  <a:gd name="connsiteY31-45416" fmla="*/ 281153 h 10435941"/>
                  <a:gd name="connsiteX32-45417" fmla="*/ 6123709 w 10490654"/>
                  <a:gd name="connsiteY32-45418" fmla="*/ 322717 h 10435941"/>
                  <a:gd name="connsiteX33-45419" fmla="*/ 6541900 w 10490654"/>
                  <a:gd name="connsiteY33-45420" fmla="*/ 168233 h 10435941"/>
                  <a:gd name="connsiteX34-45421" fmla="*/ 6681722 w 10490654"/>
                  <a:gd name="connsiteY34-45422" fmla="*/ 107503 h 10435941"/>
                  <a:gd name="connsiteX35-45423" fmla="*/ 7011678 w 10490654"/>
                  <a:gd name="connsiteY35-45424" fmla="*/ 198026 h 10435941"/>
                  <a:gd name="connsiteX36-45425" fmla="*/ 7232072 w 10490654"/>
                  <a:gd name="connsiteY36-45426" fmla="*/ 17917 h 10435941"/>
                  <a:gd name="connsiteX37-45427" fmla="*/ 7379107 w 10490654"/>
                  <a:gd name="connsiteY37-45428" fmla="*/ 0 h 10435941"/>
                  <a:gd name="connsiteX38-45429" fmla="*/ 7600859 w 10490654"/>
                  <a:gd name="connsiteY38-45430" fmla="*/ 41248 h 10435941"/>
                  <a:gd name="connsiteX39-45431" fmla="*/ 7910945 w 10490654"/>
                  <a:gd name="connsiteY39-45432" fmla="*/ 128753 h 10435941"/>
                  <a:gd name="connsiteX40-45433" fmla="*/ 8312727 w 10490654"/>
                  <a:gd name="connsiteY40-45434" fmla="*/ 59481 h 10435941"/>
                  <a:gd name="connsiteX41-45435" fmla="*/ 8647005 w 10490654"/>
                  <a:gd name="connsiteY41-45436" fmla="*/ 396707 h 10435941"/>
                  <a:gd name="connsiteX42-45437" fmla="*/ 8908472 w 10490654"/>
                  <a:gd name="connsiteY42-45438" fmla="*/ 544390 h 10435941"/>
                  <a:gd name="connsiteX43-45439" fmla="*/ 9146732 w 10490654"/>
                  <a:gd name="connsiteY43-45440" fmla="*/ 420846 h 10435941"/>
                  <a:gd name="connsiteX44-45441" fmla="*/ 9372965 w 10490654"/>
                  <a:gd name="connsiteY44-45442" fmla="*/ 466363 h 10435941"/>
                  <a:gd name="connsiteX45-45443" fmla="*/ 9518072 w 10490654"/>
                  <a:gd name="connsiteY45-45444" fmla="*/ 367819 h 10435941"/>
                  <a:gd name="connsiteX46-45445" fmla="*/ 9646301 w 10490654"/>
                  <a:gd name="connsiteY46-45446" fmla="*/ 369587 h 10435941"/>
                  <a:gd name="connsiteX47-45447" fmla="*/ 10002982 w 10490654"/>
                  <a:gd name="connsiteY47-45448" fmla="*/ 793772 h 10435941"/>
                  <a:gd name="connsiteX48-45449" fmla="*/ 10238509 w 10490654"/>
                  <a:gd name="connsiteY48-45450" fmla="*/ 987735 h 10435941"/>
                  <a:gd name="connsiteX49-45451" fmla="*/ 10224654 w 10490654"/>
                  <a:gd name="connsiteY49-45452" fmla="*/ 1250972 h 10435941"/>
                  <a:gd name="connsiteX50-45453" fmla="*/ 10238509 w 10490654"/>
                  <a:gd name="connsiteY50-45454" fmla="*/ 1444935 h 10435941"/>
                  <a:gd name="connsiteX51-45455" fmla="*/ 10243066 w 10490654"/>
                  <a:gd name="connsiteY51-45456" fmla="*/ 1580249 h 10435941"/>
                  <a:gd name="connsiteX52-45457" fmla="*/ 10490654 w 10490654"/>
                  <a:gd name="connsiteY52-45458" fmla="*/ 1753897 h 10435941"/>
                  <a:gd name="connsiteX53-45459" fmla="*/ 10077929 w 10490654"/>
                  <a:gd name="connsiteY53-45460" fmla="*/ 2207269 h 10435941"/>
                  <a:gd name="connsiteX54-45461" fmla="*/ 9781309 w 10490654"/>
                  <a:gd name="connsiteY54-45462" fmla="*/ 2497881 h 10435941"/>
                  <a:gd name="connsiteX55-45463" fmla="*/ 9580055 w 10490654"/>
                  <a:gd name="connsiteY55-45464" fmla="*/ 3426134 h 10435941"/>
                  <a:gd name="connsiteX56-45465" fmla="*/ 9532477 w 10490654"/>
                  <a:gd name="connsiteY56-45466" fmla="*/ 3685207 h 10435941"/>
                  <a:gd name="connsiteX57-45467" fmla="*/ 9365672 w 10490654"/>
                  <a:gd name="connsiteY57-45468" fmla="*/ 3911044 h 10435941"/>
                  <a:gd name="connsiteX58-45469" fmla="*/ 9310254 w 10490654"/>
                  <a:gd name="connsiteY58-45470" fmla="*/ 4077299 h 10435941"/>
                  <a:gd name="connsiteX59-45471" fmla="*/ 9236422 w 10490654"/>
                  <a:gd name="connsiteY59-45472" fmla="*/ 4285117 h 10435941"/>
                  <a:gd name="connsiteX60-45473" fmla="*/ 9205255 w 10490654"/>
                  <a:gd name="connsiteY60-45474" fmla="*/ 4430122 h 10435941"/>
                  <a:gd name="connsiteX61-45475" fmla="*/ 9337963 w 10490654"/>
                  <a:gd name="connsiteY61-45476" fmla="*/ 4659190 h 10435941"/>
                  <a:gd name="connsiteX62-45477" fmla="*/ 9382180 w 10490654"/>
                  <a:gd name="connsiteY62-45478" fmla="*/ 4915057 h 10435941"/>
                  <a:gd name="connsiteX63-45479" fmla="*/ 9397939 w 10490654"/>
                  <a:gd name="connsiteY63-45480" fmla="*/ 5208060 h 10435941"/>
                  <a:gd name="connsiteX64-45481" fmla="*/ 9383359 w 10490654"/>
                  <a:gd name="connsiteY64-45482" fmla="*/ 5615153 h 10435941"/>
                  <a:gd name="connsiteX65-45483" fmla="*/ 9518623 w 10490654"/>
                  <a:gd name="connsiteY65-45484" fmla="*/ 5975373 h 10435941"/>
                  <a:gd name="connsiteX66-45485" fmla="*/ 9540496 w 10490654"/>
                  <a:gd name="connsiteY66-45486" fmla="*/ 6403714 h 10435941"/>
                  <a:gd name="connsiteX67-45487" fmla="*/ 9933709 w 10490654"/>
                  <a:gd name="connsiteY67-45488" fmla="*/ 6862062 h 10435941"/>
                  <a:gd name="connsiteX68-45489" fmla="*/ 10052074 w 10490654"/>
                  <a:gd name="connsiteY68-45490" fmla="*/ 7221396 h 10435941"/>
                  <a:gd name="connsiteX69-45491" fmla="*/ 10232908 w 10490654"/>
                  <a:gd name="connsiteY69-45492" fmla="*/ 7514995 h 10435941"/>
                  <a:gd name="connsiteX70-45493" fmla="*/ 9670472 w 10490654"/>
                  <a:gd name="connsiteY70-45494" fmla="*/ 7540935 h 10435941"/>
                  <a:gd name="connsiteX71-45495" fmla="*/ 9174087 w 10490654"/>
                  <a:gd name="connsiteY71-45496" fmla="*/ 7651772 h 10435941"/>
                  <a:gd name="connsiteX72-45497" fmla="*/ 9128871 w 10490654"/>
                  <a:gd name="connsiteY72-45498" fmla="*/ 7790317 h 10435941"/>
                  <a:gd name="connsiteX73-45499" fmla="*/ 9019309 w 10490654"/>
                  <a:gd name="connsiteY73-45500" fmla="*/ 7998135 h 10435941"/>
                  <a:gd name="connsiteX74-45501" fmla="*/ 8933823 w 10490654"/>
                  <a:gd name="connsiteY74-45502" fmla="*/ 8085908 h 10435941"/>
                  <a:gd name="connsiteX75-45503" fmla="*/ 9036787 w 10490654"/>
                  <a:gd name="connsiteY75-45504" fmla="*/ 8313437 h 10435941"/>
                  <a:gd name="connsiteX76-45505" fmla="*/ 9027559 w 10490654"/>
                  <a:gd name="connsiteY76-45506" fmla="*/ 8524608 h 10435941"/>
                  <a:gd name="connsiteX77-45507" fmla="*/ 8993669 w 10490654"/>
                  <a:gd name="connsiteY77-45508" fmla="*/ 8758113 h 10435941"/>
                  <a:gd name="connsiteX78-45509" fmla="*/ 8991600 w 10490654"/>
                  <a:gd name="connsiteY78-45510" fmla="*/ 8967953 h 10435941"/>
                  <a:gd name="connsiteX79-45511" fmla="*/ 8894618 w 10490654"/>
                  <a:gd name="connsiteY79-45512" fmla="*/ 9272753 h 10435941"/>
                  <a:gd name="connsiteX80-45513" fmla="*/ 8922328 w 10490654"/>
                  <a:gd name="connsiteY80-45514" fmla="*/ 9578490 h 10435941"/>
                  <a:gd name="connsiteX81-45515" fmla="*/ 9138715 w 10490654"/>
                  <a:gd name="connsiteY81-45516" fmla="*/ 9750056 h 10435941"/>
                  <a:gd name="connsiteX82-45517" fmla="*/ 9231789 w 10490654"/>
                  <a:gd name="connsiteY82-45518" fmla="*/ 9890275 h 10435941"/>
                  <a:gd name="connsiteX83-45519" fmla="*/ 9462870 w 10490654"/>
                  <a:gd name="connsiteY83-45520" fmla="*/ 9929452 h 10435941"/>
                  <a:gd name="connsiteX84-45521" fmla="*/ 9472032 w 10490654"/>
                  <a:gd name="connsiteY84-45522" fmla="*/ 9818955 h 10435941"/>
                  <a:gd name="connsiteX85-45523" fmla="*/ 9620746 w 10490654"/>
                  <a:gd name="connsiteY85-45524" fmla="*/ 9758904 h 10435941"/>
                  <a:gd name="connsiteX86-45525" fmla="*/ 9632264 w 10490654"/>
                  <a:gd name="connsiteY86-45526" fmla="*/ 10334695 h 10435941"/>
                  <a:gd name="connsiteX87-45527" fmla="*/ 9504664 w 10490654"/>
                  <a:gd name="connsiteY87-45528" fmla="*/ 10338313 h 10435941"/>
                  <a:gd name="connsiteX88-45529" fmla="*/ 9328580 w 10490654"/>
                  <a:gd name="connsiteY88-45530" fmla="*/ 10427202 h 10435941"/>
                  <a:gd name="connsiteX89-45531" fmla="*/ 9204220 w 10490654"/>
                  <a:gd name="connsiteY89-45532" fmla="*/ 10435941 h 10435941"/>
                  <a:gd name="connsiteX90-45533" fmla="*/ 9065234 w 10490654"/>
                  <a:gd name="connsiteY90-45534" fmla="*/ 10122103 h 10435941"/>
                  <a:gd name="connsiteX91-45535" fmla="*/ 8954319 w 10490654"/>
                  <a:gd name="connsiteY91-45536" fmla="*/ 10072174 h 10435941"/>
                  <a:gd name="connsiteX92-45537" fmla="*/ 8793275 w 10490654"/>
                  <a:gd name="connsiteY92-45538" fmla="*/ 9863725 h 10435941"/>
                  <a:gd name="connsiteX93-45539" fmla="*/ 8479422 w 10490654"/>
                  <a:gd name="connsiteY93-45540" fmla="*/ 9748287 h 10435941"/>
                  <a:gd name="connsiteX94-45541" fmla="*/ 8359423 w 10490654"/>
                  <a:gd name="connsiteY94-45542" fmla="*/ 9651431 h 10435941"/>
                  <a:gd name="connsiteX95-45543" fmla="*/ 8285018 w 10490654"/>
                  <a:gd name="connsiteY95-45544" fmla="*/ 9480572 h 10435941"/>
                  <a:gd name="connsiteX96-45545" fmla="*/ 8243564 w 10490654"/>
                  <a:gd name="connsiteY96-45546" fmla="*/ 9374254 h 10435941"/>
                  <a:gd name="connsiteX97-45547" fmla="*/ 8146472 w 10490654"/>
                  <a:gd name="connsiteY97-45548" fmla="*/ 9355881 h 10435941"/>
                  <a:gd name="connsiteX98-45549" fmla="*/ 8091054 w 10490654"/>
                  <a:gd name="connsiteY98-45550" fmla="*/ 9577553 h 10435941"/>
                  <a:gd name="connsiteX99-45551" fmla="*/ 7948364 w 10490654"/>
                  <a:gd name="connsiteY99-45552" fmla="*/ 9610939 h 10435941"/>
                  <a:gd name="connsiteX100-45553" fmla="*/ 7595184 w 10490654"/>
                  <a:gd name="connsiteY100-45554" fmla="*/ 9552340 h 10435941"/>
                  <a:gd name="connsiteX101-45555" fmla="*/ 7456879 w 10490654"/>
                  <a:gd name="connsiteY101-45556" fmla="*/ 9485198 h 10435941"/>
                  <a:gd name="connsiteX102-45557" fmla="*/ 7264584 w 10490654"/>
                  <a:gd name="connsiteY102-45558" fmla="*/ 9449904 h 10435941"/>
                  <a:gd name="connsiteX103-45559" fmla="*/ 7171401 w 10490654"/>
                  <a:gd name="connsiteY103-45560" fmla="*/ 9200180 h 10435941"/>
                  <a:gd name="connsiteX104-45561" fmla="*/ 6954982 w 10490654"/>
                  <a:gd name="connsiteY104-45562" fmla="*/ 9189626 h 10435941"/>
                  <a:gd name="connsiteX105-45563" fmla="*/ 6674084 w 10490654"/>
                  <a:gd name="connsiteY105-45564" fmla="*/ 9285034 h 10435941"/>
                  <a:gd name="connsiteX106-45565" fmla="*/ 6679359 w 10490654"/>
                  <a:gd name="connsiteY106-45566" fmla="*/ 9099745 h 10435941"/>
                  <a:gd name="connsiteX107-45567" fmla="*/ 6552868 w 10490654"/>
                  <a:gd name="connsiteY107-45568" fmla="*/ 9013951 h 10435941"/>
                  <a:gd name="connsiteX108-45569" fmla="*/ 6428509 w 10490654"/>
                  <a:gd name="connsiteY108-45570" fmla="*/ 8954099 h 10435941"/>
                  <a:gd name="connsiteX109-45571" fmla="*/ 6325922 w 10490654"/>
                  <a:gd name="connsiteY109-45572" fmla="*/ 9057307 h 10435941"/>
                  <a:gd name="connsiteX110-45573" fmla="*/ 6167763 w 10490654"/>
                  <a:gd name="connsiteY110-45574" fmla="*/ 8978227 h 10435941"/>
                  <a:gd name="connsiteX111-45575" fmla="*/ 6002132 w 10490654"/>
                  <a:gd name="connsiteY111-45576" fmla="*/ 9093734 h 10435941"/>
                  <a:gd name="connsiteX112-45577" fmla="*/ 5735890 w 10490654"/>
                  <a:gd name="connsiteY112-45578" fmla="*/ 9101726 h 10435941"/>
                  <a:gd name="connsiteX113-45579" fmla="*/ 5674760 w 10490654"/>
                  <a:gd name="connsiteY113-45580" fmla="*/ 9081904 h 10435941"/>
                  <a:gd name="connsiteX114-45581" fmla="*/ 5507415 w 10490654"/>
                  <a:gd name="connsiteY114-45582" fmla="*/ 9128137 h 10435941"/>
                  <a:gd name="connsiteX115-45583" fmla="*/ 5505859 w 10490654"/>
                  <a:gd name="connsiteY115-45584" fmla="*/ 8870972 h 10435941"/>
                  <a:gd name="connsiteX116-45585" fmla="*/ 5505857 w 10490654"/>
                  <a:gd name="connsiteY116-45586" fmla="*/ 8634977 h 10435941"/>
                  <a:gd name="connsiteX117-45587" fmla="*/ 5336024 w 10490654"/>
                  <a:gd name="connsiteY117-45588" fmla="*/ 8333292 h 10435941"/>
                  <a:gd name="connsiteX118-45589" fmla="*/ 5230324 w 10490654"/>
                  <a:gd name="connsiteY118-45590" fmla="*/ 8082820 h 10435941"/>
                  <a:gd name="connsiteX119-45591" fmla="*/ 5317031 w 10490654"/>
                  <a:gd name="connsiteY119-45592" fmla="*/ 7610208 h 10435941"/>
                  <a:gd name="connsiteX120-45593" fmla="*/ 5201059 w 10490654"/>
                  <a:gd name="connsiteY120-45594" fmla="*/ 7320352 h 10435941"/>
                  <a:gd name="connsiteX121-45595" fmla="*/ 5250872 w 10490654"/>
                  <a:gd name="connsiteY121-45596" fmla="*/ 7069881 h 10435941"/>
                  <a:gd name="connsiteX122-45597" fmla="*/ 5254899 w 10490654"/>
                  <a:gd name="connsiteY122-45598" fmla="*/ 6935795 h 10435941"/>
                  <a:gd name="connsiteX123-45599" fmla="*/ 4577603 w 10490654"/>
                  <a:gd name="connsiteY123-45600" fmla="*/ 7013996 h 10435941"/>
                  <a:gd name="connsiteX124-45601" fmla="*/ 4560483 w 10490654"/>
                  <a:gd name="connsiteY124-45602" fmla="*/ 6840580 h 10435941"/>
                  <a:gd name="connsiteX125-45603" fmla="*/ 4496504 w 10490654"/>
                  <a:gd name="connsiteY125-45604" fmla="*/ 6706626 h 10435941"/>
                  <a:gd name="connsiteX126-45605" fmla="*/ 4326990 w 10490654"/>
                  <a:gd name="connsiteY126-45606" fmla="*/ 6826329 h 10435941"/>
                  <a:gd name="connsiteX127-45607" fmla="*/ 4011344 w 10490654"/>
                  <a:gd name="connsiteY127-45608" fmla="*/ 6862493 h 10435941"/>
                  <a:gd name="connsiteX128-45609" fmla="*/ 3976254 w 10490654"/>
                  <a:gd name="connsiteY128-45610" fmla="*/ 7069881 h 10435941"/>
                  <a:gd name="connsiteX129-45611" fmla="*/ 3932667 w 10490654"/>
                  <a:gd name="connsiteY129-45612" fmla="*/ 7281279 h 10435941"/>
                  <a:gd name="connsiteX130-45613" fmla="*/ 3884155 w 10490654"/>
                  <a:gd name="connsiteY130-45614" fmla="*/ 7403480 h 10435941"/>
                  <a:gd name="connsiteX131-45615" fmla="*/ 3572499 w 10490654"/>
                  <a:gd name="connsiteY131-45616" fmla="*/ 7365450 h 10435941"/>
                  <a:gd name="connsiteX132-45617" fmla="*/ 3311236 w 10490654"/>
                  <a:gd name="connsiteY132-45618" fmla="*/ 7402390 h 10435941"/>
                  <a:gd name="connsiteX133-45619" fmla="*/ 2921540 w 10490654"/>
                  <a:gd name="connsiteY133-45620" fmla="*/ 7414475 h 10435941"/>
                  <a:gd name="connsiteX134-45621" fmla="*/ 2748111 w 10490654"/>
                  <a:gd name="connsiteY134-45622" fmla="*/ 7166777 h 10435941"/>
                  <a:gd name="connsiteX135-45623" fmla="*/ 2586329 w 10490654"/>
                  <a:gd name="connsiteY135-45624" fmla="*/ 6908102 h 10435941"/>
                  <a:gd name="connsiteX136-45625" fmla="*/ 2406108 w 10490654"/>
                  <a:gd name="connsiteY136-45626" fmla="*/ 6257406 h 10435941"/>
                  <a:gd name="connsiteX137-45627" fmla="*/ 2327563 w 10490654"/>
                  <a:gd name="connsiteY137-45628" fmla="*/ 6224753 h 10435941"/>
                  <a:gd name="connsiteX138-45629" fmla="*/ 1662545 w 10490654"/>
                  <a:gd name="connsiteY138-45630" fmla="*/ 6197044 h 10435941"/>
                  <a:gd name="connsiteX139-45631" fmla="*/ 1233054 w 10490654"/>
                  <a:gd name="connsiteY139-45632" fmla="*/ 6197044 h 10435941"/>
                  <a:gd name="connsiteX140-45633" fmla="*/ 1136072 w 10490654"/>
                  <a:gd name="connsiteY140-45634" fmla="*/ 6252462 h 10435941"/>
                  <a:gd name="connsiteX141-45635" fmla="*/ 706582 w 10490654"/>
                  <a:gd name="connsiteY141-45636" fmla="*/ 6210899 h 10435941"/>
                  <a:gd name="connsiteX142-45637" fmla="*/ 318654 w 10490654"/>
                  <a:gd name="connsiteY142-45638" fmla="*/ 6238608 h 10435941"/>
                  <a:gd name="connsiteX143-45639" fmla="*/ 96982 w 10490654"/>
                  <a:gd name="connsiteY143-45640" fmla="*/ 6391008 h 10435941"/>
                  <a:gd name="connsiteX144-45641" fmla="*/ 0 w 10490654"/>
                  <a:gd name="connsiteY144-45642" fmla="*/ 6294026 h 10435941"/>
                  <a:gd name="connsiteX145-45643" fmla="*/ 83127 w 10490654"/>
                  <a:gd name="connsiteY145-45644" fmla="*/ 6238608 h 10435941"/>
                  <a:gd name="connsiteX0-45645" fmla="*/ 87709 w 10490654"/>
                  <a:gd name="connsiteY0-45646" fmla="*/ 6114298 h 10435941"/>
                  <a:gd name="connsiteX1-45647" fmla="*/ 129053 w 10490654"/>
                  <a:gd name="connsiteY1-45648" fmla="*/ 5799866 h 10435941"/>
                  <a:gd name="connsiteX2-45649" fmla="*/ 401782 w 10490654"/>
                  <a:gd name="connsiteY2-45650" fmla="*/ 5532026 h 10435941"/>
                  <a:gd name="connsiteX3-45651" fmla="*/ 651163 w 10490654"/>
                  <a:gd name="connsiteY3-45652" fmla="*/ 5670572 h 10435941"/>
                  <a:gd name="connsiteX4-45653" fmla="*/ 858982 w 10490654"/>
                  <a:gd name="connsiteY4-45654" fmla="*/ 5504317 h 10435941"/>
                  <a:gd name="connsiteX5-45655" fmla="*/ 997527 w 10490654"/>
                  <a:gd name="connsiteY5-45656" fmla="*/ 5351917 h 10435941"/>
                  <a:gd name="connsiteX6-45657" fmla="*/ 1080654 w 10490654"/>
                  <a:gd name="connsiteY6-45658" fmla="*/ 5435044 h 10435941"/>
                  <a:gd name="connsiteX7-45659" fmla="*/ 1269312 w 10490654"/>
                  <a:gd name="connsiteY7-45660" fmla="*/ 5679710 h 10435941"/>
                  <a:gd name="connsiteX8-45661" fmla="*/ 1523116 w 10490654"/>
                  <a:gd name="connsiteY8-45662" fmla="*/ 5481030 h 10435941"/>
                  <a:gd name="connsiteX9-45663" fmla="*/ 1731818 w 10490654"/>
                  <a:gd name="connsiteY9-45664" fmla="*/ 5296499 h 10435941"/>
                  <a:gd name="connsiteX10-45665" fmla="*/ 2022763 w 10490654"/>
                  <a:gd name="connsiteY10-45666" fmla="*/ 5060972 h 10435941"/>
                  <a:gd name="connsiteX11-45667" fmla="*/ 2119745 w 10490654"/>
                  <a:gd name="connsiteY11-45668" fmla="*/ 4631481 h 10435941"/>
                  <a:gd name="connsiteX12-45669" fmla="*/ 2172511 w 10490654"/>
                  <a:gd name="connsiteY12-45670" fmla="*/ 4164848 h 10435941"/>
                  <a:gd name="connsiteX13-45671" fmla="*/ 2355272 w 10490654"/>
                  <a:gd name="connsiteY13-45672" fmla="*/ 3855626 h 10435941"/>
                  <a:gd name="connsiteX14-45673" fmla="*/ 2752497 w 10490654"/>
                  <a:gd name="connsiteY14-45674" fmla="*/ 3475092 h 10435941"/>
                  <a:gd name="connsiteX15-45675" fmla="*/ 2978727 w 10490654"/>
                  <a:gd name="connsiteY15-45676" fmla="*/ 3259881 h 10435941"/>
                  <a:gd name="connsiteX16-45677" fmla="*/ 3006436 w 10490654"/>
                  <a:gd name="connsiteY16-45678" fmla="*/ 2816535 h 10435941"/>
                  <a:gd name="connsiteX17-45679" fmla="*/ 3075709 w 10490654"/>
                  <a:gd name="connsiteY17-45680" fmla="*/ 2525590 h 10435941"/>
                  <a:gd name="connsiteX18-45681" fmla="*/ 3075709 w 10490654"/>
                  <a:gd name="connsiteY18-45682" fmla="*/ 2317772 h 10435941"/>
                  <a:gd name="connsiteX19-45683" fmla="*/ 3214254 w 10490654"/>
                  <a:gd name="connsiteY19-45684" fmla="*/ 1985262 h 10435941"/>
                  <a:gd name="connsiteX20-45685" fmla="*/ 3214254 w 10490654"/>
                  <a:gd name="connsiteY20-45686" fmla="*/ 1694317 h 10435941"/>
                  <a:gd name="connsiteX21-45687" fmla="*/ 3513454 w 10490654"/>
                  <a:gd name="connsiteY21-45688" fmla="*/ 1126281 h 10435941"/>
                  <a:gd name="connsiteX22-45689" fmla="*/ 3463636 w 10490654"/>
                  <a:gd name="connsiteY22-45690" fmla="*/ 752208 h 10435941"/>
                  <a:gd name="connsiteX23-45691" fmla="*/ 3491345 w 10490654"/>
                  <a:gd name="connsiteY23-45692" fmla="*/ 544390 h 10435941"/>
                  <a:gd name="connsiteX24-45693" fmla="*/ 3823854 w 10490654"/>
                  <a:gd name="connsiteY24-45694" fmla="*/ 184172 h 10435941"/>
                  <a:gd name="connsiteX25-45695" fmla="*/ 4017818 w 10490654"/>
                  <a:gd name="connsiteY25-45696" fmla="*/ 59481 h 10435941"/>
                  <a:gd name="connsiteX26-45697" fmla="*/ 4433454 w 10490654"/>
                  <a:gd name="connsiteY26-45698" fmla="*/ 295008 h 10435941"/>
                  <a:gd name="connsiteX27-45699" fmla="*/ 4599709 w 10490654"/>
                  <a:gd name="connsiteY27-45700" fmla="*/ 488972 h 10435941"/>
                  <a:gd name="connsiteX28-45701" fmla="*/ 5070763 w 10490654"/>
                  <a:gd name="connsiteY28-45702" fmla="*/ 544390 h 10435941"/>
                  <a:gd name="connsiteX29-45703" fmla="*/ 5391187 w 10490654"/>
                  <a:gd name="connsiteY29-45704" fmla="*/ 603639 h 10435941"/>
                  <a:gd name="connsiteX30-45705" fmla="*/ 5568642 w 10490654"/>
                  <a:gd name="connsiteY30-45706" fmla="*/ 588271 h 10435941"/>
                  <a:gd name="connsiteX31-45707" fmla="*/ 5860472 w 10490654"/>
                  <a:gd name="connsiteY31-45708" fmla="*/ 281153 h 10435941"/>
                  <a:gd name="connsiteX32-45709" fmla="*/ 6123709 w 10490654"/>
                  <a:gd name="connsiteY32-45710" fmla="*/ 322717 h 10435941"/>
                  <a:gd name="connsiteX33-45711" fmla="*/ 6541900 w 10490654"/>
                  <a:gd name="connsiteY33-45712" fmla="*/ 168233 h 10435941"/>
                  <a:gd name="connsiteX34-45713" fmla="*/ 6681722 w 10490654"/>
                  <a:gd name="connsiteY34-45714" fmla="*/ 107503 h 10435941"/>
                  <a:gd name="connsiteX35-45715" fmla="*/ 7011678 w 10490654"/>
                  <a:gd name="connsiteY35-45716" fmla="*/ 198026 h 10435941"/>
                  <a:gd name="connsiteX36-45717" fmla="*/ 7232072 w 10490654"/>
                  <a:gd name="connsiteY36-45718" fmla="*/ 17917 h 10435941"/>
                  <a:gd name="connsiteX37-45719" fmla="*/ 7379107 w 10490654"/>
                  <a:gd name="connsiteY37-45720" fmla="*/ 0 h 10435941"/>
                  <a:gd name="connsiteX38-45721" fmla="*/ 7600859 w 10490654"/>
                  <a:gd name="connsiteY38-45722" fmla="*/ 41248 h 10435941"/>
                  <a:gd name="connsiteX39-45723" fmla="*/ 7910945 w 10490654"/>
                  <a:gd name="connsiteY39-45724" fmla="*/ 128753 h 10435941"/>
                  <a:gd name="connsiteX40-45725" fmla="*/ 8312727 w 10490654"/>
                  <a:gd name="connsiteY40-45726" fmla="*/ 59481 h 10435941"/>
                  <a:gd name="connsiteX41-45727" fmla="*/ 8647005 w 10490654"/>
                  <a:gd name="connsiteY41-45728" fmla="*/ 396707 h 10435941"/>
                  <a:gd name="connsiteX42-45729" fmla="*/ 8908472 w 10490654"/>
                  <a:gd name="connsiteY42-45730" fmla="*/ 544390 h 10435941"/>
                  <a:gd name="connsiteX43-45731" fmla="*/ 9146732 w 10490654"/>
                  <a:gd name="connsiteY43-45732" fmla="*/ 420846 h 10435941"/>
                  <a:gd name="connsiteX44-45733" fmla="*/ 9372965 w 10490654"/>
                  <a:gd name="connsiteY44-45734" fmla="*/ 466363 h 10435941"/>
                  <a:gd name="connsiteX45-45735" fmla="*/ 9518072 w 10490654"/>
                  <a:gd name="connsiteY45-45736" fmla="*/ 367819 h 10435941"/>
                  <a:gd name="connsiteX46-45737" fmla="*/ 9646301 w 10490654"/>
                  <a:gd name="connsiteY46-45738" fmla="*/ 369587 h 10435941"/>
                  <a:gd name="connsiteX47-45739" fmla="*/ 10002982 w 10490654"/>
                  <a:gd name="connsiteY47-45740" fmla="*/ 793772 h 10435941"/>
                  <a:gd name="connsiteX48-45741" fmla="*/ 10238509 w 10490654"/>
                  <a:gd name="connsiteY48-45742" fmla="*/ 987735 h 10435941"/>
                  <a:gd name="connsiteX49-45743" fmla="*/ 10224654 w 10490654"/>
                  <a:gd name="connsiteY49-45744" fmla="*/ 1250972 h 10435941"/>
                  <a:gd name="connsiteX50-45745" fmla="*/ 10238509 w 10490654"/>
                  <a:gd name="connsiteY50-45746" fmla="*/ 1444935 h 10435941"/>
                  <a:gd name="connsiteX51-45747" fmla="*/ 10243066 w 10490654"/>
                  <a:gd name="connsiteY51-45748" fmla="*/ 1580249 h 10435941"/>
                  <a:gd name="connsiteX52-45749" fmla="*/ 10490654 w 10490654"/>
                  <a:gd name="connsiteY52-45750" fmla="*/ 1753897 h 10435941"/>
                  <a:gd name="connsiteX53-45751" fmla="*/ 10077929 w 10490654"/>
                  <a:gd name="connsiteY53-45752" fmla="*/ 2207269 h 10435941"/>
                  <a:gd name="connsiteX54-45753" fmla="*/ 9781309 w 10490654"/>
                  <a:gd name="connsiteY54-45754" fmla="*/ 2497881 h 10435941"/>
                  <a:gd name="connsiteX55-45755" fmla="*/ 9580055 w 10490654"/>
                  <a:gd name="connsiteY55-45756" fmla="*/ 3426134 h 10435941"/>
                  <a:gd name="connsiteX56-45757" fmla="*/ 9532477 w 10490654"/>
                  <a:gd name="connsiteY56-45758" fmla="*/ 3685207 h 10435941"/>
                  <a:gd name="connsiteX57-45759" fmla="*/ 9365672 w 10490654"/>
                  <a:gd name="connsiteY57-45760" fmla="*/ 3911044 h 10435941"/>
                  <a:gd name="connsiteX58-45761" fmla="*/ 9310254 w 10490654"/>
                  <a:gd name="connsiteY58-45762" fmla="*/ 4077299 h 10435941"/>
                  <a:gd name="connsiteX59-45763" fmla="*/ 9236422 w 10490654"/>
                  <a:gd name="connsiteY59-45764" fmla="*/ 4285117 h 10435941"/>
                  <a:gd name="connsiteX60-45765" fmla="*/ 9205255 w 10490654"/>
                  <a:gd name="connsiteY60-45766" fmla="*/ 4430122 h 10435941"/>
                  <a:gd name="connsiteX61-45767" fmla="*/ 9337963 w 10490654"/>
                  <a:gd name="connsiteY61-45768" fmla="*/ 4659190 h 10435941"/>
                  <a:gd name="connsiteX62-45769" fmla="*/ 9382180 w 10490654"/>
                  <a:gd name="connsiteY62-45770" fmla="*/ 4915057 h 10435941"/>
                  <a:gd name="connsiteX63-45771" fmla="*/ 9397939 w 10490654"/>
                  <a:gd name="connsiteY63-45772" fmla="*/ 5208060 h 10435941"/>
                  <a:gd name="connsiteX64-45773" fmla="*/ 9383359 w 10490654"/>
                  <a:gd name="connsiteY64-45774" fmla="*/ 5615153 h 10435941"/>
                  <a:gd name="connsiteX65-45775" fmla="*/ 9518623 w 10490654"/>
                  <a:gd name="connsiteY65-45776" fmla="*/ 5975373 h 10435941"/>
                  <a:gd name="connsiteX66-45777" fmla="*/ 9540496 w 10490654"/>
                  <a:gd name="connsiteY66-45778" fmla="*/ 6403714 h 10435941"/>
                  <a:gd name="connsiteX67-45779" fmla="*/ 9933709 w 10490654"/>
                  <a:gd name="connsiteY67-45780" fmla="*/ 6862062 h 10435941"/>
                  <a:gd name="connsiteX68-45781" fmla="*/ 10052074 w 10490654"/>
                  <a:gd name="connsiteY68-45782" fmla="*/ 7221396 h 10435941"/>
                  <a:gd name="connsiteX69-45783" fmla="*/ 10232908 w 10490654"/>
                  <a:gd name="connsiteY69-45784" fmla="*/ 7514995 h 10435941"/>
                  <a:gd name="connsiteX70-45785" fmla="*/ 9670472 w 10490654"/>
                  <a:gd name="connsiteY70-45786" fmla="*/ 7540935 h 10435941"/>
                  <a:gd name="connsiteX71-45787" fmla="*/ 9174087 w 10490654"/>
                  <a:gd name="connsiteY71-45788" fmla="*/ 7651772 h 10435941"/>
                  <a:gd name="connsiteX72-45789" fmla="*/ 9128871 w 10490654"/>
                  <a:gd name="connsiteY72-45790" fmla="*/ 7790317 h 10435941"/>
                  <a:gd name="connsiteX73-45791" fmla="*/ 9019309 w 10490654"/>
                  <a:gd name="connsiteY73-45792" fmla="*/ 7998135 h 10435941"/>
                  <a:gd name="connsiteX74-45793" fmla="*/ 8933823 w 10490654"/>
                  <a:gd name="connsiteY74-45794" fmla="*/ 8085908 h 10435941"/>
                  <a:gd name="connsiteX75-45795" fmla="*/ 9036787 w 10490654"/>
                  <a:gd name="connsiteY75-45796" fmla="*/ 8313437 h 10435941"/>
                  <a:gd name="connsiteX76-45797" fmla="*/ 9027559 w 10490654"/>
                  <a:gd name="connsiteY76-45798" fmla="*/ 8524608 h 10435941"/>
                  <a:gd name="connsiteX77-45799" fmla="*/ 8993669 w 10490654"/>
                  <a:gd name="connsiteY77-45800" fmla="*/ 8758113 h 10435941"/>
                  <a:gd name="connsiteX78-45801" fmla="*/ 8991600 w 10490654"/>
                  <a:gd name="connsiteY78-45802" fmla="*/ 8967953 h 10435941"/>
                  <a:gd name="connsiteX79-45803" fmla="*/ 8894618 w 10490654"/>
                  <a:gd name="connsiteY79-45804" fmla="*/ 9272753 h 10435941"/>
                  <a:gd name="connsiteX80-45805" fmla="*/ 8922328 w 10490654"/>
                  <a:gd name="connsiteY80-45806" fmla="*/ 9578490 h 10435941"/>
                  <a:gd name="connsiteX81-45807" fmla="*/ 9138715 w 10490654"/>
                  <a:gd name="connsiteY81-45808" fmla="*/ 9750056 h 10435941"/>
                  <a:gd name="connsiteX82-45809" fmla="*/ 9231789 w 10490654"/>
                  <a:gd name="connsiteY82-45810" fmla="*/ 9890275 h 10435941"/>
                  <a:gd name="connsiteX83-45811" fmla="*/ 9462870 w 10490654"/>
                  <a:gd name="connsiteY83-45812" fmla="*/ 9929452 h 10435941"/>
                  <a:gd name="connsiteX84-45813" fmla="*/ 9472032 w 10490654"/>
                  <a:gd name="connsiteY84-45814" fmla="*/ 9818955 h 10435941"/>
                  <a:gd name="connsiteX85-45815" fmla="*/ 9620746 w 10490654"/>
                  <a:gd name="connsiteY85-45816" fmla="*/ 9758904 h 10435941"/>
                  <a:gd name="connsiteX86-45817" fmla="*/ 9632264 w 10490654"/>
                  <a:gd name="connsiteY86-45818" fmla="*/ 10334695 h 10435941"/>
                  <a:gd name="connsiteX87-45819" fmla="*/ 9504664 w 10490654"/>
                  <a:gd name="connsiteY87-45820" fmla="*/ 10338313 h 10435941"/>
                  <a:gd name="connsiteX88-45821" fmla="*/ 9328580 w 10490654"/>
                  <a:gd name="connsiteY88-45822" fmla="*/ 10427202 h 10435941"/>
                  <a:gd name="connsiteX89-45823" fmla="*/ 9204220 w 10490654"/>
                  <a:gd name="connsiteY89-45824" fmla="*/ 10435941 h 10435941"/>
                  <a:gd name="connsiteX90-45825" fmla="*/ 9065234 w 10490654"/>
                  <a:gd name="connsiteY90-45826" fmla="*/ 10122103 h 10435941"/>
                  <a:gd name="connsiteX91-45827" fmla="*/ 8954319 w 10490654"/>
                  <a:gd name="connsiteY91-45828" fmla="*/ 10072174 h 10435941"/>
                  <a:gd name="connsiteX92-45829" fmla="*/ 8793275 w 10490654"/>
                  <a:gd name="connsiteY92-45830" fmla="*/ 9863725 h 10435941"/>
                  <a:gd name="connsiteX93-45831" fmla="*/ 8479422 w 10490654"/>
                  <a:gd name="connsiteY93-45832" fmla="*/ 9748287 h 10435941"/>
                  <a:gd name="connsiteX94-45833" fmla="*/ 8359423 w 10490654"/>
                  <a:gd name="connsiteY94-45834" fmla="*/ 9651431 h 10435941"/>
                  <a:gd name="connsiteX95-45835" fmla="*/ 8285018 w 10490654"/>
                  <a:gd name="connsiteY95-45836" fmla="*/ 9480572 h 10435941"/>
                  <a:gd name="connsiteX96-45837" fmla="*/ 8243564 w 10490654"/>
                  <a:gd name="connsiteY96-45838" fmla="*/ 9374254 h 10435941"/>
                  <a:gd name="connsiteX97-45839" fmla="*/ 8146472 w 10490654"/>
                  <a:gd name="connsiteY97-45840" fmla="*/ 9355881 h 10435941"/>
                  <a:gd name="connsiteX98-45841" fmla="*/ 8091054 w 10490654"/>
                  <a:gd name="connsiteY98-45842" fmla="*/ 9577553 h 10435941"/>
                  <a:gd name="connsiteX99-45843" fmla="*/ 7948364 w 10490654"/>
                  <a:gd name="connsiteY99-45844" fmla="*/ 9610939 h 10435941"/>
                  <a:gd name="connsiteX100-45845" fmla="*/ 7595184 w 10490654"/>
                  <a:gd name="connsiteY100-45846" fmla="*/ 9552340 h 10435941"/>
                  <a:gd name="connsiteX101-45847" fmla="*/ 7456879 w 10490654"/>
                  <a:gd name="connsiteY101-45848" fmla="*/ 9485198 h 10435941"/>
                  <a:gd name="connsiteX102-45849" fmla="*/ 7264584 w 10490654"/>
                  <a:gd name="connsiteY102-45850" fmla="*/ 9449904 h 10435941"/>
                  <a:gd name="connsiteX103-45851" fmla="*/ 7171401 w 10490654"/>
                  <a:gd name="connsiteY103-45852" fmla="*/ 9200180 h 10435941"/>
                  <a:gd name="connsiteX104-45853" fmla="*/ 6954982 w 10490654"/>
                  <a:gd name="connsiteY104-45854" fmla="*/ 9189626 h 10435941"/>
                  <a:gd name="connsiteX105-45855" fmla="*/ 6674084 w 10490654"/>
                  <a:gd name="connsiteY105-45856" fmla="*/ 9285034 h 10435941"/>
                  <a:gd name="connsiteX106-45857" fmla="*/ 6679359 w 10490654"/>
                  <a:gd name="connsiteY106-45858" fmla="*/ 9099745 h 10435941"/>
                  <a:gd name="connsiteX107-45859" fmla="*/ 6552868 w 10490654"/>
                  <a:gd name="connsiteY107-45860" fmla="*/ 9013951 h 10435941"/>
                  <a:gd name="connsiteX108-45861" fmla="*/ 6428509 w 10490654"/>
                  <a:gd name="connsiteY108-45862" fmla="*/ 8954099 h 10435941"/>
                  <a:gd name="connsiteX109-45863" fmla="*/ 6325922 w 10490654"/>
                  <a:gd name="connsiteY109-45864" fmla="*/ 9057307 h 10435941"/>
                  <a:gd name="connsiteX110-45865" fmla="*/ 6167763 w 10490654"/>
                  <a:gd name="connsiteY110-45866" fmla="*/ 8978227 h 10435941"/>
                  <a:gd name="connsiteX111-45867" fmla="*/ 6002132 w 10490654"/>
                  <a:gd name="connsiteY111-45868" fmla="*/ 9093734 h 10435941"/>
                  <a:gd name="connsiteX112-45869" fmla="*/ 5735890 w 10490654"/>
                  <a:gd name="connsiteY112-45870" fmla="*/ 9101726 h 10435941"/>
                  <a:gd name="connsiteX113-45871" fmla="*/ 5674760 w 10490654"/>
                  <a:gd name="connsiteY113-45872" fmla="*/ 9081904 h 10435941"/>
                  <a:gd name="connsiteX114-45873" fmla="*/ 5507415 w 10490654"/>
                  <a:gd name="connsiteY114-45874" fmla="*/ 9128137 h 10435941"/>
                  <a:gd name="connsiteX115-45875" fmla="*/ 5505859 w 10490654"/>
                  <a:gd name="connsiteY115-45876" fmla="*/ 8870972 h 10435941"/>
                  <a:gd name="connsiteX116-45877" fmla="*/ 5505857 w 10490654"/>
                  <a:gd name="connsiteY116-45878" fmla="*/ 8634977 h 10435941"/>
                  <a:gd name="connsiteX117-45879" fmla="*/ 5336024 w 10490654"/>
                  <a:gd name="connsiteY117-45880" fmla="*/ 8333292 h 10435941"/>
                  <a:gd name="connsiteX118-45881" fmla="*/ 5230324 w 10490654"/>
                  <a:gd name="connsiteY118-45882" fmla="*/ 8082820 h 10435941"/>
                  <a:gd name="connsiteX119-45883" fmla="*/ 5317031 w 10490654"/>
                  <a:gd name="connsiteY119-45884" fmla="*/ 7610208 h 10435941"/>
                  <a:gd name="connsiteX120-45885" fmla="*/ 5201059 w 10490654"/>
                  <a:gd name="connsiteY120-45886" fmla="*/ 7320352 h 10435941"/>
                  <a:gd name="connsiteX121-45887" fmla="*/ 5250872 w 10490654"/>
                  <a:gd name="connsiteY121-45888" fmla="*/ 7069881 h 10435941"/>
                  <a:gd name="connsiteX122-45889" fmla="*/ 5254899 w 10490654"/>
                  <a:gd name="connsiteY122-45890" fmla="*/ 6935795 h 10435941"/>
                  <a:gd name="connsiteX123-45891" fmla="*/ 4577603 w 10490654"/>
                  <a:gd name="connsiteY123-45892" fmla="*/ 7013996 h 10435941"/>
                  <a:gd name="connsiteX124-45893" fmla="*/ 4560483 w 10490654"/>
                  <a:gd name="connsiteY124-45894" fmla="*/ 6840580 h 10435941"/>
                  <a:gd name="connsiteX125-45895" fmla="*/ 4496504 w 10490654"/>
                  <a:gd name="connsiteY125-45896" fmla="*/ 6706626 h 10435941"/>
                  <a:gd name="connsiteX126-45897" fmla="*/ 4326990 w 10490654"/>
                  <a:gd name="connsiteY126-45898" fmla="*/ 6826329 h 10435941"/>
                  <a:gd name="connsiteX127-45899" fmla="*/ 4011344 w 10490654"/>
                  <a:gd name="connsiteY127-45900" fmla="*/ 6862493 h 10435941"/>
                  <a:gd name="connsiteX128-45901" fmla="*/ 3976254 w 10490654"/>
                  <a:gd name="connsiteY128-45902" fmla="*/ 7069881 h 10435941"/>
                  <a:gd name="connsiteX129-45903" fmla="*/ 3932667 w 10490654"/>
                  <a:gd name="connsiteY129-45904" fmla="*/ 7281279 h 10435941"/>
                  <a:gd name="connsiteX130-45905" fmla="*/ 3884155 w 10490654"/>
                  <a:gd name="connsiteY130-45906" fmla="*/ 7403480 h 10435941"/>
                  <a:gd name="connsiteX131-45907" fmla="*/ 3572499 w 10490654"/>
                  <a:gd name="connsiteY131-45908" fmla="*/ 7365450 h 10435941"/>
                  <a:gd name="connsiteX132-45909" fmla="*/ 3311236 w 10490654"/>
                  <a:gd name="connsiteY132-45910" fmla="*/ 7402390 h 10435941"/>
                  <a:gd name="connsiteX133-45911" fmla="*/ 2921540 w 10490654"/>
                  <a:gd name="connsiteY133-45912" fmla="*/ 7414475 h 10435941"/>
                  <a:gd name="connsiteX134-45913" fmla="*/ 2748111 w 10490654"/>
                  <a:gd name="connsiteY134-45914" fmla="*/ 7166777 h 10435941"/>
                  <a:gd name="connsiteX135-45915" fmla="*/ 2586329 w 10490654"/>
                  <a:gd name="connsiteY135-45916" fmla="*/ 6908102 h 10435941"/>
                  <a:gd name="connsiteX136-45917" fmla="*/ 2406108 w 10490654"/>
                  <a:gd name="connsiteY136-45918" fmla="*/ 6257406 h 10435941"/>
                  <a:gd name="connsiteX137-45919" fmla="*/ 2327563 w 10490654"/>
                  <a:gd name="connsiteY137-45920" fmla="*/ 6224753 h 10435941"/>
                  <a:gd name="connsiteX138-45921" fmla="*/ 1662545 w 10490654"/>
                  <a:gd name="connsiteY138-45922" fmla="*/ 6197044 h 10435941"/>
                  <a:gd name="connsiteX139-45923" fmla="*/ 1233054 w 10490654"/>
                  <a:gd name="connsiteY139-45924" fmla="*/ 6197044 h 10435941"/>
                  <a:gd name="connsiteX140-45925" fmla="*/ 1136072 w 10490654"/>
                  <a:gd name="connsiteY140-45926" fmla="*/ 6252462 h 10435941"/>
                  <a:gd name="connsiteX141-45927" fmla="*/ 706582 w 10490654"/>
                  <a:gd name="connsiteY141-45928" fmla="*/ 6210899 h 10435941"/>
                  <a:gd name="connsiteX142-45929" fmla="*/ 318654 w 10490654"/>
                  <a:gd name="connsiteY142-45930" fmla="*/ 6238608 h 10435941"/>
                  <a:gd name="connsiteX143-45931" fmla="*/ 96982 w 10490654"/>
                  <a:gd name="connsiteY143-45932" fmla="*/ 6391008 h 10435941"/>
                  <a:gd name="connsiteX144-45933" fmla="*/ 0 w 10490654"/>
                  <a:gd name="connsiteY144-45934" fmla="*/ 6294026 h 10435941"/>
                  <a:gd name="connsiteX145-45935" fmla="*/ 87709 w 10490654"/>
                  <a:gd name="connsiteY145-45936" fmla="*/ 6114298 h 10435941"/>
                  <a:gd name="connsiteX0-45937" fmla="*/ 87709 w 10490654"/>
                  <a:gd name="connsiteY0-45938" fmla="*/ 6114298 h 10435941"/>
                  <a:gd name="connsiteX1-45939" fmla="*/ 129053 w 10490654"/>
                  <a:gd name="connsiteY1-45940" fmla="*/ 5799866 h 10435941"/>
                  <a:gd name="connsiteX2-45941" fmla="*/ 401782 w 10490654"/>
                  <a:gd name="connsiteY2-45942" fmla="*/ 5532026 h 10435941"/>
                  <a:gd name="connsiteX3-45943" fmla="*/ 651163 w 10490654"/>
                  <a:gd name="connsiteY3-45944" fmla="*/ 5670572 h 10435941"/>
                  <a:gd name="connsiteX4-45945" fmla="*/ 858982 w 10490654"/>
                  <a:gd name="connsiteY4-45946" fmla="*/ 5504317 h 10435941"/>
                  <a:gd name="connsiteX5-45947" fmla="*/ 997527 w 10490654"/>
                  <a:gd name="connsiteY5-45948" fmla="*/ 5351917 h 10435941"/>
                  <a:gd name="connsiteX6-45949" fmla="*/ 1080654 w 10490654"/>
                  <a:gd name="connsiteY6-45950" fmla="*/ 5435044 h 10435941"/>
                  <a:gd name="connsiteX7-45951" fmla="*/ 1269312 w 10490654"/>
                  <a:gd name="connsiteY7-45952" fmla="*/ 5679710 h 10435941"/>
                  <a:gd name="connsiteX8-45953" fmla="*/ 1523116 w 10490654"/>
                  <a:gd name="connsiteY8-45954" fmla="*/ 5481030 h 10435941"/>
                  <a:gd name="connsiteX9-45955" fmla="*/ 1731818 w 10490654"/>
                  <a:gd name="connsiteY9-45956" fmla="*/ 5296499 h 10435941"/>
                  <a:gd name="connsiteX10-45957" fmla="*/ 2022763 w 10490654"/>
                  <a:gd name="connsiteY10-45958" fmla="*/ 5060972 h 10435941"/>
                  <a:gd name="connsiteX11-45959" fmla="*/ 2119745 w 10490654"/>
                  <a:gd name="connsiteY11-45960" fmla="*/ 4631481 h 10435941"/>
                  <a:gd name="connsiteX12-45961" fmla="*/ 2172511 w 10490654"/>
                  <a:gd name="connsiteY12-45962" fmla="*/ 4164848 h 10435941"/>
                  <a:gd name="connsiteX13-45963" fmla="*/ 2355272 w 10490654"/>
                  <a:gd name="connsiteY13-45964" fmla="*/ 3855626 h 10435941"/>
                  <a:gd name="connsiteX14-45965" fmla="*/ 2752497 w 10490654"/>
                  <a:gd name="connsiteY14-45966" fmla="*/ 3475092 h 10435941"/>
                  <a:gd name="connsiteX15-45967" fmla="*/ 2978727 w 10490654"/>
                  <a:gd name="connsiteY15-45968" fmla="*/ 3259881 h 10435941"/>
                  <a:gd name="connsiteX16-45969" fmla="*/ 3006436 w 10490654"/>
                  <a:gd name="connsiteY16-45970" fmla="*/ 2816535 h 10435941"/>
                  <a:gd name="connsiteX17-45971" fmla="*/ 3075709 w 10490654"/>
                  <a:gd name="connsiteY17-45972" fmla="*/ 2525590 h 10435941"/>
                  <a:gd name="connsiteX18-45973" fmla="*/ 3075709 w 10490654"/>
                  <a:gd name="connsiteY18-45974" fmla="*/ 2317772 h 10435941"/>
                  <a:gd name="connsiteX19-45975" fmla="*/ 3214254 w 10490654"/>
                  <a:gd name="connsiteY19-45976" fmla="*/ 1985262 h 10435941"/>
                  <a:gd name="connsiteX20-45977" fmla="*/ 3214254 w 10490654"/>
                  <a:gd name="connsiteY20-45978" fmla="*/ 1694317 h 10435941"/>
                  <a:gd name="connsiteX21-45979" fmla="*/ 3513454 w 10490654"/>
                  <a:gd name="connsiteY21-45980" fmla="*/ 1126281 h 10435941"/>
                  <a:gd name="connsiteX22-45981" fmla="*/ 3463636 w 10490654"/>
                  <a:gd name="connsiteY22-45982" fmla="*/ 752208 h 10435941"/>
                  <a:gd name="connsiteX23-45983" fmla="*/ 3491345 w 10490654"/>
                  <a:gd name="connsiteY23-45984" fmla="*/ 544390 h 10435941"/>
                  <a:gd name="connsiteX24-45985" fmla="*/ 3823854 w 10490654"/>
                  <a:gd name="connsiteY24-45986" fmla="*/ 184172 h 10435941"/>
                  <a:gd name="connsiteX25-45987" fmla="*/ 4017818 w 10490654"/>
                  <a:gd name="connsiteY25-45988" fmla="*/ 59481 h 10435941"/>
                  <a:gd name="connsiteX26-45989" fmla="*/ 4433454 w 10490654"/>
                  <a:gd name="connsiteY26-45990" fmla="*/ 295008 h 10435941"/>
                  <a:gd name="connsiteX27-45991" fmla="*/ 4599709 w 10490654"/>
                  <a:gd name="connsiteY27-45992" fmla="*/ 488972 h 10435941"/>
                  <a:gd name="connsiteX28-45993" fmla="*/ 5070763 w 10490654"/>
                  <a:gd name="connsiteY28-45994" fmla="*/ 544390 h 10435941"/>
                  <a:gd name="connsiteX29-45995" fmla="*/ 5391187 w 10490654"/>
                  <a:gd name="connsiteY29-45996" fmla="*/ 603639 h 10435941"/>
                  <a:gd name="connsiteX30-45997" fmla="*/ 5568642 w 10490654"/>
                  <a:gd name="connsiteY30-45998" fmla="*/ 588271 h 10435941"/>
                  <a:gd name="connsiteX31-45999" fmla="*/ 5860472 w 10490654"/>
                  <a:gd name="connsiteY31-46000" fmla="*/ 281153 h 10435941"/>
                  <a:gd name="connsiteX32-46001" fmla="*/ 6123709 w 10490654"/>
                  <a:gd name="connsiteY32-46002" fmla="*/ 322717 h 10435941"/>
                  <a:gd name="connsiteX33-46003" fmla="*/ 6541900 w 10490654"/>
                  <a:gd name="connsiteY33-46004" fmla="*/ 168233 h 10435941"/>
                  <a:gd name="connsiteX34-46005" fmla="*/ 6681722 w 10490654"/>
                  <a:gd name="connsiteY34-46006" fmla="*/ 107503 h 10435941"/>
                  <a:gd name="connsiteX35-46007" fmla="*/ 7011678 w 10490654"/>
                  <a:gd name="connsiteY35-46008" fmla="*/ 198026 h 10435941"/>
                  <a:gd name="connsiteX36-46009" fmla="*/ 7232072 w 10490654"/>
                  <a:gd name="connsiteY36-46010" fmla="*/ 17917 h 10435941"/>
                  <a:gd name="connsiteX37-46011" fmla="*/ 7379107 w 10490654"/>
                  <a:gd name="connsiteY37-46012" fmla="*/ 0 h 10435941"/>
                  <a:gd name="connsiteX38-46013" fmla="*/ 7600859 w 10490654"/>
                  <a:gd name="connsiteY38-46014" fmla="*/ 41248 h 10435941"/>
                  <a:gd name="connsiteX39-46015" fmla="*/ 7910945 w 10490654"/>
                  <a:gd name="connsiteY39-46016" fmla="*/ 128753 h 10435941"/>
                  <a:gd name="connsiteX40-46017" fmla="*/ 8312727 w 10490654"/>
                  <a:gd name="connsiteY40-46018" fmla="*/ 59481 h 10435941"/>
                  <a:gd name="connsiteX41-46019" fmla="*/ 8647005 w 10490654"/>
                  <a:gd name="connsiteY41-46020" fmla="*/ 396707 h 10435941"/>
                  <a:gd name="connsiteX42-46021" fmla="*/ 8908472 w 10490654"/>
                  <a:gd name="connsiteY42-46022" fmla="*/ 544390 h 10435941"/>
                  <a:gd name="connsiteX43-46023" fmla="*/ 9146732 w 10490654"/>
                  <a:gd name="connsiteY43-46024" fmla="*/ 420846 h 10435941"/>
                  <a:gd name="connsiteX44-46025" fmla="*/ 9372965 w 10490654"/>
                  <a:gd name="connsiteY44-46026" fmla="*/ 466363 h 10435941"/>
                  <a:gd name="connsiteX45-46027" fmla="*/ 9518072 w 10490654"/>
                  <a:gd name="connsiteY45-46028" fmla="*/ 367819 h 10435941"/>
                  <a:gd name="connsiteX46-46029" fmla="*/ 9646301 w 10490654"/>
                  <a:gd name="connsiteY46-46030" fmla="*/ 369587 h 10435941"/>
                  <a:gd name="connsiteX47-46031" fmla="*/ 10002982 w 10490654"/>
                  <a:gd name="connsiteY47-46032" fmla="*/ 793772 h 10435941"/>
                  <a:gd name="connsiteX48-46033" fmla="*/ 10238509 w 10490654"/>
                  <a:gd name="connsiteY48-46034" fmla="*/ 987735 h 10435941"/>
                  <a:gd name="connsiteX49-46035" fmla="*/ 10224654 w 10490654"/>
                  <a:gd name="connsiteY49-46036" fmla="*/ 1250972 h 10435941"/>
                  <a:gd name="connsiteX50-46037" fmla="*/ 10238509 w 10490654"/>
                  <a:gd name="connsiteY50-46038" fmla="*/ 1444935 h 10435941"/>
                  <a:gd name="connsiteX51-46039" fmla="*/ 10243066 w 10490654"/>
                  <a:gd name="connsiteY51-46040" fmla="*/ 1580249 h 10435941"/>
                  <a:gd name="connsiteX52-46041" fmla="*/ 10490654 w 10490654"/>
                  <a:gd name="connsiteY52-46042" fmla="*/ 1753897 h 10435941"/>
                  <a:gd name="connsiteX53-46043" fmla="*/ 10077929 w 10490654"/>
                  <a:gd name="connsiteY53-46044" fmla="*/ 2207269 h 10435941"/>
                  <a:gd name="connsiteX54-46045" fmla="*/ 9781309 w 10490654"/>
                  <a:gd name="connsiteY54-46046" fmla="*/ 2497881 h 10435941"/>
                  <a:gd name="connsiteX55-46047" fmla="*/ 9580055 w 10490654"/>
                  <a:gd name="connsiteY55-46048" fmla="*/ 3426134 h 10435941"/>
                  <a:gd name="connsiteX56-46049" fmla="*/ 9532477 w 10490654"/>
                  <a:gd name="connsiteY56-46050" fmla="*/ 3685207 h 10435941"/>
                  <a:gd name="connsiteX57-46051" fmla="*/ 9365672 w 10490654"/>
                  <a:gd name="connsiteY57-46052" fmla="*/ 3911044 h 10435941"/>
                  <a:gd name="connsiteX58-46053" fmla="*/ 9310254 w 10490654"/>
                  <a:gd name="connsiteY58-46054" fmla="*/ 4077299 h 10435941"/>
                  <a:gd name="connsiteX59-46055" fmla="*/ 9236422 w 10490654"/>
                  <a:gd name="connsiteY59-46056" fmla="*/ 4285117 h 10435941"/>
                  <a:gd name="connsiteX60-46057" fmla="*/ 9205255 w 10490654"/>
                  <a:gd name="connsiteY60-46058" fmla="*/ 4430122 h 10435941"/>
                  <a:gd name="connsiteX61-46059" fmla="*/ 9337963 w 10490654"/>
                  <a:gd name="connsiteY61-46060" fmla="*/ 4659190 h 10435941"/>
                  <a:gd name="connsiteX62-46061" fmla="*/ 9382180 w 10490654"/>
                  <a:gd name="connsiteY62-46062" fmla="*/ 4915057 h 10435941"/>
                  <a:gd name="connsiteX63-46063" fmla="*/ 9397939 w 10490654"/>
                  <a:gd name="connsiteY63-46064" fmla="*/ 5208060 h 10435941"/>
                  <a:gd name="connsiteX64-46065" fmla="*/ 9383359 w 10490654"/>
                  <a:gd name="connsiteY64-46066" fmla="*/ 5615153 h 10435941"/>
                  <a:gd name="connsiteX65-46067" fmla="*/ 9518623 w 10490654"/>
                  <a:gd name="connsiteY65-46068" fmla="*/ 5975373 h 10435941"/>
                  <a:gd name="connsiteX66-46069" fmla="*/ 9540496 w 10490654"/>
                  <a:gd name="connsiteY66-46070" fmla="*/ 6403714 h 10435941"/>
                  <a:gd name="connsiteX67-46071" fmla="*/ 9933709 w 10490654"/>
                  <a:gd name="connsiteY67-46072" fmla="*/ 6862062 h 10435941"/>
                  <a:gd name="connsiteX68-46073" fmla="*/ 10052074 w 10490654"/>
                  <a:gd name="connsiteY68-46074" fmla="*/ 7221396 h 10435941"/>
                  <a:gd name="connsiteX69-46075" fmla="*/ 10232908 w 10490654"/>
                  <a:gd name="connsiteY69-46076" fmla="*/ 7514995 h 10435941"/>
                  <a:gd name="connsiteX70-46077" fmla="*/ 9670472 w 10490654"/>
                  <a:gd name="connsiteY70-46078" fmla="*/ 7540935 h 10435941"/>
                  <a:gd name="connsiteX71-46079" fmla="*/ 9174087 w 10490654"/>
                  <a:gd name="connsiteY71-46080" fmla="*/ 7651772 h 10435941"/>
                  <a:gd name="connsiteX72-46081" fmla="*/ 9128871 w 10490654"/>
                  <a:gd name="connsiteY72-46082" fmla="*/ 7790317 h 10435941"/>
                  <a:gd name="connsiteX73-46083" fmla="*/ 9019309 w 10490654"/>
                  <a:gd name="connsiteY73-46084" fmla="*/ 7998135 h 10435941"/>
                  <a:gd name="connsiteX74-46085" fmla="*/ 8933823 w 10490654"/>
                  <a:gd name="connsiteY74-46086" fmla="*/ 8085908 h 10435941"/>
                  <a:gd name="connsiteX75-46087" fmla="*/ 9036787 w 10490654"/>
                  <a:gd name="connsiteY75-46088" fmla="*/ 8313437 h 10435941"/>
                  <a:gd name="connsiteX76-46089" fmla="*/ 9027559 w 10490654"/>
                  <a:gd name="connsiteY76-46090" fmla="*/ 8524608 h 10435941"/>
                  <a:gd name="connsiteX77-46091" fmla="*/ 8993669 w 10490654"/>
                  <a:gd name="connsiteY77-46092" fmla="*/ 8758113 h 10435941"/>
                  <a:gd name="connsiteX78-46093" fmla="*/ 8991600 w 10490654"/>
                  <a:gd name="connsiteY78-46094" fmla="*/ 8967953 h 10435941"/>
                  <a:gd name="connsiteX79-46095" fmla="*/ 8894618 w 10490654"/>
                  <a:gd name="connsiteY79-46096" fmla="*/ 9272753 h 10435941"/>
                  <a:gd name="connsiteX80-46097" fmla="*/ 8922328 w 10490654"/>
                  <a:gd name="connsiteY80-46098" fmla="*/ 9578490 h 10435941"/>
                  <a:gd name="connsiteX81-46099" fmla="*/ 9138715 w 10490654"/>
                  <a:gd name="connsiteY81-46100" fmla="*/ 9750056 h 10435941"/>
                  <a:gd name="connsiteX82-46101" fmla="*/ 9231789 w 10490654"/>
                  <a:gd name="connsiteY82-46102" fmla="*/ 9890275 h 10435941"/>
                  <a:gd name="connsiteX83-46103" fmla="*/ 9462870 w 10490654"/>
                  <a:gd name="connsiteY83-46104" fmla="*/ 9929452 h 10435941"/>
                  <a:gd name="connsiteX84-46105" fmla="*/ 9472032 w 10490654"/>
                  <a:gd name="connsiteY84-46106" fmla="*/ 9818955 h 10435941"/>
                  <a:gd name="connsiteX85-46107" fmla="*/ 9620746 w 10490654"/>
                  <a:gd name="connsiteY85-46108" fmla="*/ 9758904 h 10435941"/>
                  <a:gd name="connsiteX86-46109" fmla="*/ 9632264 w 10490654"/>
                  <a:gd name="connsiteY86-46110" fmla="*/ 10334695 h 10435941"/>
                  <a:gd name="connsiteX87-46111" fmla="*/ 9504664 w 10490654"/>
                  <a:gd name="connsiteY87-46112" fmla="*/ 10338313 h 10435941"/>
                  <a:gd name="connsiteX88-46113" fmla="*/ 9328580 w 10490654"/>
                  <a:gd name="connsiteY88-46114" fmla="*/ 10427202 h 10435941"/>
                  <a:gd name="connsiteX89-46115" fmla="*/ 9204220 w 10490654"/>
                  <a:gd name="connsiteY89-46116" fmla="*/ 10435941 h 10435941"/>
                  <a:gd name="connsiteX90-46117" fmla="*/ 9065234 w 10490654"/>
                  <a:gd name="connsiteY90-46118" fmla="*/ 10122103 h 10435941"/>
                  <a:gd name="connsiteX91-46119" fmla="*/ 8954319 w 10490654"/>
                  <a:gd name="connsiteY91-46120" fmla="*/ 10072174 h 10435941"/>
                  <a:gd name="connsiteX92-46121" fmla="*/ 8793275 w 10490654"/>
                  <a:gd name="connsiteY92-46122" fmla="*/ 9863725 h 10435941"/>
                  <a:gd name="connsiteX93-46123" fmla="*/ 8479422 w 10490654"/>
                  <a:gd name="connsiteY93-46124" fmla="*/ 9748287 h 10435941"/>
                  <a:gd name="connsiteX94-46125" fmla="*/ 8359423 w 10490654"/>
                  <a:gd name="connsiteY94-46126" fmla="*/ 9651431 h 10435941"/>
                  <a:gd name="connsiteX95-46127" fmla="*/ 8285018 w 10490654"/>
                  <a:gd name="connsiteY95-46128" fmla="*/ 9480572 h 10435941"/>
                  <a:gd name="connsiteX96-46129" fmla="*/ 8243564 w 10490654"/>
                  <a:gd name="connsiteY96-46130" fmla="*/ 9374254 h 10435941"/>
                  <a:gd name="connsiteX97-46131" fmla="*/ 8146472 w 10490654"/>
                  <a:gd name="connsiteY97-46132" fmla="*/ 9355881 h 10435941"/>
                  <a:gd name="connsiteX98-46133" fmla="*/ 8091054 w 10490654"/>
                  <a:gd name="connsiteY98-46134" fmla="*/ 9577553 h 10435941"/>
                  <a:gd name="connsiteX99-46135" fmla="*/ 7948364 w 10490654"/>
                  <a:gd name="connsiteY99-46136" fmla="*/ 9610939 h 10435941"/>
                  <a:gd name="connsiteX100-46137" fmla="*/ 7595184 w 10490654"/>
                  <a:gd name="connsiteY100-46138" fmla="*/ 9552340 h 10435941"/>
                  <a:gd name="connsiteX101-46139" fmla="*/ 7456879 w 10490654"/>
                  <a:gd name="connsiteY101-46140" fmla="*/ 9485198 h 10435941"/>
                  <a:gd name="connsiteX102-46141" fmla="*/ 7264584 w 10490654"/>
                  <a:gd name="connsiteY102-46142" fmla="*/ 9449904 h 10435941"/>
                  <a:gd name="connsiteX103-46143" fmla="*/ 7171401 w 10490654"/>
                  <a:gd name="connsiteY103-46144" fmla="*/ 9200180 h 10435941"/>
                  <a:gd name="connsiteX104-46145" fmla="*/ 6954982 w 10490654"/>
                  <a:gd name="connsiteY104-46146" fmla="*/ 9189626 h 10435941"/>
                  <a:gd name="connsiteX105-46147" fmla="*/ 6674084 w 10490654"/>
                  <a:gd name="connsiteY105-46148" fmla="*/ 9285034 h 10435941"/>
                  <a:gd name="connsiteX106-46149" fmla="*/ 6679359 w 10490654"/>
                  <a:gd name="connsiteY106-46150" fmla="*/ 9099745 h 10435941"/>
                  <a:gd name="connsiteX107-46151" fmla="*/ 6552868 w 10490654"/>
                  <a:gd name="connsiteY107-46152" fmla="*/ 9013951 h 10435941"/>
                  <a:gd name="connsiteX108-46153" fmla="*/ 6428509 w 10490654"/>
                  <a:gd name="connsiteY108-46154" fmla="*/ 8954099 h 10435941"/>
                  <a:gd name="connsiteX109-46155" fmla="*/ 6325922 w 10490654"/>
                  <a:gd name="connsiteY109-46156" fmla="*/ 9057307 h 10435941"/>
                  <a:gd name="connsiteX110-46157" fmla="*/ 6167763 w 10490654"/>
                  <a:gd name="connsiteY110-46158" fmla="*/ 8978227 h 10435941"/>
                  <a:gd name="connsiteX111-46159" fmla="*/ 6002132 w 10490654"/>
                  <a:gd name="connsiteY111-46160" fmla="*/ 9093734 h 10435941"/>
                  <a:gd name="connsiteX112-46161" fmla="*/ 5735890 w 10490654"/>
                  <a:gd name="connsiteY112-46162" fmla="*/ 9101726 h 10435941"/>
                  <a:gd name="connsiteX113-46163" fmla="*/ 5674760 w 10490654"/>
                  <a:gd name="connsiteY113-46164" fmla="*/ 9081904 h 10435941"/>
                  <a:gd name="connsiteX114-46165" fmla="*/ 5507415 w 10490654"/>
                  <a:gd name="connsiteY114-46166" fmla="*/ 9128137 h 10435941"/>
                  <a:gd name="connsiteX115-46167" fmla="*/ 5505859 w 10490654"/>
                  <a:gd name="connsiteY115-46168" fmla="*/ 8870972 h 10435941"/>
                  <a:gd name="connsiteX116-46169" fmla="*/ 5505857 w 10490654"/>
                  <a:gd name="connsiteY116-46170" fmla="*/ 8634977 h 10435941"/>
                  <a:gd name="connsiteX117-46171" fmla="*/ 5336024 w 10490654"/>
                  <a:gd name="connsiteY117-46172" fmla="*/ 8333292 h 10435941"/>
                  <a:gd name="connsiteX118-46173" fmla="*/ 5230324 w 10490654"/>
                  <a:gd name="connsiteY118-46174" fmla="*/ 8082820 h 10435941"/>
                  <a:gd name="connsiteX119-46175" fmla="*/ 5317031 w 10490654"/>
                  <a:gd name="connsiteY119-46176" fmla="*/ 7610208 h 10435941"/>
                  <a:gd name="connsiteX120-46177" fmla="*/ 5201059 w 10490654"/>
                  <a:gd name="connsiteY120-46178" fmla="*/ 7320352 h 10435941"/>
                  <a:gd name="connsiteX121-46179" fmla="*/ 5250872 w 10490654"/>
                  <a:gd name="connsiteY121-46180" fmla="*/ 7069881 h 10435941"/>
                  <a:gd name="connsiteX122-46181" fmla="*/ 5254899 w 10490654"/>
                  <a:gd name="connsiteY122-46182" fmla="*/ 6935795 h 10435941"/>
                  <a:gd name="connsiteX123-46183" fmla="*/ 4577603 w 10490654"/>
                  <a:gd name="connsiteY123-46184" fmla="*/ 7013996 h 10435941"/>
                  <a:gd name="connsiteX124-46185" fmla="*/ 4560483 w 10490654"/>
                  <a:gd name="connsiteY124-46186" fmla="*/ 6840580 h 10435941"/>
                  <a:gd name="connsiteX125-46187" fmla="*/ 4496504 w 10490654"/>
                  <a:gd name="connsiteY125-46188" fmla="*/ 6706626 h 10435941"/>
                  <a:gd name="connsiteX126-46189" fmla="*/ 4326990 w 10490654"/>
                  <a:gd name="connsiteY126-46190" fmla="*/ 6826329 h 10435941"/>
                  <a:gd name="connsiteX127-46191" fmla="*/ 4011344 w 10490654"/>
                  <a:gd name="connsiteY127-46192" fmla="*/ 6862493 h 10435941"/>
                  <a:gd name="connsiteX128-46193" fmla="*/ 3976254 w 10490654"/>
                  <a:gd name="connsiteY128-46194" fmla="*/ 7069881 h 10435941"/>
                  <a:gd name="connsiteX129-46195" fmla="*/ 3932667 w 10490654"/>
                  <a:gd name="connsiteY129-46196" fmla="*/ 7281279 h 10435941"/>
                  <a:gd name="connsiteX130-46197" fmla="*/ 3884155 w 10490654"/>
                  <a:gd name="connsiteY130-46198" fmla="*/ 7403480 h 10435941"/>
                  <a:gd name="connsiteX131-46199" fmla="*/ 3572499 w 10490654"/>
                  <a:gd name="connsiteY131-46200" fmla="*/ 7365450 h 10435941"/>
                  <a:gd name="connsiteX132-46201" fmla="*/ 3311236 w 10490654"/>
                  <a:gd name="connsiteY132-46202" fmla="*/ 7402390 h 10435941"/>
                  <a:gd name="connsiteX133-46203" fmla="*/ 2921540 w 10490654"/>
                  <a:gd name="connsiteY133-46204" fmla="*/ 7414475 h 10435941"/>
                  <a:gd name="connsiteX134-46205" fmla="*/ 2748111 w 10490654"/>
                  <a:gd name="connsiteY134-46206" fmla="*/ 7166777 h 10435941"/>
                  <a:gd name="connsiteX135-46207" fmla="*/ 2586329 w 10490654"/>
                  <a:gd name="connsiteY135-46208" fmla="*/ 6908102 h 10435941"/>
                  <a:gd name="connsiteX136-46209" fmla="*/ 2406108 w 10490654"/>
                  <a:gd name="connsiteY136-46210" fmla="*/ 6257406 h 10435941"/>
                  <a:gd name="connsiteX137-46211" fmla="*/ 2327563 w 10490654"/>
                  <a:gd name="connsiteY137-46212" fmla="*/ 6224753 h 10435941"/>
                  <a:gd name="connsiteX138-46213" fmla="*/ 1662545 w 10490654"/>
                  <a:gd name="connsiteY138-46214" fmla="*/ 6197044 h 10435941"/>
                  <a:gd name="connsiteX139-46215" fmla="*/ 1233054 w 10490654"/>
                  <a:gd name="connsiteY139-46216" fmla="*/ 6197044 h 10435941"/>
                  <a:gd name="connsiteX140-46217" fmla="*/ 1136072 w 10490654"/>
                  <a:gd name="connsiteY140-46218" fmla="*/ 6252462 h 10435941"/>
                  <a:gd name="connsiteX141-46219" fmla="*/ 706582 w 10490654"/>
                  <a:gd name="connsiteY141-46220" fmla="*/ 6210899 h 10435941"/>
                  <a:gd name="connsiteX142-46221" fmla="*/ 318654 w 10490654"/>
                  <a:gd name="connsiteY142-46222" fmla="*/ 6238608 h 10435941"/>
                  <a:gd name="connsiteX143-46223" fmla="*/ 147380 w 10490654"/>
                  <a:gd name="connsiteY143-46224" fmla="*/ 6294321 h 10435941"/>
                  <a:gd name="connsiteX144-46225" fmla="*/ 0 w 10490654"/>
                  <a:gd name="connsiteY144-46226" fmla="*/ 6294026 h 10435941"/>
                  <a:gd name="connsiteX145-46227" fmla="*/ 87709 w 10490654"/>
                  <a:gd name="connsiteY145-46228" fmla="*/ 6114298 h 10435941"/>
                  <a:gd name="connsiteX0-46229" fmla="*/ 87709 w 10490654"/>
                  <a:gd name="connsiteY0-46230" fmla="*/ 6114298 h 10435941"/>
                  <a:gd name="connsiteX1-46231" fmla="*/ 129053 w 10490654"/>
                  <a:gd name="connsiteY1-46232" fmla="*/ 5799866 h 10435941"/>
                  <a:gd name="connsiteX2-46233" fmla="*/ 401782 w 10490654"/>
                  <a:gd name="connsiteY2-46234" fmla="*/ 5532026 h 10435941"/>
                  <a:gd name="connsiteX3-46235" fmla="*/ 651163 w 10490654"/>
                  <a:gd name="connsiteY3-46236" fmla="*/ 5670572 h 10435941"/>
                  <a:gd name="connsiteX4-46237" fmla="*/ 858982 w 10490654"/>
                  <a:gd name="connsiteY4-46238" fmla="*/ 5504317 h 10435941"/>
                  <a:gd name="connsiteX5-46239" fmla="*/ 997527 w 10490654"/>
                  <a:gd name="connsiteY5-46240" fmla="*/ 5351917 h 10435941"/>
                  <a:gd name="connsiteX6-46241" fmla="*/ 1080654 w 10490654"/>
                  <a:gd name="connsiteY6-46242" fmla="*/ 5435044 h 10435941"/>
                  <a:gd name="connsiteX7-46243" fmla="*/ 1269312 w 10490654"/>
                  <a:gd name="connsiteY7-46244" fmla="*/ 5679710 h 10435941"/>
                  <a:gd name="connsiteX8-46245" fmla="*/ 1523116 w 10490654"/>
                  <a:gd name="connsiteY8-46246" fmla="*/ 5481030 h 10435941"/>
                  <a:gd name="connsiteX9-46247" fmla="*/ 1731818 w 10490654"/>
                  <a:gd name="connsiteY9-46248" fmla="*/ 5296499 h 10435941"/>
                  <a:gd name="connsiteX10-46249" fmla="*/ 2022763 w 10490654"/>
                  <a:gd name="connsiteY10-46250" fmla="*/ 5060972 h 10435941"/>
                  <a:gd name="connsiteX11-46251" fmla="*/ 2119745 w 10490654"/>
                  <a:gd name="connsiteY11-46252" fmla="*/ 4631481 h 10435941"/>
                  <a:gd name="connsiteX12-46253" fmla="*/ 2172511 w 10490654"/>
                  <a:gd name="connsiteY12-46254" fmla="*/ 4164848 h 10435941"/>
                  <a:gd name="connsiteX13-46255" fmla="*/ 2355272 w 10490654"/>
                  <a:gd name="connsiteY13-46256" fmla="*/ 3855626 h 10435941"/>
                  <a:gd name="connsiteX14-46257" fmla="*/ 2752497 w 10490654"/>
                  <a:gd name="connsiteY14-46258" fmla="*/ 3475092 h 10435941"/>
                  <a:gd name="connsiteX15-46259" fmla="*/ 2978727 w 10490654"/>
                  <a:gd name="connsiteY15-46260" fmla="*/ 3259881 h 10435941"/>
                  <a:gd name="connsiteX16-46261" fmla="*/ 3006436 w 10490654"/>
                  <a:gd name="connsiteY16-46262" fmla="*/ 2816535 h 10435941"/>
                  <a:gd name="connsiteX17-46263" fmla="*/ 3075709 w 10490654"/>
                  <a:gd name="connsiteY17-46264" fmla="*/ 2525590 h 10435941"/>
                  <a:gd name="connsiteX18-46265" fmla="*/ 3075709 w 10490654"/>
                  <a:gd name="connsiteY18-46266" fmla="*/ 2317772 h 10435941"/>
                  <a:gd name="connsiteX19-46267" fmla="*/ 3214254 w 10490654"/>
                  <a:gd name="connsiteY19-46268" fmla="*/ 1985262 h 10435941"/>
                  <a:gd name="connsiteX20-46269" fmla="*/ 3214254 w 10490654"/>
                  <a:gd name="connsiteY20-46270" fmla="*/ 1694317 h 10435941"/>
                  <a:gd name="connsiteX21-46271" fmla="*/ 3513454 w 10490654"/>
                  <a:gd name="connsiteY21-46272" fmla="*/ 1126281 h 10435941"/>
                  <a:gd name="connsiteX22-46273" fmla="*/ 3463636 w 10490654"/>
                  <a:gd name="connsiteY22-46274" fmla="*/ 752208 h 10435941"/>
                  <a:gd name="connsiteX23-46275" fmla="*/ 3491345 w 10490654"/>
                  <a:gd name="connsiteY23-46276" fmla="*/ 544390 h 10435941"/>
                  <a:gd name="connsiteX24-46277" fmla="*/ 3823854 w 10490654"/>
                  <a:gd name="connsiteY24-46278" fmla="*/ 184172 h 10435941"/>
                  <a:gd name="connsiteX25-46279" fmla="*/ 4017818 w 10490654"/>
                  <a:gd name="connsiteY25-46280" fmla="*/ 59481 h 10435941"/>
                  <a:gd name="connsiteX26-46281" fmla="*/ 4433454 w 10490654"/>
                  <a:gd name="connsiteY26-46282" fmla="*/ 295008 h 10435941"/>
                  <a:gd name="connsiteX27-46283" fmla="*/ 4599709 w 10490654"/>
                  <a:gd name="connsiteY27-46284" fmla="*/ 488972 h 10435941"/>
                  <a:gd name="connsiteX28-46285" fmla="*/ 5070763 w 10490654"/>
                  <a:gd name="connsiteY28-46286" fmla="*/ 544390 h 10435941"/>
                  <a:gd name="connsiteX29-46287" fmla="*/ 5391187 w 10490654"/>
                  <a:gd name="connsiteY29-46288" fmla="*/ 603639 h 10435941"/>
                  <a:gd name="connsiteX30-46289" fmla="*/ 5568642 w 10490654"/>
                  <a:gd name="connsiteY30-46290" fmla="*/ 588271 h 10435941"/>
                  <a:gd name="connsiteX31-46291" fmla="*/ 5860472 w 10490654"/>
                  <a:gd name="connsiteY31-46292" fmla="*/ 281153 h 10435941"/>
                  <a:gd name="connsiteX32-46293" fmla="*/ 6123709 w 10490654"/>
                  <a:gd name="connsiteY32-46294" fmla="*/ 322717 h 10435941"/>
                  <a:gd name="connsiteX33-46295" fmla="*/ 6541900 w 10490654"/>
                  <a:gd name="connsiteY33-46296" fmla="*/ 168233 h 10435941"/>
                  <a:gd name="connsiteX34-46297" fmla="*/ 6681722 w 10490654"/>
                  <a:gd name="connsiteY34-46298" fmla="*/ 107503 h 10435941"/>
                  <a:gd name="connsiteX35-46299" fmla="*/ 7011678 w 10490654"/>
                  <a:gd name="connsiteY35-46300" fmla="*/ 198026 h 10435941"/>
                  <a:gd name="connsiteX36-46301" fmla="*/ 7232072 w 10490654"/>
                  <a:gd name="connsiteY36-46302" fmla="*/ 17917 h 10435941"/>
                  <a:gd name="connsiteX37-46303" fmla="*/ 7379107 w 10490654"/>
                  <a:gd name="connsiteY37-46304" fmla="*/ 0 h 10435941"/>
                  <a:gd name="connsiteX38-46305" fmla="*/ 7600859 w 10490654"/>
                  <a:gd name="connsiteY38-46306" fmla="*/ 41248 h 10435941"/>
                  <a:gd name="connsiteX39-46307" fmla="*/ 7910945 w 10490654"/>
                  <a:gd name="connsiteY39-46308" fmla="*/ 128753 h 10435941"/>
                  <a:gd name="connsiteX40-46309" fmla="*/ 8312727 w 10490654"/>
                  <a:gd name="connsiteY40-46310" fmla="*/ 59481 h 10435941"/>
                  <a:gd name="connsiteX41-46311" fmla="*/ 8647005 w 10490654"/>
                  <a:gd name="connsiteY41-46312" fmla="*/ 396707 h 10435941"/>
                  <a:gd name="connsiteX42-46313" fmla="*/ 8908472 w 10490654"/>
                  <a:gd name="connsiteY42-46314" fmla="*/ 544390 h 10435941"/>
                  <a:gd name="connsiteX43-46315" fmla="*/ 9146732 w 10490654"/>
                  <a:gd name="connsiteY43-46316" fmla="*/ 420846 h 10435941"/>
                  <a:gd name="connsiteX44-46317" fmla="*/ 9372965 w 10490654"/>
                  <a:gd name="connsiteY44-46318" fmla="*/ 466363 h 10435941"/>
                  <a:gd name="connsiteX45-46319" fmla="*/ 9518072 w 10490654"/>
                  <a:gd name="connsiteY45-46320" fmla="*/ 367819 h 10435941"/>
                  <a:gd name="connsiteX46-46321" fmla="*/ 9646301 w 10490654"/>
                  <a:gd name="connsiteY46-46322" fmla="*/ 369587 h 10435941"/>
                  <a:gd name="connsiteX47-46323" fmla="*/ 10002982 w 10490654"/>
                  <a:gd name="connsiteY47-46324" fmla="*/ 793772 h 10435941"/>
                  <a:gd name="connsiteX48-46325" fmla="*/ 10238509 w 10490654"/>
                  <a:gd name="connsiteY48-46326" fmla="*/ 987735 h 10435941"/>
                  <a:gd name="connsiteX49-46327" fmla="*/ 10224654 w 10490654"/>
                  <a:gd name="connsiteY49-46328" fmla="*/ 1250972 h 10435941"/>
                  <a:gd name="connsiteX50-46329" fmla="*/ 10238509 w 10490654"/>
                  <a:gd name="connsiteY50-46330" fmla="*/ 1444935 h 10435941"/>
                  <a:gd name="connsiteX51-46331" fmla="*/ 10243066 w 10490654"/>
                  <a:gd name="connsiteY51-46332" fmla="*/ 1580249 h 10435941"/>
                  <a:gd name="connsiteX52-46333" fmla="*/ 10490654 w 10490654"/>
                  <a:gd name="connsiteY52-46334" fmla="*/ 1753897 h 10435941"/>
                  <a:gd name="connsiteX53-46335" fmla="*/ 10077929 w 10490654"/>
                  <a:gd name="connsiteY53-46336" fmla="*/ 2207269 h 10435941"/>
                  <a:gd name="connsiteX54-46337" fmla="*/ 9781309 w 10490654"/>
                  <a:gd name="connsiteY54-46338" fmla="*/ 2497881 h 10435941"/>
                  <a:gd name="connsiteX55-46339" fmla="*/ 9580055 w 10490654"/>
                  <a:gd name="connsiteY55-46340" fmla="*/ 3426134 h 10435941"/>
                  <a:gd name="connsiteX56-46341" fmla="*/ 9532477 w 10490654"/>
                  <a:gd name="connsiteY56-46342" fmla="*/ 3685207 h 10435941"/>
                  <a:gd name="connsiteX57-46343" fmla="*/ 9365672 w 10490654"/>
                  <a:gd name="connsiteY57-46344" fmla="*/ 3911044 h 10435941"/>
                  <a:gd name="connsiteX58-46345" fmla="*/ 9310254 w 10490654"/>
                  <a:gd name="connsiteY58-46346" fmla="*/ 4077299 h 10435941"/>
                  <a:gd name="connsiteX59-46347" fmla="*/ 9236422 w 10490654"/>
                  <a:gd name="connsiteY59-46348" fmla="*/ 4285117 h 10435941"/>
                  <a:gd name="connsiteX60-46349" fmla="*/ 9205255 w 10490654"/>
                  <a:gd name="connsiteY60-46350" fmla="*/ 4430122 h 10435941"/>
                  <a:gd name="connsiteX61-46351" fmla="*/ 9337963 w 10490654"/>
                  <a:gd name="connsiteY61-46352" fmla="*/ 4659190 h 10435941"/>
                  <a:gd name="connsiteX62-46353" fmla="*/ 9382180 w 10490654"/>
                  <a:gd name="connsiteY62-46354" fmla="*/ 4915057 h 10435941"/>
                  <a:gd name="connsiteX63-46355" fmla="*/ 9397939 w 10490654"/>
                  <a:gd name="connsiteY63-46356" fmla="*/ 5208060 h 10435941"/>
                  <a:gd name="connsiteX64-46357" fmla="*/ 9383359 w 10490654"/>
                  <a:gd name="connsiteY64-46358" fmla="*/ 5615153 h 10435941"/>
                  <a:gd name="connsiteX65-46359" fmla="*/ 9518623 w 10490654"/>
                  <a:gd name="connsiteY65-46360" fmla="*/ 5975373 h 10435941"/>
                  <a:gd name="connsiteX66-46361" fmla="*/ 9540496 w 10490654"/>
                  <a:gd name="connsiteY66-46362" fmla="*/ 6403714 h 10435941"/>
                  <a:gd name="connsiteX67-46363" fmla="*/ 9933709 w 10490654"/>
                  <a:gd name="connsiteY67-46364" fmla="*/ 6862062 h 10435941"/>
                  <a:gd name="connsiteX68-46365" fmla="*/ 10052074 w 10490654"/>
                  <a:gd name="connsiteY68-46366" fmla="*/ 7221396 h 10435941"/>
                  <a:gd name="connsiteX69-46367" fmla="*/ 10232908 w 10490654"/>
                  <a:gd name="connsiteY69-46368" fmla="*/ 7514995 h 10435941"/>
                  <a:gd name="connsiteX70-46369" fmla="*/ 9670472 w 10490654"/>
                  <a:gd name="connsiteY70-46370" fmla="*/ 7540935 h 10435941"/>
                  <a:gd name="connsiteX71-46371" fmla="*/ 9174087 w 10490654"/>
                  <a:gd name="connsiteY71-46372" fmla="*/ 7651772 h 10435941"/>
                  <a:gd name="connsiteX72-46373" fmla="*/ 9128871 w 10490654"/>
                  <a:gd name="connsiteY72-46374" fmla="*/ 7790317 h 10435941"/>
                  <a:gd name="connsiteX73-46375" fmla="*/ 9019309 w 10490654"/>
                  <a:gd name="connsiteY73-46376" fmla="*/ 7998135 h 10435941"/>
                  <a:gd name="connsiteX74-46377" fmla="*/ 8933823 w 10490654"/>
                  <a:gd name="connsiteY74-46378" fmla="*/ 8085908 h 10435941"/>
                  <a:gd name="connsiteX75-46379" fmla="*/ 9036787 w 10490654"/>
                  <a:gd name="connsiteY75-46380" fmla="*/ 8313437 h 10435941"/>
                  <a:gd name="connsiteX76-46381" fmla="*/ 9027559 w 10490654"/>
                  <a:gd name="connsiteY76-46382" fmla="*/ 8524608 h 10435941"/>
                  <a:gd name="connsiteX77-46383" fmla="*/ 8993669 w 10490654"/>
                  <a:gd name="connsiteY77-46384" fmla="*/ 8758113 h 10435941"/>
                  <a:gd name="connsiteX78-46385" fmla="*/ 8991600 w 10490654"/>
                  <a:gd name="connsiteY78-46386" fmla="*/ 8967953 h 10435941"/>
                  <a:gd name="connsiteX79-46387" fmla="*/ 8894618 w 10490654"/>
                  <a:gd name="connsiteY79-46388" fmla="*/ 9272753 h 10435941"/>
                  <a:gd name="connsiteX80-46389" fmla="*/ 8922328 w 10490654"/>
                  <a:gd name="connsiteY80-46390" fmla="*/ 9578490 h 10435941"/>
                  <a:gd name="connsiteX81-46391" fmla="*/ 9138715 w 10490654"/>
                  <a:gd name="connsiteY81-46392" fmla="*/ 9750056 h 10435941"/>
                  <a:gd name="connsiteX82-46393" fmla="*/ 9231789 w 10490654"/>
                  <a:gd name="connsiteY82-46394" fmla="*/ 9890275 h 10435941"/>
                  <a:gd name="connsiteX83-46395" fmla="*/ 9462870 w 10490654"/>
                  <a:gd name="connsiteY83-46396" fmla="*/ 9929452 h 10435941"/>
                  <a:gd name="connsiteX84-46397" fmla="*/ 9472032 w 10490654"/>
                  <a:gd name="connsiteY84-46398" fmla="*/ 9818955 h 10435941"/>
                  <a:gd name="connsiteX85-46399" fmla="*/ 9620746 w 10490654"/>
                  <a:gd name="connsiteY85-46400" fmla="*/ 9758904 h 10435941"/>
                  <a:gd name="connsiteX86-46401" fmla="*/ 9632264 w 10490654"/>
                  <a:gd name="connsiteY86-46402" fmla="*/ 10334695 h 10435941"/>
                  <a:gd name="connsiteX87-46403" fmla="*/ 9504664 w 10490654"/>
                  <a:gd name="connsiteY87-46404" fmla="*/ 10338313 h 10435941"/>
                  <a:gd name="connsiteX88-46405" fmla="*/ 9328580 w 10490654"/>
                  <a:gd name="connsiteY88-46406" fmla="*/ 10427202 h 10435941"/>
                  <a:gd name="connsiteX89-46407" fmla="*/ 9204220 w 10490654"/>
                  <a:gd name="connsiteY89-46408" fmla="*/ 10435941 h 10435941"/>
                  <a:gd name="connsiteX90-46409" fmla="*/ 9065234 w 10490654"/>
                  <a:gd name="connsiteY90-46410" fmla="*/ 10122103 h 10435941"/>
                  <a:gd name="connsiteX91-46411" fmla="*/ 8954319 w 10490654"/>
                  <a:gd name="connsiteY91-46412" fmla="*/ 10072174 h 10435941"/>
                  <a:gd name="connsiteX92-46413" fmla="*/ 8793275 w 10490654"/>
                  <a:gd name="connsiteY92-46414" fmla="*/ 9863725 h 10435941"/>
                  <a:gd name="connsiteX93-46415" fmla="*/ 8479422 w 10490654"/>
                  <a:gd name="connsiteY93-46416" fmla="*/ 9748287 h 10435941"/>
                  <a:gd name="connsiteX94-46417" fmla="*/ 8359423 w 10490654"/>
                  <a:gd name="connsiteY94-46418" fmla="*/ 9651431 h 10435941"/>
                  <a:gd name="connsiteX95-46419" fmla="*/ 8285018 w 10490654"/>
                  <a:gd name="connsiteY95-46420" fmla="*/ 9480572 h 10435941"/>
                  <a:gd name="connsiteX96-46421" fmla="*/ 8243564 w 10490654"/>
                  <a:gd name="connsiteY96-46422" fmla="*/ 9374254 h 10435941"/>
                  <a:gd name="connsiteX97-46423" fmla="*/ 8146472 w 10490654"/>
                  <a:gd name="connsiteY97-46424" fmla="*/ 9355881 h 10435941"/>
                  <a:gd name="connsiteX98-46425" fmla="*/ 8091054 w 10490654"/>
                  <a:gd name="connsiteY98-46426" fmla="*/ 9577553 h 10435941"/>
                  <a:gd name="connsiteX99-46427" fmla="*/ 7948364 w 10490654"/>
                  <a:gd name="connsiteY99-46428" fmla="*/ 9610939 h 10435941"/>
                  <a:gd name="connsiteX100-46429" fmla="*/ 7595184 w 10490654"/>
                  <a:gd name="connsiteY100-46430" fmla="*/ 9552340 h 10435941"/>
                  <a:gd name="connsiteX101-46431" fmla="*/ 7456879 w 10490654"/>
                  <a:gd name="connsiteY101-46432" fmla="*/ 9485198 h 10435941"/>
                  <a:gd name="connsiteX102-46433" fmla="*/ 7264584 w 10490654"/>
                  <a:gd name="connsiteY102-46434" fmla="*/ 9449904 h 10435941"/>
                  <a:gd name="connsiteX103-46435" fmla="*/ 7171401 w 10490654"/>
                  <a:gd name="connsiteY103-46436" fmla="*/ 9200180 h 10435941"/>
                  <a:gd name="connsiteX104-46437" fmla="*/ 6954982 w 10490654"/>
                  <a:gd name="connsiteY104-46438" fmla="*/ 9189626 h 10435941"/>
                  <a:gd name="connsiteX105-46439" fmla="*/ 6674084 w 10490654"/>
                  <a:gd name="connsiteY105-46440" fmla="*/ 9285034 h 10435941"/>
                  <a:gd name="connsiteX106-46441" fmla="*/ 6679359 w 10490654"/>
                  <a:gd name="connsiteY106-46442" fmla="*/ 9099745 h 10435941"/>
                  <a:gd name="connsiteX107-46443" fmla="*/ 6552868 w 10490654"/>
                  <a:gd name="connsiteY107-46444" fmla="*/ 9013951 h 10435941"/>
                  <a:gd name="connsiteX108-46445" fmla="*/ 6428509 w 10490654"/>
                  <a:gd name="connsiteY108-46446" fmla="*/ 8954099 h 10435941"/>
                  <a:gd name="connsiteX109-46447" fmla="*/ 6325922 w 10490654"/>
                  <a:gd name="connsiteY109-46448" fmla="*/ 9057307 h 10435941"/>
                  <a:gd name="connsiteX110-46449" fmla="*/ 6167763 w 10490654"/>
                  <a:gd name="connsiteY110-46450" fmla="*/ 8978227 h 10435941"/>
                  <a:gd name="connsiteX111-46451" fmla="*/ 6002132 w 10490654"/>
                  <a:gd name="connsiteY111-46452" fmla="*/ 9093734 h 10435941"/>
                  <a:gd name="connsiteX112-46453" fmla="*/ 5735890 w 10490654"/>
                  <a:gd name="connsiteY112-46454" fmla="*/ 9101726 h 10435941"/>
                  <a:gd name="connsiteX113-46455" fmla="*/ 5674760 w 10490654"/>
                  <a:gd name="connsiteY113-46456" fmla="*/ 9081904 h 10435941"/>
                  <a:gd name="connsiteX114-46457" fmla="*/ 5507415 w 10490654"/>
                  <a:gd name="connsiteY114-46458" fmla="*/ 9128137 h 10435941"/>
                  <a:gd name="connsiteX115-46459" fmla="*/ 5505859 w 10490654"/>
                  <a:gd name="connsiteY115-46460" fmla="*/ 8870972 h 10435941"/>
                  <a:gd name="connsiteX116-46461" fmla="*/ 5505857 w 10490654"/>
                  <a:gd name="connsiteY116-46462" fmla="*/ 8634977 h 10435941"/>
                  <a:gd name="connsiteX117-46463" fmla="*/ 5336024 w 10490654"/>
                  <a:gd name="connsiteY117-46464" fmla="*/ 8333292 h 10435941"/>
                  <a:gd name="connsiteX118-46465" fmla="*/ 5230324 w 10490654"/>
                  <a:gd name="connsiteY118-46466" fmla="*/ 8082820 h 10435941"/>
                  <a:gd name="connsiteX119-46467" fmla="*/ 5317031 w 10490654"/>
                  <a:gd name="connsiteY119-46468" fmla="*/ 7610208 h 10435941"/>
                  <a:gd name="connsiteX120-46469" fmla="*/ 5201059 w 10490654"/>
                  <a:gd name="connsiteY120-46470" fmla="*/ 7320352 h 10435941"/>
                  <a:gd name="connsiteX121-46471" fmla="*/ 5250872 w 10490654"/>
                  <a:gd name="connsiteY121-46472" fmla="*/ 7069881 h 10435941"/>
                  <a:gd name="connsiteX122-46473" fmla="*/ 5254899 w 10490654"/>
                  <a:gd name="connsiteY122-46474" fmla="*/ 6935795 h 10435941"/>
                  <a:gd name="connsiteX123-46475" fmla="*/ 4577603 w 10490654"/>
                  <a:gd name="connsiteY123-46476" fmla="*/ 7013996 h 10435941"/>
                  <a:gd name="connsiteX124-46477" fmla="*/ 4560483 w 10490654"/>
                  <a:gd name="connsiteY124-46478" fmla="*/ 6840580 h 10435941"/>
                  <a:gd name="connsiteX125-46479" fmla="*/ 4496504 w 10490654"/>
                  <a:gd name="connsiteY125-46480" fmla="*/ 6706626 h 10435941"/>
                  <a:gd name="connsiteX126-46481" fmla="*/ 4326990 w 10490654"/>
                  <a:gd name="connsiteY126-46482" fmla="*/ 6826329 h 10435941"/>
                  <a:gd name="connsiteX127-46483" fmla="*/ 4011344 w 10490654"/>
                  <a:gd name="connsiteY127-46484" fmla="*/ 6862493 h 10435941"/>
                  <a:gd name="connsiteX128-46485" fmla="*/ 3976254 w 10490654"/>
                  <a:gd name="connsiteY128-46486" fmla="*/ 7069881 h 10435941"/>
                  <a:gd name="connsiteX129-46487" fmla="*/ 3932667 w 10490654"/>
                  <a:gd name="connsiteY129-46488" fmla="*/ 7281279 h 10435941"/>
                  <a:gd name="connsiteX130-46489" fmla="*/ 3884155 w 10490654"/>
                  <a:gd name="connsiteY130-46490" fmla="*/ 7403480 h 10435941"/>
                  <a:gd name="connsiteX131-46491" fmla="*/ 3572499 w 10490654"/>
                  <a:gd name="connsiteY131-46492" fmla="*/ 7365450 h 10435941"/>
                  <a:gd name="connsiteX132-46493" fmla="*/ 3311236 w 10490654"/>
                  <a:gd name="connsiteY132-46494" fmla="*/ 7402390 h 10435941"/>
                  <a:gd name="connsiteX133-46495" fmla="*/ 2921540 w 10490654"/>
                  <a:gd name="connsiteY133-46496" fmla="*/ 7414475 h 10435941"/>
                  <a:gd name="connsiteX134-46497" fmla="*/ 2748111 w 10490654"/>
                  <a:gd name="connsiteY134-46498" fmla="*/ 7166777 h 10435941"/>
                  <a:gd name="connsiteX135-46499" fmla="*/ 2586329 w 10490654"/>
                  <a:gd name="connsiteY135-46500" fmla="*/ 6908102 h 10435941"/>
                  <a:gd name="connsiteX136-46501" fmla="*/ 2406108 w 10490654"/>
                  <a:gd name="connsiteY136-46502" fmla="*/ 6257406 h 10435941"/>
                  <a:gd name="connsiteX137-46503" fmla="*/ 2327563 w 10490654"/>
                  <a:gd name="connsiteY137-46504" fmla="*/ 6224753 h 10435941"/>
                  <a:gd name="connsiteX138-46505" fmla="*/ 1662545 w 10490654"/>
                  <a:gd name="connsiteY138-46506" fmla="*/ 6197044 h 10435941"/>
                  <a:gd name="connsiteX139-46507" fmla="*/ 1233054 w 10490654"/>
                  <a:gd name="connsiteY139-46508" fmla="*/ 6197044 h 10435941"/>
                  <a:gd name="connsiteX140-46509" fmla="*/ 1136072 w 10490654"/>
                  <a:gd name="connsiteY140-46510" fmla="*/ 6252462 h 10435941"/>
                  <a:gd name="connsiteX141-46511" fmla="*/ 706582 w 10490654"/>
                  <a:gd name="connsiteY141-46512" fmla="*/ 6210899 h 10435941"/>
                  <a:gd name="connsiteX142-46513" fmla="*/ 382795 w 10490654"/>
                  <a:gd name="connsiteY142-46514" fmla="*/ 6137320 h 10435941"/>
                  <a:gd name="connsiteX143-46515" fmla="*/ 147380 w 10490654"/>
                  <a:gd name="connsiteY143-46516" fmla="*/ 6294321 h 10435941"/>
                  <a:gd name="connsiteX144-46517" fmla="*/ 0 w 10490654"/>
                  <a:gd name="connsiteY144-46518" fmla="*/ 6294026 h 10435941"/>
                  <a:gd name="connsiteX145-46519" fmla="*/ 87709 w 10490654"/>
                  <a:gd name="connsiteY145-46520" fmla="*/ 6114298 h 10435941"/>
                  <a:gd name="connsiteX0-46521" fmla="*/ 0 w 10402945"/>
                  <a:gd name="connsiteY0-46522" fmla="*/ 6114298 h 10435941"/>
                  <a:gd name="connsiteX1-46523" fmla="*/ 41344 w 10402945"/>
                  <a:gd name="connsiteY1-46524" fmla="*/ 5799866 h 10435941"/>
                  <a:gd name="connsiteX2-46525" fmla="*/ 314073 w 10402945"/>
                  <a:gd name="connsiteY2-46526" fmla="*/ 5532026 h 10435941"/>
                  <a:gd name="connsiteX3-46527" fmla="*/ 563454 w 10402945"/>
                  <a:gd name="connsiteY3-46528" fmla="*/ 5670572 h 10435941"/>
                  <a:gd name="connsiteX4-46529" fmla="*/ 771273 w 10402945"/>
                  <a:gd name="connsiteY4-46530" fmla="*/ 5504317 h 10435941"/>
                  <a:gd name="connsiteX5-46531" fmla="*/ 909818 w 10402945"/>
                  <a:gd name="connsiteY5-46532" fmla="*/ 5351917 h 10435941"/>
                  <a:gd name="connsiteX6-46533" fmla="*/ 992945 w 10402945"/>
                  <a:gd name="connsiteY6-46534" fmla="*/ 5435044 h 10435941"/>
                  <a:gd name="connsiteX7-46535" fmla="*/ 1181603 w 10402945"/>
                  <a:gd name="connsiteY7-46536" fmla="*/ 5679710 h 10435941"/>
                  <a:gd name="connsiteX8-46537" fmla="*/ 1435407 w 10402945"/>
                  <a:gd name="connsiteY8-46538" fmla="*/ 5481030 h 10435941"/>
                  <a:gd name="connsiteX9-46539" fmla="*/ 1644109 w 10402945"/>
                  <a:gd name="connsiteY9-46540" fmla="*/ 5296499 h 10435941"/>
                  <a:gd name="connsiteX10-46541" fmla="*/ 1935054 w 10402945"/>
                  <a:gd name="connsiteY10-46542" fmla="*/ 5060972 h 10435941"/>
                  <a:gd name="connsiteX11-46543" fmla="*/ 2032036 w 10402945"/>
                  <a:gd name="connsiteY11-46544" fmla="*/ 4631481 h 10435941"/>
                  <a:gd name="connsiteX12-46545" fmla="*/ 2084802 w 10402945"/>
                  <a:gd name="connsiteY12-46546" fmla="*/ 4164848 h 10435941"/>
                  <a:gd name="connsiteX13-46547" fmla="*/ 2267563 w 10402945"/>
                  <a:gd name="connsiteY13-46548" fmla="*/ 3855626 h 10435941"/>
                  <a:gd name="connsiteX14-46549" fmla="*/ 2664788 w 10402945"/>
                  <a:gd name="connsiteY14-46550" fmla="*/ 3475092 h 10435941"/>
                  <a:gd name="connsiteX15-46551" fmla="*/ 2891018 w 10402945"/>
                  <a:gd name="connsiteY15-46552" fmla="*/ 3259881 h 10435941"/>
                  <a:gd name="connsiteX16-46553" fmla="*/ 2918727 w 10402945"/>
                  <a:gd name="connsiteY16-46554" fmla="*/ 2816535 h 10435941"/>
                  <a:gd name="connsiteX17-46555" fmla="*/ 2988000 w 10402945"/>
                  <a:gd name="connsiteY17-46556" fmla="*/ 2525590 h 10435941"/>
                  <a:gd name="connsiteX18-46557" fmla="*/ 2988000 w 10402945"/>
                  <a:gd name="connsiteY18-46558" fmla="*/ 2317772 h 10435941"/>
                  <a:gd name="connsiteX19-46559" fmla="*/ 3126545 w 10402945"/>
                  <a:gd name="connsiteY19-46560" fmla="*/ 1985262 h 10435941"/>
                  <a:gd name="connsiteX20-46561" fmla="*/ 3126545 w 10402945"/>
                  <a:gd name="connsiteY20-46562" fmla="*/ 1694317 h 10435941"/>
                  <a:gd name="connsiteX21-46563" fmla="*/ 3425745 w 10402945"/>
                  <a:gd name="connsiteY21-46564" fmla="*/ 1126281 h 10435941"/>
                  <a:gd name="connsiteX22-46565" fmla="*/ 3375927 w 10402945"/>
                  <a:gd name="connsiteY22-46566" fmla="*/ 752208 h 10435941"/>
                  <a:gd name="connsiteX23-46567" fmla="*/ 3403636 w 10402945"/>
                  <a:gd name="connsiteY23-46568" fmla="*/ 544390 h 10435941"/>
                  <a:gd name="connsiteX24-46569" fmla="*/ 3736145 w 10402945"/>
                  <a:gd name="connsiteY24-46570" fmla="*/ 184172 h 10435941"/>
                  <a:gd name="connsiteX25-46571" fmla="*/ 3930109 w 10402945"/>
                  <a:gd name="connsiteY25-46572" fmla="*/ 59481 h 10435941"/>
                  <a:gd name="connsiteX26-46573" fmla="*/ 4345745 w 10402945"/>
                  <a:gd name="connsiteY26-46574" fmla="*/ 295008 h 10435941"/>
                  <a:gd name="connsiteX27-46575" fmla="*/ 4512000 w 10402945"/>
                  <a:gd name="connsiteY27-46576" fmla="*/ 488972 h 10435941"/>
                  <a:gd name="connsiteX28-46577" fmla="*/ 4983054 w 10402945"/>
                  <a:gd name="connsiteY28-46578" fmla="*/ 544390 h 10435941"/>
                  <a:gd name="connsiteX29-46579" fmla="*/ 5303478 w 10402945"/>
                  <a:gd name="connsiteY29-46580" fmla="*/ 603639 h 10435941"/>
                  <a:gd name="connsiteX30-46581" fmla="*/ 5480933 w 10402945"/>
                  <a:gd name="connsiteY30-46582" fmla="*/ 588271 h 10435941"/>
                  <a:gd name="connsiteX31-46583" fmla="*/ 5772763 w 10402945"/>
                  <a:gd name="connsiteY31-46584" fmla="*/ 281153 h 10435941"/>
                  <a:gd name="connsiteX32-46585" fmla="*/ 6036000 w 10402945"/>
                  <a:gd name="connsiteY32-46586" fmla="*/ 322717 h 10435941"/>
                  <a:gd name="connsiteX33-46587" fmla="*/ 6454191 w 10402945"/>
                  <a:gd name="connsiteY33-46588" fmla="*/ 168233 h 10435941"/>
                  <a:gd name="connsiteX34-46589" fmla="*/ 6594013 w 10402945"/>
                  <a:gd name="connsiteY34-46590" fmla="*/ 107503 h 10435941"/>
                  <a:gd name="connsiteX35-46591" fmla="*/ 6923969 w 10402945"/>
                  <a:gd name="connsiteY35-46592" fmla="*/ 198026 h 10435941"/>
                  <a:gd name="connsiteX36-46593" fmla="*/ 7144363 w 10402945"/>
                  <a:gd name="connsiteY36-46594" fmla="*/ 17917 h 10435941"/>
                  <a:gd name="connsiteX37-46595" fmla="*/ 7291398 w 10402945"/>
                  <a:gd name="connsiteY37-46596" fmla="*/ 0 h 10435941"/>
                  <a:gd name="connsiteX38-46597" fmla="*/ 7513150 w 10402945"/>
                  <a:gd name="connsiteY38-46598" fmla="*/ 41248 h 10435941"/>
                  <a:gd name="connsiteX39-46599" fmla="*/ 7823236 w 10402945"/>
                  <a:gd name="connsiteY39-46600" fmla="*/ 128753 h 10435941"/>
                  <a:gd name="connsiteX40-46601" fmla="*/ 8225018 w 10402945"/>
                  <a:gd name="connsiteY40-46602" fmla="*/ 59481 h 10435941"/>
                  <a:gd name="connsiteX41-46603" fmla="*/ 8559296 w 10402945"/>
                  <a:gd name="connsiteY41-46604" fmla="*/ 396707 h 10435941"/>
                  <a:gd name="connsiteX42-46605" fmla="*/ 8820763 w 10402945"/>
                  <a:gd name="connsiteY42-46606" fmla="*/ 544390 h 10435941"/>
                  <a:gd name="connsiteX43-46607" fmla="*/ 9059023 w 10402945"/>
                  <a:gd name="connsiteY43-46608" fmla="*/ 420846 h 10435941"/>
                  <a:gd name="connsiteX44-46609" fmla="*/ 9285256 w 10402945"/>
                  <a:gd name="connsiteY44-46610" fmla="*/ 466363 h 10435941"/>
                  <a:gd name="connsiteX45-46611" fmla="*/ 9430363 w 10402945"/>
                  <a:gd name="connsiteY45-46612" fmla="*/ 367819 h 10435941"/>
                  <a:gd name="connsiteX46-46613" fmla="*/ 9558592 w 10402945"/>
                  <a:gd name="connsiteY46-46614" fmla="*/ 369587 h 10435941"/>
                  <a:gd name="connsiteX47-46615" fmla="*/ 9915273 w 10402945"/>
                  <a:gd name="connsiteY47-46616" fmla="*/ 793772 h 10435941"/>
                  <a:gd name="connsiteX48-46617" fmla="*/ 10150800 w 10402945"/>
                  <a:gd name="connsiteY48-46618" fmla="*/ 987735 h 10435941"/>
                  <a:gd name="connsiteX49-46619" fmla="*/ 10136945 w 10402945"/>
                  <a:gd name="connsiteY49-46620" fmla="*/ 1250972 h 10435941"/>
                  <a:gd name="connsiteX50-46621" fmla="*/ 10150800 w 10402945"/>
                  <a:gd name="connsiteY50-46622" fmla="*/ 1444935 h 10435941"/>
                  <a:gd name="connsiteX51-46623" fmla="*/ 10155357 w 10402945"/>
                  <a:gd name="connsiteY51-46624" fmla="*/ 1580249 h 10435941"/>
                  <a:gd name="connsiteX52-46625" fmla="*/ 10402945 w 10402945"/>
                  <a:gd name="connsiteY52-46626" fmla="*/ 1753897 h 10435941"/>
                  <a:gd name="connsiteX53-46627" fmla="*/ 9990220 w 10402945"/>
                  <a:gd name="connsiteY53-46628" fmla="*/ 2207269 h 10435941"/>
                  <a:gd name="connsiteX54-46629" fmla="*/ 9693600 w 10402945"/>
                  <a:gd name="connsiteY54-46630" fmla="*/ 2497881 h 10435941"/>
                  <a:gd name="connsiteX55-46631" fmla="*/ 9492346 w 10402945"/>
                  <a:gd name="connsiteY55-46632" fmla="*/ 3426134 h 10435941"/>
                  <a:gd name="connsiteX56-46633" fmla="*/ 9444768 w 10402945"/>
                  <a:gd name="connsiteY56-46634" fmla="*/ 3685207 h 10435941"/>
                  <a:gd name="connsiteX57-46635" fmla="*/ 9277963 w 10402945"/>
                  <a:gd name="connsiteY57-46636" fmla="*/ 3911044 h 10435941"/>
                  <a:gd name="connsiteX58-46637" fmla="*/ 9222545 w 10402945"/>
                  <a:gd name="connsiteY58-46638" fmla="*/ 4077299 h 10435941"/>
                  <a:gd name="connsiteX59-46639" fmla="*/ 9148713 w 10402945"/>
                  <a:gd name="connsiteY59-46640" fmla="*/ 4285117 h 10435941"/>
                  <a:gd name="connsiteX60-46641" fmla="*/ 9117546 w 10402945"/>
                  <a:gd name="connsiteY60-46642" fmla="*/ 4430122 h 10435941"/>
                  <a:gd name="connsiteX61-46643" fmla="*/ 9250254 w 10402945"/>
                  <a:gd name="connsiteY61-46644" fmla="*/ 4659190 h 10435941"/>
                  <a:gd name="connsiteX62-46645" fmla="*/ 9294471 w 10402945"/>
                  <a:gd name="connsiteY62-46646" fmla="*/ 4915057 h 10435941"/>
                  <a:gd name="connsiteX63-46647" fmla="*/ 9310230 w 10402945"/>
                  <a:gd name="connsiteY63-46648" fmla="*/ 5208060 h 10435941"/>
                  <a:gd name="connsiteX64-46649" fmla="*/ 9295650 w 10402945"/>
                  <a:gd name="connsiteY64-46650" fmla="*/ 5615153 h 10435941"/>
                  <a:gd name="connsiteX65-46651" fmla="*/ 9430914 w 10402945"/>
                  <a:gd name="connsiteY65-46652" fmla="*/ 5975373 h 10435941"/>
                  <a:gd name="connsiteX66-46653" fmla="*/ 9452787 w 10402945"/>
                  <a:gd name="connsiteY66-46654" fmla="*/ 6403714 h 10435941"/>
                  <a:gd name="connsiteX67-46655" fmla="*/ 9846000 w 10402945"/>
                  <a:gd name="connsiteY67-46656" fmla="*/ 6862062 h 10435941"/>
                  <a:gd name="connsiteX68-46657" fmla="*/ 9964365 w 10402945"/>
                  <a:gd name="connsiteY68-46658" fmla="*/ 7221396 h 10435941"/>
                  <a:gd name="connsiteX69-46659" fmla="*/ 10145199 w 10402945"/>
                  <a:gd name="connsiteY69-46660" fmla="*/ 7514995 h 10435941"/>
                  <a:gd name="connsiteX70-46661" fmla="*/ 9582763 w 10402945"/>
                  <a:gd name="connsiteY70-46662" fmla="*/ 7540935 h 10435941"/>
                  <a:gd name="connsiteX71-46663" fmla="*/ 9086378 w 10402945"/>
                  <a:gd name="connsiteY71-46664" fmla="*/ 7651772 h 10435941"/>
                  <a:gd name="connsiteX72-46665" fmla="*/ 9041162 w 10402945"/>
                  <a:gd name="connsiteY72-46666" fmla="*/ 7790317 h 10435941"/>
                  <a:gd name="connsiteX73-46667" fmla="*/ 8931600 w 10402945"/>
                  <a:gd name="connsiteY73-46668" fmla="*/ 7998135 h 10435941"/>
                  <a:gd name="connsiteX74-46669" fmla="*/ 8846114 w 10402945"/>
                  <a:gd name="connsiteY74-46670" fmla="*/ 8085908 h 10435941"/>
                  <a:gd name="connsiteX75-46671" fmla="*/ 8949078 w 10402945"/>
                  <a:gd name="connsiteY75-46672" fmla="*/ 8313437 h 10435941"/>
                  <a:gd name="connsiteX76-46673" fmla="*/ 8939850 w 10402945"/>
                  <a:gd name="connsiteY76-46674" fmla="*/ 8524608 h 10435941"/>
                  <a:gd name="connsiteX77-46675" fmla="*/ 8905960 w 10402945"/>
                  <a:gd name="connsiteY77-46676" fmla="*/ 8758113 h 10435941"/>
                  <a:gd name="connsiteX78-46677" fmla="*/ 8903891 w 10402945"/>
                  <a:gd name="connsiteY78-46678" fmla="*/ 8967953 h 10435941"/>
                  <a:gd name="connsiteX79-46679" fmla="*/ 8806909 w 10402945"/>
                  <a:gd name="connsiteY79-46680" fmla="*/ 9272753 h 10435941"/>
                  <a:gd name="connsiteX80-46681" fmla="*/ 8834619 w 10402945"/>
                  <a:gd name="connsiteY80-46682" fmla="*/ 9578490 h 10435941"/>
                  <a:gd name="connsiteX81-46683" fmla="*/ 9051006 w 10402945"/>
                  <a:gd name="connsiteY81-46684" fmla="*/ 9750056 h 10435941"/>
                  <a:gd name="connsiteX82-46685" fmla="*/ 9144080 w 10402945"/>
                  <a:gd name="connsiteY82-46686" fmla="*/ 9890275 h 10435941"/>
                  <a:gd name="connsiteX83-46687" fmla="*/ 9375161 w 10402945"/>
                  <a:gd name="connsiteY83-46688" fmla="*/ 9929452 h 10435941"/>
                  <a:gd name="connsiteX84-46689" fmla="*/ 9384323 w 10402945"/>
                  <a:gd name="connsiteY84-46690" fmla="*/ 9818955 h 10435941"/>
                  <a:gd name="connsiteX85-46691" fmla="*/ 9533037 w 10402945"/>
                  <a:gd name="connsiteY85-46692" fmla="*/ 9758904 h 10435941"/>
                  <a:gd name="connsiteX86-46693" fmla="*/ 9544555 w 10402945"/>
                  <a:gd name="connsiteY86-46694" fmla="*/ 10334695 h 10435941"/>
                  <a:gd name="connsiteX87-46695" fmla="*/ 9416955 w 10402945"/>
                  <a:gd name="connsiteY87-46696" fmla="*/ 10338313 h 10435941"/>
                  <a:gd name="connsiteX88-46697" fmla="*/ 9240871 w 10402945"/>
                  <a:gd name="connsiteY88-46698" fmla="*/ 10427202 h 10435941"/>
                  <a:gd name="connsiteX89-46699" fmla="*/ 9116511 w 10402945"/>
                  <a:gd name="connsiteY89-46700" fmla="*/ 10435941 h 10435941"/>
                  <a:gd name="connsiteX90-46701" fmla="*/ 8977525 w 10402945"/>
                  <a:gd name="connsiteY90-46702" fmla="*/ 10122103 h 10435941"/>
                  <a:gd name="connsiteX91-46703" fmla="*/ 8866610 w 10402945"/>
                  <a:gd name="connsiteY91-46704" fmla="*/ 10072174 h 10435941"/>
                  <a:gd name="connsiteX92-46705" fmla="*/ 8705566 w 10402945"/>
                  <a:gd name="connsiteY92-46706" fmla="*/ 9863725 h 10435941"/>
                  <a:gd name="connsiteX93-46707" fmla="*/ 8391713 w 10402945"/>
                  <a:gd name="connsiteY93-46708" fmla="*/ 9748287 h 10435941"/>
                  <a:gd name="connsiteX94-46709" fmla="*/ 8271714 w 10402945"/>
                  <a:gd name="connsiteY94-46710" fmla="*/ 9651431 h 10435941"/>
                  <a:gd name="connsiteX95-46711" fmla="*/ 8197309 w 10402945"/>
                  <a:gd name="connsiteY95-46712" fmla="*/ 9480572 h 10435941"/>
                  <a:gd name="connsiteX96-46713" fmla="*/ 8155855 w 10402945"/>
                  <a:gd name="connsiteY96-46714" fmla="*/ 9374254 h 10435941"/>
                  <a:gd name="connsiteX97-46715" fmla="*/ 8058763 w 10402945"/>
                  <a:gd name="connsiteY97-46716" fmla="*/ 9355881 h 10435941"/>
                  <a:gd name="connsiteX98-46717" fmla="*/ 8003345 w 10402945"/>
                  <a:gd name="connsiteY98-46718" fmla="*/ 9577553 h 10435941"/>
                  <a:gd name="connsiteX99-46719" fmla="*/ 7860655 w 10402945"/>
                  <a:gd name="connsiteY99-46720" fmla="*/ 9610939 h 10435941"/>
                  <a:gd name="connsiteX100-46721" fmla="*/ 7507475 w 10402945"/>
                  <a:gd name="connsiteY100-46722" fmla="*/ 9552340 h 10435941"/>
                  <a:gd name="connsiteX101-46723" fmla="*/ 7369170 w 10402945"/>
                  <a:gd name="connsiteY101-46724" fmla="*/ 9485198 h 10435941"/>
                  <a:gd name="connsiteX102-46725" fmla="*/ 7176875 w 10402945"/>
                  <a:gd name="connsiteY102-46726" fmla="*/ 9449904 h 10435941"/>
                  <a:gd name="connsiteX103-46727" fmla="*/ 7083692 w 10402945"/>
                  <a:gd name="connsiteY103-46728" fmla="*/ 9200180 h 10435941"/>
                  <a:gd name="connsiteX104-46729" fmla="*/ 6867273 w 10402945"/>
                  <a:gd name="connsiteY104-46730" fmla="*/ 9189626 h 10435941"/>
                  <a:gd name="connsiteX105-46731" fmla="*/ 6586375 w 10402945"/>
                  <a:gd name="connsiteY105-46732" fmla="*/ 9285034 h 10435941"/>
                  <a:gd name="connsiteX106-46733" fmla="*/ 6591650 w 10402945"/>
                  <a:gd name="connsiteY106-46734" fmla="*/ 9099745 h 10435941"/>
                  <a:gd name="connsiteX107-46735" fmla="*/ 6465159 w 10402945"/>
                  <a:gd name="connsiteY107-46736" fmla="*/ 9013951 h 10435941"/>
                  <a:gd name="connsiteX108-46737" fmla="*/ 6340800 w 10402945"/>
                  <a:gd name="connsiteY108-46738" fmla="*/ 8954099 h 10435941"/>
                  <a:gd name="connsiteX109-46739" fmla="*/ 6238213 w 10402945"/>
                  <a:gd name="connsiteY109-46740" fmla="*/ 9057307 h 10435941"/>
                  <a:gd name="connsiteX110-46741" fmla="*/ 6080054 w 10402945"/>
                  <a:gd name="connsiteY110-46742" fmla="*/ 8978227 h 10435941"/>
                  <a:gd name="connsiteX111-46743" fmla="*/ 5914423 w 10402945"/>
                  <a:gd name="connsiteY111-46744" fmla="*/ 9093734 h 10435941"/>
                  <a:gd name="connsiteX112-46745" fmla="*/ 5648181 w 10402945"/>
                  <a:gd name="connsiteY112-46746" fmla="*/ 9101726 h 10435941"/>
                  <a:gd name="connsiteX113-46747" fmla="*/ 5587051 w 10402945"/>
                  <a:gd name="connsiteY113-46748" fmla="*/ 9081904 h 10435941"/>
                  <a:gd name="connsiteX114-46749" fmla="*/ 5419706 w 10402945"/>
                  <a:gd name="connsiteY114-46750" fmla="*/ 9128137 h 10435941"/>
                  <a:gd name="connsiteX115-46751" fmla="*/ 5418150 w 10402945"/>
                  <a:gd name="connsiteY115-46752" fmla="*/ 8870972 h 10435941"/>
                  <a:gd name="connsiteX116-46753" fmla="*/ 5418148 w 10402945"/>
                  <a:gd name="connsiteY116-46754" fmla="*/ 8634977 h 10435941"/>
                  <a:gd name="connsiteX117-46755" fmla="*/ 5248315 w 10402945"/>
                  <a:gd name="connsiteY117-46756" fmla="*/ 8333292 h 10435941"/>
                  <a:gd name="connsiteX118-46757" fmla="*/ 5142615 w 10402945"/>
                  <a:gd name="connsiteY118-46758" fmla="*/ 8082820 h 10435941"/>
                  <a:gd name="connsiteX119-46759" fmla="*/ 5229322 w 10402945"/>
                  <a:gd name="connsiteY119-46760" fmla="*/ 7610208 h 10435941"/>
                  <a:gd name="connsiteX120-46761" fmla="*/ 5113350 w 10402945"/>
                  <a:gd name="connsiteY120-46762" fmla="*/ 7320352 h 10435941"/>
                  <a:gd name="connsiteX121-46763" fmla="*/ 5163163 w 10402945"/>
                  <a:gd name="connsiteY121-46764" fmla="*/ 7069881 h 10435941"/>
                  <a:gd name="connsiteX122-46765" fmla="*/ 5167190 w 10402945"/>
                  <a:gd name="connsiteY122-46766" fmla="*/ 6935795 h 10435941"/>
                  <a:gd name="connsiteX123-46767" fmla="*/ 4489894 w 10402945"/>
                  <a:gd name="connsiteY123-46768" fmla="*/ 7013996 h 10435941"/>
                  <a:gd name="connsiteX124-46769" fmla="*/ 4472774 w 10402945"/>
                  <a:gd name="connsiteY124-46770" fmla="*/ 6840580 h 10435941"/>
                  <a:gd name="connsiteX125-46771" fmla="*/ 4408795 w 10402945"/>
                  <a:gd name="connsiteY125-46772" fmla="*/ 6706626 h 10435941"/>
                  <a:gd name="connsiteX126-46773" fmla="*/ 4239281 w 10402945"/>
                  <a:gd name="connsiteY126-46774" fmla="*/ 6826329 h 10435941"/>
                  <a:gd name="connsiteX127-46775" fmla="*/ 3923635 w 10402945"/>
                  <a:gd name="connsiteY127-46776" fmla="*/ 6862493 h 10435941"/>
                  <a:gd name="connsiteX128-46777" fmla="*/ 3888545 w 10402945"/>
                  <a:gd name="connsiteY128-46778" fmla="*/ 7069881 h 10435941"/>
                  <a:gd name="connsiteX129-46779" fmla="*/ 3844958 w 10402945"/>
                  <a:gd name="connsiteY129-46780" fmla="*/ 7281279 h 10435941"/>
                  <a:gd name="connsiteX130-46781" fmla="*/ 3796446 w 10402945"/>
                  <a:gd name="connsiteY130-46782" fmla="*/ 7403480 h 10435941"/>
                  <a:gd name="connsiteX131-46783" fmla="*/ 3484790 w 10402945"/>
                  <a:gd name="connsiteY131-46784" fmla="*/ 7365450 h 10435941"/>
                  <a:gd name="connsiteX132-46785" fmla="*/ 3223527 w 10402945"/>
                  <a:gd name="connsiteY132-46786" fmla="*/ 7402390 h 10435941"/>
                  <a:gd name="connsiteX133-46787" fmla="*/ 2833831 w 10402945"/>
                  <a:gd name="connsiteY133-46788" fmla="*/ 7414475 h 10435941"/>
                  <a:gd name="connsiteX134-46789" fmla="*/ 2660402 w 10402945"/>
                  <a:gd name="connsiteY134-46790" fmla="*/ 7166777 h 10435941"/>
                  <a:gd name="connsiteX135-46791" fmla="*/ 2498620 w 10402945"/>
                  <a:gd name="connsiteY135-46792" fmla="*/ 6908102 h 10435941"/>
                  <a:gd name="connsiteX136-46793" fmla="*/ 2318399 w 10402945"/>
                  <a:gd name="connsiteY136-46794" fmla="*/ 6257406 h 10435941"/>
                  <a:gd name="connsiteX137-46795" fmla="*/ 2239854 w 10402945"/>
                  <a:gd name="connsiteY137-46796" fmla="*/ 6224753 h 10435941"/>
                  <a:gd name="connsiteX138-46797" fmla="*/ 1574836 w 10402945"/>
                  <a:gd name="connsiteY138-46798" fmla="*/ 6197044 h 10435941"/>
                  <a:gd name="connsiteX139-46799" fmla="*/ 1145345 w 10402945"/>
                  <a:gd name="connsiteY139-46800" fmla="*/ 6197044 h 10435941"/>
                  <a:gd name="connsiteX140-46801" fmla="*/ 1048363 w 10402945"/>
                  <a:gd name="connsiteY140-46802" fmla="*/ 6252462 h 10435941"/>
                  <a:gd name="connsiteX141-46803" fmla="*/ 618873 w 10402945"/>
                  <a:gd name="connsiteY141-46804" fmla="*/ 6210899 h 10435941"/>
                  <a:gd name="connsiteX142-46805" fmla="*/ 295086 w 10402945"/>
                  <a:gd name="connsiteY142-46806" fmla="*/ 6137320 h 10435941"/>
                  <a:gd name="connsiteX143-46807" fmla="*/ 59671 w 10402945"/>
                  <a:gd name="connsiteY143-46808" fmla="*/ 6294321 h 10435941"/>
                  <a:gd name="connsiteX144-46809" fmla="*/ 0 w 10402945"/>
                  <a:gd name="connsiteY144-46810" fmla="*/ 6114298 h 10435941"/>
                  <a:gd name="connsiteX0-46811" fmla="*/ 0 w 10476249"/>
                  <a:gd name="connsiteY0-46812" fmla="*/ 6169546 h 10435941"/>
                  <a:gd name="connsiteX1-46813" fmla="*/ 114648 w 10476249"/>
                  <a:gd name="connsiteY1-46814" fmla="*/ 5799866 h 10435941"/>
                  <a:gd name="connsiteX2-46815" fmla="*/ 387377 w 10476249"/>
                  <a:gd name="connsiteY2-46816" fmla="*/ 5532026 h 10435941"/>
                  <a:gd name="connsiteX3-46817" fmla="*/ 636758 w 10476249"/>
                  <a:gd name="connsiteY3-46818" fmla="*/ 5670572 h 10435941"/>
                  <a:gd name="connsiteX4-46819" fmla="*/ 844577 w 10476249"/>
                  <a:gd name="connsiteY4-46820" fmla="*/ 5504317 h 10435941"/>
                  <a:gd name="connsiteX5-46821" fmla="*/ 983122 w 10476249"/>
                  <a:gd name="connsiteY5-46822" fmla="*/ 5351917 h 10435941"/>
                  <a:gd name="connsiteX6-46823" fmla="*/ 1066249 w 10476249"/>
                  <a:gd name="connsiteY6-46824" fmla="*/ 5435044 h 10435941"/>
                  <a:gd name="connsiteX7-46825" fmla="*/ 1254907 w 10476249"/>
                  <a:gd name="connsiteY7-46826" fmla="*/ 5679710 h 10435941"/>
                  <a:gd name="connsiteX8-46827" fmla="*/ 1508711 w 10476249"/>
                  <a:gd name="connsiteY8-46828" fmla="*/ 5481030 h 10435941"/>
                  <a:gd name="connsiteX9-46829" fmla="*/ 1717413 w 10476249"/>
                  <a:gd name="connsiteY9-46830" fmla="*/ 5296499 h 10435941"/>
                  <a:gd name="connsiteX10-46831" fmla="*/ 2008358 w 10476249"/>
                  <a:gd name="connsiteY10-46832" fmla="*/ 5060972 h 10435941"/>
                  <a:gd name="connsiteX11-46833" fmla="*/ 2105340 w 10476249"/>
                  <a:gd name="connsiteY11-46834" fmla="*/ 4631481 h 10435941"/>
                  <a:gd name="connsiteX12-46835" fmla="*/ 2158106 w 10476249"/>
                  <a:gd name="connsiteY12-46836" fmla="*/ 4164848 h 10435941"/>
                  <a:gd name="connsiteX13-46837" fmla="*/ 2340867 w 10476249"/>
                  <a:gd name="connsiteY13-46838" fmla="*/ 3855626 h 10435941"/>
                  <a:gd name="connsiteX14-46839" fmla="*/ 2738092 w 10476249"/>
                  <a:gd name="connsiteY14-46840" fmla="*/ 3475092 h 10435941"/>
                  <a:gd name="connsiteX15-46841" fmla="*/ 2964322 w 10476249"/>
                  <a:gd name="connsiteY15-46842" fmla="*/ 3259881 h 10435941"/>
                  <a:gd name="connsiteX16-46843" fmla="*/ 2992031 w 10476249"/>
                  <a:gd name="connsiteY16-46844" fmla="*/ 2816535 h 10435941"/>
                  <a:gd name="connsiteX17-46845" fmla="*/ 3061304 w 10476249"/>
                  <a:gd name="connsiteY17-46846" fmla="*/ 2525590 h 10435941"/>
                  <a:gd name="connsiteX18-46847" fmla="*/ 3061304 w 10476249"/>
                  <a:gd name="connsiteY18-46848" fmla="*/ 2317772 h 10435941"/>
                  <a:gd name="connsiteX19-46849" fmla="*/ 3199849 w 10476249"/>
                  <a:gd name="connsiteY19-46850" fmla="*/ 1985262 h 10435941"/>
                  <a:gd name="connsiteX20-46851" fmla="*/ 3199849 w 10476249"/>
                  <a:gd name="connsiteY20-46852" fmla="*/ 1694317 h 10435941"/>
                  <a:gd name="connsiteX21-46853" fmla="*/ 3499049 w 10476249"/>
                  <a:gd name="connsiteY21-46854" fmla="*/ 1126281 h 10435941"/>
                  <a:gd name="connsiteX22-46855" fmla="*/ 3449231 w 10476249"/>
                  <a:gd name="connsiteY22-46856" fmla="*/ 752208 h 10435941"/>
                  <a:gd name="connsiteX23-46857" fmla="*/ 3476940 w 10476249"/>
                  <a:gd name="connsiteY23-46858" fmla="*/ 544390 h 10435941"/>
                  <a:gd name="connsiteX24-46859" fmla="*/ 3809449 w 10476249"/>
                  <a:gd name="connsiteY24-46860" fmla="*/ 184172 h 10435941"/>
                  <a:gd name="connsiteX25-46861" fmla="*/ 4003413 w 10476249"/>
                  <a:gd name="connsiteY25-46862" fmla="*/ 59481 h 10435941"/>
                  <a:gd name="connsiteX26-46863" fmla="*/ 4419049 w 10476249"/>
                  <a:gd name="connsiteY26-46864" fmla="*/ 295008 h 10435941"/>
                  <a:gd name="connsiteX27-46865" fmla="*/ 4585304 w 10476249"/>
                  <a:gd name="connsiteY27-46866" fmla="*/ 488972 h 10435941"/>
                  <a:gd name="connsiteX28-46867" fmla="*/ 5056358 w 10476249"/>
                  <a:gd name="connsiteY28-46868" fmla="*/ 544390 h 10435941"/>
                  <a:gd name="connsiteX29-46869" fmla="*/ 5376782 w 10476249"/>
                  <a:gd name="connsiteY29-46870" fmla="*/ 603639 h 10435941"/>
                  <a:gd name="connsiteX30-46871" fmla="*/ 5554237 w 10476249"/>
                  <a:gd name="connsiteY30-46872" fmla="*/ 588271 h 10435941"/>
                  <a:gd name="connsiteX31-46873" fmla="*/ 5846067 w 10476249"/>
                  <a:gd name="connsiteY31-46874" fmla="*/ 281153 h 10435941"/>
                  <a:gd name="connsiteX32-46875" fmla="*/ 6109304 w 10476249"/>
                  <a:gd name="connsiteY32-46876" fmla="*/ 322717 h 10435941"/>
                  <a:gd name="connsiteX33-46877" fmla="*/ 6527495 w 10476249"/>
                  <a:gd name="connsiteY33-46878" fmla="*/ 168233 h 10435941"/>
                  <a:gd name="connsiteX34-46879" fmla="*/ 6667317 w 10476249"/>
                  <a:gd name="connsiteY34-46880" fmla="*/ 107503 h 10435941"/>
                  <a:gd name="connsiteX35-46881" fmla="*/ 6997273 w 10476249"/>
                  <a:gd name="connsiteY35-46882" fmla="*/ 198026 h 10435941"/>
                  <a:gd name="connsiteX36-46883" fmla="*/ 7217667 w 10476249"/>
                  <a:gd name="connsiteY36-46884" fmla="*/ 17917 h 10435941"/>
                  <a:gd name="connsiteX37-46885" fmla="*/ 7364702 w 10476249"/>
                  <a:gd name="connsiteY37-46886" fmla="*/ 0 h 10435941"/>
                  <a:gd name="connsiteX38-46887" fmla="*/ 7586454 w 10476249"/>
                  <a:gd name="connsiteY38-46888" fmla="*/ 41248 h 10435941"/>
                  <a:gd name="connsiteX39-46889" fmla="*/ 7896540 w 10476249"/>
                  <a:gd name="connsiteY39-46890" fmla="*/ 128753 h 10435941"/>
                  <a:gd name="connsiteX40-46891" fmla="*/ 8298322 w 10476249"/>
                  <a:gd name="connsiteY40-46892" fmla="*/ 59481 h 10435941"/>
                  <a:gd name="connsiteX41-46893" fmla="*/ 8632600 w 10476249"/>
                  <a:gd name="connsiteY41-46894" fmla="*/ 396707 h 10435941"/>
                  <a:gd name="connsiteX42-46895" fmla="*/ 8894067 w 10476249"/>
                  <a:gd name="connsiteY42-46896" fmla="*/ 544390 h 10435941"/>
                  <a:gd name="connsiteX43-46897" fmla="*/ 9132327 w 10476249"/>
                  <a:gd name="connsiteY43-46898" fmla="*/ 420846 h 10435941"/>
                  <a:gd name="connsiteX44-46899" fmla="*/ 9358560 w 10476249"/>
                  <a:gd name="connsiteY44-46900" fmla="*/ 466363 h 10435941"/>
                  <a:gd name="connsiteX45-46901" fmla="*/ 9503667 w 10476249"/>
                  <a:gd name="connsiteY45-46902" fmla="*/ 367819 h 10435941"/>
                  <a:gd name="connsiteX46-46903" fmla="*/ 9631896 w 10476249"/>
                  <a:gd name="connsiteY46-46904" fmla="*/ 369587 h 10435941"/>
                  <a:gd name="connsiteX47-46905" fmla="*/ 9988577 w 10476249"/>
                  <a:gd name="connsiteY47-46906" fmla="*/ 793772 h 10435941"/>
                  <a:gd name="connsiteX48-46907" fmla="*/ 10224104 w 10476249"/>
                  <a:gd name="connsiteY48-46908" fmla="*/ 987735 h 10435941"/>
                  <a:gd name="connsiteX49-46909" fmla="*/ 10210249 w 10476249"/>
                  <a:gd name="connsiteY49-46910" fmla="*/ 1250972 h 10435941"/>
                  <a:gd name="connsiteX50-46911" fmla="*/ 10224104 w 10476249"/>
                  <a:gd name="connsiteY50-46912" fmla="*/ 1444935 h 10435941"/>
                  <a:gd name="connsiteX51-46913" fmla="*/ 10228661 w 10476249"/>
                  <a:gd name="connsiteY51-46914" fmla="*/ 1580249 h 10435941"/>
                  <a:gd name="connsiteX52-46915" fmla="*/ 10476249 w 10476249"/>
                  <a:gd name="connsiteY52-46916" fmla="*/ 1753897 h 10435941"/>
                  <a:gd name="connsiteX53-46917" fmla="*/ 10063524 w 10476249"/>
                  <a:gd name="connsiteY53-46918" fmla="*/ 2207269 h 10435941"/>
                  <a:gd name="connsiteX54-46919" fmla="*/ 9766904 w 10476249"/>
                  <a:gd name="connsiteY54-46920" fmla="*/ 2497881 h 10435941"/>
                  <a:gd name="connsiteX55-46921" fmla="*/ 9565650 w 10476249"/>
                  <a:gd name="connsiteY55-46922" fmla="*/ 3426134 h 10435941"/>
                  <a:gd name="connsiteX56-46923" fmla="*/ 9518072 w 10476249"/>
                  <a:gd name="connsiteY56-46924" fmla="*/ 3685207 h 10435941"/>
                  <a:gd name="connsiteX57-46925" fmla="*/ 9351267 w 10476249"/>
                  <a:gd name="connsiteY57-46926" fmla="*/ 3911044 h 10435941"/>
                  <a:gd name="connsiteX58-46927" fmla="*/ 9295849 w 10476249"/>
                  <a:gd name="connsiteY58-46928" fmla="*/ 4077299 h 10435941"/>
                  <a:gd name="connsiteX59-46929" fmla="*/ 9222017 w 10476249"/>
                  <a:gd name="connsiteY59-46930" fmla="*/ 4285117 h 10435941"/>
                  <a:gd name="connsiteX60-46931" fmla="*/ 9190850 w 10476249"/>
                  <a:gd name="connsiteY60-46932" fmla="*/ 4430122 h 10435941"/>
                  <a:gd name="connsiteX61-46933" fmla="*/ 9323558 w 10476249"/>
                  <a:gd name="connsiteY61-46934" fmla="*/ 4659190 h 10435941"/>
                  <a:gd name="connsiteX62-46935" fmla="*/ 9367775 w 10476249"/>
                  <a:gd name="connsiteY62-46936" fmla="*/ 4915057 h 10435941"/>
                  <a:gd name="connsiteX63-46937" fmla="*/ 9383534 w 10476249"/>
                  <a:gd name="connsiteY63-46938" fmla="*/ 5208060 h 10435941"/>
                  <a:gd name="connsiteX64-46939" fmla="*/ 9368954 w 10476249"/>
                  <a:gd name="connsiteY64-46940" fmla="*/ 5615153 h 10435941"/>
                  <a:gd name="connsiteX65-46941" fmla="*/ 9504218 w 10476249"/>
                  <a:gd name="connsiteY65-46942" fmla="*/ 5975373 h 10435941"/>
                  <a:gd name="connsiteX66-46943" fmla="*/ 9526091 w 10476249"/>
                  <a:gd name="connsiteY66-46944" fmla="*/ 6403714 h 10435941"/>
                  <a:gd name="connsiteX67-46945" fmla="*/ 9919304 w 10476249"/>
                  <a:gd name="connsiteY67-46946" fmla="*/ 6862062 h 10435941"/>
                  <a:gd name="connsiteX68-46947" fmla="*/ 10037669 w 10476249"/>
                  <a:gd name="connsiteY68-46948" fmla="*/ 7221396 h 10435941"/>
                  <a:gd name="connsiteX69-46949" fmla="*/ 10218503 w 10476249"/>
                  <a:gd name="connsiteY69-46950" fmla="*/ 7514995 h 10435941"/>
                  <a:gd name="connsiteX70-46951" fmla="*/ 9656067 w 10476249"/>
                  <a:gd name="connsiteY70-46952" fmla="*/ 7540935 h 10435941"/>
                  <a:gd name="connsiteX71-46953" fmla="*/ 9159682 w 10476249"/>
                  <a:gd name="connsiteY71-46954" fmla="*/ 7651772 h 10435941"/>
                  <a:gd name="connsiteX72-46955" fmla="*/ 9114466 w 10476249"/>
                  <a:gd name="connsiteY72-46956" fmla="*/ 7790317 h 10435941"/>
                  <a:gd name="connsiteX73-46957" fmla="*/ 9004904 w 10476249"/>
                  <a:gd name="connsiteY73-46958" fmla="*/ 7998135 h 10435941"/>
                  <a:gd name="connsiteX74-46959" fmla="*/ 8919418 w 10476249"/>
                  <a:gd name="connsiteY74-46960" fmla="*/ 8085908 h 10435941"/>
                  <a:gd name="connsiteX75-46961" fmla="*/ 9022382 w 10476249"/>
                  <a:gd name="connsiteY75-46962" fmla="*/ 8313437 h 10435941"/>
                  <a:gd name="connsiteX76-46963" fmla="*/ 9013154 w 10476249"/>
                  <a:gd name="connsiteY76-46964" fmla="*/ 8524608 h 10435941"/>
                  <a:gd name="connsiteX77-46965" fmla="*/ 8979264 w 10476249"/>
                  <a:gd name="connsiteY77-46966" fmla="*/ 8758113 h 10435941"/>
                  <a:gd name="connsiteX78-46967" fmla="*/ 8977195 w 10476249"/>
                  <a:gd name="connsiteY78-46968" fmla="*/ 8967953 h 10435941"/>
                  <a:gd name="connsiteX79-46969" fmla="*/ 8880213 w 10476249"/>
                  <a:gd name="connsiteY79-46970" fmla="*/ 9272753 h 10435941"/>
                  <a:gd name="connsiteX80-46971" fmla="*/ 8907923 w 10476249"/>
                  <a:gd name="connsiteY80-46972" fmla="*/ 9578490 h 10435941"/>
                  <a:gd name="connsiteX81-46973" fmla="*/ 9124310 w 10476249"/>
                  <a:gd name="connsiteY81-46974" fmla="*/ 9750056 h 10435941"/>
                  <a:gd name="connsiteX82-46975" fmla="*/ 9217384 w 10476249"/>
                  <a:gd name="connsiteY82-46976" fmla="*/ 9890275 h 10435941"/>
                  <a:gd name="connsiteX83-46977" fmla="*/ 9448465 w 10476249"/>
                  <a:gd name="connsiteY83-46978" fmla="*/ 9929452 h 10435941"/>
                  <a:gd name="connsiteX84-46979" fmla="*/ 9457627 w 10476249"/>
                  <a:gd name="connsiteY84-46980" fmla="*/ 9818955 h 10435941"/>
                  <a:gd name="connsiteX85-46981" fmla="*/ 9606341 w 10476249"/>
                  <a:gd name="connsiteY85-46982" fmla="*/ 9758904 h 10435941"/>
                  <a:gd name="connsiteX86-46983" fmla="*/ 9617859 w 10476249"/>
                  <a:gd name="connsiteY86-46984" fmla="*/ 10334695 h 10435941"/>
                  <a:gd name="connsiteX87-46985" fmla="*/ 9490259 w 10476249"/>
                  <a:gd name="connsiteY87-46986" fmla="*/ 10338313 h 10435941"/>
                  <a:gd name="connsiteX88-46987" fmla="*/ 9314175 w 10476249"/>
                  <a:gd name="connsiteY88-46988" fmla="*/ 10427202 h 10435941"/>
                  <a:gd name="connsiteX89-46989" fmla="*/ 9189815 w 10476249"/>
                  <a:gd name="connsiteY89-46990" fmla="*/ 10435941 h 10435941"/>
                  <a:gd name="connsiteX90-46991" fmla="*/ 9050829 w 10476249"/>
                  <a:gd name="connsiteY90-46992" fmla="*/ 10122103 h 10435941"/>
                  <a:gd name="connsiteX91-46993" fmla="*/ 8939914 w 10476249"/>
                  <a:gd name="connsiteY91-46994" fmla="*/ 10072174 h 10435941"/>
                  <a:gd name="connsiteX92-46995" fmla="*/ 8778870 w 10476249"/>
                  <a:gd name="connsiteY92-46996" fmla="*/ 9863725 h 10435941"/>
                  <a:gd name="connsiteX93-46997" fmla="*/ 8465017 w 10476249"/>
                  <a:gd name="connsiteY93-46998" fmla="*/ 9748287 h 10435941"/>
                  <a:gd name="connsiteX94-46999" fmla="*/ 8345018 w 10476249"/>
                  <a:gd name="connsiteY94-47000" fmla="*/ 9651431 h 10435941"/>
                  <a:gd name="connsiteX95-47001" fmla="*/ 8270613 w 10476249"/>
                  <a:gd name="connsiteY95-47002" fmla="*/ 9480572 h 10435941"/>
                  <a:gd name="connsiteX96-47003" fmla="*/ 8229159 w 10476249"/>
                  <a:gd name="connsiteY96-47004" fmla="*/ 9374254 h 10435941"/>
                  <a:gd name="connsiteX97-47005" fmla="*/ 8132067 w 10476249"/>
                  <a:gd name="connsiteY97-47006" fmla="*/ 9355881 h 10435941"/>
                  <a:gd name="connsiteX98-47007" fmla="*/ 8076649 w 10476249"/>
                  <a:gd name="connsiteY98-47008" fmla="*/ 9577553 h 10435941"/>
                  <a:gd name="connsiteX99-47009" fmla="*/ 7933959 w 10476249"/>
                  <a:gd name="connsiteY99-47010" fmla="*/ 9610939 h 10435941"/>
                  <a:gd name="connsiteX100-47011" fmla="*/ 7580779 w 10476249"/>
                  <a:gd name="connsiteY100-47012" fmla="*/ 9552340 h 10435941"/>
                  <a:gd name="connsiteX101-47013" fmla="*/ 7442474 w 10476249"/>
                  <a:gd name="connsiteY101-47014" fmla="*/ 9485198 h 10435941"/>
                  <a:gd name="connsiteX102-47015" fmla="*/ 7250179 w 10476249"/>
                  <a:gd name="connsiteY102-47016" fmla="*/ 9449904 h 10435941"/>
                  <a:gd name="connsiteX103-47017" fmla="*/ 7156996 w 10476249"/>
                  <a:gd name="connsiteY103-47018" fmla="*/ 9200180 h 10435941"/>
                  <a:gd name="connsiteX104-47019" fmla="*/ 6940577 w 10476249"/>
                  <a:gd name="connsiteY104-47020" fmla="*/ 9189626 h 10435941"/>
                  <a:gd name="connsiteX105-47021" fmla="*/ 6659679 w 10476249"/>
                  <a:gd name="connsiteY105-47022" fmla="*/ 9285034 h 10435941"/>
                  <a:gd name="connsiteX106-47023" fmla="*/ 6664954 w 10476249"/>
                  <a:gd name="connsiteY106-47024" fmla="*/ 9099745 h 10435941"/>
                  <a:gd name="connsiteX107-47025" fmla="*/ 6538463 w 10476249"/>
                  <a:gd name="connsiteY107-47026" fmla="*/ 9013951 h 10435941"/>
                  <a:gd name="connsiteX108-47027" fmla="*/ 6414104 w 10476249"/>
                  <a:gd name="connsiteY108-47028" fmla="*/ 8954099 h 10435941"/>
                  <a:gd name="connsiteX109-47029" fmla="*/ 6311517 w 10476249"/>
                  <a:gd name="connsiteY109-47030" fmla="*/ 9057307 h 10435941"/>
                  <a:gd name="connsiteX110-47031" fmla="*/ 6153358 w 10476249"/>
                  <a:gd name="connsiteY110-47032" fmla="*/ 8978227 h 10435941"/>
                  <a:gd name="connsiteX111-47033" fmla="*/ 5987727 w 10476249"/>
                  <a:gd name="connsiteY111-47034" fmla="*/ 9093734 h 10435941"/>
                  <a:gd name="connsiteX112-47035" fmla="*/ 5721485 w 10476249"/>
                  <a:gd name="connsiteY112-47036" fmla="*/ 9101726 h 10435941"/>
                  <a:gd name="connsiteX113-47037" fmla="*/ 5660355 w 10476249"/>
                  <a:gd name="connsiteY113-47038" fmla="*/ 9081904 h 10435941"/>
                  <a:gd name="connsiteX114-47039" fmla="*/ 5493010 w 10476249"/>
                  <a:gd name="connsiteY114-47040" fmla="*/ 9128137 h 10435941"/>
                  <a:gd name="connsiteX115-47041" fmla="*/ 5491454 w 10476249"/>
                  <a:gd name="connsiteY115-47042" fmla="*/ 8870972 h 10435941"/>
                  <a:gd name="connsiteX116-47043" fmla="*/ 5491452 w 10476249"/>
                  <a:gd name="connsiteY116-47044" fmla="*/ 8634977 h 10435941"/>
                  <a:gd name="connsiteX117-47045" fmla="*/ 5321619 w 10476249"/>
                  <a:gd name="connsiteY117-47046" fmla="*/ 8333292 h 10435941"/>
                  <a:gd name="connsiteX118-47047" fmla="*/ 5215919 w 10476249"/>
                  <a:gd name="connsiteY118-47048" fmla="*/ 8082820 h 10435941"/>
                  <a:gd name="connsiteX119-47049" fmla="*/ 5302626 w 10476249"/>
                  <a:gd name="connsiteY119-47050" fmla="*/ 7610208 h 10435941"/>
                  <a:gd name="connsiteX120-47051" fmla="*/ 5186654 w 10476249"/>
                  <a:gd name="connsiteY120-47052" fmla="*/ 7320352 h 10435941"/>
                  <a:gd name="connsiteX121-47053" fmla="*/ 5236467 w 10476249"/>
                  <a:gd name="connsiteY121-47054" fmla="*/ 7069881 h 10435941"/>
                  <a:gd name="connsiteX122-47055" fmla="*/ 5240494 w 10476249"/>
                  <a:gd name="connsiteY122-47056" fmla="*/ 6935795 h 10435941"/>
                  <a:gd name="connsiteX123-47057" fmla="*/ 4563198 w 10476249"/>
                  <a:gd name="connsiteY123-47058" fmla="*/ 7013996 h 10435941"/>
                  <a:gd name="connsiteX124-47059" fmla="*/ 4546078 w 10476249"/>
                  <a:gd name="connsiteY124-47060" fmla="*/ 6840580 h 10435941"/>
                  <a:gd name="connsiteX125-47061" fmla="*/ 4482099 w 10476249"/>
                  <a:gd name="connsiteY125-47062" fmla="*/ 6706626 h 10435941"/>
                  <a:gd name="connsiteX126-47063" fmla="*/ 4312585 w 10476249"/>
                  <a:gd name="connsiteY126-47064" fmla="*/ 6826329 h 10435941"/>
                  <a:gd name="connsiteX127-47065" fmla="*/ 3996939 w 10476249"/>
                  <a:gd name="connsiteY127-47066" fmla="*/ 6862493 h 10435941"/>
                  <a:gd name="connsiteX128-47067" fmla="*/ 3961849 w 10476249"/>
                  <a:gd name="connsiteY128-47068" fmla="*/ 7069881 h 10435941"/>
                  <a:gd name="connsiteX129-47069" fmla="*/ 3918262 w 10476249"/>
                  <a:gd name="connsiteY129-47070" fmla="*/ 7281279 h 10435941"/>
                  <a:gd name="connsiteX130-47071" fmla="*/ 3869750 w 10476249"/>
                  <a:gd name="connsiteY130-47072" fmla="*/ 7403480 h 10435941"/>
                  <a:gd name="connsiteX131-47073" fmla="*/ 3558094 w 10476249"/>
                  <a:gd name="connsiteY131-47074" fmla="*/ 7365450 h 10435941"/>
                  <a:gd name="connsiteX132-47075" fmla="*/ 3296831 w 10476249"/>
                  <a:gd name="connsiteY132-47076" fmla="*/ 7402390 h 10435941"/>
                  <a:gd name="connsiteX133-47077" fmla="*/ 2907135 w 10476249"/>
                  <a:gd name="connsiteY133-47078" fmla="*/ 7414475 h 10435941"/>
                  <a:gd name="connsiteX134-47079" fmla="*/ 2733706 w 10476249"/>
                  <a:gd name="connsiteY134-47080" fmla="*/ 7166777 h 10435941"/>
                  <a:gd name="connsiteX135-47081" fmla="*/ 2571924 w 10476249"/>
                  <a:gd name="connsiteY135-47082" fmla="*/ 6908102 h 10435941"/>
                  <a:gd name="connsiteX136-47083" fmla="*/ 2391703 w 10476249"/>
                  <a:gd name="connsiteY136-47084" fmla="*/ 6257406 h 10435941"/>
                  <a:gd name="connsiteX137-47085" fmla="*/ 2313158 w 10476249"/>
                  <a:gd name="connsiteY137-47086" fmla="*/ 6224753 h 10435941"/>
                  <a:gd name="connsiteX138-47087" fmla="*/ 1648140 w 10476249"/>
                  <a:gd name="connsiteY138-47088" fmla="*/ 6197044 h 10435941"/>
                  <a:gd name="connsiteX139-47089" fmla="*/ 1218649 w 10476249"/>
                  <a:gd name="connsiteY139-47090" fmla="*/ 6197044 h 10435941"/>
                  <a:gd name="connsiteX140-47091" fmla="*/ 1121667 w 10476249"/>
                  <a:gd name="connsiteY140-47092" fmla="*/ 6252462 h 10435941"/>
                  <a:gd name="connsiteX141-47093" fmla="*/ 692177 w 10476249"/>
                  <a:gd name="connsiteY141-47094" fmla="*/ 6210899 h 10435941"/>
                  <a:gd name="connsiteX142-47095" fmla="*/ 368390 w 10476249"/>
                  <a:gd name="connsiteY142-47096" fmla="*/ 6137320 h 10435941"/>
                  <a:gd name="connsiteX143-47097" fmla="*/ 132975 w 10476249"/>
                  <a:gd name="connsiteY143-47098" fmla="*/ 6294321 h 10435941"/>
                  <a:gd name="connsiteX144-47099" fmla="*/ 0 w 10476249"/>
                  <a:gd name="connsiteY144-47100" fmla="*/ 6169546 h 10435941"/>
                  <a:gd name="connsiteX0-47101" fmla="*/ 0 w 10476249"/>
                  <a:gd name="connsiteY0-47102" fmla="*/ 6169546 h 10435941"/>
                  <a:gd name="connsiteX1-47103" fmla="*/ 51775 w 10476249"/>
                  <a:gd name="connsiteY1-47104" fmla="*/ 5974582 h 10435941"/>
                  <a:gd name="connsiteX2-47105" fmla="*/ 114648 w 10476249"/>
                  <a:gd name="connsiteY2-47106" fmla="*/ 5799866 h 10435941"/>
                  <a:gd name="connsiteX3-47107" fmla="*/ 387377 w 10476249"/>
                  <a:gd name="connsiteY3-47108" fmla="*/ 5532026 h 10435941"/>
                  <a:gd name="connsiteX4-47109" fmla="*/ 636758 w 10476249"/>
                  <a:gd name="connsiteY4-47110" fmla="*/ 5670572 h 10435941"/>
                  <a:gd name="connsiteX5-47111" fmla="*/ 844577 w 10476249"/>
                  <a:gd name="connsiteY5-47112" fmla="*/ 5504317 h 10435941"/>
                  <a:gd name="connsiteX6-47113" fmla="*/ 983122 w 10476249"/>
                  <a:gd name="connsiteY6-47114" fmla="*/ 5351917 h 10435941"/>
                  <a:gd name="connsiteX7-47115" fmla="*/ 1066249 w 10476249"/>
                  <a:gd name="connsiteY7-47116" fmla="*/ 5435044 h 10435941"/>
                  <a:gd name="connsiteX8-47117" fmla="*/ 1254907 w 10476249"/>
                  <a:gd name="connsiteY8-47118" fmla="*/ 5679710 h 10435941"/>
                  <a:gd name="connsiteX9-47119" fmla="*/ 1508711 w 10476249"/>
                  <a:gd name="connsiteY9-47120" fmla="*/ 5481030 h 10435941"/>
                  <a:gd name="connsiteX10-47121" fmla="*/ 1717413 w 10476249"/>
                  <a:gd name="connsiteY10-47122" fmla="*/ 5296499 h 10435941"/>
                  <a:gd name="connsiteX11-47123" fmla="*/ 2008358 w 10476249"/>
                  <a:gd name="connsiteY11-47124" fmla="*/ 5060972 h 10435941"/>
                  <a:gd name="connsiteX12-47125" fmla="*/ 2105340 w 10476249"/>
                  <a:gd name="connsiteY12-47126" fmla="*/ 4631481 h 10435941"/>
                  <a:gd name="connsiteX13-47127" fmla="*/ 2158106 w 10476249"/>
                  <a:gd name="connsiteY13-47128" fmla="*/ 4164848 h 10435941"/>
                  <a:gd name="connsiteX14-47129" fmla="*/ 2340867 w 10476249"/>
                  <a:gd name="connsiteY14-47130" fmla="*/ 3855626 h 10435941"/>
                  <a:gd name="connsiteX15-47131" fmla="*/ 2738092 w 10476249"/>
                  <a:gd name="connsiteY15-47132" fmla="*/ 3475092 h 10435941"/>
                  <a:gd name="connsiteX16-47133" fmla="*/ 2964322 w 10476249"/>
                  <a:gd name="connsiteY16-47134" fmla="*/ 3259881 h 10435941"/>
                  <a:gd name="connsiteX17-47135" fmla="*/ 2992031 w 10476249"/>
                  <a:gd name="connsiteY17-47136" fmla="*/ 2816535 h 10435941"/>
                  <a:gd name="connsiteX18-47137" fmla="*/ 3061304 w 10476249"/>
                  <a:gd name="connsiteY18-47138" fmla="*/ 2525590 h 10435941"/>
                  <a:gd name="connsiteX19-47139" fmla="*/ 3061304 w 10476249"/>
                  <a:gd name="connsiteY19-47140" fmla="*/ 2317772 h 10435941"/>
                  <a:gd name="connsiteX20-47141" fmla="*/ 3199849 w 10476249"/>
                  <a:gd name="connsiteY20-47142" fmla="*/ 1985262 h 10435941"/>
                  <a:gd name="connsiteX21-47143" fmla="*/ 3199849 w 10476249"/>
                  <a:gd name="connsiteY21-47144" fmla="*/ 1694317 h 10435941"/>
                  <a:gd name="connsiteX22-47145" fmla="*/ 3499049 w 10476249"/>
                  <a:gd name="connsiteY22-47146" fmla="*/ 1126281 h 10435941"/>
                  <a:gd name="connsiteX23-47147" fmla="*/ 3449231 w 10476249"/>
                  <a:gd name="connsiteY23-47148" fmla="*/ 752208 h 10435941"/>
                  <a:gd name="connsiteX24-47149" fmla="*/ 3476940 w 10476249"/>
                  <a:gd name="connsiteY24-47150" fmla="*/ 544390 h 10435941"/>
                  <a:gd name="connsiteX25-47151" fmla="*/ 3809449 w 10476249"/>
                  <a:gd name="connsiteY25-47152" fmla="*/ 184172 h 10435941"/>
                  <a:gd name="connsiteX26-47153" fmla="*/ 4003413 w 10476249"/>
                  <a:gd name="connsiteY26-47154" fmla="*/ 59481 h 10435941"/>
                  <a:gd name="connsiteX27-47155" fmla="*/ 4419049 w 10476249"/>
                  <a:gd name="connsiteY27-47156" fmla="*/ 295008 h 10435941"/>
                  <a:gd name="connsiteX28-47157" fmla="*/ 4585304 w 10476249"/>
                  <a:gd name="connsiteY28-47158" fmla="*/ 488972 h 10435941"/>
                  <a:gd name="connsiteX29-47159" fmla="*/ 5056358 w 10476249"/>
                  <a:gd name="connsiteY29-47160" fmla="*/ 544390 h 10435941"/>
                  <a:gd name="connsiteX30-47161" fmla="*/ 5376782 w 10476249"/>
                  <a:gd name="connsiteY30-47162" fmla="*/ 603639 h 10435941"/>
                  <a:gd name="connsiteX31-47163" fmla="*/ 5554237 w 10476249"/>
                  <a:gd name="connsiteY31-47164" fmla="*/ 588271 h 10435941"/>
                  <a:gd name="connsiteX32-47165" fmla="*/ 5846067 w 10476249"/>
                  <a:gd name="connsiteY32-47166" fmla="*/ 281153 h 10435941"/>
                  <a:gd name="connsiteX33-47167" fmla="*/ 6109304 w 10476249"/>
                  <a:gd name="connsiteY33-47168" fmla="*/ 322717 h 10435941"/>
                  <a:gd name="connsiteX34-47169" fmla="*/ 6527495 w 10476249"/>
                  <a:gd name="connsiteY34-47170" fmla="*/ 168233 h 10435941"/>
                  <a:gd name="connsiteX35-47171" fmla="*/ 6667317 w 10476249"/>
                  <a:gd name="connsiteY35-47172" fmla="*/ 107503 h 10435941"/>
                  <a:gd name="connsiteX36-47173" fmla="*/ 6997273 w 10476249"/>
                  <a:gd name="connsiteY36-47174" fmla="*/ 198026 h 10435941"/>
                  <a:gd name="connsiteX37-47175" fmla="*/ 7217667 w 10476249"/>
                  <a:gd name="connsiteY37-47176" fmla="*/ 17917 h 10435941"/>
                  <a:gd name="connsiteX38-47177" fmla="*/ 7364702 w 10476249"/>
                  <a:gd name="connsiteY38-47178" fmla="*/ 0 h 10435941"/>
                  <a:gd name="connsiteX39-47179" fmla="*/ 7586454 w 10476249"/>
                  <a:gd name="connsiteY39-47180" fmla="*/ 41248 h 10435941"/>
                  <a:gd name="connsiteX40-47181" fmla="*/ 7896540 w 10476249"/>
                  <a:gd name="connsiteY40-47182" fmla="*/ 128753 h 10435941"/>
                  <a:gd name="connsiteX41-47183" fmla="*/ 8298322 w 10476249"/>
                  <a:gd name="connsiteY41-47184" fmla="*/ 59481 h 10435941"/>
                  <a:gd name="connsiteX42-47185" fmla="*/ 8632600 w 10476249"/>
                  <a:gd name="connsiteY42-47186" fmla="*/ 396707 h 10435941"/>
                  <a:gd name="connsiteX43-47187" fmla="*/ 8894067 w 10476249"/>
                  <a:gd name="connsiteY43-47188" fmla="*/ 544390 h 10435941"/>
                  <a:gd name="connsiteX44-47189" fmla="*/ 9132327 w 10476249"/>
                  <a:gd name="connsiteY44-47190" fmla="*/ 420846 h 10435941"/>
                  <a:gd name="connsiteX45-47191" fmla="*/ 9358560 w 10476249"/>
                  <a:gd name="connsiteY45-47192" fmla="*/ 466363 h 10435941"/>
                  <a:gd name="connsiteX46-47193" fmla="*/ 9503667 w 10476249"/>
                  <a:gd name="connsiteY46-47194" fmla="*/ 367819 h 10435941"/>
                  <a:gd name="connsiteX47-47195" fmla="*/ 9631896 w 10476249"/>
                  <a:gd name="connsiteY47-47196" fmla="*/ 369587 h 10435941"/>
                  <a:gd name="connsiteX48-47197" fmla="*/ 9988577 w 10476249"/>
                  <a:gd name="connsiteY48-47198" fmla="*/ 793772 h 10435941"/>
                  <a:gd name="connsiteX49-47199" fmla="*/ 10224104 w 10476249"/>
                  <a:gd name="connsiteY49-47200" fmla="*/ 987735 h 10435941"/>
                  <a:gd name="connsiteX50-47201" fmla="*/ 10210249 w 10476249"/>
                  <a:gd name="connsiteY50-47202" fmla="*/ 1250972 h 10435941"/>
                  <a:gd name="connsiteX51-47203" fmla="*/ 10224104 w 10476249"/>
                  <a:gd name="connsiteY51-47204" fmla="*/ 1444935 h 10435941"/>
                  <a:gd name="connsiteX52-47205" fmla="*/ 10228661 w 10476249"/>
                  <a:gd name="connsiteY52-47206" fmla="*/ 1580249 h 10435941"/>
                  <a:gd name="connsiteX53-47207" fmla="*/ 10476249 w 10476249"/>
                  <a:gd name="connsiteY53-47208" fmla="*/ 1753897 h 10435941"/>
                  <a:gd name="connsiteX54-47209" fmla="*/ 10063524 w 10476249"/>
                  <a:gd name="connsiteY54-47210" fmla="*/ 2207269 h 10435941"/>
                  <a:gd name="connsiteX55-47211" fmla="*/ 9766904 w 10476249"/>
                  <a:gd name="connsiteY55-47212" fmla="*/ 2497881 h 10435941"/>
                  <a:gd name="connsiteX56-47213" fmla="*/ 9565650 w 10476249"/>
                  <a:gd name="connsiteY56-47214" fmla="*/ 3426134 h 10435941"/>
                  <a:gd name="connsiteX57-47215" fmla="*/ 9518072 w 10476249"/>
                  <a:gd name="connsiteY57-47216" fmla="*/ 3685207 h 10435941"/>
                  <a:gd name="connsiteX58-47217" fmla="*/ 9351267 w 10476249"/>
                  <a:gd name="connsiteY58-47218" fmla="*/ 3911044 h 10435941"/>
                  <a:gd name="connsiteX59-47219" fmla="*/ 9295849 w 10476249"/>
                  <a:gd name="connsiteY59-47220" fmla="*/ 4077299 h 10435941"/>
                  <a:gd name="connsiteX60-47221" fmla="*/ 9222017 w 10476249"/>
                  <a:gd name="connsiteY60-47222" fmla="*/ 4285117 h 10435941"/>
                  <a:gd name="connsiteX61-47223" fmla="*/ 9190850 w 10476249"/>
                  <a:gd name="connsiteY61-47224" fmla="*/ 4430122 h 10435941"/>
                  <a:gd name="connsiteX62-47225" fmla="*/ 9323558 w 10476249"/>
                  <a:gd name="connsiteY62-47226" fmla="*/ 4659190 h 10435941"/>
                  <a:gd name="connsiteX63-47227" fmla="*/ 9367775 w 10476249"/>
                  <a:gd name="connsiteY63-47228" fmla="*/ 4915057 h 10435941"/>
                  <a:gd name="connsiteX64-47229" fmla="*/ 9383534 w 10476249"/>
                  <a:gd name="connsiteY64-47230" fmla="*/ 5208060 h 10435941"/>
                  <a:gd name="connsiteX65-47231" fmla="*/ 9368954 w 10476249"/>
                  <a:gd name="connsiteY65-47232" fmla="*/ 5615153 h 10435941"/>
                  <a:gd name="connsiteX66-47233" fmla="*/ 9504218 w 10476249"/>
                  <a:gd name="connsiteY66-47234" fmla="*/ 5975373 h 10435941"/>
                  <a:gd name="connsiteX67-47235" fmla="*/ 9526091 w 10476249"/>
                  <a:gd name="connsiteY67-47236" fmla="*/ 6403714 h 10435941"/>
                  <a:gd name="connsiteX68-47237" fmla="*/ 9919304 w 10476249"/>
                  <a:gd name="connsiteY68-47238" fmla="*/ 6862062 h 10435941"/>
                  <a:gd name="connsiteX69-47239" fmla="*/ 10037669 w 10476249"/>
                  <a:gd name="connsiteY69-47240" fmla="*/ 7221396 h 10435941"/>
                  <a:gd name="connsiteX70-47241" fmla="*/ 10218503 w 10476249"/>
                  <a:gd name="connsiteY70-47242" fmla="*/ 7514995 h 10435941"/>
                  <a:gd name="connsiteX71-47243" fmla="*/ 9656067 w 10476249"/>
                  <a:gd name="connsiteY71-47244" fmla="*/ 7540935 h 10435941"/>
                  <a:gd name="connsiteX72-47245" fmla="*/ 9159682 w 10476249"/>
                  <a:gd name="connsiteY72-47246" fmla="*/ 7651772 h 10435941"/>
                  <a:gd name="connsiteX73-47247" fmla="*/ 9114466 w 10476249"/>
                  <a:gd name="connsiteY73-47248" fmla="*/ 7790317 h 10435941"/>
                  <a:gd name="connsiteX74-47249" fmla="*/ 9004904 w 10476249"/>
                  <a:gd name="connsiteY74-47250" fmla="*/ 7998135 h 10435941"/>
                  <a:gd name="connsiteX75-47251" fmla="*/ 8919418 w 10476249"/>
                  <a:gd name="connsiteY75-47252" fmla="*/ 8085908 h 10435941"/>
                  <a:gd name="connsiteX76-47253" fmla="*/ 9022382 w 10476249"/>
                  <a:gd name="connsiteY76-47254" fmla="*/ 8313437 h 10435941"/>
                  <a:gd name="connsiteX77-47255" fmla="*/ 9013154 w 10476249"/>
                  <a:gd name="connsiteY77-47256" fmla="*/ 8524608 h 10435941"/>
                  <a:gd name="connsiteX78-47257" fmla="*/ 8979264 w 10476249"/>
                  <a:gd name="connsiteY78-47258" fmla="*/ 8758113 h 10435941"/>
                  <a:gd name="connsiteX79-47259" fmla="*/ 8977195 w 10476249"/>
                  <a:gd name="connsiteY79-47260" fmla="*/ 8967953 h 10435941"/>
                  <a:gd name="connsiteX80-47261" fmla="*/ 8880213 w 10476249"/>
                  <a:gd name="connsiteY80-47262" fmla="*/ 9272753 h 10435941"/>
                  <a:gd name="connsiteX81-47263" fmla="*/ 8907923 w 10476249"/>
                  <a:gd name="connsiteY81-47264" fmla="*/ 9578490 h 10435941"/>
                  <a:gd name="connsiteX82-47265" fmla="*/ 9124310 w 10476249"/>
                  <a:gd name="connsiteY82-47266" fmla="*/ 9750056 h 10435941"/>
                  <a:gd name="connsiteX83-47267" fmla="*/ 9217384 w 10476249"/>
                  <a:gd name="connsiteY83-47268" fmla="*/ 9890275 h 10435941"/>
                  <a:gd name="connsiteX84-47269" fmla="*/ 9448465 w 10476249"/>
                  <a:gd name="connsiteY84-47270" fmla="*/ 9929452 h 10435941"/>
                  <a:gd name="connsiteX85-47271" fmla="*/ 9457627 w 10476249"/>
                  <a:gd name="connsiteY85-47272" fmla="*/ 9818955 h 10435941"/>
                  <a:gd name="connsiteX86-47273" fmla="*/ 9606341 w 10476249"/>
                  <a:gd name="connsiteY86-47274" fmla="*/ 9758904 h 10435941"/>
                  <a:gd name="connsiteX87-47275" fmla="*/ 9617859 w 10476249"/>
                  <a:gd name="connsiteY87-47276" fmla="*/ 10334695 h 10435941"/>
                  <a:gd name="connsiteX88-47277" fmla="*/ 9490259 w 10476249"/>
                  <a:gd name="connsiteY88-47278" fmla="*/ 10338313 h 10435941"/>
                  <a:gd name="connsiteX89-47279" fmla="*/ 9314175 w 10476249"/>
                  <a:gd name="connsiteY89-47280" fmla="*/ 10427202 h 10435941"/>
                  <a:gd name="connsiteX90-47281" fmla="*/ 9189815 w 10476249"/>
                  <a:gd name="connsiteY90-47282" fmla="*/ 10435941 h 10435941"/>
                  <a:gd name="connsiteX91-47283" fmla="*/ 9050829 w 10476249"/>
                  <a:gd name="connsiteY91-47284" fmla="*/ 10122103 h 10435941"/>
                  <a:gd name="connsiteX92-47285" fmla="*/ 8939914 w 10476249"/>
                  <a:gd name="connsiteY92-47286" fmla="*/ 10072174 h 10435941"/>
                  <a:gd name="connsiteX93-47287" fmla="*/ 8778870 w 10476249"/>
                  <a:gd name="connsiteY93-47288" fmla="*/ 9863725 h 10435941"/>
                  <a:gd name="connsiteX94-47289" fmla="*/ 8465017 w 10476249"/>
                  <a:gd name="connsiteY94-47290" fmla="*/ 9748287 h 10435941"/>
                  <a:gd name="connsiteX95-47291" fmla="*/ 8345018 w 10476249"/>
                  <a:gd name="connsiteY95-47292" fmla="*/ 9651431 h 10435941"/>
                  <a:gd name="connsiteX96-47293" fmla="*/ 8270613 w 10476249"/>
                  <a:gd name="connsiteY96-47294" fmla="*/ 9480572 h 10435941"/>
                  <a:gd name="connsiteX97-47295" fmla="*/ 8229159 w 10476249"/>
                  <a:gd name="connsiteY97-47296" fmla="*/ 9374254 h 10435941"/>
                  <a:gd name="connsiteX98-47297" fmla="*/ 8132067 w 10476249"/>
                  <a:gd name="connsiteY98-47298" fmla="*/ 9355881 h 10435941"/>
                  <a:gd name="connsiteX99-47299" fmla="*/ 8076649 w 10476249"/>
                  <a:gd name="connsiteY99-47300" fmla="*/ 9577553 h 10435941"/>
                  <a:gd name="connsiteX100-47301" fmla="*/ 7933959 w 10476249"/>
                  <a:gd name="connsiteY100-47302" fmla="*/ 9610939 h 10435941"/>
                  <a:gd name="connsiteX101-47303" fmla="*/ 7580779 w 10476249"/>
                  <a:gd name="connsiteY101-47304" fmla="*/ 9552340 h 10435941"/>
                  <a:gd name="connsiteX102-47305" fmla="*/ 7442474 w 10476249"/>
                  <a:gd name="connsiteY102-47306" fmla="*/ 9485198 h 10435941"/>
                  <a:gd name="connsiteX103-47307" fmla="*/ 7250179 w 10476249"/>
                  <a:gd name="connsiteY103-47308" fmla="*/ 9449904 h 10435941"/>
                  <a:gd name="connsiteX104-47309" fmla="*/ 7156996 w 10476249"/>
                  <a:gd name="connsiteY104-47310" fmla="*/ 9200180 h 10435941"/>
                  <a:gd name="connsiteX105-47311" fmla="*/ 6940577 w 10476249"/>
                  <a:gd name="connsiteY105-47312" fmla="*/ 9189626 h 10435941"/>
                  <a:gd name="connsiteX106-47313" fmla="*/ 6659679 w 10476249"/>
                  <a:gd name="connsiteY106-47314" fmla="*/ 9285034 h 10435941"/>
                  <a:gd name="connsiteX107-47315" fmla="*/ 6664954 w 10476249"/>
                  <a:gd name="connsiteY107-47316" fmla="*/ 9099745 h 10435941"/>
                  <a:gd name="connsiteX108-47317" fmla="*/ 6538463 w 10476249"/>
                  <a:gd name="connsiteY108-47318" fmla="*/ 9013951 h 10435941"/>
                  <a:gd name="connsiteX109-47319" fmla="*/ 6414104 w 10476249"/>
                  <a:gd name="connsiteY109-47320" fmla="*/ 8954099 h 10435941"/>
                  <a:gd name="connsiteX110-47321" fmla="*/ 6311517 w 10476249"/>
                  <a:gd name="connsiteY110-47322" fmla="*/ 9057307 h 10435941"/>
                  <a:gd name="connsiteX111-47323" fmla="*/ 6153358 w 10476249"/>
                  <a:gd name="connsiteY111-47324" fmla="*/ 8978227 h 10435941"/>
                  <a:gd name="connsiteX112-47325" fmla="*/ 5987727 w 10476249"/>
                  <a:gd name="connsiteY112-47326" fmla="*/ 9093734 h 10435941"/>
                  <a:gd name="connsiteX113-47327" fmla="*/ 5721485 w 10476249"/>
                  <a:gd name="connsiteY113-47328" fmla="*/ 9101726 h 10435941"/>
                  <a:gd name="connsiteX114-47329" fmla="*/ 5660355 w 10476249"/>
                  <a:gd name="connsiteY114-47330" fmla="*/ 9081904 h 10435941"/>
                  <a:gd name="connsiteX115-47331" fmla="*/ 5493010 w 10476249"/>
                  <a:gd name="connsiteY115-47332" fmla="*/ 9128137 h 10435941"/>
                  <a:gd name="connsiteX116-47333" fmla="*/ 5491454 w 10476249"/>
                  <a:gd name="connsiteY116-47334" fmla="*/ 8870972 h 10435941"/>
                  <a:gd name="connsiteX117-47335" fmla="*/ 5491452 w 10476249"/>
                  <a:gd name="connsiteY117-47336" fmla="*/ 8634977 h 10435941"/>
                  <a:gd name="connsiteX118-47337" fmla="*/ 5321619 w 10476249"/>
                  <a:gd name="connsiteY118-47338" fmla="*/ 8333292 h 10435941"/>
                  <a:gd name="connsiteX119-47339" fmla="*/ 5215919 w 10476249"/>
                  <a:gd name="connsiteY119-47340" fmla="*/ 8082820 h 10435941"/>
                  <a:gd name="connsiteX120-47341" fmla="*/ 5302626 w 10476249"/>
                  <a:gd name="connsiteY120-47342" fmla="*/ 7610208 h 10435941"/>
                  <a:gd name="connsiteX121-47343" fmla="*/ 5186654 w 10476249"/>
                  <a:gd name="connsiteY121-47344" fmla="*/ 7320352 h 10435941"/>
                  <a:gd name="connsiteX122-47345" fmla="*/ 5236467 w 10476249"/>
                  <a:gd name="connsiteY122-47346" fmla="*/ 7069881 h 10435941"/>
                  <a:gd name="connsiteX123-47347" fmla="*/ 5240494 w 10476249"/>
                  <a:gd name="connsiteY123-47348" fmla="*/ 6935795 h 10435941"/>
                  <a:gd name="connsiteX124-47349" fmla="*/ 4563198 w 10476249"/>
                  <a:gd name="connsiteY124-47350" fmla="*/ 7013996 h 10435941"/>
                  <a:gd name="connsiteX125-47351" fmla="*/ 4546078 w 10476249"/>
                  <a:gd name="connsiteY125-47352" fmla="*/ 6840580 h 10435941"/>
                  <a:gd name="connsiteX126-47353" fmla="*/ 4482099 w 10476249"/>
                  <a:gd name="connsiteY126-47354" fmla="*/ 6706626 h 10435941"/>
                  <a:gd name="connsiteX127-47355" fmla="*/ 4312585 w 10476249"/>
                  <a:gd name="connsiteY127-47356" fmla="*/ 6826329 h 10435941"/>
                  <a:gd name="connsiteX128-47357" fmla="*/ 3996939 w 10476249"/>
                  <a:gd name="connsiteY128-47358" fmla="*/ 6862493 h 10435941"/>
                  <a:gd name="connsiteX129-47359" fmla="*/ 3961849 w 10476249"/>
                  <a:gd name="connsiteY129-47360" fmla="*/ 7069881 h 10435941"/>
                  <a:gd name="connsiteX130-47361" fmla="*/ 3918262 w 10476249"/>
                  <a:gd name="connsiteY130-47362" fmla="*/ 7281279 h 10435941"/>
                  <a:gd name="connsiteX131-47363" fmla="*/ 3869750 w 10476249"/>
                  <a:gd name="connsiteY131-47364" fmla="*/ 7403480 h 10435941"/>
                  <a:gd name="connsiteX132-47365" fmla="*/ 3558094 w 10476249"/>
                  <a:gd name="connsiteY132-47366" fmla="*/ 7365450 h 10435941"/>
                  <a:gd name="connsiteX133-47367" fmla="*/ 3296831 w 10476249"/>
                  <a:gd name="connsiteY133-47368" fmla="*/ 7402390 h 10435941"/>
                  <a:gd name="connsiteX134-47369" fmla="*/ 2907135 w 10476249"/>
                  <a:gd name="connsiteY134-47370" fmla="*/ 7414475 h 10435941"/>
                  <a:gd name="connsiteX135-47371" fmla="*/ 2733706 w 10476249"/>
                  <a:gd name="connsiteY135-47372" fmla="*/ 7166777 h 10435941"/>
                  <a:gd name="connsiteX136-47373" fmla="*/ 2571924 w 10476249"/>
                  <a:gd name="connsiteY136-47374" fmla="*/ 6908102 h 10435941"/>
                  <a:gd name="connsiteX137-47375" fmla="*/ 2391703 w 10476249"/>
                  <a:gd name="connsiteY137-47376" fmla="*/ 6257406 h 10435941"/>
                  <a:gd name="connsiteX138-47377" fmla="*/ 2313158 w 10476249"/>
                  <a:gd name="connsiteY138-47378" fmla="*/ 6224753 h 10435941"/>
                  <a:gd name="connsiteX139-47379" fmla="*/ 1648140 w 10476249"/>
                  <a:gd name="connsiteY139-47380" fmla="*/ 6197044 h 10435941"/>
                  <a:gd name="connsiteX140-47381" fmla="*/ 1218649 w 10476249"/>
                  <a:gd name="connsiteY140-47382" fmla="*/ 6197044 h 10435941"/>
                  <a:gd name="connsiteX141-47383" fmla="*/ 1121667 w 10476249"/>
                  <a:gd name="connsiteY141-47384" fmla="*/ 6252462 h 10435941"/>
                  <a:gd name="connsiteX142-47385" fmla="*/ 692177 w 10476249"/>
                  <a:gd name="connsiteY142-47386" fmla="*/ 6210899 h 10435941"/>
                  <a:gd name="connsiteX143-47387" fmla="*/ 368390 w 10476249"/>
                  <a:gd name="connsiteY143-47388" fmla="*/ 6137320 h 10435941"/>
                  <a:gd name="connsiteX144-47389" fmla="*/ 132975 w 10476249"/>
                  <a:gd name="connsiteY144-47390" fmla="*/ 6294321 h 10435941"/>
                  <a:gd name="connsiteX145-47391" fmla="*/ 0 w 10476249"/>
                  <a:gd name="connsiteY145-47392" fmla="*/ 6169546 h 10435941"/>
                  <a:gd name="connsiteX0-47393" fmla="*/ 0 w 10476249"/>
                  <a:gd name="connsiteY0-47394" fmla="*/ 6169546 h 10435941"/>
                  <a:gd name="connsiteX1-47395" fmla="*/ 93009 w 10476249"/>
                  <a:gd name="connsiteY1-47396" fmla="*/ 6131120 h 10435941"/>
                  <a:gd name="connsiteX2-47397" fmla="*/ 114648 w 10476249"/>
                  <a:gd name="connsiteY2-47398" fmla="*/ 5799866 h 10435941"/>
                  <a:gd name="connsiteX3-47399" fmla="*/ 387377 w 10476249"/>
                  <a:gd name="connsiteY3-47400" fmla="*/ 5532026 h 10435941"/>
                  <a:gd name="connsiteX4-47401" fmla="*/ 636758 w 10476249"/>
                  <a:gd name="connsiteY4-47402" fmla="*/ 5670572 h 10435941"/>
                  <a:gd name="connsiteX5-47403" fmla="*/ 844577 w 10476249"/>
                  <a:gd name="connsiteY5-47404" fmla="*/ 5504317 h 10435941"/>
                  <a:gd name="connsiteX6-47405" fmla="*/ 983122 w 10476249"/>
                  <a:gd name="connsiteY6-47406" fmla="*/ 5351917 h 10435941"/>
                  <a:gd name="connsiteX7-47407" fmla="*/ 1066249 w 10476249"/>
                  <a:gd name="connsiteY7-47408" fmla="*/ 5435044 h 10435941"/>
                  <a:gd name="connsiteX8-47409" fmla="*/ 1254907 w 10476249"/>
                  <a:gd name="connsiteY8-47410" fmla="*/ 5679710 h 10435941"/>
                  <a:gd name="connsiteX9-47411" fmla="*/ 1508711 w 10476249"/>
                  <a:gd name="connsiteY9-47412" fmla="*/ 5481030 h 10435941"/>
                  <a:gd name="connsiteX10-47413" fmla="*/ 1717413 w 10476249"/>
                  <a:gd name="connsiteY10-47414" fmla="*/ 5296499 h 10435941"/>
                  <a:gd name="connsiteX11-47415" fmla="*/ 2008358 w 10476249"/>
                  <a:gd name="connsiteY11-47416" fmla="*/ 5060972 h 10435941"/>
                  <a:gd name="connsiteX12-47417" fmla="*/ 2105340 w 10476249"/>
                  <a:gd name="connsiteY12-47418" fmla="*/ 4631481 h 10435941"/>
                  <a:gd name="connsiteX13-47419" fmla="*/ 2158106 w 10476249"/>
                  <a:gd name="connsiteY13-47420" fmla="*/ 4164848 h 10435941"/>
                  <a:gd name="connsiteX14-47421" fmla="*/ 2340867 w 10476249"/>
                  <a:gd name="connsiteY14-47422" fmla="*/ 3855626 h 10435941"/>
                  <a:gd name="connsiteX15-47423" fmla="*/ 2738092 w 10476249"/>
                  <a:gd name="connsiteY15-47424" fmla="*/ 3475092 h 10435941"/>
                  <a:gd name="connsiteX16-47425" fmla="*/ 2964322 w 10476249"/>
                  <a:gd name="connsiteY16-47426" fmla="*/ 3259881 h 10435941"/>
                  <a:gd name="connsiteX17-47427" fmla="*/ 2992031 w 10476249"/>
                  <a:gd name="connsiteY17-47428" fmla="*/ 2816535 h 10435941"/>
                  <a:gd name="connsiteX18-47429" fmla="*/ 3061304 w 10476249"/>
                  <a:gd name="connsiteY18-47430" fmla="*/ 2525590 h 10435941"/>
                  <a:gd name="connsiteX19-47431" fmla="*/ 3061304 w 10476249"/>
                  <a:gd name="connsiteY19-47432" fmla="*/ 2317772 h 10435941"/>
                  <a:gd name="connsiteX20-47433" fmla="*/ 3199849 w 10476249"/>
                  <a:gd name="connsiteY20-47434" fmla="*/ 1985262 h 10435941"/>
                  <a:gd name="connsiteX21-47435" fmla="*/ 3199849 w 10476249"/>
                  <a:gd name="connsiteY21-47436" fmla="*/ 1694317 h 10435941"/>
                  <a:gd name="connsiteX22-47437" fmla="*/ 3499049 w 10476249"/>
                  <a:gd name="connsiteY22-47438" fmla="*/ 1126281 h 10435941"/>
                  <a:gd name="connsiteX23-47439" fmla="*/ 3449231 w 10476249"/>
                  <a:gd name="connsiteY23-47440" fmla="*/ 752208 h 10435941"/>
                  <a:gd name="connsiteX24-47441" fmla="*/ 3476940 w 10476249"/>
                  <a:gd name="connsiteY24-47442" fmla="*/ 544390 h 10435941"/>
                  <a:gd name="connsiteX25-47443" fmla="*/ 3809449 w 10476249"/>
                  <a:gd name="connsiteY25-47444" fmla="*/ 184172 h 10435941"/>
                  <a:gd name="connsiteX26-47445" fmla="*/ 4003413 w 10476249"/>
                  <a:gd name="connsiteY26-47446" fmla="*/ 59481 h 10435941"/>
                  <a:gd name="connsiteX27-47447" fmla="*/ 4419049 w 10476249"/>
                  <a:gd name="connsiteY27-47448" fmla="*/ 295008 h 10435941"/>
                  <a:gd name="connsiteX28-47449" fmla="*/ 4585304 w 10476249"/>
                  <a:gd name="connsiteY28-47450" fmla="*/ 488972 h 10435941"/>
                  <a:gd name="connsiteX29-47451" fmla="*/ 5056358 w 10476249"/>
                  <a:gd name="connsiteY29-47452" fmla="*/ 544390 h 10435941"/>
                  <a:gd name="connsiteX30-47453" fmla="*/ 5376782 w 10476249"/>
                  <a:gd name="connsiteY30-47454" fmla="*/ 603639 h 10435941"/>
                  <a:gd name="connsiteX31-47455" fmla="*/ 5554237 w 10476249"/>
                  <a:gd name="connsiteY31-47456" fmla="*/ 588271 h 10435941"/>
                  <a:gd name="connsiteX32-47457" fmla="*/ 5846067 w 10476249"/>
                  <a:gd name="connsiteY32-47458" fmla="*/ 281153 h 10435941"/>
                  <a:gd name="connsiteX33-47459" fmla="*/ 6109304 w 10476249"/>
                  <a:gd name="connsiteY33-47460" fmla="*/ 322717 h 10435941"/>
                  <a:gd name="connsiteX34-47461" fmla="*/ 6527495 w 10476249"/>
                  <a:gd name="connsiteY34-47462" fmla="*/ 168233 h 10435941"/>
                  <a:gd name="connsiteX35-47463" fmla="*/ 6667317 w 10476249"/>
                  <a:gd name="connsiteY35-47464" fmla="*/ 107503 h 10435941"/>
                  <a:gd name="connsiteX36-47465" fmla="*/ 6997273 w 10476249"/>
                  <a:gd name="connsiteY36-47466" fmla="*/ 198026 h 10435941"/>
                  <a:gd name="connsiteX37-47467" fmla="*/ 7217667 w 10476249"/>
                  <a:gd name="connsiteY37-47468" fmla="*/ 17917 h 10435941"/>
                  <a:gd name="connsiteX38-47469" fmla="*/ 7364702 w 10476249"/>
                  <a:gd name="connsiteY38-47470" fmla="*/ 0 h 10435941"/>
                  <a:gd name="connsiteX39-47471" fmla="*/ 7586454 w 10476249"/>
                  <a:gd name="connsiteY39-47472" fmla="*/ 41248 h 10435941"/>
                  <a:gd name="connsiteX40-47473" fmla="*/ 7896540 w 10476249"/>
                  <a:gd name="connsiteY40-47474" fmla="*/ 128753 h 10435941"/>
                  <a:gd name="connsiteX41-47475" fmla="*/ 8298322 w 10476249"/>
                  <a:gd name="connsiteY41-47476" fmla="*/ 59481 h 10435941"/>
                  <a:gd name="connsiteX42-47477" fmla="*/ 8632600 w 10476249"/>
                  <a:gd name="connsiteY42-47478" fmla="*/ 396707 h 10435941"/>
                  <a:gd name="connsiteX43-47479" fmla="*/ 8894067 w 10476249"/>
                  <a:gd name="connsiteY43-47480" fmla="*/ 544390 h 10435941"/>
                  <a:gd name="connsiteX44-47481" fmla="*/ 9132327 w 10476249"/>
                  <a:gd name="connsiteY44-47482" fmla="*/ 420846 h 10435941"/>
                  <a:gd name="connsiteX45-47483" fmla="*/ 9358560 w 10476249"/>
                  <a:gd name="connsiteY45-47484" fmla="*/ 466363 h 10435941"/>
                  <a:gd name="connsiteX46-47485" fmla="*/ 9503667 w 10476249"/>
                  <a:gd name="connsiteY46-47486" fmla="*/ 367819 h 10435941"/>
                  <a:gd name="connsiteX47-47487" fmla="*/ 9631896 w 10476249"/>
                  <a:gd name="connsiteY47-47488" fmla="*/ 369587 h 10435941"/>
                  <a:gd name="connsiteX48-47489" fmla="*/ 9988577 w 10476249"/>
                  <a:gd name="connsiteY48-47490" fmla="*/ 793772 h 10435941"/>
                  <a:gd name="connsiteX49-47491" fmla="*/ 10224104 w 10476249"/>
                  <a:gd name="connsiteY49-47492" fmla="*/ 987735 h 10435941"/>
                  <a:gd name="connsiteX50-47493" fmla="*/ 10210249 w 10476249"/>
                  <a:gd name="connsiteY50-47494" fmla="*/ 1250972 h 10435941"/>
                  <a:gd name="connsiteX51-47495" fmla="*/ 10224104 w 10476249"/>
                  <a:gd name="connsiteY51-47496" fmla="*/ 1444935 h 10435941"/>
                  <a:gd name="connsiteX52-47497" fmla="*/ 10228661 w 10476249"/>
                  <a:gd name="connsiteY52-47498" fmla="*/ 1580249 h 10435941"/>
                  <a:gd name="connsiteX53-47499" fmla="*/ 10476249 w 10476249"/>
                  <a:gd name="connsiteY53-47500" fmla="*/ 1753897 h 10435941"/>
                  <a:gd name="connsiteX54-47501" fmla="*/ 10063524 w 10476249"/>
                  <a:gd name="connsiteY54-47502" fmla="*/ 2207269 h 10435941"/>
                  <a:gd name="connsiteX55-47503" fmla="*/ 9766904 w 10476249"/>
                  <a:gd name="connsiteY55-47504" fmla="*/ 2497881 h 10435941"/>
                  <a:gd name="connsiteX56-47505" fmla="*/ 9565650 w 10476249"/>
                  <a:gd name="connsiteY56-47506" fmla="*/ 3426134 h 10435941"/>
                  <a:gd name="connsiteX57-47507" fmla="*/ 9518072 w 10476249"/>
                  <a:gd name="connsiteY57-47508" fmla="*/ 3685207 h 10435941"/>
                  <a:gd name="connsiteX58-47509" fmla="*/ 9351267 w 10476249"/>
                  <a:gd name="connsiteY58-47510" fmla="*/ 3911044 h 10435941"/>
                  <a:gd name="connsiteX59-47511" fmla="*/ 9295849 w 10476249"/>
                  <a:gd name="connsiteY59-47512" fmla="*/ 4077299 h 10435941"/>
                  <a:gd name="connsiteX60-47513" fmla="*/ 9222017 w 10476249"/>
                  <a:gd name="connsiteY60-47514" fmla="*/ 4285117 h 10435941"/>
                  <a:gd name="connsiteX61-47515" fmla="*/ 9190850 w 10476249"/>
                  <a:gd name="connsiteY61-47516" fmla="*/ 4430122 h 10435941"/>
                  <a:gd name="connsiteX62-47517" fmla="*/ 9323558 w 10476249"/>
                  <a:gd name="connsiteY62-47518" fmla="*/ 4659190 h 10435941"/>
                  <a:gd name="connsiteX63-47519" fmla="*/ 9367775 w 10476249"/>
                  <a:gd name="connsiteY63-47520" fmla="*/ 4915057 h 10435941"/>
                  <a:gd name="connsiteX64-47521" fmla="*/ 9383534 w 10476249"/>
                  <a:gd name="connsiteY64-47522" fmla="*/ 5208060 h 10435941"/>
                  <a:gd name="connsiteX65-47523" fmla="*/ 9368954 w 10476249"/>
                  <a:gd name="connsiteY65-47524" fmla="*/ 5615153 h 10435941"/>
                  <a:gd name="connsiteX66-47525" fmla="*/ 9504218 w 10476249"/>
                  <a:gd name="connsiteY66-47526" fmla="*/ 5975373 h 10435941"/>
                  <a:gd name="connsiteX67-47527" fmla="*/ 9526091 w 10476249"/>
                  <a:gd name="connsiteY67-47528" fmla="*/ 6403714 h 10435941"/>
                  <a:gd name="connsiteX68-47529" fmla="*/ 9919304 w 10476249"/>
                  <a:gd name="connsiteY68-47530" fmla="*/ 6862062 h 10435941"/>
                  <a:gd name="connsiteX69-47531" fmla="*/ 10037669 w 10476249"/>
                  <a:gd name="connsiteY69-47532" fmla="*/ 7221396 h 10435941"/>
                  <a:gd name="connsiteX70-47533" fmla="*/ 10218503 w 10476249"/>
                  <a:gd name="connsiteY70-47534" fmla="*/ 7514995 h 10435941"/>
                  <a:gd name="connsiteX71-47535" fmla="*/ 9656067 w 10476249"/>
                  <a:gd name="connsiteY71-47536" fmla="*/ 7540935 h 10435941"/>
                  <a:gd name="connsiteX72-47537" fmla="*/ 9159682 w 10476249"/>
                  <a:gd name="connsiteY72-47538" fmla="*/ 7651772 h 10435941"/>
                  <a:gd name="connsiteX73-47539" fmla="*/ 9114466 w 10476249"/>
                  <a:gd name="connsiteY73-47540" fmla="*/ 7790317 h 10435941"/>
                  <a:gd name="connsiteX74-47541" fmla="*/ 9004904 w 10476249"/>
                  <a:gd name="connsiteY74-47542" fmla="*/ 7998135 h 10435941"/>
                  <a:gd name="connsiteX75-47543" fmla="*/ 8919418 w 10476249"/>
                  <a:gd name="connsiteY75-47544" fmla="*/ 8085908 h 10435941"/>
                  <a:gd name="connsiteX76-47545" fmla="*/ 9022382 w 10476249"/>
                  <a:gd name="connsiteY76-47546" fmla="*/ 8313437 h 10435941"/>
                  <a:gd name="connsiteX77-47547" fmla="*/ 9013154 w 10476249"/>
                  <a:gd name="connsiteY77-47548" fmla="*/ 8524608 h 10435941"/>
                  <a:gd name="connsiteX78-47549" fmla="*/ 8979264 w 10476249"/>
                  <a:gd name="connsiteY78-47550" fmla="*/ 8758113 h 10435941"/>
                  <a:gd name="connsiteX79-47551" fmla="*/ 8977195 w 10476249"/>
                  <a:gd name="connsiteY79-47552" fmla="*/ 8967953 h 10435941"/>
                  <a:gd name="connsiteX80-47553" fmla="*/ 8880213 w 10476249"/>
                  <a:gd name="connsiteY80-47554" fmla="*/ 9272753 h 10435941"/>
                  <a:gd name="connsiteX81-47555" fmla="*/ 8907923 w 10476249"/>
                  <a:gd name="connsiteY81-47556" fmla="*/ 9578490 h 10435941"/>
                  <a:gd name="connsiteX82-47557" fmla="*/ 9124310 w 10476249"/>
                  <a:gd name="connsiteY82-47558" fmla="*/ 9750056 h 10435941"/>
                  <a:gd name="connsiteX83-47559" fmla="*/ 9217384 w 10476249"/>
                  <a:gd name="connsiteY83-47560" fmla="*/ 9890275 h 10435941"/>
                  <a:gd name="connsiteX84-47561" fmla="*/ 9448465 w 10476249"/>
                  <a:gd name="connsiteY84-47562" fmla="*/ 9929452 h 10435941"/>
                  <a:gd name="connsiteX85-47563" fmla="*/ 9457627 w 10476249"/>
                  <a:gd name="connsiteY85-47564" fmla="*/ 9818955 h 10435941"/>
                  <a:gd name="connsiteX86-47565" fmla="*/ 9606341 w 10476249"/>
                  <a:gd name="connsiteY86-47566" fmla="*/ 9758904 h 10435941"/>
                  <a:gd name="connsiteX87-47567" fmla="*/ 9617859 w 10476249"/>
                  <a:gd name="connsiteY87-47568" fmla="*/ 10334695 h 10435941"/>
                  <a:gd name="connsiteX88-47569" fmla="*/ 9490259 w 10476249"/>
                  <a:gd name="connsiteY88-47570" fmla="*/ 10338313 h 10435941"/>
                  <a:gd name="connsiteX89-47571" fmla="*/ 9314175 w 10476249"/>
                  <a:gd name="connsiteY89-47572" fmla="*/ 10427202 h 10435941"/>
                  <a:gd name="connsiteX90-47573" fmla="*/ 9189815 w 10476249"/>
                  <a:gd name="connsiteY90-47574" fmla="*/ 10435941 h 10435941"/>
                  <a:gd name="connsiteX91-47575" fmla="*/ 9050829 w 10476249"/>
                  <a:gd name="connsiteY91-47576" fmla="*/ 10122103 h 10435941"/>
                  <a:gd name="connsiteX92-47577" fmla="*/ 8939914 w 10476249"/>
                  <a:gd name="connsiteY92-47578" fmla="*/ 10072174 h 10435941"/>
                  <a:gd name="connsiteX93-47579" fmla="*/ 8778870 w 10476249"/>
                  <a:gd name="connsiteY93-47580" fmla="*/ 9863725 h 10435941"/>
                  <a:gd name="connsiteX94-47581" fmla="*/ 8465017 w 10476249"/>
                  <a:gd name="connsiteY94-47582" fmla="*/ 9748287 h 10435941"/>
                  <a:gd name="connsiteX95-47583" fmla="*/ 8345018 w 10476249"/>
                  <a:gd name="connsiteY95-47584" fmla="*/ 9651431 h 10435941"/>
                  <a:gd name="connsiteX96-47585" fmla="*/ 8270613 w 10476249"/>
                  <a:gd name="connsiteY96-47586" fmla="*/ 9480572 h 10435941"/>
                  <a:gd name="connsiteX97-47587" fmla="*/ 8229159 w 10476249"/>
                  <a:gd name="connsiteY97-47588" fmla="*/ 9374254 h 10435941"/>
                  <a:gd name="connsiteX98-47589" fmla="*/ 8132067 w 10476249"/>
                  <a:gd name="connsiteY98-47590" fmla="*/ 9355881 h 10435941"/>
                  <a:gd name="connsiteX99-47591" fmla="*/ 8076649 w 10476249"/>
                  <a:gd name="connsiteY99-47592" fmla="*/ 9577553 h 10435941"/>
                  <a:gd name="connsiteX100-47593" fmla="*/ 7933959 w 10476249"/>
                  <a:gd name="connsiteY100-47594" fmla="*/ 9610939 h 10435941"/>
                  <a:gd name="connsiteX101-47595" fmla="*/ 7580779 w 10476249"/>
                  <a:gd name="connsiteY101-47596" fmla="*/ 9552340 h 10435941"/>
                  <a:gd name="connsiteX102-47597" fmla="*/ 7442474 w 10476249"/>
                  <a:gd name="connsiteY102-47598" fmla="*/ 9485198 h 10435941"/>
                  <a:gd name="connsiteX103-47599" fmla="*/ 7250179 w 10476249"/>
                  <a:gd name="connsiteY103-47600" fmla="*/ 9449904 h 10435941"/>
                  <a:gd name="connsiteX104-47601" fmla="*/ 7156996 w 10476249"/>
                  <a:gd name="connsiteY104-47602" fmla="*/ 9200180 h 10435941"/>
                  <a:gd name="connsiteX105-47603" fmla="*/ 6940577 w 10476249"/>
                  <a:gd name="connsiteY105-47604" fmla="*/ 9189626 h 10435941"/>
                  <a:gd name="connsiteX106-47605" fmla="*/ 6659679 w 10476249"/>
                  <a:gd name="connsiteY106-47606" fmla="*/ 9285034 h 10435941"/>
                  <a:gd name="connsiteX107-47607" fmla="*/ 6664954 w 10476249"/>
                  <a:gd name="connsiteY107-47608" fmla="*/ 9099745 h 10435941"/>
                  <a:gd name="connsiteX108-47609" fmla="*/ 6538463 w 10476249"/>
                  <a:gd name="connsiteY108-47610" fmla="*/ 9013951 h 10435941"/>
                  <a:gd name="connsiteX109-47611" fmla="*/ 6414104 w 10476249"/>
                  <a:gd name="connsiteY109-47612" fmla="*/ 8954099 h 10435941"/>
                  <a:gd name="connsiteX110-47613" fmla="*/ 6311517 w 10476249"/>
                  <a:gd name="connsiteY110-47614" fmla="*/ 9057307 h 10435941"/>
                  <a:gd name="connsiteX111-47615" fmla="*/ 6153358 w 10476249"/>
                  <a:gd name="connsiteY111-47616" fmla="*/ 8978227 h 10435941"/>
                  <a:gd name="connsiteX112-47617" fmla="*/ 5987727 w 10476249"/>
                  <a:gd name="connsiteY112-47618" fmla="*/ 9093734 h 10435941"/>
                  <a:gd name="connsiteX113-47619" fmla="*/ 5721485 w 10476249"/>
                  <a:gd name="connsiteY113-47620" fmla="*/ 9101726 h 10435941"/>
                  <a:gd name="connsiteX114-47621" fmla="*/ 5660355 w 10476249"/>
                  <a:gd name="connsiteY114-47622" fmla="*/ 9081904 h 10435941"/>
                  <a:gd name="connsiteX115-47623" fmla="*/ 5493010 w 10476249"/>
                  <a:gd name="connsiteY115-47624" fmla="*/ 9128137 h 10435941"/>
                  <a:gd name="connsiteX116-47625" fmla="*/ 5491454 w 10476249"/>
                  <a:gd name="connsiteY116-47626" fmla="*/ 8870972 h 10435941"/>
                  <a:gd name="connsiteX117-47627" fmla="*/ 5491452 w 10476249"/>
                  <a:gd name="connsiteY117-47628" fmla="*/ 8634977 h 10435941"/>
                  <a:gd name="connsiteX118-47629" fmla="*/ 5321619 w 10476249"/>
                  <a:gd name="connsiteY118-47630" fmla="*/ 8333292 h 10435941"/>
                  <a:gd name="connsiteX119-47631" fmla="*/ 5215919 w 10476249"/>
                  <a:gd name="connsiteY119-47632" fmla="*/ 8082820 h 10435941"/>
                  <a:gd name="connsiteX120-47633" fmla="*/ 5302626 w 10476249"/>
                  <a:gd name="connsiteY120-47634" fmla="*/ 7610208 h 10435941"/>
                  <a:gd name="connsiteX121-47635" fmla="*/ 5186654 w 10476249"/>
                  <a:gd name="connsiteY121-47636" fmla="*/ 7320352 h 10435941"/>
                  <a:gd name="connsiteX122-47637" fmla="*/ 5236467 w 10476249"/>
                  <a:gd name="connsiteY122-47638" fmla="*/ 7069881 h 10435941"/>
                  <a:gd name="connsiteX123-47639" fmla="*/ 5240494 w 10476249"/>
                  <a:gd name="connsiteY123-47640" fmla="*/ 6935795 h 10435941"/>
                  <a:gd name="connsiteX124-47641" fmla="*/ 4563198 w 10476249"/>
                  <a:gd name="connsiteY124-47642" fmla="*/ 7013996 h 10435941"/>
                  <a:gd name="connsiteX125-47643" fmla="*/ 4546078 w 10476249"/>
                  <a:gd name="connsiteY125-47644" fmla="*/ 6840580 h 10435941"/>
                  <a:gd name="connsiteX126-47645" fmla="*/ 4482099 w 10476249"/>
                  <a:gd name="connsiteY126-47646" fmla="*/ 6706626 h 10435941"/>
                  <a:gd name="connsiteX127-47647" fmla="*/ 4312585 w 10476249"/>
                  <a:gd name="connsiteY127-47648" fmla="*/ 6826329 h 10435941"/>
                  <a:gd name="connsiteX128-47649" fmla="*/ 3996939 w 10476249"/>
                  <a:gd name="connsiteY128-47650" fmla="*/ 6862493 h 10435941"/>
                  <a:gd name="connsiteX129-47651" fmla="*/ 3961849 w 10476249"/>
                  <a:gd name="connsiteY129-47652" fmla="*/ 7069881 h 10435941"/>
                  <a:gd name="connsiteX130-47653" fmla="*/ 3918262 w 10476249"/>
                  <a:gd name="connsiteY130-47654" fmla="*/ 7281279 h 10435941"/>
                  <a:gd name="connsiteX131-47655" fmla="*/ 3869750 w 10476249"/>
                  <a:gd name="connsiteY131-47656" fmla="*/ 7403480 h 10435941"/>
                  <a:gd name="connsiteX132-47657" fmla="*/ 3558094 w 10476249"/>
                  <a:gd name="connsiteY132-47658" fmla="*/ 7365450 h 10435941"/>
                  <a:gd name="connsiteX133-47659" fmla="*/ 3296831 w 10476249"/>
                  <a:gd name="connsiteY133-47660" fmla="*/ 7402390 h 10435941"/>
                  <a:gd name="connsiteX134-47661" fmla="*/ 2907135 w 10476249"/>
                  <a:gd name="connsiteY134-47662" fmla="*/ 7414475 h 10435941"/>
                  <a:gd name="connsiteX135-47663" fmla="*/ 2733706 w 10476249"/>
                  <a:gd name="connsiteY135-47664" fmla="*/ 7166777 h 10435941"/>
                  <a:gd name="connsiteX136-47665" fmla="*/ 2571924 w 10476249"/>
                  <a:gd name="connsiteY136-47666" fmla="*/ 6908102 h 10435941"/>
                  <a:gd name="connsiteX137-47667" fmla="*/ 2391703 w 10476249"/>
                  <a:gd name="connsiteY137-47668" fmla="*/ 6257406 h 10435941"/>
                  <a:gd name="connsiteX138-47669" fmla="*/ 2313158 w 10476249"/>
                  <a:gd name="connsiteY138-47670" fmla="*/ 6224753 h 10435941"/>
                  <a:gd name="connsiteX139-47671" fmla="*/ 1648140 w 10476249"/>
                  <a:gd name="connsiteY139-47672" fmla="*/ 6197044 h 10435941"/>
                  <a:gd name="connsiteX140-47673" fmla="*/ 1218649 w 10476249"/>
                  <a:gd name="connsiteY140-47674" fmla="*/ 6197044 h 10435941"/>
                  <a:gd name="connsiteX141-47675" fmla="*/ 1121667 w 10476249"/>
                  <a:gd name="connsiteY141-47676" fmla="*/ 6252462 h 10435941"/>
                  <a:gd name="connsiteX142-47677" fmla="*/ 692177 w 10476249"/>
                  <a:gd name="connsiteY142-47678" fmla="*/ 6210899 h 10435941"/>
                  <a:gd name="connsiteX143-47679" fmla="*/ 368390 w 10476249"/>
                  <a:gd name="connsiteY143-47680" fmla="*/ 6137320 h 10435941"/>
                  <a:gd name="connsiteX144-47681" fmla="*/ 132975 w 10476249"/>
                  <a:gd name="connsiteY144-47682" fmla="*/ 6294321 h 10435941"/>
                  <a:gd name="connsiteX145-47683" fmla="*/ 0 w 10476249"/>
                  <a:gd name="connsiteY145-47684" fmla="*/ 6169546 h 10435941"/>
                  <a:gd name="connsiteX0-47685" fmla="*/ 0 w 10476249"/>
                  <a:gd name="connsiteY0-47686" fmla="*/ 6169546 h 10435941"/>
                  <a:gd name="connsiteX1-47687" fmla="*/ 93009 w 10476249"/>
                  <a:gd name="connsiteY1-47688" fmla="*/ 6131120 h 10435941"/>
                  <a:gd name="connsiteX2-47689" fmla="*/ 114648 w 10476249"/>
                  <a:gd name="connsiteY2-47690" fmla="*/ 5799866 h 10435941"/>
                  <a:gd name="connsiteX3-47691" fmla="*/ 387377 w 10476249"/>
                  <a:gd name="connsiteY3-47692" fmla="*/ 5532026 h 10435941"/>
                  <a:gd name="connsiteX4-47693" fmla="*/ 636758 w 10476249"/>
                  <a:gd name="connsiteY4-47694" fmla="*/ 5670572 h 10435941"/>
                  <a:gd name="connsiteX5-47695" fmla="*/ 844577 w 10476249"/>
                  <a:gd name="connsiteY5-47696" fmla="*/ 5504317 h 10435941"/>
                  <a:gd name="connsiteX6-47697" fmla="*/ 983122 w 10476249"/>
                  <a:gd name="connsiteY6-47698" fmla="*/ 5351917 h 10435941"/>
                  <a:gd name="connsiteX7-47699" fmla="*/ 1066249 w 10476249"/>
                  <a:gd name="connsiteY7-47700" fmla="*/ 5435044 h 10435941"/>
                  <a:gd name="connsiteX8-47701" fmla="*/ 1254907 w 10476249"/>
                  <a:gd name="connsiteY8-47702" fmla="*/ 5679710 h 10435941"/>
                  <a:gd name="connsiteX9-47703" fmla="*/ 1508711 w 10476249"/>
                  <a:gd name="connsiteY9-47704" fmla="*/ 5481030 h 10435941"/>
                  <a:gd name="connsiteX10-47705" fmla="*/ 1717413 w 10476249"/>
                  <a:gd name="connsiteY10-47706" fmla="*/ 5296499 h 10435941"/>
                  <a:gd name="connsiteX11-47707" fmla="*/ 2008358 w 10476249"/>
                  <a:gd name="connsiteY11-47708" fmla="*/ 5060972 h 10435941"/>
                  <a:gd name="connsiteX12-47709" fmla="*/ 2105340 w 10476249"/>
                  <a:gd name="connsiteY12-47710" fmla="*/ 4631481 h 10435941"/>
                  <a:gd name="connsiteX13-47711" fmla="*/ 2158106 w 10476249"/>
                  <a:gd name="connsiteY13-47712" fmla="*/ 4164848 h 10435941"/>
                  <a:gd name="connsiteX14-47713" fmla="*/ 2340867 w 10476249"/>
                  <a:gd name="connsiteY14-47714" fmla="*/ 3855626 h 10435941"/>
                  <a:gd name="connsiteX15-47715" fmla="*/ 2738092 w 10476249"/>
                  <a:gd name="connsiteY15-47716" fmla="*/ 3475092 h 10435941"/>
                  <a:gd name="connsiteX16-47717" fmla="*/ 2964322 w 10476249"/>
                  <a:gd name="connsiteY16-47718" fmla="*/ 3259881 h 10435941"/>
                  <a:gd name="connsiteX17-47719" fmla="*/ 2992031 w 10476249"/>
                  <a:gd name="connsiteY17-47720" fmla="*/ 2816535 h 10435941"/>
                  <a:gd name="connsiteX18-47721" fmla="*/ 3061304 w 10476249"/>
                  <a:gd name="connsiteY18-47722" fmla="*/ 2525590 h 10435941"/>
                  <a:gd name="connsiteX19-47723" fmla="*/ 3061304 w 10476249"/>
                  <a:gd name="connsiteY19-47724" fmla="*/ 2317772 h 10435941"/>
                  <a:gd name="connsiteX20-47725" fmla="*/ 3199849 w 10476249"/>
                  <a:gd name="connsiteY20-47726" fmla="*/ 1985262 h 10435941"/>
                  <a:gd name="connsiteX21-47727" fmla="*/ 3199849 w 10476249"/>
                  <a:gd name="connsiteY21-47728" fmla="*/ 1694317 h 10435941"/>
                  <a:gd name="connsiteX22-47729" fmla="*/ 3499049 w 10476249"/>
                  <a:gd name="connsiteY22-47730" fmla="*/ 1126281 h 10435941"/>
                  <a:gd name="connsiteX23-47731" fmla="*/ 3449231 w 10476249"/>
                  <a:gd name="connsiteY23-47732" fmla="*/ 752208 h 10435941"/>
                  <a:gd name="connsiteX24-47733" fmla="*/ 3476940 w 10476249"/>
                  <a:gd name="connsiteY24-47734" fmla="*/ 544390 h 10435941"/>
                  <a:gd name="connsiteX25-47735" fmla="*/ 3809449 w 10476249"/>
                  <a:gd name="connsiteY25-47736" fmla="*/ 184172 h 10435941"/>
                  <a:gd name="connsiteX26-47737" fmla="*/ 4003413 w 10476249"/>
                  <a:gd name="connsiteY26-47738" fmla="*/ 59481 h 10435941"/>
                  <a:gd name="connsiteX27-47739" fmla="*/ 4419049 w 10476249"/>
                  <a:gd name="connsiteY27-47740" fmla="*/ 295008 h 10435941"/>
                  <a:gd name="connsiteX28-47741" fmla="*/ 4585304 w 10476249"/>
                  <a:gd name="connsiteY28-47742" fmla="*/ 488972 h 10435941"/>
                  <a:gd name="connsiteX29-47743" fmla="*/ 5056358 w 10476249"/>
                  <a:gd name="connsiteY29-47744" fmla="*/ 544390 h 10435941"/>
                  <a:gd name="connsiteX30-47745" fmla="*/ 5376782 w 10476249"/>
                  <a:gd name="connsiteY30-47746" fmla="*/ 603639 h 10435941"/>
                  <a:gd name="connsiteX31-47747" fmla="*/ 5554237 w 10476249"/>
                  <a:gd name="connsiteY31-47748" fmla="*/ 588271 h 10435941"/>
                  <a:gd name="connsiteX32-47749" fmla="*/ 5846067 w 10476249"/>
                  <a:gd name="connsiteY32-47750" fmla="*/ 281153 h 10435941"/>
                  <a:gd name="connsiteX33-47751" fmla="*/ 6109304 w 10476249"/>
                  <a:gd name="connsiteY33-47752" fmla="*/ 322717 h 10435941"/>
                  <a:gd name="connsiteX34-47753" fmla="*/ 6527495 w 10476249"/>
                  <a:gd name="connsiteY34-47754" fmla="*/ 168233 h 10435941"/>
                  <a:gd name="connsiteX35-47755" fmla="*/ 6667317 w 10476249"/>
                  <a:gd name="connsiteY35-47756" fmla="*/ 107503 h 10435941"/>
                  <a:gd name="connsiteX36-47757" fmla="*/ 6997273 w 10476249"/>
                  <a:gd name="connsiteY36-47758" fmla="*/ 198026 h 10435941"/>
                  <a:gd name="connsiteX37-47759" fmla="*/ 7217667 w 10476249"/>
                  <a:gd name="connsiteY37-47760" fmla="*/ 17917 h 10435941"/>
                  <a:gd name="connsiteX38-47761" fmla="*/ 7364702 w 10476249"/>
                  <a:gd name="connsiteY38-47762" fmla="*/ 0 h 10435941"/>
                  <a:gd name="connsiteX39-47763" fmla="*/ 7586454 w 10476249"/>
                  <a:gd name="connsiteY39-47764" fmla="*/ 41248 h 10435941"/>
                  <a:gd name="connsiteX40-47765" fmla="*/ 7896540 w 10476249"/>
                  <a:gd name="connsiteY40-47766" fmla="*/ 128753 h 10435941"/>
                  <a:gd name="connsiteX41-47767" fmla="*/ 8298322 w 10476249"/>
                  <a:gd name="connsiteY41-47768" fmla="*/ 59481 h 10435941"/>
                  <a:gd name="connsiteX42-47769" fmla="*/ 8632600 w 10476249"/>
                  <a:gd name="connsiteY42-47770" fmla="*/ 396707 h 10435941"/>
                  <a:gd name="connsiteX43-47771" fmla="*/ 8894067 w 10476249"/>
                  <a:gd name="connsiteY43-47772" fmla="*/ 544390 h 10435941"/>
                  <a:gd name="connsiteX44-47773" fmla="*/ 9132327 w 10476249"/>
                  <a:gd name="connsiteY44-47774" fmla="*/ 420846 h 10435941"/>
                  <a:gd name="connsiteX45-47775" fmla="*/ 9358560 w 10476249"/>
                  <a:gd name="connsiteY45-47776" fmla="*/ 466363 h 10435941"/>
                  <a:gd name="connsiteX46-47777" fmla="*/ 9503667 w 10476249"/>
                  <a:gd name="connsiteY46-47778" fmla="*/ 367819 h 10435941"/>
                  <a:gd name="connsiteX47-47779" fmla="*/ 9631896 w 10476249"/>
                  <a:gd name="connsiteY47-47780" fmla="*/ 369587 h 10435941"/>
                  <a:gd name="connsiteX48-47781" fmla="*/ 9988577 w 10476249"/>
                  <a:gd name="connsiteY48-47782" fmla="*/ 793772 h 10435941"/>
                  <a:gd name="connsiteX49-47783" fmla="*/ 10224104 w 10476249"/>
                  <a:gd name="connsiteY49-47784" fmla="*/ 987735 h 10435941"/>
                  <a:gd name="connsiteX50-47785" fmla="*/ 10210249 w 10476249"/>
                  <a:gd name="connsiteY50-47786" fmla="*/ 1250972 h 10435941"/>
                  <a:gd name="connsiteX51-47787" fmla="*/ 10224104 w 10476249"/>
                  <a:gd name="connsiteY51-47788" fmla="*/ 1444935 h 10435941"/>
                  <a:gd name="connsiteX52-47789" fmla="*/ 10228661 w 10476249"/>
                  <a:gd name="connsiteY52-47790" fmla="*/ 1580249 h 10435941"/>
                  <a:gd name="connsiteX53-47791" fmla="*/ 10476249 w 10476249"/>
                  <a:gd name="connsiteY53-47792" fmla="*/ 1753897 h 10435941"/>
                  <a:gd name="connsiteX54-47793" fmla="*/ 10063524 w 10476249"/>
                  <a:gd name="connsiteY54-47794" fmla="*/ 2207269 h 10435941"/>
                  <a:gd name="connsiteX55-47795" fmla="*/ 9766904 w 10476249"/>
                  <a:gd name="connsiteY55-47796" fmla="*/ 2497881 h 10435941"/>
                  <a:gd name="connsiteX56-47797" fmla="*/ 9565650 w 10476249"/>
                  <a:gd name="connsiteY56-47798" fmla="*/ 3426134 h 10435941"/>
                  <a:gd name="connsiteX57-47799" fmla="*/ 9518072 w 10476249"/>
                  <a:gd name="connsiteY57-47800" fmla="*/ 3685207 h 10435941"/>
                  <a:gd name="connsiteX58-47801" fmla="*/ 9351267 w 10476249"/>
                  <a:gd name="connsiteY58-47802" fmla="*/ 3911044 h 10435941"/>
                  <a:gd name="connsiteX59-47803" fmla="*/ 9295849 w 10476249"/>
                  <a:gd name="connsiteY59-47804" fmla="*/ 4077299 h 10435941"/>
                  <a:gd name="connsiteX60-47805" fmla="*/ 9222017 w 10476249"/>
                  <a:gd name="connsiteY60-47806" fmla="*/ 4285117 h 10435941"/>
                  <a:gd name="connsiteX61-47807" fmla="*/ 9190850 w 10476249"/>
                  <a:gd name="connsiteY61-47808" fmla="*/ 4430122 h 10435941"/>
                  <a:gd name="connsiteX62-47809" fmla="*/ 9323558 w 10476249"/>
                  <a:gd name="connsiteY62-47810" fmla="*/ 4659190 h 10435941"/>
                  <a:gd name="connsiteX63-47811" fmla="*/ 9367775 w 10476249"/>
                  <a:gd name="connsiteY63-47812" fmla="*/ 4915057 h 10435941"/>
                  <a:gd name="connsiteX64-47813" fmla="*/ 9383534 w 10476249"/>
                  <a:gd name="connsiteY64-47814" fmla="*/ 5208060 h 10435941"/>
                  <a:gd name="connsiteX65-47815" fmla="*/ 9368954 w 10476249"/>
                  <a:gd name="connsiteY65-47816" fmla="*/ 5615153 h 10435941"/>
                  <a:gd name="connsiteX66-47817" fmla="*/ 9504218 w 10476249"/>
                  <a:gd name="connsiteY66-47818" fmla="*/ 5975373 h 10435941"/>
                  <a:gd name="connsiteX67-47819" fmla="*/ 9526091 w 10476249"/>
                  <a:gd name="connsiteY67-47820" fmla="*/ 6403714 h 10435941"/>
                  <a:gd name="connsiteX68-47821" fmla="*/ 9919304 w 10476249"/>
                  <a:gd name="connsiteY68-47822" fmla="*/ 6862062 h 10435941"/>
                  <a:gd name="connsiteX69-47823" fmla="*/ 10037669 w 10476249"/>
                  <a:gd name="connsiteY69-47824" fmla="*/ 7221396 h 10435941"/>
                  <a:gd name="connsiteX70-47825" fmla="*/ 10218503 w 10476249"/>
                  <a:gd name="connsiteY70-47826" fmla="*/ 7514995 h 10435941"/>
                  <a:gd name="connsiteX71-47827" fmla="*/ 9656067 w 10476249"/>
                  <a:gd name="connsiteY71-47828" fmla="*/ 7540935 h 10435941"/>
                  <a:gd name="connsiteX72-47829" fmla="*/ 9159682 w 10476249"/>
                  <a:gd name="connsiteY72-47830" fmla="*/ 7651772 h 10435941"/>
                  <a:gd name="connsiteX73-47831" fmla="*/ 9114466 w 10476249"/>
                  <a:gd name="connsiteY73-47832" fmla="*/ 7790317 h 10435941"/>
                  <a:gd name="connsiteX74-47833" fmla="*/ 9004904 w 10476249"/>
                  <a:gd name="connsiteY74-47834" fmla="*/ 7998135 h 10435941"/>
                  <a:gd name="connsiteX75-47835" fmla="*/ 8919418 w 10476249"/>
                  <a:gd name="connsiteY75-47836" fmla="*/ 8085908 h 10435941"/>
                  <a:gd name="connsiteX76-47837" fmla="*/ 9022382 w 10476249"/>
                  <a:gd name="connsiteY76-47838" fmla="*/ 8313437 h 10435941"/>
                  <a:gd name="connsiteX77-47839" fmla="*/ 9013154 w 10476249"/>
                  <a:gd name="connsiteY77-47840" fmla="*/ 8524608 h 10435941"/>
                  <a:gd name="connsiteX78-47841" fmla="*/ 8979264 w 10476249"/>
                  <a:gd name="connsiteY78-47842" fmla="*/ 8758113 h 10435941"/>
                  <a:gd name="connsiteX79-47843" fmla="*/ 8977195 w 10476249"/>
                  <a:gd name="connsiteY79-47844" fmla="*/ 8967953 h 10435941"/>
                  <a:gd name="connsiteX80-47845" fmla="*/ 8880213 w 10476249"/>
                  <a:gd name="connsiteY80-47846" fmla="*/ 9272753 h 10435941"/>
                  <a:gd name="connsiteX81-47847" fmla="*/ 8907923 w 10476249"/>
                  <a:gd name="connsiteY81-47848" fmla="*/ 9578490 h 10435941"/>
                  <a:gd name="connsiteX82-47849" fmla="*/ 9124310 w 10476249"/>
                  <a:gd name="connsiteY82-47850" fmla="*/ 9750056 h 10435941"/>
                  <a:gd name="connsiteX83-47851" fmla="*/ 9217384 w 10476249"/>
                  <a:gd name="connsiteY83-47852" fmla="*/ 9890275 h 10435941"/>
                  <a:gd name="connsiteX84-47853" fmla="*/ 9448465 w 10476249"/>
                  <a:gd name="connsiteY84-47854" fmla="*/ 9929452 h 10435941"/>
                  <a:gd name="connsiteX85-47855" fmla="*/ 9457627 w 10476249"/>
                  <a:gd name="connsiteY85-47856" fmla="*/ 9818955 h 10435941"/>
                  <a:gd name="connsiteX86-47857" fmla="*/ 9606341 w 10476249"/>
                  <a:gd name="connsiteY86-47858" fmla="*/ 9758904 h 10435941"/>
                  <a:gd name="connsiteX87-47859" fmla="*/ 9617859 w 10476249"/>
                  <a:gd name="connsiteY87-47860" fmla="*/ 10334695 h 10435941"/>
                  <a:gd name="connsiteX88-47861" fmla="*/ 9490259 w 10476249"/>
                  <a:gd name="connsiteY88-47862" fmla="*/ 10338313 h 10435941"/>
                  <a:gd name="connsiteX89-47863" fmla="*/ 9314175 w 10476249"/>
                  <a:gd name="connsiteY89-47864" fmla="*/ 10427202 h 10435941"/>
                  <a:gd name="connsiteX90-47865" fmla="*/ 9189815 w 10476249"/>
                  <a:gd name="connsiteY90-47866" fmla="*/ 10435941 h 10435941"/>
                  <a:gd name="connsiteX91-47867" fmla="*/ 9050829 w 10476249"/>
                  <a:gd name="connsiteY91-47868" fmla="*/ 10122103 h 10435941"/>
                  <a:gd name="connsiteX92-47869" fmla="*/ 8939914 w 10476249"/>
                  <a:gd name="connsiteY92-47870" fmla="*/ 10072174 h 10435941"/>
                  <a:gd name="connsiteX93-47871" fmla="*/ 8778870 w 10476249"/>
                  <a:gd name="connsiteY93-47872" fmla="*/ 9863725 h 10435941"/>
                  <a:gd name="connsiteX94-47873" fmla="*/ 8465017 w 10476249"/>
                  <a:gd name="connsiteY94-47874" fmla="*/ 9748287 h 10435941"/>
                  <a:gd name="connsiteX95-47875" fmla="*/ 8345018 w 10476249"/>
                  <a:gd name="connsiteY95-47876" fmla="*/ 9651431 h 10435941"/>
                  <a:gd name="connsiteX96-47877" fmla="*/ 8270613 w 10476249"/>
                  <a:gd name="connsiteY96-47878" fmla="*/ 9480572 h 10435941"/>
                  <a:gd name="connsiteX97-47879" fmla="*/ 8229159 w 10476249"/>
                  <a:gd name="connsiteY97-47880" fmla="*/ 9374254 h 10435941"/>
                  <a:gd name="connsiteX98-47881" fmla="*/ 8132067 w 10476249"/>
                  <a:gd name="connsiteY98-47882" fmla="*/ 9355881 h 10435941"/>
                  <a:gd name="connsiteX99-47883" fmla="*/ 8076649 w 10476249"/>
                  <a:gd name="connsiteY99-47884" fmla="*/ 9577553 h 10435941"/>
                  <a:gd name="connsiteX100-47885" fmla="*/ 7933959 w 10476249"/>
                  <a:gd name="connsiteY100-47886" fmla="*/ 9610939 h 10435941"/>
                  <a:gd name="connsiteX101-47887" fmla="*/ 7580779 w 10476249"/>
                  <a:gd name="connsiteY101-47888" fmla="*/ 9552340 h 10435941"/>
                  <a:gd name="connsiteX102-47889" fmla="*/ 7442474 w 10476249"/>
                  <a:gd name="connsiteY102-47890" fmla="*/ 9485198 h 10435941"/>
                  <a:gd name="connsiteX103-47891" fmla="*/ 7250179 w 10476249"/>
                  <a:gd name="connsiteY103-47892" fmla="*/ 9449904 h 10435941"/>
                  <a:gd name="connsiteX104-47893" fmla="*/ 7156996 w 10476249"/>
                  <a:gd name="connsiteY104-47894" fmla="*/ 9200180 h 10435941"/>
                  <a:gd name="connsiteX105-47895" fmla="*/ 6940577 w 10476249"/>
                  <a:gd name="connsiteY105-47896" fmla="*/ 9189626 h 10435941"/>
                  <a:gd name="connsiteX106-47897" fmla="*/ 6659679 w 10476249"/>
                  <a:gd name="connsiteY106-47898" fmla="*/ 9285034 h 10435941"/>
                  <a:gd name="connsiteX107-47899" fmla="*/ 6664954 w 10476249"/>
                  <a:gd name="connsiteY107-47900" fmla="*/ 9099745 h 10435941"/>
                  <a:gd name="connsiteX108-47901" fmla="*/ 6538463 w 10476249"/>
                  <a:gd name="connsiteY108-47902" fmla="*/ 9013951 h 10435941"/>
                  <a:gd name="connsiteX109-47903" fmla="*/ 6414104 w 10476249"/>
                  <a:gd name="connsiteY109-47904" fmla="*/ 8954099 h 10435941"/>
                  <a:gd name="connsiteX110-47905" fmla="*/ 6311517 w 10476249"/>
                  <a:gd name="connsiteY110-47906" fmla="*/ 9057307 h 10435941"/>
                  <a:gd name="connsiteX111-47907" fmla="*/ 6153358 w 10476249"/>
                  <a:gd name="connsiteY111-47908" fmla="*/ 8978227 h 10435941"/>
                  <a:gd name="connsiteX112-47909" fmla="*/ 5987727 w 10476249"/>
                  <a:gd name="connsiteY112-47910" fmla="*/ 9093734 h 10435941"/>
                  <a:gd name="connsiteX113-47911" fmla="*/ 5721485 w 10476249"/>
                  <a:gd name="connsiteY113-47912" fmla="*/ 9101726 h 10435941"/>
                  <a:gd name="connsiteX114-47913" fmla="*/ 5660355 w 10476249"/>
                  <a:gd name="connsiteY114-47914" fmla="*/ 9081904 h 10435941"/>
                  <a:gd name="connsiteX115-47915" fmla="*/ 5493010 w 10476249"/>
                  <a:gd name="connsiteY115-47916" fmla="*/ 9128137 h 10435941"/>
                  <a:gd name="connsiteX116-47917" fmla="*/ 5491454 w 10476249"/>
                  <a:gd name="connsiteY116-47918" fmla="*/ 8870972 h 10435941"/>
                  <a:gd name="connsiteX117-47919" fmla="*/ 5491452 w 10476249"/>
                  <a:gd name="connsiteY117-47920" fmla="*/ 8634977 h 10435941"/>
                  <a:gd name="connsiteX118-47921" fmla="*/ 5321619 w 10476249"/>
                  <a:gd name="connsiteY118-47922" fmla="*/ 8333292 h 10435941"/>
                  <a:gd name="connsiteX119-47923" fmla="*/ 5215919 w 10476249"/>
                  <a:gd name="connsiteY119-47924" fmla="*/ 8082820 h 10435941"/>
                  <a:gd name="connsiteX120-47925" fmla="*/ 5302626 w 10476249"/>
                  <a:gd name="connsiteY120-47926" fmla="*/ 7610208 h 10435941"/>
                  <a:gd name="connsiteX121-47927" fmla="*/ 5186654 w 10476249"/>
                  <a:gd name="connsiteY121-47928" fmla="*/ 7320352 h 10435941"/>
                  <a:gd name="connsiteX122-47929" fmla="*/ 5236467 w 10476249"/>
                  <a:gd name="connsiteY122-47930" fmla="*/ 7069881 h 10435941"/>
                  <a:gd name="connsiteX123-47931" fmla="*/ 5240494 w 10476249"/>
                  <a:gd name="connsiteY123-47932" fmla="*/ 6935795 h 10435941"/>
                  <a:gd name="connsiteX124-47933" fmla="*/ 4563198 w 10476249"/>
                  <a:gd name="connsiteY124-47934" fmla="*/ 7013996 h 10435941"/>
                  <a:gd name="connsiteX125-47935" fmla="*/ 4546078 w 10476249"/>
                  <a:gd name="connsiteY125-47936" fmla="*/ 6840580 h 10435941"/>
                  <a:gd name="connsiteX126-47937" fmla="*/ 4482099 w 10476249"/>
                  <a:gd name="connsiteY126-47938" fmla="*/ 6706626 h 10435941"/>
                  <a:gd name="connsiteX127-47939" fmla="*/ 4312585 w 10476249"/>
                  <a:gd name="connsiteY127-47940" fmla="*/ 6826329 h 10435941"/>
                  <a:gd name="connsiteX128-47941" fmla="*/ 3996939 w 10476249"/>
                  <a:gd name="connsiteY128-47942" fmla="*/ 6862493 h 10435941"/>
                  <a:gd name="connsiteX129-47943" fmla="*/ 3961849 w 10476249"/>
                  <a:gd name="connsiteY129-47944" fmla="*/ 7069881 h 10435941"/>
                  <a:gd name="connsiteX130-47945" fmla="*/ 3918262 w 10476249"/>
                  <a:gd name="connsiteY130-47946" fmla="*/ 7281279 h 10435941"/>
                  <a:gd name="connsiteX131-47947" fmla="*/ 3869750 w 10476249"/>
                  <a:gd name="connsiteY131-47948" fmla="*/ 7403480 h 10435941"/>
                  <a:gd name="connsiteX132-47949" fmla="*/ 3558094 w 10476249"/>
                  <a:gd name="connsiteY132-47950" fmla="*/ 7365450 h 10435941"/>
                  <a:gd name="connsiteX133-47951" fmla="*/ 3296831 w 10476249"/>
                  <a:gd name="connsiteY133-47952" fmla="*/ 7402390 h 10435941"/>
                  <a:gd name="connsiteX134-47953" fmla="*/ 2907135 w 10476249"/>
                  <a:gd name="connsiteY134-47954" fmla="*/ 7414475 h 10435941"/>
                  <a:gd name="connsiteX135-47955" fmla="*/ 2733706 w 10476249"/>
                  <a:gd name="connsiteY135-47956" fmla="*/ 7166777 h 10435941"/>
                  <a:gd name="connsiteX136-47957" fmla="*/ 2571924 w 10476249"/>
                  <a:gd name="connsiteY136-47958" fmla="*/ 6908102 h 10435941"/>
                  <a:gd name="connsiteX137-47959" fmla="*/ 2391703 w 10476249"/>
                  <a:gd name="connsiteY137-47960" fmla="*/ 6257406 h 10435941"/>
                  <a:gd name="connsiteX138-47961" fmla="*/ 2313158 w 10476249"/>
                  <a:gd name="connsiteY138-47962" fmla="*/ 6224753 h 10435941"/>
                  <a:gd name="connsiteX139-47963" fmla="*/ 1648140 w 10476249"/>
                  <a:gd name="connsiteY139-47964" fmla="*/ 6197044 h 10435941"/>
                  <a:gd name="connsiteX140-47965" fmla="*/ 1218649 w 10476249"/>
                  <a:gd name="connsiteY140-47966" fmla="*/ 6197044 h 10435941"/>
                  <a:gd name="connsiteX141-47967" fmla="*/ 1025455 w 10476249"/>
                  <a:gd name="connsiteY141-47968" fmla="*/ 6178798 h 10435941"/>
                  <a:gd name="connsiteX142-47969" fmla="*/ 692177 w 10476249"/>
                  <a:gd name="connsiteY142-47970" fmla="*/ 6210899 h 10435941"/>
                  <a:gd name="connsiteX143-47971" fmla="*/ 368390 w 10476249"/>
                  <a:gd name="connsiteY143-47972" fmla="*/ 6137320 h 10435941"/>
                  <a:gd name="connsiteX144-47973" fmla="*/ 132975 w 10476249"/>
                  <a:gd name="connsiteY144-47974" fmla="*/ 6294321 h 10435941"/>
                  <a:gd name="connsiteX145-47975" fmla="*/ 0 w 10476249"/>
                  <a:gd name="connsiteY145-47976" fmla="*/ 6169546 h 10435941"/>
                  <a:gd name="connsiteX0-47977" fmla="*/ 0 w 10476249"/>
                  <a:gd name="connsiteY0-47978" fmla="*/ 6169546 h 10435941"/>
                  <a:gd name="connsiteX1-47979" fmla="*/ 93009 w 10476249"/>
                  <a:gd name="connsiteY1-47980" fmla="*/ 6131120 h 10435941"/>
                  <a:gd name="connsiteX2-47981" fmla="*/ 114648 w 10476249"/>
                  <a:gd name="connsiteY2-47982" fmla="*/ 5799866 h 10435941"/>
                  <a:gd name="connsiteX3-47983" fmla="*/ 387377 w 10476249"/>
                  <a:gd name="connsiteY3-47984" fmla="*/ 5532026 h 10435941"/>
                  <a:gd name="connsiteX4-47985" fmla="*/ 636758 w 10476249"/>
                  <a:gd name="connsiteY4-47986" fmla="*/ 5670572 h 10435941"/>
                  <a:gd name="connsiteX5-47987" fmla="*/ 844577 w 10476249"/>
                  <a:gd name="connsiteY5-47988" fmla="*/ 5504317 h 10435941"/>
                  <a:gd name="connsiteX6-47989" fmla="*/ 983122 w 10476249"/>
                  <a:gd name="connsiteY6-47990" fmla="*/ 5351917 h 10435941"/>
                  <a:gd name="connsiteX7-47991" fmla="*/ 1066249 w 10476249"/>
                  <a:gd name="connsiteY7-47992" fmla="*/ 5435044 h 10435941"/>
                  <a:gd name="connsiteX8-47993" fmla="*/ 1254907 w 10476249"/>
                  <a:gd name="connsiteY8-47994" fmla="*/ 5679710 h 10435941"/>
                  <a:gd name="connsiteX9-47995" fmla="*/ 1508711 w 10476249"/>
                  <a:gd name="connsiteY9-47996" fmla="*/ 5481030 h 10435941"/>
                  <a:gd name="connsiteX10-47997" fmla="*/ 1717413 w 10476249"/>
                  <a:gd name="connsiteY10-47998" fmla="*/ 5296499 h 10435941"/>
                  <a:gd name="connsiteX11-47999" fmla="*/ 2008358 w 10476249"/>
                  <a:gd name="connsiteY11-48000" fmla="*/ 5060972 h 10435941"/>
                  <a:gd name="connsiteX12-48001" fmla="*/ 2105340 w 10476249"/>
                  <a:gd name="connsiteY12-48002" fmla="*/ 4631481 h 10435941"/>
                  <a:gd name="connsiteX13-48003" fmla="*/ 2158106 w 10476249"/>
                  <a:gd name="connsiteY13-48004" fmla="*/ 4164848 h 10435941"/>
                  <a:gd name="connsiteX14-48005" fmla="*/ 2340867 w 10476249"/>
                  <a:gd name="connsiteY14-48006" fmla="*/ 3855626 h 10435941"/>
                  <a:gd name="connsiteX15-48007" fmla="*/ 2738092 w 10476249"/>
                  <a:gd name="connsiteY15-48008" fmla="*/ 3475092 h 10435941"/>
                  <a:gd name="connsiteX16-48009" fmla="*/ 2964322 w 10476249"/>
                  <a:gd name="connsiteY16-48010" fmla="*/ 3259881 h 10435941"/>
                  <a:gd name="connsiteX17-48011" fmla="*/ 2992031 w 10476249"/>
                  <a:gd name="connsiteY17-48012" fmla="*/ 2816535 h 10435941"/>
                  <a:gd name="connsiteX18-48013" fmla="*/ 3061304 w 10476249"/>
                  <a:gd name="connsiteY18-48014" fmla="*/ 2525590 h 10435941"/>
                  <a:gd name="connsiteX19-48015" fmla="*/ 3061304 w 10476249"/>
                  <a:gd name="connsiteY19-48016" fmla="*/ 2317772 h 10435941"/>
                  <a:gd name="connsiteX20-48017" fmla="*/ 3199849 w 10476249"/>
                  <a:gd name="connsiteY20-48018" fmla="*/ 1985262 h 10435941"/>
                  <a:gd name="connsiteX21-48019" fmla="*/ 3199849 w 10476249"/>
                  <a:gd name="connsiteY21-48020" fmla="*/ 1694317 h 10435941"/>
                  <a:gd name="connsiteX22-48021" fmla="*/ 3499049 w 10476249"/>
                  <a:gd name="connsiteY22-48022" fmla="*/ 1126281 h 10435941"/>
                  <a:gd name="connsiteX23-48023" fmla="*/ 3449231 w 10476249"/>
                  <a:gd name="connsiteY23-48024" fmla="*/ 752208 h 10435941"/>
                  <a:gd name="connsiteX24-48025" fmla="*/ 3476940 w 10476249"/>
                  <a:gd name="connsiteY24-48026" fmla="*/ 544390 h 10435941"/>
                  <a:gd name="connsiteX25-48027" fmla="*/ 3809449 w 10476249"/>
                  <a:gd name="connsiteY25-48028" fmla="*/ 184172 h 10435941"/>
                  <a:gd name="connsiteX26-48029" fmla="*/ 4003413 w 10476249"/>
                  <a:gd name="connsiteY26-48030" fmla="*/ 59481 h 10435941"/>
                  <a:gd name="connsiteX27-48031" fmla="*/ 4419049 w 10476249"/>
                  <a:gd name="connsiteY27-48032" fmla="*/ 295008 h 10435941"/>
                  <a:gd name="connsiteX28-48033" fmla="*/ 4585304 w 10476249"/>
                  <a:gd name="connsiteY28-48034" fmla="*/ 488972 h 10435941"/>
                  <a:gd name="connsiteX29-48035" fmla="*/ 5056358 w 10476249"/>
                  <a:gd name="connsiteY29-48036" fmla="*/ 544390 h 10435941"/>
                  <a:gd name="connsiteX30-48037" fmla="*/ 5376782 w 10476249"/>
                  <a:gd name="connsiteY30-48038" fmla="*/ 603639 h 10435941"/>
                  <a:gd name="connsiteX31-48039" fmla="*/ 5554237 w 10476249"/>
                  <a:gd name="connsiteY31-48040" fmla="*/ 588271 h 10435941"/>
                  <a:gd name="connsiteX32-48041" fmla="*/ 5846067 w 10476249"/>
                  <a:gd name="connsiteY32-48042" fmla="*/ 281153 h 10435941"/>
                  <a:gd name="connsiteX33-48043" fmla="*/ 6109304 w 10476249"/>
                  <a:gd name="connsiteY33-48044" fmla="*/ 322717 h 10435941"/>
                  <a:gd name="connsiteX34-48045" fmla="*/ 6527495 w 10476249"/>
                  <a:gd name="connsiteY34-48046" fmla="*/ 168233 h 10435941"/>
                  <a:gd name="connsiteX35-48047" fmla="*/ 6667317 w 10476249"/>
                  <a:gd name="connsiteY35-48048" fmla="*/ 107503 h 10435941"/>
                  <a:gd name="connsiteX36-48049" fmla="*/ 6997273 w 10476249"/>
                  <a:gd name="connsiteY36-48050" fmla="*/ 198026 h 10435941"/>
                  <a:gd name="connsiteX37-48051" fmla="*/ 7217667 w 10476249"/>
                  <a:gd name="connsiteY37-48052" fmla="*/ 17917 h 10435941"/>
                  <a:gd name="connsiteX38-48053" fmla="*/ 7364702 w 10476249"/>
                  <a:gd name="connsiteY38-48054" fmla="*/ 0 h 10435941"/>
                  <a:gd name="connsiteX39-48055" fmla="*/ 7586454 w 10476249"/>
                  <a:gd name="connsiteY39-48056" fmla="*/ 41248 h 10435941"/>
                  <a:gd name="connsiteX40-48057" fmla="*/ 7896540 w 10476249"/>
                  <a:gd name="connsiteY40-48058" fmla="*/ 128753 h 10435941"/>
                  <a:gd name="connsiteX41-48059" fmla="*/ 8298322 w 10476249"/>
                  <a:gd name="connsiteY41-48060" fmla="*/ 59481 h 10435941"/>
                  <a:gd name="connsiteX42-48061" fmla="*/ 8632600 w 10476249"/>
                  <a:gd name="connsiteY42-48062" fmla="*/ 396707 h 10435941"/>
                  <a:gd name="connsiteX43-48063" fmla="*/ 8894067 w 10476249"/>
                  <a:gd name="connsiteY43-48064" fmla="*/ 544390 h 10435941"/>
                  <a:gd name="connsiteX44-48065" fmla="*/ 9132327 w 10476249"/>
                  <a:gd name="connsiteY44-48066" fmla="*/ 420846 h 10435941"/>
                  <a:gd name="connsiteX45-48067" fmla="*/ 9358560 w 10476249"/>
                  <a:gd name="connsiteY45-48068" fmla="*/ 466363 h 10435941"/>
                  <a:gd name="connsiteX46-48069" fmla="*/ 9503667 w 10476249"/>
                  <a:gd name="connsiteY46-48070" fmla="*/ 367819 h 10435941"/>
                  <a:gd name="connsiteX47-48071" fmla="*/ 9631896 w 10476249"/>
                  <a:gd name="connsiteY47-48072" fmla="*/ 369587 h 10435941"/>
                  <a:gd name="connsiteX48-48073" fmla="*/ 9988577 w 10476249"/>
                  <a:gd name="connsiteY48-48074" fmla="*/ 793772 h 10435941"/>
                  <a:gd name="connsiteX49-48075" fmla="*/ 10224104 w 10476249"/>
                  <a:gd name="connsiteY49-48076" fmla="*/ 987735 h 10435941"/>
                  <a:gd name="connsiteX50-48077" fmla="*/ 10210249 w 10476249"/>
                  <a:gd name="connsiteY50-48078" fmla="*/ 1250972 h 10435941"/>
                  <a:gd name="connsiteX51-48079" fmla="*/ 10224104 w 10476249"/>
                  <a:gd name="connsiteY51-48080" fmla="*/ 1444935 h 10435941"/>
                  <a:gd name="connsiteX52-48081" fmla="*/ 10228661 w 10476249"/>
                  <a:gd name="connsiteY52-48082" fmla="*/ 1580249 h 10435941"/>
                  <a:gd name="connsiteX53-48083" fmla="*/ 10476249 w 10476249"/>
                  <a:gd name="connsiteY53-48084" fmla="*/ 1753897 h 10435941"/>
                  <a:gd name="connsiteX54-48085" fmla="*/ 10063524 w 10476249"/>
                  <a:gd name="connsiteY54-48086" fmla="*/ 2207269 h 10435941"/>
                  <a:gd name="connsiteX55-48087" fmla="*/ 9766904 w 10476249"/>
                  <a:gd name="connsiteY55-48088" fmla="*/ 2497881 h 10435941"/>
                  <a:gd name="connsiteX56-48089" fmla="*/ 9565650 w 10476249"/>
                  <a:gd name="connsiteY56-48090" fmla="*/ 3426134 h 10435941"/>
                  <a:gd name="connsiteX57-48091" fmla="*/ 9518072 w 10476249"/>
                  <a:gd name="connsiteY57-48092" fmla="*/ 3685207 h 10435941"/>
                  <a:gd name="connsiteX58-48093" fmla="*/ 9351267 w 10476249"/>
                  <a:gd name="connsiteY58-48094" fmla="*/ 3911044 h 10435941"/>
                  <a:gd name="connsiteX59-48095" fmla="*/ 9295849 w 10476249"/>
                  <a:gd name="connsiteY59-48096" fmla="*/ 4077299 h 10435941"/>
                  <a:gd name="connsiteX60-48097" fmla="*/ 9222017 w 10476249"/>
                  <a:gd name="connsiteY60-48098" fmla="*/ 4285117 h 10435941"/>
                  <a:gd name="connsiteX61-48099" fmla="*/ 9190850 w 10476249"/>
                  <a:gd name="connsiteY61-48100" fmla="*/ 4430122 h 10435941"/>
                  <a:gd name="connsiteX62-48101" fmla="*/ 9323558 w 10476249"/>
                  <a:gd name="connsiteY62-48102" fmla="*/ 4659190 h 10435941"/>
                  <a:gd name="connsiteX63-48103" fmla="*/ 9367775 w 10476249"/>
                  <a:gd name="connsiteY63-48104" fmla="*/ 4915057 h 10435941"/>
                  <a:gd name="connsiteX64-48105" fmla="*/ 9383534 w 10476249"/>
                  <a:gd name="connsiteY64-48106" fmla="*/ 5208060 h 10435941"/>
                  <a:gd name="connsiteX65-48107" fmla="*/ 9368954 w 10476249"/>
                  <a:gd name="connsiteY65-48108" fmla="*/ 5615153 h 10435941"/>
                  <a:gd name="connsiteX66-48109" fmla="*/ 9504218 w 10476249"/>
                  <a:gd name="connsiteY66-48110" fmla="*/ 5975373 h 10435941"/>
                  <a:gd name="connsiteX67-48111" fmla="*/ 9526091 w 10476249"/>
                  <a:gd name="connsiteY67-48112" fmla="*/ 6403714 h 10435941"/>
                  <a:gd name="connsiteX68-48113" fmla="*/ 9919304 w 10476249"/>
                  <a:gd name="connsiteY68-48114" fmla="*/ 6862062 h 10435941"/>
                  <a:gd name="connsiteX69-48115" fmla="*/ 10037669 w 10476249"/>
                  <a:gd name="connsiteY69-48116" fmla="*/ 7221396 h 10435941"/>
                  <a:gd name="connsiteX70-48117" fmla="*/ 10218503 w 10476249"/>
                  <a:gd name="connsiteY70-48118" fmla="*/ 7514995 h 10435941"/>
                  <a:gd name="connsiteX71-48119" fmla="*/ 9656067 w 10476249"/>
                  <a:gd name="connsiteY71-48120" fmla="*/ 7540935 h 10435941"/>
                  <a:gd name="connsiteX72-48121" fmla="*/ 9159682 w 10476249"/>
                  <a:gd name="connsiteY72-48122" fmla="*/ 7651772 h 10435941"/>
                  <a:gd name="connsiteX73-48123" fmla="*/ 9114466 w 10476249"/>
                  <a:gd name="connsiteY73-48124" fmla="*/ 7790317 h 10435941"/>
                  <a:gd name="connsiteX74-48125" fmla="*/ 9004904 w 10476249"/>
                  <a:gd name="connsiteY74-48126" fmla="*/ 7998135 h 10435941"/>
                  <a:gd name="connsiteX75-48127" fmla="*/ 8919418 w 10476249"/>
                  <a:gd name="connsiteY75-48128" fmla="*/ 8085908 h 10435941"/>
                  <a:gd name="connsiteX76-48129" fmla="*/ 9022382 w 10476249"/>
                  <a:gd name="connsiteY76-48130" fmla="*/ 8313437 h 10435941"/>
                  <a:gd name="connsiteX77-48131" fmla="*/ 9013154 w 10476249"/>
                  <a:gd name="connsiteY77-48132" fmla="*/ 8524608 h 10435941"/>
                  <a:gd name="connsiteX78-48133" fmla="*/ 8979264 w 10476249"/>
                  <a:gd name="connsiteY78-48134" fmla="*/ 8758113 h 10435941"/>
                  <a:gd name="connsiteX79-48135" fmla="*/ 8977195 w 10476249"/>
                  <a:gd name="connsiteY79-48136" fmla="*/ 8967953 h 10435941"/>
                  <a:gd name="connsiteX80-48137" fmla="*/ 8880213 w 10476249"/>
                  <a:gd name="connsiteY80-48138" fmla="*/ 9272753 h 10435941"/>
                  <a:gd name="connsiteX81-48139" fmla="*/ 8907923 w 10476249"/>
                  <a:gd name="connsiteY81-48140" fmla="*/ 9578490 h 10435941"/>
                  <a:gd name="connsiteX82-48141" fmla="*/ 9124310 w 10476249"/>
                  <a:gd name="connsiteY82-48142" fmla="*/ 9750056 h 10435941"/>
                  <a:gd name="connsiteX83-48143" fmla="*/ 9217384 w 10476249"/>
                  <a:gd name="connsiteY83-48144" fmla="*/ 9890275 h 10435941"/>
                  <a:gd name="connsiteX84-48145" fmla="*/ 9448465 w 10476249"/>
                  <a:gd name="connsiteY84-48146" fmla="*/ 9929452 h 10435941"/>
                  <a:gd name="connsiteX85-48147" fmla="*/ 9457627 w 10476249"/>
                  <a:gd name="connsiteY85-48148" fmla="*/ 9818955 h 10435941"/>
                  <a:gd name="connsiteX86-48149" fmla="*/ 9606341 w 10476249"/>
                  <a:gd name="connsiteY86-48150" fmla="*/ 9758904 h 10435941"/>
                  <a:gd name="connsiteX87-48151" fmla="*/ 9617859 w 10476249"/>
                  <a:gd name="connsiteY87-48152" fmla="*/ 10334695 h 10435941"/>
                  <a:gd name="connsiteX88-48153" fmla="*/ 9490259 w 10476249"/>
                  <a:gd name="connsiteY88-48154" fmla="*/ 10338313 h 10435941"/>
                  <a:gd name="connsiteX89-48155" fmla="*/ 9314175 w 10476249"/>
                  <a:gd name="connsiteY89-48156" fmla="*/ 10427202 h 10435941"/>
                  <a:gd name="connsiteX90-48157" fmla="*/ 9189815 w 10476249"/>
                  <a:gd name="connsiteY90-48158" fmla="*/ 10435941 h 10435941"/>
                  <a:gd name="connsiteX91-48159" fmla="*/ 9050829 w 10476249"/>
                  <a:gd name="connsiteY91-48160" fmla="*/ 10122103 h 10435941"/>
                  <a:gd name="connsiteX92-48161" fmla="*/ 8939914 w 10476249"/>
                  <a:gd name="connsiteY92-48162" fmla="*/ 10072174 h 10435941"/>
                  <a:gd name="connsiteX93-48163" fmla="*/ 8778870 w 10476249"/>
                  <a:gd name="connsiteY93-48164" fmla="*/ 9863725 h 10435941"/>
                  <a:gd name="connsiteX94-48165" fmla="*/ 8465017 w 10476249"/>
                  <a:gd name="connsiteY94-48166" fmla="*/ 9748287 h 10435941"/>
                  <a:gd name="connsiteX95-48167" fmla="*/ 8345018 w 10476249"/>
                  <a:gd name="connsiteY95-48168" fmla="*/ 9651431 h 10435941"/>
                  <a:gd name="connsiteX96-48169" fmla="*/ 8270613 w 10476249"/>
                  <a:gd name="connsiteY96-48170" fmla="*/ 9480572 h 10435941"/>
                  <a:gd name="connsiteX97-48171" fmla="*/ 8229159 w 10476249"/>
                  <a:gd name="connsiteY97-48172" fmla="*/ 9374254 h 10435941"/>
                  <a:gd name="connsiteX98-48173" fmla="*/ 8132067 w 10476249"/>
                  <a:gd name="connsiteY98-48174" fmla="*/ 9355881 h 10435941"/>
                  <a:gd name="connsiteX99-48175" fmla="*/ 8076649 w 10476249"/>
                  <a:gd name="connsiteY99-48176" fmla="*/ 9577553 h 10435941"/>
                  <a:gd name="connsiteX100-48177" fmla="*/ 7933959 w 10476249"/>
                  <a:gd name="connsiteY100-48178" fmla="*/ 9610939 h 10435941"/>
                  <a:gd name="connsiteX101-48179" fmla="*/ 7580779 w 10476249"/>
                  <a:gd name="connsiteY101-48180" fmla="*/ 9552340 h 10435941"/>
                  <a:gd name="connsiteX102-48181" fmla="*/ 7442474 w 10476249"/>
                  <a:gd name="connsiteY102-48182" fmla="*/ 9485198 h 10435941"/>
                  <a:gd name="connsiteX103-48183" fmla="*/ 7250179 w 10476249"/>
                  <a:gd name="connsiteY103-48184" fmla="*/ 9449904 h 10435941"/>
                  <a:gd name="connsiteX104-48185" fmla="*/ 7156996 w 10476249"/>
                  <a:gd name="connsiteY104-48186" fmla="*/ 9200180 h 10435941"/>
                  <a:gd name="connsiteX105-48187" fmla="*/ 6940577 w 10476249"/>
                  <a:gd name="connsiteY105-48188" fmla="*/ 9189626 h 10435941"/>
                  <a:gd name="connsiteX106-48189" fmla="*/ 6659679 w 10476249"/>
                  <a:gd name="connsiteY106-48190" fmla="*/ 9285034 h 10435941"/>
                  <a:gd name="connsiteX107-48191" fmla="*/ 6664954 w 10476249"/>
                  <a:gd name="connsiteY107-48192" fmla="*/ 9099745 h 10435941"/>
                  <a:gd name="connsiteX108-48193" fmla="*/ 6538463 w 10476249"/>
                  <a:gd name="connsiteY108-48194" fmla="*/ 9013951 h 10435941"/>
                  <a:gd name="connsiteX109-48195" fmla="*/ 6414104 w 10476249"/>
                  <a:gd name="connsiteY109-48196" fmla="*/ 8954099 h 10435941"/>
                  <a:gd name="connsiteX110-48197" fmla="*/ 6311517 w 10476249"/>
                  <a:gd name="connsiteY110-48198" fmla="*/ 9057307 h 10435941"/>
                  <a:gd name="connsiteX111-48199" fmla="*/ 6153358 w 10476249"/>
                  <a:gd name="connsiteY111-48200" fmla="*/ 8978227 h 10435941"/>
                  <a:gd name="connsiteX112-48201" fmla="*/ 5987727 w 10476249"/>
                  <a:gd name="connsiteY112-48202" fmla="*/ 9093734 h 10435941"/>
                  <a:gd name="connsiteX113-48203" fmla="*/ 5721485 w 10476249"/>
                  <a:gd name="connsiteY113-48204" fmla="*/ 9101726 h 10435941"/>
                  <a:gd name="connsiteX114-48205" fmla="*/ 5660355 w 10476249"/>
                  <a:gd name="connsiteY114-48206" fmla="*/ 9081904 h 10435941"/>
                  <a:gd name="connsiteX115-48207" fmla="*/ 5493010 w 10476249"/>
                  <a:gd name="connsiteY115-48208" fmla="*/ 9128137 h 10435941"/>
                  <a:gd name="connsiteX116-48209" fmla="*/ 5491454 w 10476249"/>
                  <a:gd name="connsiteY116-48210" fmla="*/ 8870972 h 10435941"/>
                  <a:gd name="connsiteX117-48211" fmla="*/ 5491452 w 10476249"/>
                  <a:gd name="connsiteY117-48212" fmla="*/ 8634977 h 10435941"/>
                  <a:gd name="connsiteX118-48213" fmla="*/ 5275804 w 10476249"/>
                  <a:gd name="connsiteY118-48214" fmla="*/ 8324085 h 10435941"/>
                  <a:gd name="connsiteX119-48215" fmla="*/ 5215919 w 10476249"/>
                  <a:gd name="connsiteY119-48216" fmla="*/ 8082820 h 10435941"/>
                  <a:gd name="connsiteX120-48217" fmla="*/ 5302626 w 10476249"/>
                  <a:gd name="connsiteY120-48218" fmla="*/ 7610208 h 10435941"/>
                  <a:gd name="connsiteX121-48219" fmla="*/ 5186654 w 10476249"/>
                  <a:gd name="connsiteY121-48220" fmla="*/ 7320352 h 10435941"/>
                  <a:gd name="connsiteX122-48221" fmla="*/ 5236467 w 10476249"/>
                  <a:gd name="connsiteY122-48222" fmla="*/ 7069881 h 10435941"/>
                  <a:gd name="connsiteX123-48223" fmla="*/ 5240494 w 10476249"/>
                  <a:gd name="connsiteY123-48224" fmla="*/ 6935795 h 10435941"/>
                  <a:gd name="connsiteX124-48225" fmla="*/ 4563198 w 10476249"/>
                  <a:gd name="connsiteY124-48226" fmla="*/ 7013996 h 10435941"/>
                  <a:gd name="connsiteX125-48227" fmla="*/ 4546078 w 10476249"/>
                  <a:gd name="connsiteY125-48228" fmla="*/ 6840580 h 10435941"/>
                  <a:gd name="connsiteX126-48229" fmla="*/ 4482099 w 10476249"/>
                  <a:gd name="connsiteY126-48230" fmla="*/ 6706626 h 10435941"/>
                  <a:gd name="connsiteX127-48231" fmla="*/ 4312585 w 10476249"/>
                  <a:gd name="connsiteY127-48232" fmla="*/ 6826329 h 10435941"/>
                  <a:gd name="connsiteX128-48233" fmla="*/ 3996939 w 10476249"/>
                  <a:gd name="connsiteY128-48234" fmla="*/ 6862493 h 10435941"/>
                  <a:gd name="connsiteX129-48235" fmla="*/ 3961849 w 10476249"/>
                  <a:gd name="connsiteY129-48236" fmla="*/ 7069881 h 10435941"/>
                  <a:gd name="connsiteX130-48237" fmla="*/ 3918262 w 10476249"/>
                  <a:gd name="connsiteY130-48238" fmla="*/ 7281279 h 10435941"/>
                  <a:gd name="connsiteX131-48239" fmla="*/ 3869750 w 10476249"/>
                  <a:gd name="connsiteY131-48240" fmla="*/ 7403480 h 10435941"/>
                  <a:gd name="connsiteX132-48241" fmla="*/ 3558094 w 10476249"/>
                  <a:gd name="connsiteY132-48242" fmla="*/ 7365450 h 10435941"/>
                  <a:gd name="connsiteX133-48243" fmla="*/ 3296831 w 10476249"/>
                  <a:gd name="connsiteY133-48244" fmla="*/ 7402390 h 10435941"/>
                  <a:gd name="connsiteX134-48245" fmla="*/ 2907135 w 10476249"/>
                  <a:gd name="connsiteY134-48246" fmla="*/ 7414475 h 10435941"/>
                  <a:gd name="connsiteX135-48247" fmla="*/ 2733706 w 10476249"/>
                  <a:gd name="connsiteY135-48248" fmla="*/ 7166777 h 10435941"/>
                  <a:gd name="connsiteX136-48249" fmla="*/ 2571924 w 10476249"/>
                  <a:gd name="connsiteY136-48250" fmla="*/ 6908102 h 10435941"/>
                  <a:gd name="connsiteX137-48251" fmla="*/ 2391703 w 10476249"/>
                  <a:gd name="connsiteY137-48252" fmla="*/ 6257406 h 10435941"/>
                  <a:gd name="connsiteX138-48253" fmla="*/ 2313158 w 10476249"/>
                  <a:gd name="connsiteY138-48254" fmla="*/ 6224753 h 10435941"/>
                  <a:gd name="connsiteX139-48255" fmla="*/ 1648140 w 10476249"/>
                  <a:gd name="connsiteY139-48256" fmla="*/ 6197044 h 10435941"/>
                  <a:gd name="connsiteX140-48257" fmla="*/ 1218649 w 10476249"/>
                  <a:gd name="connsiteY140-48258" fmla="*/ 6197044 h 10435941"/>
                  <a:gd name="connsiteX141-48259" fmla="*/ 1025455 w 10476249"/>
                  <a:gd name="connsiteY141-48260" fmla="*/ 6178798 h 10435941"/>
                  <a:gd name="connsiteX142-48261" fmla="*/ 692177 w 10476249"/>
                  <a:gd name="connsiteY142-48262" fmla="*/ 6210899 h 10435941"/>
                  <a:gd name="connsiteX143-48263" fmla="*/ 368390 w 10476249"/>
                  <a:gd name="connsiteY143-48264" fmla="*/ 6137320 h 10435941"/>
                  <a:gd name="connsiteX144-48265" fmla="*/ 132975 w 10476249"/>
                  <a:gd name="connsiteY144-48266" fmla="*/ 6294321 h 10435941"/>
                  <a:gd name="connsiteX145-48267" fmla="*/ 0 w 10476249"/>
                  <a:gd name="connsiteY145-48268" fmla="*/ 6169546 h 10435941"/>
                  <a:gd name="connsiteX0-48269" fmla="*/ 0 w 10476249"/>
                  <a:gd name="connsiteY0-48270" fmla="*/ 6169546 h 10435941"/>
                  <a:gd name="connsiteX1-48271" fmla="*/ 93009 w 10476249"/>
                  <a:gd name="connsiteY1-48272" fmla="*/ 6131120 h 10435941"/>
                  <a:gd name="connsiteX2-48273" fmla="*/ 114648 w 10476249"/>
                  <a:gd name="connsiteY2-48274" fmla="*/ 5799866 h 10435941"/>
                  <a:gd name="connsiteX3-48275" fmla="*/ 387377 w 10476249"/>
                  <a:gd name="connsiteY3-48276" fmla="*/ 5532026 h 10435941"/>
                  <a:gd name="connsiteX4-48277" fmla="*/ 636758 w 10476249"/>
                  <a:gd name="connsiteY4-48278" fmla="*/ 5670572 h 10435941"/>
                  <a:gd name="connsiteX5-48279" fmla="*/ 844577 w 10476249"/>
                  <a:gd name="connsiteY5-48280" fmla="*/ 5504317 h 10435941"/>
                  <a:gd name="connsiteX6-48281" fmla="*/ 983122 w 10476249"/>
                  <a:gd name="connsiteY6-48282" fmla="*/ 5351917 h 10435941"/>
                  <a:gd name="connsiteX7-48283" fmla="*/ 1066249 w 10476249"/>
                  <a:gd name="connsiteY7-48284" fmla="*/ 5435044 h 10435941"/>
                  <a:gd name="connsiteX8-48285" fmla="*/ 1254907 w 10476249"/>
                  <a:gd name="connsiteY8-48286" fmla="*/ 5679710 h 10435941"/>
                  <a:gd name="connsiteX9-48287" fmla="*/ 1508711 w 10476249"/>
                  <a:gd name="connsiteY9-48288" fmla="*/ 5481030 h 10435941"/>
                  <a:gd name="connsiteX10-48289" fmla="*/ 1717413 w 10476249"/>
                  <a:gd name="connsiteY10-48290" fmla="*/ 5296499 h 10435941"/>
                  <a:gd name="connsiteX11-48291" fmla="*/ 2008358 w 10476249"/>
                  <a:gd name="connsiteY11-48292" fmla="*/ 5060972 h 10435941"/>
                  <a:gd name="connsiteX12-48293" fmla="*/ 2105340 w 10476249"/>
                  <a:gd name="connsiteY12-48294" fmla="*/ 4631481 h 10435941"/>
                  <a:gd name="connsiteX13-48295" fmla="*/ 2158106 w 10476249"/>
                  <a:gd name="connsiteY13-48296" fmla="*/ 4164848 h 10435941"/>
                  <a:gd name="connsiteX14-48297" fmla="*/ 2340867 w 10476249"/>
                  <a:gd name="connsiteY14-48298" fmla="*/ 3855626 h 10435941"/>
                  <a:gd name="connsiteX15-48299" fmla="*/ 2738092 w 10476249"/>
                  <a:gd name="connsiteY15-48300" fmla="*/ 3475092 h 10435941"/>
                  <a:gd name="connsiteX16-48301" fmla="*/ 2964322 w 10476249"/>
                  <a:gd name="connsiteY16-48302" fmla="*/ 3259881 h 10435941"/>
                  <a:gd name="connsiteX17-48303" fmla="*/ 2992031 w 10476249"/>
                  <a:gd name="connsiteY17-48304" fmla="*/ 2816535 h 10435941"/>
                  <a:gd name="connsiteX18-48305" fmla="*/ 3061304 w 10476249"/>
                  <a:gd name="connsiteY18-48306" fmla="*/ 2525590 h 10435941"/>
                  <a:gd name="connsiteX19-48307" fmla="*/ 3061304 w 10476249"/>
                  <a:gd name="connsiteY19-48308" fmla="*/ 2317772 h 10435941"/>
                  <a:gd name="connsiteX20-48309" fmla="*/ 3199849 w 10476249"/>
                  <a:gd name="connsiteY20-48310" fmla="*/ 1985262 h 10435941"/>
                  <a:gd name="connsiteX21-48311" fmla="*/ 3199849 w 10476249"/>
                  <a:gd name="connsiteY21-48312" fmla="*/ 1694317 h 10435941"/>
                  <a:gd name="connsiteX22-48313" fmla="*/ 3499049 w 10476249"/>
                  <a:gd name="connsiteY22-48314" fmla="*/ 1126281 h 10435941"/>
                  <a:gd name="connsiteX23-48315" fmla="*/ 3449231 w 10476249"/>
                  <a:gd name="connsiteY23-48316" fmla="*/ 752208 h 10435941"/>
                  <a:gd name="connsiteX24-48317" fmla="*/ 3476940 w 10476249"/>
                  <a:gd name="connsiteY24-48318" fmla="*/ 544390 h 10435941"/>
                  <a:gd name="connsiteX25-48319" fmla="*/ 3809449 w 10476249"/>
                  <a:gd name="connsiteY25-48320" fmla="*/ 184172 h 10435941"/>
                  <a:gd name="connsiteX26-48321" fmla="*/ 4003413 w 10476249"/>
                  <a:gd name="connsiteY26-48322" fmla="*/ 59481 h 10435941"/>
                  <a:gd name="connsiteX27-48323" fmla="*/ 4419049 w 10476249"/>
                  <a:gd name="connsiteY27-48324" fmla="*/ 295008 h 10435941"/>
                  <a:gd name="connsiteX28-48325" fmla="*/ 4585304 w 10476249"/>
                  <a:gd name="connsiteY28-48326" fmla="*/ 488972 h 10435941"/>
                  <a:gd name="connsiteX29-48327" fmla="*/ 5056358 w 10476249"/>
                  <a:gd name="connsiteY29-48328" fmla="*/ 544390 h 10435941"/>
                  <a:gd name="connsiteX30-48329" fmla="*/ 5376782 w 10476249"/>
                  <a:gd name="connsiteY30-48330" fmla="*/ 603639 h 10435941"/>
                  <a:gd name="connsiteX31-48331" fmla="*/ 5554237 w 10476249"/>
                  <a:gd name="connsiteY31-48332" fmla="*/ 588271 h 10435941"/>
                  <a:gd name="connsiteX32-48333" fmla="*/ 5846067 w 10476249"/>
                  <a:gd name="connsiteY32-48334" fmla="*/ 281153 h 10435941"/>
                  <a:gd name="connsiteX33-48335" fmla="*/ 6109304 w 10476249"/>
                  <a:gd name="connsiteY33-48336" fmla="*/ 322717 h 10435941"/>
                  <a:gd name="connsiteX34-48337" fmla="*/ 6527495 w 10476249"/>
                  <a:gd name="connsiteY34-48338" fmla="*/ 168233 h 10435941"/>
                  <a:gd name="connsiteX35-48339" fmla="*/ 6667317 w 10476249"/>
                  <a:gd name="connsiteY35-48340" fmla="*/ 107503 h 10435941"/>
                  <a:gd name="connsiteX36-48341" fmla="*/ 6997273 w 10476249"/>
                  <a:gd name="connsiteY36-48342" fmla="*/ 198026 h 10435941"/>
                  <a:gd name="connsiteX37-48343" fmla="*/ 7217667 w 10476249"/>
                  <a:gd name="connsiteY37-48344" fmla="*/ 17917 h 10435941"/>
                  <a:gd name="connsiteX38-48345" fmla="*/ 7364702 w 10476249"/>
                  <a:gd name="connsiteY38-48346" fmla="*/ 0 h 10435941"/>
                  <a:gd name="connsiteX39-48347" fmla="*/ 7586454 w 10476249"/>
                  <a:gd name="connsiteY39-48348" fmla="*/ 41248 h 10435941"/>
                  <a:gd name="connsiteX40-48349" fmla="*/ 7896540 w 10476249"/>
                  <a:gd name="connsiteY40-48350" fmla="*/ 128753 h 10435941"/>
                  <a:gd name="connsiteX41-48351" fmla="*/ 8298322 w 10476249"/>
                  <a:gd name="connsiteY41-48352" fmla="*/ 59481 h 10435941"/>
                  <a:gd name="connsiteX42-48353" fmla="*/ 8632600 w 10476249"/>
                  <a:gd name="connsiteY42-48354" fmla="*/ 396707 h 10435941"/>
                  <a:gd name="connsiteX43-48355" fmla="*/ 8894067 w 10476249"/>
                  <a:gd name="connsiteY43-48356" fmla="*/ 544390 h 10435941"/>
                  <a:gd name="connsiteX44-48357" fmla="*/ 9132327 w 10476249"/>
                  <a:gd name="connsiteY44-48358" fmla="*/ 420846 h 10435941"/>
                  <a:gd name="connsiteX45-48359" fmla="*/ 9358560 w 10476249"/>
                  <a:gd name="connsiteY45-48360" fmla="*/ 466363 h 10435941"/>
                  <a:gd name="connsiteX46-48361" fmla="*/ 9503667 w 10476249"/>
                  <a:gd name="connsiteY46-48362" fmla="*/ 367819 h 10435941"/>
                  <a:gd name="connsiteX47-48363" fmla="*/ 9631896 w 10476249"/>
                  <a:gd name="connsiteY47-48364" fmla="*/ 369587 h 10435941"/>
                  <a:gd name="connsiteX48-48365" fmla="*/ 9988577 w 10476249"/>
                  <a:gd name="connsiteY48-48366" fmla="*/ 793772 h 10435941"/>
                  <a:gd name="connsiteX49-48367" fmla="*/ 10224104 w 10476249"/>
                  <a:gd name="connsiteY49-48368" fmla="*/ 987735 h 10435941"/>
                  <a:gd name="connsiteX50-48369" fmla="*/ 10210249 w 10476249"/>
                  <a:gd name="connsiteY50-48370" fmla="*/ 1250972 h 10435941"/>
                  <a:gd name="connsiteX51-48371" fmla="*/ 10224104 w 10476249"/>
                  <a:gd name="connsiteY51-48372" fmla="*/ 1444935 h 10435941"/>
                  <a:gd name="connsiteX52-48373" fmla="*/ 10228661 w 10476249"/>
                  <a:gd name="connsiteY52-48374" fmla="*/ 1580249 h 10435941"/>
                  <a:gd name="connsiteX53-48375" fmla="*/ 10476249 w 10476249"/>
                  <a:gd name="connsiteY53-48376" fmla="*/ 1753897 h 10435941"/>
                  <a:gd name="connsiteX54-48377" fmla="*/ 10063524 w 10476249"/>
                  <a:gd name="connsiteY54-48378" fmla="*/ 2207269 h 10435941"/>
                  <a:gd name="connsiteX55-48379" fmla="*/ 9766904 w 10476249"/>
                  <a:gd name="connsiteY55-48380" fmla="*/ 2497881 h 10435941"/>
                  <a:gd name="connsiteX56-48381" fmla="*/ 9565650 w 10476249"/>
                  <a:gd name="connsiteY56-48382" fmla="*/ 3426134 h 10435941"/>
                  <a:gd name="connsiteX57-48383" fmla="*/ 9518072 w 10476249"/>
                  <a:gd name="connsiteY57-48384" fmla="*/ 3685207 h 10435941"/>
                  <a:gd name="connsiteX58-48385" fmla="*/ 9351267 w 10476249"/>
                  <a:gd name="connsiteY58-48386" fmla="*/ 3911044 h 10435941"/>
                  <a:gd name="connsiteX59-48387" fmla="*/ 9295849 w 10476249"/>
                  <a:gd name="connsiteY59-48388" fmla="*/ 4077299 h 10435941"/>
                  <a:gd name="connsiteX60-48389" fmla="*/ 9222017 w 10476249"/>
                  <a:gd name="connsiteY60-48390" fmla="*/ 4285117 h 10435941"/>
                  <a:gd name="connsiteX61-48391" fmla="*/ 9190850 w 10476249"/>
                  <a:gd name="connsiteY61-48392" fmla="*/ 4430122 h 10435941"/>
                  <a:gd name="connsiteX62-48393" fmla="*/ 9323558 w 10476249"/>
                  <a:gd name="connsiteY62-48394" fmla="*/ 4659190 h 10435941"/>
                  <a:gd name="connsiteX63-48395" fmla="*/ 9367775 w 10476249"/>
                  <a:gd name="connsiteY63-48396" fmla="*/ 4915057 h 10435941"/>
                  <a:gd name="connsiteX64-48397" fmla="*/ 9383534 w 10476249"/>
                  <a:gd name="connsiteY64-48398" fmla="*/ 5208060 h 10435941"/>
                  <a:gd name="connsiteX65-48399" fmla="*/ 9368954 w 10476249"/>
                  <a:gd name="connsiteY65-48400" fmla="*/ 5615153 h 10435941"/>
                  <a:gd name="connsiteX66-48401" fmla="*/ 9504218 w 10476249"/>
                  <a:gd name="connsiteY66-48402" fmla="*/ 5975373 h 10435941"/>
                  <a:gd name="connsiteX67-48403" fmla="*/ 9526091 w 10476249"/>
                  <a:gd name="connsiteY67-48404" fmla="*/ 6403714 h 10435941"/>
                  <a:gd name="connsiteX68-48405" fmla="*/ 9919304 w 10476249"/>
                  <a:gd name="connsiteY68-48406" fmla="*/ 6862062 h 10435941"/>
                  <a:gd name="connsiteX69-48407" fmla="*/ 10037669 w 10476249"/>
                  <a:gd name="connsiteY69-48408" fmla="*/ 7221396 h 10435941"/>
                  <a:gd name="connsiteX70-48409" fmla="*/ 10218503 w 10476249"/>
                  <a:gd name="connsiteY70-48410" fmla="*/ 7514995 h 10435941"/>
                  <a:gd name="connsiteX71-48411" fmla="*/ 9656067 w 10476249"/>
                  <a:gd name="connsiteY71-48412" fmla="*/ 7540935 h 10435941"/>
                  <a:gd name="connsiteX72-48413" fmla="*/ 9159682 w 10476249"/>
                  <a:gd name="connsiteY72-48414" fmla="*/ 7651772 h 10435941"/>
                  <a:gd name="connsiteX73-48415" fmla="*/ 9114466 w 10476249"/>
                  <a:gd name="connsiteY73-48416" fmla="*/ 7790317 h 10435941"/>
                  <a:gd name="connsiteX74-48417" fmla="*/ 9004904 w 10476249"/>
                  <a:gd name="connsiteY74-48418" fmla="*/ 7998135 h 10435941"/>
                  <a:gd name="connsiteX75-48419" fmla="*/ 8919418 w 10476249"/>
                  <a:gd name="connsiteY75-48420" fmla="*/ 8085908 h 10435941"/>
                  <a:gd name="connsiteX76-48421" fmla="*/ 9022382 w 10476249"/>
                  <a:gd name="connsiteY76-48422" fmla="*/ 8313437 h 10435941"/>
                  <a:gd name="connsiteX77-48423" fmla="*/ 9013154 w 10476249"/>
                  <a:gd name="connsiteY77-48424" fmla="*/ 8524608 h 10435941"/>
                  <a:gd name="connsiteX78-48425" fmla="*/ 8979264 w 10476249"/>
                  <a:gd name="connsiteY78-48426" fmla="*/ 8758113 h 10435941"/>
                  <a:gd name="connsiteX79-48427" fmla="*/ 8977195 w 10476249"/>
                  <a:gd name="connsiteY79-48428" fmla="*/ 8967953 h 10435941"/>
                  <a:gd name="connsiteX80-48429" fmla="*/ 8880213 w 10476249"/>
                  <a:gd name="connsiteY80-48430" fmla="*/ 9272753 h 10435941"/>
                  <a:gd name="connsiteX81-48431" fmla="*/ 8907923 w 10476249"/>
                  <a:gd name="connsiteY81-48432" fmla="*/ 9578490 h 10435941"/>
                  <a:gd name="connsiteX82-48433" fmla="*/ 9124310 w 10476249"/>
                  <a:gd name="connsiteY82-48434" fmla="*/ 9750056 h 10435941"/>
                  <a:gd name="connsiteX83-48435" fmla="*/ 9217384 w 10476249"/>
                  <a:gd name="connsiteY83-48436" fmla="*/ 9890275 h 10435941"/>
                  <a:gd name="connsiteX84-48437" fmla="*/ 9448465 w 10476249"/>
                  <a:gd name="connsiteY84-48438" fmla="*/ 9929452 h 10435941"/>
                  <a:gd name="connsiteX85-48439" fmla="*/ 9457627 w 10476249"/>
                  <a:gd name="connsiteY85-48440" fmla="*/ 9818955 h 10435941"/>
                  <a:gd name="connsiteX86-48441" fmla="*/ 9606341 w 10476249"/>
                  <a:gd name="connsiteY86-48442" fmla="*/ 9758904 h 10435941"/>
                  <a:gd name="connsiteX87-48443" fmla="*/ 9617859 w 10476249"/>
                  <a:gd name="connsiteY87-48444" fmla="*/ 10334695 h 10435941"/>
                  <a:gd name="connsiteX88-48445" fmla="*/ 9490259 w 10476249"/>
                  <a:gd name="connsiteY88-48446" fmla="*/ 10338313 h 10435941"/>
                  <a:gd name="connsiteX89-48447" fmla="*/ 9314175 w 10476249"/>
                  <a:gd name="connsiteY89-48448" fmla="*/ 10427202 h 10435941"/>
                  <a:gd name="connsiteX90-48449" fmla="*/ 9189815 w 10476249"/>
                  <a:gd name="connsiteY90-48450" fmla="*/ 10435941 h 10435941"/>
                  <a:gd name="connsiteX91-48451" fmla="*/ 9050829 w 10476249"/>
                  <a:gd name="connsiteY91-48452" fmla="*/ 10122103 h 10435941"/>
                  <a:gd name="connsiteX92-48453" fmla="*/ 8939914 w 10476249"/>
                  <a:gd name="connsiteY92-48454" fmla="*/ 10072174 h 10435941"/>
                  <a:gd name="connsiteX93-48455" fmla="*/ 8778870 w 10476249"/>
                  <a:gd name="connsiteY93-48456" fmla="*/ 9863725 h 10435941"/>
                  <a:gd name="connsiteX94-48457" fmla="*/ 8465017 w 10476249"/>
                  <a:gd name="connsiteY94-48458" fmla="*/ 9748287 h 10435941"/>
                  <a:gd name="connsiteX95-48459" fmla="*/ 8345018 w 10476249"/>
                  <a:gd name="connsiteY95-48460" fmla="*/ 9651431 h 10435941"/>
                  <a:gd name="connsiteX96-48461" fmla="*/ 8270613 w 10476249"/>
                  <a:gd name="connsiteY96-48462" fmla="*/ 9480572 h 10435941"/>
                  <a:gd name="connsiteX97-48463" fmla="*/ 8229159 w 10476249"/>
                  <a:gd name="connsiteY97-48464" fmla="*/ 9374254 h 10435941"/>
                  <a:gd name="connsiteX98-48465" fmla="*/ 8132067 w 10476249"/>
                  <a:gd name="connsiteY98-48466" fmla="*/ 9355881 h 10435941"/>
                  <a:gd name="connsiteX99-48467" fmla="*/ 8076649 w 10476249"/>
                  <a:gd name="connsiteY99-48468" fmla="*/ 9577553 h 10435941"/>
                  <a:gd name="connsiteX100-48469" fmla="*/ 7933959 w 10476249"/>
                  <a:gd name="connsiteY100-48470" fmla="*/ 9610939 h 10435941"/>
                  <a:gd name="connsiteX101-48471" fmla="*/ 7580779 w 10476249"/>
                  <a:gd name="connsiteY101-48472" fmla="*/ 9552340 h 10435941"/>
                  <a:gd name="connsiteX102-48473" fmla="*/ 7442474 w 10476249"/>
                  <a:gd name="connsiteY102-48474" fmla="*/ 9485198 h 10435941"/>
                  <a:gd name="connsiteX103-48475" fmla="*/ 7250179 w 10476249"/>
                  <a:gd name="connsiteY103-48476" fmla="*/ 9449904 h 10435941"/>
                  <a:gd name="connsiteX104-48477" fmla="*/ 7156996 w 10476249"/>
                  <a:gd name="connsiteY104-48478" fmla="*/ 9200180 h 10435941"/>
                  <a:gd name="connsiteX105-48479" fmla="*/ 6940577 w 10476249"/>
                  <a:gd name="connsiteY105-48480" fmla="*/ 9189626 h 10435941"/>
                  <a:gd name="connsiteX106-48481" fmla="*/ 6659679 w 10476249"/>
                  <a:gd name="connsiteY106-48482" fmla="*/ 9285034 h 10435941"/>
                  <a:gd name="connsiteX107-48483" fmla="*/ 6664954 w 10476249"/>
                  <a:gd name="connsiteY107-48484" fmla="*/ 9099745 h 10435941"/>
                  <a:gd name="connsiteX108-48485" fmla="*/ 6538463 w 10476249"/>
                  <a:gd name="connsiteY108-48486" fmla="*/ 9013951 h 10435941"/>
                  <a:gd name="connsiteX109-48487" fmla="*/ 6414104 w 10476249"/>
                  <a:gd name="connsiteY109-48488" fmla="*/ 8954099 h 10435941"/>
                  <a:gd name="connsiteX110-48489" fmla="*/ 6311517 w 10476249"/>
                  <a:gd name="connsiteY110-48490" fmla="*/ 9057307 h 10435941"/>
                  <a:gd name="connsiteX111-48491" fmla="*/ 6153358 w 10476249"/>
                  <a:gd name="connsiteY111-48492" fmla="*/ 8978227 h 10435941"/>
                  <a:gd name="connsiteX112-48493" fmla="*/ 5987727 w 10476249"/>
                  <a:gd name="connsiteY112-48494" fmla="*/ 9093734 h 10435941"/>
                  <a:gd name="connsiteX113-48495" fmla="*/ 5721485 w 10476249"/>
                  <a:gd name="connsiteY113-48496" fmla="*/ 9101726 h 10435941"/>
                  <a:gd name="connsiteX114-48497" fmla="*/ 5660355 w 10476249"/>
                  <a:gd name="connsiteY114-48498" fmla="*/ 9081904 h 10435941"/>
                  <a:gd name="connsiteX115-48499" fmla="*/ 5493010 w 10476249"/>
                  <a:gd name="connsiteY115-48500" fmla="*/ 9128137 h 10435941"/>
                  <a:gd name="connsiteX116-48501" fmla="*/ 5491454 w 10476249"/>
                  <a:gd name="connsiteY116-48502" fmla="*/ 8870972 h 10435941"/>
                  <a:gd name="connsiteX117-48503" fmla="*/ 5491452 w 10476249"/>
                  <a:gd name="connsiteY117-48504" fmla="*/ 8634977 h 10435941"/>
                  <a:gd name="connsiteX118-48505" fmla="*/ 5275804 w 10476249"/>
                  <a:gd name="connsiteY118-48506" fmla="*/ 8324085 h 10435941"/>
                  <a:gd name="connsiteX119-48507" fmla="*/ 5215919 w 10476249"/>
                  <a:gd name="connsiteY119-48508" fmla="*/ 8082820 h 10435941"/>
                  <a:gd name="connsiteX120-48509" fmla="*/ 5302626 w 10476249"/>
                  <a:gd name="connsiteY120-48510" fmla="*/ 7610208 h 10435941"/>
                  <a:gd name="connsiteX121-48511" fmla="*/ 5186654 w 10476249"/>
                  <a:gd name="connsiteY121-48512" fmla="*/ 7320352 h 10435941"/>
                  <a:gd name="connsiteX122-48513" fmla="*/ 5236467 w 10476249"/>
                  <a:gd name="connsiteY122-48514" fmla="*/ 7069881 h 10435941"/>
                  <a:gd name="connsiteX123-48515" fmla="*/ 5240494 w 10476249"/>
                  <a:gd name="connsiteY123-48516" fmla="*/ 6935795 h 10435941"/>
                  <a:gd name="connsiteX124-48517" fmla="*/ 4563198 w 10476249"/>
                  <a:gd name="connsiteY124-48518" fmla="*/ 7013996 h 10435941"/>
                  <a:gd name="connsiteX125-48519" fmla="*/ 4546078 w 10476249"/>
                  <a:gd name="connsiteY125-48520" fmla="*/ 6840580 h 10435941"/>
                  <a:gd name="connsiteX126-48521" fmla="*/ 4482099 w 10476249"/>
                  <a:gd name="connsiteY126-48522" fmla="*/ 6706626 h 10435941"/>
                  <a:gd name="connsiteX127-48523" fmla="*/ 4312585 w 10476249"/>
                  <a:gd name="connsiteY127-48524" fmla="*/ 6826329 h 10435941"/>
                  <a:gd name="connsiteX128-48525" fmla="*/ 3996939 w 10476249"/>
                  <a:gd name="connsiteY128-48526" fmla="*/ 6862493 h 10435941"/>
                  <a:gd name="connsiteX129-48527" fmla="*/ 3961849 w 10476249"/>
                  <a:gd name="connsiteY129-48528" fmla="*/ 7069881 h 10435941"/>
                  <a:gd name="connsiteX130-48529" fmla="*/ 3918262 w 10476249"/>
                  <a:gd name="connsiteY130-48530" fmla="*/ 7281279 h 10435941"/>
                  <a:gd name="connsiteX131-48531" fmla="*/ 3869750 w 10476249"/>
                  <a:gd name="connsiteY131-48532" fmla="*/ 7403480 h 10435941"/>
                  <a:gd name="connsiteX132-48533" fmla="*/ 3558094 w 10476249"/>
                  <a:gd name="connsiteY132-48534" fmla="*/ 7365450 h 10435941"/>
                  <a:gd name="connsiteX133-48535" fmla="*/ 3296831 w 10476249"/>
                  <a:gd name="connsiteY133-48536" fmla="*/ 7402390 h 10435941"/>
                  <a:gd name="connsiteX134-48537" fmla="*/ 2911715 w 10476249"/>
                  <a:gd name="connsiteY134-48538" fmla="*/ 7451307 h 10435941"/>
                  <a:gd name="connsiteX135-48539" fmla="*/ 2733706 w 10476249"/>
                  <a:gd name="connsiteY135-48540" fmla="*/ 7166777 h 10435941"/>
                  <a:gd name="connsiteX136-48541" fmla="*/ 2571924 w 10476249"/>
                  <a:gd name="connsiteY136-48542" fmla="*/ 6908102 h 10435941"/>
                  <a:gd name="connsiteX137-48543" fmla="*/ 2391703 w 10476249"/>
                  <a:gd name="connsiteY137-48544" fmla="*/ 6257406 h 10435941"/>
                  <a:gd name="connsiteX138-48545" fmla="*/ 2313158 w 10476249"/>
                  <a:gd name="connsiteY138-48546" fmla="*/ 6224753 h 10435941"/>
                  <a:gd name="connsiteX139-48547" fmla="*/ 1648140 w 10476249"/>
                  <a:gd name="connsiteY139-48548" fmla="*/ 6197044 h 10435941"/>
                  <a:gd name="connsiteX140-48549" fmla="*/ 1218649 w 10476249"/>
                  <a:gd name="connsiteY140-48550" fmla="*/ 6197044 h 10435941"/>
                  <a:gd name="connsiteX141-48551" fmla="*/ 1025455 w 10476249"/>
                  <a:gd name="connsiteY141-48552" fmla="*/ 6178798 h 10435941"/>
                  <a:gd name="connsiteX142-48553" fmla="*/ 692177 w 10476249"/>
                  <a:gd name="connsiteY142-48554" fmla="*/ 6210899 h 10435941"/>
                  <a:gd name="connsiteX143-48555" fmla="*/ 368390 w 10476249"/>
                  <a:gd name="connsiteY143-48556" fmla="*/ 6137320 h 10435941"/>
                  <a:gd name="connsiteX144-48557" fmla="*/ 132975 w 10476249"/>
                  <a:gd name="connsiteY144-48558" fmla="*/ 6294321 h 10435941"/>
                  <a:gd name="connsiteX145-48559" fmla="*/ 0 w 10476249"/>
                  <a:gd name="connsiteY145-48560" fmla="*/ 6169546 h 10435941"/>
                  <a:gd name="connsiteX0-48561" fmla="*/ 0 w 10476249"/>
                  <a:gd name="connsiteY0-48562" fmla="*/ 6169546 h 10435941"/>
                  <a:gd name="connsiteX1-48563" fmla="*/ 93009 w 10476249"/>
                  <a:gd name="connsiteY1-48564" fmla="*/ 6131120 h 10435941"/>
                  <a:gd name="connsiteX2-48565" fmla="*/ 114648 w 10476249"/>
                  <a:gd name="connsiteY2-48566" fmla="*/ 5799866 h 10435941"/>
                  <a:gd name="connsiteX3-48567" fmla="*/ 387377 w 10476249"/>
                  <a:gd name="connsiteY3-48568" fmla="*/ 5532026 h 10435941"/>
                  <a:gd name="connsiteX4-48569" fmla="*/ 636758 w 10476249"/>
                  <a:gd name="connsiteY4-48570" fmla="*/ 5670572 h 10435941"/>
                  <a:gd name="connsiteX5-48571" fmla="*/ 844577 w 10476249"/>
                  <a:gd name="connsiteY5-48572" fmla="*/ 5504317 h 10435941"/>
                  <a:gd name="connsiteX6-48573" fmla="*/ 983122 w 10476249"/>
                  <a:gd name="connsiteY6-48574" fmla="*/ 5351917 h 10435941"/>
                  <a:gd name="connsiteX7-48575" fmla="*/ 1066249 w 10476249"/>
                  <a:gd name="connsiteY7-48576" fmla="*/ 5435044 h 10435941"/>
                  <a:gd name="connsiteX8-48577" fmla="*/ 1123850 w 10476249"/>
                  <a:gd name="connsiteY8-48578" fmla="*/ 5537198 h 10435941"/>
                  <a:gd name="connsiteX9-48579" fmla="*/ 1254907 w 10476249"/>
                  <a:gd name="connsiteY9-48580" fmla="*/ 5679710 h 10435941"/>
                  <a:gd name="connsiteX10-48581" fmla="*/ 1508711 w 10476249"/>
                  <a:gd name="connsiteY10-48582" fmla="*/ 5481030 h 10435941"/>
                  <a:gd name="connsiteX11-48583" fmla="*/ 1717413 w 10476249"/>
                  <a:gd name="connsiteY11-48584" fmla="*/ 5296499 h 10435941"/>
                  <a:gd name="connsiteX12-48585" fmla="*/ 2008358 w 10476249"/>
                  <a:gd name="connsiteY12-48586" fmla="*/ 5060972 h 10435941"/>
                  <a:gd name="connsiteX13-48587" fmla="*/ 2105340 w 10476249"/>
                  <a:gd name="connsiteY13-48588" fmla="*/ 4631481 h 10435941"/>
                  <a:gd name="connsiteX14-48589" fmla="*/ 2158106 w 10476249"/>
                  <a:gd name="connsiteY14-48590" fmla="*/ 4164848 h 10435941"/>
                  <a:gd name="connsiteX15-48591" fmla="*/ 2340867 w 10476249"/>
                  <a:gd name="connsiteY15-48592" fmla="*/ 3855626 h 10435941"/>
                  <a:gd name="connsiteX16-48593" fmla="*/ 2738092 w 10476249"/>
                  <a:gd name="connsiteY16-48594" fmla="*/ 3475092 h 10435941"/>
                  <a:gd name="connsiteX17-48595" fmla="*/ 2964322 w 10476249"/>
                  <a:gd name="connsiteY17-48596" fmla="*/ 3259881 h 10435941"/>
                  <a:gd name="connsiteX18-48597" fmla="*/ 2992031 w 10476249"/>
                  <a:gd name="connsiteY18-48598" fmla="*/ 2816535 h 10435941"/>
                  <a:gd name="connsiteX19-48599" fmla="*/ 3061304 w 10476249"/>
                  <a:gd name="connsiteY19-48600" fmla="*/ 2525590 h 10435941"/>
                  <a:gd name="connsiteX20-48601" fmla="*/ 3061304 w 10476249"/>
                  <a:gd name="connsiteY20-48602" fmla="*/ 2317772 h 10435941"/>
                  <a:gd name="connsiteX21-48603" fmla="*/ 3199849 w 10476249"/>
                  <a:gd name="connsiteY21-48604" fmla="*/ 1985262 h 10435941"/>
                  <a:gd name="connsiteX22-48605" fmla="*/ 3199849 w 10476249"/>
                  <a:gd name="connsiteY22-48606" fmla="*/ 1694317 h 10435941"/>
                  <a:gd name="connsiteX23-48607" fmla="*/ 3499049 w 10476249"/>
                  <a:gd name="connsiteY23-48608" fmla="*/ 1126281 h 10435941"/>
                  <a:gd name="connsiteX24-48609" fmla="*/ 3449231 w 10476249"/>
                  <a:gd name="connsiteY24-48610" fmla="*/ 752208 h 10435941"/>
                  <a:gd name="connsiteX25-48611" fmla="*/ 3476940 w 10476249"/>
                  <a:gd name="connsiteY25-48612" fmla="*/ 544390 h 10435941"/>
                  <a:gd name="connsiteX26-48613" fmla="*/ 3809449 w 10476249"/>
                  <a:gd name="connsiteY26-48614" fmla="*/ 184172 h 10435941"/>
                  <a:gd name="connsiteX27-48615" fmla="*/ 4003413 w 10476249"/>
                  <a:gd name="connsiteY27-48616" fmla="*/ 59481 h 10435941"/>
                  <a:gd name="connsiteX28-48617" fmla="*/ 4419049 w 10476249"/>
                  <a:gd name="connsiteY28-48618" fmla="*/ 295008 h 10435941"/>
                  <a:gd name="connsiteX29-48619" fmla="*/ 4585304 w 10476249"/>
                  <a:gd name="connsiteY29-48620" fmla="*/ 488972 h 10435941"/>
                  <a:gd name="connsiteX30-48621" fmla="*/ 5056358 w 10476249"/>
                  <a:gd name="connsiteY30-48622" fmla="*/ 544390 h 10435941"/>
                  <a:gd name="connsiteX31-48623" fmla="*/ 5376782 w 10476249"/>
                  <a:gd name="connsiteY31-48624" fmla="*/ 603639 h 10435941"/>
                  <a:gd name="connsiteX32-48625" fmla="*/ 5554237 w 10476249"/>
                  <a:gd name="connsiteY32-48626" fmla="*/ 588271 h 10435941"/>
                  <a:gd name="connsiteX33-48627" fmla="*/ 5846067 w 10476249"/>
                  <a:gd name="connsiteY33-48628" fmla="*/ 281153 h 10435941"/>
                  <a:gd name="connsiteX34-48629" fmla="*/ 6109304 w 10476249"/>
                  <a:gd name="connsiteY34-48630" fmla="*/ 322717 h 10435941"/>
                  <a:gd name="connsiteX35-48631" fmla="*/ 6527495 w 10476249"/>
                  <a:gd name="connsiteY35-48632" fmla="*/ 168233 h 10435941"/>
                  <a:gd name="connsiteX36-48633" fmla="*/ 6667317 w 10476249"/>
                  <a:gd name="connsiteY36-48634" fmla="*/ 107503 h 10435941"/>
                  <a:gd name="connsiteX37-48635" fmla="*/ 6997273 w 10476249"/>
                  <a:gd name="connsiteY37-48636" fmla="*/ 198026 h 10435941"/>
                  <a:gd name="connsiteX38-48637" fmla="*/ 7217667 w 10476249"/>
                  <a:gd name="connsiteY38-48638" fmla="*/ 17917 h 10435941"/>
                  <a:gd name="connsiteX39-48639" fmla="*/ 7364702 w 10476249"/>
                  <a:gd name="connsiteY39-48640" fmla="*/ 0 h 10435941"/>
                  <a:gd name="connsiteX40-48641" fmla="*/ 7586454 w 10476249"/>
                  <a:gd name="connsiteY40-48642" fmla="*/ 41248 h 10435941"/>
                  <a:gd name="connsiteX41-48643" fmla="*/ 7896540 w 10476249"/>
                  <a:gd name="connsiteY41-48644" fmla="*/ 128753 h 10435941"/>
                  <a:gd name="connsiteX42-48645" fmla="*/ 8298322 w 10476249"/>
                  <a:gd name="connsiteY42-48646" fmla="*/ 59481 h 10435941"/>
                  <a:gd name="connsiteX43-48647" fmla="*/ 8632600 w 10476249"/>
                  <a:gd name="connsiteY43-48648" fmla="*/ 396707 h 10435941"/>
                  <a:gd name="connsiteX44-48649" fmla="*/ 8894067 w 10476249"/>
                  <a:gd name="connsiteY44-48650" fmla="*/ 544390 h 10435941"/>
                  <a:gd name="connsiteX45-48651" fmla="*/ 9132327 w 10476249"/>
                  <a:gd name="connsiteY45-48652" fmla="*/ 420846 h 10435941"/>
                  <a:gd name="connsiteX46-48653" fmla="*/ 9358560 w 10476249"/>
                  <a:gd name="connsiteY46-48654" fmla="*/ 466363 h 10435941"/>
                  <a:gd name="connsiteX47-48655" fmla="*/ 9503667 w 10476249"/>
                  <a:gd name="connsiteY47-48656" fmla="*/ 367819 h 10435941"/>
                  <a:gd name="connsiteX48-48657" fmla="*/ 9631896 w 10476249"/>
                  <a:gd name="connsiteY48-48658" fmla="*/ 369587 h 10435941"/>
                  <a:gd name="connsiteX49-48659" fmla="*/ 9988577 w 10476249"/>
                  <a:gd name="connsiteY49-48660" fmla="*/ 793772 h 10435941"/>
                  <a:gd name="connsiteX50-48661" fmla="*/ 10224104 w 10476249"/>
                  <a:gd name="connsiteY50-48662" fmla="*/ 987735 h 10435941"/>
                  <a:gd name="connsiteX51-48663" fmla="*/ 10210249 w 10476249"/>
                  <a:gd name="connsiteY51-48664" fmla="*/ 1250972 h 10435941"/>
                  <a:gd name="connsiteX52-48665" fmla="*/ 10224104 w 10476249"/>
                  <a:gd name="connsiteY52-48666" fmla="*/ 1444935 h 10435941"/>
                  <a:gd name="connsiteX53-48667" fmla="*/ 10228661 w 10476249"/>
                  <a:gd name="connsiteY53-48668" fmla="*/ 1580249 h 10435941"/>
                  <a:gd name="connsiteX54-48669" fmla="*/ 10476249 w 10476249"/>
                  <a:gd name="connsiteY54-48670" fmla="*/ 1753897 h 10435941"/>
                  <a:gd name="connsiteX55-48671" fmla="*/ 10063524 w 10476249"/>
                  <a:gd name="connsiteY55-48672" fmla="*/ 2207269 h 10435941"/>
                  <a:gd name="connsiteX56-48673" fmla="*/ 9766904 w 10476249"/>
                  <a:gd name="connsiteY56-48674" fmla="*/ 2497881 h 10435941"/>
                  <a:gd name="connsiteX57-48675" fmla="*/ 9565650 w 10476249"/>
                  <a:gd name="connsiteY57-48676" fmla="*/ 3426134 h 10435941"/>
                  <a:gd name="connsiteX58-48677" fmla="*/ 9518072 w 10476249"/>
                  <a:gd name="connsiteY58-48678" fmla="*/ 3685207 h 10435941"/>
                  <a:gd name="connsiteX59-48679" fmla="*/ 9351267 w 10476249"/>
                  <a:gd name="connsiteY59-48680" fmla="*/ 3911044 h 10435941"/>
                  <a:gd name="connsiteX60-48681" fmla="*/ 9295849 w 10476249"/>
                  <a:gd name="connsiteY60-48682" fmla="*/ 4077299 h 10435941"/>
                  <a:gd name="connsiteX61-48683" fmla="*/ 9222017 w 10476249"/>
                  <a:gd name="connsiteY61-48684" fmla="*/ 4285117 h 10435941"/>
                  <a:gd name="connsiteX62-48685" fmla="*/ 9190850 w 10476249"/>
                  <a:gd name="connsiteY62-48686" fmla="*/ 4430122 h 10435941"/>
                  <a:gd name="connsiteX63-48687" fmla="*/ 9323558 w 10476249"/>
                  <a:gd name="connsiteY63-48688" fmla="*/ 4659190 h 10435941"/>
                  <a:gd name="connsiteX64-48689" fmla="*/ 9367775 w 10476249"/>
                  <a:gd name="connsiteY64-48690" fmla="*/ 4915057 h 10435941"/>
                  <a:gd name="connsiteX65-48691" fmla="*/ 9383534 w 10476249"/>
                  <a:gd name="connsiteY65-48692" fmla="*/ 5208060 h 10435941"/>
                  <a:gd name="connsiteX66-48693" fmla="*/ 9368954 w 10476249"/>
                  <a:gd name="connsiteY66-48694" fmla="*/ 5615153 h 10435941"/>
                  <a:gd name="connsiteX67-48695" fmla="*/ 9504218 w 10476249"/>
                  <a:gd name="connsiteY67-48696" fmla="*/ 5975373 h 10435941"/>
                  <a:gd name="connsiteX68-48697" fmla="*/ 9526091 w 10476249"/>
                  <a:gd name="connsiteY68-48698" fmla="*/ 6403714 h 10435941"/>
                  <a:gd name="connsiteX69-48699" fmla="*/ 9919304 w 10476249"/>
                  <a:gd name="connsiteY69-48700" fmla="*/ 6862062 h 10435941"/>
                  <a:gd name="connsiteX70-48701" fmla="*/ 10037669 w 10476249"/>
                  <a:gd name="connsiteY70-48702" fmla="*/ 7221396 h 10435941"/>
                  <a:gd name="connsiteX71-48703" fmla="*/ 10218503 w 10476249"/>
                  <a:gd name="connsiteY71-48704" fmla="*/ 7514995 h 10435941"/>
                  <a:gd name="connsiteX72-48705" fmla="*/ 9656067 w 10476249"/>
                  <a:gd name="connsiteY72-48706" fmla="*/ 7540935 h 10435941"/>
                  <a:gd name="connsiteX73-48707" fmla="*/ 9159682 w 10476249"/>
                  <a:gd name="connsiteY73-48708" fmla="*/ 7651772 h 10435941"/>
                  <a:gd name="connsiteX74-48709" fmla="*/ 9114466 w 10476249"/>
                  <a:gd name="connsiteY74-48710" fmla="*/ 7790317 h 10435941"/>
                  <a:gd name="connsiteX75-48711" fmla="*/ 9004904 w 10476249"/>
                  <a:gd name="connsiteY75-48712" fmla="*/ 7998135 h 10435941"/>
                  <a:gd name="connsiteX76-48713" fmla="*/ 8919418 w 10476249"/>
                  <a:gd name="connsiteY76-48714" fmla="*/ 8085908 h 10435941"/>
                  <a:gd name="connsiteX77-48715" fmla="*/ 9022382 w 10476249"/>
                  <a:gd name="connsiteY77-48716" fmla="*/ 8313437 h 10435941"/>
                  <a:gd name="connsiteX78-48717" fmla="*/ 9013154 w 10476249"/>
                  <a:gd name="connsiteY78-48718" fmla="*/ 8524608 h 10435941"/>
                  <a:gd name="connsiteX79-48719" fmla="*/ 8979264 w 10476249"/>
                  <a:gd name="connsiteY79-48720" fmla="*/ 8758113 h 10435941"/>
                  <a:gd name="connsiteX80-48721" fmla="*/ 8977195 w 10476249"/>
                  <a:gd name="connsiteY80-48722" fmla="*/ 8967953 h 10435941"/>
                  <a:gd name="connsiteX81-48723" fmla="*/ 8880213 w 10476249"/>
                  <a:gd name="connsiteY81-48724" fmla="*/ 9272753 h 10435941"/>
                  <a:gd name="connsiteX82-48725" fmla="*/ 8907923 w 10476249"/>
                  <a:gd name="connsiteY82-48726" fmla="*/ 9578490 h 10435941"/>
                  <a:gd name="connsiteX83-48727" fmla="*/ 9124310 w 10476249"/>
                  <a:gd name="connsiteY83-48728" fmla="*/ 9750056 h 10435941"/>
                  <a:gd name="connsiteX84-48729" fmla="*/ 9217384 w 10476249"/>
                  <a:gd name="connsiteY84-48730" fmla="*/ 9890275 h 10435941"/>
                  <a:gd name="connsiteX85-48731" fmla="*/ 9448465 w 10476249"/>
                  <a:gd name="connsiteY85-48732" fmla="*/ 9929452 h 10435941"/>
                  <a:gd name="connsiteX86-48733" fmla="*/ 9457627 w 10476249"/>
                  <a:gd name="connsiteY86-48734" fmla="*/ 9818955 h 10435941"/>
                  <a:gd name="connsiteX87-48735" fmla="*/ 9606341 w 10476249"/>
                  <a:gd name="connsiteY87-48736" fmla="*/ 9758904 h 10435941"/>
                  <a:gd name="connsiteX88-48737" fmla="*/ 9617859 w 10476249"/>
                  <a:gd name="connsiteY88-48738" fmla="*/ 10334695 h 10435941"/>
                  <a:gd name="connsiteX89-48739" fmla="*/ 9490259 w 10476249"/>
                  <a:gd name="connsiteY89-48740" fmla="*/ 10338313 h 10435941"/>
                  <a:gd name="connsiteX90-48741" fmla="*/ 9314175 w 10476249"/>
                  <a:gd name="connsiteY90-48742" fmla="*/ 10427202 h 10435941"/>
                  <a:gd name="connsiteX91-48743" fmla="*/ 9189815 w 10476249"/>
                  <a:gd name="connsiteY91-48744" fmla="*/ 10435941 h 10435941"/>
                  <a:gd name="connsiteX92-48745" fmla="*/ 9050829 w 10476249"/>
                  <a:gd name="connsiteY92-48746" fmla="*/ 10122103 h 10435941"/>
                  <a:gd name="connsiteX93-48747" fmla="*/ 8939914 w 10476249"/>
                  <a:gd name="connsiteY93-48748" fmla="*/ 10072174 h 10435941"/>
                  <a:gd name="connsiteX94-48749" fmla="*/ 8778870 w 10476249"/>
                  <a:gd name="connsiteY94-48750" fmla="*/ 9863725 h 10435941"/>
                  <a:gd name="connsiteX95-48751" fmla="*/ 8465017 w 10476249"/>
                  <a:gd name="connsiteY95-48752" fmla="*/ 9748287 h 10435941"/>
                  <a:gd name="connsiteX96-48753" fmla="*/ 8345018 w 10476249"/>
                  <a:gd name="connsiteY96-48754" fmla="*/ 9651431 h 10435941"/>
                  <a:gd name="connsiteX97-48755" fmla="*/ 8270613 w 10476249"/>
                  <a:gd name="connsiteY97-48756" fmla="*/ 9480572 h 10435941"/>
                  <a:gd name="connsiteX98-48757" fmla="*/ 8229159 w 10476249"/>
                  <a:gd name="connsiteY98-48758" fmla="*/ 9374254 h 10435941"/>
                  <a:gd name="connsiteX99-48759" fmla="*/ 8132067 w 10476249"/>
                  <a:gd name="connsiteY99-48760" fmla="*/ 9355881 h 10435941"/>
                  <a:gd name="connsiteX100-48761" fmla="*/ 8076649 w 10476249"/>
                  <a:gd name="connsiteY100-48762" fmla="*/ 9577553 h 10435941"/>
                  <a:gd name="connsiteX101-48763" fmla="*/ 7933959 w 10476249"/>
                  <a:gd name="connsiteY101-48764" fmla="*/ 9610939 h 10435941"/>
                  <a:gd name="connsiteX102-48765" fmla="*/ 7580779 w 10476249"/>
                  <a:gd name="connsiteY102-48766" fmla="*/ 9552340 h 10435941"/>
                  <a:gd name="connsiteX103-48767" fmla="*/ 7442474 w 10476249"/>
                  <a:gd name="connsiteY103-48768" fmla="*/ 9485198 h 10435941"/>
                  <a:gd name="connsiteX104-48769" fmla="*/ 7250179 w 10476249"/>
                  <a:gd name="connsiteY104-48770" fmla="*/ 9449904 h 10435941"/>
                  <a:gd name="connsiteX105-48771" fmla="*/ 7156996 w 10476249"/>
                  <a:gd name="connsiteY105-48772" fmla="*/ 9200180 h 10435941"/>
                  <a:gd name="connsiteX106-48773" fmla="*/ 6940577 w 10476249"/>
                  <a:gd name="connsiteY106-48774" fmla="*/ 9189626 h 10435941"/>
                  <a:gd name="connsiteX107-48775" fmla="*/ 6659679 w 10476249"/>
                  <a:gd name="connsiteY107-48776" fmla="*/ 9285034 h 10435941"/>
                  <a:gd name="connsiteX108-48777" fmla="*/ 6664954 w 10476249"/>
                  <a:gd name="connsiteY108-48778" fmla="*/ 9099745 h 10435941"/>
                  <a:gd name="connsiteX109-48779" fmla="*/ 6538463 w 10476249"/>
                  <a:gd name="connsiteY109-48780" fmla="*/ 9013951 h 10435941"/>
                  <a:gd name="connsiteX110-48781" fmla="*/ 6414104 w 10476249"/>
                  <a:gd name="connsiteY110-48782" fmla="*/ 8954099 h 10435941"/>
                  <a:gd name="connsiteX111-48783" fmla="*/ 6311517 w 10476249"/>
                  <a:gd name="connsiteY111-48784" fmla="*/ 9057307 h 10435941"/>
                  <a:gd name="connsiteX112-48785" fmla="*/ 6153358 w 10476249"/>
                  <a:gd name="connsiteY112-48786" fmla="*/ 8978227 h 10435941"/>
                  <a:gd name="connsiteX113-48787" fmla="*/ 5987727 w 10476249"/>
                  <a:gd name="connsiteY113-48788" fmla="*/ 9093734 h 10435941"/>
                  <a:gd name="connsiteX114-48789" fmla="*/ 5721485 w 10476249"/>
                  <a:gd name="connsiteY114-48790" fmla="*/ 9101726 h 10435941"/>
                  <a:gd name="connsiteX115-48791" fmla="*/ 5660355 w 10476249"/>
                  <a:gd name="connsiteY115-48792" fmla="*/ 9081904 h 10435941"/>
                  <a:gd name="connsiteX116-48793" fmla="*/ 5493010 w 10476249"/>
                  <a:gd name="connsiteY116-48794" fmla="*/ 9128137 h 10435941"/>
                  <a:gd name="connsiteX117-48795" fmla="*/ 5491454 w 10476249"/>
                  <a:gd name="connsiteY117-48796" fmla="*/ 8870972 h 10435941"/>
                  <a:gd name="connsiteX118-48797" fmla="*/ 5491452 w 10476249"/>
                  <a:gd name="connsiteY118-48798" fmla="*/ 8634977 h 10435941"/>
                  <a:gd name="connsiteX119-48799" fmla="*/ 5275804 w 10476249"/>
                  <a:gd name="connsiteY119-48800" fmla="*/ 8324085 h 10435941"/>
                  <a:gd name="connsiteX120-48801" fmla="*/ 5215919 w 10476249"/>
                  <a:gd name="connsiteY120-48802" fmla="*/ 8082820 h 10435941"/>
                  <a:gd name="connsiteX121-48803" fmla="*/ 5302626 w 10476249"/>
                  <a:gd name="connsiteY121-48804" fmla="*/ 7610208 h 10435941"/>
                  <a:gd name="connsiteX122-48805" fmla="*/ 5186654 w 10476249"/>
                  <a:gd name="connsiteY122-48806" fmla="*/ 7320352 h 10435941"/>
                  <a:gd name="connsiteX123-48807" fmla="*/ 5236467 w 10476249"/>
                  <a:gd name="connsiteY123-48808" fmla="*/ 7069881 h 10435941"/>
                  <a:gd name="connsiteX124-48809" fmla="*/ 5240494 w 10476249"/>
                  <a:gd name="connsiteY124-48810" fmla="*/ 6935795 h 10435941"/>
                  <a:gd name="connsiteX125-48811" fmla="*/ 4563198 w 10476249"/>
                  <a:gd name="connsiteY125-48812" fmla="*/ 7013996 h 10435941"/>
                  <a:gd name="connsiteX126-48813" fmla="*/ 4546078 w 10476249"/>
                  <a:gd name="connsiteY126-48814" fmla="*/ 6840580 h 10435941"/>
                  <a:gd name="connsiteX127-48815" fmla="*/ 4482099 w 10476249"/>
                  <a:gd name="connsiteY127-48816" fmla="*/ 6706626 h 10435941"/>
                  <a:gd name="connsiteX128-48817" fmla="*/ 4312585 w 10476249"/>
                  <a:gd name="connsiteY128-48818" fmla="*/ 6826329 h 10435941"/>
                  <a:gd name="connsiteX129-48819" fmla="*/ 3996939 w 10476249"/>
                  <a:gd name="connsiteY129-48820" fmla="*/ 6862493 h 10435941"/>
                  <a:gd name="connsiteX130-48821" fmla="*/ 3961849 w 10476249"/>
                  <a:gd name="connsiteY130-48822" fmla="*/ 7069881 h 10435941"/>
                  <a:gd name="connsiteX131-48823" fmla="*/ 3918262 w 10476249"/>
                  <a:gd name="connsiteY131-48824" fmla="*/ 7281279 h 10435941"/>
                  <a:gd name="connsiteX132-48825" fmla="*/ 3869750 w 10476249"/>
                  <a:gd name="connsiteY132-48826" fmla="*/ 7403480 h 10435941"/>
                  <a:gd name="connsiteX133-48827" fmla="*/ 3558094 w 10476249"/>
                  <a:gd name="connsiteY133-48828" fmla="*/ 7365450 h 10435941"/>
                  <a:gd name="connsiteX134-48829" fmla="*/ 3296831 w 10476249"/>
                  <a:gd name="connsiteY134-48830" fmla="*/ 7402390 h 10435941"/>
                  <a:gd name="connsiteX135-48831" fmla="*/ 2911715 w 10476249"/>
                  <a:gd name="connsiteY135-48832" fmla="*/ 7451307 h 10435941"/>
                  <a:gd name="connsiteX136-48833" fmla="*/ 2733706 w 10476249"/>
                  <a:gd name="connsiteY136-48834" fmla="*/ 7166777 h 10435941"/>
                  <a:gd name="connsiteX137-48835" fmla="*/ 2571924 w 10476249"/>
                  <a:gd name="connsiteY137-48836" fmla="*/ 6908102 h 10435941"/>
                  <a:gd name="connsiteX138-48837" fmla="*/ 2391703 w 10476249"/>
                  <a:gd name="connsiteY138-48838" fmla="*/ 6257406 h 10435941"/>
                  <a:gd name="connsiteX139-48839" fmla="*/ 2313158 w 10476249"/>
                  <a:gd name="connsiteY139-48840" fmla="*/ 6224753 h 10435941"/>
                  <a:gd name="connsiteX140-48841" fmla="*/ 1648140 w 10476249"/>
                  <a:gd name="connsiteY140-48842" fmla="*/ 6197044 h 10435941"/>
                  <a:gd name="connsiteX141-48843" fmla="*/ 1218649 w 10476249"/>
                  <a:gd name="connsiteY141-48844" fmla="*/ 6197044 h 10435941"/>
                  <a:gd name="connsiteX142-48845" fmla="*/ 1025455 w 10476249"/>
                  <a:gd name="connsiteY142-48846" fmla="*/ 6178798 h 10435941"/>
                  <a:gd name="connsiteX143-48847" fmla="*/ 692177 w 10476249"/>
                  <a:gd name="connsiteY143-48848" fmla="*/ 6210899 h 10435941"/>
                  <a:gd name="connsiteX144-48849" fmla="*/ 368390 w 10476249"/>
                  <a:gd name="connsiteY144-48850" fmla="*/ 6137320 h 10435941"/>
                  <a:gd name="connsiteX145-48851" fmla="*/ 132975 w 10476249"/>
                  <a:gd name="connsiteY145-48852" fmla="*/ 6294321 h 10435941"/>
                  <a:gd name="connsiteX146" fmla="*/ 0 w 10476249"/>
                  <a:gd name="connsiteY146" fmla="*/ 6169546 h 10435941"/>
                  <a:gd name="connsiteX0-48853" fmla="*/ 0 w 10476249"/>
                  <a:gd name="connsiteY0-48854" fmla="*/ 6169546 h 10435941"/>
                  <a:gd name="connsiteX1-48855" fmla="*/ 93009 w 10476249"/>
                  <a:gd name="connsiteY1-48856" fmla="*/ 6131120 h 10435941"/>
                  <a:gd name="connsiteX2-48857" fmla="*/ 114648 w 10476249"/>
                  <a:gd name="connsiteY2-48858" fmla="*/ 5799866 h 10435941"/>
                  <a:gd name="connsiteX3-48859" fmla="*/ 387377 w 10476249"/>
                  <a:gd name="connsiteY3-48860" fmla="*/ 5532026 h 10435941"/>
                  <a:gd name="connsiteX4-48861" fmla="*/ 636758 w 10476249"/>
                  <a:gd name="connsiteY4-48862" fmla="*/ 5670572 h 10435941"/>
                  <a:gd name="connsiteX5-48863" fmla="*/ 844577 w 10476249"/>
                  <a:gd name="connsiteY5-48864" fmla="*/ 5504317 h 10435941"/>
                  <a:gd name="connsiteX6-48865" fmla="*/ 983122 w 10476249"/>
                  <a:gd name="connsiteY6-48866" fmla="*/ 5351917 h 10435941"/>
                  <a:gd name="connsiteX7-48867" fmla="*/ 1066249 w 10476249"/>
                  <a:gd name="connsiteY7-48868" fmla="*/ 5435044 h 10435941"/>
                  <a:gd name="connsiteX8-48869" fmla="*/ 1169664 w 10476249"/>
                  <a:gd name="connsiteY8-48870" fmla="*/ 5366848 h 10435941"/>
                  <a:gd name="connsiteX9-48871" fmla="*/ 1254907 w 10476249"/>
                  <a:gd name="connsiteY9-48872" fmla="*/ 5679710 h 10435941"/>
                  <a:gd name="connsiteX10-48873" fmla="*/ 1508711 w 10476249"/>
                  <a:gd name="connsiteY10-48874" fmla="*/ 5481030 h 10435941"/>
                  <a:gd name="connsiteX11-48875" fmla="*/ 1717413 w 10476249"/>
                  <a:gd name="connsiteY11-48876" fmla="*/ 5296499 h 10435941"/>
                  <a:gd name="connsiteX12-48877" fmla="*/ 2008358 w 10476249"/>
                  <a:gd name="connsiteY12-48878" fmla="*/ 5060972 h 10435941"/>
                  <a:gd name="connsiteX13-48879" fmla="*/ 2105340 w 10476249"/>
                  <a:gd name="connsiteY13-48880" fmla="*/ 4631481 h 10435941"/>
                  <a:gd name="connsiteX14-48881" fmla="*/ 2158106 w 10476249"/>
                  <a:gd name="connsiteY14-48882" fmla="*/ 4164848 h 10435941"/>
                  <a:gd name="connsiteX15-48883" fmla="*/ 2340867 w 10476249"/>
                  <a:gd name="connsiteY15-48884" fmla="*/ 3855626 h 10435941"/>
                  <a:gd name="connsiteX16-48885" fmla="*/ 2738092 w 10476249"/>
                  <a:gd name="connsiteY16-48886" fmla="*/ 3475092 h 10435941"/>
                  <a:gd name="connsiteX17-48887" fmla="*/ 2964322 w 10476249"/>
                  <a:gd name="connsiteY17-48888" fmla="*/ 3259881 h 10435941"/>
                  <a:gd name="connsiteX18-48889" fmla="*/ 2992031 w 10476249"/>
                  <a:gd name="connsiteY18-48890" fmla="*/ 2816535 h 10435941"/>
                  <a:gd name="connsiteX19-48891" fmla="*/ 3061304 w 10476249"/>
                  <a:gd name="connsiteY19-48892" fmla="*/ 2525590 h 10435941"/>
                  <a:gd name="connsiteX20-48893" fmla="*/ 3061304 w 10476249"/>
                  <a:gd name="connsiteY20-48894" fmla="*/ 2317772 h 10435941"/>
                  <a:gd name="connsiteX21-48895" fmla="*/ 3199849 w 10476249"/>
                  <a:gd name="connsiteY21-48896" fmla="*/ 1985262 h 10435941"/>
                  <a:gd name="connsiteX22-48897" fmla="*/ 3199849 w 10476249"/>
                  <a:gd name="connsiteY22-48898" fmla="*/ 1694317 h 10435941"/>
                  <a:gd name="connsiteX23-48899" fmla="*/ 3499049 w 10476249"/>
                  <a:gd name="connsiteY23-48900" fmla="*/ 1126281 h 10435941"/>
                  <a:gd name="connsiteX24-48901" fmla="*/ 3449231 w 10476249"/>
                  <a:gd name="connsiteY24-48902" fmla="*/ 752208 h 10435941"/>
                  <a:gd name="connsiteX25-48903" fmla="*/ 3476940 w 10476249"/>
                  <a:gd name="connsiteY25-48904" fmla="*/ 544390 h 10435941"/>
                  <a:gd name="connsiteX26-48905" fmla="*/ 3809449 w 10476249"/>
                  <a:gd name="connsiteY26-48906" fmla="*/ 184172 h 10435941"/>
                  <a:gd name="connsiteX27-48907" fmla="*/ 4003413 w 10476249"/>
                  <a:gd name="connsiteY27-48908" fmla="*/ 59481 h 10435941"/>
                  <a:gd name="connsiteX28-48909" fmla="*/ 4419049 w 10476249"/>
                  <a:gd name="connsiteY28-48910" fmla="*/ 295008 h 10435941"/>
                  <a:gd name="connsiteX29-48911" fmla="*/ 4585304 w 10476249"/>
                  <a:gd name="connsiteY29-48912" fmla="*/ 488972 h 10435941"/>
                  <a:gd name="connsiteX30-48913" fmla="*/ 5056358 w 10476249"/>
                  <a:gd name="connsiteY30-48914" fmla="*/ 544390 h 10435941"/>
                  <a:gd name="connsiteX31-48915" fmla="*/ 5376782 w 10476249"/>
                  <a:gd name="connsiteY31-48916" fmla="*/ 603639 h 10435941"/>
                  <a:gd name="connsiteX32-48917" fmla="*/ 5554237 w 10476249"/>
                  <a:gd name="connsiteY32-48918" fmla="*/ 588271 h 10435941"/>
                  <a:gd name="connsiteX33-48919" fmla="*/ 5846067 w 10476249"/>
                  <a:gd name="connsiteY33-48920" fmla="*/ 281153 h 10435941"/>
                  <a:gd name="connsiteX34-48921" fmla="*/ 6109304 w 10476249"/>
                  <a:gd name="connsiteY34-48922" fmla="*/ 322717 h 10435941"/>
                  <a:gd name="connsiteX35-48923" fmla="*/ 6527495 w 10476249"/>
                  <a:gd name="connsiteY35-48924" fmla="*/ 168233 h 10435941"/>
                  <a:gd name="connsiteX36-48925" fmla="*/ 6667317 w 10476249"/>
                  <a:gd name="connsiteY36-48926" fmla="*/ 107503 h 10435941"/>
                  <a:gd name="connsiteX37-48927" fmla="*/ 6997273 w 10476249"/>
                  <a:gd name="connsiteY37-48928" fmla="*/ 198026 h 10435941"/>
                  <a:gd name="connsiteX38-48929" fmla="*/ 7217667 w 10476249"/>
                  <a:gd name="connsiteY38-48930" fmla="*/ 17917 h 10435941"/>
                  <a:gd name="connsiteX39-48931" fmla="*/ 7364702 w 10476249"/>
                  <a:gd name="connsiteY39-48932" fmla="*/ 0 h 10435941"/>
                  <a:gd name="connsiteX40-48933" fmla="*/ 7586454 w 10476249"/>
                  <a:gd name="connsiteY40-48934" fmla="*/ 41248 h 10435941"/>
                  <a:gd name="connsiteX41-48935" fmla="*/ 7896540 w 10476249"/>
                  <a:gd name="connsiteY41-48936" fmla="*/ 128753 h 10435941"/>
                  <a:gd name="connsiteX42-48937" fmla="*/ 8298322 w 10476249"/>
                  <a:gd name="connsiteY42-48938" fmla="*/ 59481 h 10435941"/>
                  <a:gd name="connsiteX43-48939" fmla="*/ 8632600 w 10476249"/>
                  <a:gd name="connsiteY43-48940" fmla="*/ 396707 h 10435941"/>
                  <a:gd name="connsiteX44-48941" fmla="*/ 8894067 w 10476249"/>
                  <a:gd name="connsiteY44-48942" fmla="*/ 544390 h 10435941"/>
                  <a:gd name="connsiteX45-48943" fmla="*/ 9132327 w 10476249"/>
                  <a:gd name="connsiteY45-48944" fmla="*/ 420846 h 10435941"/>
                  <a:gd name="connsiteX46-48945" fmla="*/ 9358560 w 10476249"/>
                  <a:gd name="connsiteY46-48946" fmla="*/ 466363 h 10435941"/>
                  <a:gd name="connsiteX47-48947" fmla="*/ 9503667 w 10476249"/>
                  <a:gd name="connsiteY47-48948" fmla="*/ 367819 h 10435941"/>
                  <a:gd name="connsiteX48-48949" fmla="*/ 9631896 w 10476249"/>
                  <a:gd name="connsiteY48-48950" fmla="*/ 369587 h 10435941"/>
                  <a:gd name="connsiteX49-48951" fmla="*/ 9988577 w 10476249"/>
                  <a:gd name="connsiteY49-48952" fmla="*/ 793772 h 10435941"/>
                  <a:gd name="connsiteX50-48953" fmla="*/ 10224104 w 10476249"/>
                  <a:gd name="connsiteY50-48954" fmla="*/ 987735 h 10435941"/>
                  <a:gd name="connsiteX51-48955" fmla="*/ 10210249 w 10476249"/>
                  <a:gd name="connsiteY51-48956" fmla="*/ 1250972 h 10435941"/>
                  <a:gd name="connsiteX52-48957" fmla="*/ 10224104 w 10476249"/>
                  <a:gd name="connsiteY52-48958" fmla="*/ 1444935 h 10435941"/>
                  <a:gd name="connsiteX53-48959" fmla="*/ 10228661 w 10476249"/>
                  <a:gd name="connsiteY53-48960" fmla="*/ 1580249 h 10435941"/>
                  <a:gd name="connsiteX54-48961" fmla="*/ 10476249 w 10476249"/>
                  <a:gd name="connsiteY54-48962" fmla="*/ 1753897 h 10435941"/>
                  <a:gd name="connsiteX55-48963" fmla="*/ 10063524 w 10476249"/>
                  <a:gd name="connsiteY55-48964" fmla="*/ 2207269 h 10435941"/>
                  <a:gd name="connsiteX56-48965" fmla="*/ 9766904 w 10476249"/>
                  <a:gd name="connsiteY56-48966" fmla="*/ 2497881 h 10435941"/>
                  <a:gd name="connsiteX57-48967" fmla="*/ 9565650 w 10476249"/>
                  <a:gd name="connsiteY57-48968" fmla="*/ 3426134 h 10435941"/>
                  <a:gd name="connsiteX58-48969" fmla="*/ 9518072 w 10476249"/>
                  <a:gd name="connsiteY58-48970" fmla="*/ 3685207 h 10435941"/>
                  <a:gd name="connsiteX59-48971" fmla="*/ 9351267 w 10476249"/>
                  <a:gd name="connsiteY59-48972" fmla="*/ 3911044 h 10435941"/>
                  <a:gd name="connsiteX60-48973" fmla="*/ 9295849 w 10476249"/>
                  <a:gd name="connsiteY60-48974" fmla="*/ 4077299 h 10435941"/>
                  <a:gd name="connsiteX61-48975" fmla="*/ 9222017 w 10476249"/>
                  <a:gd name="connsiteY61-48976" fmla="*/ 4285117 h 10435941"/>
                  <a:gd name="connsiteX62-48977" fmla="*/ 9190850 w 10476249"/>
                  <a:gd name="connsiteY62-48978" fmla="*/ 4430122 h 10435941"/>
                  <a:gd name="connsiteX63-48979" fmla="*/ 9323558 w 10476249"/>
                  <a:gd name="connsiteY63-48980" fmla="*/ 4659190 h 10435941"/>
                  <a:gd name="connsiteX64-48981" fmla="*/ 9367775 w 10476249"/>
                  <a:gd name="connsiteY64-48982" fmla="*/ 4915057 h 10435941"/>
                  <a:gd name="connsiteX65-48983" fmla="*/ 9383534 w 10476249"/>
                  <a:gd name="connsiteY65-48984" fmla="*/ 5208060 h 10435941"/>
                  <a:gd name="connsiteX66-48985" fmla="*/ 9368954 w 10476249"/>
                  <a:gd name="connsiteY66-48986" fmla="*/ 5615153 h 10435941"/>
                  <a:gd name="connsiteX67-48987" fmla="*/ 9504218 w 10476249"/>
                  <a:gd name="connsiteY67-48988" fmla="*/ 5975373 h 10435941"/>
                  <a:gd name="connsiteX68-48989" fmla="*/ 9526091 w 10476249"/>
                  <a:gd name="connsiteY68-48990" fmla="*/ 6403714 h 10435941"/>
                  <a:gd name="connsiteX69-48991" fmla="*/ 9919304 w 10476249"/>
                  <a:gd name="connsiteY69-48992" fmla="*/ 6862062 h 10435941"/>
                  <a:gd name="connsiteX70-48993" fmla="*/ 10037669 w 10476249"/>
                  <a:gd name="connsiteY70-48994" fmla="*/ 7221396 h 10435941"/>
                  <a:gd name="connsiteX71-48995" fmla="*/ 10218503 w 10476249"/>
                  <a:gd name="connsiteY71-48996" fmla="*/ 7514995 h 10435941"/>
                  <a:gd name="connsiteX72-48997" fmla="*/ 9656067 w 10476249"/>
                  <a:gd name="connsiteY72-48998" fmla="*/ 7540935 h 10435941"/>
                  <a:gd name="connsiteX73-48999" fmla="*/ 9159682 w 10476249"/>
                  <a:gd name="connsiteY73-49000" fmla="*/ 7651772 h 10435941"/>
                  <a:gd name="connsiteX74-49001" fmla="*/ 9114466 w 10476249"/>
                  <a:gd name="connsiteY74-49002" fmla="*/ 7790317 h 10435941"/>
                  <a:gd name="connsiteX75-49003" fmla="*/ 9004904 w 10476249"/>
                  <a:gd name="connsiteY75-49004" fmla="*/ 7998135 h 10435941"/>
                  <a:gd name="connsiteX76-49005" fmla="*/ 8919418 w 10476249"/>
                  <a:gd name="connsiteY76-49006" fmla="*/ 8085908 h 10435941"/>
                  <a:gd name="connsiteX77-49007" fmla="*/ 9022382 w 10476249"/>
                  <a:gd name="connsiteY77-49008" fmla="*/ 8313437 h 10435941"/>
                  <a:gd name="connsiteX78-49009" fmla="*/ 9013154 w 10476249"/>
                  <a:gd name="connsiteY78-49010" fmla="*/ 8524608 h 10435941"/>
                  <a:gd name="connsiteX79-49011" fmla="*/ 8979264 w 10476249"/>
                  <a:gd name="connsiteY79-49012" fmla="*/ 8758113 h 10435941"/>
                  <a:gd name="connsiteX80-49013" fmla="*/ 8977195 w 10476249"/>
                  <a:gd name="connsiteY80-49014" fmla="*/ 8967953 h 10435941"/>
                  <a:gd name="connsiteX81-49015" fmla="*/ 8880213 w 10476249"/>
                  <a:gd name="connsiteY81-49016" fmla="*/ 9272753 h 10435941"/>
                  <a:gd name="connsiteX82-49017" fmla="*/ 8907923 w 10476249"/>
                  <a:gd name="connsiteY82-49018" fmla="*/ 9578490 h 10435941"/>
                  <a:gd name="connsiteX83-49019" fmla="*/ 9124310 w 10476249"/>
                  <a:gd name="connsiteY83-49020" fmla="*/ 9750056 h 10435941"/>
                  <a:gd name="connsiteX84-49021" fmla="*/ 9217384 w 10476249"/>
                  <a:gd name="connsiteY84-49022" fmla="*/ 9890275 h 10435941"/>
                  <a:gd name="connsiteX85-49023" fmla="*/ 9448465 w 10476249"/>
                  <a:gd name="connsiteY85-49024" fmla="*/ 9929452 h 10435941"/>
                  <a:gd name="connsiteX86-49025" fmla="*/ 9457627 w 10476249"/>
                  <a:gd name="connsiteY86-49026" fmla="*/ 9818955 h 10435941"/>
                  <a:gd name="connsiteX87-49027" fmla="*/ 9606341 w 10476249"/>
                  <a:gd name="connsiteY87-49028" fmla="*/ 9758904 h 10435941"/>
                  <a:gd name="connsiteX88-49029" fmla="*/ 9617859 w 10476249"/>
                  <a:gd name="connsiteY88-49030" fmla="*/ 10334695 h 10435941"/>
                  <a:gd name="connsiteX89-49031" fmla="*/ 9490259 w 10476249"/>
                  <a:gd name="connsiteY89-49032" fmla="*/ 10338313 h 10435941"/>
                  <a:gd name="connsiteX90-49033" fmla="*/ 9314175 w 10476249"/>
                  <a:gd name="connsiteY90-49034" fmla="*/ 10427202 h 10435941"/>
                  <a:gd name="connsiteX91-49035" fmla="*/ 9189815 w 10476249"/>
                  <a:gd name="connsiteY91-49036" fmla="*/ 10435941 h 10435941"/>
                  <a:gd name="connsiteX92-49037" fmla="*/ 9050829 w 10476249"/>
                  <a:gd name="connsiteY92-49038" fmla="*/ 10122103 h 10435941"/>
                  <a:gd name="connsiteX93-49039" fmla="*/ 8939914 w 10476249"/>
                  <a:gd name="connsiteY93-49040" fmla="*/ 10072174 h 10435941"/>
                  <a:gd name="connsiteX94-49041" fmla="*/ 8778870 w 10476249"/>
                  <a:gd name="connsiteY94-49042" fmla="*/ 9863725 h 10435941"/>
                  <a:gd name="connsiteX95-49043" fmla="*/ 8465017 w 10476249"/>
                  <a:gd name="connsiteY95-49044" fmla="*/ 9748287 h 10435941"/>
                  <a:gd name="connsiteX96-49045" fmla="*/ 8345018 w 10476249"/>
                  <a:gd name="connsiteY96-49046" fmla="*/ 9651431 h 10435941"/>
                  <a:gd name="connsiteX97-49047" fmla="*/ 8270613 w 10476249"/>
                  <a:gd name="connsiteY97-49048" fmla="*/ 9480572 h 10435941"/>
                  <a:gd name="connsiteX98-49049" fmla="*/ 8229159 w 10476249"/>
                  <a:gd name="connsiteY98-49050" fmla="*/ 9374254 h 10435941"/>
                  <a:gd name="connsiteX99-49051" fmla="*/ 8132067 w 10476249"/>
                  <a:gd name="connsiteY99-49052" fmla="*/ 9355881 h 10435941"/>
                  <a:gd name="connsiteX100-49053" fmla="*/ 8076649 w 10476249"/>
                  <a:gd name="connsiteY100-49054" fmla="*/ 9577553 h 10435941"/>
                  <a:gd name="connsiteX101-49055" fmla="*/ 7933959 w 10476249"/>
                  <a:gd name="connsiteY101-49056" fmla="*/ 9610939 h 10435941"/>
                  <a:gd name="connsiteX102-49057" fmla="*/ 7580779 w 10476249"/>
                  <a:gd name="connsiteY102-49058" fmla="*/ 9552340 h 10435941"/>
                  <a:gd name="connsiteX103-49059" fmla="*/ 7442474 w 10476249"/>
                  <a:gd name="connsiteY103-49060" fmla="*/ 9485198 h 10435941"/>
                  <a:gd name="connsiteX104-49061" fmla="*/ 7250179 w 10476249"/>
                  <a:gd name="connsiteY104-49062" fmla="*/ 9449904 h 10435941"/>
                  <a:gd name="connsiteX105-49063" fmla="*/ 7156996 w 10476249"/>
                  <a:gd name="connsiteY105-49064" fmla="*/ 9200180 h 10435941"/>
                  <a:gd name="connsiteX106-49065" fmla="*/ 6940577 w 10476249"/>
                  <a:gd name="connsiteY106-49066" fmla="*/ 9189626 h 10435941"/>
                  <a:gd name="connsiteX107-49067" fmla="*/ 6659679 w 10476249"/>
                  <a:gd name="connsiteY107-49068" fmla="*/ 9285034 h 10435941"/>
                  <a:gd name="connsiteX108-49069" fmla="*/ 6664954 w 10476249"/>
                  <a:gd name="connsiteY108-49070" fmla="*/ 9099745 h 10435941"/>
                  <a:gd name="connsiteX109-49071" fmla="*/ 6538463 w 10476249"/>
                  <a:gd name="connsiteY109-49072" fmla="*/ 9013951 h 10435941"/>
                  <a:gd name="connsiteX110-49073" fmla="*/ 6414104 w 10476249"/>
                  <a:gd name="connsiteY110-49074" fmla="*/ 8954099 h 10435941"/>
                  <a:gd name="connsiteX111-49075" fmla="*/ 6311517 w 10476249"/>
                  <a:gd name="connsiteY111-49076" fmla="*/ 9057307 h 10435941"/>
                  <a:gd name="connsiteX112-49077" fmla="*/ 6153358 w 10476249"/>
                  <a:gd name="connsiteY112-49078" fmla="*/ 8978227 h 10435941"/>
                  <a:gd name="connsiteX113-49079" fmla="*/ 5987727 w 10476249"/>
                  <a:gd name="connsiteY113-49080" fmla="*/ 9093734 h 10435941"/>
                  <a:gd name="connsiteX114-49081" fmla="*/ 5721485 w 10476249"/>
                  <a:gd name="connsiteY114-49082" fmla="*/ 9101726 h 10435941"/>
                  <a:gd name="connsiteX115-49083" fmla="*/ 5660355 w 10476249"/>
                  <a:gd name="connsiteY115-49084" fmla="*/ 9081904 h 10435941"/>
                  <a:gd name="connsiteX116-49085" fmla="*/ 5493010 w 10476249"/>
                  <a:gd name="connsiteY116-49086" fmla="*/ 9128137 h 10435941"/>
                  <a:gd name="connsiteX117-49087" fmla="*/ 5491454 w 10476249"/>
                  <a:gd name="connsiteY117-49088" fmla="*/ 8870972 h 10435941"/>
                  <a:gd name="connsiteX118-49089" fmla="*/ 5491452 w 10476249"/>
                  <a:gd name="connsiteY118-49090" fmla="*/ 8634977 h 10435941"/>
                  <a:gd name="connsiteX119-49091" fmla="*/ 5275804 w 10476249"/>
                  <a:gd name="connsiteY119-49092" fmla="*/ 8324085 h 10435941"/>
                  <a:gd name="connsiteX120-49093" fmla="*/ 5215919 w 10476249"/>
                  <a:gd name="connsiteY120-49094" fmla="*/ 8082820 h 10435941"/>
                  <a:gd name="connsiteX121-49095" fmla="*/ 5302626 w 10476249"/>
                  <a:gd name="connsiteY121-49096" fmla="*/ 7610208 h 10435941"/>
                  <a:gd name="connsiteX122-49097" fmla="*/ 5186654 w 10476249"/>
                  <a:gd name="connsiteY122-49098" fmla="*/ 7320352 h 10435941"/>
                  <a:gd name="connsiteX123-49099" fmla="*/ 5236467 w 10476249"/>
                  <a:gd name="connsiteY123-49100" fmla="*/ 7069881 h 10435941"/>
                  <a:gd name="connsiteX124-49101" fmla="*/ 5240494 w 10476249"/>
                  <a:gd name="connsiteY124-49102" fmla="*/ 6935795 h 10435941"/>
                  <a:gd name="connsiteX125-49103" fmla="*/ 4563198 w 10476249"/>
                  <a:gd name="connsiteY125-49104" fmla="*/ 7013996 h 10435941"/>
                  <a:gd name="connsiteX126-49105" fmla="*/ 4546078 w 10476249"/>
                  <a:gd name="connsiteY126-49106" fmla="*/ 6840580 h 10435941"/>
                  <a:gd name="connsiteX127-49107" fmla="*/ 4482099 w 10476249"/>
                  <a:gd name="connsiteY127-49108" fmla="*/ 6706626 h 10435941"/>
                  <a:gd name="connsiteX128-49109" fmla="*/ 4312585 w 10476249"/>
                  <a:gd name="connsiteY128-49110" fmla="*/ 6826329 h 10435941"/>
                  <a:gd name="connsiteX129-49111" fmla="*/ 3996939 w 10476249"/>
                  <a:gd name="connsiteY129-49112" fmla="*/ 6862493 h 10435941"/>
                  <a:gd name="connsiteX130-49113" fmla="*/ 3961849 w 10476249"/>
                  <a:gd name="connsiteY130-49114" fmla="*/ 7069881 h 10435941"/>
                  <a:gd name="connsiteX131-49115" fmla="*/ 3918262 w 10476249"/>
                  <a:gd name="connsiteY131-49116" fmla="*/ 7281279 h 10435941"/>
                  <a:gd name="connsiteX132-49117" fmla="*/ 3869750 w 10476249"/>
                  <a:gd name="connsiteY132-49118" fmla="*/ 7403480 h 10435941"/>
                  <a:gd name="connsiteX133-49119" fmla="*/ 3558094 w 10476249"/>
                  <a:gd name="connsiteY133-49120" fmla="*/ 7365450 h 10435941"/>
                  <a:gd name="connsiteX134-49121" fmla="*/ 3296831 w 10476249"/>
                  <a:gd name="connsiteY134-49122" fmla="*/ 7402390 h 10435941"/>
                  <a:gd name="connsiteX135-49123" fmla="*/ 2911715 w 10476249"/>
                  <a:gd name="connsiteY135-49124" fmla="*/ 7451307 h 10435941"/>
                  <a:gd name="connsiteX136-49125" fmla="*/ 2733706 w 10476249"/>
                  <a:gd name="connsiteY136-49126" fmla="*/ 7166777 h 10435941"/>
                  <a:gd name="connsiteX137-49127" fmla="*/ 2571924 w 10476249"/>
                  <a:gd name="connsiteY137-49128" fmla="*/ 6908102 h 10435941"/>
                  <a:gd name="connsiteX138-49129" fmla="*/ 2391703 w 10476249"/>
                  <a:gd name="connsiteY138-49130" fmla="*/ 6257406 h 10435941"/>
                  <a:gd name="connsiteX139-49131" fmla="*/ 2313158 w 10476249"/>
                  <a:gd name="connsiteY139-49132" fmla="*/ 6224753 h 10435941"/>
                  <a:gd name="connsiteX140-49133" fmla="*/ 1648140 w 10476249"/>
                  <a:gd name="connsiteY140-49134" fmla="*/ 6197044 h 10435941"/>
                  <a:gd name="connsiteX141-49135" fmla="*/ 1218649 w 10476249"/>
                  <a:gd name="connsiteY141-49136" fmla="*/ 6197044 h 10435941"/>
                  <a:gd name="connsiteX142-49137" fmla="*/ 1025455 w 10476249"/>
                  <a:gd name="connsiteY142-49138" fmla="*/ 6178798 h 10435941"/>
                  <a:gd name="connsiteX143-49139" fmla="*/ 692177 w 10476249"/>
                  <a:gd name="connsiteY143-49140" fmla="*/ 6210899 h 10435941"/>
                  <a:gd name="connsiteX144-49141" fmla="*/ 368390 w 10476249"/>
                  <a:gd name="connsiteY144-49142" fmla="*/ 6137320 h 10435941"/>
                  <a:gd name="connsiteX145-49143" fmla="*/ 132975 w 10476249"/>
                  <a:gd name="connsiteY145-49144" fmla="*/ 6294321 h 10435941"/>
                  <a:gd name="connsiteX146-49145" fmla="*/ 0 w 10476249"/>
                  <a:gd name="connsiteY146-49146" fmla="*/ 6169546 h 10435941"/>
                  <a:gd name="connsiteX0-49147" fmla="*/ 0 w 10476249"/>
                  <a:gd name="connsiteY0-49148" fmla="*/ 6169546 h 10435941"/>
                  <a:gd name="connsiteX1-49149" fmla="*/ 93009 w 10476249"/>
                  <a:gd name="connsiteY1-49150" fmla="*/ 6131120 h 10435941"/>
                  <a:gd name="connsiteX2-49151" fmla="*/ 114648 w 10476249"/>
                  <a:gd name="connsiteY2-49152" fmla="*/ 5799866 h 10435941"/>
                  <a:gd name="connsiteX3-49153" fmla="*/ 387377 w 10476249"/>
                  <a:gd name="connsiteY3-49154" fmla="*/ 5532026 h 10435941"/>
                  <a:gd name="connsiteX4-49155" fmla="*/ 636758 w 10476249"/>
                  <a:gd name="connsiteY4-49156" fmla="*/ 5670572 h 10435941"/>
                  <a:gd name="connsiteX5-49157" fmla="*/ 844577 w 10476249"/>
                  <a:gd name="connsiteY5-49158" fmla="*/ 5504317 h 10435941"/>
                  <a:gd name="connsiteX6-49159" fmla="*/ 983122 w 10476249"/>
                  <a:gd name="connsiteY6-49160" fmla="*/ 5351917 h 10435941"/>
                  <a:gd name="connsiteX7-49161" fmla="*/ 1066249 w 10476249"/>
                  <a:gd name="connsiteY7-49162" fmla="*/ 5435044 h 10435941"/>
                  <a:gd name="connsiteX8-49163" fmla="*/ 1169664 w 10476249"/>
                  <a:gd name="connsiteY8-49164" fmla="*/ 5366848 h 10435941"/>
                  <a:gd name="connsiteX9-49165" fmla="*/ 1197154 w 10476249"/>
                  <a:gd name="connsiteY9-49166" fmla="*/ 5518783 h 10435941"/>
                  <a:gd name="connsiteX10-49167" fmla="*/ 1254907 w 10476249"/>
                  <a:gd name="connsiteY10-49168" fmla="*/ 5679710 h 10435941"/>
                  <a:gd name="connsiteX11-49169" fmla="*/ 1508711 w 10476249"/>
                  <a:gd name="connsiteY11-49170" fmla="*/ 5481030 h 10435941"/>
                  <a:gd name="connsiteX12-49171" fmla="*/ 1717413 w 10476249"/>
                  <a:gd name="connsiteY12-49172" fmla="*/ 5296499 h 10435941"/>
                  <a:gd name="connsiteX13-49173" fmla="*/ 2008358 w 10476249"/>
                  <a:gd name="connsiteY13-49174" fmla="*/ 5060972 h 10435941"/>
                  <a:gd name="connsiteX14-49175" fmla="*/ 2105340 w 10476249"/>
                  <a:gd name="connsiteY14-49176" fmla="*/ 4631481 h 10435941"/>
                  <a:gd name="connsiteX15-49177" fmla="*/ 2158106 w 10476249"/>
                  <a:gd name="connsiteY15-49178" fmla="*/ 4164848 h 10435941"/>
                  <a:gd name="connsiteX16-49179" fmla="*/ 2340867 w 10476249"/>
                  <a:gd name="connsiteY16-49180" fmla="*/ 3855626 h 10435941"/>
                  <a:gd name="connsiteX17-49181" fmla="*/ 2738092 w 10476249"/>
                  <a:gd name="connsiteY17-49182" fmla="*/ 3475092 h 10435941"/>
                  <a:gd name="connsiteX18-49183" fmla="*/ 2964322 w 10476249"/>
                  <a:gd name="connsiteY18-49184" fmla="*/ 3259881 h 10435941"/>
                  <a:gd name="connsiteX19-49185" fmla="*/ 2992031 w 10476249"/>
                  <a:gd name="connsiteY19-49186" fmla="*/ 2816535 h 10435941"/>
                  <a:gd name="connsiteX20-49187" fmla="*/ 3061304 w 10476249"/>
                  <a:gd name="connsiteY20-49188" fmla="*/ 2525590 h 10435941"/>
                  <a:gd name="connsiteX21-49189" fmla="*/ 3061304 w 10476249"/>
                  <a:gd name="connsiteY21-49190" fmla="*/ 2317772 h 10435941"/>
                  <a:gd name="connsiteX22-49191" fmla="*/ 3199849 w 10476249"/>
                  <a:gd name="connsiteY22-49192" fmla="*/ 1985262 h 10435941"/>
                  <a:gd name="connsiteX23-49193" fmla="*/ 3199849 w 10476249"/>
                  <a:gd name="connsiteY23-49194" fmla="*/ 1694317 h 10435941"/>
                  <a:gd name="connsiteX24-49195" fmla="*/ 3499049 w 10476249"/>
                  <a:gd name="connsiteY24-49196" fmla="*/ 1126281 h 10435941"/>
                  <a:gd name="connsiteX25-49197" fmla="*/ 3449231 w 10476249"/>
                  <a:gd name="connsiteY25-49198" fmla="*/ 752208 h 10435941"/>
                  <a:gd name="connsiteX26-49199" fmla="*/ 3476940 w 10476249"/>
                  <a:gd name="connsiteY26-49200" fmla="*/ 544390 h 10435941"/>
                  <a:gd name="connsiteX27-49201" fmla="*/ 3809449 w 10476249"/>
                  <a:gd name="connsiteY27-49202" fmla="*/ 184172 h 10435941"/>
                  <a:gd name="connsiteX28-49203" fmla="*/ 4003413 w 10476249"/>
                  <a:gd name="connsiteY28-49204" fmla="*/ 59481 h 10435941"/>
                  <a:gd name="connsiteX29-49205" fmla="*/ 4419049 w 10476249"/>
                  <a:gd name="connsiteY29-49206" fmla="*/ 295008 h 10435941"/>
                  <a:gd name="connsiteX30-49207" fmla="*/ 4585304 w 10476249"/>
                  <a:gd name="connsiteY30-49208" fmla="*/ 488972 h 10435941"/>
                  <a:gd name="connsiteX31-49209" fmla="*/ 5056358 w 10476249"/>
                  <a:gd name="connsiteY31-49210" fmla="*/ 544390 h 10435941"/>
                  <a:gd name="connsiteX32-49211" fmla="*/ 5376782 w 10476249"/>
                  <a:gd name="connsiteY32-49212" fmla="*/ 603639 h 10435941"/>
                  <a:gd name="connsiteX33-49213" fmla="*/ 5554237 w 10476249"/>
                  <a:gd name="connsiteY33-49214" fmla="*/ 588271 h 10435941"/>
                  <a:gd name="connsiteX34-49215" fmla="*/ 5846067 w 10476249"/>
                  <a:gd name="connsiteY34-49216" fmla="*/ 281153 h 10435941"/>
                  <a:gd name="connsiteX35-49217" fmla="*/ 6109304 w 10476249"/>
                  <a:gd name="connsiteY35-49218" fmla="*/ 322717 h 10435941"/>
                  <a:gd name="connsiteX36-49219" fmla="*/ 6527495 w 10476249"/>
                  <a:gd name="connsiteY36-49220" fmla="*/ 168233 h 10435941"/>
                  <a:gd name="connsiteX37-49221" fmla="*/ 6667317 w 10476249"/>
                  <a:gd name="connsiteY37-49222" fmla="*/ 107503 h 10435941"/>
                  <a:gd name="connsiteX38-49223" fmla="*/ 6997273 w 10476249"/>
                  <a:gd name="connsiteY38-49224" fmla="*/ 198026 h 10435941"/>
                  <a:gd name="connsiteX39-49225" fmla="*/ 7217667 w 10476249"/>
                  <a:gd name="connsiteY39-49226" fmla="*/ 17917 h 10435941"/>
                  <a:gd name="connsiteX40-49227" fmla="*/ 7364702 w 10476249"/>
                  <a:gd name="connsiteY40-49228" fmla="*/ 0 h 10435941"/>
                  <a:gd name="connsiteX41-49229" fmla="*/ 7586454 w 10476249"/>
                  <a:gd name="connsiteY41-49230" fmla="*/ 41248 h 10435941"/>
                  <a:gd name="connsiteX42-49231" fmla="*/ 7896540 w 10476249"/>
                  <a:gd name="connsiteY42-49232" fmla="*/ 128753 h 10435941"/>
                  <a:gd name="connsiteX43-49233" fmla="*/ 8298322 w 10476249"/>
                  <a:gd name="connsiteY43-49234" fmla="*/ 59481 h 10435941"/>
                  <a:gd name="connsiteX44-49235" fmla="*/ 8632600 w 10476249"/>
                  <a:gd name="connsiteY44-49236" fmla="*/ 396707 h 10435941"/>
                  <a:gd name="connsiteX45-49237" fmla="*/ 8894067 w 10476249"/>
                  <a:gd name="connsiteY45-49238" fmla="*/ 544390 h 10435941"/>
                  <a:gd name="connsiteX46-49239" fmla="*/ 9132327 w 10476249"/>
                  <a:gd name="connsiteY46-49240" fmla="*/ 420846 h 10435941"/>
                  <a:gd name="connsiteX47-49241" fmla="*/ 9358560 w 10476249"/>
                  <a:gd name="connsiteY47-49242" fmla="*/ 466363 h 10435941"/>
                  <a:gd name="connsiteX48-49243" fmla="*/ 9503667 w 10476249"/>
                  <a:gd name="connsiteY48-49244" fmla="*/ 367819 h 10435941"/>
                  <a:gd name="connsiteX49-49245" fmla="*/ 9631896 w 10476249"/>
                  <a:gd name="connsiteY49-49246" fmla="*/ 369587 h 10435941"/>
                  <a:gd name="connsiteX50-49247" fmla="*/ 9988577 w 10476249"/>
                  <a:gd name="connsiteY50-49248" fmla="*/ 793772 h 10435941"/>
                  <a:gd name="connsiteX51-49249" fmla="*/ 10224104 w 10476249"/>
                  <a:gd name="connsiteY51-49250" fmla="*/ 987735 h 10435941"/>
                  <a:gd name="connsiteX52-49251" fmla="*/ 10210249 w 10476249"/>
                  <a:gd name="connsiteY52-49252" fmla="*/ 1250972 h 10435941"/>
                  <a:gd name="connsiteX53-49253" fmla="*/ 10224104 w 10476249"/>
                  <a:gd name="connsiteY53-49254" fmla="*/ 1444935 h 10435941"/>
                  <a:gd name="connsiteX54-49255" fmla="*/ 10228661 w 10476249"/>
                  <a:gd name="connsiteY54-49256" fmla="*/ 1580249 h 10435941"/>
                  <a:gd name="connsiteX55-49257" fmla="*/ 10476249 w 10476249"/>
                  <a:gd name="connsiteY55-49258" fmla="*/ 1753897 h 10435941"/>
                  <a:gd name="connsiteX56-49259" fmla="*/ 10063524 w 10476249"/>
                  <a:gd name="connsiteY56-49260" fmla="*/ 2207269 h 10435941"/>
                  <a:gd name="connsiteX57-49261" fmla="*/ 9766904 w 10476249"/>
                  <a:gd name="connsiteY57-49262" fmla="*/ 2497881 h 10435941"/>
                  <a:gd name="connsiteX58-49263" fmla="*/ 9565650 w 10476249"/>
                  <a:gd name="connsiteY58-49264" fmla="*/ 3426134 h 10435941"/>
                  <a:gd name="connsiteX59-49265" fmla="*/ 9518072 w 10476249"/>
                  <a:gd name="connsiteY59-49266" fmla="*/ 3685207 h 10435941"/>
                  <a:gd name="connsiteX60-49267" fmla="*/ 9351267 w 10476249"/>
                  <a:gd name="connsiteY60-49268" fmla="*/ 3911044 h 10435941"/>
                  <a:gd name="connsiteX61-49269" fmla="*/ 9295849 w 10476249"/>
                  <a:gd name="connsiteY61-49270" fmla="*/ 4077299 h 10435941"/>
                  <a:gd name="connsiteX62-49271" fmla="*/ 9222017 w 10476249"/>
                  <a:gd name="connsiteY62-49272" fmla="*/ 4285117 h 10435941"/>
                  <a:gd name="connsiteX63-49273" fmla="*/ 9190850 w 10476249"/>
                  <a:gd name="connsiteY63-49274" fmla="*/ 4430122 h 10435941"/>
                  <a:gd name="connsiteX64-49275" fmla="*/ 9323558 w 10476249"/>
                  <a:gd name="connsiteY64-49276" fmla="*/ 4659190 h 10435941"/>
                  <a:gd name="connsiteX65-49277" fmla="*/ 9367775 w 10476249"/>
                  <a:gd name="connsiteY65-49278" fmla="*/ 4915057 h 10435941"/>
                  <a:gd name="connsiteX66-49279" fmla="*/ 9383534 w 10476249"/>
                  <a:gd name="connsiteY66-49280" fmla="*/ 5208060 h 10435941"/>
                  <a:gd name="connsiteX67-49281" fmla="*/ 9368954 w 10476249"/>
                  <a:gd name="connsiteY67-49282" fmla="*/ 5615153 h 10435941"/>
                  <a:gd name="connsiteX68-49283" fmla="*/ 9504218 w 10476249"/>
                  <a:gd name="connsiteY68-49284" fmla="*/ 5975373 h 10435941"/>
                  <a:gd name="connsiteX69-49285" fmla="*/ 9526091 w 10476249"/>
                  <a:gd name="connsiteY69-49286" fmla="*/ 6403714 h 10435941"/>
                  <a:gd name="connsiteX70-49287" fmla="*/ 9919304 w 10476249"/>
                  <a:gd name="connsiteY70-49288" fmla="*/ 6862062 h 10435941"/>
                  <a:gd name="connsiteX71-49289" fmla="*/ 10037669 w 10476249"/>
                  <a:gd name="connsiteY71-49290" fmla="*/ 7221396 h 10435941"/>
                  <a:gd name="connsiteX72-49291" fmla="*/ 10218503 w 10476249"/>
                  <a:gd name="connsiteY72-49292" fmla="*/ 7514995 h 10435941"/>
                  <a:gd name="connsiteX73-49293" fmla="*/ 9656067 w 10476249"/>
                  <a:gd name="connsiteY73-49294" fmla="*/ 7540935 h 10435941"/>
                  <a:gd name="connsiteX74-49295" fmla="*/ 9159682 w 10476249"/>
                  <a:gd name="connsiteY74-49296" fmla="*/ 7651772 h 10435941"/>
                  <a:gd name="connsiteX75-49297" fmla="*/ 9114466 w 10476249"/>
                  <a:gd name="connsiteY75-49298" fmla="*/ 7790317 h 10435941"/>
                  <a:gd name="connsiteX76-49299" fmla="*/ 9004904 w 10476249"/>
                  <a:gd name="connsiteY76-49300" fmla="*/ 7998135 h 10435941"/>
                  <a:gd name="connsiteX77-49301" fmla="*/ 8919418 w 10476249"/>
                  <a:gd name="connsiteY77-49302" fmla="*/ 8085908 h 10435941"/>
                  <a:gd name="connsiteX78-49303" fmla="*/ 9022382 w 10476249"/>
                  <a:gd name="connsiteY78-49304" fmla="*/ 8313437 h 10435941"/>
                  <a:gd name="connsiteX79-49305" fmla="*/ 9013154 w 10476249"/>
                  <a:gd name="connsiteY79-49306" fmla="*/ 8524608 h 10435941"/>
                  <a:gd name="connsiteX80-49307" fmla="*/ 8979264 w 10476249"/>
                  <a:gd name="connsiteY80-49308" fmla="*/ 8758113 h 10435941"/>
                  <a:gd name="connsiteX81-49309" fmla="*/ 8977195 w 10476249"/>
                  <a:gd name="connsiteY81-49310" fmla="*/ 8967953 h 10435941"/>
                  <a:gd name="connsiteX82-49311" fmla="*/ 8880213 w 10476249"/>
                  <a:gd name="connsiteY82-49312" fmla="*/ 9272753 h 10435941"/>
                  <a:gd name="connsiteX83-49313" fmla="*/ 8907923 w 10476249"/>
                  <a:gd name="connsiteY83-49314" fmla="*/ 9578490 h 10435941"/>
                  <a:gd name="connsiteX84-49315" fmla="*/ 9124310 w 10476249"/>
                  <a:gd name="connsiteY84-49316" fmla="*/ 9750056 h 10435941"/>
                  <a:gd name="connsiteX85-49317" fmla="*/ 9217384 w 10476249"/>
                  <a:gd name="connsiteY85-49318" fmla="*/ 9890275 h 10435941"/>
                  <a:gd name="connsiteX86-49319" fmla="*/ 9448465 w 10476249"/>
                  <a:gd name="connsiteY86-49320" fmla="*/ 9929452 h 10435941"/>
                  <a:gd name="connsiteX87-49321" fmla="*/ 9457627 w 10476249"/>
                  <a:gd name="connsiteY87-49322" fmla="*/ 9818955 h 10435941"/>
                  <a:gd name="connsiteX88-49323" fmla="*/ 9606341 w 10476249"/>
                  <a:gd name="connsiteY88-49324" fmla="*/ 9758904 h 10435941"/>
                  <a:gd name="connsiteX89-49325" fmla="*/ 9617859 w 10476249"/>
                  <a:gd name="connsiteY89-49326" fmla="*/ 10334695 h 10435941"/>
                  <a:gd name="connsiteX90-49327" fmla="*/ 9490259 w 10476249"/>
                  <a:gd name="connsiteY90-49328" fmla="*/ 10338313 h 10435941"/>
                  <a:gd name="connsiteX91-49329" fmla="*/ 9314175 w 10476249"/>
                  <a:gd name="connsiteY91-49330" fmla="*/ 10427202 h 10435941"/>
                  <a:gd name="connsiteX92-49331" fmla="*/ 9189815 w 10476249"/>
                  <a:gd name="connsiteY92-49332" fmla="*/ 10435941 h 10435941"/>
                  <a:gd name="connsiteX93-49333" fmla="*/ 9050829 w 10476249"/>
                  <a:gd name="connsiteY93-49334" fmla="*/ 10122103 h 10435941"/>
                  <a:gd name="connsiteX94-49335" fmla="*/ 8939914 w 10476249"/>
                  <a:gd name="connsiteY94-49336" fmla="*/ 10072174 h 10435941"/>
                  <a:gd name="connsiteX95-49337" fmla="*/ 8778870 w 10476249"/>
                  <a:gd name="connsiteY95-49338" fmla="*/ 9863725 h 10435941"/>
                  <a:gd name="connsiteX96-49339" fmla="*/ 8465017 w 10476249"/>
                  <a:gd name="connsiteY96-49340" fmla="*/ 9748287 h 10435941"/>
                  <a:gd name="connsiteX97-49341" fmla="*/ 8345018 w 10476249"/>
                  <a:gd name="connsiteY97-49342" fmla="*/ 9651431 h 10435941"/>
                  <a:gd name="connsiteX98-49343" fmla="*/ 8270613 w 10476249"/>
                  <a:gd name="connsiteY98-49344" fmla="*/ 9480572 h 10435941"/>
                  <a:gd name="connsiteX99-49345" fmla="*/ 8229159 w 10476249"/>
                  <a:gd name="connsiteY99-49346" fmla="*/ 9374254 h 10435941"/>
                  <a:gd name="connsiteX100-49347" fmla="*/ 8132067 w 10476249"/>
                  <a:gd name="connsiteY100-49348" fmla="*/ 9355881 h 10435941"/>
                  <a:gd name="connsiteX101-49349" fmla="*/ 8076649 w 10476249"/>
                  <a:gd name="connsiteY101-49350" fmla="*/ 9577553 h 10435941"/>
                  <a:gd name="connsiteX102-49351" fmla="*/ 7933959 w 10476249"/>
                  <a:gd name="connsiteY102-49352" fmla="*/ 9610939 h 10435941"/>
                  <a:gd name="connsiteX103-49353" fmla="*/ 7580779 w 10476249"/>
                  <a:gd name="connsiteY103-49354" fmla="*/ 9552340 h 10435941"/>
                  <a:gd name="connsiteX104-49355" fmla="*/ 7442474 w 10476249"/>
                  <a:gd name="connsiteY104-49356" fmla="*/ 9485198 h 10435941"/>
                  <a:gd name="connsiteX105-49357" fmla="*/ 7250179 w 10476249"/>
                  <a:gd name="connsiteY105-49358" fmla="*/ 9449904 h 10435941"/>
                  <a:gd name="connsiteX106-49359" fmla="*/ 7156996 w 10476249"/>
                  <a:gd name="connsiteY106-49360" fmla="*/ 9200180 h 10435941"/>
                  <a:gd name="connsiteX107-49361" fmla="*/ 6940577 w 10476249"/>
                  <a:gd name="connsiteY107-49362" fmla="*/ 9189626 h 10435941"/>
                  <a:gd name="connsiteX108-49363" fmla="*/ 6659679 w 10476249"/>
                  <a:gd name="connsiteY108-49364" fmla="*/ 9285034 h 10435941"/>
                  <a:gd name="connsiteX109-49365" fmla="*/ 6664954 w 10476249"/>
                  <a:gd name="connsiteY109-49366" fmla="*/ 9099745 h 10435941"/>
                  <a:gd name="connsiteX110-49367" fmla="*/ 6538463 w 10476249"/>
                  <a:gd name="connsiteY110-49368" fmla="*/ 9013951 h 10435941"/>
                  <a:gd name="connsiteX111-49369" fmla="*/ 6414104 w 10476249"/>
                  <a:gd name="connsiteY111-49370" fmla="*/ 8954099 h 10435941"/>
                  <a:gd name="connsiteX112-49371" fmla="*/ 6311517 w 10476249"/>
                  <a:gd name="connsiteY112-49372" fmla="*/ 9057307 h 10435941"/>
                  <a:gd name="connsiteX113-49373" fmla="*/ 6153358 w 10476249"/>
                  <a:gd name="connsiteY113-49374" fmla="*/ 8978227 h 10435941"/>
                  <a:gd name="connsiteX114-49375" fmla="*/ 5987727 w 10476249"/>
                  <a:gd name="connsiteY114-49376" fmla="*/ 9093734 h 10435941"/>
                  <a:gd name="connsiteX115-49377" fmla="*/ 5721485 w 10476249"/>
                  <a:gd name="connsiteY115-49378" fmla="*/ 9101726 h 10435941"/>
                  <a:gd name="connsiteX116-49379" fmla="*/ 5660355 w 10476249"/>
                  <a:gd name="connsiteY116-49380" fmla="*/ 9081904 h 10435941"/>
                  <a:gd name="connsiteX117-49381" fmla="*/ 5493010 w 10476249"/>
                  <a:gd name="connsiteY117-49382" fmla="*/ 9128137 h 10435941"/>
                  <a:gd name="connsiteX118-49383" fmla="*/ 5491454 w 10476249"/>
                  <a:gd name="connsiteY118-49384" fmla="*/ 8870972 h 10435941"/>
                  <a:gd name="connsiteX119-49385" fmla="*/ 5491452 w 10476249"/>
                  <a:gd name="connsiteY119-49386" fmla="*/ 8634977 h 10435941"/>
                  <a:gd name="connsiteX120-49387" fmla="*/ 5275804 w 10476249"/>
                  <a:gd name="connsiteY120-49388" fmla="*/ 8324085 h 10435941"/>
                  <a:gd name="connsiteX121-49389" fmla="*/ 5215919 w 10476249"/>
                  <a:gd name="connsiteY121-49390" fmla="*/ 8082820 h 10435941"/>
                  <a:gd name="connsiteX122-49391" fmla="*/ 5302626 w 10476249"/>
                  <a:gd name="connsiteY122-49392" fmla="*/ 7610208 h 10435941"/>
                  <a:gd name="connsiteX123-49393" fmla="*/ 5186654 w 10476249"/>
                  <a:gd name="connsiteY123-49394" fmla="*/ 7320352 h 10435941"/>
                  <a:gd name="connsiteX124-49395" fmla="*/ 5236467 w 10476249"/>
                  <a:gd name="connsiteY124-49396" fmla="*/ 7069881 h 10435941"/>
                  <a:gd name="connsiteX125-49397" fmla="*/ 5240494 w 10476249"/>
                  <a:gd name="connsiteY125-49398" fmla="*/ 6935795 h 10435941"/>
                  <a:gd name="connsiteX126-49399" fmla="*/ 4563198 w 10476249"/>
                  <a:gd name="connsiteY126-49400" fmla="*/ 7013996 h 10435941"/>
                  <a:gd name="connsiteX127-49401" fmla="*/ 4546078 w 10476249"/>
                  <a:gd name="connsiteY127-49402" fmla="*/ 6840580 h 10435941"/>
                  <a:gd name="connsiteX128-49403" fmla="*/ 4482099 w 10476249"/>
                  <a:gd name="connsiteY128-49404" fmla="*/ 6706626 h 10435941"/>
                  <a:gd name="connsiteX129-49405" fmla="*/ 4312585 w 10476249"/>
                  <a:gd name="connsiteY129-49406" fmla="*/ 6826329 h 10435941"/>
                  <a:gd name="connsiteX130-49407" fmla="*/ 3996939 w 10476249"/>
                  <a:gd name="connsiteY130-49408" fmla="*/ 6862493 h 10435941"/>
                  <a:gd name="connsiteX131-49409" fmla="*/ 3961849 w 10476249"/>
                  <a:gd name="connsiteY131-49410" fmla="*/ 7069881 h 10435941"/>
                  <a:gd name="connsiteX132-49411" fmla="*/ 3918262 w 10476249"/>
                  <a:gd name="connsiteY132-49412" fmla="*/ 7281279 h 10435941"/>
                  <a:gd name="connsiteX133-49413" fmla="*/ 3869750 w 10476249"/>
                  <a:gd name="connsiteY133-49414" fmla="*/ 7403480 h 10435941"/>
                  <a:gd name="connsiteX134-49415" fmla="*/ 3558094 w 10476249"/>
                  <a:gd name="connsiteY134-49416" fmla="*/ 7365450 h 10435941"/>
                  <a:gd name="connsiteX135-49417" fmla="*/ 3296831 w 10476249"/>
                  <a:gd name="connsiteY135-49418" fmla="*/ 7402390 h 10435941"/>
                  <a:gd name="connsiteX136-49419" fmla="*/ 2911715 w 10476249"/>
                  <a:gd name="connsiteY136-49420" fmla="*/ 7451307 h 10435941"/>
                  <a:gd name="connsiteX137-49421" fmla="*/ 2733706 w 10476249"/>
                  <a:gd name="connsiteY137-49422" fmla="*/ 7166777 h 10435941"/>
                  <a:gd name="connsiteX138-49423" fmla="*/ 2571924 w 10476249"/>
                  <a:gd name="connsiteY138-49424" fmla="*/ 6908102 h 10435941"/>
                  <a:gd name="connsiteX139-49425" fmla="*/ 2391703 w 10476249"/>
                  <a:gd name="connsiteY139-49426" fmla="*/ 6257406 h 10435941"/>
                  <a:gd name="connsiteX140-49427" fmla="*/ 2313158 w 10476249"/>
                  <a:gd name="connsiteY140-49428" fmla="*/ 6224753 h 10435941"/>
                  <a:gd name="connsiteX141-49429" fmla="*/ 1648140 w 10476249"/>
                  <a:gd name="connsiteY141-49430" fmla="*/ 6197044 h 10435941"/>
                  <a:gd name="connsiteX142-49431" fmla="*/ 1218649 w 10476249"/>
                  <a:gd name="connsiteY142-49432" fmla="*/ 6197044 h 10435941"/>
                  <a:gd name="connsiteX143-49433" fmla="*/ 1025455 w 10476249"/>
                  <a:gd name="connsiteY143-49434" fmla="*/ 6178798 h 10435941"/>
                  <a:gd name="connsiteX144-49435" fmla="*/ 692177 w 10476249"/>
                  <a:gd name="connsiteY144-49436" fmla="*/ 6210899 h 10435941"/>
                  <a:gd name="connsiteX145-49437" fmla="*/ 368390 w 10476249"/>
                  <a:gd name="connsiteY145-49438" fmla="*/ 6137320 h 10435941"/>
                  <a:gd name="connsiteX146-49439" fmla="*/ 132975 w 10476249"/>
                  <a:gd name="connsiteY146-49440" fmla="*/ 6294321 h 10435941"/>
                  <a:gd name="connsiteX147" fmla="*/ 0 w 10476249"/>
                  <a:gd name="connsiteY147" fmla="*/ 6169546 h 10435941"/>
                  <a:gd name="connsiteX0-49441" fmla="*/ 0 w 10476249"/>
                  <a:gd name="connsiteY0-49442" fmla="*/ 6169546 h 10435941"/>
                  <a:gd name="connsiteX1-49443" fmla="*/ 93009 w 10476249"/>
                  <a:gd name="connsiteY1-49444" fmla="*/ 6131120 h 10435941"/>
                  <a:gd name="connsiteX2-49445" fmla="*/ 114648 w 10476249"/>
                  <a:gd name="connsiteY2-49446" fmla="*/ 5799866 h 10435941"/>
                  <a:gd name="connsiteX3-49447" fmla="*/ 387377 w 10476249"/>
                  <a:gd name="connsiteY3-49448" fmla="*/ 5532026 h 10435941"/>
                  <a:gd name="connsiteX4-49449" fmla="*/ 636758 w 10476249"/>
                  <a:gd name="connsiteY4-49450" fmla="*/ 5670572 h 10435941"/>
                  <a:gd name="connsiteX5-49451" fmla="*/ 844577 w 10476249"/>
                  <a:gd name="connsiteY5-49452" fmla="*/ 5504317 h 10435941"/>
                  <a:gd name="connsiteX6-49453" fmla="*/ 983122 w 10476249"/>
                  <a:gd name="connsiteY6-49454" fmla="*/ 5351917 h 10435941"/>
                  <a:gd name="connsiteX7-49455" fmla="*/ 1066249 w 10476249"/>
                  <a:gd name="connsiteY7-49456" fmla="*/ 5435044 h 10435941"/>
                  <a:gd name="connsiteX8-49457" fmla="*/ 1169664 w 10476249"/>
                  <a:gd name="connsiteY8-49458" fmla="*/ 5366848 h 10435941"/>
                  <a:gd name="connsiteX9-49459" fmla="*/ 1142175 w 10476249"/>
                  <a:gd name="connsiteY9-49460" fmla="*/ 5610864 h 10435941"/>
                  <a:gd name="connsiteX10-49461" fmla="*/ 1254907 w 10476249"/>
                  <a:gd name="connsiteY10-49462" fmla="*/ 5679710 h 10435941"/>
                  <a:gd name="connsiteX11-49463" fmla="*/ 1508711 w 10476249"/>
                  <a:gd name="connsiteY11-49464" fmla="*/ 5481030 h 10435941"/>
                  <a:gd name="connsiteX12-49465" fmla="*/ 1717413 w 10476249"/>
                  <a:gd name="connsiteY12-49466" fmla="*/ 5296499 h 10435941"/>
                  <a:gd name="connsiteX13-49467" fmla="*/ 2008358 w 10476249"/>
                  <a:gd name="connsiteY13-49468" fmla="*/ 5060972 h 10435941"/>
                  <a:gd name="connsiteX14-49469" fmla="*/ 2105340 w 10476249"/>
                  <a:gd name="connsiteY14-49470" fmla="*/ 4631481 h 10435941"/>
                  <a:gd name="connsiteX15-49471" fmla="*/ 2158106 w 10476249"/>
                  <a:gd name="connsiteY15-49472" fmla="*/ 4164848 h 10435941"/>
                  <a:gd name="connsiteX16-49473" fmla="*/ 2340867 w 10476249"/>
                  <a:gd name="connsiteY16-49474" fmla="*/ 3855626 h 10435941"/>
                  <a:gd name="connsiteX17-49475" fmla="*/ 2738092 w 10476249"/>
                  <a:gd name="connsiteY17-49476" fmla="*/ 3475092 h 10435941"/>
                  <a:gd name="connsiteX18-49477" fmla="*/ 2964322 w 10476249"/>
                  <a:gd name="connsiteY18-49478" fmla="*/ 3259881 h 10435941"/>
                  <a:gd name="connsiteX19-49479" fmla="*/ 2992031 w 10476249"/>
                  <a:gd name="connsiteY19-49480" fmla="*/ 2816535 h 10435941"/>
                  <a:gd name="connsiteX20-49481" fmla="*/ 3061304 w 10476249"/>
                  <a:gd name="connsiteY20-49482" fmla="*/ 2525590 h 10435941"/>
                  <a:gd name="connsiteX21-49483" fmla="*/ 3061304 w 10476249"/>
                  <a:gd name="connsiteY21-49484" fmla="*/ 2317772 h 10435941"/>
                  <a:gd name="connsiteX22-49485" fmla="*/ 3199849 w 10476249"/>
                  <a:gd name="connsiteY22-49486" fmla="*/ 1985262 h 10435941"/>
                  <a:gd name="connsiteX23-49487" fmla="*/ 3199849 w 10476249"/>
                  <a:gd name="connsiteY23-49488" fmla="*/ 1694317 h 10435941"/>
                  <a:gd name="connsiteX24-49489" fmla="*/ 3499049 w 10476249"/>
                  <a:gd name="connsiteY24-49490" fmla="*/ 1126281 h 10435941"/>
                  <a:gd name="connsiteX25-49491" fmla="*/ 3449231 w 10476249"/>
                  <a:gd name="connsiteY25-49492" fmla="*/ 752208 h 10435941"/>
                  <a:gd name="connsiteX26-49493" fmla="*/ 3476940 w 10476249"/>
                  <a:gd name="connsiteY26-49494" fmla="*/ 544390 h 10435941"/>
                  <a:gd name="connsiteX27-49495" fmla="*/ 3809449 w 10476249"/>
                  <a:gd name="connsiteY27-49496" fmla="*/ 184172 h 10435941"/>
                  <a:gd name="connsiteX28-49497" fmla="*/ 4003413 w 10476249"/>
                  <a:gd name="connsiteY28-49498" fmla="*/ 59481 h 10435941"/>
                  <a:gd name="connsiteX29-49499" fmla="*/ 4419049 w 10476249"/>
                  <a:gd name="connsiteY29-49500" fmla="*/ 295008 h 10435941"/>
                  <a:gd name="connsiteX30-49501" fmla="*/ 4585304 w 10476249"/>
                  <a:gd name="connsiteY30-49502" fmla="*/ 488972 h 10435941"/>
                  <a:gd name="connsiteX31-49503" fmla="*/ 5056358 w 10476249"/>
                  <a:gd name="connsiteY31-49504" fmla="*/ 544390 h 10435941"/>
                  <a:gd name="connsiteX32-49505" fmla="*/ 5376782 w 10476249"/>
                  <a:gd name="connsiteY32-49506" fmla="*/ 603639 h 10435941"/>
                  <a:gd name="connsiteX33-49507" fmla="*/ 5554237 w 10476249"/>
                  <a:gd name="connsiteY33-49508" fmla="*/ 588271 h 10435941"/>
                  <a:gd name="connsiteX34-49509" fmla="*/ 5846067 w 10476249"/>
                  <a:gd name="connsiteY34-49510" fmla="*/ 281153 h 10435941"/>
                  <a:gd name="connsiteX35-49511" fmla="*/ 6109304 w 10476249"/>
                  <a:gd name="connsiteY35-49512" fmla="*/ 322717 h 10435941"/>
                  <a:gd name="connsiteX36-49513" fmla="*/ 6527495 w 10476249"/>
                  <a:gd name="connsiteY36-49514" fmla="*/ 168233 h 10435941"/>
                  <a:gd name="connsiteX37-49515" fmla="*/ 6667317 w 10476249"/>
                  <a:gd name="connsiteY37-49516" fmla="*/ 107503 h 10435941"/>
                  <a:gd name="connsiteX38-49517" fmla="*/ 6997273 w 10476249"/>
                  <a:gd name="connsiteY38-49518" fmla="*/ 198026 h 10435941"/>
                  <a:gd name="connsiteX39-49519" fmla="*/ 7217667 w 10476249"/>
                  <a:gd name="connsiteY39-49520" fmla="*/ 17917 h 10435941"/>
                  <a:gd name="connsiteX40-49521" fmla="*/ 7364702 w 10476249"/>
                  <a:gd name="connsiteY40-49522" fmla="*/ 0 h 10435941"/>
                  <a:gd name="connsiteX41-49523" fmla="*/ 7586454 w 10476249"/>
                  <a:gd name="connsiteY41-49524" fmla="*/ 41248 h 10435941"/>
                  <a:gd name="connsiteX42-49525" fmla="*/ 7896540 w 10476249"/>
                  <a:gd name="connsiteY42-49526" fmla="*/ 128753 h 10435941"/>
                  <a:gd name="connsiteX43-49527" fmla="*/ 8298322 w 10476249"/>
                  <a:gd name="connsiteY43-49528" fmla="*/ 59481 h 10435941"/>
                  <a:gd name="connsiteX44-49529" fmla="*/ 8632600 w 10476249"/>
                  <a:gd name="connsiteY44-49530" fmla="*/ 396707 h 10435941"/>
                  <a:gd name="connsiteX45-49531" fmla="*/ 8894067 w 10476249"/>
                  <a:gd name="connsiteY45-49532" fmla="*/ 544390 h 10435941"/>
                  <a:gd name="connsiteX46-49533" fmla="*/ 9132327 w 10476249"/>
                  <a:gd name="connsiteY46-49534" fmla="*/ 420846 h 10435941"/>
                  <a:gd name="connsiteX47-49535" fmla="*/ 9358560 w 10476249"/>
                  <a:gd name="connsiteY47-49536" fmla="*/ 466363 h 10435941"/>
                  <a:gd name="connsiteX48-49537" fmla="*/ 9503667 w 10476249"/>
                  <a:gd name="connsiteY48-49538" fmla="*/ 367819 h 10435941"/>
                  <a:gd name="connsiteX49-49539" fmla="*/ 9631896 w 10476249"/>
                  <a:gd name="connsiteY49-49540" fmla="*/ 369587 h 10435941"/>
                  <a:gd name="connsiteX50-49541" fmla="*/ 9988577 w 10476249"/>
                  <a:gd name="connsiteY50-49542" fmla="*/ 793772 h 10435941"/>
                  <a:gd name="connsiteX51-49543" fmla="*/ 10224104 w 10476249"/>
                  <a:gd name="connsiteY51-49544" fmla="*/ 987735 h 10435941"/>
                  <a:gd name="connsiteX52-49545" fmla="*/ 10210249 w 10476249"/>
                  <a:gd name="connsiteY52-49546" fmla="*/ 1250972 h 10435941"/>
                  <a:gd name="connsiteX53-49547" fmla="*/ 10224104 w 10476249"/>
                  <a:gd name="connsiteY53-49548" fmla="*/ 1444935 h 10435941"/>
                  <a:gd name="connsiteX54-49549" fmla="*/ 10228661 w 10476249"/>
                  <a:gd name="connsiteY54-49550" fmla="*/ 1580249 h 10435941"/>
                  <a:gd name="connsiteX55-49551" fmla="*/ 10476249 w 10476249"/>
                  <a:gd name="connsiteY55-49552" fmla="*/ 1753897 h 10435941"/>
                  <a:gd name="connsiteX56-49553" fmla="*/ 10063524 w 10476249"/>
                  <a:gd name="connsiteY56-49554" fmla="*/ 2207269 h 10435941"/>
                  <a:gd name="connsiteX57-49555" fmla="*/ 9766904 w 10476249"/>
                  <a:gd name="connsiteY57-49556" fmla="*/ 2497881 h 10435941"/>
                  <a:gd name="connsiteX58-49557" fmla="*/ 9565650 w 10476249"/>
                  <a:gd name="connsiteY58-49558" fmla="*/ 3426134 h 10435941"/>
                  <a:gd name="connsiteX59-49559" fmla="*/ 9518072 w 10476249"/>
                  <a:gd name="connsiteY59-49560" fmla="*/ 3685207 h 10435941"/>
                  <a:gd name="connsiteX60-49561" fmla="*/ 9351267 w 10476249"/>
                  <a:gd name="connsiteY60-49562" fmla="*/ 3911044 h 10435941"/>
                  <a:gd name="connsiteX61-49563" fmla="*/ 9295849 w 10476249"/>
                  <a:gd name="connsiteY61-49564" fmla="*/ 4077299 h 10435941"/>
                  <a:gd name="connsiteX62-49565" fmla="*/ 9222017 w 10476249"/>
                  <a:gd name="connsiteY62-49566" fmla="*/ 4285117 h 10435941"/>
                  <a:gd name="connsiteX63-49567" fmla="*/ 9190850 w 10476249"/>
                  <a:gd name="connsiteY63-49568" fmla="*/ 4430122 h 10435941"/>
                  <a:gd name="connsiteX64-49569" fmla="*/ 9323558 w 10476249"/>
                  <a:gd name="connsiteY64-49570" fmla="*/ 4659190 h 10435941"/>
                  <a:gd name="connsiteX65-49571" fmla="*/ 9367775 w 10476249"/>
                  <a:gd name="connsiteY65-49572" fmla="*/ 4915057 h 10435941"/>
                  <a:gd name="connsiteX66-49573" fmla="*/ 9383534 w 10476249"/>
                  <a:gd name="connsiteY66-49574" fmla="*/ 5208060 h 10435941"/>
                  <a:gd name="connsiteX67-49575" fmla="*/ 9368954 w 10476249"/>
                  <a:gd name="connsiteY67-49576" fmla="*/ 5615153 h 10435941"/>
                  <a:gd name="connsiteX68-49577" fmla="*/ 9504218 w 10476249"/>
                  <a:gd name="connsiteY68-49578" fmla="*/ 5975373 h 10435941"/>
                  <a:gd name="connsiteX69-49579" fmla="*/ 9526091 w 10476249"/>
                  <a:gd name="connsiteY69-49580" fmla="*/ 6403714 h 10435941"/>
                  <a:gd name="connsiteX70-49581" fmla="*/ 9919304 w 10476249"/>
                  <a:gd name="connsiteY70-49582" fmla="*/ 6862062 h 10435941"/>
                  <a:gd name="connsiteX71-49583" fmla="*/ 10037669 w 10476249"/>
                  <a:gd name="connsiteY71-49584" fmla="*/ 7221396 h 10435941"/>
                  <a:gd name="connsiteX72-49585" fmla="*/ 10218503 w 10476249"/>
                  <a:gd name="connsiteY72-49586" fmla="*/ 7514995 h 10435941"/>
                  <a:gd name="connsiteX73-49587" fmla="*/ 9656067 w 10476249"/>
                  <a:gd name="connsiteY73-49588" fmla="*/ 7540935 h 10435941"/>
                  <a:gd name="connsiteX74-49589" fmla="*/ 9159682 w 10476249"/>
                  <a:gd name="connsiteY74-49590" fmla="*/ 7651772 h 10435941"/>
                  <a:gd name="connsiteX75-49591" fmla="*/ 9114466 w 10476249"/>
                  <a:gd name="connsiteY75-49592" fmla="*/ 7790317 h 10435941"/>
                  <a:gd name="connsiteX76-49593" fmla="*/ 9004904 w 10476249"/>
                  <a:gd name="connsiteY76-49594" fmla="*/ 7998135 h 10435941"/>
                  <a:gd name="connsiteX77-49595" fmla="*/ 8919418 w 10476249"/>
                  <a:gd name="connsiteY77-49596" fmla="*/ 8085908 h 10435941"/>
                  <a:gd name="connsiteX78-49597" fmla="*/ 9022382 w 10476249"/>
                  <a:gd name="connsiteY78-49598" fmla="*/ 8313437 h 10435941"/>
                  <a:gd name="connsiteX79-49599" fmla="*/ 9013154 w 10476249"/>
                  <a:gd name="connsiteY79-49600" fmla="*/ 8524608 h 10435941"/>
                  <a:gd name="connsiteX80-49601" fmla="*/ 8979264 w 10476249"/>
                  <a:gd name="connsiteY80-49602" fmla="*/ 8758113 h 10435941"/>
                  <a:gd name="connsiteX81-49603" fmla="*/ 8977195 w 10476249"/>
                  <a:gd name="connsiteY81-49604" fmla="*/ 8967953 h 10435941"/>
                  <a:gd name="connsiteX82-49605" fmla="*/ 8880213 w 10476249"/>
                  <a:gd name="connsiteY82-49606" fmla="*/ 9272753 h 10435941"/>
                  <a:gd name="connsiteX83-49607" fmla="*/ 8907923 w 10476249"/>
                  <a:gd name="connsiteY83-49608" fmla="*/ 9578490 h 10435941"/>
                  <a:gd name="connsiteX84-49609" fmla="*/ 9124310 w 10476249"/>
                  <a:gd name="connsiteY84-49610" fmla="*/ 9750056 h 10435941"/>
                  <a:gd name="connsiteX85-49611" fmla="*/ 9217384 w 10476249"/>
                  <a:gd name="connsiteY85-49612" fmla="*/ 9890275 h 10435941"/>
                  <a:gd name="connsiteX86-49613" fmla="*/ 9448465 w 10476249"/>
                  <a:gd name="connsiteY86-49614" fmla="*/ 9929452 h 10435941"/>
                  <a:gd name="connsiteX87-49615" fmla="*/ 9457627 w 10476249"/>
                  <a:gd name="connsiteY87-49616" fmla="*/ 9818955 h 10435941"/>
                  <a:gd name="connsiteX88-49617" fmla="*/ 9606341 w 10476249"/>
                  <a:gd name="connsiteY88-49618" fmla="*/ 9758904 h 10435941"/>
                  <a:gd name="connsiteX89-49619" fmla="*/ 9617859 w 10476249"/>
                  <a:gd name="connsiteY89-49620" fmla="*/ 10334695 h 10435941"/>
                  <a:gd name="connsiteX90-49621" fmla="*/ 9490259 w 10476249"/>
                  <a:gd name="connsiteY90-49622" fmla="*/ 10338313 h 10435941"/>
                  <a:gd name="connsiteX91-49623" fmla="*/ 9314175 w 10476249"/>
                  <a:gd name="connsiteY91-49624" fmla="*/ 10427202 h 10435941"/>
                  <a:gd name="connsiteX92-49625" fmla="*/ 9189815 w 10476249"/>
                  <a:gd name="connsiteY92-49626" fmla="*/ 10435941 h 10435941"/>
                  <a:gd name="connsiteX93-49627" fmla="*/ 9050829 w 10476249"/>
                  <a:gd name="connsiteY93-49628" fmla="*/ 10122103 h 10435941"/>
                  <a:gd name="connsiteX94-49629" fmla="*/ 8939914 w 10476249"/>
                  <a:gd name="connsiteY94-49630" fmla="*/ 10072174 h 10435941"/>
                  <a:gd name="connsiteX95-49631" fmla="*/ 8778870 w 10476249"/>
                  <a:gd name="connsiteY95-49632" fmla="*/ 9863725 h 10435941"/>
                  <a:gd name="connsiteX96-49633" fmla="*/ 8465017 w 10476249"/>
                  <a:gd name="connsiteY96-49634" fmla="*/ 9748287 h 10435941"/>
                  <a:gd name="connsiteX97-49635" fmla="*/ 8345018 w 10476249"/>
                  <a:gd name="connsiteY97-49636" fmla="*/ 9651431 h 10435941"/>
                  <a:gd name="connsiteX98-49637" fmla="*/ 8270613 w 10476249"/>
                  <a:gd name="connsiteY98-49638" fmla="*/ 9480572 h 10435941"/>
                  <a:gd name="connsiteX99-49639" fmla="*/ 8229159 w 10476249"/>
                  <a:gd name="connsiteY99-49640" fmla="*/ 9374254 h 10435941"/>
                  <a:gd name="connsiteX100-49641" fmla="*/ 8132067 w 10476249"/>
                  <a:gd name="connsiteY100-49642" fmla="*/ 9355881 h 10435941"/>
                  <a:gd name="connsiteX101-49643" fmla="*/ 8076649 w 10476249"/>
                  <a:gd name="connsiteY101-49644" fmla="*/ 9577553 h 10435941"/>
                  <a:gd name="connsiteX102-49645" fmla="*/ 7933959 w 10476249"/>
                  <a:gd name="connsiteY102-49646" fmla="*/ 9610939 h 10435941"/>
                  <a:gd name="connsiteX103-49647" fmla="*/ 7580779 w 10476249"/>
                  <a:gd name="connsiteY103-49648" fmla="*/ 9552340 h 10435941"/>
                  <a:gd name="connsiteX104-49649" fmla="*/ 7442474 w 10476249"/>
                  <a:gd name="connsiteY104-49650" fmla="*/ 9485198 h 10435941"/>
                  <a:gd name="connsiteX105-49651" fmla="*/ 7250179 w 10476249"/>
                  <a:gd name="connsiteY105-49652" fmla="*/ 9449904 h 10435941"/>
                  <a:gd name="connsiteX106-49653" fmla="*/ 7156996 w 10476249"/>
                  <a:gd name="connsiteY106-49654" fmla="*/ 9200180 h 10435941"/>
                  <a:gd name="connsiteX107-49655" fmla="*/ 6940577 w 10476249"/>
                  <a:gd name="connsiteY107-49656" fmla="*/ 9189626 h 10435941"/>
                  <a:gd name="connsiteX108-49657" fmla="*/ 6659679 w 10476249"/>
                  <a:gd name="connsiteY108-49658" fmla="*/ 9285034 h 10435941"/>
                  <a:gd name="connsiteX109-49659" fmla="*/ 6664954 w 10476249"/>
                  <a:gd name="connsiteY109-49660" fmla="*/ 9099745 h 10435941"/>
                  <a:gd name="connsiteX110-49661" fmla="*/ 6538463 w 10476249"/>
                  <a:gd name="connsiteY110-49662" fmla="*/ 9013951 h 10435941"/>
                  <a:gd name="connsiteX111-49663" fmla="*/ 6414104 w 10476249"/>
                  <a:gd name="connsiteY111-49664" fmla="*/ 8954099 h 10435941"/>
                  <a:gd name="connsiteX112-49665" fmla="*/ 6311517 w 10476249"/>
                  <a:gd name="connsiteY112-49666" fmla="*/ 9057307 h 10435941"/>
                  <a:gd name="connsiteX113-49667" fmla="*/ 6153358 w 10476249"/>
                  <a:gd name="connsiteY113-49668" fmla="*/ 8978227 h 10435941"/>
                  <a:gd name="connsiteX114-49669" fmla="*/ 5987727 w 10476249"/>
                  <a:gd name="connsiteY114-49670" fmla="*/ 9093734 h 10435941"/>
                  <a:gd name="connsiteX115-49671" fmla="*/ 5721485 w 10476249"/>
                  <a:gd name="connsiteY115-49672" fmla="*/ 9101726 h 10435941"/>
                  <a:gd name="connsiteX116-49673" fmla="*/ 5660355 w 10476249"/>
                  <a:gd name="connsiteY116-49674" fmla="*/ 9081904 h 10435941"/>
                  <a:gd name="connsiteX117-49675" fmla="*/ 5493010 w 10476249"/>
                  <a:gd name="connsiteY117-49676" fmla="*/ 9128137 h 10435941"/>
                  <a:gd name="connsiteX118-49677" fmla="*/ 5491454 w 10476249"/>
                  <a:gd name="connsiteY118-49678" fmla="*/ 8870972 h 10435941"/>
                  <a:gd name="connsiteX119-49679" fmla="*/ 5491452 w 10476249"/>
                  <a:gd name="connsiteY119-49680" fmla="*/ 8634977 h 10435941"/>
                  <a:gd name="connsiteX120-49681" fmla="*/ 5275804 w 10476249"/>
                  <a:gd name="connsiteY120-49682" fmla="*/ 8324085 h 10435941"/>
                  <a:gd name="connsiteX121-49683" fmla="*/ 5215919 w 10476249"/>
                  <a:gd name="connsiteY121-49684" fmla="*/ 8082820 h 10435941"/>
                  <a:gd name="connsiteX122-49685" fmla="*/ 5302626 w 10476249"/>
                  <a:gd name="connsiteY122-49686" fmla="*/ 7610208 h 10435941"/>
                  <a:gd name="connsiteX123-49687" fmla="*/ 5186654 w 10476249"/>
                  <a:gd name="connsiteY123-49688" fmla="*/ 7320352 h 10435941"/>
                  <a:gd name="connsiteX124-49689" fmla="*/ 5236467 w 10476249"/>
                  <a:gd name="connsiteY124-49690" fmla="*/ 7069881 h 10435941"/>
                  <a:gd name="connsiteX125-49691" fmla="*/ 5240494 w 10476249"/>
                  <a:gd name="connsiteY125-49692" fmla="*/ 6935795 h 10435941"/>
                  <a:gd name="connsiteX126-49693" fmla="*/ 4563198 w 10476249"/>
                  <a:gd name="connsiteY126-49694" fmla="*/ 7013996 h 10435941"/>
                  <a:gd name="connsiteX127-49695" fmla="*/ 4546078 w 10476249"/>
                  <a:gd name="connsiteY127-49696" fmla="*/ 6840580 h 10435941"/>
                  <a:gd name="connsiteX128-49697" fmla="*/ 4482099 w 10476249"/>
                  <a:gd name="connsiteY128-49698" fmla="*/ 6706626 h 10435941"/>
                  <a:gd name="connsiteX129-49699" fmla="*/ 4312585 w 10476249"/>
                  <a:gd name="connsiteY129-49700" fmla="*/ 6826329 h 10435941"/>
                  <a:gd name="connsiteX130-49701" fmla="*/ 3996939 w 10476249"/>
                  <a:gd name="connsiteY130-49702" fmla="*/ 6862493 h 10435941"/>
                  <a:gd name="connsiteX131-49703" fmla="*/ 3961849 w 10476249"/>
                  <a:gd name="connsiteY131-49704" fmla="*/ 7069881 h 10435941"/>
                  <a:gd name="connsiteX132-49705" fmla="*/ 3918262 w 10476249"/>
                  <a:gd name="connsiteY132-49706" fmla="*/ 7281279 h 10435941"/>
                  <a:gd name="connsiteX133-49707" fmla="*/ 3869750 w 10476249"/>
                  <a:gd name="connsiteY133-49708" fmla="*/ 7403480 h 10435941"/>
                  <a:gd name="connsiteX134-49709" fmla="*/ 3558094 w 10476249"/>
                  <a:gd name="connsiteY134-49710" fmla="*/ 7365450 h 10435941"/>
                  <a:gd name="connsiteX135-49711" fmla="*/ 3296831 w 10476249"/>
                  <a:gd name="connsiteY135-49712" fmla="*/ 7402390 h 10435941"/>
                  <a:gd name="connsiteX136-49713" fmla="*/ 2911715 w 10476249"/>
                  <a:gd name="connsiteY136-49714" fmla="*/ 7451307 h 10435941"/>
                  <a:gd name="connsiteX137-49715" fmla="*/ 2733706 w 10476249"/>
                  <a:gd name="connsiteY137-49716" fmla="*/ 7166777 h 10435941"/>
                  <a:gd name="connsiteX138-49717" fmla="*/ 2571924 w 10476249"/>
                  <a:gd name="connsiteY138-49718" fmla="*/ 6908102 h 10435941"/>
                  <a:gd name="connsiteX139-49719" fmla="*/ 2391703 w 10476249"/>
                  <a:gd name="connsiteY139-49720" fmla="*/ 6257406 h 10435941"/>
                  <a:gd name="connsiteX140-49721" fmla="*/ 2313158 w 10476249"/>
                  <a:gd name="connsiteY140-49722" fmla="*/ 6224753 h 10435941"/>
                  <a:gd name="connsiteX141-49723" fmla="*/ 1648140 w 10476249"/>
                  <a:gd name="connsiteY141-49724" fmla="*/ 6197044 h 10435941"/>
                  <a:gd name="connsiteX142-49725" fmla="*/ 1218649 w 10476249"/>
                  <a:gd name="connsiteY142-49726" fmla="*/ 6197044 h 10435941"/>
                  <a:gd name="connsiteX143-49727" fmla="*/ 1025455 w 10476249"/>
                  <a:gd name="connsiteY143-49728" fmla="*/ 6178798 h 10435941"/>
                  <a:gd name="connsiteX144-49729" fmla="*/ 692177 w 10476249"/>
                  <a:gd name="connsiteY144-49730" fmla="*/ 6210899 h 10435941"/>
                  <a:gd name="connsiteX145-49731" fmla="*/ 368390 w 10476249"/>
                  <a:gd name="connsiteY145-49732" fmla="*/ 6137320 h 10435941"/>
                  <a:gd name="connsiteX146-49733" fmla="*/ 132975 w 10476249"/>
                  <a:gd name="connsiteY146-49734" fmla="*/ 6294321 h 10435941"/>
                  <a:gd name="connsiteX147-49735" fmla="*/ 0 w 10476249"/>
                  <a:gd name="connsiteY147-49736" fmla="*/ 6169546 h 10435941"/>
                  <a:gd name="connsiteX0-49737" fmla="*/ 0 w 10476249"/>
                  <a:gd name="connsiteY0-49738" fmla="*/ 6169546 h 10435941"/>
                  <a:gd name="connsiteX1-49739" fmla="*/ 93009 w 10476249"/>
                  <a:gd name="connsiteY1-49740" fmla="*/ 6131120 h 10435941"/>
                  <a:gd name="connsiteX2-49741" fmla="*/ 114648 w 10476249"/>
                  <a:gd name="connsiteY2-49742" fmla="*/ 5799866 h 10435941"/>
                  <a:gd name="connsiteX3-49743" fmla="*/ 387377 w 10476249"/>
                  <a:gd name="connsiteY3-49744" fmla="*/ 5532026 h 10435941"/>
                  <a:gd name="connsiteX4-49745" fmla="*/ 636758 w 10476249"/>
                  <a:gd name="connsiteY4-49746" fmla="*/ 5670572 h 10435941"/>
                  <a:gd name="connsiteX5-49747" fmla="*/ 844577 w 10476249"/>
                  <a:gd name="connsiteY5-49748" fmla="*/ 5504317 h 10435941"/>
                  <a:gd name="connsiteX6-49749" fmla="*/ 983122 w 10476249"/>
                  <a:gd name="connsiteY6-49750" fmla="*/ 5351917 h 10435941"/>
                  <a:gd name="connsiteX7-49751" fmla="*/ 1066249 w 10476249"/>
                  <a:gd name="connsiteY7-49752" fmla="*/ 5435044 h 10435941"/>
                  <a:gd name="connsiteX8-49753" fmla="*/ 1169664 w 10476249"/>
                  <a:gd name="connsiteY8-49754" fmla="*/ 5366848 h 10435941"/>
                  <a:gd name="connsiteX9-49755" fmla="*/ 1142175 w 10476249"/>
                  <a:gd name="connsiteY9-49756" fmla="*/ 5610864 h 10435941"/>
                  <a:gd name="connsiteX10-49757" fmla="*/ 1254907 w 10476249"/>
                  <a:gd name="connsiteY10-49758" fmla="*/ 5679710 h 10435941"/>
                  <a:gd name="connsiteX11-49759" fmla="*/ 1513294 w 10476249"/>
                  <a:gd name="connsiteY11-49760" fmla="*/ 5540884 h 10435941"/>
                  <a:gd name="connsiteX12-49761" fmla="*/ 1717413 w 10476249"/>
                  <a:gd name="connsiteY12-49762" fmla="*/ 5296499 h 10435941"/>
                  <a:gd name="connsiteX13-49763" fmla="*/ 2008358 w 10476249"/>
                  <a:gd name="connsiteY13-49764" fmla="*/ 5060972 h 10435941"/>
                  <a:gd name="connsiteX14-49765" fmla="*/ 2105340 w 10476249"/>
                  <a:gd name="connsiteY14-49766" fmla="*/ 4631481 h 10435941"/>
                  <a:gd name="connsiteX15-49767" fmla="*/ 2158106 w 10476249"/>
                  <a:gd name="connsiteY15-49768" fmla="*/ 4164848 h 10435941"/>
                  <a:gd name="connsiteX16-49769" fmla="*/ 2340867 w 10476249"/>
                  <a:gd name="connsiteY16-49770" fmla="*/ 3855626 h 10435941"/>
                  <a:gd name="connsiteX17-49771" fmla="*/ 2738092 w 10476249"/>
                  <a:gd name="connsiteY17-49772" fmla="*/ 3475092 h 10435941"/>
                  <a:gd name="connsiteX18-49773" fmla="*/ 2964322 w 10476249"/>
                  <a:gd name="connsiteY18-49774" fmla="*/ 3259881 h 10435941"/>
                  <a:gd name="connsiteX19-49775" fmla="*/ 2992031 w 10476249"/>
                  <a:gd name="connsiteY19-49776" fmla="*/ 2816535 h 10435941"/>
                  <a:gd name="connsiteX20-49777" fmla="*/ 3061304 w 10476249"/>
                  <a:gd name="connsiteY20-49778" fmla="*/ 2525590 h 10435941"/>
                  <a:gd name="connsiteX21-49779" fmla="*/ 3061304 w 10476249"/>
                  <a:gd name="connsiteY21-49780" fmla="*/ 2317772 h 10435941"/>
                  <a:gd name="connsiteX22-49781" fmla="*/ 3199849 w 10476249"/>
                  <a:gd name="connsiteY22-49782" fmla="*/ 1985262 h 10435941"/>
                  <a:gd name="connsiteX23-49783" fmla="*/ 3199849 w 10476249"/>
                  <a:gd name="connsiteY23-49784" fmla="*/ 1694317 h 10435941"/>
                  <a:gd name="connsiteX24-49785" fmla="*/ 3499049 w 10476249"/>
                  <a:gd name="connsiteY24-49786" fmla="*/ 1126281 h 10435941"/>
                  <a:gd name="connsiteX25-49787" fmla="*/ 3449231 w 10476249"/>
                  <a:gd name="connsiteY25-49788" fmla="*/ 752208 h 10435941"/>
                  <a:gd name="connsiteX26-49789" fmla="*/ 3476940 w 10476249"/>
                  <a:gd name="connsiteY26-49790" fmla="*/ 544390 h 10435941"/>
                  <a:gd name="connsiteX27-49791" fmla="*/ 3809449 w 10476249"/>
                  <a:gd name="connsiteY27-49792" fmla="*/ 184172 h 10435941"/>
                  <a:gd name="connsiteX28-49793" fmla="*/ 4003413 w 10476249"/>
                  <a:gd name="connsiteY28-49794" fmla="*/ 59481 h 10435941"/>
                  <a:gd name="connsiteX29-49795" fmla="*/ 4419049 w 10476249"/>
                  <a:gd name="connsiteY29-49796" fmla="*/ 295008 h 10435941"/>
                  <a:gd name="connsiteX30-49797" fmla="*/ 4585304 w 10476249"/>
                  <a:gd name="connsiteY30-49798" fmla="*/ 488972 h 10435941"/>
                  <a:gd name="connsiteX31-49799" fmla="*/ 5056358 w 10476249"/>
                  <a:gd name="connsiteY31-49800" fmla="*/ 544390 h 10435941"/>
                  <a:gd name="connsiteX32-49801" fmla="*/ 5376782 w 10476249"/>
                  <a:gd name="connsiteY32-49802" fmla="*/ 603639 h 10435941"/>
                  <a:gd name="connsiteX33-49803" fmla="*/ 5554237 w 10476249"/>
                  <a:gd name="connsiteY33-49804" fmla="*/ 588271 h 10435941"/>
                  <a:gd name="connsiteX34-49805" fmla="*/ 5846067 w 10476249"/>
                  <a:gd name="connsiteY34-49806" fmla="*/ 281153 h 10435941"/>
                  <a:gd name="connsiteX35-49807" fmla="*/ 6109304 w 10476249"/>
                  <a:gd name="connsiteY35-49808" fmla="*/ 322717 h 10435941"/>
                  <a:gd name="connsiteX36-49809" fmla="*/ 6527495 w 10476249"/>
                  <a:gd name="connsiteY36-49810" fmla="*/ 168233 h 10435941"/>
                  <a:gd name="connsiteX37-49811" fmla="*/ 6667317 w 10476249"/>
                  <a:gd name="connsiteY37-49812" fmla="*/ 107503 h 10435941"/>
                  <a:gd name="connsiteX38-49813" fmla="*/ 6997273 w 10476249"/>
                  <a:gd name="connsiteY38-49814" fmla="*/ 198026 h 10435941"/>
                  <a:gd name="connsiteX39-49815" fmla="*/ 7217667 w 10476249"/>
                  <a:gd name="connsiteY39-49816" fmla="*/ 17917 h 10435941"/>
                  <a:gd name="connsiteX40-49817" fmla="*/ 7364702 w 10476249"/>
                  <a:gd name="connsiteY40-49818" fmla="*/ 0 h 10435941"/>
                  <a:gd name="connsiteX41-49819" fmla="*/ 7586454 w 10476249"/>
                  <a:gd name="connsiteY41-49820" fmla="*/ 41248 h 10435941"/>
                  <a:gd name="connsiteX42-49821" fmla="*/ 7896540 w 10476249"/>
                  <a:gd name="connsiteY42-49822" fmla="*/ 128753 h 10435941"/>
                  <a:gd name="connsiteX43-49823" fmla="*/ 8298322 w 10476249"/>
                  <a:gd name="connsiteY43-49824" fmla="*/ 59481 h 10435941"/>
                  <a:gd name="connsiteX44-49825" fmla="*/ 8632600 w 10476249"/>
                  <a:gd name="connsiteY44-49826" fmla="*/ 396707 h 10435941"/>
                  <a:gd name="connsiteX45-49827" fmla="*/ 8894067 w 10476249"/>
                  <a:gd name="connsiteY45-49828" fmla="*/ 544390 h 10435941"/>
                  <a:gd name="connsiteX46-49829" fmla="*/ 9132327 w 10476249"/>
                  <a:gd name="connsiteY46-49830" fmla="*/ 420846 h 10435941"/>
                  <a:gd name="connsiteX47-49831" fmla="*/ 9358560 w 10476249"/>
                  <a:gd name="connsiteY47-49832" fmla="*/ 466363 h 10435941"/>
                  <a:gd name="connsiteX48-49833" fmla="*/ 9503667 w 10476249"/>
                  <a:gd name="connsiteY48-49834" fmla="*/ 367819 h 10435941"/>
                  <a:gd name="connsiteX49-49835" fmla="*/ 9631896 w 10476249"/>
                  <a:gd name="connsiteY49-49836" fmla="*/ 369587 h 10435941"/>
                  <a:gd name="connsiteX50-49837" fmla="*/ 9988577 w 10476249"/>
                  <a:gd name="connsiteY50-49838" fmla="*/ 793772 h 10435941"/>
                  <a:gd name="connsiteX51-49839" fmla="*/ 10224104 w 10476249"/>
                  <a:gd name="connsiteY51-49840" fmla="*/ 987735 h 10435941"/>
                  <a:gd name="connsiteX52-49841" fmla="*/ 10210249 w 10476249"/>
                  <a:gd name="connsiteY52-49842" fmla="*/ 1250972 h 10435941"/>
                  <a:gd name="connsiteX53-49843" fmla="*/ 10224104 w 10476249"/>
                  <a:gd name="connsiteY53-49844" fmla="*/ 1444935 h 10435941"/>
                  <a:gd name="connsiteX54-49845" fmla="*/ 10228661 w 10476249"/>
                  <a:gd name="connsiteY54-49846" fmla="*/ 1580249 h 10435941"/>
                  <a:gd name="connsiteX55-49847" fmla="*/ 10476249 w 10476249"/>
                  <a:gd name="connsiteY55-49848" fmla="*/ 1753897 h 10435941"/>
                  <a:gd name="connsiteX56-49849" fmla="*/ 10063524 w 10476249"/>
                  <a:gd name="connsiteY56-49850" fmla="*/ 2207269 h 10435941"/>
                  <a:gd name="connsiteX57-49851" fmla="*/ 9766904 w 10476249"/>
                  <a:gd name="connsiteY57-49852" fmla="*/ 2497881 h 10435941"/>
                  <a:gd name="connsiteX58-49853" fmla="*/ 9565650 w 10476249"/>
                  <a:gd name="connsiteY58-49854" fmla="*/ 3426134 h 10435941"/>
                  <a:gd name="connsiteX59-49855" fmla="*/ 9518072 w 10476249"/>
                  <a:gd name="connsiteY59-49856" fmla="*/ 3685207 h 10435941"/>
                  <a:gd name="connsiteX60-49857" fmla="*/ 9351267 w 10476249"/>
                  <a:gd name="connsiteY60-49858" fmla="*/ 3911044 h 10435941"/>
                  <a:gd name="connsiteX61-49859" fmla="*/ 9295849 w 10476249"/>
                  <a:gd name="connsiteY61-49860" fmla="*/ 4077299 h 10435941"/>
                  <a:gd name="connsiteX62-49861" fmla="*/ 9222017 w 10476249"/>
                  <a:gd name="connsiteY62-49862" fmla="*/ 4285117 h 10435941"/>
                  <a:gd name="connsiteX63-49863" fmla="*/ 9190850 w 10476249"/>
                  <a:gd name="connsiteY63-49864" fmla="*/ 4430122 h 10435941"/>
                  <a:gd name="connsiteX64-49865" fmla="*/ 9323558 w 10476249"/>
                  <a:gd name="connsiteY64-49866" fmla="*/ 4659190 h 10435941"/>
                  <a:gd name="connsiteX65-49867" fmla="*/ 9367775 w 10476249"/>
                  <a:gd name="connsiteY65-49868" fmla="*/ 4915057 h 10435941"/>
                  <a:gd name="connsiteX66-49869" fmla="*/ 9383534 w 10476249"/>
                  <a:gd name="connsiteY66-49870" fmla="*/ 5208060 h 10435941"/>
                  <a:gd name="connsiteX67-49871" fmla="*/ 9368954 w 10476249"/>
                  <a:gd name="connsiteY67-49872" fmla="*/ 5615153 h 10435941"/>
                  <a:gd name="connsiteX68-49873" fmla="*/ 9504218 w 10476249"/>
                  <a:gd name="connsiteY68-49874" fmla="*/ 5975373 h 10435941"/>
                  <a:gd name="connsiteX69-49875" fmla="*/ 9526091 w 10476249"/>
                  <a:gd name="connsiteY69-49876" fmla="*/ 6403714 h 10435941"/>
                  <a:gd name="connsiteX70-49877" fmla="*/ 9919304 w 10476249"/>
                  <a:gd name="connsiteY70-49878" fmla="*/ 6862062 h 10435941"/>
                  <a:gd name="connsiteX71-49879" fmla="*/ 10037669 w 10476249"/>
                  <a:gd name="connsiteY71-49880" fmla="*/ 7221396 h 10435941"/>
                  <a:gd name="connsiteX72-49881" fmla="*/ 10218503 w 10476249"/>
                  <a:gd name="connsiteY72-49882" fmla="*/ 7514995 h 10435941"/>
                  <a:gd name="connsiteX73-49883" fmla="*/ 9656067 w 10476249"/>
                  <a:gd name="connsiteY73-49884" fmla="*/ 7540935 h 10435941"/>
                  <a:gd name="connsiteX74-49885" fmla="*/ 9159682 w 10476249"/>
                  <a:gd name="connsiteY74-49886" fmla="*/ 7651772 h 10435941"/>
                  <a:gd name="connsiteX75-49887" fmla="*/ 9114466 w 10476249"/>
                  <a:gd name="connsiteY75-49888" fmla="*/ 7790317 h 10435941"/>
                  <a:gd name="connsiteX76-49889" fmla="*/ 9004904 w 10476249"/>
                  <a:gd name="connsiteY76-49890" fmla="*/ 7998135 h 10435941"/>
                  <a:gd name="connsiteX77-49891" fmla="*/ 8919418 w 10476249"/>
                  <a:gd name="connsiteY77-49892" fmla="*/ 8085908 h 10435941"/>
                  <a:gd name="connsiteX78-49893" fmla="*/ 9022382 w 10476249"/>
                  <a:gd name="connsiteY78-49894" fmla="*/ 8313437 h 10435941"/>
                  <a:gd name="connsiteX79-49895" fmla="*/ 9013154 w 10476249"/>
                  <a:gd name="connsiteY79-49896" fmla="*/ 8524608 h 10435941"/>
                  <a:gd name="connsiteX80-49897" fmla="*/ 8979264 w 10476249"/>
                  <a:gd name="connsiteY80-49898" fmla="*/ 8758113 h 10435941"/>
                  <a:gd name="connsiteX81-49899" fmla="*/ 8977195 w 10476249"/>
                  <a:gd name="connsiteY81-49900" fmla="*/ 8967953 h 10435941"/>
                  <a:gd name="connsiteX82-49901" fmla="*/ 8880213 w 10476249"/>
                  <a:gd name="connsiteY82-49902" fmla="*/ 9272753 h 10435941"/>
                  <a:gd name="connsiteX83-49903" fmla="*/ 8907923 w 10476249"/>
                  <a:gd name="connsiteY83-49904" fmla="*/ 9578490 h 10435941"/>
                  <a:gd name="connsiteX84-49905" fmla="*/ 9124310 w 10476249"/>
                  <a:gd name="connsiteY84-49906" fmla="*/ 9750056 h 10435941"/>
                  <a:gd name="connsiteX85-49907" fmla="*/ 9217384 w 10476249"/>
                  <a:gd name="connsiteY85-49908" fmla="*/ 9890275 h 10435941"/>
                  <a:gd name="connsiteX86-49909" fmla="*/ 9448465 w 10476249"/>
                  <a:gd name="connsiteY86-49910" fmla="*/ 9929452 h 10435941"/>
                  <a:gd name="connsiteX87-49911" fmla="*/ 9457627 w 10476249"/>
                  <a:gd name="connsiteY87-49912" fmla="*/ 9818955 h 10435941"/>
                  <a:gd name="connsiteX88-49913" fmla="*/ 9606341 w 10476249"/>
                  <a:gd name="connsiteY88-49914" fmla="*/ 9758904 h 10435941"/>
                  <a:gd name="connsiteX89-49915" fmla="*/ 9617859 w 10476249"/>
                  <a:gd name="connsiteY89-49916" fmla="*/ 10334695 h 10435941"/>
                  <a:gd name="connsiteX90-49917" fmla="*/ 9490259 w 10476249"/>
                  <a:gd name="connsiteY90-49918" fmla="*/ 10338313 h 10435941"/>
                  <a:gd name="connsiteX91-49919" fmla="*/ 9314175 w 10476249"/>
                  <a:gd name="connsiteY91-49920" fmla="*/ 10427202 h 10435941"/>
                  <a:gd name="connsiteX92-49921" fmla="*/ 9189815 w 10476249"/>
                  <a:gd name="connsiteY92-49922" fmla="*/ 10435941 h 10435941"/>
                  <a:gd name="connsiteX93-49923" fmla="*/ 9050829 w 10476249"/>
                  <a:gd name="connsiteY93-49924" fmla="*/ 10122103 h 10435941"/>
                  <a:gd name="connsiteX94-49925" fmla="*/ 8939914 w 10476249"/>
                  <a:gd name="connsiteY94-49926" fmla="*/ 10072174 h 10435941"/>
                  <a:gd name="connsiteX95-49927" fmla="*/ 8778870 w 10476249"/>
                  <a:gd name="connsiteY95-49928" fmla="*/ 9863725 h 10435941"/>
                  <a:gd name="connsiteX96-49929" fmla="*/ 8465017 w 10476249"/>
                  <a:gd name="connsiteY96-49930" fmla="*/ 9748287 h 10435941"/>
                  <a:gd name="connsiteX97-49931" fmla="*/ 8345018 w 10476249"/>
                  <a:gd name="connsiteY97-49932" fmla="*/ 9651431 h 10435941"/>
                  <a:gd name="connsiteX98-49933" fmla="*/ 8270613 w 10476249"/>
                  <a:gd name="connsiteY98-49934" fmla="*/ 9480572 h 10435941"/>
                  <a:gd name="connsiteX99-49935" fmla="*/ 8229159 w 10476249"/>
                  <a:gd name="connsiteY99-49936" fmla="*/ 9374254 h 10435941"/>
                  <a:gd name="connsiteX100-49937" fmla="*/ 8132067 w 10476249"/>
                  <a:gd name="connsiteY100-49938" fmla="*/ 9355881 h 10435941"/>
                  <a:gd name="connsiteX101-49939" fmla="*/ 8076649 w 10476249"/>
                  <a:gd name="connsiteY101-49940" fmla="*/ 9577553 h 10435941"/>
                  <a:gd name="connsiteX102-49941" fmla="*/ 7933959 w 10476249"/>
                  <a:gd name="connsiteY102-49942" fmla="*/ 9610939 h 10435941"/>
                  <a:gd name="connsiteX103-49943" fmla="*/ 7580779 w 10476249"/>
                  <a:gd name="connsiteY103-49944" fmla="*/ 9552340 h 10435941"/>
                  <a:gd name="connsiteX104-49945" fmla="*/ 7442474 w 10476249"/>
                  <a:gd name="connsiteY104-49946" fmla="*/ 9485198 h 10435941"/>
                  <a:gd name="connsiteX105-49947" fmla="*/ 7250179 w 10476249"/>
                  <a:gd name="connsiteY105-49948" fmla="*/ 9449904 h 10435941"/>
                  <a:gd name="connsiteX106-49949" fmla="*/ 7156996 w 10476249"/>
                  <a:gd name="connsiteY106-49950" fmla="*/ 9200180 h 10435941"/>
                  <a:gd name="connsiteX107-49951" fmla="*/ 6940577 w 10476249"/>
                  <a:gd name="connsiteY107-49952" fmla="*/ 9189626 h 10435941"/>
                  <a:gd name="connsiteX108-49953" fmla="*/ 6659679 w 10476249"/>
                  <a:gd name="connsiteY108-49954" fmla="*/ 9285034 h 10435941"/>
                  <a:gd name="connsiteX109-49955" fmla="*/ 6664954 w 10476249"/>
                  <a:gd name="connsiteY109-49956" fmla="*/ 9099745 h 10435941"/>
                  <a:gd name="connsiteX110-49957" fmla="*/ 6538463 w 10476249"/>
                  <a:gd name="connsiteY110-49958" fmla="*/ 9013951 h 10435941"/>
                  <a:gd name="connsiteX111-49959" fmla="*/ 6414104 w 10476249"/>
                  <a:gd name="connsiteY111-49960" fmla="*/ 8954099 h 10435941"/>
                  <a:gd name="connsiteX112-49961" fmla="*/ 6311517 w 10476249"/>
                  <a:gd name="connsiteY112-49962" fmla="*/ 9057307 h 10435941"/>
                  <a:gd name="connsiteX113-49963" fmla="*/ 6153358 w 10476249"/>
                  <a:gd name="connsiteY113-49964" fmla="*/ 8978227 h 10435941"/>
                  <a:gd name="connsiteX114-49965" fmla="*/ 5987727 w 10476249"/>
                  <a:gd name="connsiteY114-49966" fmla="*/ 9093734 h 10435941"/>
                  <a:gd name="connsiteX115-49967" fmla="*/ 5721485 w 10476249"/>
                  <a:gd name="connsiteY115-49968" fmla="*/ 9101726 h 10435941"/>
                  <a:gd name="connsiteX116-49969" fmla="*/ 5660355 w 10476249"/>
                  <a:gd name="connsiteY116-49970" fmla="*/ 9081904 h 10435941"/>
                  <a:gd name="connsiteX117-49971" fmla="*/ 5493010 w 10476249"/>
                  <a:gd name="connsiteY117-49972" fmla="*/ 9128137 h 10435941"/>
                  <a:gd name="connsiteX118-49973" fmla="*/ 5491454 w 10476249"/>
                  <a:gd name="connsiteY118-49974" fmla="*/ 8870972 h 10435941"/>
                  <a:gd name="connsiteX119-49975" fmla="*/ 5491452 w 10476249"/>
                  <a:gd name="connsiteY119-49976" fmla="*/ 8634977 h 10435941"/>
                  <a:gd name="connsiteX120-49977" fmla="*/ 5275804 w 10476249"/>
                  <a:gd name="connsiteY120-49978" fmla="*/ 8324085 h 10435941"/>
                  <a:gd name="connsiteX121-49979" fmla="*/ 5215919 w 10476249"/>
                  <a:gd name="connsiteY121-49980" fmla="*/ 8082820 h 10435941"/>
                  <a:gd name="connsiteX122-49981" fmla="*/ 5302626 w 10476249"/>
                  <a:gd name="connsiteY122-49982" fmla="*/ 7610208 h 10435941"/>
                  <a:gd name="connsiteX123-49983" fmla="*/ 5186654 w 10476249"/>
                  <a:gd name="connsiteY123-49984" fmla="*/ 7320352 h 10435941"/>
                  <a:gd name="connsiteX124-49985" fmla="*/ 5236467 w 10476249"/>
                  <a:gd name="connsiteY124-49986" fmla="*/ 7069881 h 10435941"/>
                  <a:gd name="connsiteX125-49987" fmla="*/ 5240494 w 10476249"/>
                  <a:gd name="connsiteY125-49988" fmla="*/ 6935795 h 10435941"/>
                  <a:gd name="connsiteX126-49989" fmla="*/ 4563198 w 10476249"/>
                  <a:gd name="connsiteY126-49990" fmla="*/ 7013996 h 10435941"/>
                  <a:gd name="connsiteX127-49991" fmla="*/ 4546078 w 10476249"/>
                  <a:gd name="connsiteY127-49992" fmla="*/ 6840580 h 10435941"/>
                  <a:gd name="connsiteX128-49993" fmla="*/ 4482099 w 10476249"/>
                  <a:gd name="connsiteY128-49994" fmla="*/ 6706626 h 10435941"/>
                  <a:gd name="connsiteX129-49995" fmla="*/ 4312585 w 10476249"/>
                  <a:gd name="connsiteY129-49996" fmla="*/ 6826329 h 10435941"/>
                  <a:gd name="connsiteX130-49997" fmla="*/ 3996939 w 10476249"/>
                  <a:gd name="connsiteY130-49998" fmla="*/ 6862493 h 10435941"/>
                  <a:gd name="connsiteX131-49999" fmla="*/ 3961849 w 10476249"/>
                  <a:gd name="connsiteY131-50000" fmla="*/ 7069881 h 10435941"/>
                  <a:gd name="connsiteX132-50001" fmla="*/ 3918262 w 10476249"/>
                  <a:gd name="connsiteY132-50002" fmla="*/ 7281279 h 10435941"/>
                  <a:gd name="connsiteX133-50003" fmla="*/ 3869750 w 10476249"/>
                  <a:gd name="connsiteY133-50004" fmla="*/ 7403480 h 10435941"/>
                  <a:gd name="connsiteX134-50005" fmla="*/ 3558094 w 10476249"/>
                  <a:gd name="connsiteY134-50006" fmla="*/ 7365450 h 10435941"/>
                  <a:gd name="connsiteX135-50007" fmla="*/ 3296831 w 10476249"/>
                  <a:gd name="connsiteY135-50008" fmla="*/ 7402390 h 10435941"/>
                  <a:gd name="connsiteX136-50009" fmla="*/ 2911715 w 10476249"/>
                  <a:gd name="connsiteY136-50010" fmla="*/ 7451307 h 10435941"/>
                  <a:gd name="connsiteX137-50011" fmla="*/ 2733706 w 10476249"/>
                  <a:gd name="connsiteY137-50012" fmla="*/ 7166777 h 10435941"/>
                  <a:gd name="connsiteX138-50013" fmla="*/ 2571924 w 10476249"/>
                  <a:gd name="connsiteY138-50014" fmla="*/ 6908102 h 10435941"/>
                  <a:gd name="connsiteX139-50015" fmla="*/ 2391703 w 10476249"/>
                  <a:gd name="connsiteY139-50016" fmla="*/ 6257406 h 10435941"/>
                  <a:gd name="connsiteX140-50017" fmla="*/ 2313158 w 10476249"/>
                  <a:gd name="connsiteY140-50018" fmla="*/ 6224753 h 10435941"/>
                  <a:gd name="connsiteX141-50019" fmla="*/ 1648140 w 10476249"/>
                  <a:gd name="connsiteY141-50020" fmla="*/ 6197044 h 10435941"/>
                  <a:gd name="connsiteX142-50021" fmla="*/ 1218649 w 10476249"/>
                  <a:gd name="connsiteY142-50022" fmla="*/ 6197044 h 10435941"/>
                  <a:gd name="connsiteX143-50023" fmla="*/ 1025455 w 10476249"/>
                  <a:gd name="connsiteY143-50024" fmla="*/ 6178798 h 10435941"/>
                  <a:gd name="connsiteX144-50025" fmla="*/ 692177 w 10476249"/>
                  <a:gd name="connsiteY144-50026" fmla="*/ 6210899 h 10435941"/>
                  <a:gd name="connsiteX145-50027" fmla="*/ 368390 w 10476249"/>
                  <a:gd name="connsiteY145-50028" fmla="*/ 6137320 h 10435941"/>
                  <a:gd name="connsiteX146-50029" fmla="*/ 132975 w 10476249"/>
                  <a:gd name="connsiteY146-50030" fmla="*/ 6294321 h 10435941"/>
                  <a:gd name="connsiteX147-50031" fmla="*/ 0 w 10476249"/>
                  <a:gd name="connsiteY147-50032" fmla="*/ 6169546 h 10435941"/>
                  <a:gd name="connsiteX0-50033" fmla="*/ 0 w 10476249"/>
                  <a:gd name="connsiteY0-50034" fmla="*/ 6169546 h 10435941"/>
                  <a:gd name="connsiteX1-50035" fmla="*/ 93009 w 10476249"/>
                  <a:gd name="connsiteY1-50036" fmla="*/ 6131120 h 10435941"/>
                  <a:gd name="connsiteX2-50037" fmla="*/ 114648 w 10476249"/>
                  <a:gd name="connsiteY2-50038" fmla="*/ 5799866 h 10435941"/>
                  <a:gd name="connsiteX3-50039" fmla="*/ 387377 w 10476249"/>
                  <a:gd name="connsiteY3-50040" fmla="*/ 5532026 h 10435941"/>
                  <a:gd name="connsiteX4-50041" fmla="*/ 636758 w 10476249"/>
                  <a:gd name="connsiteY4-50042" fmla="*/ 5670572 h 10435941"/>
                  <a:gd name="connsiteX5-50043" fmla="*/ 844577 w 10476249"/>
                  <a:gd name="connsiteY5-50044" fmla="*/ 5504317 h 10435941"/>
                  <a:gd name="connsiteX6-50045" fmla="*/ 983122 w 10476249"/>
                  <a:gd name="connsiteY6-50046" fmla="*/ 5351917 h 10435941"/>
                  <a:gd name="connsiteX7-50047" fmla="*/ 1066249 w 10476249"/>
                  <a:gd name="connsiteY7-50048" fmla="*/ 5435044 h 10435941"/>
                  <a:gd name="connsiteX8-50049" fmla="*/ 1169664 w 10476249"/>
                  <a:gd name="connsiteY8-50050" fmla="*/ 5366848 h 10435941"/>
                  <a:gd name="connsiteX9-50051" fmla="*/ 1142175 w 10476249"/>
                  <a:gd name="connsiteY9-50052" fmla="*/ 5610864 h 10435941"/>
                  <a:gd name="connsiteX10-50053" fmla="*/ 1254907 w 10476249"/>
                  <a:gd name="connsiteY10-50054" fmla="*/ 5679710 h 10435941"/>
                  <a:gd name="connsiteX11-50055" fmla="*/ 1513294 w 10476249"/>
                  <a:gd name="connsiteY11-50056" fmla="*/ 5540884 h 10435941"/>
                  <a:gd name="connsiteX12-50057" fmla="*/ 1717413 w 10476249"/>
                  <a:gd name="connsiteY12-50058" fmla="*/ 5296499 h 10435941"/>
                  <a:gd name="connsiteX13-50059" fmla="*/ 2008358 w 10476249"/>
                  <a:gd name="connsiteY13-50060" fmla="*/ 5060972 h 10435941"/>
                  <a:gd name="connsiteX14-50061" fmla="*/ 2105340 w 10476249"/>
                  <a:gd name="connsiteY14-50062" fmla="*/ 4631481 h 10435941"/>
                  <a:gd name="connsiteX15-50063" fmla="*/ 2158106 w 10476249"/>
                  <a:gd name="connsiteY15-50064" fmla="*/ 4164848 h 10435941"/>
                  <a:gd name="connsiteX16-50065" fmla="*/ 2340867 w 10476249"/>
                  <a:gd name="connsiteY16-50066" fmla="*/ 3855626 h 10435941"/>
                  <a:gd name="connsiteX17-50067" fmla="*/ 2738092 w 10476249"/>
                  <a:gd name="connsiteY17-50068" fmla="*/ 3475092 h 10435941"/>
                  <a:gd name="connsiteX18-50069" fmla="*/ 2964322 w 10476249"/>
                  <a:gd name="connsiteY18-50070" fmla="*/ 3259881 h 10435941"/>
                  <a:gd name="connsiteX19-50071" fmla="*/ 2992031 w 10476249"/>
                  <a:gd name="connsiteY19-50072" fmla="*/ 2816535 h 10435941"/>
                  <a:gd name="connsiteX20-50073" fmla="*/ 3061304 w 10476249"/>
                  <a:gd name="connsiteY20-50074" fmla="*/ 2525590 h 10435941"/>
                  <a:gd name="connsiteX21-50075" fmla="*/ 3061304 w 10476249"/>
                  <a:gd name="connsiteY21-50076" fmla="*/ 2317772 h 10435941"/>
                  <a:gd name="connsiteX22-50077" fmla="*/ 3199849 w 10476249"/>
                  <a:gd name="connsiteY22-50078" fmla="*/ 1985262 h 10435941"/>
                  <a:gd name="connsiteX23-50079" fmla="*/ 3199849 w 10476249"/>
                  <a:gd name="connsiteY23-50080" fmla="*/ 1694317 h 10435941"/>
                  <a:gd name="connsiteX24-50081" fmla="*/ 3499049 w 10476249"/>
                  <a:gd name="connsiteY24-50082" fmla="*/ 1126281 h 10435941"/>
                  <a:gd name="connsiteX25-50083" fmla="*/ 3449231 w 10476249"/>
                  <a:gd name="connsiteY25-50084" fmla="*/ 752208 h 10435941"/>
                  <a:gd name="connsiteX26-50085" fmla="*/ 3476940 w 10476249"/>
                  <a:gd name="connsiteY26-50086" fmla="*/ 544390 h 10435941"/>
                  <a:gd name="connsiteX27-50087" fmla="*/ 3809449 w 10476249"/>
                  <a:gd name="connsiteY27-50088" fmla="*/ 184172 h 10435941"/>
                  <a:gd name="connsiteX28-50089" fmla="*/ 4003413 w 10476249"/>
                  <a:gd name="connsiteY28-50090" fmla="*/ 59481 h 10435941"/>
                  <a:gd name="connsiteX29-50091" fmla="*/ 4419049 w 10476249"/>
                  <a:gd name="connsiteY29-50092" fmla="*/ 295008 h 10435941"/>
                  <a:gd name="connsiteX30-50093" fmla="*/ 4585304 w 10476249"/>
                  <a:gd name="connsiteY30-50094" fmla="*/ 488972 h 10435941"/>
                  <a:gd name="connsiteX31-50095" fmla="*/ 5056358 w 10476249"/>
                  <a:gd name="connsiteY31-50096" fmla="*/ 544390 h 10435941"/>
                  <a:gd name="connsiteX32-50097" fmla="*/ 5376782 w 10476249"/>
                  <a:gd name="connsiteY32-50098" fmla="*/ 603639 h 10435941"/>
                  <a:gd name="connsiteX33-50099" fmla="*/ 5554237 w 10476249"/>
                  <a:gd name="connsiteY33-50100" fmla="*/ 588271 h 10435941"/>
                  <a:gd name="connsiteX34-50101" fmla="*/ 5846067 w 10476249"/>
                  <a:gd name="connsiteY34-50102" fmla="*/ 281153 h 10435941"/>
                  <a:gd name="connsiteX35-50103" fmla="*/ 6109304 w 10476249"/>
                  <a:gd name="connsiteY35-50104" fmla="*/ 322717 h 10435941"/>
                  <a:gd name="connsiteX36-50105" fmla="*/ 6527495 w 10476249"/>
                  <a:gd name="connsiteY36-50106" fmla="*/ 168233 h 10435941"/>
                  <a:gd name="connsiteX37-50107" fmla="*/ 6667317 w 10476249"/>
                  <a:gd name="connsiteY37-50108" fmla="*/ 107503 h 10435941"/>
                  <a:gd name="connsiteX38-50109" fmla="*/ 6997273 w 10476249"/>
                  <a:gd name="connsiteY38-50110" fmla="*/ 198026 h 10435941"/>
                  <a:gd name="connsiteX39-50111" fmla="*/ 7217667 w 10476249"/>
                  <a:gd name="connsiteY39-50112" fmla="*/ 17917 h 10435941"/>
                  <a:gd name="connsiteX40-50113" fmla="*/ 7364702 w 10476249"/>
                  <a:gd name="connsiteY40-50114" fmla="*/ 0 h 10435941"/>
                  <a:gd name="connsiteX41-50115" fmla="*/ 7586454 w 10476249"/>
                  <a:gd name="connsiteY41-50116" fmla="*/ 41248 h 10435941"/>
                  <a:gd name="connsiteX42-50117" fmla="*/ 7896540 w 10476249"/>
                  <a:gd name="connsiteY42-50118" fmla="*/ 128753 h 10435941"/>
                  <a:gd name="connsiteX43-50119" fmla="*/ 8298322 w 10476249"/>
                  <a:gd name="connsiteY43-50120" fmla="*/ 59481 h 10435941"/>
                  <a:gd name="connsiteX44-50121" fmla="*/ 8632600 w 10476249"/>
                  <a:gd name="connsiteY44-50122" fmla="*/ 396707 h 10435941"/>
                  <a:gd name="connsiteX45-50123" fmla="*/ 8894067 w 10476249"/>
                  <a:gd name="connsiteY45-50124" fmla="*/ 544390 h 10435941"/>
                  <a:gd name="connsiteX46-50125" fmla="*/ 9132327 w 10476249"/>
                  <a:gd name="connsiteY46-50126" fmla="*/ 420846 h 10435941"/>
                  <a:gd name="connsiteX47-50127" fmla="*/ 9358560 w 10476249"/>
                  <a:gd name="connsiteY47-50128" fmla="*/ 466363 h 10435941"/>
                  <a:gd name="connsiteX48-50129" fmla="*/ 9503667 w 10476249"/>
                  <a:gd name="connsiteY48-50130" fmla="*/ 367819 h 10435941"/>
                  <a:gd name="connsiteX49-50131" fmla="*/ 9631896 w 10476249"/>
                  <a:gd name="connsiteY49-50132" fmla="*/ 369587 h 10435941"/>
                  <a:gd name="connsiteX50-50133" fmla="*/ 9988577 w 10476249"/>
                  <a:gd name="connsiteY50-50134" fmla="*/ 793772 h 10435941"/>
                  <a:gd name="connsiteX51-50135" fmla="*/ 10224104 w 10476249"/>
                  <a:gd name="connsiteY51-50136" fmla="*/ 987735 h 10435941"/>
                  <a:gd name="connsiteX52-50137" fmla="*/ 10210249 w 10476249"/>
                  <a:gd name="connsiteY52-50138" fmla="*/ 1250972 h 10435941"/>
                  <a:gd name="connsiteX53-50139" fmla="*/ 10224104 w 10476249"/>
                  <a:gd name="connsiteY53-50140" fmla="*/ 1444935 h 10435941"/>
                  <a:gd name="connsiteX54-50141" fmla="*/ 10228661 w 10476249"/>
                  <a:gd name="connsiteY54-50142" fmla="*/ 1580249 h 10435941"/>
                  <a:gd name="connsiteX55-50143" fmla="*/ 10476249 w 10476249"/>
                  <a:gd name="connsiteY55-50144" fmla="*/ 1753897 h 10435941"/>
                  <a:gd name="connsiteX56-50145" fmla="*/ 10063524 w 10476249"/>
                  <a:gd name="connsiteY56-50146" fmla="*/ 2207269 h 10435941"/>
                  <a:gd name="connsiteX57-50147" fmla="*/ 9766904 w 10476249"/>
                  <a:gd name="connsiteY57-50148" fmla="*/ 2497881 h 10435941"/>
                  <a:gd name="connsiteX58-50149" fmla="*/ 9565650 w 10476249"/>
                  <a:gd name="connsiteY58-50150" fmla="*/ 3426134 h 10435941"/>
                  <a:gd name="connsiteX59-50151" fmla="*/ 9518072 w 10476249"/>
                  <a:gd name="connsiteY59-50152" fmla="*/ 3685207 h 10435941"/>
                  <a:gd name="connsiteX60-50153" fmla="*/ 9351267 w 10476249"/>
                  <a:gd name="connsiteY60-50154" fmla="*/ 3911044 h 10435941"/>
                  <a:gd name="connsiteX61-50155" fmla="*/ 9295849 w 10476249"/>
                  <a:gd name="connsiteY61-50156" fmla="*/ 4077299 h 10435941"/>
                  <a:gd name="connsiteX62-50157" fmla="*/ 9222017 w 10476249"/>
                  <a:gd name="connsiteY62-50158" fmla="*/ 4285117 h 10435941"/>
                  <a:gd name="connsiteX63-50159" fmla="*/ 9190850 w 10476249"/>
                  <a:gd name="connsiteY63-50160" fmla="*/ 4430122 h 10435941"/>
                  <a:gd name="connsiteX64-50161" fmla="*/ 9323558 w 10476249"/>
                  <a:gd name="connsiteY64-50162" fmla="*/ 4659190 h 10435941"/>
                  <a:gd name="connsiteX65-50163" fmla="*/ 9367775 w 10476249"/>
                  <a:gd name="connsiteY65-50164" fmla="*/ 4915057 h 10435941"/>
                  <a:gd name="connsiteX66-50165" fmla="*/ 9383534 w 10476249"/>
                  <a:gd name="connsiteY66-50166" fmla="*/ 5208060 h 10435941"/>
                  <a:gd name="connsiteX67-50167" fmla="*/ 9368954 w 10476249"/>
                  <a:gd name="connsiteY67-50168" fmla="*/ 5615153 h 10435941"/>
                  <a:gd name="connsiteX68-50169" fmla="*/ 9504218 w 10476249"/>
                  <a:gd name="connsiteY68-50170" fmla="*/ 5975373 h 10435941"/>
                  <a:gd name="connsiteX69-50171" fmla="*/ 9526091 w 10476249"/>
                  <a:gd name="connsiteY69-50172" fmla="*/ 6403714 h 10435941"/>
                  <a:gd name="connsiteX70-50173" fmla="*/ 9919304 w 10476249"/>
                  <a:gd name="connsiteY70-50174" fmla="*/ 6862062 h 10435941"/>
                  <a:gd name="connsiteX71-50175" fmla="*/ 10037669 w 10476249"/>
                  <a:gd name="connsiteY71-50176" fmla="*/ 7221396 h 10435941"/>
                  <a:gd name="connsiteX72-50177" fmla="*/ 10218503 w 10476249"/>
                  <a:gd name="connsiteY72-50178" fmla="*/ 7514995 h 10435941"/>
                  <a:gd name="connsiteX73-50179" fmla="*/ 9656067 w 10476249"/>
                  <a:gd name="connsiteY73-50180" fmla="*/ 7540935 h 10435941"/>
                  <a:gd name="connsiteX74-50181" fmla="*/ 9159682 w 10476249"/>
                  <a:gd name="connsiteY74-50182" fmla="*/ 7651772 h 10435941"/>
                  <a:gd name="connsiteX75-50183" fmla="*/ 9114466 w 10476249"/>
                  <a:gd name="connsiteY75-50184" fmla="*/ 7790317 h 10435941"/>
                  <a:gd name="connsiteX76-50185" fmla="*/ 9004904 w 10476249"/>
                  <a:gd name="connsiteY76-50186" fmla="*/ 7998135 h 10435941"/>
                  <a:gd name="connsiteX77-50187" fmla="*/ 8919418 w 10476249"/>
                  <a:gd name="connsiteY77-50188" fmla="*/ 8085908 h 10435941"/>
                  <a:gd name="connsiteX78-50189" fmla="*/ 9022382 w 10476249"/>
                  <a:gd name="connsiteY78-50190" fmla="*/ 8313437 h 10435941"/>
                  <a:gd name="connsiteX79-50191" fmla="*/ 9013154 w 10476249"/>
                  <a:gd name="connsiteY79-50192" fmla="*/ 8524608 h 10435941"/>
                  <a:gd name="connsiteX80-50193" fmla="*/ 8979264 w 10476249"/>
                  <a:gd name="connsiteY80-50194" fmla="*/ 8758113 h 10435941"/>
                  <a:gd name="connsiteX81-50195" fmla="*/ 8977195 w 10476249"/>
                  <a:gd name="connsiteY81-50196" fmla="*/ 8967953 h 10435941"/>
                  <a:gd name="connsiteX82-50197" fmla="*/ 8880213 w 10476249"/>
                  <a:gd name="connsiteY82-50198" fmla="*/ 9272753 h 10435941"/>
                  <a:gd name="connsiteX83-50199" fmla="*/ 8907923 w 10476249"/>
                  <a:gd name="connsiteY83-50200" fmla="*/ 9578490 h 10435941"/>
                  <a:gd name="connsiteX84-50201" fmla="*/ 9124310 w 10476249"/>
                  <a:gd name="connsiteY84-50202" fmla="*/ 9750056 h 10435941"/>
                  <a:gd name="connsiteX85-50203" fmla="*/ 9217384 w 10476249"/>
                  <a:gd name="connsiteY85-50204" fmla="*/ 9890275 h 10435941"/>
                  <a:gd name="connsiteX86-50205" fmla="*/ 9448465 w 10476249"/>
                  <a:gd name="connsiteY86-50206" fmla="*/ 9929452 h 10435941"/>
                  <a:gd name="connsiteX87-50207" fmla="*/ 9457627 w 10476249"/>
                  <a:gd name="connsiteY87-50208" fmla="*/ 9818955 h 10435941"/>
                  <a:gd name="connsiteX88-50209" fmla="*/ 9606341 w 10476249"/>
                  <a:gd name="connsiteY88-50210" fmla="*/ 9758904 h 10435941"/>
                  <a:gd name="connsiteX89-50211" fmla="*/ 9617859 w 10476249"/>
                  <a:gd name="connsiteY89-50212" fmla="*/ 10334695 h 10435941"/>
                  <a:gd name="connsiteX90-50213" fmla="*/ 9490259 w 10476249"/>
                  <a:gd name="connsiteY90-50214" fmla="*/ 10338313 h 10435941"/>
                  <a:gd name="connsiteX91-50215" fmla="*/ 9314175 w 10476249"/>
                  <a:gd name="connsiteY91-50216" fmla="*/ 10427202 h 10435941"/>
                  <a:gd name="connsiteX92-50217" fmla="*/ 9189815 w 10476249"/>
                  <a:gd name="connsiteY92-50218" fmla="*/ 10435941 h 10435941"/>
                  <a:gd name="connsiteX93-50219" fmla="*/ 9050829 w 10476249"/>
                  <a:gd name="connsiteY93-50220" fmla="*/ 10122103 h 10435941"/>
                  <a:gd name="connsiteX94-50221" fmla="*/ 8939914 w 10476249"/>
                  <a:gd name="connsiteY94-50222" fmla="*/ 10072174 h 10435941"/>
                  <a:gd name="connsiteX95-50223" fmla="*/ 8778870 w 10476249"/>
                  <a:gd name="connsiteY95-50224" fmla="*/ 9863725 h 10435941"/>
                  <a:gd name="connsiteX96-50225" fmla="*/ 8465017 w 10476249"/>
                  <a:gd name="connsiteY96-50226" fmla="*/ 9748287 h 10435941"/>
                  <a:gd name="connsiteX97-50227" fmla="*/ 8345018 w 10476249"/>
                  <a:gd name="connsiteY97-50228" fmla="*/ 9651431 h 10435941"/>
                  <a:gd name="connsiteX98-50229" fmla="*/ 8270613 w 10476249"/>
                  <a:gd name="connsiteY98-50230" fmla="*/ 9480572 h 10435941"/>
                  <a:gd name="connsiteX99-50231" fmla="*/ 8229159 w 10476249"/>
                  <a:gd name="connsiteY99-50232" fmla="*/ 9374254 h 10435941"/>
                  <a:gd name="connsiteX100-50233" fmla="*/ 8132067 w 10476249"/>
                  <a:gd name="connsiteY100-50234" fmla="*/ 9355881 h 10435941"/>
                  <a:gd name="connsiteX101-50235" fmla="*/ 8076649 w 10476249"/>
                  <a:gd name="connsiteY101-50236" fmla="*/ 9577553 h 10435941"/>
                  <a:gd name="connsiteX102-50237" fmla="*/ 7933959 w 10476249"/>
                  <a:gd name="connsiteY102-50238" fmla="*/ 9610939 h 10435941"/>
                  <a:gd name="connsiteX103-50239" fmla="*/ 7580779 w 10476249"/>
                  <a:gd name="connsiteY103-50240" fmla="*/ 9552340 h 10435941"/>
                  <a:gd name="connsiteX104-50241" fmla="*/ 7442474 w 10476249"/>
                  <a:gd name="connsiteY104-50242" fmla="*/ 9485198 h 10435941"/>
                  <a:gd name="connsiteX105-50243" fmla="*/ 7250179 w 10476249"/>
                  <a:gd name="connsiteY105-50244" fmla="*/ 9449904 h 10435941"/>
                  <a:gd name="connsiteX106-50245" fmla="*/ 7156996 w 10476249"/>
                  <a:gd name="connsiteY106-50246" fmla="*/ 9200180 h 10435941"/>
                  <a:gd name="connsiteX107-50247" fmla="*/ 6940577 w 10476249"/>
                  <a:gd name="connsiteY107-50248" fmla="*/ 9189626 h 10435941"/>
                  <a:gd name="connsiteX108-50249" fmla="*/ 6659679 w 10476249"/>
                  <a:gd name="connsiteY108-50250" fmla="*/ 9285034 h 10435941"/>
                  <a:gd name="connsiteX109-50251" fmla="*/ 6664954 w 10476249"/>
                  <a:gd name="connsiteY109-50252" fmla="*/ 9099745 h 10435941"/>
                  <a:gd name="connsiteX110-50253" fmla="*/ 6538463 w 10476249"/>
                  <a:gd name="connsiteY110-50254" fmla="*/ 9013951 h 10435941"/>
                  <a:gd name="connsiteX111-50255" fmla="*/ 6414104 w 10476249"/>
                  <a:gd name="connsiteY111-50256" fmla="*/ 8954099 h 10435941"/>
                  <a:gd name="connsiteX112-50257" fmla="*/ 6311517 w 10476249"/>
                  <a:gd name="connsiteY112-50258" fmla="*/ 9057307 h 10435941"/>
                  <a:gd name="connsiteX113-50259" fmla="*/ 6153358 w 10476249"/>
                  <a:gd name="connsiteY113-50260" fmla="*/ 8978227 h 10435941"/>
                  <a:gd name="connsiteX114-50261" fmla="*/ 5987727 w 10476249"/>
                  <a:gd name="connsiteY114-50262" fmla="*/ 9093734 h 10435941"/>
                  <a:gd name="connsiteX115-50263" fmla="*/ 5721485 w 10476249"/>
                  <a:gd name="connsiteY115-50264" fmla="*/ 9101726 h 10435941"/>
                  <a:gd name="connsiteX116-50265" fmla="*/ 5660355 w 10476249"/>
                  <a:gd name="connsiteY116-50266" fmla="*/ 9081904 h 10435941"/>
                  <a:gd name="connsiteX117-50267" fmla="*/ 5493010 w 10476249"/>
                  <a:gd name="connsiteY117-50268" fmla="*/ 9128137 h 10435941"/>
                  <a:gd name="connsiteX118-50269" fmla="*/ 5491454 w 10476249"/>
                  <a:gd name="connsiteY118-50270" fmla="*/ 8870972 h 10435941"/>
                  <a:gd name="connsiteX119-50271" fmla="*/ 5491452 w 10476249"/>
                  <a:gd name="connsiteY119-50272" fmla="*/ 8634977 h 10435941"/>
                  <a:gd name="connsiteX120-50273" fmla="*/ 5275804 w 10476249"/>
                  <a:gd name="connsiteY120-50274" fmla="*/ 8324085 h 10435941"/>
                  <a:gd name="connsiteX121-50275" fmla="*/ 5215919 w 10476249"/>
                  <a:gd name="connsiteY121-50276" fmla="*/ 8082820 h 10435941"/>
                  <a:gd name="connsiteX122-50277" fmla="*/ 5302626 w 10476249"/>
                  <a:gd name="connsiteY122-50278" fmla="*/ 7610208 h 10435941"/>
                  <a:gd name="connsiteX123-50279" fmla="*/ 5186654 w 10476249"/>
                  <a:gd name="connsiteY123-50280" fmla="*/ 7320352 h 10435941"/>
                  <a:gd name="connsiteX124-50281" fmla="*/ 5236467 w 10476249"/>
                  <a:gd name="connsiteY124-50282" fmla="*/ 7069881 h 10435941"/>
                  <a:gd name="connsiteX125-50283" fmla="*/ 5240494 w 10476249"/>
                  <a:gd name="connsiteY125-50284" fmla="*/ 6935795 h 10435941"/>
                  <a:gd name="connsiteX126-50285" fmla="*/ 4563198 w 10476249"/>
                  <a:gd name="connsiteY126-50286" fmla="*/ 7013996 h 10435941"/>
                  <a:gd name="connsiteX127-50287" fmla="*/ 4546078 w 10476249"/>
                  <a:gd name="connsiteY127-50288" fmla="*/ 6840580 h 10435941"/>
                  <a:gd name="connsiteX128-50289" fmla="*/ 4482099 w 10476249"/>
                  <a:gd name="connsiteY128-50290" fmla="*/ 6706626 h 10435941"/>
                  <a:gd name="connsiteX129-50291" fmla="*/ 4312585 w 10476249"/>
                  <a:gd name="connsiteY129-50292" fmla="*/ 6826329 h 10435941"/>
                  <a:gd name="connsiteX130-50293" fmla="*/ 3996939 w 10476249"/>
                  <a:gd name="connsiteY130-50294" fmla="*/ 6862493 h 10435941"/>
                  <a:gd name="connsiteX131-50295" fmla="*/ 3961849 w 10476249"/>
                  <a:gd name="connsiteY131-50296" fmla="*/ 7069881 h 10435941"/>
                  <a:gd name="connsiteX132-50297" fmla="*/ 3918262 w 10476249"/>
                  <a:gd name="connsiteY132-50298" fmla="*/ 7281279 h 10435941"/>
                  <a:gd name="connsiteX133-50299" fmla="*/ 3869750 w 10476249"/>
                  <a:gd name="connsiteY133-50300" fmla="*/ 7403480 h 10435941"/>
                  <a:gd name="connsiteX134-50301" fmla="*/ 3558094 w 10476249"/>
                  <a:gd name="connsiteY134-50302" fmla="*/ 7365450 h 10435941"/>
                  <a:gd name="connsiteX135-50303" fmla="*/ 3296831 w 10476249"/>
                  <a:gd name="connsiteY135-50304" fmla="*/ 7402390 h 10435941"/>
                  <a:gd name="connsiteX136-50305" fmla="*/ 2911715 w 10476249"/>
                  <a:gd name="connsiteY136-50306" fmla="*/ 7451307 h 10435941"/>
                  <a:gd name="connsiteX137-50307" fmla="*/ 2733706 w 10476249"/>
                  <a:gd name="connsiteY137-50308" fmla="*/ 7166777 h 10435941"/>
                  <a:gd name="connsiteX138-50309" fmla="*/ 2571924 w 10476249"/>
                  <a:gd name="connsiteY138-50310" fmla="*/ 6908102 h 10435941"/>
                  <a:gd name="connsiteX139-50311" fmla="*/ 2391703 w 10476249"/>
                  <a:gd name="connsiteY139-50312" fmla="*/ 6257406 h 10435941"/>
                  <a:gd name="connsiteX140-50313" fmla="*/ 2313158 w 10476249"/>
                  <a:gd name="connsiteY140-50314" fmla="*/ 6224753 h 10435941"/>
                  <a:gd name="connsiteX141-50315" fmla="*/ 1648140 w 10476249"/>
                  <a:gd name="connsiteY141-50316" fmla="*/ 6197044 h 10435941"/>
                  <a:gd name="connsiteX142-50317" fmla="*/ 1218649 w 10476249"/>
                  <a:gd name="connsiteY142-50318" fmla="*/ 6197044 h 10435941"/>
                  <a:gd name="connsiteX143-50319" fmla="*/ 1025455 w 10476249"/>
                  <a:gd name="connsiteY143-50320" fmla="*/ 6178798 h 10435941"/>
                  <a:gd name="connsiteX144-50321" fmla="*/ 692177 w 10476249"/>
                  <a:gd name="connsiteY144-50322" fmla="*/ 6210899 h 10435941"/>
                  <a:gd name="connsiteX145-50323" fmla="*/ 368390 w 10476249"/>
                  <a:gd name="connsiteY145-50324" fmla="*/ 6137320 h 10435941"/>
                  <a:gd name="connsiteX146-50325" fmla="*/ 132975 w 10476249"/>
                  <a:gd name="connsiteY146-50326" fmla="*/ 6294321 h 10435941"/>
                  <a:gd name="connsiteX147-50327" fmla="*/ 0 w 10476249"/>
                  <a:gd name="connsiteY147-50328" fmla="*/ 6169546 h 10435941"/>
                  <a:gd name="connsiteX0-50329" fmla="*/ 0 w 10476249"/>
                  <a:gd name="connsiteY0-50330" fmla="*/ 6169546 h 10435941"/>
                  <a:gd name="connsiteX1-50331" fmla="*/ 93009 w 10476249"/>
                  <a:gd name="connsiteY1-50332" fmla="*/ 6131120 h 10435941"/>
                  <a:gd name="connsiteX2-50333" fmla="*/ 114648 w 10476249"/>
                  <a:gd name="connsiteY2-50334" fmla="*/ 5799866 h 10435941"/>
                  <a:gd name="connsiteX3-50335" fmla="*/ 387377 w 10476249"/>
                  <a:gd name="connsiteY3-50336" fmla="*/ 5532026 h 10435941"/>
                  <a:gd name="connsiteX4-50337" fmla="*/ 636758 w 10476249"/>
                  <a:gd name="connsiteY4-50338" fmla="*/ 5670572 h 10435941"/>
                  <a:gd name="connsiteX5-50339" fmla="*/ 844577 w 10476249"/>
                  <a:gd name="connsiteY5-50340" fmla="*/ 5504317 h 10435941"/>
                  <a:gd name="connsiteX6-50341" fmla="*/ 983122 w 10476249"/>
                  <a:gd name="connsiteY6-50342" fmla="*/ 5351917 h 10435941"/>
                  <a:gd name="connsiteX7-50343" fmla="*/ 1066249 w 10476249"/>
                  <a:gd name="connsiteY7-50344" fmla="*/ 5435044 h 10435941"/>
                  <a:gd name="connsiteX8-50345" fmla="*/ 1169664 w 10476249"/>
                  <a:gd name="connsiteY8-50346" fmla="*/ 5366848 h 10435941"/>
                  <a:gd name="connsiteX9-50347" fmla="*/ 1142175 w 10476249"/>
                  <a:gd name="connsiteY9-50348" fmla="*/ 5610864 h 10435941"/>
                  <a:gd name="connsiteX10-50349" fmla="*/ 1254907 w 10476249"/>
                  <a:gd name="connsiteY10-50350" fmla="*/ 5679710 h 10435941"/>
                  <a:gd name="connsiteX11-50351" fmla="*/ 1513294 w 10476249"/>
                  <a:gd name="connsiteY11-50352" fmla="*/ 5540884 h 10435941"/>
                  <a:gd name="connsiteX12-50353" fmla="*/ 1717413 w 10476249"/>
                  <a:gd name="connsiteY12-50354" fmla="*/ 5296499 h 10435941"/>
                  <a:gd name="connsiteX13-50355" fmla="*/ 2008358 w 10476249"/>
                  <a:gd name="connsiteY13-50356" fmla="*/ 5060972 h 10435941"/>
                  <a:gd name="connsiteX14-50357" fmla="*/ 2105340 w 10476249"/>
                  <a:gd name="connsiteY14-50358" fmla="*/ 4631481 h 10435941"/>
                  <a:gd name="connsiteX15-50359" fmla="*/ 2158106 w 10476249"/>
                  <a:gd name="connsiteY15-50360" fmla="*/ 4164848 h 10435941"/>
                  <a:gd name="connsiteX16-50361" fmla="*/ 2340867 w 10476249"/>
                  <a:gd name="connsiteY16-50362" fmla="*/ 3855626 h 10435941"/>
                  <a:gd name="connsiteX17-50363" fmla="*/ 2738092 w 10476249"/>
                  <a:gd name="connsiteY17-50364" fmla="*/ 3475092 h 10435941"/>
                  <a:gd name="connsiteX18-50365" fmla="*/ 2964322 w 10476249"/>
                  <a:gd name="connsiteY18-50366" fmla="*/ 3259881 h 10435941"/>
                  <a:gd name="connsiteX19-50367" fmla="*/ 2992031 w 10476249"/>
                  <a:gd name="connsiteY19-50368" fmla="*/ 2816535 h 10435941"/>
                  <a:gd name="connsiteX20-50369" fmla="*/ 3061304 w 10476249"/>
                  <a:gd name="connsiteY20-50370" fmla="*/ 2525590 h 10435941"/>
                  <a:gd name="connsiteX21-50371" fmla="*/ 3061304 w 10476249"/>
                  <a:gd name="connsiteY21-50372" fmla="*/ 2317772 h 10435941"/>
                  <a:gd name="connsiteX22-50373" fmla="*/ 3199849 w 10476249"/>
                  <a:gd name="connsiteY22-50374" fmla="*/ 1985262 h 10435941"/>
                  <a:gd name="connsiteX23-50375" fmla="*/ 3199849 w 10476249"/>
                  <a:gd name="connsiteY23-50376" fmla="*/ 1694317 h 10435941"/>
                  <a:gd name="connsiteX24-50377" fmla="*/ 3499049 w 10476249"/>
                  <a:gd name="connsiteY24-50378" fmla="*/ 1126281 h 10435941"/>
                  <a:gd name="connsiteX25-50379" fmla="*/ 3449231 w 10476249"/>
                  <a:gd name="connsiteY25-50380" fmla="*/ 752208 h 10435941"/>
                  <a:gd name="connsiteX26-50381" fmla="*/ 3476940 w 10476249"/>
                  <a:gd name="connsiteY26-50382" fmla="*/ 544390 h 10435941"/>
                  <a:gd name="connsiteX27-50383" fmla="*/ 3809449 w 10476249"/>
                  <a:gd name="connsiteY27-50384" fmla="*/ 184172 h 10435941"/>
                  <a:gd name="connsiteX28-50385" fmla="*/ 4003413 w 10476249"/>
                  <a:gd name="connsiteY28-50386" fmla="*/ 59481 h 10435941"/>
                  <a:gd name="connsiteX29-50387" fmla="*/ 4419049 w 10476249"/>
                  <a:gd name="connsiteY29-50388" fmla="*/ 295008 h 10435941"/>
                  <a:gd name="connsiteX30-50389" fmla="*/ 4585304 w 10476249"/>
                  <a:gd name="connsiteY30-50390" fmla="*/ 488972 h 10435941"/>
                  <a:gd name="connsiteX31-50391" fmla="*/ 5056358 w 10476249"/>
                  <a:gd name="connsiteY31-50392" fmla="*/ 544390 h 10435941"/>
                  <a:gd name="connsiteX32-50393" fmla="*/ 5376782 w 10476249"/>
                  <a:gd name="connsiteY32-50394" fmla="*/ 603639 h 10435941"/>
                  <a:gd name="connsiteX33-50395" fmla="*/ 5554237 w 10476249"/>
                  <a:gd name="connsiteY33-50396" fmla="*/ 588271 h 10435941"/>
                  <a:gd name="connsiteX34-50397" fmla="*/ 5846067 w 10476249"/>
                  <a:gd name="connsiteY34-50398" fmla="*/ 281153 h 10435941"/>
                  <a:gd name="connsiteX35-50399" fmla="*/ 6109304 w 10476249"/>
                  <a:gd name="connsiteY35-50400" fmla="*/ 322717 h 10435941"/>
                  <a:gd name="connsiteX36-50401" fmla="*/ 6527495 w 10476249"/>
                  <a:gd name="connsiteY36-50402" fmla="*/ 168233 h 10435941"/>
                  <a:gd name="connsiteX37-50403" fmla="*/ 6667317 w 10476249"/>
                  <a:gd name="connsiteY37-50404" fmla="*/ 107503 h 10435941"/>
                  <a:gd name="connsiteX38-50405" fmla="*/ 6997273 w 10476249"/>
                  <a:gd name="connsiteY38-50406" fmla="*/ 198026 h 10435941"/>
                  <a:gd name="connsiteX39-50407" fmla="*/ 7217667 w 10476249"/>
                  <a:gd name="connsiteY39-50408" fmla="*/ 17917 h 10435941"/>
                  <a:gd name="connsiteX40-50409" fmla="*/ 7364702 w 10476249"/>
                  <a:gd name="connsiteY40-50410" fmla="*/ 0 h 10435941"/>
                  <a:gd name="connsiteX41-50411" fmla="*/ 7586454 w 10476249"/>
                  <a:gd name="connsiteY41-50412" fmla="*/ 41248 h 10435941"/>
                  <a:gd name="connsiteX42-50413" fmla="*/ 7896540 w 10476249"/>
                  <a:gd name="connsiteY42-50414" fmla="*/ 128753 h 10435941"/>
                  <a:gd name="connsiteX43-50415" fmla="*/ 8298322 w 10476249"/>
                  <a:gd name="connsiteY43-50416" fmla="*/ 59481 h 10435941"/>
                  <a:gd name="connsiteX44-50417" fmla="*/ 8632600 w 10476249"/>
                  <a:gd name="connsiteY44-50418" fmla="*/ 396707 h 10435941"/>
                  <a:gd name="connsiteX45-50419" fmla="*/ 8894067 w 10476249"/>
                  <a:gd name="connsiteY45-50420" fmla="*/ 544390 h 10435941"/>
                  <a:gd name="connsiteX46-50421" fmla="*/ 9132327 w 10476249"/>
                  <a:gd name="connsiteY46-50422" fmla="*/ 420846 h 10435941"/>
                  <a:gd name="connsiteX47-50423" fmla="*/ 9358560 w 10476249"/>
                  <a:gd name="connsiteY47-50424" fmla="*/ 466363 h 10435941"/>
                  <a:gd name="connsiteX48-50425" fmla="*/ 9503667 w 10476249"/>
                  <a:gd name="connsiteY48-50426" fmla="*/ 367819 h 10435941"/>
                  <a:gd name="connsiteX49-50427" fmla="*/ 9631896 w 10476249"/>
                  <a:gd name="connsiteY49-50428" fmla="*/ 369587 h 10435941"/>
                  <a:gd name="connsiteX50-50429" fmla="*/ 9988577 w 10476249"/>
                  <a:gd name="connsiteY50-50430" fmla="*/ 793772 h 10435941"/>
                  <a:gd name="connsiteX51-50431" fmla="*/ 10224104 w 10476249"/>
                  <a:gd name="connsiteY51-50432" fmla="*/ 987735 h 10435941"/>
                  <a:gd name="connsiteX52-50433" fmla="*/ 10210249 w 10476249"/>
                  <a:gd name="connsiteY52-50434" fmla="*/ 1250972 h 10435941"/>
                  <a:gd name="connsiteX53-50435" fmla="*/ 10224104 w 10476249"/>
                  <a:gd name="connsiteY53-50436" fmla="*/ 1444935 h 10435941"/>
                  <a:gd name="connsiteX54-50437" fmla="*/ 10228661 w 10476249"/>
                  <a:gd name="connsiteY54-50438" fmla="*/ 1580249 h 10435941"/>
                  <a:gd name="connsiteX55-50439" fmla="*/ 10476249 w 10476249"/>
                  <a:gd name="connsiteY55-50440" fmla="*/ 1753897 h 10435941"/>
                  <a:gd name="connsiteX56-50441" fmla="*/ 10063524 w 10476249"/>
                  <a:gd name="connsiteY56-50442" fmla="*/ 2207269 h 10435941"/>
                  <a:gd name="connsiteX57-50443" fmla="*/ 9766904 w 10476249"/>
                  <a:gd name="connsiteY57-50444" fmla="*/ 2497881 h 10435941"/>
                  <a:gd name="connsiteX58-50445" fmla="*/ 9565650 w 10476249"/>
                  <a:gd name="connsiteY58-50446" fmla="*/ 3426134 h 10435941"/>
                  <a:gd name="connsiteX59-50447" fmla="*/ 9518072 w 10476249"/>
                  <a:gd name="connsiteY59-50448" fmla="*/ 3685207 h 10435941"/>
                  <a:gd name="connsiteX60-50449" fmla="*/ 9351267 w 10476249"/>
                  <a:gd name="connsiteY60-50450" fmla="*/ 3911044 h 10435941"/>
                  <a:gd name="connsiteX61-50451" fmla="*/ 9295849 w 10476249"/>
                  <a:gd name="connsiteY61-50452" fmla="*/ 4077299 h 10435941"/>
                  <a:gd name="connsiteX62-50453" fmla="*/ 9222017 w 10476249"/>
                  <a:gd name="connsiteY62-50454" fmla="*/ 4285117 h 10435941"/>
                  <a:gd name="connsiteX63-50455" fmla="*/ 9190850 w 10476249"/>
                  <a:gd name="connsiteY63-50456" fmla="*/ 4430122 h 10435941"/>
                  <a:gd name="connsiteX64-50457" fmla="*/ 9323558 w 10476249"/>
                  <a:gd name="connsiteY64-50458" fmla="*/ 4659190 h 10435941"/>
                  <a:gd name="connsiteX65-50459" fmla="*/ 9367775 w 10476249"/>
                  <a:gd name="connsiteY65-50460" fmla="*/ 4915057 h 10435941"/>
                  <a:gd name="connsiteX66-50461" fmla="*/ 9383534 w 10476249"/>
                  <a:gd name="connsiteY66-50462" fmla="*/ 5208060 h 10435941"/>
                  <a:gd name="connsiteX67-50463" fmla="*/ 9368954 w 10476249"/>
                  <a:gd name="connsiteY67-50464" fmla="*/ 5615153 h 10435941"/>
                  <a:gd name="connsiteX68-50465" fmla="*/ 9504218 w 10476249"/>
                  <a:gd name="connsiteY68-50466" fmla="*/ 5975373 h 10435941"/>
                  <a:gd name="connsiteX69-50467" fmla="*/ 9526091 w 10476249"/>
                  <a:gd name="connsiteY69-50468" fmla="*/ 6403714 h 10435941"/>
                  <a:gd name="connsiteX70-50469" fmla="*/ 9919304 w 10476249"/>
                  <a:gd name="connsiteY70-50470" fmla="*/ 6862062 h 10435941"/>
                  <a:gd name="connsiteX71-50471" fmla="*/ 10037669 w 10476249"/>
                  <a:gd name="connsiteY71-50472" fmla="*/ 7221396 h 10435941"/>
                  <a:gd name="connsiteX72-50473" fmla="*/ 10218503 w 10476249"/>
                  <a:gd name="connsiteY72-50474" fmla="*/ 7514995 h 10435941"/>
                  <a:gd name="connsiteX73-50475" fmla="*/ 9656067 w 10476249"/>
                  <a:gd name="connsiteY73-50476" fmla="*/ 7540935 h 10435941"/>
                  <a:gd name="connsiteX74-50477" fmla="*/ 9159682 w 10476249"/>
                  <a:gd name="connsiteY74-50478" fmla="*/ 7651772 h 10435941"/>
                  <a:gd name="connsiteX75-50479" fmla="*/ 9114466 w 10476249"/>
                  <a:gd name="connsiteY75-50480" fmla="*/ 7790317 h 10435941"/>
                  <a:gd name="connsiteX76-50481" fmla="*/ 9004904 w 10476249"/>
                  <a:gd name="connsiteY76-50482" fmla="*/ 7998135 h 10435941"/>
                  <a:gd name="connsiteX77-50483" fmla="*/ 8919418 w 10476249"/>
                  <a:gd name="connsiteY77-50484" fmla="*/ 8085908 h 10435941"/>
                  <a:gd name="connsiteX78-50485" fmla="*/ 9022382 w 10476249"/>
                  <a:gd name="connsiteY78-50486" fmla="*/ 8313437 h 10435941"/>
                  <a:gd name="connsiteX79-50487" fmla="*/ 9013154 w 10476249"/>
                  <a:gd name="connsiteY79-50488" fmla="*/ 8524608 h 10435941"/>
                  <a:gd name="connsiteX80-50489" fmla="*/ 8979264 w 10476249"/>
                  <a:gd name="connsiteY80-50490" fmla="*/ 8758113 h 10435941"/>
                  <a:gd name="connsiteX81-50491" fmla="*/ 8977195 w 10476249"/>
                  <a:gd name="connsiteY81-50492" fmla="*/ 8967953 h 10435941"/>
                  <a:gd name="connsiteX82-50493" fmla="*/ 8880213 w 10476249"/>
                  <a:gd name="connsiteY82-50494" fmla="*/ 9272753 h 10435941"/>
                  <a:gd name="connsiteX83-50495" fmla="*/ 8907923 w 10476249"/>
                  <a:gd name="connsiteY83-50496" fmla="*/ 9578490 h 10435941"/>
                  <a:gd name="connsiteX84-50497" fmla="*/ 9124310 w 10476249"/>
                  <a:gd name="connsiteY84-50498" fmla="*/ 9750056 h 10435941"/>
                  <a:gd name="connsiteX85-50499" fmla="*/ 9217384 w 10476249"/>
                  <a:gd name="connsiteY85-50500" fmla="*/ 9890275 h 10435941"/>
                  <a:gd name="connsiteX86-50501" fmla="*/ 9448465 w 10476249"/>
                  <a:gd name="connsiteY86-50502" fmla="*/ 9929452 h 10435941"/>
                  <a:gd name="connsiteX87-50503" fmla="*/ 9457627 w 10476249"/>
                  <a:gd name="connsiteY87-50504" fmla="*/ 9818955 h 10435941"/>
                  <a:gd name="connsiteX88-50505" fmla="*/ 9606341 w 10476249"/>
                  <a:gd name="connsiteY88-50506" fmla="*/ 9758904 h 10435941"/>
                  <a:gd name="connsiteX89-50507" fmla="*/ 9617859 w 10476249"/>
                  <a:gd name="connsiteY89-50508" fmla="*/ 10334695 h 10435941"/>
                  <a:gd name="connsiteX90-50509" fmla="*/ 9490259 w 10476249"/>
                  <a:gd name="connsiteY90-50510" fmla="*/ 10338313 h 10435941"/>
                  <a:gd name="connsiteX91-50511" fmla="*/ 9314175 w 10476249"/>
                  <a:gd name="connsiteY91-50512" fmla="*/ 10427202 h 10435941"/>
                  <a:gd name="connsiteX92-50513" fmla="*/ 9189815 w 10476249"/>
                  <a:gd name="connsiteY92-50514" fmla="*/ 10435941 h 10435941"/>
                  <a:gd name="connsiteX93-50515" fmla="*/ 9050829 w 10476249"/>
                  <a:gd name="connsiteY93-50516" fmla="*/ 10122103 h 10435941"/>
                  <a:gd name="connsiteX94-50517" fmla="*/ 8939914 w 10476249"/>
                  <a:gd name="connsiteY94-50518" fmla="*/ 10072174 h 10435941"/>
                  <a:gd name="connsiteX95-50519" fmla="*/ 8778870 w 10476249"/>
                  <a:gd name="connsiteY95-50520" fmla="*/ 9863725 h 10435941"/>
                  <a:gd name="connsiteX96-50521" fmla="*/ 8465017 w 10476249"/>
                  <a:gd name="connsiteY96-50522" fmla="*/ 9748287 h 10435941"/>
                  <a:gd name="connsiteX97-50523" fmla="*/ 8345018 w 10476249"/>
                  <a:gd name="connsiteY97-50524" fmla="*/ 9651431 h 10435941"/>
                  <a:gd name="connsiteX98-50525" fmla="*/ 8270613 w 10476249"/>
                  <a:gd name="connsiteY98-50526" fmla="*/ 9480572 h 10435941"/>
                  <a:gd name="connsiteX99-50527" fmla="*/ 8229159 w 10476249"/>
                  <a:gd name="connsiteY99-50528" fmla="*/ 9374254 h 10435941"/>
                  <a:gd name="connsiteX100-50529" fmla="*/ 8132067 w 10476249"/>
                  <a:gd name="connsiteY100-50530" fmla="*/ 9355881 h 10435941"/>
                  <a:gd name="connsiteX101-50531" fmla="*/ 8076649 w 10476249"/>
                  <a:gd name="connsiteY101-50532" fmla="*/ 9577553 h 10435941"/>
                  <a:gd name="connsiteX102-50533" fmla="*/ 7933959 w 10476249"/>
                  <a:gd name="connsiteY102-50534" fmla="*/ 9610939 h 10435941"/>
                  <a:gd name="connsiteX103-50535" fmla="*/ 7580779 w 10476249"/>
                  <a:gd name="connsiteY103-50536" fmla="*/ 9552340 h 10435941"/>
                  <a:gd name="connsiteX104-50537" fmla="*/ 7442474 w 10476249"/>
                  <a:gd name="connsiteY104-50538" fmla="*/ 9485198 h 10435941"/>
                  <a:gd name="connsiteX105-50539" fmla="*/ 7250179 w 10476249"/>
                  <a:gd name="connsiteY105-50540" fmla="*/ 9449904 h 10435941"/>
                  <a:gd name="connsiteX106-50541" fmla="*/ 7156996 w 10476249"/>
                  <a:gd name="connsiteY106-50542" fmla="*/ 9200180 h 10435941"/>
                  <a:gd name="connsiteX107-50543" fmla="*/ 6940577 w 10476249"/>
                  <a:gd name="connsiteY107-50544" fmla="*/ 9189626 h 10435941"/>
                  <a:gd name="connsiteX108-50545" fmla="*/ 6659679 w 10476249"/>
                  <a:gd name="connsiteY108-50546" fmla="*/ 9285034 h 10435941"/>
                  <a:gd name="connsiteX109-50547" fmla="*/ 6664954 w 10476249"/>
                  <a:gd name="connsiteY109-50548" fmla="*/ 9099745 h 10435941"/>
                  <a:gd name="connsiteX110-50549" fmla="*/ 6538463 w 10476249"/>
                  <a:gd name="connsiteY110-50550" fmla="*/ 9013951 h 10435941"/>
                  <a:gd name="connsiteX111-50551" fmla="*/ 6414104 w 10476249"/>
                  <a:gd name="connsiteY111-50552" fmla="*/ 8954099 h 10435941"/>
                  <a:gd name="connsiteX112-50553" fmla="*/ 6311517 w 10476249"/>
                  <a:gd name="connsiteY112-50554" fmla="*/ 9057307 h 10435941"/>
                  <a:gd name="connsiteX113-50555" fmla="*/ 6153358 w 10476249"/>
                  <a:gd name="connsiteY113-50556" fmla="*/ 8978227 h 10435941"/>
                  <a:gd name="connsiteX114-50557" fmla="*/ 5987727 w 10476249"/>
                  <a:gd name="connsiteY114-50558" fmla="*/ 9093734 h 10435941"/>
                  <a:gd name="connsiteX115-50559" fmla="*/ 5721485 w 10476249"/>
                  <a:gd name="connsiteY115-50560" fmla="*/ 9101726 h 10435941"/>
                  <a:gd name="connsiteX116-50561" fmla="*/ 5660355 w 10476249"/>
                  <a:gd name="connsiteY116-50562" fmla="*/ 9081904 h 10435941"/>
                  <a:gd name="connsiteX117-50563" fmla="*/ 5493010 w 10476249"/>
                  <a:gd name="connsiteY117-50564" fmla="*/ 9128137 h 10435941"/>
                  <a:gd name="connsiteX118-50565" fmla="*/ 5491454 w 10476249"/>
                  <a:gd name="connsiteY118-50566" fmla="*/ 8870972 h 10435941"/>
                  <a:gd name="connsiteX119-50567" fmla="*/ 5491452 w 10476249"/>
                  <a:gd name="connsiteY119-50568" fmla="*/ 8634977 h 10435941"/>
                  <a:gd name="connsiteX120-50569" fmla="*/ 5275804 w 10476249"/>
                  <a:gd name="connsiteY120-50570" fmla="*/ 8324085 h 10435941"/>
                  <a:gd name="connsiteX121-50571" fmla="*/ 5215919 w 10476249"/>
                  <a:gd name="connsiteY121-50572" fmla="*/ 8082820 h 10435941"/>
                  <a:gd name="connsiteX122-50573" fmla="*/ 5302626 w 10476249"/>
                  <a:gd name="connsiteY122-50574" fmla="*/ 7610208 h 10435941"/>
                  <a:gd name="connsiteX123-50575" fmla="*/ 5186654 w 10476249"/>
                  <a:gd name="connsiteY123-50576" fmla="*/ 7320352 h 10435941"/>
                  <a:gd name="connsiteX124-50577" fmla="*/ 5236467 w 10476249"/>
                  <a:gd name="connsiteY124-50578" fmla="*/ 7069881 h 10435941"/>
                  <a:gd name="connsiteX125-50579" fmla="*/ 5240494 w 10476249"/>
                  <a:gd name="connsiteY125-50580" fmla="*/ 6935795 h 10435941"/>
                  <a:gd name="connsiteX126-50581" fmla="*/ 4563198 w 10476249"/>
                  <a:gd name="connsiteY126-50582" fmla="*/ 7013996 h 10435941"/>
                  <a:gd name="connsiteX127-50583" fmla="*/ 4546078 w 10476249"/>
                  <a:gd name="connsiteY127-50584" fmla="*/ 6840580 h 10435941"/>
                  <a:gd name="connsiteX128-50585" fmla="*/ 4482099 w 10476249"/>
                  <a:gd name="connsiteY128-50586" fmla="*/ 6706626 h 10435941"/>
                  <a:gd name="connsiteX129-50587" fmla="*/ 4312585 w 10476249"/>
                  <a:gd name="connsiteY129-50588" fmla="*/ 6826329 h 10435941"/>
                  <a:gd name="connsiteX130-50589" fmla="*/ 3996939 w 10476249"/>
                  <a:gd name="connsiteY130-50590" fmla="*/ 6862493 h 10435941"/>
                  <a:gd name="connsiteX131-50591" fmla="*/ 3961849 w 10476249"/>
                  <a:gd name="connsiteY131-50592" fmla="*/ 7069881 h 10435941"/>
                  <a:gd name="connsiteX132-50593" fmla="*/ 3918262 w 10476249"/>
                  <a:gd name="connsiteY132-50594" fmla="*/ 7281279 h 10435941"/>
                  <a:gd name="connsiteX133-50595" fmla="*/ 3869750 w 10476249"/>
                  <a:gd name="connsiteY133-50596" fmla="*/ 7403480 h 10435941"/>
                  <a:gd name="connsiteX134-50597" fmla="*/ 3558094 w 10476249"/>
                  <a:gd name="connsiteY134-50598" fmla="*/ 7365450 h 10435941"/>
                  <a:gd name="connsiteX135-50599" fmla="*/ 3296831 w 10476249"/>
                  <a:gd name="connsiteY135-50600" fmla="*/ 7402390 h 10435941"/>
                  <a:gd name="connsiteX136-50601" fmla="*/ 2911715 w 10476249"/>
                  <a:gd name="connsiteY136-50602" fmla="*/ 7451307 h 10435941"/>
                  <a:gd name="connsiteX137-50603" fmla="*/ 2733706 w 10476249"/>
                  <a:gd name="connsiteY137-50604" fmla="*/ 7166777 h 10435941"/>
                  <a:gd name="connsiteX138-50605" fmla="*/ 2571924 w 10476249"/>
                  <a:gd name="connsiteY138-50606" fmla="*/ 6908102 h 10435941"/>
                  <a:gd name="connsiteX139-50607" fmla="*/ 2391703 w 10476249"/>
                  <a:gd name="connsiteY139-50608" fmla="*/ 6257406 h 10435941"/>
                  <a:gd name="connsiteX140-50609" fmla="*/ 2313158 w 10476249"/>
                  <a:gd name="connsiteY140-50610" fmla="*/ 6224753 h 10435941"/>
                  <a:gd name="connsiteX141-50611" fmla="*/ 1648140 w 10476249"/>
                  <a:gd name="connsiteY141-50612" fmla="*/ 6197044 h 10435941"/>
                  <a:gd name="connsiteX142-50613" fmla="*/ 1218649 w 10476249"/>
                  <a:gd name="connsiteY142-50614" fmla="*/ 6197044 h 10435941"/>
                  <a:gd name="connsiteX143-50615" fmla="*/ 1025455 w 10476249"/>
                  <a:gd name="connsiteY143-50616" fmla="*/ 6178798 h 10435941"/>
                  <a:gd name="connsiteX144-50617" fmla="*/ 692177 w 10476249"/>
                  <a:gd name="connsiteY144-50618" fmla="*/ 6210899 h 10435941"/>
                  <a:gd name="connsiteX145-50619" fmla="*/ 368390 w 10476249"/>
                  <a:gd name="connsiteY145-50620" fmla="*/ 6137320 h 10435941"/>
                  <a:gd name="connsiteX146-50621" fmla="*/ 132975 w 10476249"/>
                  <a:gd name="connsiteY146-50622" fmla="*/ 6294321 h 10435941"/>
                  <a:gd name="connsiteX147-50623" fmla="*/ 0 w 10476249"/>
                  <a:gd name="connsiteY147-50624" fmla="*/ 6169546 h 10435941"/>
                  <a:gd name="connsiteX0-50625" fmla="*/ 0 w 10476249"/>
                  <a:gd name="connsiteY0-50626" fmla="*/ 6169546 h 10435941"/>
                  <a:gd name="connsiteX1-50627" fmla="*/ 93009 w 10476249"/>
                  <a:gd name="connsiteY1-50628" fmla="*/ 6131120 h 10435941"/>
                  <a:gd name="connsiteX2-50629" fmla="*/ 114648 w 10476249"/>
                  <a:gd name="connsiteY2-50630" fmla="*/ 5799866 h 10435941"/>
                  <a:gd name="connsiteX3-50631" fmla="*/ 387377 w 10476249"/>
                  <a:gd name="connsiteY3-50632" fmla="*/ 5532026 h 10435941"/>
                  <a:gd name="connsiteX4-50633" fmla="*/ 636758 w 10476249"/>
                  <a:gd name="connsiteY4-50634" fmla="*/ 5670572 h 10435941"/>
                  <a:gd name="connsiteX5-50635" fmla="*/ 844577 w 10476249"/>
                  <a:gd name="connsiteY5-50636" fmla="*/ 5504317 h 10435941"/>
                  <a:gd name="connsiteX6-50637" fmla="*/ 983122 w 10476249"/>
                  <a:gd name="connsiteY6-50638" fmla="*/ 5351917 h 10435941"/>
                  <a:gd name="connsiteX7-50639" fmla="*/ 1066249 w 10476249"/>
                  <a:gd name="connsiteY7-50640" fmla="*/ 5435044 h 10435941"/>
                  <a:gd name="connsiteX8-50641" fmla="*/ 1169664 w 10476249"/>
                  <a:gd name="connsiteY8-50642" fmla="*/ 5366848 h 10435941"/>
                  <a:gd name="connsiteX9-50643" fmla="*/ 1142175 w 10476249"/>
                  <a:gd name="connsiteY9-50644" fmla="*/ 5610864 h 10435941"/>
                  <a:gd name="connsiteX10-50645" fmla="*/ 1254907 w 10476249"/>
                  <a:gd name="connsiteY10-50646" fmla="*/ 5679710 h 10435941"/>
                  <a:gd name="connsiteX11-50647" fmla="*/ 1513294 w 10476249"/>
                  <a:gd name="connsiteY11-50648" fmla="*/ 5540884 h 10435941"/>
                  <a:gd name="connsiteX12-50649" fmla="*/ 1717413 w 10476249"/>
                  <a:gd name="connsiteY12-50650" fmla="*/ 5296499 h 10435941"/>
                  <a:gd name="connsiteX13-50651" fmla="*/ 2008358 w 10476249"/>
                  <a:gd name="connsiteY13-50652" fmla="*/ 5060972 h 10435941"/>
                  <a:gd name="connsiteX14-50653" fmla="*/ 2105340 w 10476249"/>
                  <a:gd name="connsiteY14-50654" fmla="*/ 4631481 h 10435941"/>
                  <a:gd name="connsiteX15-50655" fmla="*/ 2158106 w 10476249"/>
                  <a:gd name="connsiteY15-50656" fmla="*/ 4164848 h 10435941"/>
                  <a:gd name="connsiteX16-50657" fmla="*/ 2340867 w 10476249"/>
                  <a:gd name="connsiteY16-50658" fmla="*/ 3855626 h 10435941"/>
                  <a:gd name="connsiteX17-50659" fmla="*/ 2738092 w 10476249"/>
                  <a:gd name="connsiteY17-50660" fmla="*/ 3475092 h 10435941"/>
                  <a:gd name="connsiteX18-50661" fmla="*/ 2964322 w 10476249"/>
                  <a:gd name="connsiteY18-50662" fmla="*/ 3259881 h 10435941"/>
                  <a:gd name="connsiteX19-50663" fmla="*/ 2992031 w 10476249"/>
                  <a:gd name="connsiteY19-50664" fmla="*/ 2816535 h 10435941"/>
                  <a:gd name="connsiteX20-50665" fmla="*/ 3061304 w 10476249"/>
                  <a:gd name="connsiteY20-50666" fmla="*/ 2525590 h 10435941"/>
                  <a:gd name="connsiteX21-50667" fmla="*/ 3061304 w 10476249"/>
                  <a:gd name="connsiteY21-50668" fmla="*/ 2317772 h 10435941"/>
                  <a:gd name="connsiteX22-50669" fmla="*/ 3199849 w 10476249"/>
                  <a:gd name="connsiteY22-50670" fmla="*/ 1985262 h 10435941"/>
                  <a:gd name="connsiteX23-50671" fmla="*/ 3199849 w 10476249"/>
                  <a:gd name="connsiteY23-50672" fmla="*/ 1694317 h 10435941"/>
                  <a:gd name="connsiteX24-50673" fmla="*/ 3471561 w 10476249"/>
                  <a:gd name="connsiteY24-50674" fmla="*/ 1126281 h 10435941"/>
                  <a:gd name="connsiteX25-50675" fmla="*/ 3449231 w 10476249"/>
                  <a:gd name="connsiteY25-50676" fmla="*/ 752208 h 10435941"/>
                  <a:gd name="connsiteX26-50677" fmla="*/ 3476940 w 10476249"/>
                  <a:gd name="connsiteY26-50678" fmla="*/ 544390 h 10435941"/>
                  <a:gd name="connsiteX27-50679" fmla="*/ 3809449 w 10476249"/>
                  <a:gd name="connsiteY27-50680" fmla="*/ 184172 h 10435941"/>
                  <a:gd name="connsiteX28-50681" fmla="*/ 4003413 w 10476249"/>
                  <a:gd name="connsiteY28-50682" fmla="*/ 59481 h 10435941"/>
                  <a:gd name="connsiteX29-50683" fmla="*/ 4419049 w 10476249"/>
                  <a:gd name="connsiteY29-50684" fmla="*/ 295008 h 10435941"/>
                  <a:gd name="connsiteX30-50685" fmla="*/ 4585304 w 10476249"/>
                  <a:gd name="connsiteY30-50686" fmla="*/ 488972 h 10435941"/>
                  <a:gd name="connsiteX31-50687" fmla="*/ 5056358 w 10476249"/>
                  <a:gd name="connsiteY31-50688" fmla="*/ 544390 h 10435941"/>
                  <a:gd name="connsiteX32-50689" fmla="*/ 5376782 w 10476249"/>
                  <a:gd name="connsiteY32-50690" fmla="*/ 603639 h 10435941"/>
                  <a:gd name="connsiteX33-50691" fmla="*/ 5554237 w 10476249"/>
                  <a:gd name="connsiteY33-50692" fmla="*/ 588271 h 10435941"/>
                  <a:gd name="connsiteX34-50693" fmla="*/ 5846067 w 10476249"/>
                  <a:gd name="connsiteY34-50694" fmla="*/ 281153 h 10435941"/>
                  <a:gd name="connsiteX35-50695" fmla="*/ 6109304 w 10476249"/>
                  <a:gd name="connsiteY35-50696" fmla="*/ 322717 h 10435941"/>
                  <a:gd name="connsiteX36-50697" fmla="*/ 6527495 w 10476249"/>
                  <a:gd name="connsiteY36-50698" fmla="*/ 168233 h 10435941"/>
                  <a:gd name="connsiteX37-50699" fmla="*/ 6667317 w 10476249"/>
                  <a:gd name="connsiteY37-50700" fmla="*/ 107503 h 10435941"/>
                  <a:gd name="connsiteX38-50701" fmla="*/ 6997273 w 10476249"/>
                  <a:gd name="connsiteY38-50702" fmla="*/ 198026 h 10435941"/>
                  <a:gd name="connsiteX39-50703" fmla="*/ 7217667 w 10476249"/>
                  <a:gd name="connsiteY39-50704" fmla="*/ 17917 h 10435941"/>
                  <a:gd name="connsiteX40-50705" fmla="*/ 7364702 w 10476249"/>
                  <a:gd name="connsiteY40-50706" fmla="*/ 0 h 10435941"/>
                  <a:gd name="connsiteX41-50707" fmla="*/ 7586454 w 10476249"/>
                  <a:gd name="connsiteY41-50708" fmla="*/ 41248 h 10435941"/>
                  <a:gd name="connsiteX42-50709" fmla="*/ 7896540 w 10476249"/>
                  <a:gd name="connsiteY42-50710" fmla="*/ 128753 h 10435941"/>
                  <a:gd name="connsiteX43-50711" fmla="*/ 8298322 w 10476249"/>
                  <a:gd name="connsiteY43-50712" fmla="*/ 59481 h 10435941"/>
                  <a:gd name="connsiteX44-50713" fmla="*/ 8632600 w 10476249"/>
                  <a:gd name="connsiteY44-50714" fmla="*/ 396707 h 10435941"/>
                  <a:gd name="connsiteX45-50715" fmla="*/ 8894067 w 10476249"/>
                  <a:gd name="connsiteY45-50716" fmla="*/ 544390 h 10435941"/>
                  <a:gd name="connsiteX46-50717" fmla="*/ 9132327 w 10476249"/>
                  <a:gd name="connsiteY46-50718" fmla="*/ 420846 h 10435941"/>
                  <a:gd name="connsiteX47-50719" fmla="*/ 9358560 w 10476249"/>
                  <a:gd name="connsiteY47-50720" fmla="*/ 466363 h 10435941"/>
                  <a:gd name="connsiteX48-50721" fmla="*/ 9503667 w 10476249"/>
                  <a:gd name="connsiteY48-50722" fmla="*/ 367819 h 10435941"/>
                  <a:gd name="connsiteX49-50723" fmla="*/ 9631896 w 10476249"/>
                  <a:gd name="connsiteY49-50724" fmla="*/ 369587 h 10435941"/>
                  <a:gd name="connsiteX50-50725" fmla="*/ 9988577 w 10476249"/>
                  <a:gd name="connsiteY50-50726" fmla="*/ 793772 h 10435941"/>
                  <a:gd name="connsiteX51-50727" fmla="*/ 10224104 w 10476249"/>
                  <a:gd name="connsiteY51-50728" fmla="*/ 987735 h 10435941"/>
                  <a:gd name="connsiteX52-50729" fmla="*/ 10210249 w 10476249"/>
                  <a:gd name="connsiteY52-50730" fmla="*/ 1250972 h 10435941"/>
                  <a:gd name="connsiteX53-50731" fmla="*/ 10224104 w 10476249"/>
                  <a:gd name="connsiteY53-50732" fmla="*/ 1444935 h 10435941"/>
                  <a:gd name="connsiteX54-50733" fmla="*/ 10228661 w 10476249"/>
                  <a:gd name="connsiteY54-50734" fmla="*/ 1580249 h 10435941"/>
                  <a:gd name="connsiteX55-50735" fmla="*/ 10476249 w 10476249"/>
                  <a:gd name="connsiteY55-50736" fmla="*/ 1753897 h 10435941"/>
                  <a:gd name="connsiteX56-50737" fmla="*/ 10063524 w 10476249"/>
                  <a:gd name="connsiteY56-50738" fmla="*/ 2207269 h 10435941"/>
                  <a:gd name="connsiteX57-50739" fmla="*/ 9766904 w 10476249"/>
                  <a:gd name="connsiteY57-50740" fmla="*/ 2497881 h 10435941"/>
                  <a:gd name="connsiteX58-50741" fmla="*/ 9565650 w 10476249"/>
                  <a:gd name="connsiteY58-50742" fmla="*/ 3426134 h 10435941"/>
                  <a:gd name="connsiteX59-50743" fmla="*/ 9518072 w 10476249"/>
                  <a:gd name="connsiteY59-50744" fmla="*/ 3685207 h 10435941"/>
                  <a:gd name="connsiteX60-50745" fmla="*/ 9351267 w 10476249"/>
                  <a:gd name="connsiteY60-50746" fmla="*/ 3911044 h 10435941"/>
                  <a:gd name="connsiteX61-50747" fmla="*/ 9295849 w 10476249"/>
                  <a:gd name="connsiteY61-50748" fmla="*/ 4077299 h 10435941"/>
                  <a:gd name="connsiteX62-50749" fmla="*/ 9222017 w 10476249"/>
                  <a:gd name="connsiteY62-50750" fmla="*/ 4285117 h 10435941"/>
                  <a:gd name="connsiteX63-50751" fmla="*/ 9190850 w 10476249"/>
                  <a:gd name="connsiteY63-50752" fmla="*/ 4430122 h 10435941"/>
                  <a:gd name="connsiteX64-50753" fmla="*/ 9323558 w 10476249"/>
                  <a:gd name="connsiteY64-50754" fmla="*/ 4659190 h 10435941"/>
                  <a:gd name="connsiteX65-50755" fmla="*/ 9367775 w 10476249"/>
                  <a:gd name="connsiteY65-50756" fmla="*/ 4915057 h 10435941"/>
                  <a:gd name="connsiteX66-50757" fmla="*/ 9383534 w 10476249"/>
                  <a:gd name="connsiteY66-50758" fmla="*/ 5208060 h 10435941"/>
                  <a:gd name="connsiteX67-50759" fmla="*/ 9368954 w 10476249"/>
                  <a:gd name="connsiteY67-50760" fmla="*/ 5615153 h 10435941"/>
                  <a:gd name="connsiteX68-50761" fmla="*/ 9504218 w 10476249"/>
                  <a:gd name="connsiteY68-50762" fmla="*/ 5975373 h 10435941"/>
                  <a:gd name="connsiteX69-50763" fmla="*/ 9526091 w 10476249"/>
                  <a:gd name="connsiteY69-50764" fmla="*/ 6403714 h 10435941"/>
                  <a:gd name="connsiteX70-50765" fmla="*/ 9919304 w 10476249"/>
                  <a:gd name="connsiteY70-50766" fmla="*/ 6862062 h 10435941"/>
                  <a:gd name="connsiteX71-50767" fmla="*/ 10037669 w 10476249"/>
                  <a:gd name="connsiteY71-50768" fmla="*/ 7221396 h 10435941"/>
                  <a:gd name="connsiteX72-50769" fmla="*/ 10218503 w 10476249"/>
                  <a:gd name="connsiteY72-50770" fmla="*/ 7514995 h 10435941"/>
                  <a:gd name="connsiteX73-50771" fmla="*/ 9656067 w 10476249"/>
                  <a:gd name="connsiteY73-50772" fmla="*/ 7540935 h 10435941"/>
                  <a:gd name="connsiteX74-50773" fmla="*/ 9159682 w 10476249"/>
                  <a:gd name="connsiteY74-50774" fmla="*/ 7651772 h 10435941"/>
                  <a:gd name="connsiteX75-50775" fmla="*/ 9114466 w 10476249"/>
                  <a:gd name="connsiteY75-50776" fmla="*/ 7790317 h 10435941"/>
                  <a:gd name="connsiteX76-50777" fmla="*/ 9004904 w 10476249"/>
                  <a:gd name="connsiteY76-50778" fmla="*/ 7998135 h 10435941"/>
                  <a:gd name="connsiteX77-50779" fmla="*/ 8919418 w 10476249"/>
                  <a:gd name="connsiteY77-50780" fmla="*/ 8085908 h 10435941"/>
                  <a:gd name="connsiteX78-50781" fmla="*/ 9022382 w 10476249"/>
                  <a:gd name="connsiteY78-50782" fmla="*/ 8313437 h 10435941"/>
                  <a:gd name="connsiteX79-50783" fmla="*/ 9013154 w 10476249"/>
                  <a:gd name="connsiteY79-50784" fmla="*/ 8524608 h 10435941"/>
                  <a:gd name="connsiteX80-50785" fmla="*/ 8979264 w 10476249"/>
                  <a:gd name="connsiteY80-50786" fmla="*/ 8758113 h 10435941"/>
                  <a:gd name="connsiteX81-50787" fmla="*/ 8977195 w 10476249"/>
                  <a:gd name="connsiteY81-50788" fmla="*/ 8967953 h 10435941"/>
                  <a:gd name="connsiteX82-50789" fmla="*/ 8880213 w 10476249"/>
                  <a:gd name="connsiteY82-50790" fmla="*/ 9272753 h 10435941"/>
                  <a:gd name="connsiteX83-50791" fmla="*/ 8907923 w 10476249"/>
                  <a:gd name="connsiteY83-50792" fmla="*/ 9578490 h 10435941"/>
                  <a:gd name="connsiteX84-50793" fmla="*/ 9124310 w 10476249"/>
                  <a:gd name="connsiteY84-50794" fmla="*/ 9750056 h 10435941"/>
                  <a:gd name="connsiteX85-50795" fmla="*/ 9217384 w 10476249"/>
                  <a:gd name="connsiteY85-50796" fmla="*/ 9890275 h 10435941"/>
                  <a:gd name="connsiteX86-50797" fmla="*/ 9448465 w 10476249"/>
                  <a:gd name="connsiteY86-50798" fmla="*/ 9929452 h 10435941"/>
                  <a:gd name="connsiteX87-50799" fmla="*/ 9457627 w 10476249"/>
                  <a:gd name="connsiteY87-50800" fmla="*/ 9818955 h 10435941"/>
                  <a:gd name="connsiteX88-50801" fmla="*/ 9606341 w 10476249"/>
                  <a:gd name="connsiteY88-50802" fmla="*/ 9758904 h 10435941"/>
                  <a:gd name="connsiteX89-50803" fmla="*/ 9617859 w 10476249"/>
                  <a:gd name="connsiteY89-50804" fmla="*/ 10334695 h 10435941"/>
                  <a:gd name="connsiteX90-50805" fmla="*/ 9490259 w 10476249"/>
                  <a:gd name="connsiteY90-50806" fmla="*/ 10338313 h 10435941"/>
                  <a:gd name="connsiteX91-50807" fmla="*/ 9314175 w 10476249"/>
                  <a:gd name="connsiteY91-50808" fmla="*/ 10427202 h 10435941"/>
                  <a:gd name="connsiteX92-50809" fmla="*/ 9189815 w 10476249"/>
                  <a:gd name="connsiteY92-50810" fmla="*/ 10435941 h 10435941"/>
                  <a:gd name="connsiteX93-50811" fmla="*/ 9050829 w 10476249"/>
                  <a:gd name="connsiteY93-50812" fmla="*/ 10122103 h 10435941"/>
                  <a:gd name="connsiteX94-50813" fmla="*/ 8939914 w 10476249"/>
                  <a:gd name="connsiteY94-50814" fmla="*/ 10072174 h 10435941"/>
                  <a:gd name="connsiteX95-50815" fmla="*/ 8778870 w 10476249"/>
                  <a:gd name="connsiteY95-50816" fmla="*/ 9863725 h 10435941"/>
                  <a:gd name="connsiteX96-50817" fmla="*/ 8465017 w 10476249"/>
                  <a:gd name="connsiteY96-50818" fmla="*/ 9748287 h 10435941"/>
                  <a:gd name="connsiteX97-50819" fmla="*/ 8345018 w 10476249"/>
                  <a:gd name="connsiteY97-50820" fmla="*/ 9651431 h 10435941"/>
                  <a:gd name="connsiteX98-50821" fmla="*/ 8270613 w 10476249"/>
                  <a:gd name="connsiteY98-50822" fmla="*/ 9480572 h 10435941"/>
                  <a:gd name="connsiteX99-50823" fmla="*/ 8229159 w 10476249"/>
                  <a:gd name="connsiteY99-50824" fmla="*/ 9374254 h 10435941"/>
                  <a:gd name="connsiteX100-50825" fmla="*/ 8132067 w 10476249"/>
                  <a:gd name="connsiteY100-50826" fmla="*/ 9355881 h 10435941"/>
                  <a:gd name="connsiteX101-50827" fmla="*/ 8076649 w 10476249"/>
                  <a:gd name="connsiteY101-50828" fmla="*/ 9577553 h 10435941"/>
                  <a:gd name="connsiteX102-50829" fmla="*/ 7933959 w 10476249"/>
                  <a:gd name="connsiteY102-50830" fmla="*/ 9610939 h 10435941"/>
                  <a:gd name="connsiteX103-50831" fmla="*/ 7580779 w 10476249"/>
                  <a:gd name="connsiteY103-50832" fmla="*/ 9552340 h 10435941"/>
                  <a:gd name="connsiteX104-50833" fmla="*/ 7442474 w 10476249"/>
                  <a:gd name="connsiteY104-50834" fmla="*/ 9485198 h 10435941"/>
                  <a:gd name="connsiteX105-50835" fmla="*/ 7250179 w 10476249"/>
                  <a:gd name="connsiteY105-50836" fmla="*/ 9449904 h 10435941"/>
                  <a:gd name="connsiteX106-50837" fmla="*/ 7156996 w 10476249"/>
                  <a:gd name="connsiteY106-50838" fmla="*/ 9200180 h 10435941"/>
                  <a:gd name="connsiteX107-50839" fmla="*/ 6940577 w 10476249"/>
                  <a:gd name="connsiteY107-50840" fmla="*/ 9189626 h 10435941"/>
                  <a:gd name="connsiteX108-50841" fmla="*/ 6659679 w 10476249"/>
                  <a:gd name="connsiteY108-50842" fmla="*/ 9285034 h 10435941"/>
                  <a:gd name="connsiteX109-50843" fmla="*/ 6664954 w 10476249"/>
                  <a:gd name="connsiteY109-50844" fmla="*/ 9099745 h 10435941"/>
                  <a:gd name="connsiteX110-50845" fmla="*/ 6538463 w 10476249"/>
                  <a:gd name="connsiteY110-50846" fmla="*/ 9013951 h 10435941"/>
                  <a:gd name="connsiteX111-50847" fmla="*/ 6414104 w 10476249"/>
                  <a:gd name="connsiteY111-50848" fmla="*/ 8954099 h 10435941"/>
                  <a:gd name="connsiteX112-50849" fmla="*/ 6311517 w 10476249"/>
                  <a:gd name="connsiteY112-50850" fmla="*/ 9057307 h 10435941"/>
                  <a:gd name="connsiteX113-50851" fmla="*/ 6153358 w 10476249"/>
                  <a:gd name="connsiteY113-50852" fmla="*/ 8978227 h 10435941"/>
                  <a:gd name="connsiteX114-50853" fmla="*/ 5987727 w 10476249"/>
                  <a:gd name="connsiteY114-50854" fmla="*/ 9093734 h 10435941"/>
                  <a:gd name="connsiteX115-50855" fmla="*/ 5721485 w 10476249"/>
                  <a:gd name="connsiteY115-50856" fmla="*/ 9101726 h 10435941"/>
                  <a:gd name="connsiteX116-50857" fmla="*/ 5660355 w 10476249"/>
                  <a:gd name="connsiteY116-50858" fmla="*/ 9081904 h 10435941"/>
                  <a:gd name="connsiteX117-50859" fmla="*/ 5493010 w 10476249"/>
                  <a:gd name="connsiteY117-50860" fmla="*/ 9128137 h 10435941"/>
                  <a:gd name="connsiteX118-50861" fmla="*/ 5491454 w 10476249"/>
                  <a:gd name="connsiteY118-50862" fmla="*/ 8870972 h 10435941"/>
                  <a:gd name="connsiteX119-50863" fmla="*/ 5491452 w 10476249"/>
                  <a:gd name="connsiteY119-50864" fmla="*/ 8634977 h 10435941"/>
                  <a:gd name="connsiteX120-50865" fmla="*/ 5275804 w 10476249"/>
                  <a:gd name="connsiteY120-50866" fmla="*/ 8324085 h 10435941"/>
                  <a:gd name="connsiteX121-50867" fmla="*/ 5215919 w 10476249"/>
                  <a:gd name="connsiteY121-50868" fmla="*/ 8082820 h 10435941"/>
                  <a:gd name="connsiteX122-50869" fmla="*/ 5302626 w 10476249"/>
                  <a:gd name="connsiteY122-50870" fmla="*/ 7610208 h 10435941"/>
                  <a:gd name="connsiteX123-50871" fmla="*/ 5186654 w 10476249"/>
                  <a:gd name="connsiteY123-50872" fmla="*/ 7320352 h 10435941"/>
                  <a:gd name="connsiteX124-50873" fmla="*/ 5236467 w 10476249"/>
                  <a:gd name="connsiteY124-50874" fmla="*/ 7069881 h 10435941"/>
                  <a:gd name="connsiteX125-50875" fmla="*/ 5240494 w 10476249"/>
                  <a:gd name="connsiteY125-50876" fmla="*/ 6935795 h 10435941"/>
                  <a:gd name="connsiteX126-50877" fmla="*/ 4563198 w 10476249"/>
                  <a:gd name="connsiteY126-50878" fmla="*/ 7013996 h 10435941"/>
                  <a:gd name="connsiteX127-50879" fmla="*/ 4546078 w 10476249"/>
                  <a:gd name="connsiteY127-50880" fmla="*/ 6840580 h 10435941"/>
                  <a:gd name="connsiteX128-50881" fmla="*/ 4482099 w 10476249"/>
                  <a:gd name="connsiteY128-50882" fmla="*/ 6706626 h 10435941"/>
                  <a:gd name="connsiteX129-50883" fmla="*/ 4312585 w 10476249"/>
                  <a:gd name="connsiteY129-50884" fmla="*/ 6826329 h 10435941"/>
                  <a:gd name="connsiteX130-50885" fmla="*/ 3996939 w 10476249"/>
                  <a:gd name="connsiteY130-50886" fmla="*/ 6862493 h 10435941"/>
                  <a:gd name="connsiteX131-50887" fmla="*/ 3961849 w 10476249"/>
                  <a:gd name="connsiteY131-50888" fmla="*/ 7069881 h 10435941"/>
                  <a:gd name="connsiteX132-50889" fmla="*/ 3918262 w 10476249"/>
                  <a:gd name="connsiteY132-50890" fmla="*/ 7281279 h 10435941"/>
                  <a:gd name="connsiteX133-50891" fmla="*/ 3869750 w 10476249"/>
                  <a:gd name="connsiteY133-50892" fmla="*/ 7403480 h 10435941"/>
                  <a:gd name="connsiteX134-50893" fmla="*/ 3558094 w 10476249"/>
                  <a:gd name="connsiteY134-50894" fmla="*/ 7365450 h 10435941"/>
                  <a:gd name="connsiteX135-50895" fmla="*/ 3296831 w 10476249"/>
                  <a:gd name="connsiteY135-50896" fmla="*/ 7402390 h 10435941"/>
                  <a:gd name="connsiteX136-50897" fmla="*/ 2911715 w 10476249"/>
                  <a:gd name="connsiteY136-50898" fmla="*/ 7451307 h 10435941"/>
                  <a:gd name="connsiteX137-50899" fmla="*/ 2733706 w 10476249"/>
                  <a:gd name="connsiteY137-50900" fmla="*/ 7166777 h 10435941"/>
                  <a:gd name="connsiteX138-50901" fmla="*/ 2571924 w 10476249"/>
                  <a:gd name="connsiteY138-50902" fmla="*/ 6908102 h 10435941"/>
                  <a:gd name="connsiteX139-50903" fmla="*/ 2391703 w 10476249"/>
                  <a:gd name="connsiteY139-50904" fmla="*/ 6257406 h 10435941"/>
                  <a:gd name="connsiteX140-50905" fmla="*/ 2313158 w 10476249"/>
                  <a:gd name="connsiteY140-50906" fmla="*/ 6224753 h 10435941"/>
                  <a:gd name="connsiteX141-50907" fmla="*/ 1648140 w 10476249"/>
                  <a:gd name="connsiteY141-50908" fmla="*/ 6197044 h 10435941"/>
                  <a:gd name="connsiteX142-50909" fmla="*/ 1218649 w 10476249"/>
                  <a:gd name="connsiteY142-50910" fmla="*/ 6197044 h 10435941"/>
                  <a:gd name="connsiteX143-50911" fmla="*/ 1025455 w 10476249"/>
                  <a:gd name="connsiteY143-50912" fmla="*/ 6178798 h 10435941"/>
                  <a:gd name="connsiteX144-50913" fmla="*/ 692177 w 10476249"/>
                  <a:gd name="connsiteY144-50914" fmla="*/ 6210899 h 10435941"/>
                  <a:gd name="connsiteX145-50915" fmla="*/ 368390 w 10476249"/>
                  <a:gd name="connsiteY145-50916" fmla="*/ 6137320 h 10435941"/>
                  <a:gd name="connsiteX146-50917" fmla="*/ 132975 w 10476249"/>
                  <a:gd name="connsiteY146-50918" fmla="*/ 6294321 h 10435941"/>
                  <a:gd name="connsiteX147-50919" fmla="*/ 0 w 10476249"/>
                  <a:gd name="connsiteY147-50920" fmla="*/ 6169546 h 10435941"/>
                  <a:gd name="connsiteX0-50921" fmla="*/ 0 w 10476249"/>
                  <a:gd name="connsiteY0-50922" fmla="*/ 6169546 h 10435941"/>
                  <a:gd name="connsiteX1-50923" fmla="*/ 93009 w 10476249"/>
                  <a:gd name="connsiteY1-50924" fmla="*/ 6131120 h 10435941"/>
                  <a:gd name="connsiteX2-50925" fmla="*/ 114648 w 10476249"/>
                  <a:gd name="connsiteY2-50926" fmla="*/ 5799866 h 10435941"/>
                  <a:gd name="connsiteX3-50927" fmla="*/ 387377 w 10476249"/>
                  <a:gd name="connsiteY3-50928" fmla="*/ 5532026 h 10435941"/>
                  <a:gd name="connsiteX4-50929" fmla="*/ 636758 w 10476249"/>
                  <a:gd name="connsiteY4-50930" fmla="*/ 5670572 h 10435941"/>
                  <a:gd name="connsiteX5-50931" fmla="*/ 844577 w 10476249"/>
                  <a:gd name="connsiteY5-50932" fmla="*/ 5504317 h 10435941"/>
                  <a:gd name="connsiteX6-50933" fmla="*/ 983122 w 10476249"/>
                  <a:gd name="connsiteY6-50934" fmla="*/ 5351917 h 10435941"/>
                  <a:gd name="connsiteX7-50935" fmla="*/ 1066249 w 10476249"/>
                  <a:gd name="connsiteY7-50936" fmla="*/ 5435044 h 10435941"/>
                  <a:gd name="connsiteX8-50937" fmla="*/ 1169664 w 10476249"/>
                  <a:gd name="connsiteY8-50938" fmla="*/ 5366848 h 10435941"/>
                  <a:gd name="connsiteX9-50939" fmla="*/ 1142175 w 10476249"/>
                  <a:gd name="connsiteY9-50940" fmla="*/ 5610864 h 10435941"/>
                  <a:gd name="connsiteX10-50941" fmla="*/ 1254907 w 10476249"/>
                  <a:gd name="connsiteY10-50942" fmla="*/ 5679710 h 10435941"/>
                  <a:gd name="connsiteX11-50943" fmla="*/ 1513294 w 10476249"/>
                  <a:gd name="connsiteY11-50944" fmla="*/ 5540884 h 10435941"/>
                  <a:gd name="connsiteX12-50945" fmla="*/ 1717413 w 10476249"/>
                  <a:gd name="connsiteY12-50946" fmla="*/ 5296499 h 10435941"/>
                  <a:gd name="connsiteX13-50947" fmla="*/ 2008358 w 10476249"/>
                  <a:gd name="connsiteY13-50948" fmla="*/ 5060972 h 10435941"/>
                  <a:gd name="connsiteX14-50949" fmla="*/ 2105340 w 10476249"/>
                  <a:gd name="connsiteY14-50950" fmla="*/ 4631481 h 10435941"/>
                  <a:gd name="connsiteX15-50951" fmla="*/ 2158106 w 10476249"/>
                  <a:gd name="connsiteY15-50952" fmla="*/ 4164848 h 10435941"/>
                  <a:gd name="connsiteX16-50953" fmla="*/ 2340867 w 10476249"/>
                  <a:gd name="connsiteY16-50954" fmla="*/ 3855626 h 10435941"/>
                  <a:gd name="connsiteX17-50955" fmla="*/ 2738092 w 10476249"/>
                  <a:gd name="connsiteY17-50956" fmla="*/ 3475092 h 10435941"/>
                  <a:gd name="connsiteX18-50957" fmla="*/ 2964322 w 10476249"/>
                  <a:gd name="connsiteY18-50958" fmla="*/ 3259881 h 10435941"/>
                  <a:gd name="connsiteX19-50959" fmla="*/ 2992031 w 10476249"/>
                  <a:gd name="connsiteY19-50960" fmla="*/ 2816535 h 10435941"/>
                  <a:gd name="connsiteX20-50961" fmla="*/ 3061304 w 10476249"/>
                  <a:gd name="connsiteY20-50962" fmla="*/ 2525590 h 10435941"/>
                  <a:gd name="connsiteX21-50963" fmla="*/ 3061304 w 10476249"/>
                  <a:gd name="connsiteY21-50964" fmla="*/ 2317772 h 10435941"/>
                  <a:gd name="connsiteX22-50965" fmla="*/ 3199849 w 10476249"/>
                  <a:gd name="connsiteY22-50966" fmla="*/ 1985262 h 10435941"/>
                  <a:gd name="connsiteX23-50967" fmla="*/ 3199849 w 10476249"/>
                  <a:gd name="connsiteY23-50968" fmla="*/ 1694317 h 10435941"/>
                  <a:gd name="connsiteX24-50969" fmla="*/ 3471561 w 10476249"/>
                  <a:gd name="connsiteY24-50970" fmla="*/ 1126281 h 10435941"/>
                  <a:gd name="connsiteX25-50971" fmla="*/ 3449231 w 10476249"/>
                  <a:gd name="connsiteY25-50972" fmla="*/ 752208 h 10435941"/>
                  <a:gd name="connsiteX26-50973" fmla="*/ 3476940 w 10476249"/>
                  <a:gd name="connsiteY26-50974" fmla="*/ 544390 h 10435941"/>
                  <a:gd name="connsiteX27-50975" fmla="*/ 3809449 w 10476249"/>
                  <a:gd name="connsiteY27-50976" fmla="*/ 184172 h 10435941"/>
                  <a:gd name="connsiteX28-50977" fmla="*/ 4003413 w 10476249"/>
                  <a:gd name="connsiteY28-50978" fmla="*/ 59481 h 10435941"/>
                  <a:gd name="connsiteX29-50979" fmla="*/ 4419049 w 10476249"/>
                  <a:gd name="connsiteY29-50980" fmla="*/ 295008 h 10435941"/>
                  <a:gd name="connsiteX30-50981" fmla="*/ 4585304 w 10476249"/>
                  <a:gd name="connsiteY30-50982" fmla="*/ 488972 h 10435941"/>
                  <a:gd name="connsiteX31-50983" fmla="*/ 5056358 w 10476249"/>
                  <a:gd name="connsiteY31-50984" fmla="*/ 544390 h 10435941"/>
                  <a:gd name="connsiteX32-50985" fmla="*/ 5376782 w 10476249"/>
                  <a:gd name="connsiteY32-50986" fmla="*/ 603639 h 10435941"/>
                  <a:gd name="connsiteX33-50987" fmla="*/ 5554237 w 10476249"/>
                  <a:gd name="connsiteY33-50988" fmla="*/ 588271 h 10435941"/>
                  <a:gd name="connsiteX34-50989" fmla="*/ 5846067 w 10476249"/>
                  <a:gd name="connsiteY34-50990" fmla="*/ 281153 h 10435941"/>
                  <a:gd name="connsiteX35-50991" fmla="*/ 6109304 w 10476249"/>
                  <a:gd name="connsiteY35-50992" fmla="*/ 322717 h 10435941"/>
                  <a:gd name="connsiteX36-50993" fmla="*/ 6527495 w 10476249"/>
                  <a:gd name="connsiteY36-50994" fmla="*/ 168233 h 10435941"/>
                  <a:gd name="connsiteX37-50995" fmla="*/ 6667317 w 10476249"/>
                  <a:gd name="connsiteY37-50996" fmla="*/ 107503 h 10435941"/>
                  <a:gd name="connsiteX38-50997" fmla="*/ 6997273 w 10476249"/>
                  <a:gd name="connsiteY38-50998" fmla="*/ 198026 h 10435941"/>
                  <a:gd name="connsiteX39-50999" fmla="*/ 7217667 w 10476249"/>
                  <a:gd name="connsiteY39-51000" fmla="*/ 17917 h 10435941"/>
                  <a:gd name="connsiteX40-51001" fmla="*/ 7364702 w 10476249"/>
                  <a:gd name="connsiteY40-51002" fmla="*/ 0 h 10435941"/>
                  <a:gd name="connsiteX41-51003" fmla="*/ 7586454 w 10476249"/>
                  <a:gd name="connsiteY41-51004" fmla="*/ 41248 h 10435941"/>
                  <a:gd name="connsiteX42-51005" fmla="*/ 7896540 w 10476249"/>
                  <a:gd name="connsiteY42-51006" fmla="*/ 128753 h 10435941"/>
                  <a:gd name="connsiteX43-51007" fmla="*/ 8298322 w 10476249"/>
                  <a:gd name="connsiteY43-51008" fmla="*/ 59481 h 10435941"/>
                  <a:gd name="connsiteX44-51009" fmla="*/ 8632600 w 10476249"/>
                  <a:gd name="connsiteY44-51010" fmla="*/ 396707 h 10435941"/>
                  <a:gd name="connsiteX45-51011" fmla="*/ 8894067 w 10476249"/>
                  <a:gd name="connsiteY45-51012" fmla="*/ 544390 h 10435941"/>
                  <a:gd name="connsiteX46-51013" fmla="*/ 9132327 w 10476249"/>
                  <a:gd name="connsiteY46-51014" fmla="*/ 420846 h 10435941"/>
                  <a:gd name="connsiteX47-51015" fmla="*/ 9358560 w 10476249"/>
                  <a:gd name="connsiteY47-51016" fmla="*/ 466363 h 10435941"/>
                  <a:gd name="connsiteX48-51017" fmla="*/ 9503667 w 10476249"/>
                  <a:gd name="connsiteY48-51018" fmla="*/ 367819 h 10435941"/>
                  <a:gd name="connsiteX49-51019" fmla="*/ 9631896 w 10476249"/>
                  <a:gd name="connsiteY49-51020" fmla="*/ 369587 h 10435941"/>
                  <a:gd name="connsiteX50-51021" fmla="*/ 9988577 w 10476249"/>
                  <a:gd name="connsiteY50-51022" fmla="*/ 793772 h 10435941"/>
                  <a:gd name="connsiteX51-51023" fmla="*/ 10154017 w 10476249"/>
                  <a:gd name="connsiteY51-51024" fmla="*/ 928557 h 10435941"/>
                  <a:gd name="connsiteX52-51025" fmla="*/ 10224104 w 10476249"/>
                  <a:gd name="connsiteY52-51026" fmla="*/ 987735 h 10435941"/>
                  <a:gd name="connsiteX53-51027" fmla="*/ 10210249 w 10476249"/>
                  <a:gd name="connsiteY53-51028" fmla="*/ 1250972 h 10435941"/>
                  <a:gd name="connsiteX54-51029" fmla="*/ 10224104 w 10476249"/>
                  <a:gd name="connsiteY54-51030" fmla="*/ 1444935 h 10435941"/>
                  <a:gd name="connsiteX55-51031" fmla="*/ 10228661 w 10476249"/>
                  <a:gd name="connsiteY55-51032" fmla="*/ 1580249 h 10435941"/>
                  <a:gd name="connsiteX56-51033" fmla="*/ 10476249 w 10476249"/>
                  <a:gd name="connsiteY56-51034" fmla="*/ 1753897 h 10435941"/>
                  <a:gd name="connsiteX57-51035" fmla="*/ 10063524 w 10476249"/>
                  <a:gd name="connsiteY57-51036" fmla="*/ 2207269 h 10435941"/>
                  <a:gd name="connsiteX58-51037" fmla="*/ 9766904 w 10476249"/>
                  <a:gd name="connsiteY58-51038" fmla="*/ 2497881 h 10435941"/>
                  <a:gd name="connsiteX59-51039" fmla="*/ 9565650 w 10476249"/>
                  <a:gd name="connsiteY59-51040" fmla="*/ 3426134 h 10435941"/>
                  <a:gd name="connsiteX60-51041" fmla="*/ 9518072 w 10476249"/>
                  <a:gd name="connsiteY60-51042" fmla="*/ 3685207 h 10435941"/>
                  <a:gd name="connsiteX61-51043" fmla="*/ 9351267 w 10476249"/>
                  <a:gd name="connsiteY61-51044" fmla="*/ 3911044 h 10435941"/>
                  <a:gd name="connsiteX62-51045" fmla="*/ 9295849 w 10476249"/>
                  <a:gd name="connsiteY62-51046" fmla="*/ 4077299 h 10435941"/>
                  <a:gd name="connsiteX63-51047" fmla="*/ 9222017 w 10476249"/>
                  <a:gd name="connsiteY63-51048" fmla="*/ 4285117 h 10435941"/>
                  <a:gd name="connsiteX64-51049" fmla="*/ 9190850 w 10476249"/>
                  <a:gd name="connsiteY64-51050" fmla="*/ 4430122 h 10435941"/>
                  <a:gd name="connsiteX65-51051" fmla="*/ 9323558 w 10476249"/>
                  <a:gd name="connsiteY65-51052" fmla="*/ 4659190 h 10435941"/>
                  <a:gd name="connsiteX66-51053" fmla="*/ 9367775 w 10476249"/>
                  <a:gd name="connsiteY66-51054" fmla="*/ 4915057 h 10435941"/>
                  <a:gd name="connsiteX67-51055" fmla="*/ 9383534 w 10476249"/>
                  <a:gd name="connsiteY67-51056" fmla="*/ 5208060 h 10435941"/>
                  <a:gd name="connsiteX68-51057" fmla="*/ 9368954 w 10476249"/>
                  <a:gd name="connsiteY68-51058" fmla="*/ 5615153 h 10435941"/>
                  <a:gd name="connsiteX69-51059" fmla="*/ 9504218 w 10476249"/>
                  <a:gd name="connsiteY69-51060" fmla="*/ 5975373 h 10435941"/>
                  <a:gd name="connsiteX70-51061" fmla="*/ 9526091 w 10476249"/>
                  <a:gd name="connsiteY70-51062" fmla="*/ 6403714 h 10435941"/>
                  <a:gd name="connsiteX71-51063" fmla="*/ 9919304 w 10476249"/>
                  <a:gd name="connsiteY71-51064" fmla="*/ 6862062 h 10435941"/>
                  <a:gd name="connsiteX72-51065" fmla="*/ 10037669 w 10476249"/>
                  <a:gd name="connsiteY72-51066" fmla="*/ 7221396 h 10435941"/>
                  <a:gd name="connsiteX73-51067" fmla="*/ 10218503 w 10476249"/>
                  <a:gd name="connsiteY73-51068" fmla="*/ 7514995 h 10435941"/>
                  <a:gd name="connsiteX74-51069" fmla="*/ 9656067 w 10476249"/>
                  <a:gd name="connsiteY74-51070" fmla="*/ 7540935 h 10435941"/>
                  <a:gd name="connsiteX75-51071" fmla="*/ 9159682 w 10476249"/>
                  <a:gd name="connsiteY75-51072" fmla="*/ 7651772 h 10435941"/>
                  <a:gd name="connsiteX76-51073" fmla="*/ 9114466 w 10476249"/>
                  <a:gd name="connsiteY76-51074" fmla="*/ 7790317 h 10435941"/>
                  <a:gd name="connsiteX77-51075" fmla="*/ 9004904 w 10476249"/>
                  <a:gd name="connsiteY77-51076" fmla="*/ 7998135 h 10435941"/>
                  <a:gd name="connsiteX78-51077" fmla="*/ 8919418 w 10476249"/>
                  <a:gd name="connsiteY78-51078" fmla="*/ 8085908 h 10435941"/>
                  <a:gd name="connsiteX79-51079" fmla="*/ 9022382 w 10476249"/>
                  <a:gd name="connsiteY79-51080" fmla="*/ 8313437 h 10435941"/>
                  <a:gd name="connsiteX80-51081" fmla="*/ 9013154 w 10476249"/>
                  <a:gd name="connsiteY80-51082" fmla="*/ 8524608 h 10435941"/>
                  <a:gd name="connsiteX81-51083" fmla="*/ 8979264 w 10476249"/>
                  <a:gd name="connsiteY81-51084" fmla="*/ 8758113 h 10435941"/>
                  <a:gd name="connsiteX82-51085" fmla="*/ 8977195 w 10476249"/>
                  <a:gd name="connsiteY82-51086" fmla="*/ 8967953 h 10435941"/>
                  <a:gd name="connsiteX83-51087" fmla="*/ 8880213 w 10476249"/>
                  <a:gd name="connsiteY83-51088" fmla="*/ 9272753 h 10435941"/>
                  <a:gd name="connsiteX84-51089" fmla="*/ 8907923 w 10476249"/>
                  <a:gd name="connsiteY84-51090" fmla="*/ 9578490 h 10435941"/>
                  <a:gd name="connsiteX85-51091" fmla="*/ 9124310 w 10476249"/>
                  <a:gd name="connsiteY85-51092" fmla="*/ 9750056 h 10435941"/>
                  <a:gd name="connsiteX86-51093" fmla="*/ 9217384 w 10476249"/>
                  <a:gd name="connsiteY86-51094" fmla="*/ 9890275 h 10435941"/>
                  <a:gd name="connsiteX87-51095" fmla="*/ 9448465 w 10476249"/>
                  <a:gd name="connsiteY87-51096" fmla="*/ 9929452 h 10435941"/>
                  <a:gd name="connsiteX88-51097" fmla="*/ 9457627 w 10476249"/>
                  <a:gd name="connsiteY88-51098" fmla="*/ 9818955 h 10435941"/>
                  <a:gd name="connsiteX89-51099" fmla="*/ 9606341 w 10476249"/>
                  <a:gd name="connsiteY89-51100" fmla="*/ 9758904 h 10435941"/>
                  <a:gd name="connsiteX90-51101" fmla="*/ 9617859 w 10476249"/>
                  <a:gd name="connsiteY90-51102" fmla="*/ 10334695 h 10435941"/>
                  <a:gd name="connsiteX91-51103" fmla="*/ 9490259 w 10476249"/>
                  <a:gd name="connsiteY91-51104" fmla="*/ 10338313 h 10435941"/>
                  <a:gd name="connsiteX92-51105" fmla="*/ 9314175 w 10476249"/>
                  <a:gd name="connsiteY92-51106" fmla="*/ 10427202 h 10435941"/>
                  <a:gd name="connsiteX93-51107" fmla="*/ 9189815 w 10476249"/>
                  <a:gd name="connsiteY93-51108" fmla="*/ 10435941 h 10435941"/>
                  <a:gd name="connsiteX94-51109" fmla="*/ 9050829 w 10476249"/>
                  <a:gd name="connsiteY94-51110" fmla="*/ 10122103 h 10435941"/>
                  <a:gd name="connsiteX95-51111" fmla="*/ 8939914 w 10476249"/>
                  <a:gd name="connsiteY95-51112" fmla="*/ 10072174 h 10435941"/>
                  <a:gd name="connsiteX96-51113" fmla="*/ 8778870 w 10476249"/>
                  <a:gd name="connsiteY96-51114" fmla="*/ 9863725 h 10435941"/>
                  <a:gd name="connsiteX97-51115" fmla="*/ 8465017 w 10476249"/>
                  <a:gd name="connsiteY97-51116" fmla="*/ 9748287 h 10435941"/>
                  <a:gd name="connsiteX98-51117" fmla="*/ 8345018 w 10476249"/>
                  <a:gd name="connsiteY98-51118" fmla="*/ 9651431 h 10435941"/>
                  <a:gd name="connsiteX99-51119" fmla="*/ 8270613 w 10476249"/>
                  <a:gd name="connsiteY99-51120" fmla="*/ 9480572 h 10435941"/>
                  <a:gd name="connsiteX100-51121" fmla="*/ 8229159 w 10476249"/>
                  <a:gd name="connsiteY100-51122" fmla="*/ 9374254 h 10435941"/>
                  <a:gd name="connsiteX101-51123" fmla="*/ 8132067 w 10476249"/>
                  <a:gd name="connsiteY101-51124" fmla="*/ 9355881 h 10435941"/>
                  <a:gd name="connsiteX102-51125" fmla="*/ 8076649 w 10476249"/>
                  <a:gd name="connsiteY102-51126" fmla="*/ 9577553 h 10435941"/>
                  <a:gd name="connsiteX103-51127" fmla="*/ 7933959 w 10476249"/>
                  <a:gd name="connsiteY103-51128" fmla="*/ 9610939 h 10435941"/>
                  <a:gd name="connsiteX104-51129" fmla="*/ 7580779 w 10476249"/>
                  <a:gd name="connsiteY104-51130" fmla="*/ 9552340 h 10435941"/>
                  <a:gd name="connsiteX105-51131" fmla="*/ 7442474 w 10476249"/>
                  <a:gd name="connsiteY105-51132" fmla="*/ 9485198 h 10435941"/>
                  <a:gd name="connsiteX106-51133" fmla="*/ 7250179 w 10476249"/>
                  <a:gd name="connsiteY106-51134" fmla="*/ 9449904 h 10435941"/>
                  <a:gd name="connsiteX107-51135" fmla="*/ 7156996 w 10476249"/>
                  <a:gd name="connsiteY107-51136" fmla="*/ 9200180 h 10435941"/>
                  <a:gd name="connsiteX108-51137" fmla="*/ 6940577 w 10476249"/>
                  <a:gd name="connsiteY108-51138" fmla="*/ 9189626 h 10435941"/>
                  <a:gd name="connsiteX109-51139" fmla="*/ 6659679 w 10476249"/>
                  <a:gd name="connsiteY109-51140" fmla="*/ 9285034 h 10435941"/>
                  <a:gd name="connsiteX110-51141" fmla="*/ 6664954 w 10476249"/>
                  <a:gd name="connsiteY110-51142" fmla="*/ 9099745 h 10435941"/>
                  <a:gd name="connsiteX111-51143" fmla="*/ 6538463 w 10476249"/>
                  <a:gd name="connsiteY111-51144" fmla="*/ 9013951 h 10435941"/>
                  <a:gd name="connsiteX112-51145" fmla="*/ 6414104 w 10476249"/>
                  <a:gd name="connsiteY112-51146" fmla="*/ 8954099 h 10435941"/>
                  <a:gd name="connsiteX113-51147" fmla="*/ 6311517 w 10476249"/>
                  <a:gd name="connsiteY113-51148" fmla="*/ 9057307 h 10435941"/>
                  <a:gd name="connsiteX114-51149" fmla="*/ 6153358 w 10476249"/>
                  <a:gd name="connsiteY114-51150" fmla="*/ 8978227 h 10435941"/>
                  <a:gd name="connsiteX115-51151" fmla="*/ 5987727 w 10476249"/>
                  <a:gd name="connsiteY115-51152" fmla="*/ 9093734 h 10435941"/>
                  <a:gd name="connsiteX116-51153" fmla="*/ 5721485 w 10476249"/>
                  <a:gd name="connsiteY116-51154" fmla="*/ 9101726 h 10435941"/>
                  <a:gd name="connsiteX117-51155" fmla="*/ 5660355 w 10476249"/>
                  <a:gd name="connsiteY117-51156" fmla="*/ 9081904 h 10435941"/>
                  <a:gd name="connsiteX118-51157" fmla="*/ 5493010 w 10476249"/>
                  <a:gd name="connsiteY118-51158" fmla="*/ 9128137 h 10435941"/>
                  <a:gd name="connsiteX119-51159" fmla="*/ 5491454 w 10476249"/>
                  <a:gd name="connsiteY119-51160" fmla="*/ 8870972 h 10435941"/>
                  <a:gd name="connsiteX120-51161" fmla="*/ 5491452 w 10476249"/>
                  <a:gd name="connsiteY120-51162" fmla="*/ 8634977 h 10435941"/>
                  <a:gd name="connsiteX121-51163" fmla="*/ 5275804 w 10476249"/>
                  <a:gd name="connsiteY121-51164" fmla="*/ 8324085 h 10435941"/>
                  <a:gd name="connsiteX122-51165" fmla="*/ 5215919 w 10476249"/>
                  <a:gd name="connsiteY122-51166" fmla="*/ 8082820 h 10435941"/>
                  <a:gd name="connsiteX123-51167" fmla="*/ 5302626 w 10476249"/>
                  <a:gd name="connsiteY123-51168" fmla="*/ 7610208 h 10435941"/>
                  <a:gd name="connsiteX124-51169" fmla="*/ 5186654 w 10476249"/>
                  <a:gd name="connsiteY124-51170" fmla="*/ 7320352 h 10435941"/>
                  <a:gd name="connsiteX125-51171" fmla="*/ 5236467 w 10476249"/>
                  <a:gd name="connsiteY125-51172" fmla="*/ 7069881 h 10435941"/>
                  <a:gd name="connsiteX126-51173" fmla="*/ 5240494 w 10476249"/>
                  <a:gd name="connsiteY126-51174" fmla="*/ 6935795 h 10435941"/>
                  <a:gd name="connsiteX127-51175" fmla="*/ 4563198 w 10476249"/>
                  <a:gd name="connsiteY127-51176" fmla="*/ 7013996 h 10435941"/>
                  <a:gd name="connsiteX128-51177" fmla="*/ 4546078 w 10476249"/>
                  <a:gd name="connsiteY128-51178" fmla="*/ 6840580 h 10435941"/>
                  <a:gd name="connsiteX129-51179" fmla="*/ 4482099 w 10476249"/>
                  <a:gd name="connsiteY129-51180" fmla="*/ 6706626 h 10435941"/>
                  <a:gd name="connsiteX130-51181" fmla="*/ 4312585 w 10476249"/>
                  <a:gd name="connsiteY130-51182" fmla="*/ 6826329 h 10435941"/>
                  <a:gd name="connsiteX131-51183" fmla="*/ 3996939 w 10476249"/>
                  <a:gd name="connsiteY131-51184" fmla="*/ 6862493 h 10435941"/>
                  <a:gd name="connsiteX132-51185" fmla="*/ 3961849 w 10476249"/>
                  <a:gd name="connsiteY132-51186" fmla="*/ 7069881 h 10435941"/>
                  <a:gd name="connsiteX133-51187" fmla="*/ 3918262 w 10476249"/>
                  <a:gd name="connsiteY133-51188" fmla="*/ 7281279 h 10435941"/>
                  <a:gd name="connsiteX134-51189" fmla="*/ 3869750 w 10476249"/>
                  <a:gd name="connsiteY134-51190" fmla="*/ 7403480 h 10435941"/>
                  <a:gd name="connsiteX135-51191" fmla="*/ 3558094 w 10476249"/>
                  <a:gd name="connsiteY135-51192" fmla="*/ 7365450 h 10435941"/>
                  <a:gd name="connsiteX136-51193" fmla="*/ 3296831 w 10476249"/>
                  <a:gd name="connsiteY136-51194" fmla="*/ 7402390 h 10435941"/>
                  <a:gd name="connsiteX137-51195" fmla="*/ 2911715 w 10476249"/>
                  <a:gd name="connsiteY137-51196" fmla="*/ 7451307 h 10435941"/>
                  <a:gd name="connsiteX138-51197" fmla="*/ 2733706 w 10476249"/>
                  <a:gd name="connsiteY138-51198" fmla="*/ 7166777 h 10435941"/>
                  <a:gd name="connsiteX139-51199" fmla="*/ 2571924 w 10476249"/>
                  <a:gd name="connsiteY139-51200" fmla="*/ 6908102 h 10435941"/>
                  <a:gd name="connsiteX140-51201" fmla="*/ 2391703 w 10476249"/>
                  <a:gd name="connsiteY140-51202" fmla="*/ 6257406 h 10435941"/>
                  <a:gd name="connsiteX141-51203" fmla="*/ 2313158 w 10476249"/>
                  <a:gd name="connsiteY141-51204" fmla="*/ 6224753 h 10435941"/>
                  <a:gd name="connsiteX142-51205" fmla="*/ 1648140 w 10476249"/>
                  <a:gd name="connsiteY142-51206" fmla="*/ 6197044 h 10435941"/>
                  <a:gd name="connsiteX143-51207" fmla="*/ 1218649 w 10476249"/>
                  <a:gd name="connsiteY143-51208" fmla="*/ 6197044 h 10435941"/>
                  <a:gd name="connsiteX144-51209" fmla="*/ 1025455 w 10476249"/>
                  <a:gd name="connsiteY144-51210" fmla="*/ 6178798 h 10435941"/>
                  <a:gd name="connsiteX145-51211" fmla="*/ 692177 w 10476249"/>
                  <a:gd name="connsiteY145-51212" fmla="*/ 6210899 h 10435941"/>
                  <a:gd name="connsiteX146-51213" fmla="*/ 368390 w 10476249"/>
                  <a:gd name="connsiteY146-51214" fmla="*/ 6137320 h 10435941"/>
                  <a:gd name="connsiteX147-51215" fmla="*/ 132975 w 10476249"/>
                  <a:gd name="connsiteY147-51216" fmla="*/ 6294321 h 10435941"/>
                  <a:gd name="connsiteX148" fmla="*/ 0 w 10476249"/>
                  <a:gd name="connsiteY148" fmla="*/ 6169546 h 10435941"/>
                  <a:gd name="connsiteX0-51217" fmla="*/ 0 w 10476249"/>
                  <a:gd name="connsiteY0-51218" fmla="*/ 6169546 h 10435941"/>
                  <a:gd name="connsiteX1-51219" fmla="*/ 93009 w 10476249"/>
                  <a:gd name="connsiteY1-51220" fmla="*/ 6131120 h 10435941"/>
                  <a:gd name="connsiteX2-51221" fmla="*/ 114648 w 10476249"/>
                  <a:gd name="connsiteY2-51222" fmla="*/ 5799866 h 10435941"/>
                  <a:gd name="connsiteX3-51223" fmla="*/ 387377 w 10476249"/>
                  <a:gd name="connsiteY3-51224" fmla="*/ 5532026 h 10435941"/>
                  <a:gd name="connsiteX4-51225" fmla="*/ 636758 w 10476249"/>
                  <a:gd name="connsiteY4-51226" fmla="*/ 5670572 h 10435941"/>
                  <a:gd name="connsiteX5-51227" fmla="*/ 844577 w 10476249"/>
                  <a:gd name="connsiteY5-51228" fmla="*/ 5504317 h 10435941"/>
                  <a:gd name="connsiteX6-51229" fmla="*/ 983122 w 10476249"/>
                  <a:gd name="connsiteY6-51230" fmla="*/ 5351917 h 10435941"/>
                  <a:gd name="connsiteX7-51231" fmla="*/ 1066249 w 10476249"/>
                  <a:gd name="connsiteY7-51232" fmla="*/ 5435044 h 10435941"/>
                  <a:gd name="connsiteX8-51233" fmla="*/ 1169664 w 10476249"/>
                  <a:gd name="connsiteY8-51234" fmla="*/ 5366848 h 10435941"/>
                  <a:gd name="connsiteX9-51235" fmla="*/ 1142175 w 10476249"/>
                  <a:gd name="connsiteY9-51236" fmla="*/ 5610864 h 10435941"/>
                  <a:gd name="connsiteX10-51237" fmla="*/ 1254907 w 10476249"/>
                  <a:gd name="connsiteY10-51238" fmla="*/ 5679710 h 10435941"/>
                  <a:gd name="connsiteX11-51239" fmla="*/ 1513294 w 10476249"/>
                  <a:gd name="connsiteY11-51240" fmla="*/ 5540884 h 10435941"/>
                  <a:gd name="connsiteX12-51241" fmla="*/ 1717413 w 10476249"/>
                  <a:gd name="connsiteY12-51242" fmla="*/ 5296499 h 10435941"/>
                  <a:gd name="connsiteX13-51243" fmla="*/ 2008358 w 10476249"/>
                  <a:gd name="connsiteY13-51244" fmla="*/ 5060972 h 10435941"/>
                  <a:gd name="connsiteX14-51245" fmla="*/ 2105340 w 10476249"/>
                  <a:gd name="connsiteY14-51246" fmla="*/ 4631481 h 10435941"/>
                  <a:gd name="connsiteX15-51247" fmla="*/ 2158106 w 10476249"/>
                  <a:gd name="connsiteY15-51248" fmla="*/ 4164848 h 10435941"/>
                  <a:gd name="connsiteX16-51249" fmla="*/ 2340867 w 10476249"/>
                  <a:gd name="connsiteY16-51250" fmla="*/ 3855626 h 10435941"/>
                  <a:gd name="connsiteX17-51251" fmla="*/ 2738092 w 10476249"/>
                  <a:gd name="connsiteY17-51252" fmla="*/ 3475092 h 10435941"/>
                  <a:gd name="connsiteX18-51253" fmla="*/ 2964322 w 10476249"/>
                  <a:gd name="connsiteY18-51254" fmla="*/ 3259881 h 10435941"/>
                  <a:gd name="connsiteX19-51255" fmla="*/ 2992031 w 10476249"/>
                  <a:gd name="connsiteY19-51256" fmla="*/ 2816535 h 10435941"/>
                  <a:gd name="connsiteX20-51257" fmla="*/ 3061304 w 10476249"/>
                  <a:gd name="connsiteY20-51258" fmla="*/ 2525590 h 10435941"/>
                  <a:gd name="connsiteX21-51259" fmla="*/ 3061304 w 10476249"/>
                  <a:gd name="connsiteY21-51260" fmla="*/ 2317772 h 10435941"/>
                  <a:gd name="connsiteX22-51261" fmla="*/ 3199849 w 10476249"/>
                  <a:gd name="connsiteY22-51262" fmla="*/ 1985262 h 10435941"/>
                  <a:gd name="connsiteX23-51263" fmla="*/ 3199849 w 10476249"/>
                  <a:gd name="connsiteY23-51264" fmla="*/ 1694317 h 10435941"/>
                  <a:gd name="connsiteX24-51265" fmla="*/ 3471561 w 10476249"/>
                  <a:gd name="connsiteY24-51266" fmla="*/ 1126281 h 10435941"/>
                  <a:gd name="connsiteX25-51267" fmla="*/ 3449231 w 10476249"/>
                  <a:gd name="connsiteY25-51268" fmla="*/ 752208 h 10435941"/>
                  <a:gd name="connsiteX26-51269" fmla="*/ 3476940 w 10476249"/>
                  <a:gd name="connsiteY26-51270" fmla="*/ 544390 h 10435941"/>
                  <a:gd name="connsiteX27-51271" fmla="*/ 3809449 w 10476249"/>
                  <a:gd name="connsiteY27-51272" fmla="*/ 184172 h 10435941"/>
                  <a:gd name="connsiteX28-51273" fmla="*/ 4003413 w 10476249"/>
                  <a:gd name="connsiteY28-51274" fmla="*/ 59481 h 10435941"/>
                  <a:gd name="connsiteX29-51275" fmla="*/ 4419049 w 10476249"/>
                  <a:gd name="connsiteY29-51276" fmla="*/ 295008 h 10435941"/>
                  <a:gd name="connsiteX30-51277" fmla="*/ 4585304 w 10476249"/>
                  <a:gd name="connsiteY30-51278" fmla="*/ 488972 h 10435941"/>
                  <a:gd name="connsiteX31-51279" fmla="*/ 5056358 w 10476249"/>
                  <a:gd name="connsiteY31-51280" fmla="*/ 544390 h 10435941"/>
                  <a:gd name="connsiteX32-51281" fmla="*/ 5376782 w 10476249"/>
                  <a:gd name="connsiteY32-51282" fmla="*/ 603639 h 10435941"/>
                  <a:gd name="connsiteX33-51283" fmla="*/ 5554237 w 10476249"/>
                  <a:gd name="connsiteY33-51284" fmla="*/ 588271 h 10435941"/>
                  <a:gd name="connsiteX34-51285" fmla="*/ 5846067 w 10476249"/>
                  <a:gd name="connsiteY34-51286" fmla="*/ 281153 h 10435941"/>
                  <a:gd name="connsiteX35-51287" fmla="*/ 6109304 w 10476249"/>
                  <a:gd name="connsiteY35-51288" fmla="*/ 322717 h 10435941"/>
                  <a:gd name="connsiteX36-51289" fmla="*/ 6527495 w 10476249"/>
                  <a:gd name="connsiteY36-51290" fmla="*/ 168233 h 10435941"/>
                  <a:gd name="connsiteX37-51291" fmla="*/ 6667317 w 10476249"/>
                  <a:gd name="connsiteY37-51292" fmla="*/ 107503 h 10435941"/>
                  <a:gd name="connsiteX38-51293" fmla="*/ 6997273 w 10476249"/>
                  <a:gd name="connsiteY38-51294" fmla="*/ 198026 h 10435941"/>
                  <a:gd name="connsiteX39-51295" fmla="*/ 7217667 w 10476249"/>
                  <a:gd name="connsiteY39-51296" fmla="*/ 17917 h 10435941"/>
                  <a:gd name="connsiteX40-51297" fmla="*/ 7364702 w 10476249"/>
                  <a:gd name="connsiteY40-51298" fmla="*/ 0 h 10435941"/>
                  <a:gd name="connsiteX41-51299" fmla="*/ 7586454 w 10476249"/>
                  <a:gd name="connsiteY41-51300" fmla="*/ 41248 h 10435941"/>
                  <a:gd name="connsiteX42-51301" fmla="*/ 7896540 w 10476249"/>
                  <a:gd name="connsiteY42-51302" fmla="*/ 128753 h 10435941"/>
                  <a:gd name="connsiteX43-51303" fmla="*/ 8298322 w 10476249"/>
                  <a:gd name="connsiteY43-51304" fmla="*/ 59481 h 10435941"/>
                  <a:gd name="connsiteX44-51305" fmla="*/ 8632600 w 10476249"/>
                  <a:gd name="connsiteY44-51306" fmla="*/ 396707 h 10435941"/>
                  <a:gd name="connsiteX45-51307" fmla="*/ 8894067 w 10476249"/>
                  <a:gd name="connsiteY45-51308" fmla="*/ 544390 h 10435941"/>
                  <a:gd name="connsiteX46-51309" fmla="*/ 9132327 w 10476249"/>
                  <a:gd name="connsiteY46-51310" fmla="*/ 420846 h 10435941"/>
                  <a:gd name="connsiteX47-51311" fmla="*/ 9358560 w 10476249"/>
                  <a:gd name="connsiteY47-51312" fmla="*/ 466363 h 10435941"/>
                  <a:gd name="connsiteX48-51313" fmla="*/ 9503667 w 10476249"/>
                  <a:gd name="connsiteY48-51314" fmla="*/ 367819 h 10435941"/>
                  <a:gd name="connsiteX49-51315" fmla="*/ 9631896 w 10476249"/>
                  <a:gd name="connsiteY49-51316" fmla="*/ 369587 h 10435941"/>
                  <a:gd name="connsiteX50-51317" fmla="*/ 9988577 w 10476249"/>
                  <a:gd name="connsiteY50-51318" fmla="*/ 793772 h 10435941"/>
                  <a:gd name="connsiteX51-51319" fmla="*/ 10213576 w 10476249"/>
                  <a:gd name="connsiteY51-51320" fmla="*/ 900934 h 10435941"/>
                  <a:gd name="connsiteX52-51321" fmla="*/ 10224104 w 10476249"/>
                  <a:gd name="connsiteY52-51322" fmla="*/ 987735 h 10435941"/>
                  <a:gd name="connsiteX53-51323" fmla="*/ 10210249 w 10476249"/>
                  <a:gd name="connsiteY53-51324" fmla="*/ 1250972 h 10435941"/>
                  <a:gd name="connsiteX54-51325" fmla="*/ 10224104 w 10476249"/>
                  <a:gd name="connsiteY54-51326" fmla="*/ 1444935 h 10435941"/>
                  <a:gd name="connsiteX55-51327" fmla="*/ 10228661 w 10476249"/>
                  <a:gd name="connsiteY55-51328" fmla="*/ 1580249 h 10435941"/>
                  <a:gd name="connsiteX56-51329" fmla="*/ 10476249 w 10476249"/>
                  <a:gd name="connsiteY56-51330" fmla="*/ 1753897 h 10435941"/>
                  <a:gd name="connsiteX57-51331" fmla="*/ 10063524 w 10476249"/>
                  <a:gd name="connsiteY57-51332" fmla="*/ 2207269 h 10435941"/>
                  <a:gd name="connsiteX58-51333" fmla="*/ 9766904 w 10476249"/>
                  <a:gd name="connsiteY58-51334" fmla="*/ 2497881 h 10435941"/>
                  <a:gd name="connsiteX59-51335" fmla="*/ 9565650 w 10476249"/>
                  <a:gd name="connsiteY59-51336" fmla="*/ 3426134 h 10435941"/>
                  <a:gd name="connsiteX60-51337" fmla="*/ 9518072 w 10476249"/>
                  <a:gd name="connsiteY60-51338" fmla="*/ 3685207 h 10435941"/>
                  <a:gd name="connsiteX61-51339" fmla="*/ 9351267 w 10476249"/>
                  <a:gd name="connsiteY61-51340" fmla="*/ 3911044 h 10435941"/>
                  <a:gd name="connsiteX62-51341" fmla="*/ 9295849 w 10476249"/>
                  <a:gd name="connsiteY62-51342" fmla="*/ 4077299 h 10435941"/>
                  <a:gd name="connsiteX63-51343" fmla="*/ 9222017 w 10476249"/>
                  <a:gd name="connsiteY63-51344" fmla="*/ 4285117 h 10435941"/>
                  <a:gd name="connsiteX64-51345" fmla="*/ 9190850 w 10476249"/>
                  <a:gd name="connsiteY64-51346" fmla="*/ 4430122 h 10435941"/>
                  <a:gd name="connsiteX65-51347" fmla="*/ 9323558 w 10476249"/>
                  <a:gd name="connsiteY65-51348" fmla="*/ 4659190 h 10435941"/>
                  <a:gd name="connsiteX66-51349" fmla="*/ 9367775 w 10476249"/>
                  <a:gd name="connsiteY66-51350" fmla="*/ 4915057 h 10435941"/>
                  <a:gd name="connsiteX67-51351" fmla="*/ 9383534 w 10476249"/>
                  <a:gd name="connsiteY67-51352" fmla="*/ 5208060 h 10435941"/>
                  <a:gd name="connsiteX68-51353" fmla="*/ 9368954 w 10476249"/>
                  <a:gd name="connsiteY68-51354" fmla="*/ 5615153 h 10435941"/>
                  <a:gd name="connsiteX69-51355" fmla="*/ 9504218 w 10476249"/>
                  <a:gd name="connsiteY69-51356" fmla="*/ 5975373 h 10435941"/>
                  <a:gd name="connsiteX70-51357" fmla="*/ 9526091 w 10476249"/>
                  <a:gd name="connsiteY70-51358" fmla="*/ 6403714 h 10435941"/>
                  <a:gd name="connsiteX71-51359" fmla="*/ 9919304 w 10476249"/>
                  <a:gd name="connsiteY71-51360" fmla="*/ 6862062 h 10435941"/>
                  <a:gd name="connsiteX72-51361" fmla="*/ 10037669 w 10476249"/>
                  <a:gd name="connsiteY72-51362" fmla="*/ 7221396 h 10435941"/>
                  <a:gd name="connsiteX73-51363" fmla="*/ 10218503 w 10476249"/>
                  <a:gd name="connsiteY73-51364" fmla="*/ 7514995 h 10435941"/>
                  <a:gd name="connsiteX74-51365" fmla="*/ 9656067 w 10476249"/>
                  <a:gd name="connsiteY74-51366" fmla="*/ 7540935 h 10435941"/>
                  <a:gd name="connsiteX75-51367" fmla="*/ 9159682 w 10476249"/>
                  <a:gd name="connsiteY75-51368" fmla="*/ 7651772 h 10435941"/>
                  <a:gd name="connsiteX76-51369" fmla="*/ 9114466 w 10476249"/>
                  <a:gd name="connsiteY76-51370" fmla="*/ 7790317 h 10435941"/>
                  <a:gd name="connsiteX77-51371" fmla="*/ 9004904 w 10476249"/>
                  <a:gd name="connsiteY77-51372" fmla="*/ 7998135 h 10435941"/>
                  <a:gd name="connsiteX78-51373" fmla="*/ 8919418 w 10476249"/>
                  <a:gd name="connsiteY78-51374" fmla="*/ 8085908 h 10435941"/>
                  <a:gd name="connsiteX79-51375" fmla="*/ 9022382 w 10476249"/>
                  <a:gd name="connsiteY79-51376" fmla="*/ 8313437 h 10435941"/>
                  <a:gd name="connsiteX80-51377" fmla="*/ 9013154 w 10476249"/>
                  <a:gd name="connsiteY80-51378" fmla="*/ 8524608 h 10435941"/>
                  <a:gd name="connsiteX81-51379" fmla="*/ 8979264 w 10476249"/>
                  <a:gd name="connsiteY81-51380" fmla="*/ 8758113 h 10435941"/>
                  <a:gd name="connsiteX82-51381" fmla="*/ 8977195 w 10476249"/>
                  <a:gd name="connsiteY82-51382" fmla="*/ 8967953 h 10435941"/>
                  <a:gd name="connsiteX83-51383" fmla="*/ 8880213 w 10476249"/>
                  <a:gd name="connsiteY83-51384" fmla="*/ 9272753 h 10435941"/>
                  <a:gd name="connsiteX84-51385" fmla="*/ 8907923 w 10476249"/>
                  <a:gd name="connsiteY84-51386" fmla="*/ 9578490 h 10435941"/>
                  <a:gd name="connsiteX85-51387" fmla="*/ 9124310 w 10476249"/>
                  <a:gd name="connsiteY85-51388" fmla="*/ 9750056 h 10435941"/>
                  <a:gd name="connsiteX86-51389" fmla="*/ 9217384 w 10476249"/>
                  <a:gd name="connsiteY86-51390" fmla="*/ 9890275 h 10435941"/>
                  <a:gd name="connsiteX87-51391" fmla="*/ 9448465 w 10476249"/>
                  <a:gd name="connsiteY87-51392" fmla="*/ 9929452 h 10435941"/>
                  <a:gd name="connsiteX88-51393" fmla="*/ 9457627 w 10476249"/>
                  <a:gd name="connsiteY88-51394" fmla="*/ 9818955 h 10435941"/>
                  <a:gd name="connsiteX89-51395" fmla="*/ 9606341 w 10476249"/>
                  <a:gd name="connsiteY89-51396" fmla="*/ 9758904 h 10435941"/>
                  <a:gd name="connsiteX90-51397" fmla="*/ 9617859 w 10476249"/>
                  <a:gd name="connsiteY90-51398" fmla="*/ 10334695 h 10435941"/>
                  <a:gd name="connsiteX91-51399" fmla="*/ 9490259 w 10476249"/>
                  <a:gd name="connsiteY91-51400" fmla="*/ 10338313 h 10435941"/>
                  <a:gd name="connsiteX92-51401" fmla="*/ 9314175 w 10476249"/>
                  <a:gd name="connsiteY92-51402" fmla="*/ 10427202 h 10435941"/>
                  <a:gd name="connsiteX93-51403" fmla="*/ 9189815 w 10476249"/>
                  <a:gd name="connsiteY93-51404" fmla="*/ 10435941 h 10435941"/>
                  <a:gd name="connsiteX94-51405" fmla="*/ 9050829 w 10476249"/>
                  <a:gd name="connsiteY94-51406" fmla="*/ 10122103 h 10435941"/>
                  <a:gd name="connsiteX95-51407" fmla="*/ 8939914 w 10476249"/>
                  <a:gd name="connsiteY95-51408" fmla="*/ 10072174 h 10435941"/>
                  <a:gd name="connsiteX96-51409" fmla="*/ 8778870 w 10476249"/>
                  <a:gd name="connsiteY96-51410" fmla="*/ 9863725 h 10435941"/>
                  <a:gd name="connsiteX97-51411" fmla="*/ 8465017 w 10476249"/>
                  <a:gd name="connsiteY97-51412" fmla="*/ 9748287 h 10435941"/>
                  <a:gd name="connsiteX98-51413" fmla="*/ 8345018 w 10476249"/>
                  <a:gd name="connsiteY98-51414" fmla="*/ 9651431 h 10435941"/>
                  <a:gd name="connsiteX99-51415" fmla="*/ 8270613 w 10476249"/>
                  <a:gd name="connsiteY99-51416" fmla="*/ 9480572 h 10435941"/>
                  <a:gd name="connsiteX100-51417" fmla="*/ 8229159 w 10476249"/>
                  <a:gd name="connsiteY100-51418" fmla="*/ 9374254 h 10435941"/>
                  <a:gd name="connsiteX101-51419" fmla="*/ 8132067 w 10476249"/>
                  <a:gd name="connsiteY101-51420" fmla="*/ 9355881 h 10435941"/>
                  <a:gd name="connsiteX102-51421" fmla="*/ 8076649 w 10476249"/>
                  <a:gd name="connsiteY102-51422" fmla="*/ 9577553 h 10435941"/>
                  <a:gd name="connsiteX103-51423" fmla="*/ 7933959 w 10476249"/>
                  <a:gd name="connsiteY103-51424" fmla="*/ 9610939 h 10435941"/>
                  <a:gd name="connsiteX104-51425" fmla="*/ 7580779 w 10476249"/>
                  <a:gd name="connsiteY104-51426" fmla="*/ 9552340 h 10435941"/>
                  <a:gd name="connsiteX105-51427" fmla="*/ 7442474 w 10476249"/>
                  <a:gd name="connsiteY105-51428" fmla="*/ 9485198 h 10435941"/>
                  <a:gd name="connsiteX106-51429" fmla="*/ 7250179 w 10476249"/>
                  <a:gd name="connsiteY106-51430" fmla="*/ 9449904 h 10435941"/>
                  <a:gd name="connsiteX107-51431" fmla="*/ 7156996 w 10476249"/>
                  <a:gd name="connsiteY107-51432" fmla="*/ 9200180 h 10435941"/>
                  <a:gd name="connsiteX108-51433" fmla="*/ 6940577 w 10476249"/>
                  <a:gd name="connsiteY108-51434" fmla="*/ 9189626 h 10435941"/>
                  <a:gd name="connsiteX109-51435" fmla="*/ 6659679 w 10476249"/>
                  <a:gd name="connsiteY109-51436" fmla="*/ 9285034 h 10435941"/>
                  <a:gd name="connsiteX110-51437" fmla="*/ 6664954 w 10476249"/>
                  <a:gd name="connsiteY110-51438" fmla="*/ 9099745 h 10435941"/>
                  <a:gd name="connsiteX111-51439" fmla="*/ 6538463 w 10476249"/>
                  <a:gd name="connsiteY111-51440" fmla="*/ 9013951 h 10435941"/>
                  <a:gd name="connsiteX112-51441" fmla="*/ 6414104 w 10476249"/>
                  <a:gd name="connsiteY112-51442" fmla="*/ 8954099 h 10435941"/>
                  <a:gd name="connsiteX113-51443" fmla="*/ 6311517 w 10476249"/>
                  <a:gd name="connsiteY113-51444" fmla="*/ 9057307 h 10435941"/>
                  <a:gd name="connsiteX114-51445" fmla="*/ 6153358 w 10476249"/>
                  <a:gd name="connsiteY114-51446" fmla="*/ 8978227 h 10435941"/>
                  <a:gd name="connsiteX115-51447" fmla="*/ 5987727 w 10476249"/>
                  <a:gd name="connsiteY115-51448" fmla="*/ 9093734 h 10435941"/>
                  <a:gd name="connsiteX116-51449" fmla="*/ 5721485 w 10476249"/>
                  <a:gd name="connsiteY116-51450" fmla="*/ 9101726 h 10435941"/>
                  <a:gd name="connsiteX117-51451" fmla="*/ 5660355 w 10476249"/>
                  <a:gd name="connsiteY117-51452" fmla="*/ 9081904 h 10435941"/>
                  <a:gd name="connsiteX118-51453" fmla="*/ 5493010 w 10476249"/>
                  <a:gd name="connsiteY118-51454" fmla="*/ 9128137 h 10435941"/>
                  <a:gd name="connsiteX119-51455" fmla="*/ 5491454 w 10476249"/>
                  <a:gd name="connsiteY119-51456" fmla="*/ 8870972 h 10435941"/>
                  <a:gd name="connsiteX120-51457" fmla="*/ 5491452 w 10476249"/>
                  <a:gd name="connsiteY120-51458" fmla="*/ 8634977 h 10435941"/>
                  <a:gd name="connsiteX121-51459" fmla="*/ 5275804 w 10476249"/>
                  <a:gd name="connsiteY121-51460" fmla="*/ 8324085 h 10435941"/>
                  <a:gd name="connsiteX122-51461" fmla="*/ 5215919 w 10476249"/>
                  <a:gd name="connsiteY122-51462" fmla="*/ 8082820 h 10435941"/>
                  <a:gd name="connsiteX123-51463" fmla="*/ 5302626 w 10476249"/>
                  <a:gd name="connsiteY123-51464" fmla="*/ 7610208 h 10435941"/>
                  <a:gd name="connsiteX124-51465" fmla="*/ 5186654 w 10476249"/>
                  <a:gd name="connsiteY124-51466" fmla="*/ 7320352 h 10435941"/>
                  <a:gd name="connsiteX125-51467" fmla="*/ 5236467 w 10476249"/>
                  <a:gd name="connsiteY125-51468" fmla="*/ 7069881 h 10435941"/>
                  <a:gd name="connsiteX126-51469" fmla="*/ 5240494 w 10476249"/>
                  <a:gd name="connsiteY126-51470" fmla="*/ 6935795 h 10435941"/>
                  <a:gd name="connsiteX127-51471" fmla="*/ 4563198 w 10476249"/>
                  <a:gd name="connsiteY127-51472" fmla="*/ 7013996 h 10435941"/>
                  <a:gd name="connsiteX128-51473" fmla="*/ 4546078 w 10476249"/>
                  <a:gd name="connsiteY128-51474" fmla="*/ 6840580 h 10435941"/>
                  <a:gd name="connsiteX129-51475" fmla="*/ 4482099 w 10476249"/>
                  <a:gd name="connsiteY129-51476" fmla="*/ 6706626 h 10435941"/>
                  <a:gd name="connsiteX130-51477" fmla="*/ 4312585 w 10476249"/>
                  <a:gd name="connsiteY130-51478" fmla="*/ 6826329 h 10435941"/>
                  <a:gd name="connsiteX131-51479" fmla="*/ 3996939 w 10476249"/>
                  <a:gd name="connsiteY131-51480" fmla="*/ 6862493 h 10435941"/>
                  <a:gd name="connsiteX132-51481" fmla="*/ 3961849 w 10476249"/>
                  <a:gd name="connsiteY132-51482" fmla="*/ 7069881 h 10435941"/>
                  <a:gd name="connsiteX133-51483" fmla="*/ 3918262 w 10476249"/>
                  <a:gd name="connsiteY133-51484" fmla="*/ 7281279 h 10435941"/>
                  <a:gd name="connsiteX134-51485" fmla="*/ 3869750 w 10476249"/>
                  <a:gd name="connsiteY134-51486" fmla="*/ 7403480 h 10435941"/>
                  <a:gd name="connsiteX135-51487" fmla="*/ 3558094 w 10476249"/>
                  <a:gd name="connsiteY135-51488" fmla="*/ 7365450 h 10435941"/>
                  <a:gd name="connsiteX136-51489" fmla="*/ 3296831 w 10476249"/>
                  <a:gd name="connsiteY136-51490" fmla="*/ 7402390 h 10435941"/>
                  <a:gd name="connsiteX137-51491" fmla="*/ 2911715 w 10476249"/>
                  <a:gd name="connsiteY137-51492" fmla="*/ 7451307 h 10435941"/>
                  <a:gd name="connsiteX138-51493" fmla="*/ 2733706 w 10476249"/>
                  <a:gd name="connsiteY138-51494" fmla="*/ 7166777 h 10435941"/>
                  <a:gd name="connsiteX139-51495" fmla="*/ 2571924 w 10476249"/>
                  <a:gd name="connsiteY139-51496" fmla="*/ 6908102 h 10435941"/>
                  <a:gd name="connsiteX140-51497" fmla="*/ 2391703 w 10476249"/>
                  <a:gd name="connsiteY140-51498" fmla="*/ 6257406 h 10435941"/>
                  <a:gd name="connsiteX141-51499" fmla="*/ 2313158 w 10476249"/>
                  <a:gd name="connsiteY141-51500" fmla="*/ 6224753 h 10435941"/>
                  <a:gd name="connsiteX142-51501" fmla="*/ 1648140 w 10476249"/>
                  <a:gd name="connsiteY142-51502" fmla="*/ 6197044 h 10435941"/>
                  <a:gd name="connsiteX143-51503" fmla="*/ 1218649 w 10476249"/>
                  <a:gd name="connsiteY143-51504" fmla="*/ 6197044 h 10435941"/>
                  <a:gd name="connsiteX144-51505" fmla="*/ 1025455 w 10476249"/>
                  <a:gd name="connsiteY144-51506" fmla="*/ 6178798 h 10435941"/>
                  <a:gd name="connsiteX145-51507" fmla="*/ 692177 w 10476249"/>
                  <a:gd name="connsiteY145-51508" fmla="*/ 6210899 h 10435941"/>
                  <a:gd name="connsiteX146-51509" fmla="*/ 368390 w 10476249"/>
                  <a:gd name="connsiteY146-51510" fmla="*/ 6137320 h 10435941"/>
                  <a:gd name="connsiteX147-51511" fmla="*/ 132975 w 10476249"/>
                  <a:gd name="connsiteY147-51512" fmla="*/ 6294321 h 10435941"/>
                  <a:gd name="connsiteX148-51513" fmla="*/ 0 w 10476249"/>
                  <a:gd name="connsiteY148-51514" fmla="*/ 6169546 h 10435941"/>
                  <a:gd name="connsiteX0-51515" fmla="*/ 0 w 10476249"/>
                  <a:gd name="connsiteY0-51516" fmla="*/ 6169546 h 10435941"/>
                  <a:gd name="connsiteX1-51517" fmla="*/ 93009 w 10476249"/>
                  <a:gd name="connsiteY1-51518" fmla="*/ 6131120 h 10435941"/>
                  <a:gd name="connsiteX2-51519" fmla="*/ 114648 w 10476249"/>
                  <a:gd name="connsiteY2-51520" fmla="*/ 5799866 h 10435941"/>
                  <a:gd name="connsiteX3-51521" fmla="*/ 387377 w 10476249"/>
                  <a:gd name="connsiteY3-51522" fmla="*/ 5532026 h 10435941"/>
                  <a:gd name="connsiteX4-51523" fmla="*/ 636758 w 10476249"/>
                  <a:gd name="connsiteY4-51524" fmla="*/ 5670572 h 10435941"/>
                  <a:gd name="connsiteX5-51525" fmla="*/ 844577 w 10476249"/>
                  <a:gd name="connsiteY5-51526" fmla="*/ 5504317 h 10435941"/>
                  <a:gd name="connsiteX6-51527" fmla="*/ 983122 w 10476249"/>
                  <a:gd name="connsiteY6-51528" fmla="*/ 5351917 h 10435941"/>
                  <a:gd name="connsiteX7-51529" fmla="*/ 1066249 w 10476249"/>
                  <a:gd name="connsiteY7-51530" fmla="*/ 5435044 h 10435941"/>
                  <a:gd name="connsiteX8-51531" fmla="*/ 1169664 w 10476249"/>
                  <a:gd name="connsiteY8-51532" fmla="*/ 5366848 h 10435941"/>
                  <a:gd name="connsiteX9-51533" fmla="*/ 1142175 w 10476249"/>
                  <a:gd name="connsiteY9-51534" fmla="*/ 5610864 h 10435941"/>
                  <a:gd name="connsiteX10-51535" fmla="*/ 1254907 w 10476249"/>
                  <a:gd name="connsiteY10-51536" fmla="*/ 5679710 h 10435941"/>
                  <a:gd name="connsiteX11-51537" fmla="*/ 1513294 w 10476249"/>
                  <a:gd name="connsiteY11-51538" fmla="*/ 5540884 h 10435941"/>
                  <a:gd name="connsiteX12-51539" fmla="*/ 1717413 w 10476249"/>
                  <a:gd name="connsiteY12-51540" fmla="*/ 5296499 h 10435941"/>
                  <a:gd name="connsiteX13-51541" fmla="*/ 2008358 w 10476249"/>
                  <a:gd name="connsiteY13-51542" fmla="*/ 5060972 h 10435941"/>
                  <a:gd name="connsiteX14-51543" fmla="*/ 2105340 w 10476249"/>
                  <a:gd name="connsiteY14-51544" fmla="*/ 4631481 h 10435941"/>
                  <a:gd name="connsiteX15-51545" fmla="*/ 2158106 w 10476249"/>
                  <a:gd name="connsiteY15-51546" fmla="*/ 4164848 h 10435941"/>
                  <a:gd name="connsiteX16-51547" fmla="*/ 2340867 w 10476249"/>
                  <a:gd name="connsiteY16-51548" fmla="*/ 3855626 h 10435941"/>
                  <a:gd name="connsiteX17-51549" fmla="*/ 2738092 w 10476249"/>
                  <a:gd name="connsiteY17-51550" fmla="*/ 3475092 h 10435941"/>
                  <a:gd name="connsiteX18-51551" fmla="*/ 2964322 w 10476249"/>
                  <a:gd name="connsiteY18-51552" fmla="*/ 3259881 h 10435941"/>
                  <a:gd name="connsiteX19-51553" fmla="*/ 2992031 w 10476249"/>
                  <a:gd name="connsiteY19-51554" fmla="*/ 2816535 h 10435941"/>
                  <a:gd name="connsiteX20-51555" fmla="*/ 3061304 w 10476249"/>
                  <a:gd name="connsiteY20-51556" fmla="*/ 2525590 h 10435941"/>
                  <a:gd name="connsiteX21-51557" fmla="*/ 3061304 w 10476249"/>
                  <a:gd name="connsiteY21-51558" fmla="*/ 2317772 h 10435941"/>
                  <a:gd name="connsiteX22-51559" fmla="*/ 3199849 w 10476249"/>
                  <a:gd name="connsiteY22-51560" fmla="*/ 1985262 h 10435941"/>
                  <a:gd name="connsiteX23-51561" fmla="*/ 3199849 w 10476249"/>
                  <a:gd name="connsiteY23-51562" fmla="*/ 1694317 h 10435941"/>
                  <a:gd name="connsiteX24-51563" fmla="*/ 3471561 w 10476249"/>
                  <a:gd name="connsiteY24-51564" fmla="*/ 1126281 h 10435941"/>
                  <a:gd name="connsiteX25-51565" fmla="*/ 3449231 w 10476249"/>
                  <a:gd name="connsiteY25-51566" fmla="*/ 752208 h 10435941"/>
                  <a:gd name="connsiteX26-51567" fmla="*/ 3476940 w 10476249"/>
                  <a:gd name="connsiteY26-51568" fmla="*/ 544390 h 10435941"/>
                  <a:gd name="connsiteX27-51569" fmla="*/ 3809449 w 10476249"/>
                  <a:gd name="connsiteY27-51570" fmla="*/ 184172 h 10435941"/>
                  <a:gd name="connsiteX28-51571" fmla="*/ 4003413 w 10476249"/>
                  <a:gd name="connsiteY28-51572" fmla="*/ 59481 h 10435941"/>
                  <a:gd name="connsiteX29-51573" fmla="*/ 4419049 w 10476249"/>
                  <a:gd name="connsiteY29-51574" fmla="*/ 295008 h 10435941"/>
                  <a:gd name="connsiteX30-51575" fmla="*/ 4585304 w 10476249"/>
                  <a:gd name="connsiteY30-51576" fmla="*/ 488972 h 10435941"/>
                  <a:gd name="connsiteX31-51577" fmla="*/ 5056358 w 10476249"/>
                  <a:gd name="connsiteY31-51578" fmla="*/ 544390 h 10435941"/>
                  <a:gd name="connsiteX32-51579" fmla="*/ 5376782 w 10476249"/>
                  <a:gd name="connsiteY32-51580" fmla="*/ 603639 h 10435941"/>
                  <a:gd name="connsiteX33-51581" fmla="*/ 5554237 w 10476249"/>
                  <a:gd name="connsiteY33-51582" fmla="*/ 588271 h 10435941"/>
                  <a:gd name="connsiteX34-51583" fmla="*/ 5846067 w 10476249"/>
                  <a:gd name="connsiteY34-51584" fmla="*/ 281153 h 10435941"/>
                  <a:gd name="connsiteX35-51585" fmla="*/ 6109304 w 10476249"/>
                  <a:gd name="connsiteY35-51586" fmla="*/ 322717 h 10435941"/>
                  <a:gd name="connsiteX36-51587" fmla="*/ 6527495 w 10476249"/>
                  <a:gd name="connsiteY36-51588" fmla="*/ 168233 h 10435941"/>
                  <a:gd name="connsiteX37-51589" fmla="*/ 6667317 w 10476249"/>
                  <a:gd name="connsiteY37-51590" fmla="*/ 107503 h 10435941"/>
                  <a:gd name="connsiteX38-51591" fmla="*/ 6997273 w 10476249"/>
                  <a:gd name="connsiteY38-51592" fmla="*/ 198026 h 10435941"/>
                  <a:gd name="connsiteX39-51593" fmla="*/ 7217667 w 10476249"/>
                  <a:gd name="connsiteY39-51594" fmla="*/ 17917 h 10435941"/>
                  <a:gd name="connsiteX40-51595" fmla="*/ 7364702 w 10476249"/>
                  <a:gd name="connsiteY40-51596" fmla="*/ 0 h 10435941"/>
                  <a:gd name="connsiteX41-51597" fmla="*/ 7586454 w 10476249"/>
                  <a:gd name="connsiteY41-51598" fmla="*/ 41248 h 10435941"/>
                  <a:gd name="connsiteX42-51599" fmla="*/ 7896540 w 10476249"/>
                  <a:gd name="connsiteY42-51600" fmla="*/ 128753 h 10435941"/>
                  <a:gd name="connsiteX43-51601" fmla="*/ 8298322 w 10476249"/>
                  <a:gd name="connsiteY43-51602" fmla="*/ 59481 h 10435941"/>
                  <a:gd name="connsiteX44-51603" fmla="*/ 8632600 w 10476249"/>
                  <a:gd name="connsiteY44-51604" fmla="*/ 396707 h 10435941"/>
                  <a:gd name="connsiteX45-51605" fmla="*/ 8894067 w 10476249"/>
                  <a:gd name="connsiteY45-51606" fmla="*/ 544390 h 10435941"/>
                  <a:gd name="connsiteX46-51607" fmla="*/ 9132327 w 10476249"/>
                  <a:gd name="connsiteY46-51608" fmla="*/ 420846 h 10435941"/>
                  <a:gd name="connsiteX47-51609" fmla="*/ 9358560 w 10476249"/>
                  <a:gd name="connsiteY47-51610" fmla="*/ 466363 h 10435941"/>
                  <a:gd name="connsiteX48-51611" fmla="*/ 9503667 w 10476249"/>
                  <a:gd name="connsiteY48-51612" fmla="*/ 367819 h 10435941"/>
                  <a:gd name="connsiteX49-51613" fmla="*/ 9563175 w 10476249"/>
                  <a:gd name="connsiteY49-51614" fmla="*/ 323545 h 10435941"/>
                  <a:gd name="connsiteX50-51615" fmla="*/ 9988577 w 10476249"/>
                  <a:gd name="connsiteY50-51616" fmla="*/ 793772 h 10435941"/>
                  <a:gd name="connsiteX51-51617" fmla="*/ 10213576 w 10476249"/>
                  <a:gd name="connsiteY51-51618" fmla="*/ 900934 h 10435941"/>
                  <a:gd name="connsiteX52-51619" fmla="*/ 10224104 w 10476249"/>
                  <a:gd name="connsiteY52-51620" fmla="*/ 987735 h 10435941"/>
                  <a:gd name="connsiteX53-51621" fmla="*/ 10210249 w 10476249"/>
                  <a:gd name="connsiteY53-51622" fmla="*/ 1250972 h 10435941"/>
                  <a:gd name="connsiteX54-51623" fmla="*/ 10224104 w 10476249"/>
                  <a:gd name="connsiteY54-51624" fmla="*/ 1444935 h 10435941"/>
                  <a:gd name="connsiteX55-51625" fmla="*/ 10228661 w 10476249"/>
                  <a:gd name="connsiteY55-51626" fmla="*/ 1580249 h 10435941"/>
                  <a:gd name="connsiteX56-51627" fmla="*/ 10476249 w 10476249"/>
                  <a:gd name="connsiteY56-51628" fmla="*/ 1753897 h 10435941"/>
                  <a:gd name="connsiteX57-51629" fmla="*/ 10063524 w 10476249"/>
                  <a:gd name="connsiteY57-51630" fmla="*/ 2207269 h 10435941"/>
                  <a:gd name="connsiteX58-51631" fmla="*/ 9766904 w 10476249"/>
                  <a:gd name="connsiteY58-51632" fmla="*/ 2497881 h 10435941"/>
                  <a:gd name="connsiteX59-51633" fmla="*/ 9565650 w 10476249"/>
                  <a:gd name="connsiteY59-51634" fmla="*/ 3426134 h 10435941"/>
                  <a:gd name="connsiteX60-51635" fmla="*/ 9518072 w 10476249"/>
                  <a:gd name="connsiteY60-51636" fmla="*/ 3685207 h 10435941"/>
                  <a:gd name="connsiteX61-51637" fmla="*/ 9351267 w 10476249"/>
                  <a:gd name="connsiteY61-51638" fmla="*/ 3911044 h 10435941"/>
                  <a:gd name="connsiteX62-51639" fmla="*/ 9295849 w 10476249"/>
                  <a:gd name="connsiteY62-51640" fmla="*/ 4077299 h 10435941"/>
                  <a:gd name="connsiteX63-51641" fmla="*/ 9222017 w 10476249"/>
                  <a:gd name="connsiteY63-51642" fmla="*/ 4285117 h 10435941"/>
                  <a:gd name="connsiteX64-51643" fmla="*/ 9190850 w 10476249"/>
                  <a:gd name="connsiteY64-51644" fmla="*/ 4430122 h 10435941"/>
                  <a:gd name="connsiteX65-51645" fmla="*/ 9323558 w 10476249"/>
                  <a:gd name="connsiteY65-51646" fmla="*/ 4659190 h 10435941"/>
                  <a:gd name="connsiteX66-51647" fmla="*/ 9367775 w 10476249"/>
                  <a:gd name="connsiteY66-51648" fmla="*/ 4915057 h 10435941"/>
                  <a:gd name="connsiteX67-51649" fmla="*/ 9383534 w 10476249"/>
                  <a:gd name="connsiteY67-51650" fmla="*/ 5208060 h 10435941"/>
                  <a:gd name="connsiteX68-51651" fmla="*/ 9368954 w 10476249"/>
                  <a:gd name="connsiteY68-51652" fmla="*/ 5615153 h 10435941"/>
                  <a:gd name="connsiteX69-51653" fmla="*/ 9504218 w 10476249"/>
                  <a:gd name="connsiteY69-51654" fmla="*/ 5975373 h 10435941"/>
                  <a:gd name="connsiteX70-51655" fmla="*/ 9526091 w 10476249"/>
                  <a:gd name="connsiteY70-51656" fmla="*/ 6403714 h 10435941"/>
                  <a:gd name="connsiteX71-51657" fmla="*/ 9919304 w 10476249"/>
                  <a:gd name="connsiteY71-51658" fmla="*/ 6862062 h 10435941"/>
                  <a:gd name="connsiteX72-51659" fmla="*/ 10037669 w 10476249"/>
                  <a:gd name="connsiteY72-51660" fmla="*/ 7221396 h 10435941"/>
                  <a:gd name="connsiteX73-51661" fmla="*/ 10218503 w 10476249"/>
                  <a:gd name="connsiteY73-51662" fmla="*/ 7514995 h 10435941"/>
                  <a:gd name="connsiteX74-51663" fmla="*/ 9656067 w 10476249"/>
                  <a:gd name="connsiteY74-51664" fmla="*/ 7540935 h 10435941"/>
                  <a:gd name="connsiteX75-51665" fmla="*/ 9159682 w 10476249"/>
                  <a:gd name="connsiteY75-51666" fmla="*/ 7651772 h 10435941"/>
                  <a:gd name="connsiteX76-51667" fmla="*/ 9114466 w 10476249"/>
                  <a:gd name="connsiteY76-51668" fmla="*/ 7790317 h 10435941"/>
                  <a:gd name="connsiteX77-51669" fmla="*/ 9004904 w 10476249"/>
                  <a:gd name="connsiteY77-51670" fmla="*/ 7998135 h 10435941"/>
                  <a:gd name="connsiteX78-51671" fmla="*/ 8919418 w 10476249"/>
                  <a:gd name="connsiteY78-51672" fmla="*/ 8085908 h 10435941"/>
                  <a:gd name="connsiteX79-51673" fmla="*/ 9022382 w 10476249"/>
                  <a:gd name="connsiteY79-51674" fmla="*/ 8313437 h 10435941"/>
                  <a:gd name="connsiteX80-51675" fmla="*/ 9013154 w 10476249"/>
                  <a:gd name="connsiteY80-51676" fmla="*/ 8524608 h 10435941"/>
                  <a:gd name="connsiteX81-51677" fmla="*/ 8979264 w 10476249"/>
                  <a:gd name="connsiteY81-51678" fmla="*/ 8758113 h 10435941"/>
                  <a:gd name="connsiteX82-51679" fmla="*/ 8977195 w 10476249"/>
                  <a:gd name="connsiteY82-51680" fmla="*/ 8967953 h 10435941"/>
                  <a:gd name="connsiteX83-51681" fmla="*/ 8880213 w 10476249"/>
                  <a:gd name="connsiteY83-51682" fmla="*/ 9272753 h 10435941"/>
                  <a:gd name="connsiteX84-51683" fmla="*/ 8907923 w 10476249"/>
                  <a:gd name="connsiteY84-51684" fmla="*/ 9578490 h 10435941"/>
                  <a:gd name="connsiteX85-51685" fmla="*/ 9124310 w 10476249"/>
                  <a:gd name="connsiteY85-51686" fmla="*/ 9750056 h 10435941"/>
                  <a:gd name="connsiteX86-51687" fmla="*/ 9217384 w 10476249"/>
                  <a:gd name="connsiteY86-51688" fmla="*/ 9890275 h 10435941"/>
                  <a:gd name="connsiteX87-51689" fmla="*/ 9448465 w 10476249"/>
                  <a:gd name="connsiteY87-51690" fmla="*/ 9929452 h 10435941"/>
                  <a:gd name="connsiteX88-51691" fmla="*/ 9457627 w 10476249"/>
                  <a:gd name="connsiteY88-51692" fmla="*/ 9818955 h 10435941"/>
                  <a:gd name="connsiteX89-51693" fmla="*/ 9606341 w 10476249"/>
                  <a:gd name="connsiteY89-51694" fmla="*/ 9758904 h 10435941"/>
                  <a:gd name="connsiteX90-51695" fmla="*/ 9617859 w 10476249"/>
                  <a:gd name="connsiteY90-51696" fmla="*/ 10334695 h 10435941"/>
                  <a:gd name="connsiteX91-51697" fmla="*/ 9490259 w 10476249"/>
                  <a:gd name="connsiteY91-51698" fmla="*/ 10338313 h 10435941"/>
                  <a:gd name="connsiteX92-51699" fmla="*/ 9314175 w 10476249"/>
                  <a:gd name="connsiteY92-51700" fmla="*/ 10427202 h 10435941"/>
                  <a:gd name="connsiteX93-51701" fmla="*/ 9189815 w 10476249"/>
                  <a:gd name="connsiteY93-51702" fmla="*/ 10435941 h 10435941"/>
                  <a:gd name="connsiteX94-51703" fmla="*/ 9050829 w 10476249"/>
                  <a:gd name="connsiteY94-51704" fmla="*/ 10122103 h 10435941"/>
                  <a:gd name="connsiteX95-51705" fmla="*/ 8939914 w 10476249"/>
                  <a:gd name="connsiteY95-51706" fmla="*/ 10072174 h 10435941"/>
                  <a:gd name="connsiteX96-51707" fmla="*/ 8778870 w 10476249"/>
                  <a:gd name="connsiteY96-51708" fmla="*/ 9863725 h 10435941"/>
                  <a:gd name="connsiteX97-51709" fmla="*/ 8465017 w 10476249"/>
                  <a:gd name="connsiteY97-51710" fmla="*/ 9748287 h 10435941"/>
                  <a:gd name="connsiteX98-51711" fmla="*/ 8345018 w 10476249"/>
                  <a:gd name="connsiteY98-51712" fmla="*/ 9651431 h 10435941"/>
                  <a:gd name="connsiteX99-51713" fmla="*/ 8270613 w 10476249"/>
                  <a:gd name="connsiteY99-51714" fmla="*/ 9480572 h 10435941"/>
                  <a:gd name="connsiteX100-51715" fmla="*/ 8229159 w 10476249"/>
                  <a:gd name="connsiteY100-51716" fmla="*/ 9374254 h 10435941"/>
                  <a:gd name="connsiteX101-51717" fmla="*/ 8132067 w 10476249"/>
                  <a:gd name="connsiteY101-51718" fmla="*/ 9355881 h 10435941"/>
                  <a:gd name="connsiteX102-51719" fmla="*/ 8076649 w 10476249"/>
                  <a:gd name="connsiteY102-51720" fmla="*/ 9577553 h 10435941"/>
                  <a:gd name="connsiteX103-51721" fmla="*/ 7933959 w 10476249"/>
                  <a:gd name="connsiteY103-51722" fmla="*/ 9610939 h 10435941"/>
                  <a:gd name="connsiteX104-51723" fmla="*/ 7580779 w 10476249"/>
                  <a:gd name="connsiteY104-51724" fmla="*/ 9552340 h 10435941"/>
                  <a:gd name="connsiteX105-51725" fmla="*/ 7442474 w 10476249"/>
                  <a:gd name="connsiteY105-51726" fmla="*/ 9485198 h 10435941"/>
                  <a:gd name="connsiteX106-51727" fmla="*/ 7250179 w 10476249"/>
                  <a:gd name="connsiteY106-51728" fmla="*/ 9449904 h 10435941"/>
                  <a:gd name="connsiteX107-51729" fmla="*/ 7156996 w 10476249"/>
                  <a:gd name="connsiteY107-51730" fmla="*/ 9200180 h 10435941"/>
                  <a:gd name="connsiteX108-51731" fmla="*/ 6940577 w 10476249"/>
                  <a:gd name="connsiteY108-51732" fmla="*/ 9189626 h 10435941"/>
                  <a:gd name="connsiteX109-51733" fmla="*/ 6659679 w 10476249"/>
                  <a:gd name="connsiteY109-51734" fmla="*/ 9285034 h 10435941"/>
                  <a:gd name="connsiteX110-51735" fmla="*/ 6664954 w 10476249"/>
                  <a:gd name="connsiteY110-51736" fmla="*/ 9099745 h 10435941"/>
                  <a:gd name="connsiteX111-51737" fmla="*/ 6538463 w 10476249"/>
                  <a:gd name="connsiteY111-51738" fmla="*/ 9013951 h 10435941"/>
                  <a:gd name="connsiteX112-51739" fmla="*/ 6414104 w 10476249"/>
                  <a:gd name="connsiteY112-51740" fmla="*/ 8954099 h 10435941"/>
                  <a:gd name="connsiteX113-51741" fmla="*/ 6311517 w 10476249"/>
                  <a:gd name="connsiteY113-51742" fmla="*/ 9057307 h 10435941"/>
                  <a:gd name="connsiteX114-51743" fmla="*/ 6153358 w 10476249"/>
                  <a:gd name="connsiteY114-51744" fmla="*/ 8978227 h 10435941"/>
                  <a:gd name="connsiteX115-51745" fmla="*/ 5987727 w 10476249"/>
                  <a:gd name="connsiteY115-51746" fmla="*/ 9093734 h 10435941"/>
                  <a:gd name="connsiteX116-51747" fmla="*/ 5721485 w 10476249"/>
                  <a:gd name="connsiteY116-51748" fmla="*/ 9101726 h 10435941"/>
                  <a:gd name="connsiteX117-51749" fmla="*/ 5660355 w 10476249"/>
                  <a:gd name="connsiteY117-51750" fmla="*/ 9081904 h 10435941"/>
                  <a:gd name="connsiteX118-51751" fmla="*/ 5493010 w 10476249"/>
                  <a:gd name="connsiteY118-51752" fmla="*/ 9128137 h 10435941"/>
                  <a:gd name="connsiteX119-51753" fmla="*/ 5491454 w 10476249"/>
                  <a:gd name="connsiteY119-51754" fmla="*/ 8870972 h 10435941"/>
                  <a:gd name="connsiteX120-51755" fmla="*/ 5491452 w 10476249"/>
                  <a:gd name="connsiteY120-51756" fmla="*/ 8634977 h 10435941"/>
                  <a:gd name="connsiteX121-51757" fmla="*/ 5275804 w 10476249"/>
                  <a:gd name="connsiteY121-51758" fmla="*/ 8324085 h 10435941"/>
                  <a:gd name="connsiteX122-51759" fmla="*/ 5215919 w 10476249"/>
                  <a:gd name="connsiteY122-51760" fmla="*/ 8082820 h 10435941"/>
                  <a:gd name="connsiteX123-51761" fmla="*/ 5302626 w 10476249"/>
                  <a:gd name="connsiteY123-51762" fmla="*/ 7610208 h 10435941"/>
                  <a:gd name="connsiteX124-51763" fmla="*/ 5186654 w 10476249"/>
                  <a:gd name="connsiteY124-51764" fmla="*/ 7320352 h 10435941"/>
                  <a:gd name="connsiteX125-51765" fmla="*/ 5236467 w 10476249"/>
                  <a:gd name="connsiteY125-51766" fmla="*/ 7069881 h 10435941"/>
                  <a:gd name="connsiteX126-51767" fmla="*/ 5240494 w 10476249"/>
                  <a:gd name="connsiteY126-51768" fmla="*/ 6935795 h 10435941"/>
                  <a:gd name="connsiteX127-51769" fmla="*/ 4563198 w 10476249"/>
                  <a:gd name="connsiteY127-51770" fmla="*/ 7013996 h 10435941"/>
                  <a:gd name="connsiteX128-51771" fmla="*/ 4546078 w 10476249"/>
                  <a:gd name="connsiteY128-51772" fmla="*/ 6840580 h 10435941"/>
                  <a:gd name="connsiteX129-51773" fmla="*/ 4482099 w 10476249"/>
                  <a:gd name="connsiteY129-51774" fmla="*/ 6706626 h 10435941"/>
                  <a:gd name="connsiteX130-51775" fmla="*/ 4312585 w 10476249"/>
                  <a:gd name="connsiteY130-51776" fmla="*/ 6826329 h 10435941"/>
                  <a:gd name="connsiteX131-51777" fmla="*/ 3996939 w 10476249"/>
                  <a:gd name="connsiteY131-51778" fmla="*/ 6862493 h 10435941"/>
                  <a:gd name="connsiteX132-51779" fmla="*/ 3961849 w 10476249"/>
                  <a:gd name="connsiteY132-51780" fmla="*/ 7069881 h 10435941"/>
                  <a:gd name="connsiteX133-51781" fmla="*/ 3918262 w 10476249"/>
                  <a:gd name="connsiteY133-51782" fmla="*/ 7281279 h 10435941"/>
                  <a:gd name="connsiteX134-51783" fmla="*/ 3869750 w 10476249"/>
                  <a:gd name="connsiteY134-51784" fmla="*/ 7403480 h 10435941"/>
                  <a:gd name="connsiteX135-51785" fmla="*/ 3558094 w 10476249"/>
                  <a:gd name="connsiteY135-51786" fmla="*/ 7365450 h 10435941"/>
                  <a:gd name="connsiteX136-51787" fmla="*/ 3296831 w 10476249"/>
                  <a:gd name="connsiteY136-51788" fmla="*/ 7402390 h 10435941"/>
                  <a:gd name="connsiteX137-51789" fmla="*/ 2911715 w 10476249"/>
                  <a:gd name="connsiteY137-51790" fmla="*/ 7451307 h 10435941"/>
                  <a:gd name="connsiteX138-51791" fmla="*/ 2733706 w 10476249"/>
                  <a:gd name="connsiteY138-51792" fmla="*/ 7166777 h 10435941"/>
                  <a:gd name="connsiteX139-51793" fmla="*/ 2571924 w 10476249"/>
                  <a:gd name="connsiteY139-51794" fmla="*/ 6908102 h 10435941"/>
                  <a:gd name="connsiteX140-51795" fmla="*/ 2391703 w 10476249"/>
                  <a:gd name="connsiteY140-51796" fmla="*/ 6257406 h 10435941"/>
                  <a:gd name="connsiteX141-51797" fmla="*/ 2313158 w 10476249"/>
                  <a:gd name="connsiteY141-51798" fmla="*/ 6224753 h 10435941"/>
                  <a:gd name="connsiteX142-51799" fmla="*/ 1648140 w 10476249"/>
                  <a:gd name="connsiteY142-51800" fmla="*/ 6197044 h 10435941"/>
                  <a:gd name="connsiteX143-51801" fmla="*/ 1218649 w 10476249"/>
                  <a:gd name="connsiteY143-51802" fmla="*/ 6197044 h 10435941"/>
                  <a:gd name="connsiteX144-51803" fmla="*/ 1025455 w 10476249"/>
                  <a:gd name="connsiteY144-51804" fmla="*/ 6178798 h 10435941"/>
                  <a:gd name="connsiteX145-51805" fmla="*/ 692177 w 10476249"/>
                  <a:gd name="connsiteY145-51806" fmla="*/ 6210899 h 10435941"/>
                  <a:gd name="connsiteX146-51807" fmla="*/ 368390 w 10476249"/>
                  <a:gd name="connsiteY146-51808" fmla="*/ 6137320 h 10435941"/>
                  <a:gd name="connsiteX147-51809" fmla="*/ 132975 w 10476249"/>
                  <a:gd name="connsiteY147-51810" fmla="*/ 6294321 h 10435941"/>
                  <a:gd name="connsiteX148-51811" fmla="*/ 0 w 10476249"/>
                  <a:gd name="connsiteY148-51812" fmla="*/ 6169546 h 10435941"/>
                  <a:gd name="connsiteX0-51813" fmla="*/ 0 w 10476249"/>
                  <a:gd name="connsiteY0-51814" fmla="*/ 6169546 h 10435941"/>
                  <a:gd name="connsiteX1-51815" fmla="*/ 93009 w 10476249"/>
                  <a:gd name="connsiteY1-51816" fmla="*/ 6131120 h 10435941"/>
                  <a:gd name="connsiteX2-51817" fmla="*/ 114648 w 10476249"/>
                  <a:gd name="connsiteY2-51818" fmla="*/ 5799866 h 10435941"/>
                  <a:gd name="connsiteX3-51819" fmla="*/ 387377 w 10476249"/>
                  <a:gd name="connsiteY3-51820" fmla="*/ 5532026 h 10435941"/>
                  <a:gd name="connsiteX4-51821" fmla="*/ 636758 w 10476249"/>
                  <a:gd name="connsiteY4-51822" fmla="*/ 5670572 h 10435941"/>
                  <a:gd name="connsiteX5-51823" fmla="*/ 844577 w 10476249"/>
                  <a:gd name="connsiteY5-51824" fmla="*/ 5504317 h 10435941"/>
                  <a:gd name="connsiteX6-51825" fmla="*/ 983122 w 10476249"/>
                  <a:gd name="connsiteY6-51826" fmla="*/ 5351917 h 10435941"/>
                  <a:gd name="connsiteX7-51827" fmla="*/ 1066249 w 10476249"/>
                  <a:gd name="connsiteY7-51828" fmla="*/ 5435044 h 10435941"/>
                  <a:gd name="connsiteX8-51829" fmla="*/ 1169664 w 10476249"/>
                  <a:gd name="connsiteY8-51830" fmla="*/ 5366848 h 10435941"/>
                  <a:gd name="connsiteX9-51831" fmla="*/ 1142175 w 10476249"/>
                  <a:gd name="connsiteY9-51832" fmla="*/ 5610864 h 10435941"/>
                  <a:gd name="connsiteX10-51833" fmla="*/ 1254907 w 10476249"/>
                  <a:gd name="connsiteY10-51834" fmla="*/ 5679710 h 10435941"/>
                  <a:gd name="connsiteX11-51835" fmla="*/ 1513294 w 10476249"/>
                  <a:gd name="connsiteY11-51836" fmla="*/ 5540884 h 10435941"/>
                  <a:gd name="connsiteX12-51837" fmla="*/ 1717413 w 10476249"/>
                  <a:gd name="connsiteY12-51838" fmla="*/ 5296499 h 10435941"/>
                  <a:gd name="connsiteX13-51839" fmla="*/ 2008358 w 10476249"/>
                  <a:gd name="connsiteY13-51840" fmla="*/ 5060972 h 10435941"/>
                  <a:gd name="connsiteX14-51841" fmla="*/ 2105340 w 10476249"/>
                  <a:gd name="connsiteY14-51842" fmla="*/ 4631481 h 10435941"/>
                  <a:gd name="connsiteX15-51843" fmla="*/ 2158106 w 10476249"/>
                  <a:gd name="connsiteY15-51844" fmla="*/ 4164848 h 10435941"/>
                  <a:gd name="connsiteX16-51845" fmla="*/ 2340867 w 10476249"/>
                  <a:gd name="connsiteY16-51846" fmla="*/ 3855626 h 10435941"/>
                  <a:gd name="connsiteX17-51847" fmla="*/ 2738092 w 10476249"/>
                  <a:gd name="connsiteY17-51848" fmla="*/ 3475092 h 10435941"/>
                  <a:gd name="connsiteX18-51849" fmla="*/ 2964322 w 10476249"/>
                  <a:gd name="connsiteY18-51850" fmla="*/ 3259881 h 10435941"/>
                  <a:gd name="connsiteX19-51851" fmla="*/ 2992031 w 10476249"/>
                  <a:gd name="connsiteY19-51852" fmla="*/ 2816535 h 10435941"/>
                  <a:gd name="connsiteX20-51853" fmla="*/ 3061304 w 10476249"/>
                  <a:gd name="connsiteY20-51854" fmla="*/ 2525590 h 10435941"/>
                  <a:gd name="connsiteX21-51855" fmla="*/ 3061304 w 10476249"/>
                  <a:gd name="connsiteY21-51856" fmla="*/ 2317772 h 10435941"/>
                  <a:gd name="connsiteX22-51857" fmla="*/ 3199849 w 10476249"/>
                  <a:gd name="connsiteY22-51858" fmla="*/ 1985262 h 10435941"/>
                  <a:gd name="connsiteX23-51859" fmla="*/ 3199849 w 10476249"/>
                  <a:gd name="connsiteY23-51860" fmla="*/ 1694317 h 10435941"/>
                  <a:gd name="connsiteX24-51861" fmla="*/ 3471561 w 10476249"/>
                  <a:gd name="connsiteY24-51862" fmla="*/ 1126281 h 10435941"/>
                  <a:gd name="connsiteX25-51863" fmla="*/ 3449231 w 10476249"/>
                  <a:gd name="connsiteY25-51864" fmla="*/ 752208 h 10435941"/>
                  <a:gd name="connsiteX26-51865" fmla="*/ 3476940 w 10476249"/>
                  <a:gd name="connsiteY26-51866" fmla="*/ 544390 h 10435941"/>
                  <a:gd name="connsiteX27-51867" fmla="*/ 3809449 w 10476249"/>
                  <a:gd name="connsiteY27-51868" fmla="*/ 184172 h 10435941"/>
                  <a:gd name="connsiteX28-51869" fmla="*/ 4003413 w 10476249"/>
                  <a:gd name="connsiteY28-51870" fmla="*/ 59481 h 10435941"/>
                  <a:gd name="connsiteX29-51871" fmla="*/ 4419049 w 10476249"/>
                  <a:gd name="connsiteY29-51872" fmla="*/ 295008 h 10435941"/>
                  <a:gd name="connsiteX30-51873" fmla="*/ 4585304 w 10476249"/>
                  <a:gd name="connsiteY30-51874" fmla="*/ 488972 h 10435941"/>
                  <a:gd name="connsiteX31-51875" fmla="*/ 5056358 w 10476249"/>
                  <a:gd name="connsiteY31-51876" fmla="*/ 544390 h 10435941"/>
                  <a:gd name="connsiteX32-51877" fmla="*/ 5376782 w 10476249"/>
                  <a:gd name="connsiteY32-51878" fmla="*/ 603639 h 10435941"/>
                  <a:gd name="connsiteX33-51879" fmla="*/ 5554237 w 10476249"/>
                  <a:gd name="connsiteY33-51880" fmla="*/ 588271 h 10435941"/>
                  <a:gd name="connsiteX34-51881" fmla="*/ 5846067 w 10476249"/>
                  <a:gd name="connsiteY34-51882" fmla="*/ 281153 h 10435941"/>
                  <a:gd name="connsiteX35-51883" fmla="*/ 6109304 w 10476249"/>
                  <a:gd name="connsiteY35-51884" fmla="*/ 322717 h 10435941"/>
                  <a:gd name="connsiteX36-51885" fmla="*/ 6527495 w 10476249"/>
                  <a:gd name="connsiteY36-51886" fmla="*/ 168233 h 10435941"/>
                  <a:gd name="connsiteX37-51887" fmla="*/ 6667317 w 10476249"/>
                  <a:gd name="connsiteY37-51888" fmla="*/ 107503 h 10435941"/>
                  <a:gd name="connsiteX38-51889" fmla="*/ 6997273 w 10476249"/>
                  <a:gd name="connsiteY38-51890" fmla="*/ 198026 h 10435941"/>
                  <a:gd name="connsiteX39-51891" fmla="*/ 7217667 w 10476249"/>
                  <a:gd name="connsiteY39-51892" fmla="*/ 17917 h 10435941"/>
                  <a:gd name="connsiteX40-51893" fmla="*/ 7364702 w 10476249"/>
                  <a:gd name="connsiteY40-51894" fmla="*/ 0 h 10435941"/>
                  <a:gd name="connsiteX41-51895" fmla="*/ 7586454 w 10476249"/>
                  <a:gd name="connsiteY41-51896" fmla="*/ 41248 h 10435941"/>
                  <a:gd name="connsiteX42-51897" fmla="*/ 7896540 w 10476249"/>
                  <a:gd name="connsiteY42-51898" fmla="*/ 128753 h 10435941"/>
                  <a:gd name="connsiteX43-51899" fmla="*/ 8298322 w 10476249"/>
                  <a:gd name="connsiteY43-51900" fmla="*/ 59481 h 10435941"/>
                  <a:gd name="connsiteX44-51901" fmla="*/ 8632600 w 10476249"/>
                  <a:gd name="connsiteY44-51902" fmla="*/ 396707 h 10435941"/>
                  <a:gd name="connsiteX45-51903" fmla="*/ 8894067 w 10476249"/>
                  <a:gd name="connsiteY45-51904" fmla="*/ 544390 h 10435941"/>
                  <a:gd name="connsiteX46-51905" fmla="*/ 9132327 w 10476249"/>
                  <a:gd name="connsiteY46-51906" fmla="*/ 420846 h 10435941"/>
                  <a:gd name="connsiteX47-51907" fmla="*/ 9358560 w 10476249"/>
                  <a:gd name="connsiteY47-51908" fmla="*/ 466363 h 10435941"/>
                  <a:gd name="connsiteX48-51909" fmla="*/ 9503667 w 10476249"/>
                  <a:gd name="connsiteY48-51910" fmla="*/ 367819 h 10435941"/>
                  <a:gd name="connsiteX49-51911" fmla="*/ 9563175 w 10476249"/>
                  <a:gd name="connsiteY49-51912" fmla="*/ 323545 h 10435941"/>
                  <a:gd name="connsiteX50-51913" fmla="*/ 9988577 w 10476249"/>
                  <a:gd name="connsiteY50-51914" fmla="*/ 793772 h 10435941"/>
                  <a:gd name="connsiteX51-51915" fmla="*/ 10213576 w 10476249"/>
                  <a:gd name="connsiteY51-51916" fmla="*/ 900934 h 10435941"/>
                  <a:gd name="connsiteX52-51917" fmla="*/ 10224104 w 10476249"/>
                  <a:gd name="connsiteY52-51918" fmla="*/ 987735 h 10435941"/>
                  <a:gd name="connsiteX53-51919" fmla="*/ 10210249 w 10476249"/>
                  <a:gd name="connsiteY53-51920" fmla="*/ 1250972 h 10435941"/>
                  <a:gd name="connsiteX54-51921" fmla="*/ 10224104 w 10476249"/>
                  <a:gd name="connsiteY54-51922" fmla="*/ 1444935 h 10435941"/>
                  <a:gd name="connsiteX55-51923" fmla="*/ 10228661 w 10476249"/>
                  <a:gd name="connsiteY55-51924" fmla="*/ 1580249 h 10435941"/>
                  <a:gd name="connsiteX56-51925" fmla="*/ 10476249 w 10476249"/>
                  <a:gd name="connsiteY56-51926" fmla="*/ 1753897 h 10435941"/>
                  <a:gd name="connsiteX57-51927" fmla="*/ 10063524 w 10476249"/>
                  <a:gd name="connsiteY57-51928" fmla="*/ 2207269 h 10435941"/>
                  <a:gd name="connsiteX58-51929" fmla="*/ 9766904 w 10476249"/>
                  <a:gd name="connsiteY58-51930" fmla="*/ 2497881 h 10435941"/>
                  <a:gd name="connsiteX59-51931" fmla="*/ 9565650 w 10476249"/>
                  <a:gd name="connsiteY59-51932" fmla="*/ 3426134 h 10435941"/>
                  <a:gd name="connsiteX60-51933" fmla="*/ 9518072 w 10476249"/>
                  <a:gd name="connsiteY60-51934" fmla="*/ 3685207 h 10435941"/>
                  <a:gd name="connsiteX61-51935" fmla="*/ 9351267 w 10476249"/>
                  <a:gd name="connsiteY61-51936" fmla="*/ 3911044 h 10435941"/>
                  <a:gd name="connsiteX62-51937" fmla="*/ 9295849 w 10476249"/>
                  <a:gd name="connsiteY62-51938" fmla="*/ 4077299 h 10435941"/>
                  <a:gd name="connsiteX63-51939" fmla="*/ 9181831 w 10476249"/>
                  <a:gd name="connsiteY63-51940" fmla="*/ 4285117 h 10435941"/>
                  <a:gd name="connsiteX64-51941" fmla="*/ 9190850 w 10476249"/>
                  <a:gd name="connsiteY64-51942" fmla="*/ 4430122 h 10435941"/>
                  <a:gd name="connsiteX65-51943" fmla="*/ 9323558 w 10476249"/>
                  <a:gd name="connsiteY65-51944" fmla="*/ 4659190 h 10435941"/>
                  <a:gd name="connsiteX66-51945" fmla="*/ 9367775 w 10476249"/>
                  <a:gd name="connsiteY66-51946" fmla="*/ 4915057 h 10435941"/>
                  <a:gd name="connsiteX67-51947" fmla="*/ 9383534 w 10476249"/>
                  <a:gd name="connsiteY67-51948" fmla="*/ 5208060 h 10435941"/>
                  <a:gd name="connsiteX68-51949" fmla="*/ 9368954 w 10476249"/>
                  <a:gd name="connsiteY68-51950" fmla="*/ 5615153 h 10435941"/>
                  <a:gd name="connsiteX69-51951" fmla="*/ 9504218 w 10476249"/>
                  <a:gd name="connsiteY69-51952" fmla="*/ 5975373 h 10435941"/>
                  <a:gd name="connsiteX70-51953" fmla="*/ 9526091 w 10476249"/>
                  <a:gd name="connsiteY70-51954" fmla="*/ 6403714 h 10435941"/>
                  <a:gd name="connsiteX71-51955" fmla="*/ 9919304 w 10476249"/>
                  <a:gd name="connsiteY71-51956" fmla="*/ 6862062 h 10435941"/>
                  <a:gd name="connsiteX72-51957" fmla="*/ 10037669 w 10476249"/>
                  <a:gd name="connsiteY72-51958" fmla="*/ 7221396 h 10435941"/>
                  <a:gd name="connsiteX73-51959" fmla="*/ 10218503 w 10476249"/>
                  <a:gd name="connsiteY73-51960" fmla="*/ 7514995 h 10435941"/>
                  <a:gd name="connsiteX74-51961" fmla="*/ 9656067 w 10476249"/>
                  <a:gd name="connsiteY74-51962" fmla="*/ 7540935 h 10435941"/>
                  <a:gd name="connsiteX75-51963" fmla="*/ 9159682 w 10476249"/>
                  <a:gd name="connsiteY75-51964" fmla="*/ 7651772 h 10435941"/>
                  <a:gd name="connsiteX76-51965" fmla="*/ 9114466 w 10476249"/>
                  <a:gd name="connsiteY76-51966" fmla="*/ 7790317 h 10435941"/>
                  <a:gd name="connsiteX77-51967" fmla="*/ 9004904 w 10476249"/>
                  <a:gd name="connsiteY77-51968" fmla="*/ 7998135 h 10435941"/>
                  <a:gd name="connsiteX78-51969" fmla="*/ 8919418 w 10476249"/>
                  <a:gd name="connsiteY78-51970" fmla="*/ 8085908 h 10435941"/>
                  <a:gd name="connsiteX79-51971" fmla="*/ 9022382 w 10476249"/>
                  <a:gd name="connsiteY79-51972" fmla="*/ 8313437 h 10435941"/>
                  <a:gd name="connsiteX80-51973" fmla="*/ 9013154 w 10476249"/>
                  <a:gd name="connsiteY80-51974" fmla="*/ 8524608 h 10435941"/>
                  <a:gd name="connsiteX81-51975" fmla="*/ 8979264 w 10476249"/>
                  <a:gd name="connsiteY81-51976" fmla="*/ 8758113 h 10435941"/>
                  <a:gd name="connsiteX82-51977" fmla="*/ 8977195 w 10476249"/>
                  <a:gd name="connsiteY82-51978" fmla="*/ 8967953 h 10435941"/>
                  <a:gd name="connsiteX83-51979" fmla="*/ 8880213 w 10476249"/>
                  <a:gd name="connsiteY83-51980" fmla="*/ 9272753 h 10435941"/>
                  <a:gd name="connsiteX84-51981" fmla="*/ 8907923 w 10476249"/>
                  <a:gd name="connsiteY84-51982" fmla="*/ 9578490 h 10435941"/>
                  <a:gd name="connsiteX85-51983" fmla="*/ 9124310 w 10476249"/>
                  <a:gd name="connsiteY85-51984" fmla="*/ 9750056 h 10435941"/>
                  <a:gd name="connsiteX86-51985" fmla="*/ 9217384 w 10476249"/>
                  <a:gd name="connsiteY86-51986" fmla="*/ 9890275 h 10435941"/>
                  <a:gd name="connsiteX87-51987" fmla="*/ 9448465 w 10476249"/>
                  <a:gd name="connsiteY87-51988" fmla="*/ 9929452 h 10435941"/>
                  <a:gd name="connsiteX88-51989" fmla="*/ 9457627 w 10476249"/>
                  <a:gd name="connsiteY88-51990" fmla="*/ 9818955 h 10435941"/>
                  <a:gd name="connsiteX89-51991" fmla="*/ 9606341 w 10476249"/>
                  <a:gd name="connsiteY89-51992" fmla="*/ 9758904 h 10435941"/>
                  <a:gd name="connsiteX90-51993" fmla="*/ 9617859 w 10476249"/>
                  <a:gd name="connsiteY90-51994" fmla="*/ 10334695 h 10435941"/>
                  <a:gd name="connsiteX91-51995" fmla="*/ 9490259 w 10476249"/>
                  <a:gd name="connsiteY91-51996" fmla="*/ 10338313 h 10435941"/>
                  <a:gd name="connsiteX92-51997" fmla="*/ 9314175 w 10476249"/>
                  <a:gd name="connsiteY92-51998" fmla="*/ 10427202 h 10435941"/>
                  <a:gd name="connsiteX93-51999" fmla="*/ 9189815 w 10476249"/>
                  <a:gd name="connsiteY93-52000" fmla="*/ 10435941 h 10435941"/>
                  <a:gd name="connsiteX94-52001" fmla="*/ 9050829 w 10476249"/>
                  <a:gd name="connsiteY94-52002" fmla="*/ 10122103 h 10435941"/>
                  <a:gd name="connsiteX95-52003" fmla="*/ 8939914 w 10476249"/>
                  <a:gd name="connsiteY95-52004" fmla="*/ 10072174 h 10435941"/>
                  <a:gd name="connsiteX96-52005" fmla="*/ 8778870 w 10476249"/>
                  <a:gd name="connsiteY96-52006" fmla="*/ 9863725 h 10435941"/>
                  <a:gd name="connsiteX97-52007" fmla="*/ 8465017 w 10476249"/>
                  <a:gd name="connsiteY97-52008" fmla="*/ 9748287 h 10435941"/>
                  <a:gd name="connsiteX98-52009" fmla="*/ 8345018 w 10476249"/>
                  <a:gd name="connsiteY98-52010" fmla="*/ 9651431 h 10435941"/>
                  <a:gd name="connsiteX99-52011" fmla="*/ 8270613 w 10476249"/>
                  <a:gd name="connsiteY99-52012" fmla="*/ 9480572 h 10435941"/>
                  <a:gd name="connsiteX100-52013" fmla="*/ 8229159 w 10476249"/>
                  <a:gd name="connsiteY100-52014" fmla="*/ 9374254 h 10435941"/>
                  <a:gd name="connsiteX101-52015" fmla="*/ 8132067 w 10476249"/>
                  <a:gd name="connsiteY101-52016" fmla="*/ 9355881 h 10435941"/>
                  <a:gd name="connsiteX102-52017" fmla="*/ 8076649 w 10476249"/>
                  <a:gd name="connsiteY102-52018" fmla="*/ 9577553 h 10435941"/>
                  <a:gd name="connsiteX103-52019" fmla="*/ 7933959 w 10476249"/>
                  <a:gd name="connsiteY103-52020" fmla="*/ 9610939 h 10435941"/>
                  <a:gd name="connsiteX104-52021" fmla="*/ 7580779 w 10476249"/>
                  <a:gd name="connsiteY104-52022" fmla="*/ 9552340 h 10435941"/>
                  <a:gd name="connsiteX105-52023" fmla="*/ 7442474 w 10476249"/>
                  <a:gd name="connsiteY105-52024" fmla="*/ 9485198 h 10435941"/>
                  <a:gd name="connsiteX106-52025" fmla="*/ 7250179 w 10476249"/>
                  <a:gd name="connsiteY106-52026" fmla="*/ 9449904 h 10435941"/>
                  <a:gd name="connsiteX107-52027" fmla="*/ 7156996 w 10476249"/>
                  <a:gd name="connsiteY107-52028" fmla="*/ 9200180 h 10435941"/>
                  <a:gd name="connsiteX108-52029" fmla="*/ 6940577 w 10476249"/>
                  <a:gd name="connsiteY108-52030" fmla="*/ 9189626 h 10435941"/>
                  <a:gd name="connsiteX109-52031" fmla="*/ 6659679 w 10476249"/>
                  <a:gd name="connsiteY109-52032" fmla="*/ 9285034 h 10435941"/>
                  <a:gd name="connsiteX110-52033" fmla="*/ 6664954 w 10476249"/>
                  <a:gd name="connsiteY110-52034" fmla="*/ 9099745 h 10435941"/>
                  <a:gd name="connsiteX111-52035" fmla="*/ 6538463 w 10476249"/>
                  <a:gd name="connsiteY111-52036" fmla="*/ 9013951 h 10435941"/>
                  <a:gd name="connsiteX112-52037" fmla="*/ 6414104 w 10476249"/>
                  <a:gd name="connsiteY112-52038" fmla="*/ 8954099 h 10435941"/>
                  <a:gd name="connsiteX113-52039" fmla="*/ 6311517 w 10476249"/>
                  <a:gd name="connsiteY113-52040" fmla="*/ 9057307 h 10435941"/>
                  <a:gd name="connsiteX114-52041" fmla="*/ 6153358 w 10476249"/>
                  <a:gd name="connsiteY114-52042" fmla="*/ 8978227 h 10435941"/>
                  <a:gd name="connsiteX115-52043" fmla="*/ 5987727 w 10476249"/>
                  <a:gd name="connsiteY115-52044" fmla="*/ 9093734 h 10435941"/>
                  <a:gd name="connsiteX116-52045" fmla="*/ 5721485 w 10476249"/>
                  <a:gd name="connsiteY116-52046" fmla="*/ 9101726 h 10435941"/>
                  <a:gd name="connsiteX117-52047" fmla="*/ 5660355 w 10476249"/>
                  <a:gd name="connsiteY117-52048" fmla="*/ 9081904 h 10435941"/>
                  <a:gd name="connsiteX118-52049" fmla="*/ 5493010 w 10476249"/>
                  <a:gd name="connsiteY118-52050" fmla="*/ 9128137 h 10435941"/>
                  <a:gd name="connsiteX119-52051" fmla="*/ 5491454 w 10476249"/>
                  <a:gd name="connsiteY119-52052" fmla="*/ 8870972 h 10435941"/>
                  <a:gd name="connsiteX120-52053" fmla="*/ 5491452 w 10476249"/>
                  <a:gd name="connsiteY120-52054" fmla="*/ 8634977 h 10435941"/>
                  <a:gd name="connsiteX121-52055" fmla="*/ 5275804 w 10476249"/>
                  <a:gd name="connsiteY121-52056" fmla="*/ 8324085 h 10435941"/>
                  <a:gd name="connsiteX122-52057" fmla="*/ 5215919 w 10476249"/>
                  <a:gd name="connsiteY122-52058" fmla="*/ 8082820 h 10435941"/>
                  <a:gd name="connsiteX123-52059" fmla="*/ 5302626 w 10476249"/>
                  <a:gd name="connsiteY123-52060" fmla="*/ 7610208 h 10435941"/>
                  <a:gd name="connsiteX124-52061" fmla="*/ 5186654 w 10476249"/>
                  <a:gd name="connsiteY124-52062" fmla="*/ 7320352 h 10435941"/>
                  <a:gd name="connsiteX125-52063" fmla="*/ 5236467 w 10476249"/>
                  <a:gd name="connsiteY125-52064" fmla="*/ 7069881 h 10435941"/>
                  <a:gd name="connsiteX126-52065" fmla="*/ 5240494 w 10476249"/>
                  <a:gd name="connsiteY126-52066" fmla="*/ 6935795 h 10435941"/>
                  <a:gd name="connsiteX127-52067" fmla="*/ 4563198 w 10476249"/>
                  <a:gd name="connsiteY127-52068" fmla="*/ 7013996 h 10435941"/>
                  <a:gd name="connsiteX128-52069" fmla="*/ 4546078 w 10476249"/>
                  <a:gd name="connsiteY128-52070" fmla="*/ 6840580 h 10435941"/>
                  <a:gd name="connsiteX129-52071" fmla="*/ 4482099 w 10476249"/>
                  <a:gd name="connsiteY129-52072" fmla="*/ 6706626 h 10435941"/>
                  <a:gd name="connsiteX130-52073" fmla="*/ 4312585 w 10476249"/>
                  <a:gd name="connsiteY130-52074" fmla="*/ 6826329 h 10435941"/>
                  <a:gd name="connsiteX131-52075" fmla="*/ 3996939 w 10476249"/>
                  <a:gd name="connsiteY131-52076" fmla="*/ 6862493 h 10435941"/>
                  <a:gd name="connsiteX132-52077" fmla="*/ 3961849 w 10476249"/>
                  <a:gd name="connsiteY132-52078" fmla="*/ 7069881 h 10435941"/>
                  <a:gd name="connsiteX133-52079" fmla="*/ 3918262 w 10476249"/>
                  <a:gd name="connsiteY133-52080" fmla="*/ 7281279 h 10435941"/>
                  <a:gd name="connsiteX134-52081" fmla="*/ 3869750 w 10476249"/>
                  <a:gd name="connsiteY134-52082" fmla="*/ 7403480 h 10435941"/>
                  <a:gd name="connsiteX135-52083" fmla="*/ 3558094 w 10476249"/>
                  <a:gd name="connsiteY135-52084" fmla="*/ 7365450 h 10435941"/>
                  <a:gd name="connsiteX136-52085" fmla="*/ 3296831 w 10476249"/>
                  <a:gd name="connsiteY136-52086" fmla="*/ 7402390 h 10435941"/>
                  <a:gd name="connsiteX137-52087" fmla="*/ 2911715 w 10476249"/>
                  <a:gd name="connsiteY137-52088" fmla="*/ 7451307 h 10435941"/>
                  <a:gd name="connsiteX138-52089" fmla="*/ 2733706 w 10476249"/>
                  <a:gd name="connsiteY138-52090" fmla="*/ 7166777 h 10435941"/>
                  <a:gd name="connsiteX139-52091" fmla="*/ 2571924 w 10476249"/>
                  <a:gd name="connsiteY139-52092" fmla="*/ 6908102 h 10435941"/>
                  <a:gd name="connsiteX140-52093" fmla="*/ 2391703 w 10476249"/>
                  <a:gd name="connsiteY140-52094" fmla="*/ 6257406 h 10435941"/>
                  <a:gd name="connsiteX141-52095" fmla="*/ 2313158 w 10476249"/>
                  <a:gd name="connsiteY141-52096" fmla="*/ 6224753 h 10435941"/>
                  <a:gd name="connsiteX142-52097" fmla="*/ 1648140 w 10476249"/>
                  <a:gd name="connsiteY142-52098" fmla="*/ 6197044 h 10435941"/>
                  <a:gd name="connsiteX143-52099" fmla="*/ 1218649 w 10476249"/>
                  <a:gd name="connsiteY143-52100" fmla="*/ 6197044 h 10435941"/>
                  <a:gd name="connsiteX144-52101" fmla="*/ 1025455 w 10476249"/>
                  <a:gd name="connsiteY144-52102" fmla="*/ 6178798 h 10435941"/>
                  <a:gd name="connsiteX145-52103" fmla="*/ 692177 w 10476249"/>
                  <a:gd name="connsiteY145-52104" fmla="*/ 6210899 h 10435941"/>
                  <a:gd name="connsiteX146-52105" fmla="*/ 368390 w 10476249"/>
                  <a:gd name="connsiteY146-52106" fmla="*/ 6137320 h 10435941"/>
                  <a:gd name="connsiteX147-52107" fmla="*/ 132975 w 10476249"/>
                  <a:gd name="connsiteY147-52108" fmla="*/ 6294321 h 10435941"/>
                  <a:gd name="connsiteX148-52109" fmla="*/ 0 w 10476249"/>
                  <a:gd name="connsiteY148-52110" fmla="*/ 6169546 h 104359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42433" y="connsiteY144-42434"/>
                  </a:cxn>
                  <a:cxn ang="0">
                    <a:pos x="connsiteX145-43015" y="connsiteY145-43016"/>
                  </a:cxn>
                  <a:cxn ang="0">
                    <a:pos x="connsiteX146-49145" y="connsiteY146-49146"/>
                  </a:cxn>
                  <a:cxn ang="0">
                    <a:pos x="connsiteX147-49735" y="connsiteY147-49736"/>
                  </a:cxn>
                  <a:cxn ang="0">
                    <a:pos x="connsiteX148-51513" y="connsiteY148-51514"/>
                  </a:cxn>
                </a:cxnLst>
                <a:rect l="l" t="t" r="r" b="b"/>
                <a:pathLst>
                  <a:path w="10476249" h="10435941">
                    <a:moveTo>
                      <a:pt x="0" y="6169546"/>
                    </a:moveTo>
                    <a:lnTo>
                      <a:pt x="93009" y="6131120"/>
                    </a:lnTo>
                    <a:lnTo>
                      <a:pt x="114648" y="5799866"/>
                    </a:lnTo>
                    <a:lnTo>
                      <a:pt x="387377" y="5532026"/>
                    </a:lnTo>
                    <a:lnTo>
                      <a:pt x="636758" y="5670572"/>
                    </a:lnTo>
                    <a:lnTo>
                      <a:pt x="844577" y="5504317"/>
                    </a:lnTo>
                    <a:lnTo>
                      <a:pt x="983122" y="5351917"/>
                    </a:lnTo>
                    <a:lnTo>
                      <a:pt x="1066249" y="5435044"/>
                    </a:lnTo>
                    <a:cubicBezTo>
                      <a:pt x="1089704" y="5465924"/>
                      <a:pt x="1138221" y="5326070"/>
                      <a:pt x="1169664" y="5366848"/>
                    </a:cubicBezTo>
                    <a:cubicBezTo>
                      <a:pt x="1191481" y="5380804"/>
                      <a:pt x="1127968" y="5558720"/>
                      <a:pt x="1142175" y="5610864"/>
                    </a:cubicBezTo>
                    <a:cubicBezTo>
                      <a:pt x="1156382" y="5663008"/>
                      <a:pt x="1202981" y="5686002"/>
                      <a:pt x="1254907" y="5679710"/>
                    </a:cubicBezTo>
                    <a:lnTo>
                      <a:pt x="1513294" y="5540884"/>
                    </a:lnTo>
                    <a:lnTo>
                      <a:pt x="1717413" y="5296499"/>
                    </a:lnTo>
                    <a:lnTo>
                      <a:pt x="2008358" y="5060972"/>
                    </a:lnTo>
                    <a:cubicBezTo>
                      <a:pt x="2072756" y="4917808"/>
                      <a:pt x="2127991" y="4774646"/>
                      <a:pt x="2105340" y="4631481"/>
                    </a:cubicBezTo>
                    <a:lnTo>
                      <a:pt x="2158106" y="4164848"/>
                    </a:lnTo>
                    <a:lnTo>
                      <a:pt x="2340867" y="3855626"/>
                    </a:lnTo>
                    <a:lnTo>
                      <a:pt x="2738092" y="3475092"/>
                    </a:lnTo>
                    <a:lnTo>
                      <a:pt x="2964322" y="3259881"/>
                    </a:lnTo>
                    <a:lnTo>
                      <a:pt x="2992031" y="2816535"/>
                    </a:lnTo>
                    <a:lnTo>
                      <a:pt x="3061304" y="2525590"/>
                    </a:lnTo>
                    <a:lnTo>
                      <a:pt x="3061304" y="2317772"/>
                    </a:lnTo>
                    <a:lnTo>
                      <a:pt x="3199849" y="1985262"/>
                    </a:lnTo>
                    <a:lnTo>
                      <a:pt x="3199849" y="1694317"/>
                    </a:lnTo>
                    <a:lnTo>
                      <a:pt x="3471561" y="1126281"/>
                    </a:lnTo>
                    <a:lnTo>
                      <a:pt x="3449231" y="752208"/>
                    </a:lnTo>
                    <a:lnTo>
                      <a:pt x="3476940" y="544390"/>
                    </a:lnTo>
                    <a:lnTo>
                      <a:pt x="3809449" y="184172"/>
                    </a:lnTo>
                    <a:lnTo>
                      <a:pt x="4003413" y="59481"/>
                    </a:lnTo>
                    <a:lnTo>
                      <a:pt x="4419049" y="295008"/>
                    </a:lnTo>
                    <a:lnTo>
                      <a:pt x="4585304" y="488972"/>
                    </a:lnTo>
                    <a:lnTo>
                      <a:pt x="5056358" y="544390"/>
                    </a:lnTo>
                    <a:lnTo>
                      <a:pt x="5376782" y="603639"/>
                    </a:lnTo>
                    <a:lnTo>
                      <a:pt x="5554237" y="588271"/>
                    </a:lnTo>
                    <a:lnTo>
                      <a:pt x="5846067" y="281153"/>
                    </a:lnTo>
                    <a:lnTo>
                      <a:pt x="6109304" y="322717"/>
                    </a:lnTo>
                    <a:lnTo>
                      <a:pt x="6527495" y="168233"/>
                    </a:lnTo>
                    <a:lnTo>
                      <a:pt x="6667317" y="107503"/>
                    </a:lnTo>
                    <a:lnTo>
                      <a:pt x="6997273" y="198026"/>
                    </a:lnTo>
                    <a:lnTo>
                      <a:pt x="7217667" y="17917"/>
                    </a:lnTo>
                    <a:lnTo>
                      <a:pt x="7364702" y="0"/>
                    </a:lnTo>
                    <a:lnTo>
                      <a:pt x="7586454" y="41248"/>
                    </a:lnTo>
                    <a:lnTo>
                      <a:pt x="7896540" y="128753"/>
                    </a:lnTo>
                    <a:cubicBezTo>
                      <a:pt x="8101803" y="40811"/>
                      <a:pt x="8164395" y="82572"/>
                      <a:pt x="8298322" y="59481"/>
                    </a:cubicBezTo>
                    <a:lnTo>
                      <a:pt x="8632600" y="396707"/>
                    </a:lnTo>
                    <a:lnTo>
                      <a:pt x="8894067" y="544390"/>
                    </a:lnTo>
                    <a:lnTo>
                      <a:pt x="9132327" y="420846"/>
                    </a:lnTo>
                    <a:lnTo>
                      <a:pt x="9358560" y="466363"/>
                    </a:lnTo>
                    <a:lnTo>
                      <a:pt x="9503667" y="367819"/>
                    </a:lnTo>
                    <a:lnTo>
                      <a:pt x="9563175" y="323545"/>
                    </a:lnTo>
                    <a:lnTo>
                      <a:pt x="9988577" y="793772"/>
                    </a:lnTo>
                    <a:lnTo>
                      <a:pt x="10213576" y="900934"/>
                    </a:lnTo>
                    <a:lnTo>
                      <a:pt x="10224104" y="987735"/>
                    </a:lnTo>
                    <a:lnTo>
                      <a:pt x="10210249" y="1250972"/>
                    </a:lnTo>
                    <a:lnTo>
                      <a:pt x="10224104" y="1444935"/>
                    </a:lnTo>
                    <a:lnTo>
                      <a:pt x="10228661" y="1580249"/>
                    </a:lnTo>
                    <a:lnTo>
                      <a:pt x="10476249" y="1753897"/>
                    </a:lnTo>
                    <a:lnTo>
                      <a:pt x="10063524" y="2207269"/>
                    </a:lnTo>
                    <a:lnTo>
                      <a:pt x="9766904" y="2497881"/>
                    </a:lnTo>
                    <a:cubicBezTo>
                      <a:pt x="9675151" y="2807299"/>
                      <a:pt x="9548568" y="3116716"/>
                      <a:pt x="9565650" y="3426134"/>
                    </a:cubicBezTo>
                    <a:lnTo>
                      <a:pt x="9518072" y="3685207"/>
                    </a:lnTo>
                    <a:lnTo>
                      <a:pt x="9351267" y="3911044"/>
                    </a:lnTo>
                    <a:lnTo>
                      <a:pt x="9295849" y="4077299"/>
                    </a:lnTo>
                    <a:lnTo>
                      <a:pt x="9181831" y="4285117"/>
                    </a:lnTo>
                    <a:lnTo>
                      <a:pt x="9190850" y="4430122"/>
                    </a:lnTo>
                    <a:lnTo>
                      <a:pt x="9323558" y="4659190"/>
                    </a:lnTo>
                    <a:lnTo>
                      <a:pt x="9367775" y="4915057"/>
                    </a:lnTo>
                    <a:lnTo>
                      <a:pt x="9383534" y="5208060"/>
                    </a:lnTo>
                    <a:lnTo>
                      <a:pt x="9368954" y="5615153"/>
                    </a:lnTo>
                    <a:lnTo>
                      <a:pt x="9504218" y="5975373"/>
                    </a:lnTo>
                    <a:lnTo>
                      <a:pt x="9526091" y="6403714"/>
                    </a:lnTo>
                    <a:cubicBezTo>
                      <a:pt x="9618396" y="6565350"/>
                      <a:pt x="9693509" y="6705738"/>
                      <a:pt x="9919304" y="6862062"/>
                    </a:cubicBezTo>
                    <a:lnTo>
                      <a:pt x="10037669" y="7221396"/>
                    </a:lnTo>
                    <a:lnTo>
                      <a:pt x="10218503" y="7514995"/>
                    </a:lnTo>
                    <a:lnTo>
                      <a:pt x="9656067" y="7540935"/>
                    </a:lnTo>
                    <a:lnTo>
                      <a:pt x="9159682" y="7651772"/>
                    </a:lnTo>
                    <a:lnTo>
                      <a:pt x="9114466" y="7790317"/>
                    </a:lnTo>
                    <a:lnTo>
                      <a:pt x="9004904" y="7998135"/>
                    </a:lnTo>
                    <a:lnTo>
                      <a:pt x="8919418" y="8085908"/>
                    </a:lnTo>
                    <a:lnTo>
                      <a:pt x="9022382" y="8313437"/>
                    </a:lnTo>
                    <a:lnTo>
                      <a:pt x="9013154" y="8524608"/>
                    </a:lnTo>
                    <a:cubicBezTo>
                      <a:pt x="9001857" y="8602443"/>
                      <a:pt x="8964130" y="8669655"/>
                      <a:pt x="8979264" y="8758113"/>
                    </a:cubicBezTo>
                    <a:cubicBezTo>
                      <a:pt x="8978574" y="8828060"/>
                      <a:pt x="8977885" y="8898006"/>
                      <a:pt x="8977195" y="8967953"/>
                    </a:cubicBezTo>
                    <a:lnTo>
                      <a:pt x="8880213" y="9272753"/>
                    </a:lnTo>
                    <a:lnTo>
                      <a:pt x="8907923" y="9578490"/>
                    </a:lnTo>
                    <a:lnTo>
                      <a:pt x="9124310" y="9750056"/>
                    </a:lnTo>
                    <a:lnTo>
                      <a:pt x="9217384" y="9890275"/>
                    </a:lnTo>
                    <a:lnTo>
                      <a:pt x="9448465" y="9929452"/>
                    </a:lnTo>
                    <a:lnTo>
                      <a:pt x="9457627" y="9818955"/>
                    </a:lnTo>
                    <a:lnTo>
                      <a:pt x="9606341" y="9758904"/>
                    </a:lnTo>
                    <a:lnTo>
                      <a:pt x="9617859" y="10334695"/>
                    </a:lnTo>
                    <a:lnTo>
                      <a:pt x="9490259" y="10338313"/>
                    </a:lnTo>
                    <a:lnTo>
                      <a:pt x="9314175" y="10427202"/>
                    </a:lnTo>
                    <a:lnTo>
                      <a:pt x="9189815" y="10435941"/>
                    </a:lnTo>
                    <a:lnTo>
                      <a:pt x="9050829" y="10122103"/>
                    </a:lnTo>
                    <a:lnTo>
                      <a:pt x="8939914" y="10072174"/>
                    </a:lnTo>
                    <a:cubicBezTo>
                      <a:pt x="8924414" y="9925960"/>
                      <a:pt x="8821861" y="9950089"/>
                      <a:pt x="8778870" y="9863725"/>
                    </a:cubicBezTo>
                    <a:lnTo>
                      <a:pt x="8465017" y="9748287"/>
                    </a:lnTo>
                    <a:lnTo>
                      <a:pt x="8345018" y="9651431"/>
                    </a:lnTo>
                    <a:lnTo>
                      <a:pt x="8270613" y="9480572"/>
                    </a:lnTo>
                    <a:lnTo>
                      <a:pt x="8229159" y="9374254"/>
                    </a:lnTo>
                    <a:lnTo>
                      <a:pt x="8132067" y="9355881"/>
                    </a:lnTo>
                    <a:lnTo>
                      <a:pt x="8076649" y="9577553"/>
                    </a:lnTo>
                    <a:lnTo>
                      <a:pt x="7933959" y="9610939"/>
                    </a:lnTo>
                    <a:lnTo>
                      <a:pt x="7580779" y="9552340"/>
                    </a:lnTo>
                    <a:lnTo>
                      <a:pt x="7442474" y="9485198"/>
                    </a:lnTo>
                    <a:lnTo>
                      <a:pt x="7250179" y="9449904"/>
                    </a:lnTo>
                    <a:lnTo>
                      <a:pt x="7156996" y="9200180"/>
                    </a:lnTo>
                    <a:lnTo>
                      <a:pt x="6940577" y="9189626"/>
                    </a:lnTo>
                    <a:lnTo>
                      <a:pt x="6659679" y="9285034"/>
                    </a:lnTo>
                    <a:lnTo>
                      <a:pt x="6664954" y="9099745"/>
                    </a:lnTo>
                    <a:lnTo>
                      <a:pt x="6538463" y="9013951"/>
                    </a:lnTo>
                    <a:lnTo>
                      <a:pt x="6414104" y="8954099"/>
                    </a:lnTo>
                    <a:lnTo>
                      <a:pt x="6311517" y="9057307"/>
                    </a:lnTo>
                    <a:lnTo>
                      <a:pt x="6153358" y="8978227"/>
                    </a:lnTo>
                    <a:lnTo>
                      <a:pt x="5987727" y="9093734"/>
                    </a:lnTo>
                    <a:lnTo>
                      <a:pt x="5721485" y="9101726"/>
                    </a:lnTo>
                    <a:lnTo>
                      <a:pt x="5660355" y="9081904"/>
                    </a:lnTo>
                    <a:lnTo>
                      <a:pt x="5493010" y="9128137"/>
                    </a:lnTo>
                    <a:cubicBezTo>
                      <a:pt x="5492491" y="9042415"/>
                      <a:pt x="5491973" y="8956694"/>
                      <a:pt x="5491454" y="8870972"/>
                    </a:cubicBezTo>
                    <a:cubicBezTo>
                      <a:pt x="5491453" y="8792307"/>
                      <a:pt x="5491453" y="8713642"/>
                      <a:pt x="5491452" y="8634977"/>
                    </a:cubicBezTo>
                    <a:lnTo>
                      <a:pt x="5275804" y="8324085"/>
                    </a:lnTo>
                    <a:lnTo>
                      <a:pt x="5215919" y="8082820"/>
                    </a:lnTo>
                    <a:lnTo>
                      <a:pt x="5302626" y="7610208"/>
                    </a:lnTo>
                    <a:lnTo>
                      <a:pt x="5186654" y="7320352"/>
                    </a:lnTo>
                    <a:lnTo>
                      <a:pt x="5236467" y="7069881"/>
                    </a:lnTo>
                    <a:lnTo>
                      <a:pt x="5240494" y="6935795"/>
                    </a:lnTo>
                    <a:lnTo>
                      <a:pt x="4563198" y="7013996"/>
                    </a:lnTo>
                    <a:lnTo>
                      <a:pt x="4546078" y="6840580"/>
                    </a:lnTo>
                    <a:lnTo>
                      <a:pt x="4482099" y="6706626"/>
                    </a:lnTo>
                    <a:lnTo>
                      <a:pt x="4312585" y="6826329"/>
                    </a:lnTo>
                    <a:lnTo>
                      <a:pt x="3996939" y="6862493"/>
                    </a:lnTo>
                    <a:cubicBezTo>
                      <a:pt x="3948589" y="6937761"/>
                      <a:pt x="3964383" y="6976199"/>
                      <a:pt x="3961849" y="7069881"/>
                    </a:cubicBezTo>
                    <a:lnTo>
                      <a:pt x="3918262" y="7281279"/>
                    </a:lnTo>
                    <a:cubicBezTo>
                      <a:pt x="3919300" y="7318588"/>
                      <a:pt x="3868712" y="7366171"/>
                      <a:pt x="3869750" y="7403480"/>
                    </a:cubicBezTo>
                    <a:lnTo>
                      <a:pt x="3558094" y="7365450"/>
                    </a:lnTo>
                    <a:lnTo>
                      <a:pt x="3296831" y="7402390"/>
                    </a:lnTo>
                    <a:lnTo>
                      <a:pt x="2911715" y="7451307"/>
                    </a:lnTo>
                    <a:lnTo>
                      <a:pt x="2733706" y="7166777"/>
                    </a:lnTo>
                    <a:lnTo>
                      <a:pt x="2571924" y="6908102"/>
                    </a:lnTo>
                    <a:cubicBezTo>
                      <a:pt x="2511850" y="6691203"/>
                      <a:pt x="2396797" y="6474306"/>
                      <a:pt x="2391703" y="6257406"/>
                    </a:cubicBezTo>
                    <a:lnTo>
                      <a:pt x="2313158" y="6224753"/>
                    </a:lnTo>
                    <a:lnTo>
                      <a:pt x="1648140" y="6197044"/>
                    </a:lnTo>
                    <a:lnTo>
                      <a:pt x="1218649" y="6197044"/>
                    </a:lnTo>
                    <a:lnTo>
                      <a:pt x="1025455" y="6178798"/>
                    </a:lnTo>
                    <a:lnTo>
                      <a:pt x="692177" y="6210899"/>
                    </a:lnTo>
                    <a:lnTo>
                      <a:pt x="368390" y="6137320"/>
                    </a:lnTo>
                    <a:lnTo>
                      <a:pt x="132975" y="6294321"/>
                    </a:lnTo>
                    <a:lnTo>
                      <a:pt x="0" y="6169546"/>
                    </a:lnTo>
                    <a:close/>
                  </a:path>
                </a:pathLst>
              </a:custGeom>
              <a:noFill/>
              <a:ln w="38100">
                <a:solidFill>
                  <a:srgbClr val="009A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7" name="Rectangle 6"/>
          <p:cNvSpPr/>
          <p:nvPr/>
        </p:nvSpPr>
        <p:spPr>
          <a:xfrm>
            <a:off x="6170268" y="188640"/>
            <a:ext cx="5725851" cy="24424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3200" b="1" dirty="0">
                <a:solidFill>
                  <a:schemeClr val="tx2">
                    <a:lumMod val="90000"/>
                    <a:lumOff val="10000"/>
                  </a:schemeClr>
                </a:solidFill>
              </a:rPr>
              <a:t>Revue annuelle du PEV 2025</a:t>
            </a:r>
            <a:endParaRPr lang="fr-FR" sz="3200" b="1" dirty="0">
              <a:solidFill>
                <a:schemeClr val="tx2">
                  <a:lumMod val="90000"/>
                  <a:lumOff val="10000"/>
                </a:schemeClr>
              </a:solidFill>
            </a:endParaRPr>
          </a:p>
          <a:p>
            <a:pPr algn="ctr"/>
            <a:r>
              <a:rPr lang="fr-FR" sz="3200" b="1" dirty="0">
                <a:solidFill>
                  <a:srgbClr val="C00000"/>
                </a:solidFill>
              </a:rPr>
              <a:t>Contribution des partenaires Techniques et Financiers </a:t>
            </a:r>
            <a:endParaRPr lang="en-US" sz="3200" b="1" dirty="0">
              <a:solidFill>
                <a:srgbClr val="C00000"/>
              </a:solidFill>
            </a:endParaRPr>
          </a:p>
        </p:txBody>
      </p:sp>
      <p:sp>
        <p:nvSpPr>
          <p:cNvPr id="13" name="Rectangle 12"/>
          <p:cNvSpPr/>
          <p:nvPr/>
        </p:nvSpPr>
        <p:spPr>
          <a:xfrm>
            <a:off x="6494561" y="3223436"/>
            <a:ext cx="5401558" cy="8309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t>Partenaire: OMS</a:t>
            </a:r>
            <a:endParaRPr lang="en-US"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442452" y="1279190"/>
            <a:ext cx="11437261" cy="4589222"/>
            <a:chOff x="442452" y="1279190"/>
            <a:chExt cx="11437261" cy="4589222"/>
          </a:xfrm>
        </p:grpSpPr>
        <p:sp>
          <p:nvSpPr>
            <p:cNvPr id="97" name="Flowchart: Manual Operation 4"/>
            <p:cNvSpPr/>
            <p:nvPr/>
          </p:nvSpPr>
          <p:spPr>
            <a:xfrm rot="10800000">
              <a:off x="6398972" y="1614339"/>
              <a:ext cx="1337773" cy="66769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1182"/>
                <a:gd name="connsiteY0-2" fmla="*/ 0 h 10000"/>
                <a:gd name="connsiteX1-3" fmla="*/ 11182 w 11182"/>
                <a:gd name="connsiteY1-4" fmla="*/ 0 h 10000"/>
                <a:gd name="connsiteX2-5" fmla="*/ 8000 w 11182"/>
                <a:gd name="connsiteY2-6" fmla="*/ 10000 h 10000"/>
                <a:gd name="connsiteX3-7" fmla="*/ 2000 w 11182"/>
                <a:gd name="connsiteY3-8" fmla="*/ 10000 h 10000"/>
                <a:gd name="connsiteX4-9" fmla="*/ 0 w 11182"/>
                <a:gd name="connsiteY4-10" fmla="*/ 0 h 10000"/>
                <a:gd name="connsiteX0-11" fmla="*/ 0 w 11182"/>
                <a:gd name="connsiteY0-12" fmla="*/ 0 h 10000"/>
                <a:gd name="connsiteX1-13" fmla="*/ 11182 w 11182"/>
                <a:gd name="connsiteY1-14" fmla="*/ 0 h 10000"/>
                <a:gd name="connsiteX2-15" fmla="*/ 8000 w 11182"/>
                <a:gd name="connsiteY2-16" fmla="*/ 10000 h 10000"/>
                <a:gd name="connsiteX3-17" fmla="*/ 2000 w 11182"/>
                <a:gd name="connsiteY3-18" fmla="*/ 10000 h 10000"/>
                <a:gd name="connsiteX4-19" fmla="*/ 658 w 11182"/>
                <a:gd name="connsiteY4-20" fmla="*/ 1493 h 10000"/>
                <a:gd name="connsiteX0-21" fmla="*/ 10524 w 10524"/>
                <a:gd name="connsiteY0-22" fmla="*/ 0 h 10000"/>
                <a:gd name="connsiteX1-23" fmla="*/ 7342 w 10524"/>
                <a:gd name="connsiteY1-24" fmla="*/ 10000 h 10000"/>
                <a:gd name="connsiteX2-25" fmla="*/ 1342 w 10524"/>
                <a:gd name="connsiteY2-26" fmla="*/ 10000 h 10000"/>
                <a:gd name="connsiteX3-27" fmla="*/ 0 w 10524"/>
                <a:gd name="connsiteY3-28" fmla="*/ 1493 h 10000"/>
                <a:gd name="connsiteX0-29" fmla="*/ 9182 w 9182"/>
                <a:gd name="connsiteY0-30" fmla="*/ 0 h 10000"/>
                <a:gd name="connsiteX1-31" fmla="*/ 6000 w 9182"/>
                <a:gd name="connsiteY1-32" fmla="*/ 10000 h 10000"/>
                <a:gd name="connsiteX2-33" fmla="*/ 0 w 9182"/>
                <a:gd name="connsiteY2-34" fmla="*/ 10000 h 10000"/>
              </a:gdLst>
              <a:ahLst/>
              <a:cxnLst>
                <a:cxn ang="0">
                  <a:pos x="connsiteX0-1" y="connsiteY0-2"/>
                </a:cxn>
                <a:cxn ang="0">
                  <a:pos x="connsiteX1-3" y="connsiteY1-4"/>
                </a:cxn>
                <a:cxn ang="0">
                  <a:pos x="connsiteX2-5" y="connsiteY2-6"/>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cxnSp>
          <p:nvCxnSpPr>
            <p:cNvPr id="98" name="Straight Connector 97"/>
            <p:cNvCxnSpPr/>
            <p:nvPr/>
          </p:nvCxnSpPr>
          <p:spPr>
            <a:xfrm>
              <a:off x="7113385" y="2668700"/>
              <a:ext cx="6233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99" name="Flowchart: Manual Operation 4"/>
            <p:cNvSpPr/>
            <p:nvPr/>
          </p:nvSpPr>
          <p:spPr>
            <a:xfrm rot="10800000" flipV="1">
              <a:off x="6398972" y="3961404"/>
              <a:ext cx="1337773" cy="66769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1182"/>
                <a:gd name="connsiteY0-2" fmla="*/ 0 h 10000"/>
                <a:gd name="connsiteX1-3" fmla="*/ 11182 w 11182"/>
                <a:gd name="connsiteY1-4" fmla="*/ 0 h 10000"/>
                <a:gd name="connsiteX2-5" fmla="*/ 8000 w 11182"/>
                <a:gd name="connsiteY2-6" fmla="*/ 10000 h 10000"/>
                <a:gd name="connsiteX3-7" fmla="*/ 2000 w 11182"/>
                <a:gd name="connsiteY3-8" fmla="*/ 10000 h 10000"/>
                <a:gd name="connsiteX4-9" fmla="*/ 0 w 11182"/>
                <a:gd name="connsiteY4-10" fmla="*/ 0 h 10000"/>
                <a:gd name="connsiteX0-11" fmla="*/ 0 w 11182"/>
                <a:gd name="connsiteY0-12" fmla="*/ 0 h 10000"/>
                <a:gd name="connsiteX1-13" fmla="*/ 11182 w 11182"/>
                <a:gd name="connsiteY1-14" fmla="*/ 0 h 10000"/>
                <a:gd name="connsiteX2-15" fmla="*/ 8000 w 11182"/>
                <a:gd name="connsiteY2-16" fmla="*/ 10000 h 10000"/>
                <a:gd name="connsiteX3-17" fmla="*/ 2000 w 11182"/>
                <a:gd name="connsiteY3-18" fmla="*/ 10000 h 10000"/>
                <a:gd name="connsiteX4-19" fmla="*/ 658 w 11182"/>
                <a:gd name="connsiteY4-20" fmla="*/ 1493 h 10000"/>
                <a:gd name="connsiteX0-21" fmla="*/ 10524 w 10524"/>
                <a:gd name="connsiteY0-22" fmla="*/ 0 h 10000"/>
                <a:gd name="connsiteX1-23" fmla="*/ 7342 w 10524"/>
                <a:gd name="connsiteY1-24" fmla="*/ 10000 h 10000"/>
                <a:gd name="connsiteX2-25" fmla="*/ 1342 w 10524"/>
                <a:gd name="connsiteY2-26" fmla="*/ 10000 h 10000"/>
                <a:gd name="connsiteX3-27" fmla="*/ 0 w 10524"/>
                <a:gd name="connsiteY3-28" fmla="*/ 1493 h 10000"/>
                <a:gd name="connsiteX0-29" fmla="*/ 9182 w 9182"/>
                <a:gd name="connsiteY0-30" fmla="*/ 0 h 10000"/>
                <a:gd name="connsiteX1-31" fmla="*/ 6000 w 9182"/>
                <a:gd name="connsiteY1-32" fmla="*/ 10000 h 10000"/>
                <a:gd name="connsiteX2-33" fmla="*/ 0 w 9182"/>
                <a:gd name="connsiteY2-34" fmla="*/ 10000 h 10000"/>
              </a:gdLst>
              <a:ahLst/>
              <a:cxnLst>
                <a:cxn ang="0">
                  <a:pos x="connsiteX0-1" y="connsiteY0-2"/>
                </a:cxn>
                <a:cxn ang="0">
                  <a:pos x="connsiteX1-3" y="connsiteY1-4"/>
                </a:cxn>
                <a:cxn ang="0">
                  <a:pos x="connsiteX2-5" y="connsiteY2-6"/>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Palatino Linotype" panose="02040502050505030304" pitchFamily="18" charset="0"/>
                <a:ea typeface="+mn-ea"/>
                <a:cs typeface="+mn-cs"/>
              </a:endParaRPr>
            </a:p>
          </p:txBody>
        </p:sp>
        <p:grpSp>
          <p:nvGrpSpPr>
            <p:cNvPr id="92" name="Group 91"/>
            <p:cNvGrpSpPr/>
            <p:nvPr/>
          </p:nvGrpSpPr>
          <p:grpSpPr>
            <a:xfrm flipH="1">
              <a:off x="4464560" y="1655901"/>
              <a:ext cx="1508232" cy="3014758"/>
              <a:chOff x="4798148" y="1973103"/>
              <a:chExt cx="1439596" cy="2766219"/>
            </a:xfrm>
          </p:grpSpPr>
          <p:sp>
            <p:nvSpPr>
              <p:cNvPr id="94" name="Flowchart: Manual Operation 4"/>
              <p:cNvSpPr/>
              <p:nvPr/>
            </p:nvSpPr>
            <p:spPr>
              <a:xfrm rot="10800000">
                <a:off x="4798148" y="1973103"/>
                <a:ext cx="1378880" cy="61264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1182"/>
                  <a:gd name="connsiteY0-2" fmla="*/ 0 h 10000"/>
                  <a:gd name="connsiteX1-3" fmla="*/ 11182 w 11182"/>
                  <a:gd name="connsiteY1-4" fmla="*/ 0 h 10000"/>
                  <a:gd name="connsiteX2-5" fmla="*/ 8000 w 11182"/>
                  <a:gd name="connsiteY2-6" fmla="*/ 10000 h 10000"/>
                  <a:gd name="connsiteX3-7" fmla="*/ 2000 w 11182"/>
                  <a:gd name="connsiteY3-8" fmla="*/ 10000 h 10000"/>
                  <a:gd name="connsiteX4-9" fmla="*/ 0 w 11182"/>
                  <a:gd name="connsiteY4-10" fmla="*/ 0 h 10000"/>
                  <a:gd name="connsiteX0-11" fmla="*/ 0 w 11182"/>
                  <a:gd name="connsiteY0-12" fmla="*/ 0 h 10000"/>
                  <a:gd name="connsiteX1-13" fmla="*/ 11182 w 11182"/>
                  <a:gd name="connsiteY1-14" fmla="*/ 0 h 10000"/>
                  <a:gd name="connsiteX2-15" fmla="*/ 8000 w 11182"/>
                  <a:gd name="connsiteY2-16" fmla="*/ 10000 h 10000"/>
                  <a:gd name="connsiteX3-17" fmla="*/ 2000 w 11182"/>
                  <a:gd name="connsiteY3-18" fmla="*/ 10000 h 10000"/>
                  <a:gd name="connsiteX4-19" fmla="*/ 658 w 11182"/>
                  <a:gd name="connsiteY4-20" fmla="*/ 1493 h 10000"/>
                  <a:gd name="connsiteX0-21" fmla="*/ 10524 w 10524"/>
                  <a:gd name="connsiteY0-22" fmla="*/ 0 h 10000"/>
                  <a:gd name="connsiteX1-23" fmla="*/ 7342 w 10524"/>
                  <a:gd name="connsiteY1-24" fmla="*/ 10000 h 10000"/>
                  <a:gd name="connsiteX2-25" fmla="*/ 1342 w 10524"/>
                  <a:gd name="connsiteY2-26" fmla="*/ 10000 h 10000"/>
                  <a:gd name="connsiteX3-27" fmla="*/ 0 w 10524"/>
                  <a:gd name="connsiteY3-28" fmla="*/ 1493 h 10000"/>
                  <a:gd name="connsiteX0-29" fmla="*/ 9182 w 9182"/>
                  <a:gd name="connsiteY0-30" fmla="*/ 0 h 10000"/>
                  <a:gd name="connsiteX1-31" fmla="*/ 6000 w 9182"/>
                  <a:gd name="connsiteY1-32" fmla="*/ 10000 h 10000"/>
                  <a:gd name="connsiteX2-33" fmla="*/ 0 w 9182"/>
                  <a:gd name="connsiteY2-34" fmla="*/ 10000 h 10000"/>
                </a:gdLst>
                <a:ahLst/>
                <a:cxnLst>
                  <a:cxn ang="0">
                    <a:pos x="connsiteX0-1" y="connsiteY0-2"/>
                  </a:cxn>
                  <a:cxn ang="0">
                    <a:pos x="connsiteX1-3" y="connsiteY1-4"/>
                  </a:cxn>
                  <a:cxn ang="0">
                    <a:pos x="connsiteX2-5" y="connsiteY2-6"/>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cxnSp>
            <p:nvCxnSpPr>
              <p:cNvPr id="95" name="Straight Connector 94"/>
              <p:cNvCxnSpPr/>
              <p:nvPr/>
            </p:nvCxnSpPr>
            <p:spPr>
              <a:xfrm>
                <a:off x="5480050" y="3263834"/>
                <a:ext cx="59499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96" name="Flowchart: Manual Operation 4"/>
              <p:cNvSpPr/>
              <p:nvPr/>
            </p:nvSpPr>
            <p:spPr>
              <a:xfrm rot="10800000" flipV="1">
                <a:off x="4798148" y="4126674"/>
                <a:ext cx="1439596" cy="61264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1182"/>
                  <a:gd name="connsiteY0-2" fmla="*/ 0 h 10000"/>
                  <a:gd name="connsiteX1-3" fmla="*/ 11182 w 11182"/>
                  <a:gd name="connsiteY1-4" fmla="*/ 0 h 10000"/>
                  <a:gd name="connsiteX2-5" fmla="*/ 8000 w 11182"/>
                  <a:gd name="connsiteY2-6" fmla="*/ 10000 h 10000"/>
                  <a:gd name="connsiteX3-7" fmla="*/ 2000 w 11182"/>
                  <a:gd name="connsiteY3-8" fmla="*/ 10000 h 10000"/>
                  <a:gd name="connsiteX4-9" fmla="*/ 0 w 11182"/>
                  <a:gd name="connsiteY4-10" fmla="*/ 0 h 10000"/>
                  <a:gd name="connsiteX0-11" fmla="*/ 0 w 11182"/>
                  <a:gd name="connsiteY0-12" fmla="*/ 0 h 10000"/>
                  <a:gd name="connsiteX1-13" fmla="*/ 11182 w 11182"/>
                  <a:gd name="connsiteY1-14" fmla="*/ 0 h 10000"/>
                  <a:gd name="connsiteX2-15" fmla="*/ 8000 w 11182"/>
                  <a:gd name="connsiteY2-16" fmla="*/ 10000 h 10000"/>
                  <a:gd name="connsiteX3-17" fmla="*/ 2000 w 11182"/>
                  <a:gd name="connsiteY3-18" fmla="*/ 10000 h 10000"/>
                  <a:gd name="connsiteX4-19" fmla="*/ 658 w 11182"/>
                  <a:gd name="connsiteY4-20" fmla="*/ 1493 h 10000"/>
                  <a:gd name="connsiteX0-21" fmla="*/ 10524 w 10524"/>
                  <a:gd name="connsiteY0-22" fmla="*/ 0 h 10000"/>
                  <a:gd name="connsiteX1-23" fmla="*/ 7342 w 10524"/>
                  <a:gd name="connsiteY1-24" fmla="*/ 10000 h 10000"/>
                  <a:gd name="connsiteX2-25" fmla="*/ 1342 w 10524"/>
                  <a:gd name="connsiteY2-26" fmla="*/ 10000 h 10000"/>
                  <a:gd name="connsiteX3-27" fmla="*/ 0 w 10524"/>
                  <a:gd name="connsiteY3-28" fmla="*/ 1493 h 10000"/>
                  <a:gd name="connsiteX0-29" fmla="*/ 9182 w 9182"/>
                  <a:gd name="connsiteY0-30" fmla="*/ 0 h 10000"/>
                  <a:gd name="connsiteX1-31" fmla="*/ 6000 w 9182"/>
                  <a:gd name="connsiteY1-32" fmla="*/ 10000 h 10000"/>
                  <a:gd name="connsiteX2-33" fmla="*/ 0 w 9182"/>
                  <a:gd name="connsiteY2-34" fmla="*/ 10000 h 10000"/>
                </a:gdLst>
                <a:ahLst/>
                <a:cxnLst>
                  <a:cxn ang="0">
                    <a:pos x="connsiteX0-1" y="connsiteY0-2"/>
                  </a:cxn>
                  <a:cxn ang="0">
                    <a:pos x="connsiteX1-3" y="connsiteY1-4"/>
                  </a:cxn>
                  <a:cxn ang="0">
                    <a:pos x="connsiteX2-5" y="connsiteY2-6"/>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grpSp>
        <p:cxnSp>
          <p:nvCxnSpPr>
            <p:cNvPr id="93" name="Straight Connector 92"/>
            <p:cNvCxnSpPr/>
            <p:nvPr/>
          </p:nvCxnSpPr>
          <p:spPr>
            <a:xfrm flipH="1" flipV="1">
              <a:off x="6204233" y="4208196"/>
              <a:ext cx="1" cy="108940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00" name="Freeform: Shape 99"/>
            <p:cNvSpPr/>
            <p:nvPr/>
          </p:nvSpPr>
          <p:spPr>
            <a:xfrm>
              <a:off x="4824914" y="1914410"/>
              <a:ext cx="2396086" cy="2396084"/>
            </a:xfrm>
            <a:custGeom>
              <a:avLst/>
              <a:gdLst>
                <a:gd name="connsiteX0" fmla="*/ 2694055 w 2695575"/>
                <a:gd name="connsiteY0" fmla="*/ 1353124 h 2695575"/>
                <a:gd name="connsiteX1" fmla="*/ 1345791 w 2695575"/>
                <a:gd name="connsiteY1" fmla="*/ 2693959 h 2695575"/>
                <a:gd name="connsiteX2" fmla="*/ 7147 w 2695575"/>
                <a:gd name="connsiteY2" fmla="*/ 1338647 h 2695575"/>
                <a:gd name="connsiteX3" fmla="*/ 1360364 w 2695575"/>
                <a:gd name="connsiteY3" fmla="*/ 7147 h 2695575"/>
                <a:gd name="connsiteX4" fmla="*/ 2694055 w 2695575"/>
                <a:gd name="connsiteY4" fmla="*/ 1353124 h 269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5575" h="2695575">
                  <a:moveTo>
                    <a:pt x="2694055" y="1353124"/>
                  </a:moveTo>
                  <a:cubicBezTo>
                    <a:pt x="2693102" y="2096265"/>
                    <a:pt x="2090455" y="2695578"/>
                    <a:pt x="1345791" y="2693959"/>
                  </a:cubicBezTo>
                  <a:cubicBezTo>
                    <a:pt x="601031" y="2692340"/>
                    <a:pt x="5433" y="2089312"/>
                    <a:pt x="7147" y="1338647"/>
                  </a:cubicBezTo>
                  <a:cubicBezTo>
                    <a:pt x="8862" y="602555"/>
                    <a:pt x="615414" y="5623"/>
                    <a:pt x="1360364" y="7147"/>
                  </a:cubicBezTo>
                  <a:cubicBezTo>
                    <a:pt x="2096075" y="8480"/>
                    <a:pt x="2695007" y="613032"/>
                    <a:pt x="2694055" y="1353124"/>
                  </a:cubicBezTo>
                  <a:close/>
                </a:path>
              </a:pathLst>
            </a:custGeom>
            <a:solidFill>
              <a:srgbClr val="6BAFE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1" name="Freeform: Shape 100"/>
            <p:cNvSpPr/>
            <p:nvPr/>
          </p:nvSpPr>
          <p:spPr>
            <a:xfrm>
              <a:off x="5003956" y="2094767"/>
              <a:ext cx="2038003" cy="2035371"/>
            </a:xfrm>
            <a:custGeom>
              <a:avLst/>
              <a:gdLst>
                <a:gd name="connsiteX0" fmla="*/ 2274475 w 2276475"/>
                <a:gd name="connsiteY0" fmla="*/ 1140714 h 2276475"/>
                <a:gd name="connsiteX1" fmla="*/ 1143953 w 2276475"/>
                <a:gd name="connsiteY1" fmla="*/ 2274380 h 2276475"/>
                <a:gd name="connsiteX2" fmla="*/ 7144 w 2276475"/>
                <a:gd name="connsiteY2" fmla="*/ 1145191 h 2276475"/>
                <a:gd name="connsiteX3" fmla="*/ 1141953 w 2276475"/>
                <a:gd name="connsiteY3" fmla="*/ 7144 h 2276475"/>
                <a:gd name="connsiteX4" fmla="*/ 2274475 w 2276475"/>
                <a:gd name="connsiteY4" fmla="*/ 1140714 h 227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475" h="2276475">
                  <a:moveTo>
                    <a:pt x="2274475" y="1140714"/>
                  </a:moveTo>
                  <a:cubicBezTo>
                    <a:pt x="2274952" y="1769078"/>
                    <a:pt x="1771841" y="2273618"/>
                    <a:pt x="1143953" y="2274380"/>
                  </a:cubicBezTo>
                  <a:cubicBezTo>
                    <a:pt x="516827" y="2275142"/>
                    <a:pt x="7716" y="1769459"/>
                    <a:pt x="7144" y="1145191"/>
                  </a:cubicBezTo>
                  <a:cubicBezTo>
                    <a:pt x="6573" y="517874"/>
                    <a:pt x="515779" y="7334"/>
                    <a:pt x="1141953" y="7144"/>
                  </a:cubicBezTo>
                  <a:cubicBezTo>
                    <a:pt x="1767269" y="6953"/>
                    <a:pt x="2273999" y="514255"/>
                    <a:pt x="2274475" y="1140714"/>
                  </a:cubicBezTo>
                  <a:close/>
                </a:path>
              </a:pathLst>
            </a:custGeom>
            <a:solidFill>
              <a:srgbClr val="FEFEF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02" name="Group 101"/>
            <p:cNvGrpSpPr/>
            <p:nvPr/>
          </p:nvGrpSpPr>
          <p:grpSpPr>
            <a:xfrm>
              <a:off x="7589863" y="1279190"/>
              <a:ext cx="4159685" cy="688546"/>
              <a:chOff x="7589863" y="1873550"/>
              <a:chExt cx="2460529" cy="688546"/>
            </a:xfrm>
          </p:grpSpPr>
          <p:sp>
            <p:nvSpPr>
              <p:cNvPr id="103" name="Rectangle: Rounded Corners 102"/>
              <p:cNvSpPr/>
              <p:nvPr/>
            </p:nvSpPr>
            <p:spPr>
              <a:xfrm>
                <a:off x="7589863" y="1894424"/>
                <a:ext cx="2460529"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fr-FR" sz="2000" i="0" u="none" strike="noStrike" kern="1200" cap="none" spc="0" normalizeH="0" baseline="0" noProof="0" dirty="0">
                    <a:ln>
                      <a:noFill/>
                    </a:ln>
                    <a:solidFill>
                      <a:srgbClr val="002060"/>
                    </a:solidFill>
                    <a:effectLst/>
                    <a:uLnTx/>
                    <a:uFillTx/>
                    <a:latin typeface="Source Sans Pro" panose="020B0503030403020204" pitchFamily="34" charset="0"/>
                  </a:rPr>
                  <a:t>Difficultés rencontrées</a:t>
                </a: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04" name="Rectangle 103"/>
              <p:cNvSpPr/>
              <p:nvPr/>
            </p:nvSpPr>
            <p:spPr>
              <a:xfrm>
                <a:off x="7852377" y="1873550"/>
                <a:ext cx="1912412" cy="400110"/>
              </a:xfrm>
              <a:prstGeom prst="rect">
                <a:avLst/>
              </a:prstGeom>
            </p:spPr>
            <p:txBody>
              <a:bodyPr wrap="square">
                <a:spAutoFit/>
              </a:bodyPr>
              <a:lstStyle/>
              <a:p>
                <a:endParaRPr lang="fr-FR" sz="2000" dirty="0">
                  <a:solidFill>
                    <a:srgbClr val="002060"/>
                  </a:solidFill>
                  <a:latin typeface="Source Sans Pro" panose="020B0503030403020204" pitchFamily="34" charset="0"/>
                </a:endParaRPr>
              </a:p>
            </p:txBody>
          </p:sp>
        </p:grpSp>
        <p:grpSp>
          <p:nvGrpSpPr>
            <p:cNvPr id="107" name="Group 106"/>
            <p:cNvGrpSpPr/>
            <p:nvPr/>
          </p:nvGrpSpPr>
          <p:grpSpPr>
            <a:xfrm>
              <a:off x="7736745" y="2322427"/>
              <a:ext cx="4142967" cy="707886"/>
              <a:chOff x="7689688" y="3263060"/>
              <a:chExt cx="2450640" cy="707886"/>
            </a:xfrm>
          </p:grpSpPr>
          <p:sp>
            <p:nvSpPr>
              <p:cNvPr id="108" name="Rectangle: Rounded Corners 107"/>
              <p:cNvSpPr/>
              <p:nvPr/>
            </p:nvSpPr>
            <p:spPr>
              <a:xfrm>
                <a:off x="7689688" y="3263060"/>
                <a:ext cx="2450640"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09" name="Rectangle 108"/>
              <p:cNvSpPr/>
              <p:nvPr/>
            </p:nvSpPr>
            <p:spPr>
              <a:xfrm>
                <a:off x="7803997" y="3263060"/>
                <a:ext cx="2024572" cy="707886"/>
              </a:xfrm>
              <a:prstGeom prst="rect">
                <a:avLst/>
              </a:prstGeom>
            </p:spPr>
            <p:txBody>
              <a:bodyPr wrap="square">
                <a:spAutoFit/>
              </a:bodyPr>
              <a:lstStyle/>
              <a:p>
                <a:r>
                  <a:rPr lang="fr-FR" sz="2000" dirty="0">
                    <a:solidFill>
                      <a:srgbClr val="002060"/>
                    </a:solidFill>
                    <a:latin typeface="Source Sans Pro" panose="020B0503030403020204" pitchFamily="34" charset="0"/>
                  </a:rPr>
                  <a:t>Solutions apportées/leçons apprises</a:t>
                </a:r>
                <a:endParaRPr lang="fr-FR" sz="2000" dirty="0">
                  <a:solidFill>
                    <a:srgbClr val="002060"/>
                  </a:solidFill>
                  <a:latin typeface="Source Sans Pro" panose="020B0503030403020204" pitchFamily="34" charset="0"/>
                </a:endParaRPr>
              </a:p>
            </p:txBody>
          </p:sp>
        </p:grpSp>
        <p:grpSp>
          <p:nvGrpSpPr>
            <p:cNvPr id="113" name="Group 112"/>
            <p:cNvGrpSpPr/>
            <p:nvPr/>
          </p:nvGrpSpPr>
          <p:grpSpPr>
            <a:xfrm>
              <a:off x="7613238" y="4065113"/>
              <a:ext cx="4082240" cy="667672"/>
              <a:chOff x="7613238" y="4659473"/>
              <a:chExt cx="2414719" cy="667672"/>
            </a:xfrm>
          </p:grpSpPr>
          <p:sp>
            <p:nvSpPr>
              <p:cNvPr id="114" name="Rectangle: Rounded Corners 113"/>
              <p:cNvSpPr/>
              <p:nvPr/>
            </p:nvSpPr>
            <p:spPr>
              <a:xfrm>
                <a:off x="7613238" y="4659473"/>
                <a:ext cx="2414719"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15" name="Rectangle 114"/>
              <p:cNvSpPr/>
              <p:nvPr/>
            </p:nvSpPr>
            <p:spPr>
              <a:xfrm>
                <a:off x="7750009" y="4659473"/>
                <a:ext cx="1990905" cy="646331"/>
              </a:xfrm>
              <a:prstGeom prst="rect">
                <a:avLst/>
              </a:prstGeom>
            </p:spPr>
            <p:txBody>
              <a:bodyPr wrap="square">
                <a:spAutoFit/>
              </a:bodyPr>
              <a:lstStyle/>
              <a:p>
                <a:r>
                  <a:rPr lang="fr-FR" dirty="0">
                    <a:solidFill>
                      <a:srgbClr val="002060"/>
                    </a:solidFill>
                    <a:latin typeface="Source Sans Pro" panose="020B0503030403020204" pitchFamily="34" charset="0"/>
                  </a:rPr>
                  <a:t>Besoins de collaboration et plaidoyer</a:t>
                </a:r>
                <a:endParaRPr lang="fr-FR" dirty="0">
                  <a:solidFill>
                    <a:srgbClr val="002060"/>
                  </a:solidFill>
                  <a:latin typeface="Source Sans Pro" panose="020B0503030403020204" pitchFamily="34" charset="0"/>
                </a:endParaRPr>
              </a:p>
            </p:txBody>
          </p:sp>
        </p:grpSp>
        <p:grpSp>
          <p:nvGrpSpPr>
            <p:cNvPr id="120" name="Group 119"/>
            <p:cNvGrpSpPr/>
            <p:nvPr/>
          </p:nvGrpSpPr>
          <p:grpSpPr>
            <a:xfrm>
              <a:off x="518590" y="1288500"/>
              <a:ext cx="3998177" cy="707886"/>
              <a:chOff x="2029914" y="1882860"/>
              <a:chExt cx="2620203" cy="707886"/>
            </a:xfrm>
          </p:grpSpPr>
          <p:sp>
            <p:nvSpPr>
              <p:cNvPr id="124" name="Rectangle: Rounded Corners 123"/>
              <p:cNvSpPr/>
              <p:nvPr/>
            </p:nvSpPr>
            <p:spPr>
              <a:xfrm>
                <a:off x="2029914" y="1894424"/>
                <a:ext cx="2620203"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25" name="Rectangle 124"/>
              <p:cNvSpPr/>
              <p:nvPr/>
            </p:nvSpPr>
            <p:spPr>
              <a:xfrm>
                <a:off x="2508090" y="1882860"/>
                <a:ext cx="1477405" cy="707886"/>
              </a:xfrm>
              <a:prstGeom prst="rect">
                <a:avLst/>
              </a:prstGeom>
            </p:spPr>
            <p:txBody>
              <a:bodyPr wrap="square">
                <a:spAutoFit/>
              </a:bodyPr>
              <a:lstStyle/>
              <a:p>
                <a:r>
                  <a:rPr lang="fr-FR" sz="2000" dirty="0">
                    <a:solidFill>
                      <a:srgbClr val="002060"/>
                    </a:solidFill>
                    <a:latin typeface="Source Sans Pro" panose="020B0503030403020204" pitchFamily="34" charset="0"/>
                  </a:rPr>
                  <a:t>Présentation de l’organisation</a:t>
                </a:r>
                <a:endParaRPr lang="fr-FR" sz="2000" dirty="0">
                  <a:solidFill>
                    <a:srgbClr val="002060"/>
                  </a:solidFill>
                  <a:latin typeface="Source Sans Pro" panose="020B0503030403020204" pitchFamily="34" charset="0"/>
                </a:endParaRPr>
              </a:p>
            </p:txBody>
          </p:sp>
        </p:grpSp>
        <p:sp>
          <p:nvSpPr>
            <p:cNvPr id="127" name="Rectangle: Rounded Corners 126"/>
            <p:cNvSpPr/>
            <p:nvPr/>
          </p:nvSpPr>
          <p:spPr>
            <a:xfrm>
              <a:off x="442452" y="2696477"/>
              <a:ext cx="4224617"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29" name="Rectangle 128"/>
            <p:cNvSpPr/>
            <p:nvPr/>
          </p:nvSpPr>
          <p:spPr>
            <a:xfrm>
              <a:off x="1296365" y="2675489"/>
              <a:ext cx="2671509" cy="400110"/>
            </a:xfrm>
            <a:prstGeom prst="rect">
              <a:avLst/>
            </a:prstGeom>
          </p:spPr>
          <p:txBody>
            <a:bodyPr wrap="square">
              <a:spAutoFit/>
            </a:bodyPr>
            <a:lstStyle/>
            <a:p>
              <a:r>
                <a:rPr lang="fr-FR" sz="2000" dirty="0"/>
                <a:t>Axes d’appui au PEV</a:t>
              </a:r>
              <a:endParaRPr lang="fr-FR" sz="2000" dirty="0"/>
            </a:p>
          </p:txBody>
        </p:sp>
        <p:grpSp>
          <p:nvGrpSpPr>
            <p:cNvPr id="134" name="Group 133"/>
            <p:cNvGrpSpPr/>
            <p:nvPr/>
          </p:nvGrpSpPr>
          <p:grpSpPr>
            <a:xfrm>
              <a:off x="509847" y="4065113"/>
              <a:ext cx="4023546" cy="667672"/>
              <a:chOff x="1991815" y="4659473"/>
              <a:chExt cx="2636828" cy="667672"/>
            </a:xfrm>
          </p:grpSpPr>
          <p:sp>
            <p:nvSpPr>
              <p:cNvPr id="138" name="Rectangle: Rounded Corners 137"/>
              <p:cNvSpPr/>
              <p:nvPr/>
            </p:nvSpPr>
            <p:spPr>
              <a:xfrm>
                <a:off x="1991815" y="4659473"/>
                <a:ext cx="2636828"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39" name="Rectangle 138"/>
              <p:cNvSpPr/>
              <p:nvPr/>
            </p:nvSpPr>
            <p:spPr>
              <a:xfrm>
                <a:off x="2388922" y="4785560"/>
                <a:ext cx="1938855" cy="400110"/>
              </a:xfrm>
              <a:prstGeom prst="rect">
                <a:avLst/>
              </a:prstGeom>
            </p:spPr>
            <p:txBody>
              <a:bodyPr wrap="square">
                <a:spAutoFit/>
              </a:bodyPr>
              <a:lstStyle/>
              <a:p>
                <a:r>
                  <a:rPr lang="fr-FR" sz="2000" dirty="0">
                    <a:latin typeface="Source Sans Pro" panose="020B0503030403020204" pitchFamily="34" charset="0"/>
                  </a:rPr>
                  <a:t>Redevabilité financière</a:t>
                </a:r>
                <a:endParaRPr lang="fr-FR" sz="2000" dirty="0">
                  <a:latin typeface="Source Sans Pro" panose="020B0503030403020204" pitchFamily="34" charset="0"/>
                </a:endParaRPr>
              </a:p>
            </p:txBody>
          </p:sp>
        </p:grpSp>
        <p:sp>
          <p:nvSpPr>
            <p:cNvPr id="140" name="TextBox 139"/>
            <p:cNvSpPr txBox="1"/>
            <p:nvPr/>
          </p:nvSpPr>
          <p:spPr>
            <a:xfrm>
              <a:off x="5049673" y="2766685"/>
              <a:ext cx="1965277" cy="710067"/>
            </a:xfrm>
            <a:prstGeom prst="rect">
              <a:avLst/>
            </a:prstGeom>
            <a:noFill/>
          </p:spPr>
          <p:txBody>
            <a:bodyPr wrap="square" lIns="46800" tIns="46800" rIns="46800" bIns="46800" rtlCol="0" anchor="t">
              <a:spAutoFit/>
            </a:bodyPr>
            <a:lstStyle/>
            <a:p>
              <a:pPr algn="ctr"/>
              <a:r>
                <a:rPr lang="en-US" sz="2000" b="1" dirty="0">
                  <a:solidFill>
                    <a:srgbClr val="009ADE"/>
                  </a:solidFill>
                  <a:latin typeface="Source Sans Pro" panose="020B0503030403020204" pitchFamily="34" charset="0"/>
                </a:rPr>
                <a:t>PLAN DE PRESENTATION </a:t>
              </a:r>
              <a:endParaRPr lang="en-US" sz="2000" b="1" dirty="0">
                <a:solidFill>
                  <a:srgbClr val="009ADE"/>
                </a:solidFill>
                <a:latin typeface="Source Sans Pro" panose="020B0503030403020204" pitchFamily="34" charset="0"/>
              </a:endParaRPr>
            </a:p>
          </p:txBody>
        </p:sp>
        <p:sp>
          <p:nvSpPr>
            <p:cNvPr id="144" name="Rectangle: Rounded Corners 143"/>
            <p:cNvSpPr/>
            <p:nvPr/>
          </p:nvSpPr>
          <p:spPr>
            <a:xfrm>
              <a:off x="3657600" y="5200740"/>
              <a:ext cx="5240593"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45" name="Rectangle 144"/>
            <p:cNvSpPr/>
            <p:nvPr/>
          </p:nvSpPr>
          <p:spPr>
            <a:xfrm>
              <a:off x="4375230" y="5198882"/>
              <a:ext cx="4525702" cy="400110"/>
            </a:xfrm>
            <a:prstGeom prst="rect">
              <a:avLst/>
            </a:prstGeom>
          </p:spPr>
          <p:txBody>
            <a:bodyPr wrap="square">
              <a:spAutoFit/>
            </a:bodyPr>
            <a:lstStyle/>
            <a:p>
              <a:r>
                <a:rPr lang="fr-FR" sz="2000" dirty="0">
                  <a:solidFill>
                    <a:srgbClr val="002060"/>
                  </a:solidFill>
                  <a:latin typeface="Source Sans Pro" panose="020B0503030403020204" pitchFamily="34" charset="0"/>
                </a:rPr>
                <a:t>Réalisations majeures de l’année</a:t>
              </a:r>
              <a:endParaRPr lang="fr-FR" sz="2000" dirty="0">
                <a:solidFill>
                  <a:srgbClr val="002060"/>
                </a:solidFill>
                <a:latin typeface="Source Sans Pro" panose="020B0503030403020204" pitchFamily="34" charset="0"/>
              </a:endParaRPr>
            </a:p>
          </p:txBody>
        </p:sp>
        <p:sp>
          <p:nvSpPr>
            <p:cNvPr id="150" name="Oval 149"/>
            <p:cNvSpPr/>
            <p:nvPr/>
          </p:nvSpPr>
          <p:spPr>
            <a:xfrm>
              <a:off x="558472" y="139296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fr-FR" sz="1200" b="1" dirty="0">
                  <a:solidFill>
                    <a:srgbClr val="009ADE"/>
                  </a:solidFill>
                  <a:latin typeface="Source Sans Pro" panose="020B0503030403020204" pitchFamily="34" charset="0"/>
                </a:rPr>
                <a:t>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3" name="Oval 152"/>
            <p:cNvSpPr/>
            <p:nvPr/>
          </p:nvSpPr>
          <p:spPr>
            <a:xfrm>
              <a:off x="567524" y="2782699"/>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i="0" u="none" strike="noStrike" kern="1200" cap="none" spc="0" normalizeH="0" baseline="0" noProof="0" dirty="0">
                  <a:ln>
                    <a:noFill/>
                  </a:ln>
                  <a:solidFill>
                    <a:srgbClr val="009ADE"/>
                  </a:solidFill>
                  <a:effectLst/>
                  <a:uLnTx/>
                  <a:uFillTx/>
                  <a:latin typeface="Source Sans Pro" panose="020B0503030403020204" pitchFamily="34" charset="0"/>
                </a:rPr>
                <a:t>II</a:t>
              </a:r>
              <a:endParaRPr kumimoji="0" lang="en-US" sz="1200"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6" name="Oval 155"/>
            <p:cNvSpPr/>
            <p:nvPr/>
          </p:nvSpPr>
          <p:spPr>
            <a:xfrm>
              <a:off x="568750" y="4150891"/>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III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8" name="Oval 157"/>
            <p:cNvSpPr/>
            <p:nvPr/>
          </p:nvSpPr>
          <p:spPr>
            <a:xfrm>
              <a:off x="11126776" y="139296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1" name="Oval 160"/>
            <p:cNvSpPr/>
            <p:nvPr/>
          </p:nvSpPr>
          <p:spPr>
            <a:xfrm>
              <a:off x="11134319" y="2415329"/>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4" name="Oval 163"/>
            <p:cNvSpPr/>
            <p:nvPr/>
          </p:nvSpPr>
          <p:spPr>
            <a:xfrm>
              <a:off x="11007306" y="4119269"/>
              <a:ext cx="621654" cy="54830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7" name="Oval 166"/>
            <p:cNvSpPr/>
            <p:nvPr/>
          </p:nvSpPr>
          <p:spPr>
            <a:xfrm>
              <a:off x="3724923" y="528811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IV</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grpSp>
          <p:nvGrpSpPr>
            <p:cNvPr id="2" name="Group 1"/>
            <p:cNvGrpSpPr/>
            <p:nvPr/>
          </p:nvGrpSpPr>
          <p:grpSpPr>
            <a:xfrm>
              <a:off x="7736746" y="3200230"/>
              <a:ext cx="4142967" cy="821974"/>
              <a:chOff x="7689689" y="3272815"/>
              <a:chExt cx="2450640" cy="821974"/>
            </a:xfrm>
          </p:grpSpPr>
          <p:sp>
            <p:nvSpPr>
              <p:cNvPr id="3" name="Rectangle: Rounded Corners 2"/>
              <p:cNvSpPr/>
              <p:nvPr/>
            </p:nvSpPr>
            <p:spPr>
              <a:xfrm>
                <a:off x="7689689" y="3272815"/>
                <a:ext cx="2450640"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4" name="Rectangle 3"/>
              <p:cNvSpPr/>
              <p:nvPr/>
            </p:nvSpPr>
            <p:spPr>
              <a:xfrm>
                <a:off x="7865319" y="3386903"/>
                <a:ext cx="2024572" cy="707886"/>
              </a:xfrm>
              <a:prstGeom prst="rect">
                <a:avLst/>
              </a:prstGeom>
            </p:spPr>
            <p:txBody>
              <a:bodyPr wrap="square">
                <a:spAutoFit/>
              </a:bodyPr>
              <a:lstStyle/>
              <a:p>
                <a:r>
                  <a:rPr lang="fr-FR" sz="2000" dirty="0">
                    <a:solidFill>
                      <a:srgbClr val="002060"/>
                    </a:solidFill>
                    <a:latin typeface="Source Sans Pro" panose="020B0503030403020204" pitchFamily="34" charset="0"/>
                  </a:rPr>
                  <a:t>Priorités et engagements en 2026</a:t>
                </a:r>
                <a:endParaRPr lang="fr-FR" sz="2000" dirty="0">
                  <a:solidFill>
                    <a:srgbClr val="002060"/>
                  </a:solidFill>
                  <a:latin typeface="Source Sans Pro" panose="020B0503030403020204" pitchFamily="34" charset="0"/>
                </a:endParaRPr>
              </a:p>
            </p:txBody>
          </p:sp>
        </p:grpSp>
        <p:sp>
          <p:nvSpPr>
            <p:cNvPr id="5" name="Oval 4"/>
            <p:cNvSpPr/>
            <p:nvPr/>
          </p:nvSpPr>
          <p:spPr>
            <a:xfrm>
              <a:off x="11080652" y="3293132"/>
              <a:ext cx="587370"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cxnSp>
          <p:nvCxnSpPr>
            <p:cNvPr id="6" name="Straight Connector 5"/>
            <p:cNvCxnSpPr/>
            <p:nvPr/>
          </p:nvCxnSpPr>
          <p:spPr>
            <a:xfrm>
              <a:off x="7113385" y="3534328"/>
              <a:ext cx="6233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843" y="1381132"/>
            <a:ext cx="5659063" cy="424070"/>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altLang="fr-FR" sz="2000" dirty="0">
                <a:solidFill>
                  <a:srgbClr val="002060"/>
                </a:solidFill>
                <a:latin typeface="Source Sans Pro" panose="020B0503030403020204" pitchFamily="34" charset="0"/>
              </a:rPr>
              <a:t>Mission et organisation de l’OMS en RDC</a:t>
            </a:r>
            <a:endParaRPr lang="fr-FR" altLang="fr-FR" sz="2000" dirty="0">
              <a:solidFill>
                <a:srgbClr val="002060"/>
              </a:solidFill>
              <a:latin typeface="Source Sans Pro" panose="020B0503030403020204" pitchFamily="34" charset="0"/>
            </a:endParaRPr>
          </a:p>
        </p:txBody>
      </p:sp>
      <p:sp>
        <p:nvSpPr>
          <p:cNvPr id="8" name="Rectangle 7"/>
          <p:cNvSpPr/>
          <p:nvPr/>
        </p:nvSpPr>
        <p:spPr>
          <a:xfrm>
            <a:off x="6152096" y="1455697"/>
            <a:ext cx="5659063" cy="819635"/>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14300" indent="0" algn="ctr">
              <a:buNone/>
            </a:pPr>
            <a:r>
              <a:rPr lang="fr-FR" sz="2000">
                <a:solidFill>
                  <a:srgbClr val="002060"/>
                </a:solidFill>
                <a:latin typeface="Source Sans Pro" panose="020B0503030403020204" pitchFamily="34" charset="0"/>
              </a:rPr>
              <a:t>Présence du programme de vaccination et Maladies à </a:t>
            </a:r>
            <a:r>
              <a:rPr lang="fr-FR" sz="2000" dirty="0" err="1">
                <a:solidFill>
                  <a:srgbClr val="002060"/>
                </a:solidFill>
                <a:latin typeface="Source Sans Pro" panose="020B0503030403020204" pitchFamily="34" charset="0"/>
              </a:rPr>
              <a:t>prevention</a:t>
            </a:r>
            <a:r>
              <a:rPr lang="fr-FR" sz="2000" dirty="0">
                <a:solidFill>
                  <a:srgbClr val="002060"/>
                </a:solidFill>
                <a:latin typeface="Source Sans Pro" panose="020B0503030403020204" pitchFamily="34" charset="0"/>
              </a:rPr>
              <a:t> vaccinale (Polio exclu)</a:t>
            </a:r>
            <a:endParaRPr lang="fr-FR" sz="2000" dirty="0">
              <a:solidFill>
                <a:srgbClr val="002060"/>
              </a:solidFill>
              <a:latin typeface="Source Sans Pro" panose="020B0503030403020204" pitchFamily="34" charset="0"/>
            </a:endParaRPr>
          </a:p>
        </p:txBody>
      </p:sp>
      <p:pic>
        <p:nvPicPr>
          <p:cNvPr id="9" name="Picture 8" descr="A map of a country&#10;&#10;AI-generated content may be incorrect."/>
          <p:cNvPicPr>
            <a:picLocks noChangeAspect="1"/>
          </p:cNvPicPr>
          <p:nvPr/>
        </p:nvPicPr>
        <p:blipFill>
          <a:blip r:embed="rId1"/>
          <a:stretch>
            <a:fillRect/>
          </a:stretch>
        </p:blipFill>
        <p:spPr>
          <a:xfrm>
            <a:off x="6364319" y="2121583"/>
            <a:ext cx="1908413" cy="1906610"/>
          </a:xfrm>
          <a:prstGeom prst="rect">
            <a:avLst/>
          </a:prstGeom>
        </p:spPr>
      </p:pic>
      <p:sp>
        <p:nvSpPr>
          <p:cNvPr id="12" name="TextBox 11"/>
          <p:cNvSpPr txBox="1"/>
          <p:nvPr/>
        </p:nvSpPr>
        <p:spPr>
          <a:xfrm>
            <a:off x="8484955" y="2316648"/>
            <a:ext cx="3521350" cy="1908215"/>
          </a:xfrm>
          <a:prstGeom prst="rect">
            <a:avLst/>
          </a:prstGeom>
          <a:solidFill>
            <a:srgbClr val="E9F1FA"/>
          </a:solidFill>
        </p:spPr>
        <p:txBody>
          <a:bodyPr wrap="square" rtlCol="0">
            <a:spAutoFit/>
          </a:bodyPr>
          <a:lstStyle/>
          <a:p>
            <a:pPr>
              <a:spcBef>
                <a:spcPts val="1200"/>
              </a:spcBef>
              <a:spcAft>
                <a:spcPts val="1200"/>
              </a:spcAft>
            </a:pPr>
            <a:r>
              <a:rPr lang="fr-FR" sz="1600" dirty="0">
                <a:solidFill>
                  <a:srgbClr val="009ADE"/>
                </a:solidFill>
                <a:latin typeface="Source Sans Pro" panose="020B0503030403020204" pitchFamily="34" charset="0"/>
                <a:sym typeface="Wingdings 2" panose="05020102010507070707" pitchFamily="18" charset="2"/>
              </a:rPr>
              <a:t></a:t>
            </a:r>
            <a:r>
              <a:rPr lang="fr-FR" sz="1600" dirty="0">
                <a:solidFill>
                  <a:srgbClr val="009ADE"/>
                </a:solidFill>
                <a:latin typeface="Source Sans Pro" panose="020B0503030403020204" pitchFamily="34" charset="0"/>
              </a:rPr>
              <a:t>Sous-Bureaux OMS/Provinces: Kinshasa, Matadi, Mbandaka, Kisangani, Goma, Bukavu, Lubumbashi </a:t>
            </a:r>
            <a:endParaRPr lang="fr-FR" sz="1600" dirty="0">
              <a:solidFill>
                <a:srgbClr val="009ADE"/>
              </a:solidFill>
              <a:latin typeface="Source Sans Pro" panose="020B0503030403020204" pitchFamily="34" charset="0"/>
            </a:endParaRPr>
          </a:p>
          <a:p>
            <a:pPr>
              <a:spcBef>
                <a:spcPts val="1200"/>
              </a:spcBef>
              <a:spcAft>
                <a:spcPts val="1200"/>
              </a:spcAft>
            </a:pPr>
            <a:r>
              <a:rPr lang="fr-FR" sz="1600" dirty="0">
                <a:solidFill>
                  <a:srgbClr val="009ADE"/>
                </a:solidFill>
                <a:latin typeface="Source Sans Pro" panose="020B0503030403020204" pitchFamily="34" charset="0"/>
                <a:sym typeface="Wingdings 2" panose="05020102010507070707" pitchFamily="18" charset="2"/>
              </a:rPr>
              <a:t> </a:t>
            </a:r>
            <a:r>
              <a:rPr lang="fr-FR" sz="1600" dirty="0">
                <a:solidFill>
                  <a:srgbClr val="009ADE"/>
                </a:solidFill>
                <a:latin typeface="Source Sans Pro" panose="020B0503030403020204" pitchFamily="34" charset="0"/>
              </a:rPr>
              <a:t>Equipe Polio: 26 provinces.</a:t>
            </a:r>
            <a:endParaRPr lang="fr-FR" sz="1200" b="1" dirty="0"/>
          </a:p>
          <a:p>
            <a:endParaRPr lang="fr-FR" sz="1200" b="1" dirty="0"/>
          </a:p>
          <a:p>
            <a:endParaRPr lang="en-US" sz="1200" b="1" dirty="0"/>
          </a:p>
        </p:txBody>
      </p:sp>
      <p:cxnSp>
        <p:nvCxnSpPr>
          <p:cNvPr id="15" name="Straight Connector 14"/>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409056" y="411029"/>
            <a:ext cx="11434076" cy="953484"/>
            <a:chOff x="290184" y="400187"/>
            <a:chExt cx="11269728" cy="953484"/>
          </a:xfrm>
        </p:grpSpPr>
        <p:grpSp>
          <p:nvGrpSpPr>
            <p:cNvPr id="17" name="Group 16"/>
            <p:cNvGrpSpPr/>
            <p:nvPr/>
          </p:nvGrpSpPr>
          <p:grpSpPr>
            <a:xfrm>
              <a:off x="334395" y="400187"/>
              <a:ext cx="11225517" cy="845516"/>
              <a:chOff x="4248669" y="401638"/>
              <a:chExt cx="11225517" cy="845516"/>
            </a:xfrm>
          </p:grpSpPr>
          <p:sp>
            <p:nvSpPr>
              <p:cNvPr id="19" name="Rectangle 18"/>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 </a:t>
                </a:r>
                <a:r>
                  <a:rPr lang="fr-FR" sz="2000" b="1" dirty="0">
                    <a:solidFill>
                      <a:srgbClr val="009ADE"/>
                    </a:solidFill>
                    <a:latin typeface="Source Sans Pro" panose="020B0503030403020204" pitchFamily="34" charset="0"/>
                  </a:rPr>
                  <a:t>PRÉSENTATION DE L’ORGANISATION</a:t>
                </a:r>
                <a:endParaRPr lang="en-US" sz="2000" b="1" dirty="0">
                  <a:solidFill>
                    <a:srgbClr val="009ADE"/>
                  </a:solidFill>
                  <a:latin typeface="Source Sans Pro" panose="020B0503030403020204" pitchFamily="34" charset="0"/>
                </a:endParaRPr>
              </a:p>
            </p:txBody>
          </p:sp>
          <p:sp>
            <p:nvSpPr>
              <p:cNvPr id="20" name="Flowchart: Off-page Connector 1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21" name="Right Triangle 2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Rectangle 1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c 2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843" y="433587"/>
            <a:ext cx="895914" cy="895914"/>
          </a:xfrm>
          <a:prstGeom prst="rect">
            <a:avLst/>
          </a:prstGeom>
        </p:spPr>
      </p:pic>
      <p:sp>
        <p:nvSpPr>
          <p:cNvPr id="3" name="Rectangle 2"/>
          <p:cNvSpPr/>
          <p:nvPr/>
        </p:nvSpPr>
        <p:spPr>
          <a:xfrm>
            <a:off x="185693" y="1916404"/>
            <a:ext cx="5889605" cy="73381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t>OMS: Institution des Nations Unies spécialisées dans la santé publique, crée en 1948 </a:t>
            </a:r>
            <a:endParaRPr lang="fr-FR" sz="1600" b="1"/>
          </a:p>
        </p:txBody>
      </p:sp>
      <p:sp>
        <p:nvSpPr>
          <p:cNvPr id="4" name="Rectangle 3"/>
          <p:cNvSpPr/>
          <p:nvPr/>
        </p:nvSpPr>
        <p:spPr>
          <a:xfrm>
            <a:off x="185694" y="2777543"/>
            <a:ext cx="5889605" cy="73381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t>Accord de siège en RDC signé en 1977</a:t>
            </a:r>
            <a:endParaRPr lang="fr-FR" sz="1600" b="1" dirty="0"/>
          </a:p>
        </p:txBody>
      </p:sp>
      <p:sp>
        <p:nvSpPr>
          <p:cNvPr id="6" name="Rectangle 5"/>
          <p:cNvSpPr/>
          <p:nvPr/>
        </p:nvSpPr>
        <p:spPr>
          <a:xfrm>
            <a:off x="185695" y="3641403"/>
            <a:ext cx="5889605" cy="254712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dirty="0"/>
          </a:p>
          <a:p>
            <a:pPr algn="ctr"/>
            <a:r>
              <a:rPr lang="fr-FR" sz="1600" b="1" dirty="0"/>
              <a:t>OMS RDC structurée actuellement en 4 clusters:</a:t>
            </a:r>
            <a:endParaRPr lang="fr-FR" sz="1600" b="1" dirty="0"/>
          </a:p>
          <a:p>
            <a:r>
              <a:rPr lang="fr-FR" sz="1600" b="1" dirty="0">
                <a:sym typeface="Wingdings 2" panose="05020102010507070707" pitchFamily="18" charset="2"/>
              </a:rPr>
              <a:t> Bureau du Représentant</a:t>
            </a:r>
            <a:endParaRPr lang="fr-FR" sz="1600" b="1" dirty="0">
              <a:sym typeface="Wingdings 2" panose="05020102010507070707" pitchFamily="18" charset="2"/>
            </a:endParaRPr>
          </a:p>
          <a:p>
            <a:r>
              <a:rPr lang="fr-FR" sz="1600" b="1" dirty="0">
                <a:sym typeface="Wingdings 2" panose="05020102010507070707" pitchFamily="18" charset="2"/>
              </a:rPr>
              <a:t>  </a:t>
            </a:r>
            <a:r>
              <a:rPr lang="fr-FR" sz="1600" b="1" dirty="0"/>
              <a:t>Préparation et Réponse aux Urgences</a:t>
            </a:r>
            <a:endParaRPr lang="fr-FR" sz="1600" b="1" dirty="0"/>
          </a:p>
          <a:p>
            <a:r>
              <a:rPr lang="fr-FR" sz="1600" b="1" dirty="0">
                <a:sym typeface="Wingdings 2" panose="05020102010507070707" pitchFamily="18" charset="2"/>
              </a:rPr>
              <a:t>  </a:t>
            </a:r>
            <a:r>
              <a:rPr lang="fr-FR" sz="1600" b="1" dirty="0"/>
              <a:t>Promotion de la santé et contrôle de la maladie (y compris les maladies à prévention vaccinale)</a:t>
            </a:r>
            <a:endParaRPr lang="fr-FR" sz="1600" b="1" dirty="0"/>
          </a:p>
          <a:p>
            <a:r>
              <a:rPr lang="fr-FR" sz="1600" b="1" dirty="0">
                <a:sym typeface="Wingdings 2" panose="05020102010507070707" pitchFamily="18" charset="2"/>
              </a:rPr>
              <a:t> </a:t>
            </a:r>
            <a:r>
              <a:rPr lang="fr-FR" sz="1600" b="1" dirty="0"/>
              <a:t>Systèmes et Services de santé</a:t>
            </a:r>
            <a:endParaRPr lang="fr-FR" sz="1600" b="1" dirty="0"/>
          </a:p>
          <a:p>
            <a:r>
              <a:rPr lang="fr-FR" sz="1600" b="1" dirty="0">
                <a:sym typeface="Wingdings 2" panose="05020102010507070707" pitchFamily="18" charset="2"/>
              </a:rPr>
              <a:t> IMST </a:t>
            </a:r>
            <a:r>
              <a:rPr lang="fr-FR" sz="1600" b="1" dirty="0"/>
              <a:t>Polio</a:t>
            </a:r>
            <a:endParaRPr lang="fr-FR" sz="1600" b="1" dirty="0"/>
          </a:p>
          <a:p>
            <a:r>
              <a:rPr lang="fr-FR" sz="1600" b="1" dirty="0">
                <a:sym typeface="Wingdings 2" panose="05020102010507070707" pitchFamily="18" charset="2"/>
              </a:rPr>
              <a:t> </a:t>
            </a:r>
            <a:r>
              <a:rPr lang="fr-FR" sz="1600" b="1" dirty="0"/>
              <a:t>Unité d’Appui Administratif</a:t>
            </a:r>
            <a:endParaRPr lang="fr-FR" sz="1600" b="1" dirty="0"/>
          </a:p>
          <a:p>
            <a:pPr algn="ctr"/>
            <a:endParaRPr lang="fr-FR" sz="1600" b="1" dirty="0"/>
          </a:p>
        </p:txBody>
      </p:sp>
      <p:graphicFrame>
        <p:nvGraphicFramePr>
          <p:cNvPr id="7" name="Table 6"/>
          <p:cNvGraphicFramePr/>
          <p:nvPr>
            <p:custDataLst>
              <p:tags r:id="rId4"/>
            </p:custDataLst>
          </p:nvPr>
        </p:nvGraphicFramePr>
        <p:xfrm>
          <a:off x="6075680" y="4088765"/>
          <a:ext cx="6115685" cy="2681604"/>
        </p:xfrm>
        <a:graphic>
          <a:graphicData uri="http://schemas.openxmlformats.org/drawingml/2006/table">
            <a:tbl>
              <a:tblPr/>
              <a:tblGrid>
                <a:gridCol w="1923415"/>
                <a:gridCol w="2002790"/>
                <a:gridCol w="2189480"/>
              </a:tblGrid>
              <a:tr h="341630">
                <a:tc>
                  <a:txBody>
                    <a:bodyPr/>
                    <a:lstStyle/>
                    <a:p>
                      <a:pPr algn="ctr" fontAlgn="ctr"/>
                      <a:r>
                        <a:rPr sz="1100" b="1" i="0">
                          <a:solidFill>
                            <a:srgbClr val="FEF3E3"/>
                          </a:solidFill>
                          <a:latin typeface="Source Sans Pro"/>
                          <a:ea typeface="Source Sans Pro"/>
                        </a:rPr>
                        <a:t>DOMAINE D’APPUI  TECHNIQUE</a:t>
                      </a:r>
                      <a:endParaRPr sz="1100" b="1" i="0">
                        <a:solidFill>
                          <a:srgbClr val="FEF3E3"/>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6BAFE3"/>
                    </a:solidFill>
                  </a:tcPr>
                </a:tc>
                <a:tc>
                  <a:txBody>
                    <a:bodyPr/>
                    <a:lstStyle/>
                    <a:p>
                      <a:pPr algn="ctr" fontAlgn="ctr"/>
                      <a:r>
                        <a:rPr sz="1100" b="1" i="0">
                          <a:solidFill>
                            <a:srgbClr val="FEF3E3"/>
                          </a:solidFill>
                          <a:latin typeface="Source Sans Pro"/>
                          <a:ea typeface="Source Sans Pro"/>
                        </a:rPr>
                        <a:t>AT /NIVEAU NATIONAL</a:t>
                      </a:r>
                      <a:endParaRPr sz="1100" b="1" i="0">
                        <a:solidFill>
                          <a:srgbClr val="FEF3E3"/>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6BAFE3"/>
                    </a:solidFill>
                  </a:tcPr>
                </a:tc>
                <a:tc>
                  <a:txBody>
                    <a:bodyPr/>
                    <a:lstStyle/>
                    <a:p>
                      <a:pPr algn="ctr" fontAlgn="ctr"/>
                      <a:r>
                        <a:rPr sz="1100" b="1" i="0">
                          <a:solidFill>
                            <a:srgbClr val="FEF3E3"/>
                          </a:solidFill>
                          <a:latin typeface="Source Sans Pro"/>
                          <a:ea typeface="Source Sans Pro"/>
                        </a:rPr>
                        <a:t>AT/ NIVEAU PROVINCIAL/ZS</a:t>
                      </a:r>
                      <a:endParaRPr sz="1100" b="1" i="0">
                        <a:solidFill>
                          <a:srgbClr val="FEF3E3"/>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6BAFE3"/>
                    </a:solidFill>
                  </a:tcPr>
                </a:tc>
              </a:tr>
              <a:tr h="509270">
                <a:tc>
                  <a:txBody>
                    <a:bodyPr/>
                    <a:lstStyle/>
                    <a:p>
                      <a:pPr algn="l" fontAlgn="ctr"/>
                      <a:r>
                        <a:rPr sz="1100" b="0" i="0">
                          <a:solidFill>
                            <a:srgbClr val="002060"/>
                          </a:solidFill>
                          <a:latin typeface="Source Sans Pro"/>
                          <a:ea typeface="Source Sans Pro"/>
                        </a:rPr>
                        <a:t>Appui Mashako 3.0</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1</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ctr"/>
                      <a:r>
                        <a:rPr sz="1100" b="0" i="0">
                          <a:solidFill>
                            <a:srgbClr val="002060"/>
                          </a:solidFill>
                          <a:latin typeface="Source Sans Pro"/>
                          <a:ea typeface="Source Sans Pro"/>
                        </a:rPr>
                        <a:t>9 (Maindombe, Bas-Uele, Su-Ubangi, Tshuapa, Mongala, Kinshasa)</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222885">
                <a:tc>
                  <a:txBody>
                    <a:bodyPr/>
                    <a:lstStyle/>
                    <a:p>
                      <a:pPr algn="l" fontAlgn="ctr"/>
                      <a:r>
                        <a:rPr sz="1100" b="0" i="0">
                          <a:solidFill>
                            <a:srgbClr val="002060"/>
                          </a:solidFill>
                          <a:latin typeface="Source Sans Pro"/>
                          <a:ea typeface="Source Sans Pro"/>
                        </a:rPr>
                        <a:t>Appui au BCU</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2 (Vacc. et S&amp;E)</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ctr"/>
                      <a:r>
                        <a:rPr sz="1100" b="0" i="0">
                          <a:solidFill>
                            <a:srgbClr val="002060"/>
                          </a:solidFill>
                          <a:latin typeface="Source Sans Pro"/>
                          <a:ea typeface="Source Sans Pro"/>
                        </a:rPr>
                        <a:t>3 (Maindombe, Mongala, Tshuapa)</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223520">
                <a:tc>
                  <a:txBody>
                    <a:bodyPr/>
                    <a:lstStyle/>
                    <a:p>
                      <a:pPr algn="l" fontAlgn="ctr"/>
                      <a:r>
                        <a:rPr sz="1100" b="0" i="0">
                          <a:solidFill>
                            <a:srgbClr val="002060"/>
                          </a:solidFill>
                          <a:latin typeface="Source Sans Pro"/>
                          <a:ea typeface="Source Sans Pro"/>
                        </a:rPr>
                        <a:t>Gestion des données </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2 Analystes des données</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b"/>
                      <a:endParaRPr sz="1100" b="0" i="0">
                        <a:solidFill>
                          <a:srgbClr val="000000"/>
                        </a:solidFill>
                        <a:latin typeface="Calibri" panose="020F0502020204030204"/>
                        <a:ea typeface="Calibri" panose="020F0502020204030204"/>
                      </a:endParaRPr>
                    </a:p>
                  </a:txBody>
                  <a:tcPr marL="6667" marR="6667" marT="6667" marB="0"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337185">
                <a:tc>
                  <a:txBody>
                    <a:bodyPr/>
                    <a:lstStyle/>
                    <a:p>
                      <a:pPr algn="l" fontAlgn="ctr"/>
                      <a:r>
                        <a:rPr sz="1100" b="0" i="0">
                          <a:solidFill>
                            <a:srgbClr val="002060"/>
                          </a:solidFill>
                          <a:latin typeface="Source Sans Pro"/>
                          <a:ea typeface="Source Sans Pro"/>
                        </a:rPr>
                        <a:t>Appui à l’introduction du RR</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1</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ctr"/>
                      <a:r>
                        <a:rPr sz="1100" b="0" i="0">
                          <a:solidFill>
                            <a:srgbClr val="002060"/>
                          </a:solidFill>
                          <a:latin typeface="Source Sans Pro"/>
                          <a:ea typeface="Source Sans Pro"/>
                        </a:rPr>
                        <a:t>7 AT dans les provinces du bloc 1.</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195580">
                <a:tc>
                  <a:txBody>
                    <a:bodyPr/>
                    <a:lstStyle/>
                    <a:p>
                      <a:pPr algn="l" fontAlgn="ctr"/>
                      <a:r>
                        <a:rPr sz="1100" b="0" i="0">
                          <a:solidFill>
                            <a:srgbClr val="002060"/>
                          </a:solidFill>
                          <a:latin typeface="Source Sans Pro"/>
                          <a:ea typeface="Source Sans Pro"/>
                        </a:rPr>
                        <a:t>Coordination</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1</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b"/>
                      <a:endParaRPr sz="1100" b="0" i="0">
                        <a:solidFill>
                          <a:srgbClr val="000000"/>
                        </a:solidFill>
                        <a:latin typeface="Calibri" panose="020F0502020204030204"/>
                        <a:ea typeface="Calibri" panose="020F0502020204030204"/>
                      </a:endParaRPr>
                    </a:p>
                  </a:txBody>
                  <a:tcPr marL="6667" marR="6667" marT="6667" marB="0"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341630">
                <a:tc>
                  <a:txBody>
                    <a:bodyPr/>
                    <a:lstStyle/>
                    <a:p>
                      <a:pPr algn="l" fontAlgn="ctr"/>
                      <a:r>
                        <a:rPr sz="1100" b="0" i="0">
                          <a:solidFill>
                            <a:srgbClr val="002060"/>
                          </a:solidFill>
                          <a:latin typeface="Source Sans Pro"/>
                          <a:ea typeface="Source Sans Pro"/>
                        </a:rPr>
                        <a:t>Polio</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ctr" fontAlgn="ctr"/>
                      <a:r>
                        <a:rPr sz="1100" b="0" i="0">
                          <a:solidFill>
                            <a:srgbClr val="002060"/>
                          </a:solidFill>
                          <a:latin typeface="Source Sans Pro"/>
                          <a:ea typeface="Source Sans Pro"/>
                        </a:rPr>
                        <a:t>2</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c>
                  <a:txBody>
                    <a:bodyPr/>
                    <a:lstStyle/>
                    <a:p>
                      <a:pPr algn="l" fontAlgn="b"/>
                      <a:r>
                        <a:rPr sz="1100" b="0" i="0">
                          <a:solidFill>
                            <a:srgbClr val="000000"/>
                          </a:solidFill>
                          <a:latin typeface="Calibri" panose="020F0502020204030204"/>
                          <a:ea typeface="Calibri" panose="020F0502020204030204"/>
                        </a:rPr>
                        <a:t>18 (OMS/Provinces) et </a:t>
                      </a:r>
                      <a:br>
                        <a:rPr sz="1100" b="0" i="0">
                          <a:solidFill>
                            <a:srgbClr val="000000"/>
                          </a:solidFill>
                          <a:latin typeface="Calibri" panose="020F0502020204030204"/>
                          <a:ea typeface="Calibri" panose="020F0502020204030204"/>
                        </a:rPr>
                      </a:br>
                      <a:r>
                        <a:rPr sz="1100" b="0" i="0">
                          <a:solidFill>
                            <a:srgbClr val="000000"/>
                          </a:solidFill>
                          <a:latin typeface="Calibri" panose="020F0502020204030204"/>
                          <a:ea typeface="Calibri" panose="020F0502020204030204"/>
                        </a:rPr>
                        <a:t>303 (IQVIA/ZS)</a:t>
                      </a:r>
                      <a:endParaRPr sz="1100" b="0" i="0">
                        <a:solidFill>
                          <a:srgbClr val="000000"/>
                        </a:solidFill>
                        <a:latin typeface="Calibri" panose="020F0502020204030204"/>
                        <a:ea typeface="Calibri" panose="020F0502020204030204"/>
                      </a:endParaRPr>
                    </a:p>
                  </a:txBody>
                  <a:tcPr marL="6667" marR="6667" marT="6667" marB="0"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E9F1FA"/>
                    </a:solidFill>
                  </a:tcPr>
                </a:tc>
              </a:tr>
              <a:tr h="509270">
                <a:tc>
                  <a:txBody>
                    <a:bodyPr/>
                    <a:lstStyle/>
                    <a:p>
                      <a:pPr algn="l" fontAlgn="ctr"/>
                      <a:r>
                        <a:rPr sz="1100" b="0" i="0">
                          <a:solidFill>
                            <a:srgbClr val="002060"/>
                          </a:solidFill>
                          <a:latin typeface="Source Sans Pro"/>
                          <a:ea typeface="Source Sans Pro"/>
                        </a:rPr>
                        <a:t>Autres domaines (Genre, Recherche, OVM, Graphic Design)</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solidFill>
                      <a:srgbClr val="E9F1FA"/>
                    </a:solidFill>
                  </a:tcPr>
                </a:tc>
                <a:tc>
                  <a:txBody>
                    <a:bodyPr/>
                    <a:lstStyle/>
                    <a:p>
                      <a:pPr algn="ctr" fontAlgn="ctr"/>
                      <a:r>
                        <a:rPr sz="1100" b="0" i="0">
                          <a:solidFill>
                            <a:srgbClr val="002060"/>
                          </a:solidFill>
                          <a:latin typeface="Source Sans Pro"/>
                          <a:ea typeface="Source Sans Pro"/>
                        </a:rPr>
                        <a:t>4</a:t>
                      </a:r>
                      <a:endParaRPr sz="1100" b="0" i="0">
                        <a:solidFill>
                          <a:srgbClr val="002060"/>
                        </a:solidFill>
                        <a:latin typeface="Source Sans Pro"/>
                        <a:ea typeface="Source Sans Pro"/>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solidFill>
                      <a:srgbClr val="E9F1FA"/>
                    </a:solidFill>
                  </a:tcPr>
                </a:tc>
                <a:tc>
                  <a:txBody>
                    <a:bodyPr/>
                    <a:lstStyle/>
                    <a:p>
                      <a:pPr algn="l" fontAlgn="b"/>
                      <a:endParaRPr sz="1100" b="0" i="0">
                        <a:solidFill>
                          <a:srgbClr val="000000"/>
                        </a:solidFill>
                        <a:latin typeface="Calibri" panose="020F0502020204030204"/>
                        <a:ea typeface="Calibri" panose="020F0502020204030204"/>
                      </a:endParaRPr>
                    </a:p>
                  </a:txBody>
                  <a:tcPr marL="6667" marR="6667" marT="6667" marB="0" anchor="b">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solidFill>
                      <a:srgbClr val="E9F1F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a:off x="334002" y="277196"/>
            <a:ext cx="11514870"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18" name="Group 117"/>
          <p:cNvGrpSpPr/>
          <p:nvPr>
            <p:custDataLst>
              <p:tags r:id="rId1"/>
            </p:custDataLst>
          </p:nvPr>
        </p:nvGrpSpPr>
        <p:grpSpPr>
          <a:xfrm>
            <a:off x="672625" y="316062"/>
            <a:ext cx="10950699" cy="6377066"/>
            <a:chOff x="672625" y="316062"/>
            <a:chExt cx="10950699" cy="6377066"/>
          </a:xfrm>
        </p:grpSpPr>
        <p:pic>
          <p:nvPicPr>
            <p:cNvPr id="6" name="Graphisme 65"/>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flipV="1">
              <a:off x="7398282" y="3730131"/>
              <a:ext cx="2042363" cy="2950081"/>
            </a:xfrm>
            <a:prstGeom prst="rect">
              <a:avLst/>
            </a:prstGeom>
          </p:spPr>
        </p:pic>
        <p:pic>
          <p:nvPicPr>
            <p:cNvPr id="7" name="Graphisme 66"/>
            <p:cNvPicPr>
              <a:picLocks noChangeAspect="1"/>
            </p:cNvPicPr>
            <p:nvPr>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flipV="1">
              <a:off x="5156397" y="3730131"/>
              <a:ext cx="2042363" cy="2950081"/>
            </a:xfrm>
            <a:prstGeom prst="rect">
              <a:avLst/>
            </a:prstGeom>
          </p:spPr>
        </p:pic>
        <p:pic>
          <p:nvPicPr>
            <p:cNvPr id="10" name="Graphisme 67"/>
            <p:cNvPicPr>
              <a:picLocks noChangeAspect="1"/>
            </p:cNvPicPr>
            <p:nvPr>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flipV="1">
              <a:off x="2914511" y="3730131"/>
              <a:ext cx="2042363" cy="2950081"/>
            </a:xfrm>
            <a:prstGeom prst="rect">
              <a:avLst/>
            </a:prstGeom>
          </p:spPr>
        </p:pic>
        <p:pic>
          <p:nvPicPr>
            <p:cNvPr id="11" name="Graphisme 68"/>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flipV="1">
              <a:off x="672625" y="3730131"/>
              <a:ext cx="2042363" cy="2950081"/>
            </a:xfrm>
            <a:prstGeom prst="rect">
              <a:avLst/>
            </a:prstGeom>
          </p:spPr>
        </p:pic>
        <p:sp>
          <p:nvSpPr>
            <p:cNvPr id="78" name="Freeform: Shape 77"/>
            <p:cNvSpPr/>
            <p:nvPr>
              <p:custDataLst>
                <p:tags r:id="rId10"/>
              </p:custDataLst>
            </p:nvPr>
          </p:nvSpPr>
          <p:spPr>
            <a:xfrm>
              <a:off x="1642442" y="3911223"/>
              <a:ext cx="139767" cy="139767"/>
            </a:xfrm>
            <a:custGeom>
              <a:avLst/>
              <a:gdLst>
                <a:gd name="connsiteX0" fmla="*/ 101502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2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2" y="50751"/>
                  </a:moveTo>
                  <a:cubicBezTo>
                    <a:pt x="101502" y="78780"/>
                    <a:pt x="78780" y="101502"/>
                    <a:pt x="50751" y="101502"/>
                  </a:cubicBezTo>
                  <a:cubicBezTo>
                    <a:pt x="22722" y="101502"/>
                    <a:pt x="0" y="78780"/>
                    <a:pt x="0" y="50751"/>
                  </a:cubicBezTo>
                  <a:cubicBezTo>
                    <a:pt x="0" y="22722"/>
                    <a:pt x="22722" y="0"/>
                    <a:pt x="50751" y="0"/>
                  </a:cubicBezTo>
                  <a:cubicBezTo>
                    <a:pt x="78780" y="0"/>
                    <a:pt x="101502" y="22722"/>
                    <a:pt x="101502" y="50751"/>
                  </a:cubicBezTo>
                  <a:close/>
                </a:path>
              </a:pathLst>
            </a:custGeom>
            <a:solidFill>
              <a:srgbClr val="FFFFFF"/>
            </a:solidFill>
            <a:ln w="12686" cap="flat">
              <a:noFill/>
              <a:prstDash val="solid"/>
              <a:miter/>
            </a:ln>
          </p:spPr>
          <p:txBody>
            <a:bodyPr rtlCol="0" anchor="ctr"/>
            <a:lstStyle/>
            <a:p>
              <a:endParaRPr lang="en-US"/>
            </a:p>
          </p:txBody>
        </p:sp>
        <p:sp>
          <p:nvSpPr>
            <p:cNvPr id="79" name="Freeform: Shape 78"/>
            <p:cNvSpPr/>
            <p:nvPr>
              <p:custDataLst>
                <p:tags r:id="rId11"/>
              </p:custDataLst>
            </p:nvPr>
          </p:nvSpPr>
          <p:spPr>
            <a:xfrm>
              <a:off x="8349531" y="39112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80" name="Freeform: Shape 79"/>
            <p:cNvSpPr/>
            <p:nvPr>
              <p:custDataLst>
                <p:tags r:id="rId12"/>
              </p:custDataLst>
            </p:nvPr>
          </p:nvSpPr>
          <p:spPr>
            <a:xfrm>
              <a:off x="3878721" y="3911223"/>
              <a:ext cx="139767" cy="139767"/>
            </a:xfrm>
            <a:custGeom>
              <a:avLst/>
              <a:gdLst>
                <a:gd name="connsiteX0" fmla="*/ 101502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2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2" y="50751"/>
                  </a:moveTo>
                  <a:cubicBezTo>
                    <a:pt x="101502" y="78780"/>
                    <a:pt x="78780" y="101502"/>
                    <a:pt x="50751" y="101502"/>
                  </a:cubicBezTo>
                  <a:cubicBezTo>
                    <a:pt x="22722" y="101502"/>
                    <a:pt x="0" y="78780"/>
                    <a:pt x="0" y="50751"/>
                  </a:cubicBezTo>
                  <a:cubicBezTo>
                    <a:pt x="0" y="22722"/>
                    <a:pt x="22722" y="0"/>
                    <a:pt x="50751" y="0"/>
                  </a:cubicBezTo>
                  <a:cubicBezTo>
                    <a:pt x="78780" y="0"/>
                    <a:pt x="101502" y="22722"/>
                    <a:pt x="101502" y="50751"/>
                  </a:cubicBezTo>
                  <a:close/>
                </a:path>
              </a:pathLst>
            </a:custGeom>
            <a:solidFill>
              <a:srgbClr val="FFFFFF"/>
            </a:solidFill>
            <a:ln w="12686" cap="flat">
              <a:noFill/>
              <a:prstDash val="solid"/>
              <a:miter/>
            </a:ln>
          </p:spPr>
          <p:txBody>
            <a:bodyPr rtlCol="0" anchor="ctr"/>
            <a:lstStyle/>
            <a:p>
              <a:endParaRPr lang="en-US"/>
            </a:p>
          </p:txBody>
        </p:sp>
        <p:sp>
          <p:nvSpPr>
            <p:cNvPr id="81" name="Freeform: Shape 80"/>
            <p:cNvSpPr/>
            <p:nvPr>
              <p:custDataLst>
                <p:tags r:id="rId13"/>
              </p:custDataLst>
            </p:nvPr>
          </p:nvSpPr>
          <p:spPr>
            <a:xfrm>
              <a:off x="6113252" y="39112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87" name="Freeform: Shape 86"/>
            <p:cNvSpPr/>
            <p:nvPr/>
          </p:nvSpPr>
          <p:spPr>
            <a:xfrm>
              <a:off x="1384260" y="1273561"/>
              <a:ext cx="3664635" cy="2716040"/>
            </a:xfrm>
            <a:custGeom>
              <a:avLst/>
              <a:gdLst>
                <a:gd name="connsiteX0" fmla="*/ 215409 w 1661806"/>
                <a:gd name="connsiteY0" fmla="*/ 1554243 h 1561680"/>
                <a:gd name="connsiteX1" fmla="*/ 489464 w 1661806"/>
                <a:gd name="connsiteY1" fmla="*/ 1361390 h 1561680"/>
                <a:gd name="connsiteX2" fmla="*/ 374006 w 1661806"/>
                <a:gd name="connsiteY2" fmla="*/ 1013747 h 1561680"/>
                <a:gd name="connsiteX3" fmla="*/ 107564 w 1661806"/>
                <a:gd name="connsiteY3" fmla="*/ 746036 h 1561680"/>
                <a:gd name="connsiteX4" fmla="*/ 11138 w 1661806"/>
                <a:gd name="connsiteY4" fmla="*/ 595053 h 1561680"/>
                <a:gd name="connsiteX5" fmla="*/ 195109 w 1661806"/>
                <a:gd name="connsiteY5" fmla="*/ 233454 h 1561680"/>
                <a:gd name="connsiteX6" fmla="*/ 625222 w 1661806"/>
                <a:gd name="connsiteY6" fmla="*/ 255023 h 1561680"/>
                <a:gd name="connsiteX7" fmla="*/ 1212662 w 1661806"/>
                <a:gd name="connsiteY7" fmla="*/ 483401 h 1561680"/>
                <a:gd name="connsiteX8" fmla="*/ 1661807 w 1661806"/>
                <a:gd name="connsiteY8" fmla="*/ 0 h 1561680"/>
                <a:gd name="connsiteX0-1" fmla="*/ 215409 w 2661310"/>
                <a:gd name="connsiteY0-2" fmla="*/ 1964998 h 1972435"/>
                <a:gd name="connsiteX1-3" fmla="*/ 489464 w 2661310"/>
                <a:gd name="connsiteY1-4" fmla="*/ 1772145 h 1972435"/>
                <a:gd name="connsiteX2-5" fmla="*/ 374006 w 2661310"/>
                <a:gd name="connsiteY2-6" fmla="*/ 1424502 h 1972435"/>
                <a:gd name="connsiteX3-7" fmla="*/ 107564 w 2661310"/>
                <a:gd name="connsiteY3-8" fmla="*/ 1156791 h 1972435"/>
                <a:gd name="connsiteX4-9" fmla="*/ 11138 w 2661310"/>
                <a:gd name="connsiteY4-10" fmla="*/ 1005808 h 1972435"/>
                <a:gd name="connsiteX5-11" fmla="*/ 195109 w 2661310"/>
                <a:gd name="connsiteY5-12" fmla="*/ 644209 h 1972435"/>
                <a:gd name="connsiteX6-13" fmla="*/ 625222 w 2661310"/>
                <a:gd name="connsiteY6-14" fmla="*/ 665778 h 1972435"/>
                <a:gd name="connsiteX7-15" fmla="*/ 1212662 w 2661310"/>
                <a:gd name="connsiteY7-16" fmla="*/ 894156 h 1972435"/>
                <a:gd name="connsiteX8-17" fmla="*/ 2661310 w 2661310"/>
                <a:gd name="connsiteY8-18" fmla="*/ 0 h 1972435"/>
                <a:gd name="connsiteX0-19" fmla="*/ 215409 w 2661322"/>
                <a:gd name="connsiteY0-20" fmla="*/ 1964998 h 1972435"/>
                <a:gd name="connsiteX1-21" fmla="*/ 489464 w 2661322"/>
                <a:gd name="connsiteY1-22" fmla="*/ 1772145 h 1972435"/>
                <a:gd name="connsiteX2-23" fmla="*/ 374006 w 2661322"/>
                <a:gd name="connsiteY2-24" fmla="*/ 1424502 h 1972435"/>
                <a:gd name="connsiteX3-25" fmla="*/ 107564 w 2661322"/>
                <a:gd name="connsiteY3-26" fmla="*/ 1156791 h 1972435"/>
                <a:gd name="connsiteX4-27" fmla="*/ 11138 w 2661322"/>
                <a:gd name="connsiteY4-28" fmla="*/ 1005808 h 1972435"/>
                <a:gd name="connsiteX5-29" fmla="*/ 195109 w 2661322"/>
                <a:gd name="connsiteY5-30" fmla="*/ 644209 h 1972435"/>
                <a:gd name="connsiteX6-31" fmla="*/ 625222 w 2661322"/>
                <a:gd name="connsiteY6-32" fmla="*/ 665778 h 1972435"/>
                <a:gd name="connsiteX7-33" fmla="*/ 1212662 w 2661322"/>
                <a:gd name="connsiteY7-34" fmla="*/ 894156 h 1972435"/>
                <a:gd name="connsiteX8-35" fmla="*/ 2661310 w 2661322"/>
                <a:gd name="connsiteY8-36" fmla="*/ 0 h 197243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661322" h="1972435">
                  <a:moveTo>
                    <a:pt x="215409" y="1964998"/>
                  </a:moveTo>
                  <a:cubicBezTo>
                    <a:pt x="335943" y="2001792"/>
                    <a:pt x="466626" y="1896484"/>
                    <a:pt x="489464" y="1772145"/>
                  </a:cubicBezTo>
                  <a:cubicBezTo>
                    <a:pt x="512301" y="1647805"/>
                    <a:pt x="453938" y="1522197"/>
                    <a:pt x="374006" y="1424502"/>
                  </a:cubicBezTo>
                  <a:cubicBezTo>
                    <a:pt x="294073" y="1326807"/>
                    <a:pt x="192572" y="1249412"/>
                    <a:pt x="107564" y="1156791"/>
                  </a:cubicBezTo>
                  <a:cubicBezTo>
                    <a:pt x="66963" y="1112384"/>
                    <a:pt x="28900" y="1064171"/>
                    <a:pt x="11138" y="1005808"/>
                  </a:cubicBezTo>
                  <a:cubicBezTo>
                    <a:pt x="-33269" y="864974"/>
                    <a:pt x="60620" y="705110"/>
                    <a:pt x="195109" y="644209"/>
                  </a:cubicBezTo>
                  <a:cubicBezTo>
                    <a:pt x="329599" y="583308"/>
                    <a:pt x="489464" y="604877"/>
                    <a:pt x="625222" y="665778"/>
                  </a:cubicBezTo>
                  <a:cubicBezTo>
                    <a:pt x="820613" y="753323"/>
                    <a:pt x="1000778" y="922069"/>
                    <a:pt x="1212662" y="894156"/>
                  </a:cubicBezTo>
                  <a:cubicBezTo>
                    <a:pt x="1441041" y="863706"/>
                    <a:pt x="2665801" y="341956"/>
                    <a:pt x="2661310" y="0"/>
                  </a:cubicBezTo>
                </a:path>
              </a:pathLst>
            </a:custGeom>
            <a:noFill/>
            <a:ln w="38057" cap="rnd">
              <a:solidFill>
                <a:srgbClr val="B3B3B3"/>
              </a:solidFill>
              <a:prstDash val="solid"/>
              <a:round/>
            </a:ln>
          </p:spPr>
          <p:txBody>
            <a:bodyPr rtlCol="0" anchor="ctr"/>
            <a:lstStyle/>
            <a:p>
              <a:endParaRPr lang="en-US"/>
            </a:p>
          </p:txBody>
        </p:sp>
        <p:sp>
          <p:nvSpPr>
            <p:cNvPr id="88" name="Freeform: Shape 87"/>
            <p:cNvSpPr/>
            <p:nvPr/>
          </p:nvSpPr>
          <p:spPr>
            <a:xfrm>
              <a:off x="2921428" y="2298841"/>
              <a:ext cx="2079859" cy="1685759"/>
            </a:xfrm>
            <a:custGeom>
              <a:avLst/>
              <a:gdLst>
                <a:gd name="connsiteX0" fmla="*/ 744685 w 1085983"/>
                <a:gd name="connsiteY0" fmla="*/ 1053079 h 1053078"/>
                <a:gd name="connsiteX1" fmla="*/ 225758 w 1085983"/>
                <a:gd name="connsiteY1" fmla="*/ 798056 h 1053078"/>
                <a:gd name="connsiteX2" fmla="*/ 1186 w 1085983"/>
                <a:gd name="connsiteY2" fmla="*/ 551915 h 1053078"/>
                <a:gd name="connsiteX3" fmla="*/ 216877 w 1085983"/>
                <a:gd name="connsiteY3" fmla="*/ 367943 h 1053078"/>
                <a:gd name="connsiteX4" fmla="*/ 513769 w 1085983"/>
                <a:gd name="connsiteY4" fmla="*/ 433919 h 1053078"/>
                <a:gd name="connsiteX5" fmla="*/ 809392 w 1085983"/>
                <a:gd name="connsiteY5" fmla="*/ 506239 h 1053078"/>
                <a:gd name="connsiteX6" fmla="*/ 913431 w 1085983"/>
                <a:gd name="connsiteY6" fmla="*/ 477057 h 1053078"/>
                <a:gd name="connsiteX7" fmla="*/ 993364 w 1085983"/>
                <a:gd name="connsiteY7" fmla="*/ 378093 h 1053078"/>
                <a:gd name="connsiteX8" fmla="*/ 1085984 w 1085983"/>
                <a:gd name="connsiteY8" fmla="*/ 0 h 1053078"/>
                <a:gd name="connsiteX0-1" fmla="*/ 744685 w 1510430"/>
                <a:gd name="connsiteY0-2" fmla="*/ 1224227 h 1224227"/>
                <a:gd name="connsiteX1-3" fmla="*/ 225758 w 1510430"/>
                <a:gd name="connsiteY1-4" fmla="*/ 969204 h 1224227"/>
                <a:gd name="connsiteX2-5" fmla="*/ 1186 w 1510430"/>
                <a:gd name="connsiteY2-6" fmla="*/ 723063 h 1224227"/>
                <a:gd name="connsiteX3-7" fmla="*/ 216877 w 1510430"/>
                <a:gd name="connsiteY3-8" fmla="*/ 539091 h 1224227"/>
                <a:gd name="connsiteX4-9" fmla="*/ 513769 w 1510430"/>
                <a:gd name="connsiteY4-10" fmla="*/ 605067 h 1224227"/>
                <a:gd name="connsiteX5-11" fmla="*/ 809392 w 1510430"/>
                <a:gd name="connsiteY5-12" fmla="*/ 677387 h 1224227"/>
                <a:gd name="connsiteX6-13" fmla="*/ 913431 w 1510430"/>
                <a:gd name="connsiteY6-14" fmla="*/ 648205 h 1224227"/>
                <a:gd name="connsiteX7-15" fmla="*/ 993364 w 1510430"/>
                <a:gd name="connsiteY7-16" fmla="*/ 549241 h 1224227"/>
                <a:gd name="connsiteX8-17" fmla="*/ 1510430 w 1510430"/>
                <a:gd name="connsiteY8-18" fmla="*/ 0 h 1224227"/>
                <a:gd name="connsiteX0-19" fmla="*/ 744685 w 1510430"/>
                <a:gd name="connsiteY0-20" fmla="*/ 1224227 h 1224227"/>
                <a:gd name="connsiteX1-21" fmla="*/ 225758 w 1510430"/>
                <a:gd name="connsiteY1-22" fmla="*/ 969204 h 1224227"/>
                <a:gd name="connsiteX2-23" fmla="*/ 1186 w 1510430"/>
                <a:gd name="connsiteY2-24" fmla="*/ 723063 h 1224227"/>
                <a:gd name="connsiteX3-25" fmla="*/ 216877 w 1510430"/>
                <a:gd name="connsiteY3-26" fmla="*/ 539091 h 1224227"/>
                <a:gd name="connsiteX4-27" fmla="*/ 513769 w 1510430"/>
                <a:gd name="connsiteY4-28" fmla="*/ 605067 h 1224227"/>
                <a:gd name="connsiteX5-29" fmla="*/ 809392 w 1510430"/>
                <a:gd name="connsiteY5-30" fmla="*/ 677387 h 1224227"/>
                <a:gd name="connsiteX6-31" fmla="*/ 913431 w 1510430"/>
                <a:gd name="connsiteY6-32" fmla="*/ 648205 h 1224227"/>
                <a:gd name="connsiteX7-33" fmla="*/ 993364 w 1510430"/>
                <a:gd name="connsiteY7-34" fmla="*/ 549241 h 1224227"/>
                <a:gd name="connsiteX8-35" fmla="*/ 1510430 w 1510430"/>
                <a:gd name="connsiteY8-36" fmla="*/ 0 h 1224227"/>
                <a:gd name="connsiteX0-37" fmla="*/ 744685 w 1510430"/>
                <a:gd name="connsiteY0-38" fmla="*/ 1224227 h 1224227"/>
                <a:gd name="connsiteX1-39" fmla="*/ 225758 w 1510430"/>
                <a:gd name="connsiteY1-40" fmla="*/ 969204 h 1224227"/>
                <a:gd name="connsiteX2-41" fmla="*/ 1186 w 1510430"/>
                <a:gd name="connsiteY2-42" fmla="*/ 723063 h 1224227"/>
                <a:gd name="connsiteX3-43" fmla="*/ 216877 w 1510430"/>
                <a:gd name="connsiteY3-44" fmla="*/ 539091 h 1224227"/>
                <a:gd name="connsiteX4-45" fmla="*/ 513769 w 1510430"/>
                <a:gd name="connsiteY4-46" fmla="*/ 605067 h 1224227"/>
                <a:gd name="connsiteX5-47" fmla="*/ 809392 w 1510430"/>
                <a:gd name="connsiteY5-48" fmla="*/ 677387 h 1224227"/>
                <a:gd name="connsiteX6-49" fmla="*/ 913431 w 1510430"/>
                <a:gd name="connsiteY6-50" fmla="*/ 648205 h 1224227"/>
                <a:gd name="connsiteX7-51" fmla="*/ 1510430 w 1510430"/>
                <a:gd name="connsiteY7-52" fmla="*/ 0 h 1224227"/>
                <a:gd name="connsiteX0-53" fmla="*/ 744685 w 1510430"/>
                <a:gd name="connsiteY0-54" fmla="*/ 1224227 h 1224227"/>
                <a:gd name="connsiteX1-55" fmla="*/ 225758 w 1510430"/>
                <a:gd name="connsiteY1-56" fmla="*/ 969204 h 1224227"/>
                <a:gd name="connsiteX2-57" fmla="*/ 1186 w 1510430"/>
                <a:gd name="connsiteY2-58" fmla="*/ 723063 h 1224227"/>
                <a:gd name="connsiteX3-59" fmla="*/ 216877 w 1510430"/>
                <a:gd name="connsiteY3-60" fmla="*/ 539091 h 1224227"/>
                <a:gd name="connsiteX4-61" fmla="*/ 513769 w 1510430"/>
                <a:gd name="connsiteY4-62" fmla="*/ 605067 h 1224227"/>
                <a:gd name="connsiteX5-63" fmla="*/ 809392 w 1510430"/>
                <a:gd name="connsiteY5-64" fmla="*/ 677387 h 1224227"/>
                <a:gd name="connsiteX6-65" fmla="*/ 1510430 w 1510430"/>
                <a:gd name="connsiteY6-66" fmla="*/ 0 h 1224227"/>
                <a:gd name="connsiteX0-67" fmla="*/ 744685 w 1510430"/>
                <a:gd name="connsiteY0-68" fmla="*/ 1224227 h 1224227"/>
                <a:gd name="connsiteX1-69" fmla="*/ 225758 w 1510430"/>
                <a:gd name="connsiteY1-70" fmla="*/ 969204 h 1224227"/>
                <a:gd name="connsiteX2-71" fmla="*/ 1186 w 1510430"/>
                <a:gd name="connsiteY2-72" fmla="*/ 723063 h 1224227"/>
                <a:gd name="connsiteX3-73" fmla="*/ 216877 w 1510430"/>
                <a:gd name="connsiteY3-74" fmla="*/ 539091 h 1224227"/>
                <a:gd name="connsiteX4-75" fmla="*/ 513769 w 1510430"/>
                <a:gd name="connsiteY4-76" fmla="*/ 605067 h 1224227"/>
                <a:gd name="connsiteX5-77" fmla="*/ 809392 w 1510430"/>
                <a:gd name="connsiteY5-78" fmla="*/ 677387 h 1224227"/>
                <a:gd name="connsiteX6-79" fmla="*/ 1510430 w 1510430"/>
                <a:gd name="connsiteY6-80" fmla="*/ 0 h 1224227"/>
                <a:gd name="connsiteX0-81" fmla="*/ 744685 w 1510430"/>
                <a:gd name="connsiteY0-82" fmla="*/ 1224227 h 1224227"/>
                <a:gd name="connsiteX1-83" fmla="*/ 225758 w 1510430"/>
                <a:gd name="connsiteY1-84" fmla="*/ 969204 h 1224227"/>
                <a:gd name="connsiteX2-85" fmla="*/ 1186 w 1510430"/>
                <a:gd name="connsiteY2-86" fmla="*/ 723063 h 1224227"/>
                <a:gd name="connsiteX3-87" fmla="*/ 216877 w 1510430"/>
                <a:gd name="connsiteY3-88" fmla="*/ 539091 h 1224227"/>
                <a:gd name="connsiteX4-89" fmla="*/ 513769 w 1510430"/>
                <a:gd name="connsiteY4-90" fmla="*/ 605067 h 1224227"/>
                <a:gd name="connsiteX5-91" fmla="*/ 809392 w 1510430"/>
                <a:gd name="connsiteY5-92" fmla="*/ 677387 h 1224227"/>
                <a:gd name="connsiteX6-93" fmla="*/ 1510430 w 1510430"/>
                <a:gd name="connsiteY6-94" fmla="*/ 0 h 122422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510430" h="1224227">
                  <a:moveTo>
                    <a:pt x="744685" y="1224227"/>
                  </a:moveTo>
                  <a:cubicBezTo>
                    <a:pt x="662215" y="953979"/>
                    <a:pt x="413536" y="1013611"/>
                    <a:pt x="225758" y="969204"/>
                  </a:cubicBezTo>
                  <a:cubicBezTo>
                    <a:pt x="78581" y="934947"/>
                    <a:pt x="-11502" y="843596"/>
                    <a:pt x="1186" y="723063"/>
                  </a:cubicBezTo>
                  <a:cubicBezTo>
                    <a:pt x="11336" y="621561"/>
                    <a:pt x="115375" y="549241"/>
                    <a:pt x="216877" y="539091"/>
                  </a:cubicBezTo>
                  <a:cubicBezTo>
                    <a:pt x="318378" y="528941"/>
                    <a:pt x="418611" y="567004"/>
                    <a:pt x="513769" y="605067"/>
                  </a:cubicBezTo>
                  <a:cubicBezTo>
                    <a:pt x="608926" y="643130"/>
                    <a:pt x="706622" y="682462"/>
                    <a:pt x="809392" y="677387"/>
                  </a:cubicBezTo>
                  <a:cubicBezTo>
                    <a:pt x="1297260" y="562851"/>
                    <a:pt x="1364381" y="141122"/>
                    <a:pt x="1510430" y="0"/>
                  </a:cubicBezTo>
                </a:path>
              </a:pathLst>
            </a:custGeom>
            <a:noFill/>
            <a:ln w="38057" cap="rnd">
              <a:solidFill>
                <a:srgbClr val="B3B3B3"/>
              </a:solidFill>
              <a:prstDash val="solid"/>
              <a:round/>
            </a:ln>
          </p:spPr>
          <p:txBody>
            <a:bodyPr rtlCol="0" anchor="ctr"/>
            <a:lstStyle/>
            <a:p>
              <a:endParaRPr lang="en-US"/>
            </a:p>
          </p:txBody>
        </p:sp>
        <p:sp>
          <p:nvSpPr>
            <p:cNvPr id="90" name="Freeform: Shape 89"/>
            <p:cNvSpPr/>
            <p:nvPr/>
          </p:nvSpPr>
          <p:spPr>
            <a:xfrm>
              <a:off x="6027644" y="1721608"/>
              <a:ext cx="1611499" cy="2282209"/>
            </a:xfrm>
            <a:custGeom>
              <a:avLst/>
              <a:gdLst>
                <a:gd name="connsiteX0" fmla="*/ 112920 w 1170299"/>
                <a:gd name="connsiteY0" fmla="*/ 1657381 h 1657380"/>
                <a:gd name="connsiteX1" fmla="*/ 50751 w 1170299"/>
                <a:gd name="connsiteY1" fmla="*/ 1488635 h 1657380"/>
                <a:gd name="connsiteX2" fmla="*/ 173822 w 1170299"/>
                <a:gd name="connsiteY2" fmla="*/ 1194280 h 1657380"/>
                <a:gd name="connsiteX3" fmla="*/ 447875 w 1170299"/>
                <a:gd name="connsiteY3" fmla="*/ 1280556 h 1657380"/>
                <a:gd name="connsiteX4" fmla="*/ 682598 w 1170299"/>
                <a:gd name="connsiteY4" fmla="*/ 1470871 h 1657380"/>
                <a:gd name="connsiteX5" fmla="*/ 1054348 w 1170299"/>
                <a:gd name="connsiteY5" fmla="*/ 1328769 h 1657380"/>
                <a:gd name="connsiteX6" fmla="*/ 1164730 w 1170299"/>
                <a:gd name="connsiteY6" fmla="*/ 887238 h 1657380"/>
                <a:gd name="connsiteX7" fmla="*/ 0 w 1170299"/>
                <a:gd name="connsiteY7" fmla="*/ 368 h 165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299" h="1657380">
                  <a:moveTo>
                    <a:pt x="112920" y="1657381"/>
                  </a:moveTo>
                  <a:cubicBezTo>
                    <a:pt x="60901" y="1623124"/>
                    <a:pt x="50751" y="1552073"/>
                    <a:pt x="50751" y="1488635"/>
                  </a:cubicBezTo>
                  <a:cubicBezTo>
                    <a:pt x="49482" y="1375714"/>
                    <a:pt x="71051" y="1239956"/>
                    <a:pt x="173822" y="1194280"/>
                  </a:cubicBezTo>
                  <a:cubicBezTo>
                    <a:pt x="266442" y="1153679"/>
                    <a:pt x="374287" y="1210774"/>
                    <a:pt x="447875" y="1280556"/>
                  </a:cubicBezTo>
                  <a:cubicBezTo>
                    <a:pt x="521464" y="1350338"/>
                    <a:pt x="586172" y="1436615"/>
                    <a:pt x="682598" y="1470871"/>
                  </a:cubicBezTo>
                  <a:cubicBezTo>
                    <a:pt x="815819" y="1519085"/>
                    <a:pt x="970609" y="1444228"/>
                    <a:pt x="1054348" y="1328769"/>
                  </a:cubicBezTo>
                  <a:cubicBezTo>
                    <a:pt x="1138086" y="1213311"/>
                    <a:pt x="1187568" y="1053446"/>
                    <a:pt x="1164730" y="887238"/>
                  </a:cubicBezTo>
                  <a:cubicBezTo>
                    <a:pt x="1080992" y="242703"/>
                    <a:pt x="380631" y="-11051"/>
                    <a:pt x="0" y="368"/>
                  </a:cubicBezTo>
                </a:path>
              </a:pathLst>
            </a:custGeom>
            <a:noFill/>
            <a:ln w="38057" cap="rnd">
              <a:solidFill>
                <a:srgbClr val="B3B3B3"/>
              </a:solidFill>
              <a:prstDash val="solid"/>
              <a:round/>
            </a:ln>
          </p:spPr>
          <p:txBody>
            <a:bodyPr rtlCol="0" anchor="ctr"/>
            <a:lstStyle/>
            <a:p>
              <a:endParaRPr lang="en-US"/>
            </a:p>
          </p:txBody>
        </p:sp>
        <p:sp>
          <p:nvSpPr>
            <p:cNvPr id="91" name="Freeform: Shape 90"/>
            <p:cNvSpPr/>
            <p:nvPr/>
          </p:nvSpPr>
          <p:spPr>
            <a:xfrm>
              <a:off x="6286214" y="964868"/>
              <a:ext cx="2796866" cy="3021478"/>
            </a:xfrm>
            <a:custGeom>
              <a:avLst/>
              <a:gdLst>
                <a:gd name="connsiteX0" fmla="*/ 0 w 2031133"/>
                <a:gd name="connsiteY0" fmla="*/ 124888 h 2194250"/>
                <a:gd name="connsiteX1" fmla="*/ 701630 w 2031133"/>
                <a:gd name="connsiteY1" fmla="*/ 428124 h 2194250"/>
                <a:gd name="connsiteX2" fmla="*/ 1053079 w 2031133"/>
                <a:gd name="connsiteY2" fmla="*/ 711059 h 2194250"/>
                <a:gd name="connsiteX3" fmla="*/ 1517448 w 2031133"/>
                <a:gd name="connsiteY3" fmla="*/ 868387 h 2194250"/>
                <a:gd name="connsiteX4" fmla="*/ 1827028 w 2031133"/>
                <a:gd name="connsiteY4" fmla="*/ 802411 h 2194250"/>
                <a:gd name="connsiteX5" fmla="*/ 2024956 w 2031133"/>
                <a:gd name="connsiteY5" fmla="*/ 510594 h 2194250"/>
                <a:gd name="connsiteX6" fmla="*/ 1693807 w 2031133"/>
                <a:gd name="connsiteY6" fmla="*/ 4354 h 2194250"/>
                <a:gd name="connsiteX7" fmla="*/ 1554243 w 2031133"/>
                <a:gd name="connsiteY7" fmla="*/ 17042 h 2194250"/>
                <a:gd name="connsiteX8" fmla="*/ 1357583 w 2031133"/>
                <a:gd name="connsiteY8" fmla="*/ 291096 h 2194250"/>
                <a:gd name="connsiteX9" fmla="*/ 1436247 w 2031133"/>
                <a:gd name="connsiteY9" fmla="*/ 1048552 h 2194250"/>
                <a:gd name="connsiteX10" fmla="*/ 1650669 w 2031133"/>
                <a:gd name="connsiteY10" fmla="*/ 1392388 h 2194250"/>
                <a:gd name="connsiteX11" fmla="*/ 1544093 w 2031133"/>
                <a:gd name="connsiteY11" fmla="*/ 2194251 h 219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133" h="2194250">
                  <a:moveTo>
                    <a:pt x="0" y="124888"/>
                  </a:moveTo>
                  <a:cubicBezTo>
                    <a:pt x="247410" y="160413"/>
                    <a:pt x="489745" y="264452"/>
                    <a:pt x="701630" y="428124"/>
                  </a:cubicBezTo>
                  <a:cubicBezTo>
                    <a:pt x="819625" y="519475"/>
                    <a:pt x="930008" y="629858"/>
                    <a:pt x="1053079" y="711059"/>
                  </a:cubicBezTo>
                  <a:cubicBezTo>
                    <a:pt x="1196450" y="804948"/>
                    <a:pt x="1355046" y="859505"/>
                    <a:pt x="1517448" y="868387"/>
                  </a:cubicBezTo>
                  <a:cubicBezTo>
                    <a:pt x="1622757" y="874730"/>
                    <a:pt x="1731870" y="859505"/>
                    <a:pt x="1827028" y="802411"/>
                  </a:cubicBezTo>
                  <a:cubicBezTo>
                    <a:pt x="1922186" y="745316"/>
                    <a:pt x="2002119" y="638739"/>
                    <a:pt x="2024956" y="510594"/>
                  </a:cubicBezTo>
                  <a:cubicBezTo>
                    <a:pt x="2066826" y="270796"/>
                    <a:pt x="1889198" y="34805"/>
                    <a:pt x="1693807" y="4354"/>
                  </a:cubicBezTo>
                  <a:cubicBezTo>
                    <a:pt x="1646863" y="-3258"/>
                    <a:pt x="1598650" y="-1989"/>
                    <a:pt x="1554243" y="17042"/>
                  </a:cubicBezTo>
                  <a:cubicBezTo>
                    <a:pt x="1457817" y="57643"/>
                    <a:pt x="1393109" y="171832"/>
                    <a:pt x="1357583" y="291096"/>
                  </a:cubicBezTo>
                  <a:cubicBezTo>
                    <a:pt x="1283995" y="539775"/>
                    <a:pt x="1313177" y="831592"/>
                    <a:pt x="1436247" y="1048552"/>
                  </a:cubicBezTo>
                  <a:cubicBezTo>
                    <a:pt x="1503492" y="1167816"/>
                    <a:pt x="1596112" y="1264243"/>
                    <a:pt x="1650669" y="1392388"/>
                  </a:cubicBezTo>
                  <a:cubicBezTo>
                    <a:pt x="1745827" y="1616961"/>
                    <a:pt x="1701420" y="2033117"/>
                    <a:pt x="1544093" y="2194251"/>
                  </a:cubicBezTo>
                </a:path>
              </a:pathLst>
            </a:custGeom>
            <a:noFill/>
            <a:ln w="38057" cap="rnd">
              <a:solidFill>
                <a:srgbClr val="B3B3B3"/>
              </a:solidFill>
              <a:prstDash val="solid"/>
              <a:round/>
            </a:ln>
          </p:spPr>
          <p:txBody>
            <a:bodyPr rtlCol="0" anchor="ctr"/>
            <a:lstStyle/>
            <a:p>
              <a:endParaRPr lang="en-US"/>
            </a:p>
          </p:txBody>
        </p:sp>
        <p:sp>
          <p:nvSpPr>
            <p:cNvPr id="94" name="Freeform: Shape 93"/>
            <p:cNvSpPr/>
            <p:nvPr>
              <p:custDataLst>
                <p:tags r:id="rId14"/>
              </p:custDataLst>
            </p:nvPr>
          </p:nvSpPr>
          <p:spPr>
            <a:xfrm>
              <a:off x="1644189" y="3678858"/>
              <a:ext cx="87354" cy="309235"/>
            </a:xfrm>
            <a:custGeom>
              <a:avLst/>
              <a:gdLst>
                <a:gd name="connsiteX0" fmla="*/ 0 w 63438"/>
                <a:gd name="connsiteY0" fmla="*/ 0 h 224572"/>
                <a:gd name="connsiteX1" fmla="*/ 25375 w 63438"/>
                <a:gd name="connsiteY1" fmla="*/ 224572 h 224572"/>
                <a:gd name="connsiteX2" fmla="*/ 63438 w 63438"/>
                <a:gd name="connsiteY2" fmla="*/ 5075 h 224572"/>
                <a:gd name="connsiteX3" fmla="*/ 63438 w 63438"/>
                <a:gd name="connsiteY3" fmla="*/ 223304 h 224572"/>
              </a:gdLst>
              <a:ahLst/>
              <a:cxnLst>
                <a:cxn ang="0">
                  <a:pos x="connsiteX0" y="connsiteY0"/>
                </a:cxn>
                <a:cxn ang="0">
                  <a:pos x="connsiteX1" y="connsiteY1"/>
                </a:cxn>
                <a:cxn ang="0">
                  <a:pos x="connsiteX2" y="connsiteY2"/>
                </a:cxn>
                <a:cxn ang="0">
                  <a:pos x="connsiteX3" y="connsiteY3"/>
                </a:cxn>
              </a:cxnLst>
              <a:rect l="l" t="t" r="r" b="b"/>
              <a:pathLst>
                <a:path w="63438" h="224572">
                  <a:moveTo>
                    <a:pt x="0" y="0"/>
                  </a:moveTo>
                  <a:cubicBezTo>
                    <a:pt x="0" y="12688"/>
                    <a:pt x="25375" y="224572"/>
                    <a:pt x="25375" y="224572"/>
                  </a:cubicBezTo>
                  <a:lnTo>
                    <a:pt x="63438" y="5075"/>
                  </a:lnTo>
                  <a:lnTo>
                    <a:pt x="63438" y="223304"/>
                  </a:lnTo>
                </a:path>
              </a:pathLst>
            </a:custGeom>
            <a:noFill/>
            <a:ln w="38057" cap="rnd">
              <a:solidFill>
                <a:srgbClr val="808080"/>
              </a:solidFill>
              <a:prstDash val="solid"/>
              <a:round/>
            </a:ln>
          </p:spPr>
          <p:txBody>
            <a:bodyPr rtlCol="0" anchor="ctr"/>
            <a:lstStyle/>
            <a:p>
              <a:endParaRPr lang="en-US"/>
            </a:p>
          </p:txBody>
        </p:sp>
        <p:sp>
          <p:nvSpPr>
            <p:cNvPr id="95" name="Freeform: Shape 94"/>
            <p:cNvSpPr/>
            <p:nvPr>
              <p:custDataLst>
                <p:tags r:id="rId15"/>
              </p:custDataLst>
            </p:nvPr>
          </p:nvSpPr>
          <p:spPr>
            <a:xfrm>
              <a:off x="3920650" y="3696330"/>
              <a:ext cx="94342" cy="302247"/>
            </a:xfrm>
            <a:custGeom>
              <a:avLst/>
              <a:gdLst>
                <a:gd name="connsiteX0" fmla="*/ 0 w 68513"/>
                <a:gd name="connsiteY0" fmla="*/ 0 h 219497"/>
                <a:gd name="connsiteX1" fmla="*/ 25375 w 68513"/>
                <a:gd name="connsiteY1" fmla="*/ 219497 h 219497"/>
                <a:gd name="connsiteX2" fmla="*/ 68514 w 68513"/>
                <a:gd name="connsiteY2" fmla="*/ 7613 h 219497"/>
              </a:gdLst>
              <a:ahLst/>
              <a:cxnLst>
                <a:cxn ang="0">
                  <a:pos x="connsiteX0" y="connsiteY0"/>
                </a:cxn>
                <a:cxn ang="0">
                  <a:pos x="connsiteX1" y="connsiteY1"/>
                </a:cxn>
                <a:cxn ang="0">
                  <a:pos x="connsiteX2" y="connsiteY2"/>
                </a:cxn>
              </a:cxnLst>
              <a:rect l="l" t="t" r="r" b="b"/>
              <a:pathLst>
                <a:path w="68513" h="219497">
                  <a:moveTo>
                    <a:pt x="0" y="0"/>
                  </a:moveTo>
                  <a:lnTo>
                    <a:pt x="25375" y="219497"/>
                  </a:lnTo>
                  <a:lnTo>
                    <a:pt x="68514" y="7613"/>
                  </a:lnTo>
                </a:path>
              </a:pathLst>
            </a:custGeom>
            <a:noFill/>
            <a:ln w="38057" cap="rnd">
              <a:solidFill>
                <a:srgbClr val="808080"/>
              </a:solidFill>
              <a:prstDash val="solid"/>
              <a:round/>
            </a:ln>
          </p:spPr>
          <p:txBody>
            <a:bodyPr rtlCol="0" anchor="ctr"/>
            <a:lstStyle/>
            <a:p>
              <a:endParaRPr lang="en-US"/>
            </a:p>
          </p:txBody>
        </p:sp>
        <p:sp>
          <p:nvSpPr>
            <p:cNvPr id="96" name="Freeform: Shape 95"/>
            <p:cNvSpPr/>
            <p:nvPr>
              <p:custDataLst>
                <p:tags r:id="rId16"/>
              </p:custDataLst>
            </p:nvPr>
          </p:nvSpPr>
          <p:spPr>
            <a:xfrm>
              <a:off x="6186630" y="3706813"/>
              <a:ext cx="75123" cy="309235"/>
            </a:xfrm>
            <a:custGeom>
              <a:avLst/>
              <a:gdLst>
                <a:gd name="connsiteX0" fmla="*/ 3806 w 54556"/>
                <a:gd name="connsiteY0" fmla="*/ 0 h 224572"/>
                <a:gd name="connsiteX1" fmla="*/ 0 w 54556"/>
                <a:gd name="connsiteY1" fmla="*/ 224572 h 224572"/>
                <a:gd name="connsiteX2" fmla="*/ 54557 w 54556"/>
                <a:gd name="connsiteY2" fmla="*/ 21569 h 224572"/>
                <a:gd name="connsiteX3" fmla="*/ 38063 w 54556"/>
                <a:gd name="connsiteY3" fmla="*/ 211885 h 224572"/>
              </a:gdLst>
              <a:ahLst/>
              <a:cxnLst>
                <a:cxn ang="0">
                  <a:pos x="connsiteX0" y="connsiteY0"/>
                </a:cxn>
                <a:cxn ang="0">
                  <a:pos x="connsiteX1" y="connsiteY1"/>
                </a:cxn>
                <a:cxn ang="0">
                  <a:pos x="connsiteX2" y="connsiteY2"/>
                </a:cxn>
                <a:cxn ang="0">
                  <a:pos x="connsiteX3" y="connsiteY3"/>
                </a:cxn>
              </a:cxnLst>
              <a:rect l="l" t="t" r="r" b="b"/>
              <a:pathLst>
                <a:path w="54556" h="224572">
                  <a:moveTo>
                    <a:pt x="3806" y="0"/>
                  </a:moveTo>
                  <a:cubicBezTo>
                    <a:pt x="3806" y="25375"/>
                    <a:pt x="0" y="224572"/>
                    <a:pt x="0" y="224572"/>
                  </a:cubicBezTo>
                  <a:lnTo>
                    <a:pt x="54557" y="21569"/>
                  </a:lnTo>
                  <a:lnTo>
                    <a:pt x="38063" y="211885"/>
                  </a:lnTo>
                </a:path>
              </a:pathLst>
            </a:custGeom>
            <a:noFill/>
            <a:ln w="38057" cap="rnd">
              <a:solidFill>
                <a:srgbClr val="808080"/>
              </a:solidFill>
              <a:prstDash val="solid"/>
              <a:round/>
            </a:ln>
          </p:spPr>
          <p:txBody>
            <a:bodyPr rtlCol="0" anchor="ctr"/>
            <a:lstStyle/>
            <a:p>
              <a:endParaRPr lang="en-US"/>
            </a:p>
          </p:txBody>
        </p:sp>
        <p:sp>
          <p:nvSpPr>
            <p:cNvPr id="97" name="Freeform: Shape 96"/>
            <p:cNvSpPr/>
            <p:nvPr>
              <p:custDataLst>
                <p:tags r:id="rId17"/>
              </p:custDataLst>
            </p:nvPr>
          </p:nvSpPr>
          <p:spPr>
            <a:xfrm>
              <a:off x="8190546" y="3671870"/>
              <a:ext cx="249834" cy="338936"/>
            </a:xfrm>
            <a:custGeom>
              <a:avLst/>
              <a:gdLst>
                <a:gd name="connsiteX0" fmla="*/ 29182 w 181434"/>
                <a:gd name="connsiteY0" fmla="*/ 0 h 246141"/>
                <a:gd name="connsiteX1" fmla="*/ 181434 w 181434"/>
                <a:gd name="connsiteY1" fmla="*/ 203003 h 246141"/>
                <a:gd name="connsiteX2" fmla="*/ 0 w 181434"/>
                <a:gd name="connsiteY2" fmla="*/ 59632 h 246141"/>
                <a:gd name="connsiteX3" fmla="*/ 168747 w 181434"/>
                <a:gd name="connsiteY3" fmla="*/ 246141 h 246141"/>
              </a:gdLst>
              <a:ahLst/>
              <a:cxnLst>
                <a:cxn ang="0">
                  <a:pos x="connsiteX0" y="connsiteY0"/>
                </a:cxn>
                <a:cxn ang="0">
                  <a:pos x="connsiteX1" y="connsiteY1"/>
                </a:cxn>
                <a:cxn ang="0">
                  <a:pos x="connsiteX2" y="connsiteY2"/>
                </a:cxn>
                <a:cxn ang="0">
                  <a:pos x="connsiteX3" y="connsiteY3"/>
                </a:cxn>
              </a:cxnLst>
              <a:rect l="l" t="t" r="r" b="b"/>
              <a:pathLst>
                <a:path w="181434" h="246141">
                  <a:moveTo>
                    <a:pt x="29182" y="0"/>
                  </a:moveTo>
                  <a:lnTo>
                    <a:pt x="181434" y="203003"/>
                  </a:lnTo>
                  <a:lnTo>
                    <a:pt x="0" y="59632"/>
                  </a:lnTo>
                  <a:lnTo>
                    <a:pt x="168747" y="246141"/>
                  </a:lnTo>
                </a:path>
              </a:pathLst>
            </a:custGeom>
            <a:noFill/>
            <a:ln w="38057" cap="rnd">
              <a:solidFill>
                <a:srgbClr val="808080"/>
              </a:solidFill>
              <a:prstDash val="solid"/>
              <a:round/>
            </a:ln>
          </p:spPr>
          <p:txBody>
            <a:bodyPr rtlCol="0" anchor="ctr"/>
            <a:lstStyle/>
            <a:p>
              <a:endParaRPr lang="en-US"/>
            </a:p>
          </p:txBody>
        </p:sp>
        <p:grpSp>
          <p:nvGrpSpPr>
            <p:cNvPr id="114" name="Group 113"/>
            <p:cNvGrpSpPr/>
            <p:nvPr/>
          </p:nvGrpSpPr>
          <p:grpSpPr>
            <a:xfrm>
              <a:off x="5815069" y="672951"/>
              <a:ext cx="5808255" cy="6020177"/>
              <a:chOff x="4150550" y="812435"/>
              <a:chExt cx="5808255" cy="6020177"/>
            </a:xfrm>
          </p:grpSpPr>
          <p:pic>
            <p:nvPicPr>
              <p:cNvPr id="110" name="Graphisme 65"/>
              <p:cNvPicPr>
                <a:picLocks noChangeAspect="1"/>
              </p:cNvPicPr>
              <p:nvPr>
                <p:custDataLst>
                  <p:tags r:id="rId18"/>
                </p:custDataLst>
              </p:nvPr>
            </p:nvPicPr>
            <p:blipFill>
              <a:blip r:embed="rId3">
                <a:extLst>
                  <a:ext uri="{96DAC541-7B7A-43D3-8B79-37D633B846F1}">
                    <asvg:svgBlip xmlns:asvg="http://schemas.microsoft.com/office/drawing/2016/SVG/main" r:embed="rId4"/>
                  </a:ext>
                </a:extLst>
              </a:blip>
              <a:stretch>
                <a:fillRect/>
              </a:stretch>
            </p:blipFill>
            <p:spPr>
              <a:xfrm flipV="1">
                <a:off x="7916442" y="3882531"/>
                <a:ext cx="2042363" cy="2950081"/>
              </a:xfrm>
              <a:prstGeom prst="rect">
                <a:avLst/>
              </a:prstGeom>
            </p:spPr>
          </p:pic>
          <p:sp>
            <p:nvSpPr>
              <p:cNvPr id="111" name="Freeform: Shape 110"/>
              <p:cNvSpPr/>
              <p:nvPr>
                <p:custDataLst>
                  <p:tags r:id="rId19"/>
                </p:custDataLst>
              </p:nvPr>
            </p:nvSpPr>
            <p:spPr>
              <a:xfrm>
                <a:off x="8867691" y="40636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112" name="Freeform: Shape 111"/>
              <p:cNvSpPr/>
              <p:nvPr/>
            </p:nvSpPr>
            <p:spPr>
              <a:xfrm>
                <a:off x="4150550" y="812435"/>
                <a:ext cx="5450689" cy="3326311"/>
              </a:xfrm>
              <a:custGeom>
                <a:avLst/>
                <a:gdLst>
                  <a:gd name="connsiteX0" fmla="*/ 0 w 2031133"/>
                  <a:gd name="connsiteY0" fmla="*/ 124888 h 2194250"/>
                  <a:gd name="connsiteX1" fmla="*/ 701630 w 2031133"/>
                  <a:gd name="connsiteY1" fmla="*/ 428124 h 2194250"/>
                  <a:gd name="connsiteX2" fmla="*/ 1053079 w 2031133"/>
                  <a:gd name="connsiteY2" fmla="*/ 711059 h 2194250"/>
                  <a:gd name="connsiteX3" fmla="*/ 1517448 w 2031133"/>
                  <a:gd name="connsiteY3" fmla="*/ 868387 h 2194250"/>
                  <a:gd name="connsiteX4" fmla="*/ 1827028 w 2031133"/>
                  <a:gd name="connsiteY4" fmla="*/ 802411 h 2194250"/>
                  <a:gd name="connsiteX5" fmla="*/ 2024956 w 2031133"/>
                  <a:gd name="connsiteY5" fmla="*/ 510594 h 2194250"/>
                  <a:gd name="connsiteX6" fmla="*/ 1693807 w 2031133"/>
                  <a:gd name="connsiteY6" fmla="*/ 4354 h 2194250"/>
                  <a:gd name="connsiteX7" fmla="*/ 1554243 w 2031133"/>
                  <a:gd name="connsiteY7" fmla="*/ 17042 h 2194250"/>
                  <a:gd name="connsiteX8" fmla="*/ 1357583 w 2031133"/>
                  <a:gd name="connsiteY8" fmla="*/ 291096 h 2194250"/>
                  <a:gd name="connsiteX9" fmla="*/ 1436247 w 2031133"/>
                  <a:gd name="connsiteY9" fmla="*/ 1048552 h 2194250"/>
                  <a:gd name="connsiteX10" fmla="*/ 1650669 w 2031133"/>
                  <a:gd name="connsiteY10" fmla="*/ 1392388 h 2194250"/>
                  <a:gd name="connsiteX11" fmla="*/ 1544093 w 2031133"/>
                  <a:gd name="connsiteY11" fmla="*/ 2194251 h 2194250"/>
                  <a:gd name="connsiteX0-1" fmla="*/ 0 w 3958386"/>
                  <a:gd name="connsiteY0-2" fmla="*/ 0 h 2373928"/>
                  <a:gd name="connsiteX1-3" fmla="*/ 2628883 w 3958386"/>
                  <a:gd name="connsiteY1-4" fmla="*/ 607801 h 2373928"/>
                  <a:gd name="connsiteX2-5" fmla="*/ 2980332 w 3958386"/>
                  <a:gd name="connsiteY2-6" fmla="*/ 890736 h 2373928"/>
                  <a:gd name="connsiteX3-7" fmla="*/ 3444701 w 3958386"/>
                  <a:gd name="connsiteY3-8" fmla="*/ 1048064 h 2373928"/>
                  <a:gd name="connsiteX4-9" fmla="*/ 3754281 w 3958386"/>
                  <a:gd name="connsiteY4-10" fmla="*/ 982088 h 2373928"/>
                  <a:gd name="connsiteX5-11" fmla="*/ 3952209 w 3958386"/>
                  <a:gd name="connsiteY5-12" fmla="*/ 690271 h 2373928"/>
                  <a:gd name="connsiteX6-13" fmla="*/ 3621060 w 3958386"/>
                  <a:gd name="connsiteY6-14" fmla="*/ 184031 h 2373928"/>
                  <a:gd name="connsiteX7-15" fmla="*/ 3481496 w 3958386"/>
                  <a:gd name="connsiteY7-16" fmla="*/ 196719 h 2373928"/>
                  <a:gd name="connsiteX8-17" fmla="*/ 3284836 w 3958386"/>
                  <a:gd name="connsiteY8-18" fmla="*/ 470773 h 2373928"/>
                  <a:gd name="connsiteX9-19" fmla="*/ 3363500 w 3958386"/>
                  <a:gd name="connsiteY9-20" fmla="*/ 1228229 h 2373928"/>
                  <a:gd name="connsiteX10-21" fmla="*/ 3577922 w 3958386"/>
                  <a:gd name="connsiteY10-22" fmla="*/ 1572065 h 2373928"/>
                  <a:gd name="connsiteX11-23" fmla="*/ 3471346 w 3958386"/>
                  <a:gd name="connsiteY11-24" fmla="*/ 2373928 h 2373928"/>
                  <a:gd name="connsiteX0-25" fmla="*/ 0 w 3958386"/>
                  <a:gd name="connsiteY0-26" fmla="*/ 0 h 2373928"/>
                  <a:gd name="connsiteX1-27" fmla="*/ 2663834 w 3958386"/>
                  <a:gd name="connsiteY1-28" fmla="*/ 93535 h 2373928"/>
                  <a:gd name="connsiteX2-29" fmla="*/ 2980332 w 3958386"/>
                  <a:gd name="connsiteY2-30" fmla="*/ 890736 h 2373928"/>
                  <a:gd name="connsiteX3-31" fmla="*/ 3444701 w 3958386"/>
                  <a:gd name="connsiteY3-32" fmla="*/ 1048064 h 2373928"/>
                  <a:gd name="connsiteX4-33" fmla="*/ 3754281 w 3958386"/>
                  <a:gd name="connsiteY4-34" fmla="*/ 982088 h 2373928"/>
                  <a:gd name="connsiteX5-35" fmla="*/ 3952209 w 3958386"/>
                  <a:gd name="connsiteY5-36" fmla="*/ 690271 h 2373928"/>
                  <a:gd name="connsiteX6-37" fmla="*/ 3621060 w 3958386"/>
                  <a:gd name="connsiteY6-38" fmla="*/ 184031 h 2373928"/>
                  <a:gd name="connsiteX7-39" fmla="*/ 3481496 w 3958386"/>
                  <a:gd name="connsiteY7-40" fmla="*/ 196719 h 2373928"/>
                  <a:gd name="connsiteX8-41" fmla="*/ 3284836 w 3958386"/>
                  <a:gd name="connsiteY8-42" fmla="*/ 470773 h 2373928"/>
                  <a:gd name="connsiteX9-43" fmla="*/ 3363500 w 3958386"/>
                  <a:gd name="connsiteY9-44" fmla="*/ 1228229 h 2373928"/>
                  <a:gd name="connsiteX10-45" fmla="*/ 3577922 w 3958386"/>
                  <a:gd name="connsiteY10-46" fmla="*/ 1572065 h 2373928"/>
                  <a:gd name="connsiteX11-47" fmla="*/ 3471346 w 3958386"/>
                  <a:gd name="connsiteY11-48" fmla="*/ 2373928 h 2373928"/>
                  <a:gd name="connsiteX0-49" fmla="*/ 0 w 3958386"/>
                  <a:gd name="connsiteY0-50" fmla="*/ 0 h 2373928"/>
                  <a:gd name="connsiteX1-51" fmla="*/ 2663834 w 3958386"/>
                  <a:gd name="connsiteY1-52" fmla="*/ 93535 h 2373928"/>
                  <a:gd name="connsiteX2-53" fmla="*/ 3035254 w 3958386"/>
                  <a:gd name="connsiteY2-54" fmla="*/ 905714 h 2373928"/>
                  <a:gd name="connsiteX3-55" fmla="*/ 3444701 w 3958386"/>
                  <a:gd name="connsiteY3-56" fmla="*/ 1048064 h 2373928"/>
                  <a:gd name="connsiteX4-57" fmla="*/ 3754281 w 3958386"/>
                  <a:gd name="connsiteY4-58" fmla="*/ 982088 h 2373928"/>
                  <a:gd name="connsiteX5-59" fmla="*/ 3952209 w 3958386"/>
                  <a:gd name="connsiteY5-60" fmla="*/ 690271 h 2373928"/>
                  <a:gd name="connsiteX6-61" fmla="*/ 3621060 w 3958386"/>
                  <a:gd name="connsiteY6-62" fmla="*/ 184031 h 2373928"/>
                  <a:gd name="connsiteX7-63" fmla="*/ 3481496 w 3958386"/>
                  <a:gd name="connsiteY7-64" fmla="*/ 196719 h 2373928"/>
                  <a:gd name="connsiteX8-65" fmla="*/ 3284836 w 3958386"/>
                  <a:gd name="connsiteY8-66" fmla="*/ 470773 h 2373928"/>
                  <a:gd name="connsiteX9-67" fmla="*/ 3363500 w 3958386"/>
                  <a:gd name="connsiteY9-68" fmla="*/ 1228229 h 2373928"/>
                  <a:gd name="connsiteX10-69" fmla="*/ 3577922 w 3958386"/>
                  <a:gd name="connsiteY10-70" fmla="*/ 1572065 h 2373928"/>
                  <a:gd name="connsiteX11-71" fmla="*/ 3471346 w 3958386"/>
                  <a:gd name="connsiteY11-72" fmla="*/ 2373928 h 2373928"/>
                  <a:gd name="connsiteX0-73" fmla="*/ 0 w 3958386"/>
                  <a:gd name="connsiteY0-74" fmla="*/ 41697 h 2415625"/>
                  <a:gd name="connsiteX1-75" fmla="*/ 2429169 w 3958386"/>
                  <a:gd name="connsiteY1-76" fmla="*/ 65332 h 2415625"/>
                  <a:gd name="connsiteX2-77" fmla="*/ 3035254 w 3958386"/>
                  <a:gd name="connsiteY2-78" fmla="*/ 947411 h 2415625"/>
                  <a:gd name="connsiteX3-79" fmla="*/ 3444701 w 3958386"/>
                  <a:gd name="connsiteY3-80" fmla="*/ 1089761 h 2415625"/>
                  <a:gd name="connsiteX4-81" fmla="*/ 3754281 w 3958386"/>
                  <a:gd name="connsiteY4-82" fmla="*/ 1023785 h 2415625"/>
                  <a:gd name="connsiteX5-83" fmla="*/ 3952209 w 3958386"/>
                  <a:gd name="connsiteY5-84" fmla="*/ 731968 h 2415625"/>
                  <a:gd name="connsiteX6-85" fmla="*/ 3621060 w 3958386"/>
                  <a:gd name="connsiteY6-86" fmla="*/ 225728 h 2415625"/>
                  <a:gd name="connsiteX7-87" fmla="*/ 3481496 w 3958386"/>
                  <a:gd name="connsiteY7-88" fmla="*/ 238416 h 2415625"/>
                  <a:gd name="connsiteX8-89" fmla="*/ 3284836 w 3958386"/>
                  <a:gd name="connsiteY8-90" fmla="*/ 512470 h 2415625"/>
                  <a:gd name="connsiteX9-91" fmla="*/ 3363500 w 3958386"/>
                  <a:gd name="connsiteY9-92" fmla="*/ 1269926 h 2415625"/>
                  <a:gd name="connsiteX10-93" fmla="*/ 3577922 w 3958386"/>
                  <a:gd name="connsiteY10-94" fmla="*/ 1613762 h 2415625"/>
                  <a:gd name="connsiteX11-95" fmla="*/ 3471346 w 3958386"/>
                  <a:gd name="connsiteY11-96" fmla="*/ 2415625 h 24156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3958386" h="2415625">
                    <a:moveTo>
                      <a:pt x="0" y="41697"/>
                    </a:moveTo>
                    <a:cubicBezTo>
                      <a:pt x="247410" y="77222"/>
                      <a:pt x="1923293" y="-85620"/>
                      <a:pt x="2429169" y="65332"/>
                    </a:cubicBezTo>
                    <a:cubicBezTo>
                      <a:pt x="2935045" y="216284"/>
                      <a:pt x="2865999" y="776673"/>
                      <a:pt x="3035254" y="947411"/>
                    </a:cubicBezTo>
                    <a:cubicBezTo>
                      <a:pt x="3204509" y="1118149"/>
                      <a:pt x="3324863" y="1077032"/>
                      <a:pt x="3444701" y="1089761"/>
                    </a:cubicBezTo>
                    <a:cubicBezTo>
                      <a:pt x="3564539" y="1102490"/>
                      <a:pt x="3659123" y="1080879"/>
                      <a:pt x="3754281" y="1023785"/>
                    </a:cubicBezTo>
                    <a:cubicBezTo>
                      <a:pt x="3849439" y="966690"/>
                      <a:pt x="3929372" y="860113"/>
                      <a:pt x="3952209" y="731968"/>
                    </a:cubicBezTo>
                    <a:cubicBezTo>
                      <a:pt x="3994079" y="492170"/>
                      <a:pt x="3816451" y="256179"/>
                      <a:pt x="3621060" y="225728"/>
                    </a:cubicBezTo>
                    <a:cubicBezTo>
                      <a:pt x="3574116" y="218116"/>
                      <a:pt x="3525903" y="219385"/>
                      <a:pt x="3481496" y="238416"/>
                    </a:cubicBezTo>
                    <a:cubicBezTo>
                      <a:pt x="3385070" y="279017"/>
                      <a:pt x="3320362" y="393206"/>
                      <a:pt x="3284836" y="512470"/>
                    </a:cubicBezTo>
                    <a:cubicBezTo>
                      <a:pt x="3211248" y="761149"/>
                      <a:pt x="3240430" y="1052966"/>
                      <a:pt x="3363500" y="1269926"/>
                    </a:cubicBezTo>
                    <a:cubicBezTo>
                      <a:pt x="3430745" y="1389190"/>
                      <a:pt x="3523365" y="1485617"/>
                      <a:pt x="3577922" y="1613762"/>
                    </a:cubicBezTo>
                    <a:cubicBezTo>
                      <a:pt x="3673080" y="1838335"/>
                      <a:pt x="3628673" y="2254491"/>
                      <a:pt x="3471346" y="2415625"/>
                    </a:cubicBezTo>
                  </a:path>
                </a:pathLst>
              </a:custGeom>
              <a:noFill/>
              <a:ln w="38057" cap="rnd">
                <a:solidFill>
                  <a:srgbClr val="B3B3B3"/>
                </a:solidFill>
                <a:prstDash val="solid"/>
                <a:round/>
              </a:ln>
            </p:spPr>
            <p:txBody>
              <a:bodyPr rtlCol="0" anchor="ctr"/>
              <a:lstStyle/>
              <a:p>
                <a:endParaRPr lang="en-US"/>
              </a:p>
            </p:txBody>
          </p:sp>
          <p:sp>
            <p:nvSpPr>
              <p:cNvPr id="113" name="Freeform: Shape 112"/>
              <p:cNvSpPr/>
              <p:nvPr>
                <p:custDataLst>
                  <p:tags r:id="rId20"/>
                </p:custDataLst>
              </p:nvPr>
            </p:nvSpPr>
            <p:spPr>
              <a:xfrm>
                <a:off x="8708706" y="3824270"/>
                <a:ext cx="249834" cy="338936"/>
              </a:xfrm>
              <a:custGeom>
                <a:avLst/>
                <a:gdLst>
                  <a:gd name="connsiteX0" fmla="*/ 29182 w 181434"/>
                  <a:gd name="connsiteY0" fmla="*/ 0 h 246141"/>
                  <a:gd name="connsiteX1" fmla="*/ 181434 w 181434"/>
                  <a:gd name="connsiteY1" fmla="*/ 203003 h 246141"/>
                  <a:gd name="connsiteX2" fmla="*/ 0 w 181434"/>
                  <a:gd name="connsiteY2" fmla="*/ 59632 h 246141"/>
                  <a:gd name="connsiteX3" fmla="*/ 168747 w 181434"/>
                  <a:gd name="connsiteY3" fmla="*/ 246141 h 246141"/>
                </a:gdLst>
                <a:ahLst/>
                <a:cxnLst>
                  <a:cxn ang="0">
                    <a:pos x="connsiteX0" y="connsiteY0"/>
                  </a:cxn>
                  <a:cxn ang="0">
                    <a:pos x="connsiteX1" y="connsiteY1"/>
                  </a:cxn>
                  <a:cxn ang="0">
                    <a:pos x="connsiteX2" y="connsiteY2"/>
                  </a:cxn>
                  <a:cxn ang="0">
                    <a:pos x="connsiteX3" y="connsiteY3"/>
                  </a:cxn>
                </a:cxnLst>
                <a:rect l="l" t="t" r="r" b="b"/>
                <a:pathLst>
                  <a:path w="181434" h="246141">
                    <a:moveTo>
                      <a:pt x="29182" y="0"/>
                    </a:moveTo>
                    <a:lnTo>
                      <a:pt x="181434" y="203003"/>
                    </a:lnTo>
                    <a:lnTo>
                      <a:pt x="0" y="59632"/>
                    </a:lnTo>
                    <a:lnTo>
                      <a:pt x="168747" y="246141"/>
                    </a:lnTo>
                  </a:path>
                </a:pathLst>
              </a:custGeom>
              <a:noFill/>
              <a:ln w="38057" cap="rnd">
                <a:solidFill>
                  <a:srgbClr val="808080"/>
                </a:solidFill>
                <a:prstDash val="solid"/>
                <a:round/>
              </a:ln>
            </p:spPr>
            <p:txBody>
              <a:bodyPr rtlCol="0" anchor="ctr"/>
              <a:lstStyle/>
              <a:p>
                <a:endParaRPr lang="en-US"/>
              </a:p>
            </p:txBody>
          </p:sp>
        </p:grpSp>
        <p:pic>
          <p:nvPicPr>
            <p:cNvPr id="116" name="Graphisme 12"/>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732480" y="316062"/>
              <a:ext cx="2873232" cy="2873232"/>
            </a:xfrm>
            <a:prstGeom prst="rect">
              <a:avLst/>
            </a:prstGeom>
          </p:spPr>
        </p:pic>
      </p:grpSp>
      <p:sp>
        <p:nvSpPr>
          <p:cNvPr id="121" name="TextBox 120"/>
          <p:cNvSpPr txBox="1"/>
          <p:nvPr/>
        </p:nvSpPr>
        <p:spPr>
          <a:xfrm>
            <a:off x="4982815" y="1154669"/>
            <a:ext cx="2438400" cy="1015663"/>
          </a:xfrm>
          <a:prstGeom prst="rect">
            <a:avLst/>
          </a:prstGeom>
          <a:noFill/>
        </p:spPr>
        <p:txBody>
          <a:bodyPr wrap="square">
            <a:spAutoFit/>
          </a:bodyPr>
          <a:lstStyle/>
          <a:p>
            <a:pPr algn="ctr"/>
            <a:r>
              <a:rPr lang="fr-FR" sz="2000" b="1" dirty="0">
                <a:solidFill>
                  <a:srgbClr val="009ADE"/>
                </a:solidFill>
                <a:latin typeface="Source Sans Pro" panose="020B0503030403020204" pitchFamily="34" charset="0"/>
                <a:sym typeface="Times New Roman" panose="02020603050405020304"/>
              </a:rPr>
              <a:t>II. Axes d’interventions en 2025</a:t>
            </a:r>
            <a:endParaRPr lang="en-US" sz="2000" dirty="0">
              <a:solidFill>
                <a:srgbClr val="009ADE"/>
              </a:solidFill>
            </a:endParaRPr>
          </a:p>
        </p:txBody>
      </p:sp>
      <p:sp>
        <p:nvSpPr>
          <p:cNvPr id="126" name="Rectangle 125"/>
          <p:cNvSpPr/>
          <p:nvPr>
            <p:custDataLst>
              <p:tags r:id="rId23"/>
            </p:custDataLst>
          </p:nvPr>
        </p:nvSpPr>
        <p:spPr>
          <a:xfrm>
            <a:off x="796831" y="4968757"/>
            <a:ext cx="1786113" cy="1323439"/>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de relance de la vaccination de routine</a:t>
            </a:r>
            <a:endParaRPr lang="fr-FR" sz="1600" dirty="0">
              <a:solidFill>
                <a:srgbClr val="002060"/>
              </a:solidFill>
              <a:latin typeface="Source Sans Pro" panose="020B0503030403020204" pitchFamily="34" charset="0"/>
            </a:endParaRPr>
          </a:p>
        </p:txBody>
      </p:sp>
      <p:sp>
        <p:nvSpPr>
          <p:cNvPr id="127" name="Rectangle 126"/>
          <p:cNvSpPr/>
          <p:nvPr>
            <p:custDataLst>
              <p:tags r:id="rId24"/>
            </p:custDataLst>
          </p:nvPr>
        </p:nvSpPr>
        <p:spPr>
          <a:xfrm>
            <a:off x="3079051" y="4967806"/>
            <a:ext cx="1786113" cy="830997"/>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de rattrapage</a:t>
            </a:r>
            <a:endParaRPr lang="fr-FR" sz="1600" dirty="0">
              <a:solidFill>
                <a:srgbClr val="002060"/>
              </a:solidFill>
              <a:latin typeface="Source Sans Pro" panose="020B0503030403020204" pitchFamily="34" charset="0"/>
            </a:endParaRPr>
          </a:p>
        </p:txBody>
      </p:sp>
      <p:sp>
        <p:nvSpPr>
          <p:cNvPr id="128" name="Rectangle 127"/>
          <p:cNvSpPr/>
          <p:nvPr>
            <p:custDataLst>
              <p:tags r:id="rId25"/>
            </p:custDataLst>
          </p:nvPr>
        </p:nvSpPr>
        <p:spPr>
          <a:xfrm>
            <a:off x="5264716" y="4966855"/>
            <a:ext cx="1786113" cy="1323439"/>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d’amélioration de la qualité des données.</a:t>
            </a:r>
            <a:endParaRPr lang="fr-FR" sz="1600" dirty="0">
              <a:solidFill>
                <a:srgbClr val="002060"/>
              </a:solidFill>
              <a:latin typeface="Source Sans Pro" panose="020B0503030403020204" pitchFamily="34" charset="0"/>
            </a:endParaRPr>
          </a:p>
        </p:txBody>
      </p:sp>
      <p:sp>
        <p:nvSpPr>
          <p:cNvPr id="129" name="Rectangle 128"/>
          <p:cNvSpPr/>
          <p:nvPr>
            <p:custDataLst>
              <p:tags r:id="rId26"/>
            </p:custDataLst>
          </p:nvPr>
        </p:nvSpPr>
        <p:spPr>
          <a:xfrm>
            <a:off x="7546936" y="4965904"/>
            <a:ext cx="1930696" cy="1322070"/>
          </a:xfrm>
          <a:prstGeom prst="rect">
            <a:avLst/>
          </a:prstGeom>
        </p:spPr>
        <p:txBody>
          <a:bodyPr wrap="square">
            <a:spAutoFit/>
          </a:bodyPr>
          <a:lstStyle/>
          <a:p>
            <a:r>
              <a:rPr lang="fr-FR" sz="1600" dirty="0">
                <a:solidFill>
                  <a:srgbClr val="002060"/>
                </a:solidFill>
                <a:latin typeface="Source Sans Pro" panose="020B0503030403020204" pitchFamily="34" charset="0"/>
              </a:rPr>
              <a:t>Appui à l’introduction des nouveaux vaccins (R21, RR) et aux AVS </a:t>
            </a:r>
            <a:endParaRPr lang="fr-FR" sz="1600" dirty="0">
              <a:solidFill>
                <a:srgbClr val="002060"/>
              </a:solidFill>
              <a:latin typeface="Source Sans Pro" panose="020B0503030403020204" pitchFamily="34" charset="0"/>
            </a:endParaRPr>
          </a:p>
        </p:txBody>
      </p:sp>
      <p:sp>
        <p:nvSpPr>
          <p:cNvPr id="130" name="Rectangle 129"/>
          <p:cNvSpPr/>
          <p:nvPr>
            <p:custDataLst>
              <p:tags r:id="rId27"/>
            </p:custDataLst>
          </p:nvPr>
        </p:nvSpPr>
        <p:spPr>
          <a:xfrm>
            <a:off x="9698525" y="4964953"/>
            <a:ext cx="1962432" cy="1569660"/>
          </a:xfrm>
          <a:prstGeom prst="rect">
            <a:avLst/>
          </a:prstGeom>
        </p:spPr>
        <p:txBody>
          <a:bodyPr wrap="square">
            <a:spAutoFit/>
          </a:bodyPr>
          <a:lstStyle/>
          <a:p>
            <a:r>
              <a:rPr lang="fr-FR" sz="1600" dirty="0">
                <a:solidFill>
                  <a:srgbClr val="002060"/>
                </a:solidFill>
                <a:latin typeface="Source Sans Pro" panose="020B0503030403020204" pitchFamily="34" charset="0"/>
              </a:rPr>
              <a:t>Soutien à la gestion du programme (Coordination technique et stratégique, Suivi-Évaluation, GTCV)</a:t>
            </a:r>
            <a:endParaRPr lang="en-US" sz="1600" dirty="0">
              <a:solidFill>
                <a:srgbClr val="002060"/>
              </a:solidFill>
              <a:latin typeface="Source Sans Pro" panose="020B0503030403020204" pitchFamily="34" charset="0"/>
            </a:endParaRPr>
          </a:p>
        </p:txBody>
      </p:sp>
      <p:pic>
        <p:nvPicPr>
          <p:cNvPr id="133" name="Graphic 132"/>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1193749" y="4226313"/>
            <a:ext cx="838922" cy="724828"/>
          </a:xfrm>
          <a:prstGeom prst="rect">
            <a:avLst/>
          </a:prstGeom>
        </p:spPr>
      </p:pic>
      <p:pic>
        <p:nvPicPr>
          <p:cNvPr id="135" name="Graphisme 55"/>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878227" y="469617"/>
            <a:ext cx="2581738" cy="2581738"/>
          </a:xfrm>
          <a:prstGeom prst="rect">
            <a:avLst/>
          </a:prstGeom>
        </p:spPr>
      </p:pic>
      <p:pic>
        <p:nvPicPr>
          <p:cNvPr id="136" name="Graphic 135"/>
          <p:cNvPicPr>
            <a:picLocks noChangeAspect="1"/>
          </p:cNvPicPr>
          <p:nvPr>
            <p:custDataLst>
              <p:tags r:id="rId33"/>
            </p:custDataLst>
          </p:nvPr>
        </p:nvPicPr>
        <p:blipFill>
          <a:blip r:embed="rId29">
            <a:extLst>
              <a:ext uri="{96DAC541-7B7A-43D3-8B79-37D633B846F1}">
                <asvg:svgBlip xmlns:asvg="http://schemas.microsoft.com/office/drawing/2016/SVG/main" r:embed="rId30"/>
              </a:ext>
            </a:extLst>
          </a:blip>
          <a:stretch>
            <a:fillRect/>
          </a:stretch>
        </p:blipFill>
        <p:spPr>
          <a:xfrm>
            <a:off x="3440125" y="4214121"/>
            <a:ext cx="838922" cy="724828"/>
          </a:xfrm>
          <a:prstGeom prst="rect">
            <a:avLst/>
          </a:prstGeom>
        </p:spPr>
      </p:pic>
      <p:pic>
        <p:nvPicPr>
          <p:cNvPr id="168" name="Graphic 167"/>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8305084" y="4723202"/>
            <a:ext cx="350103" cy="350103"/>
          </a:xfrm>
          <a:prstGeom prst="rect">
            <a:avLst/>
          </a:prstGeom>
        </p:spPr>
      </p:pic>
      <p:grpSp>
        <p:nvGrpSpPr>
          <p:cNvPr id="169" name="Group 168"/>
          <p:cNvGrpSpPr/>
          <p:nvPr>
            <p:custDataLst>
              <p:tags r:id="rId37"/>
            </p:custDataLst>
          </p:nvPr>
        </p:nvGrpSpPr>
        <p:grpSpPr>
          <a:xfrm>
            <a:off x="7965574" y="4075891"/>
            <a:ext cx="695654" cy="782264"/>
            <a:chOff x="5278129" y="28821661"/>
            <a:chExt cx="1067912" cy="1200868"/>
          </a:xfrm>
          <a:solidFill>
            <a:srgbClr val="009ADE"/>
          </a:solidFill>
        </p:grpSpPr>
        <p:sp>
          <p:nvSpPr>
            <p:cNvPr id="170" name="Freeform: Shape 169"/>
            <p:cNvSpPr/>
            <p:nvPr>
              <p:custDataLst>
                <p:tags r:id="rId38"/>
              </p:custDataLst>
            </p:nvPr>
          </p:nvSpPr>
          <p:spPr>
            <a:xfrm rot="2535657">
              <a:off x="5278129" y="28821661"/>
              <a:ext cx="1067912" cy="1085786"/>
            </a:xfrm>
            <a:custGeom>
              <a:avLst/>
              <a:gdLst>
                <a:gd name="connsiteX0" fmla="*/ 864281 w 1575682"/>
                <a:gd name="connsiteY0" fmla="*/ 2838 h 1602051"/>
                <a:gd name="connsiteX1" fmla="*/ 1508416 w 1575682"/>
                <a:gd name="connsiteY1" fmla="*/ 182217 h 1602051"/>
                <a:gd name="connsiteX2" fmla="*/ 1512492 w 1575682"/>
                <a:gd name="connsiteY2" fmla="*/ 172025 h 1602051"/>
                <a:gd name="connsiteX3" fmla="*/ 1494147 w 1575682"/>
                <a:gd name="connsiteY3" fmla="*/ 19145 h 1602051"/>
                <a:gd name="connsiteX4" fmla="*/ 1538992 w 1575682"/>
                <a:gd name="connsiteY4" fmla="*/ 15068 h 1602051"/>
                <a:gd name="connsiteX5" fmla="*/ 1575683 w 1575682"/>
                <a:gd name="connsiteY5" fmla="*/ 263753 h 1602051"/>
                <a:gd name="connsiteX6" fmla="*/ 1549184 w 1575682"/>
                <a:gd name="connsiteY6" fmla="*/ 278022 h 1602051"/>
                <a:gd name="connsiteX7" fmla="*/ 1324960 w 1575682"/>
                <a:gd name="connsiteY7" fmla="*/ 310636 h 1602051"/>
                <a:gd name="connsiteX8" fmla="*/ 1310691 w 1575682"/>
                <a:gd name="connsiteY8" fmla="*/ 271907 h 1602051"/>
                <a:gd name="connsiteX9" fmla="*/ 1320883 w 1575682"/>
                <a:gd name="connsiteY9" fmla="*/ 261715 h 1602051"/>
                <a:gd name="connsiteX10" fmla="*/ 1488032 w 1575682"/>
                <a:gd name="connsiteY10" fmla="*/ 233177 h 1602051"/>
                <a:gd name="connsiteX11" fmla="*/ 595213 w 1575682"/>
                <a:gd name="connsiteY11" fmla="*/ 127180 h 1602051"/>
                <a:gd name="connsiteX12" fmla="*/ 59114 w 1575682"/>
                <a:gd name="connsiteY12" fmla="*/ 858966 h 1602051"/>
                <a:gd name="connsiteX13" fmla="*/ 193648 w 1575682"/>
                <a:gd name="connsiteY13" fmla="*/ 1429717 h 1602051"/>
                <a:gd name="connsiteX14" fmla="*/ 301683 w 1575682"/>
                <a:gd name="connsiteY14" fmla="*/ 1574444 h 1602051"/>
                <a:gd name="connsiteX15" fmla="*/ 260915 w 1575682"/>
                <a:gd name="connsiteY15" fmla="*/ 1598905 h 1602051"/>
                <a:gd name="connsiteX16" fmla="*/ 0 w 1575682"/>
                <a:gd name="connsiteY16" fmla="*/ 950694 h 1602051"/>
                <a:gd name="connsiteX17" fmla="*/ 440294 w 1575682"/>
                <a:gd name="connsiteY17" fmla="*/ 147564 h 1602051"/>
                <a:gd name="connsiteX18" fmla="*/ 864281 w 1575682"/>
                <a:gd name="connsiteY18" fmla="*/ 2838 h 160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5682" h="1602051">
                  <a:moveTo>
                    <a:pt x="864281" y="2838"/>
                  </a:moveTo>
                  <a:cubicBezTo>
                    <a:pt x="1101115" y="-14214"/>
                    <a:pt x="1315828" y="45579"/>
                    <a:pt x="1508416" y="182217"/>
                  </a:cubicBezTo>
                  <a:cubicBezTo>
                    <a:pt x="1509773" y="178820"/>
                    <a:pt x="1511135" y="175422"/>
                    <a:pt x="1512492" y="172025"/>
                  </a:cubicBezTo>
                  <a:cubicBezTo>
                    <a:pt x="1502125" y="121422"/>
                    <a:pt x="1496010" y="70463"/>
                    <a:pt x="1494147" y="19145"/>
                  </a:cubicBezTo>
                  <a:cubicBezTo>
                    <a:pt x="1507486" y="4486"/>
                    <a:pt x="1522432" y="3126"/>
                    <a:pt x="1538992" y="15068"/>
                  </a:cubicBezTo>
                  <a:cubicBezTo>
                    <a:pt x="1556110" y="97378"/>
                    <a:pt x="1568341" y="180272"/>
                    <a:pt x="1575683" y="263753"/>
                  </a:cubicBezTo>
                  <a:cubicBezTo>
                    <a:pt x="1569331" y="272997"/>
                    <a:pt x="1560501" y="277754"/>
                    <a:pt x="1549184" y="278022"/>
                  </a:cubicBezTo>
                  <a:cubicBezTo>
                    <a:pt x="1474562" y="291142"/>
                    <a:pt x="1399822" y="302014"/>
                    <a:pt x="1324960" y="310636"/>
                  </a:cubicBezTo>
                  <a:cubicBezTo>
                    <a:pt x="1309500" y="302268"/>
                    <a:pt x="1304747" y="289358"/>
                    <a:pt x="1310691" y="271907"/>
                  </a:cubicBezTo>
                  <a:cubicBezTo>
                    <a:pt x="1314087" y="268509"/>
                    <a:pt x="1317487" y="265112"/>
                    <a:pt x="1320883" y="261715"/>
                  </a:cubicBezTo>
                  <a:cubicBezTo>
                    <a:pt x="1376527" y="251761"/>
                    <a:pt x="1432245" y="242249"/>
                    <a:pt x="1488032" y="233177"/>
                  </a:cubicBezTo>
                  <a:cubicBezTo>
                    <a:pt x="1209582" y="38409"/>
                    <a:pt x="911976" y="3078"/>
                    <a:pt x="595213" y="127180"/>
                  </a:cubicBezTo>
                  <a:cubicBezTo>
                    <a:pt x="285291" y="274154"/>
                    <a:pt x="106592" y="518084"/>
                    <a:pt x="59114" y="858966"/>
                  </a:cubicBezTo>
                  <a:cubicBezTo>
                    <a:pt x="40137" y="1064436"/>
                    <a:pt x="84982" y="1254688"/>
                    <a:pt x="193648" y="1429717"/>
                  </a:cubicBezTo>
                  <a:cubicBezTo>
                    <a:pt x="228148" y="1479157"/>
                    <a:pt x="264160" y="1527398"/>
                    <a:pt x="301683" y="1574444"/>
                  </a:cubicBezTo>
                  <a:cubicBezTo>
                    <a:pt x="298281" y="1599064"/>
                    <a:pt x="284691" y="1607217"/>
                    <a:pt x="260915" y="1598905"/>
                  </a:cubicBezTo>
                  <a:cubicBezTo>
                    <a:pt x="90949" y="1417736"/>
                    <a:pt x="3977" y="1201665"/>
                    <a:pt x="0" y="950694"/>
                  </a:cubicBezTo>
                  <a:cubicBezTo>
                    <a:pt x="10886" y="606738"/>
                    <a:pt x="157651" y="339027"/>
                    <a:pt x="440294" y="147564"/>
                  </a:cubicBezTo>
                  <a:cubicBezTo>
                    <a:pt x="571001" y="67080"/>
                    <a:pt x="712331" y="18838"/>
                    <a:pt x="864281" y="2838"/>
                  </a:cubicBezTo>
                  <a:close/>
                </a:path>
              </a:pathLst>
            </a:custGeom>
            <a:grpFill/>
            <a:ln w="4074" cap="flat">
              <a:noFill/>
              <a:prstDash val="solid"/>
              <a:miter/>
            </a:ln>
          </p:spPr>
          <p:txBody>
            <a:bodyPr rtlCol="0" anchor="ctr"/>
            <a:lstStyle/>
            <a:p>
              <a:endParaRPr lang="en-US"/>
            </a:p>
          </p:txBody>
        </p:sp>
        <p:sp>
          <p:nvSpPr>
            <p:cNvPr id="171" name="Freeform: Shape 170"/>
            <p:cNvSpPr/>
            <p:nvPr>
              <p:custDataLst>
                <p:tags r:id="rId39"/>
              </p:custDataLst>
            </p:nvPr>
          </p:nvSpPr>
          <p:spPr>
            <a:xfrm>
              <a:off x="5818883" y="29318773"/>
              <a:ext cx="450733" cy="450740"/>
            </a:xfrm>
            <a:custGeom>
              <a:avLst/>
              <a:gdLst>
                <a:gd name="connsiteX0" fmla="*/ 368812 w 660010"/>
                <a:gd name="connsiteY0" fmla="*/ 400057 h 660019"/>
                <a:gd name="connsiteX1" fmla="*/ 365854 w 660010"/>
                <a:gd name="connsiteY1" fmla="*/ 396366 h 660019"/>
                <a:gd name="connsiteX2" fmla="*/ 366588 w 660010"/>
                <a:gd name="connsiteY2" fmla="*/ 388250 h 660019"/>
                <a:gd name="connsiteX3" fmla="*/ 361405 w 660010"/>
                <a:gd name="connsiteY3" fmla="*/ 389741 h 660019"/>
                <a:gd name="connsiteX4" fmla="*/ 579322 w 660010"/>
                <a:gd name="connsiteY4" fmla="*/ 172868 h 660019"/>
                <a:gd name="connsiteX5" fmla="*/ 584495 w 660010"/>
                <a:gd name="connsiteY5" fmla="*/ 165485 h 660019"/>
                <a:gd name="connsiteX6" fmla="*/ 513581 w 660010"/>
                <a:gd name="connsiteY6" fmla="*/ 92469 h 660019"/>
                <a:gd name="connsiteX7" fmla="*/ 493639 w 660010"/>
                <a:gd name="connsiteY7" fmla="*/ 75505 h 660019"/>
                <a:gd name="connsiteX8" fmla="*/ 470747 w 660010"/>
                <a:gd name="connsiteY8" fmla="*/ 97627 h 660019"/>
                <a:gd name="connsiteX9" fmla="*/ 517275 w 660010"/>
                <a:gd name="connsiteY9" fmla="*/ 144830 h 660019"/>
                <a:gd name="connsiteX10" fmla="*/ 511366 w 660010"/>
                <a:gd name="connsiteY10" fmla="*/ 155170 h 660019"/>
                <a:gd name="connsiteX11" fmla="*/ 503241 w 660010"/>
                <a:gd name="connsiteY11" fmla="*/ 149988 h 660019"/>
                <a:gd name="connsiteX12" fmla="*/ 460406 w 660010"/>
                <a:gd name="connsiteY12" fmla="*/ 107943 h 660019"/>
                <a:gd name="connsiteX13" fmla="*/ 438235 w 660010"/>
                <a:gd name="connsiteY13" fmla="*/ 130823 h 660019"/>
                <a:gd name="connsiteX14" fmla="*/ 461140 w 660010"/>
                <a:gd name="connsiteY14" fmla="*/ 153679 h 660019"/>
                <a:gd name="connsiteX15" fmla="*/ 451533 w 660010"/>
                <a:gd name="connsiteY15" fmla="*/ 164752 h 660019"/>
                <a:gd name="connsiteX16" fmla="*/ 427895 w 660010"/>
                <a:gd name="connsiteY16" fmla="*/ 140405 h 660019"/>
                <a:gd name="connsiteX17" fmla="*/ 404257 w 660010"/>
                <a:gd name="connsiteY17" fmla="*/ 164752 h 660019"/>
                <a:gd name="connsiteX18" fmla="*/ 450800 w 660010"/>
                <a:gd name="connsiteY18" fmla="*/ 211222 h 660019"/>
                <a:gd name="connsiteX19" fmla="*/ 441193 w 660010"/>
                <a:gd name="connsiteY19" fmla="*/ 220804 h 660019"/>
                <a:gd name="connsiteX20" fmla="*/ 393917 w 660010"/>
                <a:gd name="connsiteY20" fmla="*/ 174334 h 660019"/>
                <a:gd name="connsiteX21" fmla="*/ 370279 w 660010"/>
                <a:gd name="connsiteY21" fmla="*/ 197215 h 660019"/>
                <a:gd name="connsiteX22" fmla="*/ 394650 w 660010"/>
                <a:gd name="connsiteY22" fmla="*/ 221537 h 660019"/>
                <a:gd name="connsiteX23" fmla="*/ 385043 w 660010"/>
                <a:gd name="connsiteY23" fmla="*/ 231144 h 660019"/>
                <a:gd name="connsiteX24" fmla="*/ 360672 w 660010"/>
                <a:gd name="connsiteY24" fmla="*/ 208264 h 660019"/>
                <a:gd name="connsiteX25" fmla="*/ 337768 w 660010"/>
                <a:gd name="connsiteY25" fmla="*/ 231144 h 660019"/>
                <a:gd name="connsiteX26" fmla="*/ 384310 w 660010"/>
                <a:gd name="connsiteY26" fmla="*/ 279080 h 660019"/>
                <a:gd name="connsiteX27" fmla="*/ 373237 w 660010"/>
                <a:gd name="connsiteY27" fmla="*/ 287196 h 660019"/>
                <a:gd name="connsiteX28" fmla="*/ 327427 w 660010"/>
                <a:gd name="connsiteY28" fmla="*/ 240726 h 660019"/>
                <a:gd name="connsiteX29" fmla="*/ 305280 w 660010"/>
                <a:gd name="connsiteY29" fmla="*/ 263582 h 660019"/>
                <a:gd name="connsiteX30" fmla="*/ 328185 w 660010"/>
                <a:gd name="connsiteY30" fmla="*/ 289420 h 660019"/>
                <a:gd name="connsiteX31" fmla="*/ 318578 w 660010"/>
                <a:gd name="connsiteY31" fmla="*/ 297536 h 660019"/>
                <a:gd name="connsiteX32" fmla="*/ 294207 w 660010"/>
                <a:gd name="connsiteY32" fmla="*/ 274656 h 660019"/>
                <a:gd name="connsiteX33" fmla="*/ 272036 w 660010"/>
                <a:gd name="connsiteY33" fmla="*/ 295311 h 660019"/>
                <a:gd name="connsiteX34" fmla="*/ 272036 w 660010"/>
                <a:gd name="connsiteY34" fmla="*/ 299736 h 660019"/>
                <a:gd name="connsiteX35" fmla="*/ 317087 w 660010"/>
                <a:gd name="connsiteY35" fmla="*/ 345472 h 660019"/>
                <a:gd name="connsiteX36" fmla="*/ 317087 w 660010"/>
                <a:gd name="connsiteY36" fmla="*/ 352854 h 660019"/>
                <a:gd name="connsiteX37" fmla="*/ 306747 w 660010"/>
                <a:gd name="connsiteY37" fmla="*/ 354321 h 660019"/>
                <a:gd name="connsiteX38" fmla="*/ 260229 w 660010"/>
                <a:gd name="connsiteY38" fmla="*/ 308585 h 660019"/>
                <a:gd name="connsiteX39" fmla="*/ 237324 w 660010"/>
                <a:gd name="connsiteY39" fmla="*/ 330708 h 660019"/>
                <a:gd name="connsiteX40" fmla="*/ 260229 w 660010"/>
                <a:gd name="connsiteY40" fmla="*/ 354321 h 660019"/>
                <a:gd name="connsiteX41" fmla="*/ 252089 w 660010"/>
                <a:gd name="connsiteY41" fmla="*/ 365395 h 660019"/>
                <a:gd name="connsiteX42" fmla="*/ 226984 w 660010"/>
                <a:gd name="connsiteY42" fmla="*/ 341048 h 660019"/>
                <a:gd name="connsiteX43" fmla="*/ 201855 w 660010"/>
                <a:gd name="connsiteY43" fmla="*/ 366128 h 660019"/>
                <a:gd name="connsiteX44" fmla="*/ 248398 w 660010"/>
                <a:gd name="connsiteY44" fmla="*/ 413331 h 660019"/>
                <a:gd name="connsiteX45" fmla="*/ 238791 w 660010"/>
                <a:gd name="connsiteY45" fmla="*/ 422913 h 660019"/>
                <a:gd name="connsiteX46" fmla="*/ 191515 w 660010"/>
                <a:gd name="connsiteY46" fmla="*/ 376444 h 660019"/>
                <a:gd name="connsiteX47" fmla="*/ 168635 w 660010"/>
                <a:gd name="connsiteY47" fmla="*/ 398590 h 660019"/>
                <a:gd name="connsiteX48" fmla="*/ 168635 w 660010"/>
                <a:gd name="connsiteY48" fmla="*/ 403015 h 660019"/>
                <a:gd name="connsiteX49" fmla="*/ 258738 w 660010"/>
                <a:gd name="connsiteY49" fmla="*/ 491529 h 660019"/>
                <a:gd name="connsiteX50" fmla="*/ 283867 w 660010"/>
                <a:gd name="connsiteY50" fmla="*/ 467916 h 660019"/>
                <a:gd name="connsiteX51" fmla="*/ 286067 w 660010"/>
                <a:gd name="connsiteY51" fmla="*/ 413331 h 660019"/>
                <a:gd name="connsiteX52" fmla="*/ 286800 w 660010"/>
                <a:gd name="connsiteY52" fmla="*/ 462025 h 660019"/>
                <a:gd name="connsiteX53" fmla="*/ 289025 w 660010"/>
                <a:gd name="connsiteY53" fmla="*/ 474565 h 660019"/>
                <a:gd name="connsiteX54" fmla="*/ 281642 w 660010"/>
                <a:gd name="connsiteY54" fmla="*/ 480456 h 660019"/>
                <a:gd name="connsiteX55" fmla="*/ 283867 w 660010"/>
                <a:gd name="connsiteY55" fmla="*/ 482680 h 660019"/>
                <a:gd name="connsiteX56" fmla="*/ 290516 w 660010"/>
                <a:gd name="connsiteY56" fmla="*/ 478256 h 660019"/>
                <a:gd name="connsiteX57" fmla="*/ 260962 w 660010"/>
                <a:gd name="connsiteY57" fmla="*/ 508494 h 660019"/>
                <a:gd name="connsiteX58" fmla="*/ 255046 w 660010"/>
                <a:gd name="connsiteY58" fmla="*/ 508494 h 660019"/>
                <a:gd name="connsiteX59" fmla="*/ 224760 w 660010"/>
                <a:gd name="connsiteY59" fmla="*/ 479723 h 660019"/>
                <a:gd name="connsiteX60" fmla="*/ 166410 w 660010"/>
                <a:gd name="connsiteY60" fmla="*/ 536532 h 660019"/>
                <a:gd name="connsiteX61" fmla="*/ 157537 w 660010"/>
                <a:gd name="connsiteY61" fmla="*/ 536532 h 660019"/>
                <a:gd name="connsiteX62" fmla="*/ 147197 w 660010"/>
                <a:gd name="connsiteY62" fmla="*/ 526192 h 660019"/>
                <a:gd name="connsiteX63" fmla="*/ 142772 w 660010"/>
                <a:gd name="connsiteY63" fmla="*/ 526192 h 660019"/>
                <a:gd name="connsiteX64" fmla="*/ 11284 w 660010"/>
                <a:gd name="connsiteY64" fmla="*/ 658976 h 660019"/>
                <a:gd name="connsiteX65" fmla="*/ 1678 w 660010"/>
                <a:gd name="connsiteY65" fmla="*/ 649369 h 660019"/>
                <a:gd name="connsiteX66" fmla="*/ 133165 w 660010"/>
                <a:gd name="connsiteY66" fmla="*/ 516610 h 660019"/>
                <a:gd name="connsiteX67" fmla="*/ 133165 w 660010"/>
                <a:gd name="connsiteY67" fmla="*/ 512185 h 660019"/>
                <a:gd name="connsiteX68" fmla="*/ 128741 w 660010"/>
                <a:gd name="connsiteY68" fmla="*/ 506269 h 660019"/>
                <a:gd name="connsiteX69" fmla="*/ 119868 w 660010"/>
                <a:gd name="connsiteY69" fmla="*/ 490038 h 660019"/>
                <a:gd name="connsiteX70" fmla="*/ 176750 w 660010"/>
                <a:gd name="connsiteY70" fmla="*/ 431786 h 660019"/>
                <a:gd name="connsiteX71" fmla="*/ 150888 w 660010"/>
                <a:gd name="connsiteY71" fmla="*/ 404482 h 660019"/>
                <a:gd name="connsiteX72" fmla="*/ 150888 w 660010"/>
                <a:gd name="connsiteY72" fmla="*/ 398590 h 660019"/>
                <a:gd name="connsiteX73" fmla="*/ 482553 w 660010"/>
                <a:gd name="connsiteY73" fmla="*/ 66656 h 660019"/>
                <a:gd name="connsiteX74" fmla="*/ 483297 w 660010"/>
                <a:gd name="connsiteY74" fmla="*/ 62206 h 660019"/>
                <a:gd name="connsiteX75" fmla="*/ 455224 w 660010"/>
                <a:gd name="connsiteY75" fmla="*/ 35660 h 660019"/>
                <a:gd name="connsiteX76" fmla="*/ 463364 w 660010"/>
                <a:gd name="connsiteY76" fmla="*/ 24586 h 660019"/>
                <a:gd name="connsiteX77" fmla="*/ 526879 w 660010"/>
                <a:gd name="connsiteY77" fmla="*/ 85820 h 660019"/>
                <a:gd name="connsiteX78" fmla="*/ 580063 w 660010"/>
                <a:gd name="connsiteY78" fmla="*/ 32702 h 660019"/>
                <a:gd name="connsiteX79" fmla="*/ 557163 w 660010"/>
                <a:gd name="connsiteY79" fmla="*/ 9113 h 660019"/>
                <a:gd name="connsiteX80" fmla="*/ 566765 w 660010"/>
                <a:gd name="connsiteY80" fmla="*/ -494 h 660019"/>
                <a:gd name="connsiteX81" fmla="*/ 660577 w 660010"/>
                <a:gd name="connsiteY81" fmla="*/ 93203 h 660019"/>
                <a:gd name="connsiteX82" fmla="*/ 652451 w 660010"/>
                <a:gd name="connsiteY82" fmla="*/ 104252 h 660019"/>
                <a:gd name="connsiteX83" fmla="*/ 633247 w 660010"/>
                <a:gd name="connsiteY83" fmla="*/ 85087 h 660019"/>
                <a:gd name="connsiteX84" fmla="*/ 628816 w 660010"/>
                <a:gd name="connsiteY84" fmla="*/ 85087 h 660019"/>
                <a:gd name="connsiteX85" fmla="*/ 578584 w 660010"/>
                <a:gd name="connsiteY85" fmla="*/ 136714 h 660019"/>
                <a:gd name="connsiteX86" fmla="*/ 636939 w 660010"/>
                <a:gd name="connsiteY86" fmla="*/ 196457 h 660019"/>
                <a:gd name="connsiteX87" fmla="*/ 636200 w 660010"/>
                <a:gd name="connsiteY87" fmla="*/ 203839 h 660019"/>
                <a:gd name="connsiteX88" fmla="*/ 625860 w 660010"/>
                <a:gd name="connsiteY88" fmla="*/ 205330 h 660019"/>
                <a:gd name="connsiteX89" fmla="*/ 597790 w 660010"/>
                <a:gd name="connsiteY89" fmla="*/ 177292 h 660019"/>
                <a:gd name="connsiteX90" fmla="*/ 593359 w 660010"/>
                <a:gd name="connsiteY90" fmla="*/ 176559 h 660019"/>
                <a:gd name="connsiteX91" fmla="*/ 376194 w 660010"/>
                <a:gd name="connsiteY91" fmla="*/ 394899 h 660019"/>
                <a:gd name="connsiteX92" fmla="*/ 368812 w 660010"/>
                <a:gd name="connsiteY92" fmla="*/ 400057 h 66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60010" h="660019">
                  <a:moveTo>
                    <a:pt x="368812" y="400057"/>
                  </a:moveTo>
                  <a:cubicBezTo>
                    <a:pt x="368128" y="398639"/>
                    <a:pt x="367150" y="397417"/>
                    <a:pt x="365854" y="396366"/>
                  </a:cubicBezTo>
                  <a:cubicBezTo>
                    <a:pt x="366099" y="393677"/>
                    <a:pt x="366343" y="390964"/>
                    <a:pt x="366588" y="388250"/>
                  </a:cubicBezTo>
                  <a:cubicBezTo>
                    <a:pt x="365097" y="389497"/>
                    <a:pt x="363361" y="389986"/>
                    <a:pt x="361405" y="389741"/>
                  </a:cubicBezTo>
                  <a:cubicBezTo>
                    <a:pt x="433517" y="316970"/>
                    <a:pt x="506147" y="244662"/>
                    <a:pt x="579322" y="172868"/>
                  </a:cubicBezTo>
                  <a:cubicBezTo>
                    <a:pt x="581334" y="170619"/>
                    <a:pt x="583058" y="168150"/>
                    <a:pt x="584495" y="165485"/>
                  </a:cubicBezTo>
                  <a:cubicBezTo>
                    <a:pt x="561461" y="140283"/>
                    <a:pt x="537823" y="115936"/>
                    <a:pt x="513581" y="92469"/>
                  </a:cubicBezTo>
                  <a:cubicBezTo>
                    <a:pt x="506917" y="86774"/>
                    <a:pt x="500271" y="81127"/>
                    <a:pt x="493639" y="75505"/>
                  </a:cubicBezTo>
                  <a:cubicBezTo>
                    <a:pt x="485311" y="82080"/>
                    <a:pt x="477689" y="89462"/>
                    <a:pt x="470747" y="97627"/>
                  </a:cubicBezTo>
                  <a:cubicBezTo>
                    <a:pt x="485983" y="113589"/>
                    <a:pt x="501495" y="129332"/>
                    <a:pt x="517275" y="144830"/>
                  </a:cubicBezTo>
                  <a:cubicBezTo>
                    <a:pt x="519367" y="150746"/>
                    <a:pt x="517397" y="154192"/>
                    <a:pt x="511366" y="155170"/>
                  </a:cubicBezTo>
                  <a:cubicBezTo>
                    <a:pt x="508526" y="153703"/>
                    <a:pt x="505817" y="151968"/>
                    <a:pt x="503241" y="149988"/>
                  </a:cubicBezTo>
                  <a:cubicBezTo>
                    <a:pt x="490165" y="134734"/>
                    <a:pt x="475880" y="120703"/>
                    <a:pt x="460406" y="107943"/>
                  </a:cubicBezTo>
                  <a:cubicBezTo>
                    <a:pt x="452217" y="114885"/>
                    <a:pt x="444835" y="122512"/>
                    <a:pt x="438235" y="130823"/>
                  </a:cubicBezTo>
                  <a:cubicBezTo>
                    <a:pt x="445055" y="139256"/>
                    <a:pt x="452682" y="146883"/>
                    <a:pt x="461140" y="153679"/>
                  </a:cubicBezTo>
                  <a:cubicBezTo>
                    <a:pt x="463609" y="162528"/>
                    <a:pt x="460406" y="166219"/>
                    <a:pt x="451533" y="164752"/>
                  </a:cubicBezTo>
                  <a:cubicBezTo>
                    <a:pt x="443955" y="156294"/>
                    <a:pt x="436060" y="148179"/>
                    <a:pt x="427895" y="140405"/>
                  </a:cubicBezTo>
                  <a:cubicBezTo>
                    <a:pt x="419242" y="147836"/>
                    <a:pt x="411346" y="155952"/>
                    <a:pt x="404257" y="164752"/>
                  </a:cubicBezTo>
                  <a:cubicBezTo>
                    <a:pt x="418948" y="181032"/>
                    <a:pt x="434446" y="196530"/>
                    <a:pt x="450800" y="211222"/>
                  </a:cubicBezTo>
                  <a:cubicBezTo>
                    <a:pt x="452511" y="219337"/>
                    <a:pt x="449308" y="222540"/>
                    <a:pt x="441193" y="220804"/>
                  </a:cubicBezTo>
                  <a:cubicBezTo>
                    <a:pt x="425671" y="205062"/>
                    <a:pt x="409904" y="189564"/>
                    <a:pt x="393917" y="174334"/>
                  </a:cubicBezTo>
                  <a:cubicBezTo>
                    <a:pt x="385826" y="181692"/>
                    <a:pt x="377930" y="189319"/>
                    <a:pt x="370279" y="197215"/>
                  </a:cubicBezTo>
                  <a:cubicBezTo>
                    <a:pt x="378395" y="205330"/>
                    <a:pt x="386535" y="213446"/>
                    <a:pt x="394650" y="221537"/>
                  </a:cubicBezTo>
                  <a:cubicBezTo>
                    <a:pt x="396386" y="229653"/>
                    <a:pt x="393183" y="232855"/>
                    <a:pt x="385043" y="231144"/>
                  </a:cubicBezTo>
                  <a:cubicBezTo>
                    <a:pt x="377368" y="222955"/>
                    <a:pt x="369228" y="215328"/>
                    <a:pt x="360672" y="208264"/>
                  </a:cubicBezTo>
                  <a:cubicBezTo>
                    <a:pt x="352068" y="214913"/>
                    <a:pt x="344416" y="222540"/>
                    <a:pt x="337768" y="231144"/>
                  </a:cubicBezTo>
                  <a:cubicBezTo>
                    <a:pt x="352752" y="247571"/>
                    <a:pt x="368274" y="263558"/>
                    <a:pt x="384310" y="279080"/>
                  </a:cubicBezTo>
                  <a:cubicBezTo>
                    <a:pt x="385043" y="287196"/>
                    <a:pt x="381328" y="289885"/>
                    <a:pt x="373237" y="287196"/>
                  </a:cubicBezTo>
                  <a:cubicBezTo>
                    <a:pt x="357788" y="271796"/>
                    <a:pt x="342510" y="256298"/>
                    <a:pt x="327427" y="240726"/>
                  </a:cubicBezTo>
                  <a:cubicBezTo>
                    <a:pt x="319263" y="247644"/>
                    <a:pt x="311880" y="255271"/>
                    <a:pt x="305280" y="263582"/>
                  </a:cubicBezTo>
                  <a:cubicBezTo>
                    <a:pt x="311880" y="273140"/>
                    <a:pt x="319507" y="281745"/>
                    <a:pt x="328185" y="289420"/>
                  </a:cubicBezTo>
                  <a:cubicBezTo>
                    <a:pt x="329163" y="296778"/>
                    <a:pt x="325961" y="299492"/>
                    <a:pt x="318578" y="297536"/>
                  </a:cubicBezTo>
                  <a:cubicBezTo>
                    <a:pt x="310878" y="289347"/>
                    <a:pt x="302763" y="281720"/>
                    <a:pt x="294207" y="274656"/>
                  </a:cubicBezTo>
                  <a:cubicBezTo>
                    <a:pt x="286385" y="280987"/>
                    <a:pt x="279002" y="287880"/>
                    <a:pt x="272036" y="295311"/>
                  </a:cubicBezTo>
                  <a:cubicBezTo>
                    <a:pt x="271058" y="296778"/>
                    <a:pt x="271058" y="298269"/>
                    <a:pt x="272036" y="299736"/>
                  </a:cubicBezTo>
                  <a:cubicBezTo>
                    <a:pt x="287094" y="315112"/>
                    <a:pt x="302103" y="330365"/>
                    <a:pt x="317087" y="345472"/>
                  </a:cubicBezTo>
                  <a:cubicBezTo>
                    <a:pt x="318847" y="347965"/>
                    <a:pt x="318847" y="350434"/>
                    <a:pt x="317087" y="352854"/>
                  </a:cubicBezTo>
                  <a:cubicBezTo>
                    <a:pt x="313983" y="355837"/>
                    <a:pt x="310536" y="356326"/>
                    <a:pt x="306747" y="354321"/>
                  </a:cubicBezTo>
                  <a:cubicBezTo>
                    <a:pt x="291934" y="338310"/>
                    <a:pt x="276436" y="323056"/>
                    <a:pt x="260229" y="308585"/>
                  </a:cubicBezTo>
                  <a:cubicBezTo>
                    <a:pt x="251893" y="315185"/>
                    <a:pt x="244267" y="322567"/>
                    <a:pt x="237324" y="330708"/>
                  </a:cubicBezTo>
                  <a:cubicBezTo>
                    <a:pt x="244682" y="338823"/>
                    <a:pt x="252309" y="346670"/>
                    <a:pt x="260229" y="354321"/>
                  </a:cubicBezTo>
                  <a:cubicBezTo>
                    <a:pt x="262918" y="362412"/>
                    <a:pt x="260205" y="366104"/>
                    <a:pt x="252089" y="365395"/>
                  </a:cubicBezTo>
                  <a:cubicBezTo>
                    <a:pt x="243949" y="357010"/>
                    <a:pt x="235564" y="348894"/>
                    <a:pt x="226984" y="341048"/>
                  </a:cubicBezTo>
                  <a:cubicBezTo>
                    <a:pt x="218111" y="348919"/>
                    <a:pt x="209751" y="357279"/>
                    <a:pt x="201855" y="366128"/>
                  </a:cubicBezTo>
                  <a:cubicBezTo>
                    <a:pt x="217109" y="382090"/>
                    <a:pt x="232631" y="397833"/>
                    <a:pt x="248398" y="413331"/>
                  </a:cubicBezTo>
                  <a:cubicBezTo>
                    <a:pt x="250133" y="421446"/>
                    <a:pt x="246931" y="424648"/>
                    <a:pt x="238791" y="422913"/>
                  </a:cubicBezTo>
                  <a:cubicBezTo>
                    <a:pt x="223268" y="407170"/>
                    <a:pt x="207502" y="391673"/>
                    <a:pt x="191515" y="376444"/>
                  </a:cubicBezTo>
                  <a:cubicBezTo>
                    <a:pt x="183668" y="383557"/>
                    <a:pt x="176041" y="390939"/>
                    <a:pt x="168635" y="398590"/>
                  </a:cubicBezTo>
                  <a:cubicBezTo>
                    <a:pt x="167633" y="400057"/>
                    <a:pt x="167633" y="401524"/>
                    <a:pt x="168635" y="403015"/>
                  </a:cubicBezTo>
                  <a:cubicBezTo>
                    <a:pt x="198237" y="433058"/>
                    <a:pt x="228280" y="462562"/>
                    <a:pt x="258738" y="491529"/>
                  </a:cubicBezTo>
                  <a:cubicBezTo>
                    <a:pt x="267098" y="483707"/>
                    <a:pt x="275483" y="475836"/>
                    <a:pt x="283867" y="467916"/>
                  </a:cubicBezTo>
                  <a:cubicBezTo>
                    <a:pt x="284111" y="449460"/>
                    <a:pt x="284845" y="431273"/>
                    <a:pt x="286067" y="413331"/>
                  </a:cubicBezTo>
                  <a:cubicBezTo>
                    <a:pt x="285823" y="429562"/>
                    <a:pt x="286067" y="445793"/>
                    <a:pt x="286800" y="462025"/>
                  </a:cubicBezTo>
                  <a:cubicBezTo>
                    <a:pt x="288952" y="466278"/>
                    <a:pt x="289685" y="470458"/>
                    <a:pt x="289025" y="474565"/>
                  </a:cubicBezTo>
                  <a:cubicBezTo>
                    <a:pt x="286140" y="475958"/>
                    <a:pt x="283671" y="477938"/>
                    <a:pt x="281642" y="480456"/>
                  </a:cubicBezTo>
                  <a:cubicBezTo>
                    <a:pt x="282376" y="481189"/>
                    <a:pt x="283109" y="481947"/>
                    <a:pt x="283867" y="482680"/>
                  </a:cubicBezTo>
                  <a:cubicBezTo>
                    <a:pt x="285089" y="478598"/>
                    <a:pt x="287314" y="477131"/>
                    <a:pt x="290516" y="478256"/>
                  </a:cubicBezTo>
                  <a:cubicBezTo>
                    <a:pt x="281056" y="488425"/>
                    <a:pt x="271229" y="498496"/>
                    <a:pt x="260962" y="508494"/>
                  </a:cubicBezTo>
                  <a:cubicBezTo>
                    <a:pt x="258982" y="509472"/>
                    <a:pt x="257027" y="509472"/>
                    <a:pt x="255046" y="508494"/>
                  </a:cubicBezTo>
                  <a:cubicBezTo>
                    <a:pt x="245342" y="498374"/>
                    <a:pt x="235246" y="488791"/>
                    <a:pt x="224760" y="479723"/>
                  </a:cubicBezTo>
                  <a:cubicBezTo>
                    <a:pt x="204886" y="498105"/>
                    <a:pt x="185428" y="517025"/>
                    <a:pt x="166410" y="536532"/>
                  </a:cubicBezTo>
                  <a:cubicBezTo>
                    <a:pt x="163452" y="537510"/>
                    <a:pt x="160495" y="537510"/>
                    <a:pt x="157537" y="536532"/>
                  </a:cubicBezTo>
                  <a:cubicBezTo>
                    <a:pt x="155092" y="532108"/>
                    <a:pt x="151646" y="528661"/>
                    <a:pt x="147197" y="526192"/>
                  </a:cubicBezTo>
                  <a:cubicBezTo>
                    <a:pt x="145730" y="525214"/>
                    <a:pt x="144239" y="525214"/>
                    <a:pt x="142772" y="526192"/>
                  </a:cubicBezTo>
                  <a:cubicBezTo>
                    <a:pt x="98405" y="569997"/>
                    <a:pt x="54576" y="614266"/>
                    <a:pt x="11284" y="658976"/>
                  </a:cubicBezTo>
                  <a:cubicBezTo>
                    <a:pt x="4146" y="659709"/>
                    <a:pt x="944" y="656507"/>
                    <a:pt x="1678" y="649369"/>
                  </a:cubicBezTo>
                  <a:cubicBezTo>
                    <a:pt x="44847" y="604782"/>
                    <a:pt x="88676" y="560537"/>
                    <a:pt x="133165" y="516610"/>
                  </a:cubicBezTo>
                  <a:cubicBezTo>
                    <a:pt x="134143" y="515118"/>
                    <a:pt x="134143" y="513652"/>
                    <a:pt x="133165" y="512185"/>
                  </a:cubicBezTo>
                  <a:cubicBezTo>
                    <a:pt x="131112" y="510621"/>
                    <a:pt x="129645" y="508665"/>
                    <a:pt x="128741" y="506269"/>
                  </a:cubicBezTo>
                  <a:cubicBezTo>
                    <a:pt x="121188" y="503214"/>
                    <a:pt x="118230" y="497787"/>
                    <a:pt x="119868" y="490038"/>
                  </a:cubicBezTo>
                  <a:cubicBezTo>
                    <a:pt x="139374" y="471069"/>
                    <a:pt x="158343" y="451636"/>
                    <a:pt x="176750" y="431786"/>
                  </a:cubicBezTo>
                  <a:cubicBezTo>
                    <a:pt x="168659" y="422277"/>
                    <a:pt x="160030" y="413184"/>
                    <a:pt x="150888" y="404482"/>
                  </a:cubicBezTo>
                  <a:cubicBezTo>
                    <a:pt x="149910" y="402526"/>
                    <a:pt x="149910" y="400546"/>
                    <a:pt x="150888" y="398590"/>
                  </a:cubicBezTo>
                  <a:cubicBezTo>
                    <a:pt x="260620" y="287294"/>
                    <a:pt x="371159" y="176657"/>
                    <a:pt x="482553" y="66656"/>
                  </a:cubicBezTo>
                  <a:cubicBezTo>
                    <a:pt x="484157" y="65360"/>
                    <a:pt x="484404" y="63893"/>
                    <a:pt x="483297" y="62206"/>
                  </a:cubicBezTo>
                  <a:cubicBezTo>
                    <a:pt x="473411" y="53822"/>
                    <a:pt x="464049" y="44973"/>
                    <a:pt x="455224" y="35660"/>
                  </a:cubicBezTo>
                  <a:cubicBezTo>
                    <a:pt x="451142" y="26957"/>
                    <a:pt x="453855" y="23266"/>
                    <a:pt x="463364" y="24586"/>
                  </a:cubicBezTo>
                  <a:cubicBezTo>
                    <a:pt x="483971" y="45927"/>
                    <a:pt x="505148" y="66338"/>
                    <a:pt x="526879" y="85820"/>
                  </a:cubicBezTo>
                  <a:cubicBezTo>
                    <a:pt x="545019" y="68684"/>
                    <a:pt x="562747" y="50986"/>
                    <a:pt x="580063" y="32702"/>
                  </a:cubicBezTo>
                  <a:cubicBezTo>
                    <a:pt x="572698" y="24610"/>
                    <a:pt x="565064" y="16739"/>
                    <a:pt x="557163" y="9113"/>
                  </a:cubicBezTo>
                  <a:cubicBezTo>
                    <a:pt x="555440" y="997"/>
                    <a:pt x="558640" y="-2205"/>
                    <a:pt x="566765" y="-494"/>
                  </a:cubicBezTo>
                  <a:cubicBezTo>
                    <a:pt x="598118" y="30820"/>
                    <a:pt x="629385" y="62060"/>
                    <a:pt x="660577" y="93203"/>
                  </a:cubicBezTo>
                  <a:cubicBezTo>
                    <a:pt x="663273" y="101294"/>
                    <a:pt x="660564" y="104985"/>
                    <a:pt x="652451" y="104252"/>
                  </a:cubicBezTo>
                  <a:cubicBezTo>
                    <a:pt x="646052" y="97872"/>
                    <a:pt x="639647" y="91467"/>
                    <a:pt x="633247" y="85087"/>
                  </a:cubicBezTo>
                  <a:cubicBezTo>
                    <a:pt x="631769" y="84109"/>
                    <a:pt x="630292" y="84109"/>
                    <a:pt x="628816" y="85087"/>
                  </a:cubicBezTo>
                  <a:cubicBezTo>
                    <a:pt x="611516" y="101856"/>
                    <a:pt x="594774" y="119065"/>
                    <a:pt x="578584" y="136714"/>
                  </a:cubicBezTo>
                  <a:cubicBezTo>
                    <a:pt x="596409" y="157957"/>
                    <a:pt x="615860" y="177879"/>
                    <a:pt x="636939" y="196457"/>
                  </a:cubicBezTo>
                  <a:cubicBezTo>
                    <a:pt x="638119" y="199072"/>
                    <a:pt x="637872" y="201517"/>
                    <a:pt x="636200" y="203839"/>
                  </a:cubicBezTo>
                  <a:cubicBezTo>
                    <a:pt x="633101" y="206822"/>
                    <a:pt x="629652" y="207310"/>
                    <a:pt x="625860" y="205330"/>
                  </a:cubicBezTo>
                  <a:cubicBezTo>
                    <a:pt x="615970" y="196433"/>
                    <a:pt x="606615" y="187095"/>
                    <a:pt x="597790" y="177292"/>
                  </a:cubicBezTo>
                  <a:cubicBezTo>
                    <a:pt x="596512" y="175703"/>
                    <a:pt x="595036" y="175459"/>
                    <a:pt x="593359" y="176559"/>
                  </a:cubicBezTo>
                  <a:cubicBezTo>
                    <a:pt x="521088" y="249209"/>
                    <a:pt x="448697" y="322005"/>
                    <a:pt x="376194" y="394899"/>
                  </a:cubicBezTo>
                  <a:cubicBezTo>
                    <a:pt x="373506" y="396366"/>
                    <a:pt x="371037" y="398077"/>
                    <a:pt x="368812" y="400057"/>
                  </a:cubicBezTo>
                  <a:close/>
                </a:path>
              </a:pathLst>
            </a:custGeom>
            <a:grpFill/>
            <a:ln w="2444" cap="flat">
              <a:noFill/>
              <a:prstDash val="solid"/>
              <a:miter/>
            </a:ln>
          </p:spPr>
          <p:txBody>
            <a:bodyPr rtlCol="0" anchor="ctr"/>
            <a:lstStyle/>
            <a:p>
              <a:endParaRPr lang="en-US"/>
            </a:p>
          </p:txBody>
        </p:sp>
        <p:sp>
          <p:nvSpPr>
            <p:cNvPr id="172" name="Freeform: Shape 171"/>
            <p:cNvSpPr/>
            <p:nvPr>
              <p:custDataLst>
                <p:tags r:id="rId40"/>
              </p:custDataLst>
            </p:nvPr>
          </p:nvSpPr>
          <p:spPr>
            <a:xfrm>
              <a:off x="6067622" y="29594224"/>
              <a:ext cx="73451" cy="1669"/>
            </a:xfrm>
            <a:custGeom>
              <a:avLst/>
              <a:gdLst>
                <a:gd name="connsiteX0" fmla="*/ 3066 w 107556"/>
                <a:gd name="connsiteY0" fmla="*/ -941 h 2444"/>
                <a:gd name="connsiteX1" fmla="*/ 109132 w 107556"/>
                <a:gd name="connsiteY1" fmla="*/ 1357 h 2444"/>
                <a:gd name="connsiteX2" fmla="*/ 1575 w 107556"/>
                <a:gd name="connsiteY2" fmla="*/ 208 h 2444"/>
                <a:gd name="connsiteX3" fmla="*/ 3066 w 107556"/>
                <a:gd name="connsiteY3" fmla="*/ -941 h 2444"/>
              </a:gdLst>
              <a:ahLst/>
              <a:cxnLst>
                <a:cxn ang="0">
                  <a:pos x="connsiteX0" y="connsiteY0"/>
                </a:cxn>
                <a:cxn ang="0">
                  <a:pos x="connsiteX1" y="connsiteY1"/>
                </a:cxn>
                <a:cxn ang="0">
                  <a:pos x="connsiteX2" y="connsiteY2"/>
                </a:cxn>
                <a:cxn ang="0">
                  <a:pos x="connsiteX3" y="connsiteY3"/>
                </a:cxn>
              </a:cxnLst>
              <a:rect l="l" t="t" r="r" b="b"/>
              <a:pathLst>
                <a:path w="107556" h="2444">
                  <a:moveTo>
                    <a:pt x="3066" y="-941"/>
                  </a:moveTo>
                  <a:cubicBezTo>
                    <a:pt x="38413" y="-183"/>
                    <a:pt x="73785" y="599"/>
                    <a:pt x="109132" y="1357"/>
                  </a:cubicBezTo>
                  <a:cubicBezTo>
                    <a:pt x="73271" y="1748"/>
                    <a:pt x="37411" y="1357"/>
                    <a:pt x="1575" y="208"/>
                  </a:cubicBezTo>
                  <a:cubicBezTo>
                    <a:pt x="1770" y="-477"/>
                    <a:pt x="2260" y="-868"/>
                    <a:pt x="3066" y="-941"/>
                  </a:cubicBezTo>
                  <a:close/>
                </a:path>
              </a:pathLst>
            </a:custGeom>
            <a:grpFill/>
            <a:ln w="2444" cap="flat">
              <a:noFill/>
              <a:prstDash val="solid"/>
              <a:miter/>
            </a:ln>
          </p:spPr>
          <p:txBody>
            <a:bodyPr rtlCol="0" anchor="ctr"/>
            <a:lstStyle/>
            <a:p>
              <a:endParaRPr lang="en-US"/>
            </a:p>
          </p:txBody>
        </p:sp>
        <p:sp>
          <p:nvSpPr>
            <p:cNvPr id="173" name="Freeform: Shape 172"/>
            <p:cNvSpPr/>
            <p:nvPr>
              <p:custDataLst>
                <p:tags r:id="rId41"/>
              </p:custDataLst>
            </p:nvPr>
          </p:nvSpPr>
          <p:spPr>
            <a:xfrm>
              <a:off x="5999177" y="29584208"/>
              <a:ext cx="165268" cy="285463"/>
            </a:xfrm>
            <a:custGeom>
              <a:avLst/>
              <a:gdLst>
                <a:gd name="connsiteX0" fmla="*/ 104023 w 242002"/>
                <a:gd name="connsiteY0" fmla="*/ 10915 h 418004"/>
                <a:gd name="connsiteX1" fmla="*/ 104023 w 242002"/>
                <a:gd name="connsiteY1" fmla="*/ 12406 h 418004"/>
                <a:gd name="connsiteX2" fmla="*/ 102532 w 242002"/>
                <a:gd name="connsiteY2" fmla="*/ 13873 h 418004"/>
                <a:gd name="connsiteX3" fmla="*/ 209428 w 242002"/>
                <a:gd name="connsiteY3" fmla="*/ 15364 h 418004"/>
                <a:gd name="connsiteX4" fmla="*/ 222049 w 242002"/>
                <a:gd name="connsiteY4" fmla="*/ 24262 h 418004"/>
                <a:gd name="connsiteX5" fmla="*/ 222049 w 242002"/>
                <a:gd name="connsiteY5" fmla="*/ 77624 h 418004"/>
                <a:gd name="connsiteX6" fmla="*/ 209428 w 242002"/>
                <a:gd name="connsiteY6" fmla="*/ 86522 h 418004"/>
                <a:gd name="connsiteX7" fmla="*/ 191608 w 242002"/>
                <a:gd name="connsiteY7" fmla="*/ 86522 h 418004"/>
                <a:gd name="connsiteX8" fmla="*/ 193099 w 242002"/>
                <a:gd name="connsiteY8" fmla="*/ 107276 h 418004"/>
                <a:gd name="connsiteX9" fmla="*/ 199039 w 242002"/>
                <a:gd name="connsiteY9" fmla="*/ 116907 h 418004"/>
                <a:gd name="connsiteX10" fmla="*/ 219822 w 242002"/>
                <a:gd name="connsiteY10" fmla="*/ 119865 h 418004"/>
                <a:gd name="connsiteX11" fmla="*/ 243577 w 242002"/>
                <a:gd name="connsiteY11" fmla="*/ 148758 h 418004"/>
                <a:gd name="connsiteX12" fmla="*/ 243577 w 242002"/>
                <a:gd name="connsiteY12" fmla="*/ 335541 h 418004"/>
                <a:gd name="connsiteX13" fmla="*/ 231700 w 242002"/>
                <a:gd name="connsiteY13" fmla="*/ 335541 h 418004"/>
                <a:gd name="connsiteX14" fmla="*/ 230216 w 242002"/>
                <a:gd name="connsiteY14" fmla="*/ 151741 h 418004"/>
                <a:gd name="connsiteX15" fmla="*/ 219822 w 242002"/>
                <a:gd name="connsiteY15" fmla="*/ 136169 h 418004"/>
                <a:gd name="connsiteX16" fmla="*/ 199039 w 242002"/>
                <a:gd name="connsiteY16" fmla="*/ 131721 h 418004"/>
                <a:gd name="connsiteX17" fmla="*/ 178995 w 242002"/>
                <a:gd name="connsiteY17" fmla="*/ 108742 h 418004"/>
                <a:gd name="connsiteX18" fmla="*/ 178261 w 242002"/>
                <a:gd name="connsiteY18" fmla="*/ 87989 h 418004"/>
                <a:gd name="connsiteX19" fmla="*/ 68382 w 242002"/>
                <a:gd name="connsiteY19" fmla="*/ 87989 h 418004"/>
                <a:gd name="connsiteX20" fmla="*/ 50562 w 242002"/>
                <a:gd name="connsiteY20" fmla="*/ 130229 h 418004"/>
                <a:gd name="connsiteX21" fmla="*/ 26826 w 242002"/>
                <a:gd name="connsiteY21" fmla="*/ 134678 h 418004"/>
                <a:gd name="connsiteX22" fmla="*/ 15680 w 242002"/>
                <a:gd name="connsiteY22" fmla="*/ 151741 h 418004"/>
                <a:gd name="connsiteX23" fmla="*/ 15680 w 242002"/>
                <a:gd name="connsiteY23" fmla="*/ 384455 h 418004"/>
                <a:gd name="connsiteX24" fmla="*/ 32742 w 242002"/>
                <a:gd name="connsiteY24" fmla="*/ 403717 h 418004"/>
                <a:gd name="connsiteX25" fmla="*/ 190141 w 242002"/>
                <a:gd name="connsiteY25" fmla="*/ 405208 h 418004"/>
                <a:gd name="connsiteX26" fmla="*/ 190141 w 242002"/>
                <a:gd name="connsiteY26" fmla="*/ 417064 h 418004"/>
                <a:gd name="connsiteX27" fmla="*/ 32742 w 242002"/>
                <a:gd name="connsiteY27" fmla="*/ 417064 h 418004"/>
                <a:gd name="connsiteX28" fmla="*/ 2308 w 242002"/>
                <a:gd name="connsiteY28" fmla="*/ 388903 h 418004"/>
                <a:gd name="connsiteX29" fmla="*/ 2308 w 242002"/>
                <a:gd name="connsiteY29" fmla="*/ 145801 h 418004"/>
                <a:gd name="connsiteX30" fmla="*/ 46847 w 242002"/>
                <a:gd name="connsiteY30" fmla="*/ 116149 h 418004"/>
                <a:gd name="connsiteX31" fmla="*/ 53544 w 242002"/>
                <a:gd name="connsiteY31" fmla="*/ 107276 h 418004"/>
                <a:gd name="connsiteX32" fmla="*/ 55035 w 242002"/>
                <a:gd name="connsiteY32" fmla="*/ 86522 h 418004"/>
                <a:gd name="connsiteX33" fmla="*/ 28293 w 242002"/>
                <a:gd name="connsiteY33" fmla="*/ 87989 h 418004"/>
                <a:gd name="connsiteX34" fmla="*/ 25335 w 242002"/>
                <a:gd name="connsiteY34" fmla="*/ 89480 h 418004"/>
                <a:gd name="connsiteX35" fmla="*/ 18637 w 242002"/>
                <a:gd name="connsiteY35" fmla="*/ 93929 h 418004"/>
                <a:gd name="connsiteX36" fmla="*/ 16413 w 242002"/>
                <a:gd name="connsiteY36" fmla="*/ 91705 h 418004"/>
                <a:gd name="connsiteX37" fmla="*/ 23844 w 242002"/>
                <a:gd name="connsiteY37" fmla="*/ 85764 h 418004"/>
                <a:gd name="connsiteX38" fmla="*/ 21619 w 242002"/>
                <a:gd name="connsiteY38" fmla="*/ 73175 h 418004"/>
                <a:gd name="connsiteX39" fmla="*/ 20886 w 242002"/>
                <a:gd name="connsiteY39" fmla="*/ 24262 h 418004"/>
                <a:gd name="connsiteX40" fmla="*/ 32742 w 242002"/>
                <a:gd name="connsiteY40" fmla="*/ 14630 h 418004"/>
                <a:gd name="connsiteX41" fmla="*/ 83245 w 242002"/>
                <a:gd name="connsiteY41" fmla="*/ 13139 h 418004"/>
                <a:gd name="connsiteX42" fmla="*/ 96591 w 242002"/>
                <a:gd name="connsiteY42" fmla="*/ 550 h 418004"/>
                <a:gd name="connsiteX43" fmla="*/ 101798 w 242002"/>
                <a:gd name="connsiteY43" fmla="*/ -941 h 418004"/>
                <a:gd name="connsiteX44" fmla="*/ 101040 w 242002"/>
                <a:gd name="connsiteY44" fmla="*/ 7223 h 418004"/>
                <a:gd name="connsiteX45" fmla="*/ 104023 w 242002"/>
                <a:gd name="connsiteY45" fmla="*/ 10915 h 41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2002" h="418004">
                  <a:moveTo>
                    <a:pt x="104023" y="10915"/>
                  </a:moveTo>
                  <a:cubicBezTo>
                    <a:pt x="104023" y="11404"/>
                    <a:pt x="104023" y="11917"/>
                    <a:pt x="104023" y="12406"/>
                  </a:cubicBezTo>
                  <a:cubicBezTo>
                    <a:pt x="103216" y="12479"/>
                    <a:pt x="102727" y="12992"/>
                    <a:pt x="102532" y="13873"/>
                  </a:cubicBezTo>
                  <a:cubicBezTo>
                    <a:pt x="138147" y="15364"/>
                    <a:pt x="173788" y="15853"/>
                    <a:pt x="209428" y="15364"/>
                  </a:cubicBezTo>
                  <a:cubicBezTo>
                    <a:pt x="214684" y="16904"/>
                    <a:pt x="218888" y="19886"/>
                    <a:pt x="222049" y="24262"/>
                  </a:cubicBezTo>
                  <a:cubicBezTo>
                    <a:pt x="223039" y="42057"/>
                    <a:pt x="223039" y="59829"/>
                    <a:pt x="222049" y="77624"/>
                  </a:cubicBezTo>
                  <a:cubicBezTo>
                    <a:pt x="218766" y="82171"/>
                    <a:pt x="214562" y="85129"/>
                    <a:pt x="209428" y="86522"/>
                  </a:cubicBezTo>
                  <a:cubicBezTo>
                    <a:pt x="203488" y="86522"/>
                    <a:pt x="197548" y="86522"/>
                    <a:pt x="191608" y="86522"/>
                  </a:cubicBezTo>
                  <a:cubicBezTo>
                    <a:pt x="191143" y="93733"/>
                    <a:pt x="191632" y="100651"/>
                    <a:pt x="193099" y="107276"/>
                  </a:cubicBezTo>
                  <a:cubicBezTo>
                    <a:pt x="193832" y="111211"/>
                    <a:pt x="195812" y="114414"/>
                    <a:pt x="199039" y="116907"/>
                  </a:cubicBezTo>
                  <a:cubicBezTo>
                    <a:pt x="205786" y="118691"/>
                    <a:pt x="212728" y="119694"/>
                    <a:pt x="219822" y="119865"/>
                  </a:cubicBezTo>
                  <a:cubicBezTo>
                    <a:pt x="232142" y="125952"/>
                    <a:pt x="240060" y="135583"/>
                    <a:pt x="243577" y="148758"/>
                  </a:cubicBezTo>
                  <a:cubicBezTo>
                    <a:pt x="243577" y="211019"/>
                    <a:pt x="243577" y="273280"/>
                    <a:pt x="243577" y="335541"/>
                  </a:cubicBezTo>
                  <a:cubicBezTo>
                    <a:pt x="239617" y="335541"/>
                    <a:pt x="235660" y="335541"/>
                    <a:pt x="231700" y="335541"/>
                  </a:cubicBezTo>
                  <a:cubicBezTo>
                    <a:pt x="232193" y="274013"/>
                    <a:pt x="231700" y="212755"/>
                    <a:pt x="230216" y="151741"/>
                  </a:cubicBezTo>
                  <a:cubicBezTo>
                    <a:pt x="229529" y="144676"/>
                    <a:pt x="226065" y="139494"/>
                    <a:pt x="219822" y="136169"/>
                  </a:cubicBezTo>
                  <a:cubicBezTo>
                    <a:pt x="213217" y="133285"/>
                    <a:pt x="206299" y="131818"/>
                    <a:pt x="199039" y="131721"/>
                  </a:cubicBezTo>
                  <a:cubicBezTo>
                    <a:pt x="188137" y="127761"/>
                    <a:pt x="181463" y="120109"/>
                    <a:pt x="178995" y="108742"/>
                  </a:cubicBezTo>
                  <a:cubicBezTo>
                    <a:pt x="178261" y="101849"/>
                    <a:pt x="178017" y="94931"/>
                    <a:pt x="178261" y="87989"/>
                  </a:cubicBezTo>
                  <a:cubicBezTo>
                    <a:pt x="141619" y="87989"/>
                    <a:pt x="105001" y="87989"/>
                    <a:pt x="68382" y="87989"/>
                  </a:cubicBezTo>
                  <a:cubicBezTo>
                    <a:pt x="71707" y="106249"/>
                    <a:pt x="65767" y="120329"/>
                    <a:pt x="50562" y="130229"/>
                  </a:cubicBezTo>
                  <a:cubicBezTo>
                    <a:pt x="42569" y="131525"/>
                    <a:pt x="34649" y="133016"/>
                    <a:pt x="26826" y="134678"/>
                  </a:cubicBezTo>
                  <a:cubicBezTo>
                    <a:pt x="20666" y="138834"/>
                    <a:pt x="16951" y="144530"/>
                    <a:pt x="15680" y="151741"/>
                  </a:cubicBezTo>
                  <a:cubicBezTo>
                    <a:pt x="14677" y="229304"/>
                    <a:pt x="14677" y="306892"/>
                    <a:pt x="15680" y="384455"/>
                  </a:cubicBezTo>
                  <a:cubicBezTo>
                    <a:pt x="17977" y="393915"/>
                    <a:pt x="23673" y="400344"/>
                    <a:pt x="32742" y="403717"/>
                  </a:cubicBezTo>
                  <a:cubicBezTo>
                    <a:pt x="84956" y="405208"/>
                    <a:pt x="137414" y="405697"/>
                    <a:pt x="190141" y="405208"/>
                  </a:cubicBezTo>
                  <a:cubicBezTo>
                    <a:pt x="190141" y="409168"/>
                    <a:pt x="190141" y="413104"/>
                    <a:pt x="190141" y="417064"/>
                  </a:cubicBezTo>
                  <a:cubicBezTo>
                    <a:pt x="137683" y="417064"/>
                    <a:pt x="85200" y="417064"/>
                    <a:pt x="32742" y="417064"/>
                  </a:cubicBezTo>
                  <a:cubicBezTo>
                    <a:pt x="17171" y="413617"/>
                    <a:pt x="7026" y="404230"/>
                    <a:pt x="2308" y="388903"/>
                  </a:cubicBezTo>
                  <a:cubicBezTo>
                    <a:pt x="1331" y="307869"/>
                    <a:pt x="1331" y="226835"/>
                    <a:pt x="2308" y="145801"/>
                  </a:cubicBezTo>
                  <a:cubicBezTo>
                    <a:pt x="10375" y="125952"/>
                    <a:pt x="25238" y="116076"/>
                    <a:pt x="46847" y="116149"/>
                  </a:cubicBezTo>
                  <a:cubicBezTo>
                    <a:pt x="49976" y="113802"/>
                    <a:pt x="52200" y="110820"/>
                    <a:pt x="53544" y="107276"/>
                  </a:cubicBezTo>
                  <a:cubicBezTo>
                    <a:pt x="55011" y="100651"/>
                    <a:pt x="55500" y="93733"/>
                    <a:pt x="55035" y="86522"/>
                  </a:cubicBezTo>
                  <a:cubicBezTo>
                    <a:pt x="45844" y="86033"/>
                    <a:pt x="36922" y="86522"/>
                    <a:pt x="28293" y="87989"/>
                  </a:cubicBezTo>
                  <a:cubicBezTo>
                    <a:pt x="27315" y="88478"/>
                    <a:pt x="26313" y="88991"/>
                    <a:pt x="25335" y="89480"/>
                  </a:cubicBezTo>
                  <a:cubicBezTo>
                    <a:pt x="22109" y="88356"/>
                    <a:pt x="19884" y="89847"/>
                    <a:pt x="18637" y="93929"/>
                  </a:cubicBezTo>
                  <a:cubicBezTo>
                    <a:pt x="17904" y="93196"/>
                    <a:pt x="17171" y="92438"/>
                    <a:pt x="16413" y="91705"/>
                  </a:cubicBezTo>
                  <a:cubicBezTo>
                    <a:pt x="18466" y="89162"/>
                    <a:pt x="20935" y="87182"/>
                    <a:pt x="23844" y="85764"/>
                  </a:cubicBezTo>
                  <a:cubicBezTo>
                    <a:pt x="24504" y="81658"/>
                    <a:pt x="23771" y="77453"/>
                    <a:pt x="21619" y="73175"/>
                  </a:cubicBezTo>
                  <a:cubicBezTo>
                    <a:pt x="20886" y="56871"/>
                    <a:pt x="20617" y="40566"/>
                    <a:pt x="20886" y="24262"/>
                  </a:cubicBezTo>
                  <a:cubicBezTo>
                    <a:pt x="22769" y="18688"/>
                    <a:pt x="26729" y="15486"/>
                    <a:pt x="32742" y="14630"/>
                  </a:cubicBezTo>
                  <a:cubicBezTo>
                    <a:pt x="49584" y="14142"/>
                    <a:pt x="66402" y="13628"/>
                    <a:pt x="83245" y="13139"/>
                  </a:cubicBezTo>
                  <a:cubicBezTo>
                    <a:pt x="87523" y="8739"/>
                    <a:pt x="91971" y="4535"/>
                    <a:pt x="96591" y="550"/>
                  </a:cubicBezTo>
                  <a:cubicBezTo>
                    <a:pt x="98547" y="794"/>
                    <a:pt x="100283" y="306"/>
                    <a:pt x="101798" y="-941"/>
                  </a:cubicBezTo>
                  <a:cubicBezTo>
                    <a:pt x="101554" y="1772"/>
                    <a:pt x="101285" y="4486"/>
                    <a:pt x="101040" y="7223"/>
                  </a:cubicBezTo>
                  <a:cubicBezTo>
                    <a:pt x="102360" y="8250"/>
                    <a:pt x="103338" y="9497"/>
                    <a:pt x="104023" y="10915"/>
                  </a:cubicBezTo>
                  <a:close/>
                </a:path>
              </a:pathLst>
            </a:custGeom>
            <a:grpFill/>
            <a:ln w="2444" cap="flat">
              <a:noFill/>
              <a:prstDash val="solid"/>
              <a:miter/>
            </a:ln>
          </p:spPr>
          <p:txBody>
            <a:bodyPr rtlCol="0" anchor="ctr"/>
            <a:lstStyle/>
            <a:p>
              <a:endParaRPr lang="en-US"/>
            </a:p>
          </p:txBody>
        </p:sp>
        <p:sp>
          <p:nvSpPr>
            <p:cNvPr id="174" name="Freeform: Shape 173"/>
            <p:cNvSpPr/>
            <p:nvPr>
              <p:custDataLst>
                <p:tags r:id="rId42"/>
              </p:custDataLst>
            </p:nvPr>
          </p:nvSpPr>
          <p:spPr>
            <a:xfrm>
              <a:off x="6020880" y="29604241"/>
              <a:ext cx="118525" cy="31718"/>
            </a:xfrm>
            <a:custGeom>
              <a:avLst/>
              <a:gdLst>
                <a:gd name="connsiteX0" fmla="*/ 3042 w 173557"/>
                <a:gd name="connsiteY0" fmla="*/ -941 h 46444"/>
                <a:gd name="connsiteX1" fmla="*/ 4508 w 173557"/>
                <a:gd name="connsiteY1" fmla="*/ 43230 h 46444"/>
                <a:gd name="connsiteX2" fmla="*/ 175132 w 173557"/>
                <a:gd name="connsiteY2" fmla="*/ 43988 h 46444"/>
                <a:gd name="connsiteX3" fmla="*/ 3042 w 173557"/>
                <a:gd name="connsiteY3" fmla="*/ 44722 h 46444"/>
                <a:gd name="connsiteX4" fmla="*/ 3042 w 173557"/>
                <a:gd name="connsiteY4" fmla="*/ -941 h 4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57" h="46444">
                  <a:moveTo>
                    <a:pt x="3042" y="-941"/>
                  </a:moveTo>
                  <a:cubicBezTo>
                    <a:pt x="2577" y="13897"/>
                    <a:pt x="3066" y="28637"/>
                    <a:pt x="4508" y="43230"/>
                  </a:cubicBezTo>
                  <a:cubicBezTo>
                    <a:pt x="61391" y="43988"/>
                    <a:pt x="118249" y="44233"/>
                    <a:pt x="175132" y="43988"/>
                  </a:cubicBezTo>
                  <a:cubicBezTo>
                    <a:pt x="118029" y="45724"/>
                    <a:pt x="60658" y="45968"/>
                    <a:pt x="3042" y="44722"/>
                  </a:cubicBezTo>
                  <a:cubicBezTo>
                    <a:pt x="1086" y="29346"/>
                    <a:pt x="1086" y="14142"/>
                    <a:pt x="3042" y="-941"/>
                  </a:cubicBezTo>
                  <a:close/>
                </a:path>
              </a:pathLst>
            </a:custGeom>
            <a:grpFill/>
            <a:ln w="2444" cap="flat">
              <a:noFill/>
              <a:prstDash val="solid"/>
              <a:miter/>
            </a:ln>
          </p:spPr>
          <p:txBody>
            <a:bodyPr rtlCol="0" anchor="ctr"/>
            <a:lstStyle/>
            <a:p>
              <a:endParaRPr lang="en-US"/>
            </a:p>
          </p:txBody>
        </p:sp>
        <p:sp>
          <p:nvSpPr>
            <p:cNvPr id="175" name="Freeform: Shape 174"/>
            <p:cNvSpPr/>
            <p:nvPr>
              <p:custDataLst>
                <p:tags r:id="rId43"/>
              </p:custDataLst>
            </p:nvPr>
          </p:nvSpPr>
          <p:spPr>
            <a:xfrm>
              <a:off x="6017540" y="29644303"/>
              <a:ext cx="18361" cy="13357"/>
            </a:xfrm>
            <a:custGeom>
              <a:avLst/>
              <a:gdLst>
                <a:gd name="connsiteX0" fmla="*/ 1575 w 26887"/>
                <a:gd name="connsiteY0" fmla="*/ 603 h 19559"/>
                <a:gd name="connsiteX1" fmla="*/ 28293 w 26887"/>
                <a:gd name="connsiteY1" fmla="*/ -767 h 19559"/>
                <a:gd name="connsiteX2" fmla="*/ 26802 w 26887"/>
                <a:gd name="connsiteY2" fmla="*/ 18618 h 19559"/>
                <a:gd name="connsiteX3" fmla="*/ 26802 w 26887"/>
                <a:gd name="connsiteY3" fmla="*/ 603 h 19559"/>
                <a:gd name="connsiteX4" fmla="*/ 1575 w 26887"/>
                <a:gd name="connsiteY4" fmla="*/ 603 h 19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87" h="19559">
                  <a:moveTo>
                    <a:pt x="1575" y="603"/>
                  </a:moveTo>
                  <a:cubicBezTo>
                    <a:pt x="10204" y="-767"/>
                    <a:pt x="19102" y="-1231"/>
                    <a:pt x="28293" y="-767"/>
                  </a:cubicBezTo>
                  <a:cubicBezTo>
                    <a:pt x="28757" y="5956"/>
                    <a:pt x="28269" y="12434"/>
                    <a:pt x="26802" y="18618"/>
                  </a:cubicBezTo>
                  <a:cubicBezTo>
                    <a:pt x="26802" y="12629"/>
                    <a:pt x="26802" y="6616"/>
                    <a:pt x="26802" y="603"/>
                  </a:cubicBezTo>
                  <a:cubicBezTo>
                    <a:pt x="18393" y="603"/>
                    <a:pt x="9984" y="603"/>
                    <a:pt x="1575" y="603"/>
                  </a:cubicBezTo>
                  <a:close/>
                </a:path>
              </a:pathLst>
            </a:custGeom>
            <a:grpFill/>
            <a:ln w="2444" cap="flat">
              <a:noFill/>
              <a:prstDash val="solid"/>
              <a:miter/>
            </a:ln>
          </p:spPr>
          <p:txBody>
            <a:bodyPr rtlCol="0" anchor="ctr"/>
            <a:lstStyle/>
            <a:p>
              <a:endParaRPr lang="en-US"/>
            </a:p>
          </p:txBody>
        </p:sp>
        <p:sp>
          <p:nvSpPr>
            <p:cNvPr id="176" name="Freeform: Shape 175"/>
            <p:cNvSpPr/>
            <p:nvPr>
              <p:custDataLst>
                <p:tags r:id="rId44"/>
              </p:custDataLst>
            </p:nvPr>
          </p:nvSpPr>
          <p:spPr>
            <a:xfrm>
              <a:off x="6127724" y="29644306"/>
              <a:ext cx="13350" cy="13354"/>
            </a:xfrm>
            <a:custGeom>
              <a:avLst/>
              <a:gdLst>
                <a:gd name="connsiteX0" fmla="*/ 21123 w 19548"/>
                <a:gd name="connsiteY0" fmla="*/ -941 h 19555"/>
                <a:gd name="connsiteX1" fmla="*/ 3376 w 19548"/>
                <a:gd name="connsiteY1" fmla="*/ 452 h 19555"/>
                <a:gd name="connsiteX2" fmla="*/ 3376 w 19548"/>
                <a:gd name="connsiteY2" fmla="*/ 18615 h 19555"/>
                <a:gd name="connsiteX3" fmla="*/ 1763 w 19548"/>
                <a:gd name="connsiteY3" fmla="*/ -941 h 19555"/>
                <a:gd name="connsiteX4" fmla="*/ 21123 w 19548"/>
                <a:gd name="connsiteY4" fmla="*/ -941 h 19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 h="19555">
                  <a:moveTo>
                    <a:pt x="21123" y="-941"/>
                  </a:moveTo>
                  <a:cubicBezTo>
                    <a:pt x="15525" y="428"/>
                    <a:pt x="9610" y="892"/>
                    <a:pt x="3376" y="452"/>
                  </a:cubicBezTo>
                  <a:cubicBezTo>
                    <a:pt x="3376" y="6515"/>
                    <a:pt x="3376" y="12553"/>
                    <a:pt x="3376" y="18615"/>
                  </a:cubicBezTo>
                  <a:cubicBezTo>
                    <a:pt x="1788" y="12381"/>
                    <a:pt x="1250" y="5855"/>
                    <a:pt x="1763" y="-941"/>
                  </a:cubicBezTo>
                  <a:cubicBezTo>
                    <a:pt x="8216" y="-941"/>
                    <a:pt x="14670" y="-941"/>
                    <a:pt x="21123" y="-941"/>
                  </a:cubicBezTo>
                  <a:close/>
                </a:path>
              </a:pathLst>
            </a:custGeom>
            <a:grpFill/>
            <a:ln w="2444" cap="flat">
              <a:noFill/>
              <a:prstDash val="solid"/>
              <a:miter/>
            </a:ln>
          </p:spPr>
          <p:txBody>
            <a:bodyPr rtlCol="0" anchor="ctr"/>
            <a:lstStyle/>
            <a:p>
              <a:endParaRPr lang="en-US"/>
            </a:p>
          </p:txBody>
        </p:sp>
        <p:sp>
          <p:nvSpPr>
            <p:cNvPr id="177" name="Freeform: Shape 176"/>
            <p:cNvSpPr/>
            <p:nvPr>
              <p:custDataLst>
                <p:tags r:id="rId45"/>
              </p:custDataLst>
            </p:nvPr>
          </p:nvSpPr>
          <p:spPr>
            <a:xfrm>
              <a:off x="5785500" y="29796216"/>
              <a:ext cx="43405" cy="53423"/>
            </a:xfrm>
            <a:custGeom>
              <a:avLst/>
              <a:gdLst>
                <a:gd name="connsiteX0" fmla="*/ 29171 w 63558"/>
                <a:gd name="connsiteY0" fmla="*/ -863 h 78227"/>
                <a:gd name="connsiteX1" fmla="*/ 36480 w 63558"/>
                <a:gd name="connsiteY1" fmla="*/ -130 h 78227"/>
                <a:gd name="connsiteX2" fmla="*/ 64983 w 63558"/>
                <a:gd name="connsiteY2" fmla="*/ 38224 h 78227"/>
                <a:gd name="connsiteX3" fmla="*/ 32105 w 63558"/>
                <a:gd name="connsiteY3" fmla="*/ 77287 h 78227"/>
                <a:gd name="connsiteX4" fmla="*/ 2135 w 63558"/>
                <a:gd name="connsiteY4" fmla="*/ 36782 h 78227"/>
                <a:gd name="connsiteX5" fmla="*/ 29171 w 63558"/>
                <a:gd name="connsiteY5" fmla="*/ -863 h 78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58" h="78227">
                  <a:moveTo>
                    <a:pt x="29171" y="-863"/>
                  </a:moveTo>
                  <a:cubicBezTo>
                    <a:pt x="31665" y="-1083"/>
                    <a:pt x="34085" y="-838"/>
                    <a:pt x="36480" y="-130"/>
                  </a:cubicBezTo>
                  <a:cubicBezTo>
                    <a:pt x="48311" y="11042"/>
                    <a:pt x="57820" y="23826"/>
                    <a:pt x="64983" y="38224"/>
                  </a:cubicBezTo>
                  <a:cubicBezTo>
                    <a:pt x="66572" y="61471"/>
                    <a:pt x="55620" y="74500"/>
                    <a:pt x="32105" y="77287"/>
                  </a:cubicBezTo>
                  <a:cubicBezTo>
                    <a:pt x="8980" y="73547"/>
                    <a:pt x="-994" y="60053"/>
                    <a:pt x="2135" y="36782"/>
                  </a:cubicBezTo>
                  <a:cubicBezTo>
                    <a:pt x="9835" y="23142"/>
                    <a:pt x="18855" y="10602"/>
                    <a:pt x="29171" y="-863"/>
                  </a:cubicBezTo>
                  <a:close/>
                </a:path>
              </a:pathLst>
            </a:custGeom>
            <a:grpFill/>
            <a:ln w="2444" cap="flat">
              <a:noFill/>
              <a:prstDash val="solid"/>
              <a:miter/>
            </a:ln>
          </p:spPr>
          <p:txBody>
            <a:bodyPr rtlCol="0" anchor="ctr"/>
            <a:lstStyle/>
            <a:p>
              <a:endParaRPr lang="en-US"/>
            </a:p>
          </p:txBody>
        </p:sp>
        <p:sp>
          <p:nvSpPr>
            <p:cNvPr id="178" name="Freeform: Shape 177"/>
            <p:cNvSpPr/>
            <p:nvPr>
              <p:custDataLst>
                <p:tags r:id="rId46"/>
              </p:custDataLst>
            </p:nvPr>
          </p:nvSpPr>
          <p:spPr>
            <a:xfrm>
              <a:off x="5793850" y="29807905"/>
              <a:ext cx="25039" cy="33391"/>
            </a:xfrm>
            <a:custGeom>
              <a:avLst/>
              <a:gdLst>
                <a:gd name="connsiteX0" fmla="*/ 36742 w 36665"/>
                <a:gd name="connsiteY0" fmla="*/ 21377 h 48894"/>
                <a:gd name="connsiteX1" fmla="*/ 38233 w 36665"/>
                <a:gd name="connsiteY1" fmla="*/ 31815 h 48894"/>
                <a:gd name="connsiteX2" fmla="*/ 13055 w 36665"/>
                <a:gd name="connsiteY2" fmla="*/ 47435 h 48894"/>
                <a:gd name="connsiteX3" fmla="*/ 6406 w 36665"/>
                <a:gd name="connsiteY3" fmla="*/ 15437 h 48894"/>
                <a:gd name="connsiteX4" fmla="*/ 20462 w 36665"/>
                <a:gd name="connsiteY4" fmla="*/ -941 h 48894"/>
                <a:gd name="connsiteX5" fmla="*/ 36742 w 36665"/>
                <a:gd name="connsiteY5" fmla="*/ 21377 h 4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65" h="48894">
                  <a:moveTo>
                    <a:pt x="36742" y="21377"/>
                  </a:moveTo>
                  <a:cubicBezTo>
                    <a:pt x="37818" y="24750"/>
                    <a:pt x="38307" y="28222"/>
                    <a:pt x="38233" y="31815"/>
                  </a:cubicBezTo>
                  <a:cubicBezTo>
                    <a:pt x="34737" y="44502"/>
                    <a:pt x="26353" y="49708"/>
                    <a:pt x="13055" y="47435"/>
                  </a:cubicBezTo>
                  <a:cubicBezTo>
                    <a:pt x="442" y="39002"/>
                    <a:pt x="-1783" y="28344"/>
                    <a:pt x="6406" y="15437"/>
                  </a:cubicBezTo>
                  <a:cubicBezTo>
                    <a:pt x="10391" y="9350"/>
                    <a:pt x="15084" y="3899"/>
                    <a:pt x="20462" y="-941"/>
                  </a:cubicBezTo>
                  <a:cubicBezTo>
                    <a:pt x="27624" y="5268"/>
                    <a:pt x="33051" y="12699"/>
                    <a:pt x="36742" y="21377"/>
                  </a:cubicBezTo>
                  <a:close/>
                </a:path>
              </a:pathLst>
            </a:custGeom>
            <a:grpFill/>
            <a:ln w="2444" cap="flat">
              <a:noFill/>
              <a:prstDash val="solid"/>
              <a:miter/>
            </a:ln>
          </p:spPr>
          <p:txBody>
            <a:bodyPr rtlCol="0" anchor="ctr"/>
            <a:lstStyle/>
            <a:p>
              <a:endParaRPr lang="en-US"/>
            </a:p>
          </p:txBody>
        </p:sp>
        <p:sp>
          <p:nvSpPr>
            <p:cNvPr id="179" name="Freeform: Shape 178"/>
            <p:cNvSpPr/>
            <p:nvPr>
              <p:custDataLst>
                <p:tags r:id="rId47"/>
              </p:custDataLst>
            </p:nvPr>
          </p:nvSpPr>
          <p:spPr>
            <a:xfrm>
              <a:off x="5817216" y="29822929"/>
              <a:ext cx="3345" cy="6677"/>
            </a:xfrm>
            <a:custGeom>
              <a:avLst/>
              <a:gdLst>
                <a:gd name="connsiteX0" fmla="*/ 1575 w 4897"/>
                <a:gd name="connsiteY0" fmla="*/ -941 h 9777"/>
                <a:gd name="connsiteX1" fmla="*/ 6415 w 4897"/>
                <a:gd name="connsiteY1" fmla="*/ 4657 h 9777"/>
                <a:gd name="connsiteX2" fmla="*/ 3995 w 4897"/>
                <a:gd name="connsiteY2" fmla="*/ 8837 h 9777"/>
                <a:gd name="connsiteX3" fmla="*/ 1575 w 4897"/>
                <a:gd name="connsiteY3" fmla="*/ -941 h 9777"/>
              </a:gdLst>
              <a:ahLst/>
              <a:cxnLst>
                <a:cxn ang="0">
                  <a:pos x="connsiteX0" y="connsiteY0"/>
                </a:cxn>
                <a:cxn ang="0">
                  <a:pos x="connsiteX1" y="connsiteY1"/>
                </a:cxn>
                <a:cxn ang="0">
                  <a:pos x="connsiteX2" y="connsiteY2"/>
                </a:cxn>
                <a:cxn ang="0">
                  <a:pos x="connsiteX3" y="connsiteY3"/>
                </a:cxn>
              </a:cxnLst>
              <a:rect l="l" t="t" r="r" b="b"/>
              <a:pathLst>
                <a:path w="4897" h="9777">
                  <a:moveTo>
                    <a:pt x="1575" y="-941"/>
                  </a:moveTo>
                  <a:cubicBezTo>
                    <a:pt x="5193" y="183"/>
                    <a:pt x="6806" y="2066"/>
                    <a:pt x="6415" y="4657"/>
                  </a:cubicBezTo>
                  <a:cubicBezTo>
                    <a:pt x="6366" y="6368"/>
                    <a:pt x="5559" y="7761"/>
                    <a:pt x="3995" y="8837"/>
                  </a:cubicBezTo>
                  <a:cubicBezTo>
                    <a:pt x="4117" y="5488"/>
                    <a:pt x="3310" y="2212"/>
                    <a:pt x="1575" y="-941"/>
                  </a:cubicBezTo>
                  <a:close/>
                </a:path>
              </a:pathLst>
            </a:custGeom>
            <a:grpFill/>
            <a:ln w="2444" cap="flat">
              <a:noFill/>
              <a:prstDash val="solid"/>
              <a:miter/>
            </a:ln>
          </p:spPr>
          <p:txBody>
            <a:bodyPr rtlCol="0" anchor="ctr"/>
            <a:lstStyle/>
            <a:p>
              <a:endParaRPr lang="en-US"/>
            </a:p>
          </p:txBody>
        </p:sp>
        <p:sp>
          <p:nvSpPr>
            <p:cNvPr id="180" name="Freeform: Shape 179"/>
            <p:cNvSpPr/>
            <p:nvPr>
              <p:custDataLst>
                <p:tags r:id="rId48"/>
              </p:custDataLst>
            </p:nvPr>
          </p:nvSpPr>
          <p:spPr>
            <a:xfrm>
              <a:off x="5473325" y="29868002"/>
              <a:ext cx="3345" cy="10015"/>
            </a:xfrm>
            <a:custGeom>
              <a:avLst/>
              <a:gdLst>
                <a:gd name="connsiteX0" fmla="*/ 1575 w 4897"/>
                <a:gd name="connsiteY0" fmla="*/ -941 h 14666"/>
                <a:gd name="connsiteX1" fmla="*/ 6415 w 4897"/>
                <a:gd name="connsiteY1" fmla="*/ 7444 h 14666"/>
                <a:gd name="connsiteX2" fmla="*/ 3995 w 4897"/>
                <a:gd name="connsiteY2" fmla="*/ 13726 h 14666"/>
                <a:gd name="connsiteX3" fmla="*/ 1575 w 4897"/>
                <a:gd name="connsiteY3" fmla="*/ -941 h 14666"/>
              </a:gdLst>
              <a:ahLst/>
              <a:cxnLst>
                <a:cxn ang="0">
                  <a:pos x="connsiteX0" y="connsiteY0"/>
                </a:cxn>
                <a:cxn ang="0">
                  <a:pos x="connsiteX1" y="connsiteY1"/>
                </a:cxn>
                <a:cxn ang="0">
                  <a:pos x="connsiteX2" y="connsiteY2"/>
                </a:cxn>
                <a:cxn ang="0">
                  <a:pos x="connsiteX3" y="connsiteY3"/>
                </a:cxn>
              </a:cxnLst>
              <a:rect l="l" t="t" r="r" b="b"/>
              <a:pathLst>
                <a:path w="4897" h="14666">
                  <a:moveTo>
                    <a:pt x="1575" y="-941"/>
                  </a:moveTo>
                  <a:cubicBezTo>
                    <a:pt x="5193" y="770"/>
                    <a:pt x="6806" y="3557"/>
                    <a:pt x="6415" y="7444"/>
                  </a:cubicBezTo>
                  <a:cubicBezTo>
                    <a:pt x="6366" y="10010"/>
                    <a:pt x="5559" y="12112"/>
                    <a:pt x="3995" y="13726"/>
                  </a:cubicBezTo>
                  <a:cubicBezTo>
                    <a:pt x="4117" y="8690"/>
                    <a:pt x="3310" y="3801"/>
                    <a:pt x="1575" y="-941"/>
                  </a:cubicBezTo>
                  <a:close/>
                </a:path>
              </a:pathLst>
            </a:custGeom>
            <a:grpFill/>
            <a:ln w="2444" cap="flat">
              <a:noFill/>
              <a:prstDash val="solid"/>
              <a:miter/>
            </a:ln>
          </p:spPr>
          <p:txBody>
            <a:bodyPr rtlCol="0" anchor="ctr"/>
            <a:lstStyle/>
            <a:p>
              <a:endParaRPr lang="en-US"/>
            </a:p>
          </p:txBody>
        </p:sp>
        <p:grpSp>
          <p:nvGrpSpPr>
            <p:cNvPr id="181" name="Graphic 20364"/>
            <p:cNvGrpSpPr/>
            <p:nvPr/>
          </p:nvGrpSpPr>
          <p:grpSpPr>
            <a:xfrm>
              <a:off x="5530082" y="28981590"/>
              <a:ext cx="363574" cy="456073"/>
              <a:chOff x="3757002" y="33466403"/>
              <a:chExt cx="532383" cy="667830"/>
            </a:xfrm>
            <a:grpFill/>
          </p:grpSpPr>
          <p:sp>
            <p:nvSpPr>
              <p:cNvPr id="189" name="Freeform: Shape 188"/>
              <p:cNvSpPr/>
              <p:nvPr>
                <p:custDataLst>
                  <p:tags r:id="rId49"/>
                </p:custDataLst>
              </p:nvPr>
            </p:nvSpPr>
            <p:spPr>
              <a:xfrm>
                <a:off x="3789254" y="33589605"/>
                <a:ext cx="222504" cy="90567"/>
              </a:xfrm>
              <a:custGeom>
                <a:avLst/>
                <a:gdLst>
                  <a:gd name="connsiteX0" fmla="*/ 29428 w 222504"/>
                  <a:gd name="connsiteY0" fmla="*/ -1462 h 90567"/>
                  <a:gd name="connsiteX1" fmla="*/ 23722 w 222504"/>
                  <a:gd name="connsiteY1" fmla="*/ -289 h 90567"/>
                  <a:gd name="connsiteX2" fmla="*/ 18016 w 222504"/>
                  <a:gd name="connsiteY2" fmla="*/ 836 h 90567"/>
                  <a:gd name="connsiteX3" fmla="*/ 12335 w 222504"/>
                  <a:gd name="connsiteY3" fmla="*/ 4307 h 90567"/>
                  <a:gd name="connsiteX4" fmla="*/ 7731 w 222504"/>
                  <a:gd name="connsiteY4" fmla="*/ 7827 h 90567"/>
                  <a:gd name="connsiteX5" fmla="*/ 3201 w 222504"/>
                  <a:gd name="connsiteY5" fmla="*/ 12471 h 90567"/>
                  <a:gd name="connsiteX6" fmla="*/ 923 w 222504"/>
                  <a:gd name="connsiteY6" fmla="*/ 18289 h 90567"/>
                  <a:gd name="connsiteX7" fmla="*/ -1404 w 222504"/>
                  <a:gd name="connsiteY7" fmla="*/ 24083 h 90567"/>
                  <a:gd name="connsiteX8" fmla="*/ -2505 w 222504"/>
                  <a:gd name="connsiteY8" fmla="*/ 31049 h 90567"/>
                  <a:gd name="connsiteX9" fmla="*/ -2505 w 222504"/>
                  <a:gd name="connsiteY9" fmla="*/ 56594 h 90567"/>
                  <a:gd name="connsiteX10" fmla="*/ -1404 w 222504"/>
                  <a:gd name="connsiteY10" fmla="*/ 63536 h 90567"/>
                  <a:gd name="connsiteX11" fmla="*/ 923 w 222504"/>
                  <a:gd name="connsiteY11" fmla="*/ 69378 h 90567"/>
                  <a:gd name="connsiteX12" fmla="*/ 3201 w 222504"/>
                  <a:gd name="connsiteY12" fmla="*/ 75196 h 90567"/>
                  <a:gd name="connsiteX13" fmla="*/ 7731 w 222504"/>
                  <a:gd name="connsiteY13" fmla="*/ 79816 h 90567"/>
                  <a:gd name="connsiteX14" fmla="*/ 12335 w 222504"/>
                  <a:gd name="connsiteY14" fmla="*/ 84461 h 90567"/>
                  <a:gd name="connsiteX15" fmla="*/ 18016 w 222504"/>
                  <a:gd name="connsiteY15" fmla="*/ 86759 h 90567"/>
                  <a:gd name="connsiteX16" fmla="*/ 23722 w 222504"/>
                  <a:gd name="connsiteY16" fmla="*/ 89106 h 90567"/>
                  <a:gd name="connsiteX17" fmla="*/ 193723 w 222504"/>
                  <a:gd name="connsiteY17" fmla="*/ 89106 h 90567"/>
                  <a:gd name="connsiteX18" fmla="*/ 200579 w 222504"/>
                  <a:gd name="connsiteY18" fmla="*/ 86759 h 90567"/>
                  <a:gd name="connsiteX19" fmla="*/ 205110 w 222504"/>
                  <a:gd name="connsiteY19" fmla="*/ 84461 h 90567"/>
                  <a:gd name="connsiteX20" fmla="*/ 209714 w 222504"/>
                  <a:gd name="connsiteY20" fmla="*/ 79816 h 90567"/>
                  <a:gd name="connsiteX21" fmla="*/ 214268 w 222504"/>
                  <a:gd name="connsiteY21" fmla="*/ 75196 h 90567"/>
                  <a:gd name="connsiteX22" fmla="*/ 216570 w 222504"/>
                  <a:gd name="connsiteY22" fmla="*/ 69378 h 90567"/>
                  <a:gd name="connsiteX23" fmla="*/ 218824 w 222504"/>
                  <a:gd name="connsiteY23" fmla="*/ 63536 h 90567"/>
                  <a:gd name="connsiteX24" fmla="*/ 219999 w 222504"/>
                  <a:gd name="connsiteY24" fmla="*/ 56594 h 90567"/>
                  <a:gd name="connsiteX25" fmla="*/ 219999 w 222504"/>
                  <a:gd name="connsiteY25" fmla="*/ 31049 h 90567"/>
                  <a:gd name="connsiteX26" fmla="*/ 218824 w 222504"/>
                  <a:gd name="connsiteY26" fmla="*/ 24083 h 90567"/>
                  <a:gd name="connsiteX27" fmla="*/ 216570 w 222504"/>
                  <a:gd name="connsiteY27" fmla="*/ 18289 h 90567"/>
                  <a:gd name="connsiteX28" fmla="*/ 214268 w 222504"/>
                  <a:gd name="connsiteY28" fmla="*/ 12471 h 90567"/>
                  <a:gd name="connsiteX29" fmla="*/ 209714 w 222504"/>
                  <a:gd name="connsiteY29" fmla="*/ 7827 h 90567"/>
                  <a:gd name="connsiteX30" fmla="*/ 205110 w 222504"/>
                  <a:gd name="connsiteY30" fmla="*/ 4307 h 90567"/>
                  <a:gd name="connsiteX31" fmla="*/ 200579 w 222504"/>
                  <a:gd name="connsiteY31" fmla="*/ 836 h 90567"/>
                  <a:gd name="connsiteX32" fmla="*/ 193723 w 222504"/>
                  <a:gd name="connsiteY32" fmla="*/ -289 h 90567"/>
                  <a:gd name="connsiteX33" fmla="*/ 188017 w 222504"/>
                  <a:gd name="connsiteY33" fmla="*/ -1462 h 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504" h="90567">
                    <a:moveTo>
                      <a:pt x="29428" y="-1462"/>
                    </a:moveTo>
                    <a:lnTo>
                      <a:pt x="23722" y="-289"/>
                    </a:lnTo>
                    <a:lnTo>
                      <a:pt x="18016" y="836"/>
                    </a:lnTo>
                    <a:lnTo>
                      <a:pt x="12335" y="4307"/>
                    </a:lnTo>
                    <a:lnTo>
                      <a:pt x="7731" y="7827"/>
                    </a:lnTo>
                    <a:lnTo>
                      <a:pt x="3201" y="12471"/>
                    </a:lnTo>
                    <a:lnTo>
                      <a:pt x="923" y="18289"/>
                    </a:lnTo>
                    <a:lnTo>
                      <a:pt x="-1404" y="24083"/>
                    </a:lnTo>
                    <a:lnTo>
                      <a:pt x="-2505" y="31049"/>
                    </a:lnTo>
                    <a:lnTo>
                      <a:pt x="-2505" y="56594"/>
                    </a:lnTo>
                    <a:lnTo>
                      <a:pt x="-1404" y="63536"/>
                    </a:lnTo>
                    <a:lnTo>
                      <a:pt x="923" y="69378"/>
                    </a:lnTo>
                    <a:lnTo>
                      <a:pt x="3201" y="75196"/>
                    </a:lnTo>
                    <a:lnTo>
                      <a:pt x="7731" y="79816"/>
                    </a:lnTo>
                    <a:lnTo>
                      <a:pt x="12335" y="84461"/>
                    </a:lnTo>
                    <a:lnTo>
                      <a:pt x="18016" y="86759"/>
                    </a:lnTo>
                    <a:lnTo>
                      <a:pt x="23722" y="89106"/>
                    </a:lnTo>
                    <a:lnTo>
                      <a:pt x="193723" y="89106"/>
                    </a:lnTo>
                    <a:lnTo>
                      <a:pt x="200579" y="86759"/>
                    </a:lnTo>
                    <a:lnTo>
                      <a:pt x="205110" y="84461"/>
                    </a:lnTo>
                    <a:lnTo>
                      <a:pt x="209714" y="79816"/>
                    </a:lnTo>
                    <a:lnTo>
                      <a:pt x="214268" y="75196"/>
                    </a:lnTo>
                    <a:lnTo>
                      <a:pt x="216570" y="69378"/>
                    </a:lnTo>
                    <a:lnTo>
                      <a:pt x="218824" y="63536"/>
                    </a:lnTo>
                    <a:lnTo>
                      <a:pt x="219999" y="56594"/>
                    </a:lnTo>
                    <a:lnTo>
                      <a:pt x="219999" y="31049"/>
                    </a:lnTo>
                    <a:lnTo>
                      <a:pt x="218824" y="24083"/>
                    </a:lnTo>
                    <a:lnTo>
                      <a:pt x="216570" y="18289"/>
                    </a:lnTo>
                    <a:lnTo>
                      <a:pt x="214268" y="12471"/>
                    </a:lnTo>
                    <a:lnTo>
                      <a:pt x="209714" y="7827"/>
                    </a:lnTo>
                    <a:lnTo>
                      <a:pt x="205110" y="4307"/>
                    </a:lnTo>
                    <a:lnTo>
                      <a:pt x="200579" y="836"/>
                    </a:lnTo>
                    <a:lnTo>
                      <a:pt x="193723" y="-289"/>
                    </a:lnTo>
                    <a:lnTo>
                      <a:pt x="188017" y="-1462"/>
                    </a:lnTo>
                    <a:close/>
                  </a:path>
                </a:pathLst>
              </a:custGeom>
              <a:grpFill/>
              <a:ln w="2446" cap="flat">
                <a:noFill/>
                <a:prstDash val="solid"/>
                <a:miter/>
              </a:ln>
            </p:spPr>
            <p:txBody>
              <a:bodyPr rtlCol="0" anchor="ctr"/>
              <a:lstStyle/>
              <a:p>
                <a:endParaRPr lang="en-US"/>
              </a:p>
            </p:txBody>
          </p:sp>
          <p:sp>
            <p:nvSpPr>
              <p:cNvPr id="190" name="Freeform: Shape 189"/>
              <p:cNvSpPr/>
              <p:nvPr>
                <p:custDataLst>
                  <p:tags r:id="rId50"/>
                </p:custDataLst>
              </p:nvPr>
            </p:nvSpPr>
            <p:spPr>
              <a:xfrm>
                <a:off x="3757002" y="33867297"/>
                <a:ext cx="286933" cy="116870"/>
              </a:xfrm>
              <a:custGeom>
                <a:avLst/>
                <a:gdLst>
                  <a:gd name="connsiteX0" fmla="*/ 181551 w 286933"/>
                  <a:gd name="connsiteY0" fmla="*/ 41756 h 116870"/>
                  <a:gd name="connsiteX1" fmla="*/ 187257 w 286933"/>
                  <a:gd name="connsiteY1" fmla="*/ 42954 h 116870"/>
                  <a:gd name="connsiteX2" fmla="*/ 191812 w 286933"/>
                  <a:gd name="connsiteY2" fmla="*/ 46450 h 116870"/>
                  <a:gd name="connsiteX3" fmla="*/ 195265 w 286933"/>
                  <a:gd name="connsiteY3" fmla="*/ 51118 h 116870"/>
                  <a:gd name="connsiteX4" fmla="*/ 196392 w 286933"/>
                  <a:gd name="connsiteY4" fmla="*/ 56961 h 116870"/>
                  <a:gd name="connsiteX5" fmla="*/ 195265 w 286933"/>
                  <a:gd name="connsiteY5" fmla="*/ 62803 h 116870"/>
                  <a:gd name="connsiteX6" fmla="*/ 191812 w 286933"/>
                  <a:gd name="connsiteY6" fmla="*/ 67472 h 116870"/>
                  <a:gd name="connsiteX7" fmla="*/ 187257 w 286933"/>
                  <a:gd name="connsiteY7" fmla="*/ 70992 h 116870"/>
                  <a:gd name="connsiteX8" fmla="*/ 181551 w 286933"/>
                  <a:gd name="connsiteY8" fmla="*/ 72141 h 116870"/>
                  <a:gd name="connsiteX9" fmla="*/ 101498 w 286933"/>
                  <a:gd name="connsiteY9" fmla="*/ 72141 h 116870"/>
                  <a:gd name="connsiteX10" fmla="*/ 94690 w 286933"/>
                  <a:gd name="connsiteY10" fmla="*/ 70992 h 116870"/>
                  <a:gd name="connsiteX11" fmla="*/ 90086 w 286933"/>
                  <a:gd name="connsiteY11" fmla="*/ 67472 h 116870"/>
                  <a:gd name="connsiteX12" fmla="*/ 86658 w 286933"/>
                  <a:gd name="connsiteY12" fmla="*/ 62803 h 116870"/>
                  <a:gd name="connsiteX13" fmla="*/ 85556 w 286933"/>
                  <a:gd name="connsiteY13" fmla="*/ 56961 h 116870"/>
                  <a:gd name="connsiteX14" fmla="*/ 86658 w 286933"/>
                  <a:gd name="connsiteY14" fmla="*/ 51118 h 116870"/>
                  <a:gd name="connsiteX15" fmla="*/ 90086 w 286933"/>
                  <a:gd name="connsiteY15" fmla="*/ 46450 h 116870"/>
                  <a:gd name="connsiteX16" fmla="*/ 94690 w 286933"/>
                  <a:gd name="connsiteY16" fmla="*/ 42954 h 116870"/>
                  <a:gd name="connsiteX17" fmla="*/ 101498 w 286933"/>
                  <a:gd name="connsiteY17" fmla="*/ 41756 h 116870"/>
                  <a:gd name="connsiteX18" fmla="*/ -2505 w 286933"/>
                  <a:gd name="connsiteY18" fmla="*/ -1462 h 116870"/>
                  <a:gd name="connsiteX19" fmla="*/ -2505 w 286933"/>
                  <a:gd name="connsiteY19" fmla="*/ 115408 h 116870"/>
                  <a:gd name="connsiteX20" fmla="*/ 284428 w 286933"/>
                  <a:gd name="connsiteY20" fmla="*/ 115408 h 116870"/>
                  <a:gd name="connsiteX21" fmla="*/ 284428 w 286933"/>
                  <a:gd name="connsiteY21" fmla="*/ -1462 h 11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6933" h="116870">
                    <a:moveTo>
                      <a:pt x="181551" y="41756"/>
                    </a:moveTo>
                    <a:lnTo>
                      <a:pt x="187257" y="42954"/>
                    </a:lnTo>
                    <a:lnTo>
                      <a:pt x="191812" y="46450"/>
                    </a:lnTo>
                    <a:lnTo>
                      <a:pt x="195265" y="51118"/>
                    </a:lnTo>
                    <a:lnTo>
                      <a:pt x="196392" y="56961"/>
                    </a:lnTo>
                    <a:lnTo>
                      <a:pt x="195265" y="62803"/>
                    </a:lnTo>
                    <a:lnTo>
                      <a:pt x="191812" y="67472"/>
                    </a:lnTo>
                    <a:lnTo>
                      <a:pt x="187257" y="70992"/>
                    </a:lnTo>
                    <a:lnTo>
                      <a:pt x="181551" y="72141"/>
                    </a:lnTo>
                    <a:lnTo>
                      <a:pt x="101498" y="72141"/>
                    </a:lnTo>
                    <a:lnTo>
                      <a:pt x="94690" y="70992"/>
                    </a:lnTo>
                    <a:lnTo>
                      <a:pt x="90086" y="67472"/>
                    </a:lnTo>
                    <a:lnTo>
                      <a:pt x="86658" y="62803"/>
                    </a:lnTo>
                    <a:lnTo>
                      <a:pt x="85556" y="56961"/>
                    </a:lnTo>
                    <a:lnTo>
                      <a:pt x="86658" y="51118"/>
                    </a:lnTo>
                    <a:lnTo>
                      <a:pt x="90086" y="46450"/>
                    </a:lnTo>
                    <a:lnTo>
                      <a:pt x="94690" y="42954"/>
                    </a:lnTo>
                    <a:lnTo>
                      <a:pt x="101498" y="41756"/>
                    </a:lnTo>
                    <a:close/>
                    <a:moveTo>
                      <a:pt x="-2505" y="-1462"/>
                    </a:moveTo>
                    <a:lnTo>
                      <a:pt x="-2505" y="115408"/>
                    </a:lnTo>
                    <a:lnTo>
                      <a:pt x="284428" y="115408"/>
                    </a:lnTo>
                    <a:lnTo>
                      <a:pt x="284428" y="-1462"/>
                    </a:lnTo>
                    <a:close/>
                  </a:path>
                </a:pathLst>
              </a:custGeom>
              <a:grpFill/>
              <a:ln w="2446" cap="flat">
                <a:noFill/>
                <a:prstDash val="solid"/>
                <a:miter/>
              </a:ln>
            </p:spPr>
            <p:txBody>
              <a:bodyPr rtlCol="0" anchor="ctr"/>
              <a:lstStyle/>
              <a:p>
                <a:endParaRPr lang="en-US"/>
              </a:p>
            </p:txBody>
          </p:sp>
          <p:sp>
            <p:nvSpPr>
              <p:cNvPr id="191" name="Freeform: Shape 190"/>
              <p:cNvSpPr/>
              <p:nvPr>
                <p:custDataLst>
                  <p:tags r:id="rId51"/>
                </p:custDataLst>
              </p:nvPr>
            </p:nvSpPr>
            <p:spPr>
              <a:xfrm>
                <a:off x="3757002" y="34013403"/>
                <a:ext cx="286933" cy="90592"/>
              </a:xfrm>
              <a:custGeom>
                <a:avLst/>
                <a:gdLst>
                  <a:gd name="connsiteX0" fmla="*/ -2505 w 286933"/>
                  <a:gd name="connsiteY0" fmla="*/ -1462 h 90592"/>
                  <a:gd name="connsiteX1" fmla="*/ -2505 w 286933"/>
                  <a:gd name="connsiteY1" fmla="*/ 40949 h 90592"/>
                  <a:gd name="connsiteX2" fmla="*/ -1330 w 286933"/>
                  <a:gd name="connsiteY2" fmla="*/ 51290 h 90592"/>
                  <a:gd name="connsiteX3" fmla="*/ 2098 w 286933"/>
                  <a:gd name="connsiteY3" fmla="*/ 59332 h 90592"/>
                  <a:gd name="connsiteX4" fmla="*/ 5527 w 286933"/>
                  <a:gd name="connsiteY4" fmla="*/ 67325 h 90592"/>
                  <a:gd name="connsiteX5" fmla="*/ 11232 w 286933"/>
                  <a:gd name="connsiteY5" fmla="*/ 75368 h 90592"/>
                  <a:gd name="connsiteX6" fmla="*/ 19240 w 286933"/>
                  <a:gd name="connsiteY6" fmla="*/ 81137 h 90592"/>
                  <a:gd name="connsiteX7" fmla="*/ 27248 w 286933"/>
                  <a:gd name="connsiteY7" fmla="*/ 84510 h 90592"/>
                  <a:gd name="connsiteX8" fmla="*/ 35256 w 286933"/>
                  <a:gd name="connsiteY8" fmla="*/ 87957 h 90592"/>
                  <a:gd name="connsiteX9" fmla="*/ 45517 w 286933"/>
                  <a:gd name="connsiteY9" fmla="*/ 89130 h 90592"/>
                  <a:gd name="connsiteX10" fmla="*/ 237533 w 286933"/>
                  <a:gd name="connsiteY10" fmla="*/ 89130 h 90592"/>
                  <a:gd name="connsiteX11" fmla="*/ 246716 w 286933"/>
                  <a:gd name="connsiteY11" fmla="*/ 87957 h 90592"/>
                  <a:gd name="connsiteX12" fmla="*/ 255875 w 286933"/>
                  <a:gd name="connsiteY12" fmla="*/ 84510 h 90592"/>
                  <a:gd name="connsiteX13" fmla="*/ 263834 w 286933"/>
                  <a:gd name="connsiteY13" fmla="*/ 81137 h 90592"/>
                  <a:gd name="connsiteX14" fmla="*/ 270715 w 286933"/>
                  <a:gd name="connsiteY14" fmla="*/ 75368 h 90592"/>
                  <a:gd name="connsiteX15" fmla="*/ 276421 w 286933"/>
                  <a:gd name="connsiteY15" fmla="*/ 67325 h 90592"/>
                  <a:gd name="connsiteX16" fmla="*/ 279849 w 286933"/>
                  <a:gd name="connsiteY16" fmla="*/ 59332 h 90592"/>
                  <a:gd name="connsiteX17" fmla="*/ 283277 w 286933"/>
                  <a:gd name="connsiteY17" fmla="*/ 51290 h 90592"/>
                  <a:gd name="connsiteX18" fmla="*/ 284428 w 286933"/>
                  <a:gd name="connsiteY18" fmla="*/ 40949 h 90592"/>
                  <a:gd name="connsiteX19" fmla="*/ 284428 w 286933"/>
                  <a:gd name="connsiteY19" fmla="*/ -1462 h 9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6933" h="90592">
                    <a:moveTo>
                      <a:pt x="-2505" y="-1462"/>
                    </a:moveTo>
                    <a:lnTo>
                      <a:pt x="-2505" y="40949"/>
                    </a:lnTo>
                    <a:lnTo>
                      <a:pt x="-1330" y="51290"/>
                    </a:lnTo>
                    <a:lnTo>
                      <a:pt x="2098" y="59332"/>
                    </a:lnTo>
                    <a:lnTo>
                      <a:pt x="5527" y="67325"/>
                    </a:lnTo>
                    <a:lnTo>
                      <a:pt x="11232" y="75368"/>
                    </a:lnTo>
                    <a:lnTo>
                      <a:pt x="19240" y="81137"/>
                    </a:lnTo>
                    <a:lnTo>
                      <a:pt x="27248" y="84510"/>
                    </a:lnTo>
                    <a:lnTo>
                      <a:pt x="35256" y="87957"/>
                    </a:lnTo>
                    <a:lnTo>
                      <a:pt x="45517" y="89130"/>
                    </a:lnTo>
                    <a:lnTo>
                      <a:pt x="237533" y="89130"/>
                    </a:lnTo>
                    <a:lnTo>
                      <a:pt x="246716" y="87957"/>
                    </a:lnTo>
                    <a:lnTo>
                      <a:pt x="255875" y="84510"/>
                    </a:lnTo>
                    <a:lnTo>
                      <a:pt x="263834" y="81137"/>
                    </a:lnTo>
                    <a:lnTo>
                      <a:pt x="270715" y="75368"/>
                    </a:lnTo>
                    <a:lnTo>
                      <a:pt x="276421" y="67325"/>
                    </a:lnTo>
                    <a:lnTo>
                      <a:pt x="279849" y="59332"/>
                    </a:lnTo>
                    <a:lnTo>
                      <a:pt x="283277" y="51290"/>
                    </a:lnTo>
                    <a:lnTo>
                      <a:pt x="284428" y="40949"/>
                    </a:lnTo>
                    <a:lnTo>
                      <a:pt x="284428" y="-1462"/>
                    </a:lnTo>
                    <a:close/>
                  </a:path>
                </a:pathLst>
              </a:custGeom>
              <a:grpFill/>
              <a:ln w="2446" cap="flat">
                <a:noFill/>
                <a:prstDash val="solid"/>
                <a:miter/>
              </a:ln>
            </p:spPr>
            <p:txBody>
              <a:bodyPr rtlCol="0" anchor="ctr"/>
              <a:lstStyle/>
              <a:p>
                <a:endParaRPr lang="en-US"/>
              </a:p>
            </p:txBody>
          </p:sp>
          <p:sp>
            <p:nvSpPr>
              <p:cNvPr id="192" name="Freeform: Shape 191"/>
              <p:cNvSpPr/>
              <p:nvPr>
                <p:custDataLst>
                  <p:tags r:id="rId52"/>
                </p:custDataLst>
              </p:nvPr>
            </p:nvSpPr>
            <p:spPr>
              <a:xfrm>
                <a:off x="3757002" y="33709433"/>
                <a:ext cx="286933" cy="128579"/>
              </a:xfrm>
              <a:custGeom>
                <a:avLst/>
                <a:gdLst>
                  <a:gd name="connsiteX0" fmla="*/ 77523 w 286933"/>
                  <a:gd name="connsiteY0" fmla="*/ -1462 h 128579"/>
                  <a:gd name="connsiteX1" fmla="*/ 77523 w 286933"/>
                  <a:gd name="connsiteY1" fmla="*/ 23594 h 128579"/>
                  <a:gd name="connsiteX2" fmla="*/ 69540 w 286933"/>
                  <a:gd name="connsiteY2" fmla="*/ 23594 h 128579"/>
                  <a:gd name="connsiteX3" fmla="*/ 61508 w 286933"/>
                  <a:gd name="connsiteY3" fmla="*/ 24718 h 128579"/>
                  <a:gd name="connsiteX4" fmla="*/ 53524 w 286933"/>
                  <a:gd name="connsiteY4" fmla="*/ 26991 h 128579"/>
                  <a:gd name="connsiteX5" fmla="*/ 45517 w 286933"/>
                  <a:gd name="connsiteY5" fmla="*/ 30389 h 128579"/>
                  <a:gd name="connsiteX6" fmla="*/ 38660 w 286933"/>
                  <a:gd name="connsiteY6" fmla="*/ 33812 h 128579"/>
                  <a:gd name="connsiteX7" fmla="*/ 31779 w 286933"/>
                  <a:gd name="connsiteY7" fmla="*/ 37234 h 128579"/>
                  <a:gd name="connsiteX8" fmla="*/ 26073 w 286933"/>
                  <a:gd name="connsiteY8" fmla="*/ 41756 h 128579"/>
                  <a:gd name="connsiteX9" fmla="*/ 20367 w 286933"/>
                  <a:gd name="connsiteY9" fmla="*/ 47452 h 128579"/>
                  <a:gd name="connsiteX10" fmla="*/ 15812 w 286933"/>
                  <a:gd name="connsiteY10" fmla="*/ 53123 h 128579"/>
                  <a:gd name="connsiteX11" fmla="*/ 11232 w 286933"/>
                  <a:gd name="connsiteY11" fmla="*/ 58867 h 128579"/>
                  <a:gd name="connsiteX12" fmla="*/ 6629 w 286933"/>
                  <a:gd name="connsiteY12" fmla="*/ 65638 h 128579"/>
                  <a:gd name="connsiteX13" fmla="*/ 4376 w 286933"/>
                  <a:gd name="connsiteY13" fmla="*/ 72483 h 128579"/>
                  <a:gd name="connsiteX14" fmla="*/ 923 w 286933"/>
                  <a:gd name="connsiteY14" fmla="*/ 79328 h 128579"/>
                  <a:gd name="connsiteX15" fmla="*/ -204 w 286933"/>
                  <a:gd name="connsiteY15" fmla="*/ 87272 h 128579"/>
                  <a:gd name="connsiteX16" fmla="*/ -1330 w 286933"/>
                  <a:gd name="connsiteY16" fmla="*/ 94117 h 128579"/>
                  <a:gd name="connsiteX17" fmla="*/ -2505 w 286933"/>
                  <a:gd name="connsiteY17" fmla="*/ 102086 h 128579"/>
                  <a:gd name="connsiteX18" fmla="*/ -2505 w 286933"/>
                  <a:gd name="connsiteY18" fmla="*/ 127117 h 128579"/>
                  <a:gd name="connsiteX19" fmla="*/ 284428 w 286933"/>
                  <a:gd name="connsiteY19" fmla="*/ 127117 h 128579"/>
                  <a:gd name="connsiteX20" fmla="*/ 284428 w 286933"/>
                  <a:gd name="connsiteY20" fmla="*/ 102086 h 128579"/>
                  <a:gd name="connsiteX21" fmla="*/ 283277 w 286933"/>
                  <a:gd name="connsiteY21" fmla="*/ 94117 h 128579"/>
                  <a:gd name="connsiteX22" fmla="*/ 282127 w 286933"/>
                  <a:gd name="connsiteY22" fmla="*/ 87272 h 128579"/>
                  <a:gd name="connsiteX23" fmla="*/ 280951 w 286933"/>
                  <a:gd name="connsiteY23" fmla="*/ 79328 h 128579"/>
                  <a:gd name="connsiteX24" fmla="*/ 277571 w 286933"/>
                  <a:gd name="connsiteY24" fmla="*/ 72483 h 128579"/>
                  <a:gd name="connsiteX25" fmla="*/ 275245 w 286933"/>
                  <a:gd name="connsiteY25" fmla="*/ 65638 h 128579"/>
                  <a:gd name="connsiteX26" fmla="*/ 270715 w 286933"/>
                  <a:gd name="connsiteY26" fmla="*/ 58867 h 128579"/>
                  <a:gd name="connsiteX27" fmla="*/ 266111 w 286933"/>
                  <a:gd name="connsiteY27" fmla="*/ 53123 h 128579"/>
                  <a:gd name="connsiteX28" fmla="*/ 261580 w 286933"/>
                  <a:gd name="connsiteY28" fmla="*/ 47452 h 128579"/>
                  <a:gd name="connsiteX29" fmla="*/ 255875 w 286933"/>
                  <a:gd name="connsiteY29" fmla="*/ 41756 h 128579"/>
                  <a:gd name="connsiteX30" fmla="*/ 250095 w 286933"/>
                  <a:gd name="connsiteY30" fmla="*/ 37234 h 128579"/>
                  <a:gd name="connsiteX31" fmla="*/ 243287 w 286933"/>
                  <a:gd name="connsiteY31" fmla="*/ 33812 h 128579"/>
                  <a:gd name="connsiteX32" fmla="*/ 236431 w 286933"/>
                  <a:gd name="connsiteY32" fmla="*/ 30389 h 128579"/>
                  <a:gd name="connsiteX33" fmla="*/ 228374 w 286933"/>
                  <a:gd name="connsiteY33" fmla="*/ 26991 h 128579"/>
                  <a:gd name="connsiteX34" fmla="*/ 220415 w 286933"/>
                  <a:gd name="connsiteY34" fmla="*/ 24718 h 128579"/>
                  <a:gd name="connsiteX35" fmla="*/ 212407 w 286933"/>
                  <a:gd name="connsiteY35" fmla="*/ 23594 h 128579"/>
                  <a:gd name="connsiteX36" fmla="*/ 204399 w 286933"/>
                  <a:gd name="connsiteY36" fmla="*/ 23594 h 128579"/>
                  <a:gd name="connsiteX37" fmla="*/ 204399 w 286933"/>
                  <a:gd name="connsiteY37" fmla="*/ -1462 h 12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6933" h="128579">
                    <a:moveTo>
                      <a:pt x="77523" y="-1462"/>
                    </a:moveTo>
                    <a:lnTo>
                      <a:pt x="77523" y="23594"/>
                    </a:lnTo>
                    <a:lnTo>
                      <a:pt x="69540" y="23594"/>
                    </a:lnTo>
                    <a:lnTo>
                      <a:pt x="61508" y="24718"/>
                    </a:lnTo>
                    <a:lnTo>
                      <a:pt x="53524" y="26991"/>
                    </a:lnTo>
                    <a:lnTo>
                      <a:pt x="45517" y="30389"/>
                    </a:lnTo>
                    <a:lnTo>
                      <a:pt x="38660" y="33812"/>
                    </a:lnTo>
                    <a:lnTo>
                      <a:pt x="31779" y="37234"/>
                    </a:lnTo>
                    <a:lnTo>
                      <a:pt x="26073" y="41756"/>
                    </a:lnTo>
                    <a:lnTo>
                      <a:pt x="20367" y="47452"/>
                    </a:lnTo>
                    <a:lnTo>
                      <a:pt x="15812" y="53123"/>
                    </a:lnTo>
                    <a:lnTo>
                      <a:pt x="11232" y="58867"/>
                    </a:lnTo>
                    <a:lnTo>
                      <a:pt x="6629" y="65638"/>
                    </a:lnTo>
                    <a:lnTo>
                      <a:pt x="4376" y="72483"/>
                    </a:lnTo>
                    <a:lnTo>
                      <a:pt x="923" y="79328"/>
                    </a:lnTo>
                    <a:lnTo>
                      <a:pt x="-204" y="87272"/>
                    </a:lnTo>
                    <a:lnTo>
                      <a:pt x="-1330" y="94117"/>
                    </a:lnTo>
                    <a:lnTo>
                      <a:pt x="-2505" y="102086"/>
                    </a:lnTo>
                    <a:lnTo>
                      <a:pt x="-2505" y="127117"/>
                    </a:lnTo>
                    <a:lnTo>
                      <a:pt x="284428" y="127117"/>
                    </a:lnTo>
                    <a:lnTo>
                      <a:pt x="284428" y="102086"/>
                    </a:lnTo>
                    <a:lnTo>
                      <a:pt x="283277" y="94117"/>
                    </a:lnTo>
                    <a:lnTo>
                      <a:pt x="282127" y="87272"/>
                    </a:lnTo>
                    <a:lnTo>
                      <a:pt x="280951" y="79328"/>
                    </a:lnTo>
                    <a:lnTo>
                      <a:pt x="277571" y="72483"/>
                    </a:lnTo>
                    <a:lnTo>
                      <a:pt x="275245" y="65638"/>
                    </a:lnTo>
                    <a:lnTo>
                      <a:pt x="270715" y="58867"/>
                    </a:lnTo>
                    <a:lnTo>
                      <a:pt x="266111" y="53123"/>
                    </a:lnTo>
                    <a:lnTo>
                      <a:pt x="261580" y="47452"/>
                    </a:lnTo>
                    <a:lnTo>
                      <a:pt x="255875" y="41756"/>
                    </a:lnTo>
                    <a:lnTo>
                      <a:pt x="250095" y="37234"/>
                    </a:lnTo>
                    <a:lnTo>
                      <a:pt x="243287" y="33812"/>
                    </a:lnTo>
                    <a:lnTo>
                      <a:pt x="236431" y="30389"/>
                    </a:lnTo>
                    <a:lnTo>
                      <a:pt x="228374" y="26991"/>
                    </a:lnTo>
                    <a:lnTo>
                      <a:pt x="220415" y="24718"/>
                    </a:lnTo>
                    <a:lnTo>
                      <a:pt x="212407" y="23594"/>
                    </a:lnTo>
                    <a:lnTo>
                      <a:pt x="204399" y="23594"/>
                    </a:lnTo>
                    <a:lnTo>
                      <a:pt x="204399" y="-1462"/>
                    </a:lnTo>
                    <a:close/>
                  </a:path>
                </a:pathLst>
              </a:custGeom>
              <a:grpFill/>
              <a:ln w="2446" cap="flat">
                <a:noFill/>
                <a:prstDash val="solid"/>
                <a:miter/>
              </a:ln>
            </p:spPr>
            <p:txBody>
              <a:bodyPr rtlCol="0" anchor="ctr"/>
              <a:lstStyle/>
              <a:p>
                <a:endParaRPr lang="en-US"/>
              </a:p>
            </p:txBody>
          </p:sp>
          <p:sp>
            <p:nvSpPr>
              <p:cNvPr id="193" name="Freeform: Shape 192"/>
              <p:cNvSpPr/>
              <p:nvPr>
                <p:custDataLst>
                  <p:tags r:id="rId53"/>
                </p:custDataLst>
              </p:nvPr>
            </p:nvSpPr>
            <p:spPr>
              <a:xfrm>
                <a:off x="4077388" y="33659688"/>
                <a:ext cx="211998" cy="349070"/>
              </a:xfrm>
              <a:custGeom>
                <a:avLst/>
                <a:gdLst>
                  <a:gd name="connsiteX0" fmla="*/ 50953 w 211998"/>
                  <a:gd name="connsiteY0" fmla="*/ 3231 h 349070"/>
                  <a:gd name="connsiteX1" fmla="*/ 47648 w 211998"/>
                  <a:gd name="connsiteY1" fmla="*/ 8071 h 349070"/>
                  <a:gd name="connsiteX2" fmla="*/ 46815 w 211998"/>
                  <a:gd name="connsiteY2" fmla="*/ 13693 h 349070"/>
                  <a:gd name="connsiteX3" fmla="*/ 42970 w 211998"/>
                  <a:gd name="connsiteY3" fmla="*/ 315830 h 349070"/>
                  <a:gd name="connsiteX4" fmla="*/ 13045 w 211998"/>
                  <a:gd name="connsiteY4" fmla="*/ 314632 h 349070"/>
                  <a:gd name="connsiteX5" fmla="*/ 6580 w 211998"/>
                  <a:gd name="connsiteY5" fmla="*/ 316148 h 349070"/>
                  <a:gd name="connsiteX6" fmla="*/ 1633 w 211998"/>
                  <a:gd name="connsiteY6" fmla="*/ 319326 h 349070"/>
                  <a:gd name="connsiteX7" fmla="*/ -1648 w 211998"/>
                  <a:gd name="connsiteY7" fmla="*/ 324166 h 349070"/>
                  <a:gd name="connsiteX8" fmla="*/ -2505 w 211998"/>
                  <a:gd name="connsiteY8" fmla="*/ 329764 h 349070"/>
                  <a:gd name="connsiteX9" fmla="*/ -1796 w 211998"/>
                  <a:gd name="connsiteY9" fmla="*/ 335435 h 349070"/>
                  <a:gd name="connsiteX10" fmla="*/ 1364 w 211998"/>
                  <a:gd name="connsiteY10" fmla="*/ 340324 h 349070"/>
                  <a:gd name="connsiteX11" fmla="*/ 6212 w 211998"/>
                  <a:gd name="connsiteY11" fmla="*/ 343624 h 349070"/>
                  <a:gd name="connsiteX12" fmla="*/ 12678 w 211998"/>
                  <a:gd name="connsiteY12" fmla="*/ 345311 h 349070"/>
                  <a:gd name="connsiteX13" fmla="*/ 193918 w 211998"/>
                  <a:gd name="connsiteY13" fmla="*/ 347608 h 349070"/>
                  <a:gd name="connsiteX14" fmla="*/ 199599 w 211998"/>
                  <a:gd name="connsiteY14" fmla="*/ 346875 h 349070"/>
                  <a:gd name="connsiteX15" fmla="*/ 204497 w 211998"/>
                  <a:gd name="connsiteY15" fmla="*/ 343722 h 349070"/>
                  <a:gd name="connsiteX16" fmla="*/ 207779 w 211998"/>
                  <a:gd name="connsiteY16" fmla="*/ 338882 h 349070"/>
                  <a:gd name="connsiteX17" fmla="*/ 209493 w 211998"/>
                  <a:gd name="connsiteY17" fmla="*/ 332453 h 349070"/>
                  <a:gd name="connsiteX18" fmla="*/ 207926 w 211998"/>
                  <a:gd name="connsiteY18" fmla="*/ 325975 h 349070"/>
                  <a:gd name="connsiteX19" fmla="*/ 205600 w 211998"/>
                  <a:gd name="connsiteY19" fmla="*/ 321917 h 349070"/>
                  <a:gd name="connsiteX20" fmla="*/ 200726 w 211998"/>
                  <a:gd name="connsiteY20" fmla="*/ 318592 h 349070"/>
                  <a:gd name="connsiteX21" fmla="*/ 194286 w 211998"/>
                  <a:gd name="connsiteY21" fmla="*/ 316906 h 349070"/>
                  <a:gd name="connsiteX22" fmla="*/ 164336 w 211998"/>
                  <a:gd name="connsiteY22" fmla="*/ 317346 h 349070"/>
                  <a:gd name="connsiteX23" fmla="*/ 164091 w 211998"/>
                  <a:gd name="connsiteY23" fmla="*/ 272881 h 349070"/>
                  <a:gd name="connsiteX24" fmla="*/ 130101 w 211998"/>
                  <a:gd name="connsiteY24" fmla="*/ 272490 h 349070"/>
                  <a:gd name="connsiteX25" fmla="*/ 124493 w 211998"/>
                  <a:gd name="connsiteY25" fmla="*/ 271610 h 349070"/>
                  <a:gd name="connsiteX26" fmla="*/ 119644 w 211998"/>
                  <a:gd name="connsiteY26" fmla="*/ 268285 h 349070"/>
                  <a:gd name="connsiteX27" fmla="*/ 116460 w 211998"/>
                  <a:gd name="connsiteY27" fmla="*/ 263421 h 349070"/>
                  <a:gd name="connsiteX28" fmla="*/ 114942 w 211998"/>
                  <a:gd name="connsiteY28" fmla="*/ 256943 h 349070"/>
                  <a:gd name="connsiteX29" fmla="*/ 116632 w 211998"/>
                  <a:gd name="connsiteY29" fmla="*/ 250465 h 349070"/>
                  <a:gd name="connsiteX30" fmla="*/ 124028 w 211998"/>
                  <a:gd name="connsiteY30" fmla="*/ 243303 h 349070"/>
                  <a:gd name="connsiteX31" fmla="*/ 130492 w 211998"/>
                  <a:gd name="connsiteY31" fmla="*/ 241763 h 349070"/>
                  <a:gd name="connsiteX32" fmla="*/ 165266 w 211998"/>
                  <a:gd name="connsiteY32" fmla="*/ 243034 h 349070"/>
                  <a:gd name="connsiteX33" fmla="*/ 165781 w 211998"/>
                  <a:gd name="connsiteY33" fmla="*/ 204265 h 349070"/>
                  <a:gd name="connsiteX34" fmla="*/ 131007 w 211998"/>
                  <a:gd name="connsiteY34" fmla="*/ 204607 h 349070"/>
                  <a:gd name="connsiteX35" fmla="*/ 125326 w 211998"/>
                  <a:gd name="connsiteY35" fmla="*/ 203751 h 349070"/>
                  <a:gd name="connsiteX36" fmla="*/ 120501 w 211998"/>
                  <a:gd name="connsiteY36" fmla="*/ 200427 h 349070"/>
                  <a:gd name="connsiteX37" fmla="*/ 117342 w 211998"/>
                  <a:gd name="connsiteY37" fmla="*/ 195562 h 349070"/>
                  <a:gd name="connsiteX38" fmla="*/ 115824 w 211998"/>
                  <a:gd name="connsiteY38" fmla="*/ 189060 h 349070"/>
                  <a:gd name="connsiteX39" fmla="*/ 117513 w 211998"/>
                  <a:gd name="connsiteY39" fmla="*/ 182631 h 349070"/>
                  <a:gd name="connsiteX40" fmla="*/ 120795 w 211998"/>
                  <a:gd name="connsiteY40" fmla="*/ 177815 h 349070"/>
                  <a:gd name="connsiteX41" fmla="*/ 124860 w 211998"/>
                  <a:gd name="connsiteY41" fmla="*/ 175469 h 349070"/>
                  <a:gd name="connsiteX42" fmla="*/ 131374 w 211998"/>
                  <a:gd name="connsiteY42" fmla="*/ 173953 h 349070"/>
                  <a:gd name="connsiteX43" fmla="*/ 166173 w 211998"/>
                  <a:gd name="connsiteY43" fmla="*/ 175175 h 349070"/>
                  <a:gd name="connsiteX44" fmla="*/ 166613 w 211998"/>
                  <a:gd name="connsiteY44" fmla="*/ 136382 h 349070"/>
                  <a:gd name="connsiteX45" fmla="*/ 131839 w 211998"/>
                  <a:gd name="connsiteY45" fmla="*/ 136748 h 349070"/>
                  <a:gd name="connsiteX46" fmla="*/ 125375 w 211998"/>
                  <a:gd name="connsiteY46" fmla="*/ 135086 h 349070"/>
                  <a:gd name="connsiteX47" fmla="*/ 121334 w 211998"/>
                  <a:gd name="connsiteY47" fmla="*/ 132592 h 349070"/>
                  <a:gd name="connsiteX48" fmla="*/ 118150 w 211998"/>
                  <a:gd name="connsiteY48" fmla="*/ 127679 h 349070"/>
                  <a:gd name="connsiteX49" fmla="*/ 116632 w 211998"/>
                  <a:gd name="connsiteY49" fmla="*/ 121226 h 349070"/>
                  <a:gd name="connsiteX50" fmla="*/ 118346 w 211998"/>
                  <a:gd name="connsiteY50" fmla="*/ 114772 h 349070"/>
                  <a:gd name="connsiteX51" fmla="*/ 121652 w 211998"/>
                  <a:gd name="connsiteY51" fmla="*/ 110006 h 349070"/>
                  <a:gd name="connsiteX52" fmla="*/ 126526 w 211998"/>
                  <a:gd name="connsiteY52" fmla="*/ 106828 h 349070"/>
                  <a:gd name="connsiteX53" fmla="*/ 132206 w 211998"/>
                  <a:gd name="connsiteY53" fmla="*/ 106070 h 349070"/>
                  <a:gd name="connsiteX54" fmla="*/ 167005 w 211998"/>
                  <a:gd name="connsiteY54" fmla="*/ 107317 h 349070"/>
                  <a:gd name="connsiteX55" fmla="*/ 167495 w 211998"/>
                  <a:gd name="connsiteY55" fmla="*/ 68572 h 349070"/>
                  <a:gd name="connsiteX56" fmla="*/ 132672 w 211998"/>
                  <a:gd name="connsiteY56" fmla="*/ 68938 h 349070"/>
                  <a:gd name="connsiteX57" fmla="*/ 126280 w 211998"/>
                  <a:gd name="connsiteY57" fmla="*/ 67227 h 349070"/>
                  <a:gd name="connsiteX58" fmla="*/ 122240 w 211998"/>
                  <a:gd name="connsiteY58" fmla="*/ 63096 h 349070"/>
                  <a:gd name="connsiteX59" fmla="*/ 119081 w 211998"/>
                  <a:gd name="connsiteY59" fmla="*/ 59845 h 349070"/>
                  <a:gd name="connsiteX60" fmla="*/ 117513 w 211998"/>
                  <a:gd name="connsiteY60" fmla="*/ 53392 h 349070"/>
                  <a:gd name="connsiteX61" fmla="*/ 119203 w 211998"/>
                  <a:gd name="connsiteY61" fmla="*/ 46938 h 349070"/>
                  <a:gd name="connsiteX62" fmla="*/ 122485 w 211998"/>
                  <a:gd name="connsiteY62" fmla="*/ 42123 h 349070"/>
                  <a:gd name="connsiteX63" fmla="*/ 127407 w 211998"/>
                  <a:gd name="connsiteY63" fmla="*/ 38969 h 349070"/>
                  <a:gd name="connsiteX64" fmla="*/ 133064 w 211998"/>
                  <a:gd name="connsiteY64" fmla="*/ 38236 h 349070"/>
                  <a:gd name="connsiteX65" fmla="*/ 167079 w 211998"/>
                  <a:gd name="connsiteY65" fmla="*/ 38627 h 349070"/>
                  <a:gd name="connsiteX66" fmla="*/ 168181 w 211998"/>
                  <a:gd name="connsiteY66" fmla="*/ 15233 h 349070"/>
                  <a:gd name="connsiteX67" fmla="*/ 166613 w 211998"/>
                  <a:gd name="connsiteY67" fmla="*/ 8731 h 349070"/>
                  <a:gd name="connsiteX68" fmla="*/ 164238 w 211998"/>
                  <a:gd name="connsiteY68" fmla="*/ 4649 h 349070"/>
                  <a:gd name="connsiteX69" fmla="*/ 159438 w 211998"/>
                  <a:gd name="connsiteY69" fmla="*/ 1373 h 349070"/>
                  <a:gd name="connsiteX70" fmla="*/ 152973 w 211998"/>
                  <a:gd name="connsiteY70" fmla="*/ -313 h 349070"/>
                  <a:gd name="connsiteX71" fmla="*/ 62365 w 211998"/>
                  <a:gd name="connsiteY71" fmla="*/ -1462 h 349070"/>
                  <a:gd name="connsiteX72" fmla="*/ 55875 w 211998"/>
                  <a:gd name="connsiteY72" fmla="*/ 78 h 349070"/>
                  <a:gd name="connsiteX73" fmla="*/ 50953 w 211998"/>
                  <a:gd name="connsiteY73" fmla="*/ 3231 h 34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1998" h="349070">
                    <a:moveTo>
                      <a:pt x="50953" y="3231"/>
                    </a:moveTo>
                    <a:lnTo>
                      <a:pt x="47648" y="8071"/>
                    </a:lnTo>
                    <a:lnTo>
                      <a:pt x="46815" y="13693"/>
                    </a:lnTo>
                    <a:lnTo>
                      <a:pt x="42970" y="315830"/>
                    </a:lnTo>
                    <a:lnTo>
                      <a:pt x="13045" y="314632"/>
                    </a:lnTo>
                    <a:lnTo>
                      <a:pt x="6580" y="316148"/>
                    </a:lnTo>
                    <a:lnTo>
                      <a:pt x="1633" y="319326"/>
                    </a:lnTo>
                    <a:lnTo>
                      <a:pt x="-1648" y="324166"/>
                    </a:lnTo>
                    <a:lnTo>
                      <a:pt x="-2505" y="329764"/>
                    </a:lnTo>
                    <a:lnTo>
                      <a:pt x="-1796" y="335435"/>
                    </a:lnTo>
                    <a:lnTo>
                      <a:pt x="1364" y="340324"/>
                    </a:lnTo>
                    <a:lnTo>
                      <a:pt x="6212" y="343624"/>
                    </a:lnTo>
                    <a:lnTo>
                      <a:pt x="12678" y="345311"/>
                    </a:lnTo>
                    <a:lnTo>
                      <a:pt x="193918" y="347608"/>
                    </a:lnTo>
                    <a:lnTo>
                      <a:pt x="199599" y="346875"/>
                    </a:lnTo>
                    <a:lnTo>
                      <a:pt x="204497" y="343722"/>
                    </a:lnTo>
                    <a:lnTo>
                      <a:pt x="207779" y="338882"/>
                    </a:lnTo>
                    <a:lnTo>
                      <a:pt x="209493" y="332453"/>
                    </a:lnTo>
                    <a:lnTo>
                      <a:pt x="207926" y="325975"/>
                    </a:lnTo>
                    <a:lnTo>
                      <a:pt x="205600" y="321917"/>
                    </a:lnTo>
                    <a:lnTo>
                      <a:pt x="200726" y="318592"/>
                    </a:lnTo>
                    <a:lnTo>
                      <a:pt x="194286" y="316906"/>
                    </a:lnTo>
                    <a:lnTo>
                      <a:pt x="164336" y="317346"/>
                    </a:lnTo>
                    <a:lnTo>
                      <a:pt x="164091" y="272881"/>
                    </a:lnTo>
                    <a:lnTo>
                      <a:pt x="130101" y="272490"/>
                    </a:lnTo>
                    <a:lnTo>
                      <a:pt x="124493" y="271610"/>
                    </a:lnTo>
                    <a:lnTo>
                      <a:pt x="119644" y="268285"/>
                    </a:lnTo>
                    <a:lnTo>
                      <a:pt x="116460" y="263421"/>
                    </a:lnTo>
                    <a:lnTo>
                      <a:pt x="114942" y="256943"/>
                    </a:lnTo>
                    <a:lnTo>
                      <a:pt x="116632" y="250465"/>
                    </a:lnTo>
                    <a:lnTo>
                      <a:pt x="124028" y="243303"/>
                    </a:lnTo>
                    <a:lnTo>
                      <a:pt x="130492" y="241763"/>
                    </a:lnTo>
                    <a:lnTo>
                      <a:pt x="165266" y="243034"/>
                    </a:lnTo>
                    <a:lnTo>
                      <a:pt x="165781" y="204265"/>
                    </a:lnTo>
                    <a:lnTo>
                      <a:pt x="131007" y="204607"/>
                    </a:lnTo>
                    <a:lnTo>
                      <a:pt x="125326" y="203751"/>
                    </a:lnTo>
                    <a:lnTo>
                      <a:pt x="120501" y="200427"/>
                    </a:lnTo>
                    <a:lnTo>
                      <a:pt x="117342" y="195562"/>
                    </a:lnTo>
                    <a:lnTo>
                      <a:pt x="115824" y="189060"/>
                    </a:lnTo>
                    <a:lnTo>
                      <a:pt x="117513" y="182631"/>
                    </a:lnTo>
                    <a:lnTo>
                      <a:pt x="120795" y="177815"/>
                    </a:lnTo>
                    <a:lnTo>
                      <a:pt x="124860" y="175469"/>
                    </a:lnTo>
                    <a:lnTo>
                      <a:pt x="131374" y="173953"/>
                    </a:lnTo>
                    <a:lnTo>
                      <a:pt x="166173" y="175175"/>
                    </a:lnTo>
                    <a:lnTo>
                      <a:pt x="166613" y="136382"/>
                    </a:lnTo>
                    <a:lnTo>
                      <a:pt x="131839" y="136748"/>
                    </a:lnTo>
                    <a:lnTo>
                      <a:pt x="125375" y="135086"/>
                    </a:lnTo>
                    <a:lnTo>
                      <a:pt x="121334" y="132592"/>
                    </a:lnTo>
                    <a:lnTo>
                      <a:pt x="118150" y="127679"/>
                    </a:lnTo>
                    <a:lnTo>
                      <a:pt x="116632" y="121226"/>
                    </a:lnTo>
                    <a:lnTo>
                      <a:pt x="118346" y="114772"/>
                    </a:lnTo>
                    <a:lnTo>
                      <a:pt x="121652" y="110006"/>
                    </a:lnTo>
                    <a:lnTo>
                      <a:pt x="126526" y="106828"/>
                    </a:lnTo>
                    <a:lnTo>
                      <a:pt x="132206" y="106070"/>
                    </a:lnTo>
                    <a:lnTo>
                      <a:pt x="167005" y="107317"/>
                    </a:lnTo>
                    <a:lnTo>
                      <a:pt x="167495" y="68572"/>
                    </a:lnTo>
                    <a:lnTo>
                      <a:pt x="132672" y="68938"/>
                    </a:lnTo>
                    <a:lnTo>
                      <a:pt x="126280" y="67227"/>
                    </a:lnTo>
                    <a:lnTo>
                      <a:pt x="122240" y="63096"/>
                    </a:lnTo>
                    <a:lnTo>
                      <a:pt x="119081" y="59845"/>
                    </a:lnTo>
                    <a:lnTo>
                      <a:pt x="117513" y="53392"/>
                    </a:lnTo>
                    <a:lnTo>
                      <a:pt x="119203" y="46938"/>
                    </a:lnTo>
                    <a:lnTo>
                      <a:pt x="122485" y="42123"/>
                    </a:lnTo>
                    <a:lnTo>
                      <a:pt x="127407" y="38969"/>
                    </a:lnTo>
                    <a:lnTo>
                      <a:pt x="133064" y="38236"/>
                    </a:lnTo>
                    <a:lnTo>
                      <a:pt x="167079" y="38627"/>
                    </a:lnTo>
                    <a:lnTo>
                      <a:pt x="168181" y="15233"/>
                    </a:lnTo>
                    <a:lnTo>
                      <a:pt x="166613" y="8731"/>
                    </a:lnTo>
                    <a:lnTo>
                      <a:pt x="164238" y="4649"/>
                    </a:lnTo>
                    <a:lnTo>
                      <a:pt x="159438" y="1373"/>
                    </a:lnTo>
                    <a:lnTo>
                      <a:pt x="152973" y="-313"/>
                    </a:lnTo>
                    <a:lnTo>
                      <a:pt x="62365" y="-1462"/>
                    </a:lnTo>
                    <a:lnTo>
                      <a:pt x="55875" y="78"/>
                    </a:lnTo>
                    <a:lnTo>
                      <a:pt x="50953" y="3231"/>
                    </a:lnTo>
                    <a:close/>
                  </a:path>
                </a:pathLst>
              </a:custGeom>
              <a:grpFill/>
              <a:ln w="2446" cap="flat">
                <a:noFill/>
                <a:prstDash val="solid"/>
                <a:miter/>
              </a:ln>
            </p:spPr>
            <p:txBody>
              <a:bodyPr rtlCol="0" anchor="ctr"/>
              <a:lstStyle/>
              <a:p>
                <a:endParaRPr lang="en-US"/>
              </a:p>
            </p:txBody>
          </p:sp>
          <p:sp>
            <p:nvSpPr>
              <p:cNvPr id="194" name="Freeform: Shape 193"/>
              <p:cNvSpPr/>
              <p:nvPr>
                <p:custDataLst>
                  <p:tags r:id="rId54"/>
                </p:custDataLst>
              </p:nvPr>
            </p:nvSpPr>
            <p:spPr>
              <a:xfrm>
                <a:off x="4146666" y="33466403"/>
                <a:ext cx="82551" cy="164488"/>
              </a:xfrm>
              <a:custGeom>
                <a:avLst/>
                <a:gdLst>
                  <a:gd name="connsiteX0" fmla="*/ 30261 w 82551"/>
                  <a:gd name="connsiteY0" fmla="*/ 2449 h 164488"/>
                  <a:gd name="connsiteX1" fmla="*/ 26955 w 82551"/>
                  <a:gd name="connsiteY1" fmla="*/ 7240 h 164488"/>
                  <a:gd name="connsiteX2" fmla="*/ 25290 w 82551"/>
                  <a:gd name="connsiteY2" fmla="*/ 13718 h 164488"/>
                  <a:gd name="connsiteX3" fmla="*/ 25167 w 82551"/>
                  <a:gd name="connsiteY3" fmla="*/ 85610 h 164488"/>
                  <a:gd name="connsiteX4" fmla="*/ -2505 w 82551"/>
                  <a:gd name="connsiteY4" fmla="*/ 162000 h 164488"/>
                  <a:gd name="connsiteX5" fmla="*/ 80047 w 82551"/>
                  <a:gd name="connsiteY5" fmla="*/ 163026 h 164488"/>
                  <a:gd name="connsiteX6" fmla="*/ 54334 w 82551"/>
                  <a:gd name="connsiteY6" fmla="*/ 85952 h 164488"/>
                  <a:gd name="connsiteX7" fmla="*/ 55215 w 82551"/>
                  <a:gd name="connsiteY7" fmla="*/ 13278 h 164488"/>
                  <a:gd name="connsiteX8" fmla="*/ 54505 w 82551"/>
                  <a:gd name="connsiteY8" fmla="*/ 7607 h 164488"/>
                  <a:gd name="connsiteX9" fmla="*/ 51345 w 82551"/>
                  <a:gd name="connsiteY9" fmla="*/ 2718 h 164488"/>
                  <a:gd name="connsiteX10" fmla="*/ 46472 w 82551"/>
                  <a:gd name="connsiteY10" fmla="*/ -582 h 164488"/>
                  <a:gd name="connsiteX11" fmla="*/ 40840 w 82551"/>
                  <a:gd name="connsiteY11" fmla="*/ -1462 h 164488"/>
                  <a:gd name="connsiteX12" fmla="*/ 35183 w 82551"/>
                  <a:gd name="connsiteY12" fmla="*/ -729 h 164488"/>
                  <a:gd name="connsiteX13" fmla="*/ 30261 w 82551"/>
                  <a:gd name="connsiteY13" fmla="*/ 2449 h 16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551" h="164488">
                    <a:moveTo>
                      <a:pt x="30261" y="2449"/>
                    </a:moveTo>
                    <a:lnTo>
                      <a:pt x="26955" y="7240"/>
                    </a:lnTo>
                    <a:lnTo>
                      <a:pt x="25290" y="13718"/>
                    </a:lnTo>
                    <a:lnTo>
                      <a:pt x="25167" y="85610"/>
                    </a:lnTo>
                    <a:lnTo>
                      <a:pt x="-2505" y="162000"/>
                    </a:lnTo>
                    <a:lnTo>
                      <a:pt x="80047" y="163026"/>
                    </a:lnTo>
                    <a:lnTo>
                      <a:pt x="54334" y="85952"/>
                    </a:lnTo>
                    <a:lnTo>
                      <a:pt x="55215" y="13278"/>
                    </a:lnTo>
                    <a:lnTo>
                      <a:pt x="54505" y="7607"/>
                    </a:lnTo>
                    <a:lnTo>
                      <a:pt x="51345" y="2718"/>
                    </a:lnTo>
                    <a:lnTo>
                      <a:pt x="46472" y="-582"/>
                    </a:lnTo>
                    <a:lnTo>
                      <a:pt x="40840" y="-1462"/>
                    </a:lnTo>
                    <a:lnTo>
                      <a:pt x="35183" y="-729"/>
                    </a:lnTo>
                    <a:lnTo>
                      <a:pt x="30261" y="2449"/>
                    </a:lnTo>
                    <a:close/>
                  </a:path>
                </a:pathLst>
              </a:custGeom>
              <a:grpFill/>
              <a:ln w="2446" cap="flat">
                <a:noFill/>
                <a:prstDash val="solid"/>
                <a:miter/>
              </a:ln>
            </p:spPr>
            <p:txBody>
              <a:bodyPr rtlCol="0" anchor="ctr"/>
              <a:lstStyle/>
              <a:p>
                <a:endParaRPr lang="en-US"/>
              </a:p>
            </p:txBody>
          </p:sp>
          <p:sp>
            <p:nvSpPr>
              <p:cNvPr id="195" name="Freeform: Shape 194"/>
              <p:cNvSpPr/>
              <p:nvPr>
                <p:custDataLst>
                  <p:tags r:id="rId55"/>
                </p:custDataLst>
              </p:nvPr>
            </p:nvSpPr>
            <p:spPr>
              <a:xfrm>
                <a:off x="4121075" y="34037334"/>
                <a:ext cx="121390" cy="96898"/>
              </a:xfrm>
              <a:custGeom>
                <a:avLst/>
                <a:gdLst>
                  <a:gd name="connsiteX0" fmla="*/ 43852 w 121390"/>
                  <a:gd name="connsiteY0" fmla="*/ -1462 h 96898"/>
                  <a:gd name="connsiteX1" fmla="*/ 42995 w 121390"/>
                  <a:gd name="connsiteY1" fmla="*/ 64709 h 96898"/>
                  <a:gd name="connsiteX2" fmla="*/ 13045 w 121390"/>
                  <a:gd name="connsiteY2" fmla="*/ 63536 h 96898"/>
                  <a:gd name="connsiteX3" fmla="*/ 6604 w 121390"/>
                  <a:gd name="connsiteY3" fmla="*/ 65125 h 96898"/>
                  <a:gd name="connsiteX4" fmla="*/ 1682 w 121390"/>
                  <a:gd name="connsiteY4" fmla="*/ 68279 h 96898"/>
                  <a:gd name="connsiteX5" fmla="*/ -1599 w 121390"/>
                  <a:gd name="connsiteY5" fmla="*/ 73070 h 96898"/>
                  <a:gd name="connsiteX6" fmla="*/ -2505 w 121390"/>
                  <a:gd name="connsiteY6" fmla="*/ 78717 h 96898"/>
                  <a:gd name="connsiteX7" fmla="*/ -1770 w 121390"/>
                  <a:gd name="connsiteY7" fmla="*/ 84388 h 96898"/>
                  <a:gd name="connsiteX8" fmla="*/ 1413 w 121390"/>
                  <a:gd name="connsiteY8" fmla="*/ 89252 h 96898"/>
                  <a:gd name="connsiteX9" fmla="*/ 6213 w 121390"/>
                  <a:gd name="connsiteY9" fmla="*/ 92552 h 96898"/>
                  <a:gd name="connsiteX10" fmla="*/ 12653 w 121390"/>
                  <a:gd name="connsiteY10" fmla="*/ 94263 h 96898"/>
                  <a:gd name="connsiteX11" fmla="*/ 103310 w 121390"/>
                  <a:gd name="connsiteY11" fmla="*/ 95437 h 96898"/>
                  <a:gd name="connsiteX12" fmla="*/ 108992 w 121390"/>
                  <a:gd name="connsiteY12" fmla="*/ 94654 h 96898"/>
                  <a:gd name="connsiteX13" fmla="*/ 113890 w 121390"/>
                  <a:gd name="connsiteY13" fmla="*/ 91477 h 96898"/>
                  <a:gd name="connsiteX14" fmla="*/ 117196 w 121390"/>
                  <a:gd name="connsiteY14" fmla="*/ 86710 h 96898"/>
                  <a:gd name="connsiteX15" fmla="*/ 118885 w 121390"/>
                  <a:gd name="connsiteY15" fmla="*/ 80257 h 96898"/>
                  <a:gd name="connsiteX16" fmla="*/ 117367 w 121390"/>
                  <a:gd name="connsiteY16" fmla="*/ 73779 h 96898"/>
                  <a:gd name="connsiteX17" fmla="*/ 113326 w 121390"/>
                  <a:gd name="connsiteY17" fmla="*/ 69672 h 96898"/>
                  <a:gd name="connsiteX18" fmla="*/ 109334 w 121390"/>
                  <a:gd name="connsiteY18" fmla="*/ 65590 h 96898"/>
                  <a:gd name="connsiteX19" fmla="*/ 103703 w 121390"/>
                  <a:gd name="connsiteY19" fmla="*/ 64709 h 96898"/>
                  <a:gd name="connsiteX20" fmla="*/ 72945 w 121390"/>
                  <a:gd name="connsiteY20" fmla="*/ 64319 h 96898"/>
                  <a:gd name="connsiteX21" fmla="*/ 74585 w 121390"/>
                  <a:gd name="connsiteY21" fmla="*/ -1096 h 96898"/>
                  <a:gd name="connsiteX22" fmla="*/ 43852 w 121390"/>
                  <a:gd name="connsiteY22" fmla="*/ -1462 h 9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390" h="96898">
                    <a:moveTo>
                      <a:pt x="43852" y="-1462"/>
                    </a:moveTo>
                    <a:lnTo>
                      <a:pt x="42995" y="64709"/>
                    </a:lnTo>
                    <a:lnTo>
                      <a:pt x="13045" y="63536"/>
                    </a:lnTo>
                    <a:lnTo>
                      <a:pt x="6604" y="65125"/>
                    </a:lnTo>
                    <a:lnTo>
                      <a:pt x="1682" y="68279"/>
                    </a:lnTo>
                    <a:lnTo>
                      <a:pt x="-1599" y="73070"/>
                    </a:lnTo>
                    <a:lnTo>
                      <a:pt x="-2505" y="78717"/>
                    </a:lnTo>
                    <a:lnTo>
                      <a:pt x="-1770" y="84388"/>
                    </a:lnTo>
                    <a:lnTo>
                      <a:pt x="1413" y="89252"/>
                    </a:lnTo>
                    <a:lnTo>
                      <a:pt x="6213" y="92552"/>
                    </a:lnTo>
                    <a:lnTo>
                      <a:pt x="12653" y="94263"/>
                    </a:lnTo>
                    <a:lnTo>
                      <a:pt x="103310" y="95437"/>
                    </a:lnTo>
                    <a:lnTo>
                      <a:pt x="108992" y="94654"/>
                    </a:lnTo>
                    <a:lnTo>
                      <a:pt x="113890" y="91477"/>
                    </a:lnTo>
                    <a:lnTo>
                      <a:pt x="117196" y="86710"/>
                    </a:lnTo>
                    <a:lnTo>
                      <a:pt x="118885" y="80257"/>
                    </a:lnTo>
                    <a:lnTo>
                      <a:pt x="117367" y="73779"/>
                    </a:lnTo>
                    <a:lnTo>
                      <a:pt x="113326" y="69672"/>
                    </a:lnTo>
                    <a:lnTo>
                      <a:pt x="109334" y="65590"/>
                    </a:lnTo>
                    <a:lnTo>
                      <a:pt x="103703" y="64709"/>
                    </a:lnTo>
                    <a:lnTo>
                      <a:pt x="72945" y="64319"/>
                    </a:lnTo>
                    <a:lnTo>
                      <a:pt x="74585" y="-1096"/>
                    </a:lnTo>
                    <a:lnTo>
                      <a:pt x="43852" y="-1462"/>
                    </a:lnTo>
                    <a:close/>
                  </a:path>
                </a:pathLst>
              </a:custGeom>
              <a:grpFill/>
              <a:ln w="2446" cap="flat">
                <a:noFill/>
                <a:prstDash val="solid"/>
                <a:miter/>
              </a:ln>
            </p:spPr>
            <p:txBody>
              <a:bodyPr rtlCol="0" anchor="ctr"/>
              <a:lstStyle/>
              <a:p>
                <a:endParaRPr lang="en-US"/>
              </a:p>
            </p:txBody>
          </p:sp>
        </p:grpSp>
        <p:grpSp>
          <p:nvGrpSpPr>
            <p:cNvPr id="182" name="Group 181"/>
            <p:cNvGrpSpPr/>
            <p:nvPr/>
          </p:nvGrpSpPr>
          <p:grpSpPr>
            <a:xfrm>
              <a:off x="5370084" y="29655311"/>
              <a:ext cx="385138" cy="367218"/>
              <a:chOff x="7005550" y="27959926"/>
              <a:chExt cx="1026873" cy="979091"/>
            </a:xfrm>
            <a:grpFill/>
          </p:grpSpPr>
          <p:sp>
            <p:nvSpPr>
              <p:cNvPr id="183" name="Freeform: Shape 182"/>
              <p:cNvSpPr/>
              <p:nvPr>
                <p:custDataLst>
                  <p:tags r:id="rId56"/>
                </p:custDataLst>
              </p:nvPr>
            </p:nvSpPr>
            <p:spPr>
              <a:xfrm>
                <a:off x="7005550" y="27959926"/>
                <a:ext cx="831677" cy="497610"/>
              </a:xfrm>
              <a:custGeom>
                <a:avLst/>
                <a:gdLst>
                  <a:gd name="connsiteX0" fmla="*/ 770526 w 831677"/>
                  <a:gd name="connsiteY0" fmla="*/ 659 h 497610"/>
                  <a:gd name="connsiteX1" fmla="*/ 805179 w 831677"/>
                  <a:gd name="connsiteY1" fmla="*/ 16966 h 497610"/>
                  <a:gd name="connsiteX2" fmla="*/ 831678 w 831677"/>
                  <a:gd name="connsiteY2" fmla="*/ 129078 h 497610"/>
                  <a:gd name="connsiteX3" fmla="*/ 780718 w 831677"/>
                  <a:gd name="connsiteY3" fmla="*/ 143347 h 497610"/>
                  <a:gd name="connsiteX4" fmla="*/ 768487 w 831677"/>
                  <a:gd name="connsiteY4" fmla="*/ 98502 h 497610"/>
                  <a:gd name="connsiteX5" fmla="*/ 493304 w 831677"/>
                  <a:gd name="connsiteY5" fmla="*/ 381840 h 497610"/>
                  <a:gd name="connsiteX6" fmla="*/ 2049 w 831677"/>
                  <a:gd name="connsiteY6" fmla="*/ 489875 h 497610"/>
                  <a:gd name="connsiteX7" fmla="*/ 8164 w 831677"/>
                  <a:gd name="connsiteY7" fmla="*/ 451145 h 497610"/>
                  <a:gd name="connsiteX8" fmla="*/ 638030 w 831677"/>
                  <a:gd name="connsiteY8" fmla="*/ 180038 h 497610"/>
                  <a:gd name="connsiteX9" fmla="*/ 721604 w 831677"/>
                  <a:gd name="connsiteY9" fmla="*/ 72003 h 497610"/>
                  <a:gd name="connsiteX10" fmla="*/ 668606 w 831677"/>
                  <a:gd name="connsiteY10" fmla="*/ 76080 h 497610"/>
                  <a:gd name="connsiteX11" fmla="*/ 664529 w 831677"/>
                  <a:gd name="connsiteY11" fmla="*/ 27158 h 497610"/>
                  <a:gd name="connsiteX12" fmla="*/ 770526 w 831677"/>
                  <a:gd name="connsiteY12" fmla="*/ 659 h 49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677" h="497610">
                    <a:moveTo>
                      <a:pt x="770526" y="659"/>
                    </a:moveTo>
                    <a:cubicBezTo>
                      <a:pt x="786242" y="-2010"/>
                      <a:pt x="797791" y="3426"/>
                      <a:pt x="805179" y="16966"/>
                    </a:cubicBezTo>
                    <a:cubicBezTo>
                      <a:pt x="813695" y="54421"/>
                      <a:pt x="822525" y="91792"/>
                      <a:pt x="831678" y="129078"/>
                    </a:cubicBezTo>
                    <a:cubicBezTo>
                      <a:pt x="821241" y="157873"/>
                      <a:pt x="804253" y="162630"/>
                      <a:pt x="780718" y="143347"/>
                    </a:cubicBezTo>
                    <a:cubicBezTo>
                      <a:pt x="776005" y="128577"/>
                      <a:pt x="771928" y="113631"/>
                      <a:pt x="768487" y="98502"/>
                    </a:cubicBezTo>
                    <a:cubicBezTo>
                      <a:pt x="693185" y="209134"/>
                      <a:pt x="601457" y="303582"/>
                      <a:pt x="493304" y="381840"/>
                    </a:cubicBezTo>
                    <a:cubicBezTo>
                      <a:pt x="342022" y="478969"/>
                      <a:pt x="178269" y="514984"/>
                      <a:pt x="2049" y="489875"/>
                    </a:cubicBezTo>
                    <a:cubicBezTo>
                      <a:pt x="-2044" y="475635"/>
                      <a:pt x="-5" y="462728"/>
                      <a:pt x="8164" y="451145"/>
                    </a:cubicBezTo>
                    <a:cubicBezTo>
                      <a:pt x="263511" y="463726"/>
                      <a:pt x="473466" y="373360"/>
                      <a:pt x="638030" y="180038"/>
                    </a:cubicBezTo>
                    <a:cubicBezTo>
                      <a:pt x="665887" y="144028"/>
                      <a:pt x="693747" y="108013"/>
                      <a:pt x="721604" y="72003"/>
                    </a:cubicBezTo>
                    <a:cubicBezTo>
                      <a:pt x="704037" y="74009"/>
                      <a:pt x="686368" y="75366"/>
                      <a:pt x="668606" y="76080"/>
                    </a:cubicBezTo>
                    <a:cubicBezTo>
                      <a:pt x="648589" y="61533"/>
                      <a:pt x="647231" y="45226"/>
                      <a:pt x="664529" y="27158"/>
                    </a:cubicBezTo>
                    <a:cubicBezTo>
                      <a:pt x="700682" y="19479"/>
                      <a:pt x="736012" y="10646"/>
                      <a:pt x="770526" y="659"/>
                    </a:cubicBezTo>
                    <a:close/>
                  </a:path>
                </a:pathLst>
              </a:custGeom>
              <a:grpFill/>
              <a:ln w="4074" cap="flat">
                <a:noFill/>
                <a:prstDash val="solid"/>
                <a:miter/>
              </a:ln>
            </p:spPr>
            <p:txBody>
              <a:bodyPr rtlCol="0" anchor="ctr"/>
              <a:lstStyle/>
              <a:p>
                <a:endParaRPr lang="en-US"/>
              </a:p>
            </p:txBody>
          </p:sp>
          <p:sp>
            <p:nvSpPr>
              <p:cNvPr id="184" name="Freeform: Shape 183"/>
              <p:cNvSpPr/>
              <p:nvPr>
                <p:custDataLst>
                  <p:tags r:id="rId57"/>
                </p:custDataLst>
              </p:nvPr>
            </p:nvSpPr>
            <p:spPr>
              <a:xfrm>
                <a:off x="7796459" y="28196784"/>
                <a:ext cx="207918" cy="672928"/>
              </a:xfrm>
              <a:custGeom>
                <a:avLst/>
                <a:gdLst>
                  <a:gd name="connsiteX0" fmla="*/ 12231 w 207918"/>
                  <a:gd name="connsiteY0" fmla="*/ 255 h 672928"/>
                  <a:gd name="connsiteX1" fmla="*/ 195687 w 207918"/>
                  <a:gd name="connsiteY1" fmla="*/ 2294 h 672928"/>
                  <a:gd name="connsiteX2" fmla="*/ 205879 w 207918"/>
                  <a:gd name="connsiteY2" fmla="*/ 20639 h 672928"/>
                  <a:gd name="connsiteX3" fmla="*/ 205879 w 207918"/>
                  <a:gd name="connsiteY3" fmla="*/ 648466 h 672928"/>
                  <a:gd name="connsiteX4" fmla="*/ 191611 w 207918"/>
                  <a:gd name="connsiteY4" fmla="*/ 670889 h 672928"/>
                  <a:gd name="connsiteX5" fmla="*/ 16308 w 207918"/>
                  <a:gd name="connsiteY5" fmla="*/ 670889 h 672928"/>
                  <a:gd name="connsiteX6" fmla="*/ 2039 w 207918"/>
                  <a:gd name="connsiteY6" fmla="*/ 656620 h 672928"/>
                  <a:gd name="connsiteX7" fmla="*/ 2039 w 207918"/>
                  <a:gd name="connsiteY7" fmla="*/ 12486 h 672928"/>
                  <a:gd name="connsiteX8" fmla="*/ 12231 w 207918"/>
                  <a:gd name="connsiteY8" fmla="*/ 255 h 672928"/>
                  <a:gd name="connsiteX9" fmla="*/ 52999 w 207918"/>
                  <a:gd name="connsiteY9" fmla="*/ 53254 h 672928"/>
                  <a:gd name="connsiteX10" fmla="*/ 154919 w 207918"/>
                  <a:gd name="connsiteY10" fmla="*/ 53254 h 672928"/>
                  <a:gd name="connsiteX11" fmla="*/ 154919 w 207918"/>
                  <a:gd name="connsiteY11" fmla="*/ 619929 h 672928"/>
                  <a:gd name="connsiteX12" fmla="*/ 52999 w 207918"/>
                  <a:gd name="connsiteY12" fmla="*/ 619929 h 672928"/>
                  <a:gd name="connsiteX13" fmla="*/ 52999 w 207918"/>
                  <a:gd name="connsiteY13" fmla="*/ 53254 h 67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18" h="672928">
                    <a:moveTo>
                      <a:pt x="12231" y="255"/>
                    </a:moveTo>
                    <a:cubicBezTo>
                      <a:pt x="73400" y="-425"/>
                      <a:pt x="134552" y="255"/>
                      <a:pt x="195687" y="2294"/>
                    </a:cubicBezTo>
                    <a:cubicBezTo>
                      <a:pt x="201366" y="7068"/>
                      <a:pt x="204766" y="13183"/>
                      <a:pt x="205879" y="20639"/>
                    </a:cubicBezTo>
                    <a:cubicBezTo>
                      <a:pt x="208599" y="229914"/>
                      <a:pt x="208599" y="439192"/>
                      <a:pt x="205879" y="648466"/>
                    </a:cubicBezTo>
                    <a:cubicBezTo>
                      <a:pt x="204469" y="658039"/>
                      <a:pt x="199711" y="665512"/>
                      <a:pt x="191611" y="670889"/>
                    </a:cubicBezTo>
                    <a:cubicBezTo>
                      <a:pt x="133178" y="673608"/>
                      <a:pt x="74741" y="673608"/>
                      <a:pt x="16308" y="670889"/>
                    </a:cubicBezTo>
                    <a:cubicBezTo>
                      <a:pt x="8835" y="668850"/>
                      <a:pt x="4078" y="664093"/>
                      <a:pt x="2039" y="656620"/>
                    </a:cubicBezTo>
                    <a:cubicBezTo>
                      <a:pt x="-680" y="441907"/>
                      <a:pt x="-680" y="227199"/>
                      <a:pt x="2039" y="12486"/>
                    </a:cubicBezTo>
                    <a:cubicBezTo>
                      <a:pt x="6300" y="8927"/>
                      <a:pt x="9696" y="4850"/>
                      <a:pt x="12231" y="255"/>
                    </a:cubicBezTo>
                    <a:close/>
                    <a:moveTo>
                      <a:pt x="52999" y="53254"/>
                    </a:moveTo>
                    <a:cubicBezTo>
                      <a:pt x="86971" y="53254"/>
                      <a:pt x="120947" y="53254"/>
                      <a:pt x="154919" y="53254"/>
                    </a:cubicBezTo>
                    <a:cubicBezTo>
                      <a:pt x="154919" y="242144"/>
                      <a:pt x="154919" y="431039"/>
                      <a:pt x="154919" y="619929"/>
                    </a:cubicBezTo>
                    <a:cubicBezTo>
                      <a:pt x="120947" y="619929"/>
                      <a:pt x="86971" y="619929"/>
                      <a:pt x="52999" y="619929"/>
                    </a:cubicBezTo>
                    <a:cubicBezTo>
                      <a:pt x="52999" y="431039"/>
                      <a:pt x="52999" y="242144"/>
                      <a:pt x="52999" y="53254"/>
                    </a:cubicBezTo>
                    <a:close/>
                  </a:path>
                </a:pathLst>
              </a:custGeom>
              <a:grpFill/>
              <a:ln w="4074" cap="flat">
                <a:noFill/>
                <a:prstDash val="solid"/>
                <a:miter/>
              </a:ln>
            </p:spPr>
            <p:txBody>
              <a:bodyPr rtlCol="0" anchor="ctr"/>
              <a:lstStyle/>
              <a:p>
                <a:endParaRPr lang="en-US"/>
              </a:p>
            </p:txBody>
          </p:sp>
          <p:sp>
            <p:nvSpPr>
              <p:cNvPr id="185" name="Freeform: Shape 184"/>
              <p:cNvSpPr/>
              <p:nvPr>
                <p:custDataLst>
                  <p:tags r:id="rId58"/>
                </p:custDataLst>
              </p:nvPr>
            </p:nvSpPr>
            <p:spPr>
              <a:xfrm>
                <a:off x="7543697" y="28396547"/>
                <a:ext cx="207918" cy="473165"/>
              </a:xfrm>
              <a:custGeom>
                <a:avLst/>
                <a:gdLst>
                  <a:gd name="connsiteX0" fmla="*/ 16308 w 207918"/>
                  <a:gd name="connsiteY0" fmla="*/ 255 h 473165"/>
                  <a:gd name="connsiteX1" fmla="*/ 191611 w 207918"/>
                  <a:gd name="connsiteY1" fmla="*/ 2294 h 473165"/>
                  <a:gd name="connsiteX2" fmla="*/ 205879 w 207918"/>
                  <a:gd name="connsiteY2" fmla="*/ 16563 h 473165"/>
                  <a:gd name="connsiteX3" fmla="*/ 205879 w 207918"/>
                  <a:gd name="connsiteY3" fmla="*/ 456857 h 473165"/>
                  <a:gd name="connsiteX4" fmla="*/ 191611 w 207918"/>
                  <a:gd name="connsiteY4" fmla="*/ 471126 h 473165"/>
                  <a:gd name="connsiteX5" fmla="*/ 16308 w 207918"/>
                  <a:gd name="connsiteY5" fmla="*/ 471126 h 473165"/>
                  <a:gd name="connsiteX6" fmla="*/ 2039 w 207918"/>
                  <a:gd name="connsiteY6" fmla="*/ 456857 h 473165"/>
                  <a:gd name="connsiteX7" fmla="*/ 2039 w 207918"/>
                  <a:gd name="connsiteY7" fmla="*/ 16563 h 473165"/>
                  <a:gd name="connsiteX8" fmla="*/ 16308 w 207918"/>
                  <a:gd name="connsiteY8" fmla="*/ 255 h 473165"/>
                  <a:gd name="connsiteX9" fmla="*/ 52999 w 207918"/>
                  <a:gd name="connsiteY9" fmla="*/ 53254 h 473165"/>
                  <a:gd name="connsiteX10" fmla="*/ 154919 w 207918"/>
                  <a:gd name="connsiteY10" fmla="*/ 53254 h 473165"/>
                  <a:gd name="connsiteX11" fmla="*/ 154919 w 207918"/>
                  <a:gd name="connsiteY11" fmla="*/ 420166 h 473165"/>
                  <a:gd name="connsiteX12" fmla="*/ 52999 w 207918"/>
                  <a:gd name="connsiteY12" fmla="*/ 420166 h 473165"/>
                  <a:gd name="connsiteX13" fmla="*/ 52999 w 207918"/>
                  <a:gd name="connsiteY13" fmla="*/ 53254 h 47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18" h="473165">
                    <a:moveTo>
                      <a:pt x="16308" y="255"/>
                    </a:moveTo>
                    <a:cubicBezTo>
                      <a:pt x="74757" y="-425"/>
                      <a:pt x="133194" y="255"/>
                      <a:pt x="191611" y="2294"/>
                    </a:cubicBezTo>
                    <a:cubicBezTo>
                      <a:pt x="199083" y="4332"/>
                      <a:pt x="203841" y="9090"/>
                      <a:pt x="205879" y="16563"/>
                    </a:cubicBezTo>
                    <a:cubicBezTo>
                      <a:pt x="208599" y="163327"/>
                      <a:pt x="208599" y="310092"/>
                      <a:pt x="205879" y="456857"/>
                    </a:cubicBezTo>
                    <a:cubicBezTo>
                      <a:pt x="203841" y="464330"/>
                      <a:pt x="199083" y="469087"/>
                      <a:pt x="191611" y="471126"/>
                    </a:cubicBezTo>
                    <a:cubicBezTo>
                      <a:pt x="133178" y="473845"/>
                      <a:pt x="74741" y="473845"/>
                      <a:pt x="16308" y="471126"/>
                    </a:cubicBezTo>
                    <a:cubicBezTo>
                      <a:pt x="8835" y="469087"/>
                      <a:pt x="4078" y="464330"/>
                      <a:pt x="2039" y="456857"/>
                    </a:cubicBezTo>
                    <a:cubicBezTo>
                      <a:pt x="-680" y="310092"/>
                      <a:pt x="-680" y="163327"/>
                      <a:pt x="2039" y="16563"/>
                    </a:cubicBezTo>
                    <a:cubicBezTo>
                      <a:pt x="4852" y="9020"/>
                      <a:pt x="9606" y="3582"/>
                      <a:pt x="16308" y="255"/>
                    </a:cubicBezTo>
                    <a:close/>
                    <a:moveTo>
                      <a:pt x="52999" y="53254"/>
                    </a:moveTo>
                    <a:cubicBezTo>
                      <a:pt x="86971" y="53254"/>
                      <a:pt x="120947" y="53254"/>
                      <a:pt x="154919" y="53254"/>
                    </a:cubicBezTo>
                    <a:cubicBezTo>
                      <a:pt x="154919" y="175558"/>
                      <a:pt x="154919" y="297862"/>
                      <a:pt x="154919" y="420166"/>
                    </a:cubicBezTo>
                    <a:cubicBezTo>
                      <a:pt x="120947" y="420166"/>
                      <a:pt x="86971" y="420166"/>
                      <a:pt x="52999" y="420166"/>
                    </a:cubicBezTo>
                    <a:cubicBezTo>
                      <a:pt x="52999" y="297862"/>
                      <a:pt x="52999" y="175558"/>
                      <a:pt x="52999" y="53254"/>
                    </a:cubicBezTo>
                    <a:close/>
                  </a:path>
                </a:pathLst>
              </a:custGeom>
              <a:grpFill/>
              <a:ln w="4074" cap="flat">
                <a:noFill/>
                <a:prstDash val="solid"/>
                <a:miter/>
              </a:ln>
            </p:spPr>
            <p:txBody>
              <a:bodyPr rtlCol="0" anchor="ctr"/>
              <a:lstStyle/>
              <a:p>
                <a:endParaRPr lang="en-US"/>
              </a:p>
            </p:txBody>
          </p:sp>
          <p:sp>
            <p:nvSpPr>
              <p:cNvPr id="186" name="Freeform: Shape 185"/>
              <p:cNvSpPr/>
              <p:nvPr>
                <p:custDataLst>
                  <p:tags r:id="rId59"/>
                </p:custDataLst>
              </p:nvPr>
            </p:nvSpPr>
            <p:spPr>
              <a:xfrm>
                <a:off x="7290737" y="28527005"/>
                <a:ext cx="208222" cy="342866"/>
              </a:xfrm>
              <a:custGeom>
                <a:avLst/>
                <a:gdLst>
                  <a:gd name="connsiteX0" fmla="*/ 16507 w 208222"/>
                  <a:gd name="connsiteY0" fmla="*/ 255 h 342866"/>
                  <a:gd name="connsiteX1" fmla="*/ 195886 w 208222"/>
                  <a:gd name="connsiteY1" fmla="*/ 2294 h 342866"/>
                  <a:gd name="connsiteX2" fmla="*/ 202001 w 208222"/>
                  <a:gd name="connsiteY2" fmla="*/ 8409 h 342866"/>
                  <a:gd name="connsiteX3" fmla="*/ 208116 w 208222"/>
                  <a:gd name="connsiteY3" fmla="*/ 171481 h 342866"/>
                  <a:gd name="connsiteX4" fmla="*/ 206078 w 208222"/>
                  <a:gd name="connsiteY4" fmla="*/ 326399 h 342866"/>
                  <a:gd name="connsiteX5" fmla="*/ 199963 w 208222"/>
                  <a:gd name="connsiteY5" fmla="*/ 336591 h 342866"/>
                  <a:gd name="connsiteX6" fmla="*/ 16507 w 208222"/>
                  <a:gd name="connsiteY6" fmla="*/ 340668 h 342866"/>
                  <a:gd name="connsiteX7" fmla="*/ 6315 w 208222"/>
                  <a:gd name="connsiteY7" fmla="*/ 330476 h 342866"/>
                  <a:gd name="connsiteX8" fmla="*/ 2238 w 208222"/>
                  <a:gd name="connsiteY8" fmla="*/ 20639 h 342866"/>
                  <a:gd name="connsiteX9" fmla="*/ 16507 w 208222"/>
                  <a:gd name="connsiteY9" fmla="*/ 255 h 342866"/>
                  <a:gd name="connsiteX10" fmla="*/ 53198 w 208222"/>
                  <a:gd name="connsiteY10" fmla="*/ 53254 h 342866"/>
                  <a:gd name="connsiteX11" fmla="*/ 155118 w 208222"/>
                  <a:gd name="connsiteY11" fmla="*/ 53254 h 342866"/>
                  <a:gd name="connsiteX12" fmla="*/ 155118 w 208222"/>
                  <a:gd name="connsiteY12" fmla="*/ 289708 h 342866"/>
                  <a:gd name="connsiteX13" fmla="*/ 53198 w 208222"/>
                  <a:gd name="connsiteY13" fmla="*/ 289708 h 342866"/>
                  <a:gd name="connsiteX14" fmla="*/ 53198 w 208222"/>
                  <a:gd name="connsiteY14" fmla="*/ 53254 h 34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8222" h="342866">
                    <a:moveTo>
                      <a:pt x="16507" y="255"/>
                    </a:moveTo>
                    <a:cubicBezTo>
                      <a:pt x="76314" y="-425"/>
                      <a:pt x="136108" y="255"/>
                      <a:pt x="195886" y="2294"/>
                    </a:cubicBezTo>
                    <a:cubicBezTo>
                      <a:pt x="197924" y="4332"/>
                      <a:pt x="199963" y="6371"/>
                      <a:pt x="202001" y="8409"/>
                    </a:cubicBezTo>
                    <a:cubicBezTo>
                      <a:pt x="206690" y="62394"/>
                      <a:pt x="208728" y="116754"/>
                      <a:pt x="208116" y="171481"/>
                    </a:cubicBezTo>
                    <a:cubicBezTo>
                      <a:pt x="207436" y="223122"/>
                      <a:pt x="206759" y="274759"/>
                      <a:pt x="206078" y="326399"/>
                    </a:cubicBezTo>
                    <a:cubicBezTo>
                      <a:pt x="204553" y="330134"/>
                      <a:pt x="202515" y="333534"/>
                      <a:pt x="199963" y="336591"/>
                    </a:cubicBezTo>
                    <a:cubicBezTo>
                      <a:pt x="139190" y="343249"/>
                      <a:pt x="78038" y="344610"/>
                      <a:pt x="16507" y="340668"/>
                    </a:cubicBezTo>
                    <a:cubicBezTo>
                      <a:pt x="13111" y="337272"/>
                      <a:pt x="9711" y="333872"/>
                      <a:pt x="6315" y="330476"/>
                    </a:cubicBezTo>
                    <a:cubicBezTo>
                      <a:pt x="-400" y="227553"/>
                      <a:pt x="-1761" y="124276"/>
                      <a:pt x="2238" y="20639"/>
                    </a:cubicBezTo>
                    <a:cubicBezTo>
                      <a:pt x="3286" y="10827"/>
                      <a:pt x="8043" y="4035"/>
                      <a:pt x="16507" y="255"/>
                    </a:cubicBezTo>
                    <a:close/>
                    <a:moveTo>
                      <a:pt x="53198" y="53254"/>
                    </a:moveTo>
                    <a:cubicBezTo>
                      <a:pt x="87170" y="53254"/>
                      <a:pt x="121146" y="53254"/>
                      <a:pt x="155118" y="53254"/>
                    </a:cubicBezTo>
                    <a:cubicBezTo>
                      <a:pt x="155118" y="132071"/>
                      <a:pt x="155118" y="210891"/>
                      <a:pt x="155118" y="289708"/>
                    </a:cubicBezTo>
                    <a:cubicBezTo>
                      <a:pt x="121146" y="289708"/>
                      <a:pt x="87170" y="289708"/>
                      <a:pt x="53198" y="289708"/>
                    </a:cubicBezTo>
                    <a:cubicBezTo>
                      <a:pt x="53198" y="210891"/>
                      <a:pt x="53198" y="132071"/>
                      <a:pt x="53198" y="53254"/>
                    </a:cubicBezTo>
                    <a:close/>
                  </a:path>
                </a:pathLst>
              </a:custGeom>
              <a:grpFill/>
              <a:ln w="4074" cap="flat">
                <a:noFill/>
                <a:prstDash val="solid"/>
                <a:miter/>
              </a:ln>
            </p:spPr>
            <p:txBody>
              <a:bodyPr rtlCol="0" anchor="ctr"/>
              <a:lstStyle/>
              <a:p>
                <a:endParaRPr lang="en-US"/>
              </a:p>
            </p:txBody>
          </p:sp>
          <p:sp>
            <p:nvSpPr>
              <p:cNvPr id="187" name="Freeform: Shape 186"/>
              <p:cNvSpPr/>
              <p:nvPr>
                <p:custDataLst>
                  <p:tags r:id="rId60"/>
                </p:custDataLst>
              </p:nvPr>
            </p:nvSpPr>
            <p:spPr>
              <a:xfrm>
                <a:off x="7042251" y="28620771"/>
                <a:ext cx="203885" cy="248941"/>
              </a:xfrm>
              <a:custGeom>
                <a:avLst/>
                <a:gdLst>
                  <a:gd name="connsiteX0" fmla="*/ 8155 w 203885"/>
                  <a:gd name="connsiteY0" fmla="*/ 255 h 248941"/>
                  <a:gd name="connsiteX1" fmla="*/ 191611 w 203885"/>
                  <a:gd name="connsiteY1" fmla="*/ 2294 h 248941"/>
                  <a:gd name="connsiteX2" fmla="*/ 199764 w 203885"/>
                  <a:gd name="connsiteY2" fmla="*/ 8409 h 248941"/>
                  <a:gd name="connsiteX3" fmla="*/ 201803 w 203885"/>
                  <a:gd name="connsiteY3" fmla="*/ 236710 h 248941"/>
                  <a:gd name="connsiteX4" fmla="*/ 191611 w 203885"/>
                  <a:gd name="connsiteY4" fmla="*/ 246902 h 248941"/>
                  <a:gd name="connsiteX5" fmla="*/ 12231 w 203885"/>
                  <a:gd name="connsiteY5" fmla="*/ 246902 h 248941"/>
                  <a:gd name="connsiteX6" fmla="*/ 2039 w 203885"/>
                  <a:gd name="connsiteY6" fmla="*/ 236710 h 248941"/>
                  <a:gd name="connsiteX7" fmla="*/ 2039 w 203885"/>
                  <a:gd name="connsiteY7" fmla="*/ 8409 h 248941"/>
                  <a:gd name="connsiteX8" fmla="*/ 8155 w 203885"/>
                  <a:gd name="connsiteY8" fmla="*/ 255 h 248941"/>
                  <a:gd name="connsiteX9" fmla="*/ 52999 w 203885"/>
                  <a:gd name="connsiteY9" fmla="*/ 49177 h 248941"/>
                  <a:gd name="connsiteX10" fmla="*/ 150843 w 203885"/>
                  <a:gd name="connsiteY10" fmla="*/ 49177 h 248941"/>
                  <a:gd name="connsiteX11" fmla="*/ 150843 w 203885"/>
                  <a:gd name="connsiteY11" fmla="*/ 195942 h 248941"/>
                  <a:gd name="connsiteX12" fmla="*/ 52999 w 203885"/>
                  <a:gd name="connsiteY12" fmla="*/ 195942 h 248941"/>
                  <a:gd name="connsiteX13" fmla="*/ 52999 w 203885"/>
                  <a:gd name="connsiteY13" fmla="*/ 49177 h 24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3885" h="248941">
                    <a:moveTo>
                      <a:pt x="8155" y="255"/>
                    </a:moveTo>
                    <a:cubicBezTo>
                      <a:pt x="69323" y="-425"/>
                      <a:pt x="130475" y="255"/>
                      <a:pt x="191611" y="2294"/>
                    </a:cubicBezTo>
                    <a:cubicBezTo>
                      <a:pt x="194905" y="3549"/>
                      <a:pt x="197624" y="5588"/>
                      <a:pt x="199764" y="8409"/>
                    </a:cubicBezTo>
                    <a:cubicBezTo>
                      <a:pt x="204465" y="84331"/>
                      <a:pt x="205146" y="160433"/>
                      <a:pt x="201803" y="236710"/>
                    </a:cubicBezTo>
                    <a:cubicBezTo>
                      <a:pt x="198407" y="240106"/>
                      <a:pt x="195007" y="243506"/>
                      <a:pt x="191611" y="246902"/>
                    </a:cubicBezTo>
                    <a:cubicBezTo>
                      <a:pt x="131816" y="249621"/>
                      <a:pt x="72026" y="249621"/>
                      <a:pt x="12231" y="246902"/>
                    </a:cubicBezTo>
                    <a:cubicBezTo>
                      <a:pt x="8835" y="243506"/>
                      <a:pt x="5435" y="240106"/>
                      <a:pt x="2039" y="236710"/>
                    </a:cubicBezTo>
                    <a:cubicBezTo>
                      <a:pt x="-680" y="160608"/>
                      <a:pt x="-680" y="84511"/>
                      <a:pt x="2039" y="8409"/>
                    </a:cubicBezTo>
                    <a:cubicBezTo>
                      <a:pt x="4962" y="6191"/>
                      <a:pt x="7001" y="3472"/>
                      <a:pt x="8155" y="255"/>
                    </a:cubicBezTo>
                    <a:close/>
                    <a:moveTo>
                      <a:pt x="52999" y="49177"/>
                    </a:moveTo>
                    <a:cubicBezTo>
                      <a:pt x="85614" y="49177"/>
                      <a:pt x="118228" y="49177"/>
                      <a:pt x="150843" y="49177"/>
                    </a:cubicBezTo>
                    <a:cubicBezTo>
                      <a:pt x="150843" y="98099"/>
                      <a:pt x="150843" y="147020"/>
                      <a:pt x="150843" y="195942"/>
                    </a:cubicBezTo>
                    <a:cubicBezTo>
                      <a:pt x="118228" y="195942"/>
                      <a:pt x="85614" y="195942"/>
                      <a:pt x="52999" y="195942"/>
                    </a:cubicBezTo>
                    <a:cubicBezTo>
                      <a:pt x="52999" y="147020"/>
                      <a:pt x="52999" y="98099"/>
                      <a:pt x="52999" y="49177"/>
                    </a:cubicBezTo>
                    <a:close/>
                  </a:path>
                </a:pathLst>
              </a:custGeom>
              <a:grpFill/>
              <a:ln w="4074" cap="flat">
                <a:noFill/>
                <a:prstDash val="solid"/>
                <a:miter/>
              </a:ln>
            </p:spPr>
            <p:txBody>
              <a:bodyPr rtlCol="0" anchor="ctr"/>
              <a:lstStyle/>
              <a:p>
                <a:endParaRPr lang="en-US"/>
              </a:p>
            </p:txBody>
          </p:sp>
          <p:sp>
            <p:nvSpPr>
              <p:cNvPr id="188" name="Freeform: Shape 187"/>
              <p:cNvSpPr/>
              <p:nvPr>
                <p:custDataLst>
                  <p:tags r:id="rId61"/>
                </p:custDataLst>
              </p:nvPr>
            </p:nvSpPr>
            <p:spPr>
              <a:xfrm>
                <a:off x="7038375" y="28885763"/>
                <a:ext cx="994048" cy="53254"/>
              </a:xfrm>
              <a:custGeom>
                <a:avLst/>
                <a:gdLst>
                  <a:gd name="connsiteX0" fmla="*/ 16107 w 994048"/>
                  <a:gd name="connsiteY0" fmla="*/ 255 h 53254"/>
                  <a:gd name="connsiteX1" fmla="*/ 978232 w 994048"/>
                  <a:gd name="connsiteY1" fmla="*/ 2294 h 53254"/>
                  <a:gd name="connsiteX2" fmla="*/ 988424 w 994048"/>
                  <a:gd name="connsiteY2" fmla="*/ 45100 h 53254"/>
                  <a:gd name="connsiteX3" fmla="*/ 978232 w 994048"/>
                  <a:gd name="connsiteY3" fmla="*/ 51215 h 53254"/>
                  <a:gd name="connsiteX4" fmla="*/ 16107 w 994048"/>
                  <a:gd name="connsiteY4" fmla="*/ 51215 h 53254"/>
                  <a:gd name="connsiteX5" fmla="*/ 16107 w 994048"/>
                  <a:gd name="connsiteY5" fmla="*/ 255 h 5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048" h="53254">
                    <a:moveTo>
                      <a:pt x="16107" y="255"/>
                    </a:moveTo>
                    <a:cubicBezTo>
                      <a:pt x="336817" y="-425"/>
                      <a:pt x="657527" y="255"/>
                      <a:pt x="978232" y="2294"/>
                    </a:cubicBezTo>
                    <a:cubicBezTo>
                      <a:pt x="995065" y="13020"/>
                      <a:pt x="998461" y="27289"/>
                      <a:pt x="988424" y="45100"/>
                    </a:cubicBezTo>
                    <a:cubicBezTo>
                      <a:pt x="985366" y="47652"/>
                      <a:pt x="981966" y="49691"/>
                      <a:pt x="978232" y="51215"/>
                    </a:cubicBezTo>
                    <a:cubicBezTo>
                      <a:pt x="657523" y="53935"/>
                      <a:pt x="336817" y="53935"/>
                      <a:pt x="16107" y="51215"/>
                    </a:cubicBezTo>
                    <a:cubicBezTo>
                      <a:pt x="-5369" y="34244"/>
                      <a:pt x="-5369" y="17260"/>
                      <a:pt x="16107" y="255"/>
                    </a:cubicBezTo>
                    <a:close/>
                  </a:path>
                </a:pathLst>
              </a:custGeom>
              <a:grpFill/>
              <a:ln w="4074" cap="flat">
                <a:noFill/>
                <a:prstDash val="solid"/>
                <a:miter/>
              </a:ln>
            </p:spPr>
            <p:txBody>
              <a:bodyPr rtlCol="0" anchor="ctr"/>
              <a:lstStyle/>
              <a:p>
                <a:endParaRPr lang="en-US"/>
              </a:p>
            </p:txBody>
          </p:sp>
        </p:grpSp>
      </p:grpSp>
      <p:pic>
        <p:nvPicPr>
          <p:cNvPr id="197" name="Graphic 196"/>
          <p:cNvPicPr>
            <a:picLocks noChangeAspect="1"/>
          </p:cNvPicPr>
          <p:nvPr>
            <p:custDataLst>
              <p:tags r:id="rId62"/>
            </p:custDataLst>
          </p:nvPr>
        </p:nvPicPr>
        <p:blipFill>
          <a:blip r:embed="rId63">
            <a:extLst>
              <a:ext uri="{96DAC541-7B7A-43D3-8B79-37D633B846F1}">
                <asvg:svgBlip xmlns:asvg="http://schemas.microsoft.com/office/drawing/2016/SVG/main" r:embed="rId64"/>
              </a:ext>
            </a:extLst>
          </a:blip>
          <a:stretch>
            <a:fillRect/>
          </a:stretch>
        </p:blipFill>
        <p:spPr>
          <a:xfrm>
            <a:off x="10264937" y="4224619"/>
            <a:ext cx="698444" cy="698444"/>
          </a:xfrm>
          <a:prstGeom prst="rect">
            <a:avLst/>
          </a:prstGeom>
        </p:spPr>
      </p:pic>
      <p:pic>
        <p:nvPicPr>
          <p:cNvPr id="199" name="Graphic 198"/>
          <p:cNvPicPr>
            <a:picLocks noChangeAspect="1"/>
          </p:cNvPicPr>
          <p:nvPr>
            <p:custDataLst>
              <p:tags r:id="rId65"/>
            </p:custDataLst>
          </p:nvPr>
        </p:nvPicPr>
        <p:blipFill>
          <a:blip r:embed="rId66">
            <a:extLst>
              <a:ext uri="{96DAC541-7B7A-43D3-8B79-37D633B846F1}">
                <asvg:svgBlip xmlns:asvg="http://schemas.microsoft.com/office/drawing/2016/SVG/main" r:embed="rId67"/>
              </a:ext>
            </a:extLst>
          </a:blip>
          <a:stretch>
            <a:fillRect/>
          </a:stretch>
        </p:blipFill>
        <p:spPr>
          <a:xfrm>
            <a:off x="5779400" y="4138376"/>
            <a:ext cx="857372" cy="857372"/>
          </a:xfrm>
          <a:prstGeom prst="rect">
            <a:avLst/>
          </a:prstGeom>
        </p:spPr>
      </p:pic>
      <p:pic>
        <p:nvPicPr>
          <p:cNvPr id="2" name="Graphisme 68"/>
          <p:cNvPicPr>
            <a:picLocks noChangeAspect="1"/>
          </p:cNvPicPr>
          <p:nvPr>
            <p:custDataLst>
              <p:tags r:id="rId68"/>
            </p:custDataLst>
          </p:nvPr>
        </p:nvPicPr>
        <p:blipFill>
          <a:blip r:embed="rId8">
            <a:extLst>
              <a:ext uri="{96DAC541-7B7A-43D3-8B79-37D633B846F1}">
                <asvg:svgBlip xmlns:asvg="http://schemas.microsoft.com/office/drawing/2016/SVG/main" r:embed="rId9"/>
              </a:ext>
            </a:extLst>
          </a:blip>
          <a:stretch>
            <a:fillRect/>
          </a:stretch>
        </p:blipFill>
        <p:spPr>
          <a:xfrm flipV="1">
            <a:off x="541180" y="540526"/>
            <a:ext cx="2042363" cy="2950081"/>
          </a:xfrm>
          <a:prstGeom prst="rect">
            <a:avLst/>
          </a:prstGeom>
        </p:spPr>
      </p:pic>
      <p:sp>
        <p:nvSpPr>
          <p:cNvPr id="4" name="Rectangle à coins arrondi 3"/>
          <p:cNvSpPr/>
          <p:nvPr/>
        </p:nvSpPr>
        <p:spPr>
          <a:xfrm>
            <a:off x="617220" y="1273810"/>
            <a:ext cx="1908810" cy="1692910"/>
          </a:xfrm>
          <a:prstGeom prst="roundRect">
            <a:avLst/>
          </a:prstGeom>
          <a:solidFill>
            <a:srgbClr val="D3EE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fr-FR" sz="1600" dirty="0">
                <a:solidFill>
                  <a:srgbClr val="002060"/>
                </a:solidFill>
                <a:latin typeface="Source Sans Pro" panose="020B0503030403020204" pitchFamily="34" charset="0"/>
              </a:rPr>
              <a:t>Appui aux activités d’éradication de la polio: surveillance, vaccination...</a:t>
            </a:r>
            <a:endParaRPr lang="fr-FR" sz="1600" dirty="0">
              <a:solidFill>
                <a:srgbClr val="002060"/>
              </a:solidFill>
              <a:latin typeface="Source Sans Pro" panose="020B0503030403020204" pitchFamily="34" charset="0"/>
            </a:endParaRPr>
          </a:p>
        </p:txBody>
      </p:sp>
    </p:spTree>
  </p:cSld>
  <p:clrMapOvr>
    <a:masterClrMapping/>
  </p:clrMapOvr>
  <p:transition spd="slow">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III. REDEVABILITE FINANCIERE</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Content Placeholder 3"/>
          <p:cNvGraphicFramePr/>
          <p:nvPr>
            <p:custDataLst>
              <p:tags r:id="rId3"/>
            </p:custDataLst>
          </p:nvPr>
        </p:nvGraphicFramePr>
        <p:xfrm>
          <a:off x="30192" y="1315189"/>
          <a:ext cx="12131615" cy="5513848"/>
        </p:xfrm>
        <a:graphic>
          <a:graphicData uri="http://schemas.openxmlformats.org/drawingml/2006/table">
            <a:tbl>
              <a:tblPr firstRow="1" bandRow="1">
                <a:tableStyleId>{BC89EF96-8CEA-46FF-86C4-4CE0E7609802}</a:tableStyleId>
              </a:tblPr>
              <a:tblGrid>
                <a:gridCol w="3715197"/>
                <a:gridCol w="2870034"/>
                <a:gridCol w="2513480"/>
                <a:gridCol w="3032904"/>
              </a:tblGrid>
              <a:tr h="736630">
                <a:tc>
                  <a:txBody>
                    <a:bodyPr/>
                    <a:lstStyle/>
                    <a:p>
                      <a:pPr algn="l"/>
                      <a:r>
                        <a:rPr lang="fr-FR" dirty="0">
                          <a:solidFill>
                            <a:srgbClr val="FEF3E3"/>
                          </a:solidFill>
                          <a:latin typeface="Source Sans Pro" panose="020B0503030403020204" pitchFamily="34" charset="0"/>
                        </a:rPr>
                        <a:t>Subventions</a:t>
                      </a:r>
                      <a:endParaRPr lang="fr-FR" dirty="0">
                        <a:solidFill>
                          <a:srgbClr val="FEF3E3"/>
                        </a:solidFill>
                        <a:latin typeface="Source Sans Pro" panose="020B0503030403020204" pitchFamily="34" charset="0"/>
                      </a:endParaRPr>
                    </a:p>
                  </a:txBody>
                  <a:tcPr anchor="ctr">
                    <a:solidFill>
                      <a:srgbClr val="002060"/>
                    </a:solidFill>
                  </a:tcPr>
                </a:tc>
                <a:tc>
                  <a:txBody>
                    <a:bodyPr/>
                    <a:lstStyle/>
                    <a:p>
                      <a:pPr algn="l"/>
                      <a:r>
                        <a:rPr lang="fr-FR" dirty="0">
                          <a:solidFill>
                            <a:srgbClr val="FEF3E3"/>
                          </a:solidFill>
                          <a:latin typeface="Source Sans Pro" panose="020B0503030403020204" pitchFamily="34" charset="0"/>
                        </a:rPr>
                        <a:t>Montant reçu de GAVI</a:t>
                      </a:r>
                      <a:endParaRPr lang="fr-FR" dirty="0">
                        <a:solidFill>
                          <a:srgbClr val="FEF3E3"/>
                        </a:solidFill>
                        <a:latin typeface="Source Sans Pro" panose="020B0503030403020204" pitchFamily="34" charset="0"/>
                      </a:endParaRPr>
                    </a:p>
                  </a:txBody>
                  <a:tcPr anchor="ctr">
                    <a:solidFill>
                      <a:srgbClr val="002060"/>
                    </a:solidFill>
                  </a:tcPr>
                </a:tc>
                <a:tc>
                  <a:txBody>
                    <a:bodyPr/>
                    <a:lstStyle/>
                    <a:p>
                      <a:pPr algn="l"/>
                      <a:r>
                        <a:rPr lang="fr-FR" dirty="0">
                          <a:solidFill>
                            <a:srgbClr val="FEF3E3"/>
                          </a:solidFill>
                          <a:latin typeface="Source Sans Pro" panose="020B0503030403020204" pitchFamily="34" charset="0"/>
                        </a:rPr>
                        <a:t>Total des fonds engagés</a:t>
                      </a:r>
                      <a:endParaRPr lang="fr-FR" dirty="0">
                        <a:solidFill>
                          <a:srgbClr val="FEF3E3"/>
                        </a:solidFill>
                        <a:latin typeface="Source Sans Pro" panose="020B0503030403020204" pitchFamily="34" charset="0"/>
                      </a:endParaRPr>
                    </a:p>
                  </a:txBody>
                  <a:tcPr anchor="ctr">
                    <a:solidFill>
                      <a:srgbClr val="002060"/>
                    </a:solidFill>
                  </a:tcPr>
                </a:tc>
                <a:tc>
                  <a:txBody>
                    <a:bodyPr/>
                    <a:lstStyle/>
                    <a:p>
                      <a:pPr algn="l"/>
                      <a:r>
                        <a:rPr lang="fr-FR" dirty="0">
                          <a:solidFill>
                            <a:srgbClr val="FEF3E3"/>
                          </a:solidFill>
                          <a:latin typeface="Source Sans Pro" panose="020B0503030403020204" pitchFamily="34" charset="0"/>
                        </a:rPr>
                        <a:t>Taux de décaissement (%)</a:t>
                      </a:r>
                      <a:endParaRPr lang="fr-FR" dirty="0">
                        <a:solidFill>
                          <a:srgbClr val="FEF3E3"/>
                        </a:solidFill>
                        <a:latin typeface="Source Sans Pro" panose="020B0503030403020204" pitchFamily="34" charset="0"/>
                      </a:endParaRPr>
                    </a:p>
                  </a:txBody>
                  <a:tcPr anchor="ctr">
                    <a:solidFill>
                      <a:srgbClr val="002060"/>
                    </a:solidFill>
                  </a:tcPr>
                </a:tc>
              </a:tr>
              <a:tr h="847522">
                <a:tc>
                  <a:txBody>
                    <a:bodyPr/>
                    <a:lstStyle/>
                    <a:p>
                      <a:r>
                        <a:rPr lang="fr-FR" dirty="0">
                          <a:latin typeface="Source Sans Pro" panose="020B0503030403020204" pitchFamily="34" charset="0"/>
                        </a:rPr>
                        <a:t>RSS3</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2 656 978</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2 640 148</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99.4%</a:t>
                      </a:r>
                      <a:endParaRPr lang="fr-FR" dirty="0">
                        <a:latin typeface="Source Sans Pro" panose="020B0503030403020204" pitchFamily="34" charset="0"/>
                      </a:endParaRPr>
                    </a:p>
                  </a:txBody>
                  <a:tcPr anchor="ctr">
                    <a:solidFill>
                      <a:srgbClr val="FEF3E3"/>
                    </a:solidFill>
                  </a:tcPr>
                </a:tc>
              </a:tr>
              <a:tr h="491212">
                <a:tc>
                  <a:txBody>
                    <a:bodyPr/>
                    <a:lstStyle/>
                    <a:p>
                      <a:r>
                        <a:rPr lang="fr-FR" dirty="0">
                          <a:latin typeface="Source Sans Pro" panose="020B0503030403020204" pitchFamily="34" charset="0"/>
                        </a:rPr>
                        <a:t>FAE</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3 692 620</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3 321 572</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90%</a:t>
                      </a:r>
                      <a:endParaRPr lang="fr-FR" dirty="0">
                        <a:latin typeface="Source Sans Pro" panose="020B0503030403020204" pitchFamily="34" charset="0"/>
                      </a:endParaRPr>
                    </a:p>
                  </a:txBody>
                  <a:tcPr anchor="ctr">
                    <a:solidFill>
                      <a:srgbClr val="FEF3E3"/>
                    </a:solidFill>
                  </a:tcPr>
                </a:tc>
              </a:tr>
              <a:tr h="491212">
                <a:tc>
                  <a:txBody>
                    <a:bodyPr/>
                    <a:lstStyle/>
                    <a:p>
                      <a:r>
                        <a:rPr lang="fr-FR" dirty="0">
                          <a:latin typeface="Source Sans Pro" panose="020B0503030403020204" pitchFamily="34" charset="0"/>
                        </a:rPr>
                        <a:t>CDS2 ( BCU)</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384 950</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18 115</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4.7%</a:t>
                      </a:r>
                      <a:endParaRPr lang="fr-FR" dirty="0">
                        <a:latin typeface="Source Sans Pro" panose="020B0503030403020204" pitchFamily="34" charset="0"/>
                      </a:endParaRPr>
                    </a:p>
                  </a:txBody>
                  <a:tcPr anchor="ctr">
                    <a:solidFill>
                      <a:srgbClr val="FEF3E3"/>
                    </a:solidFill>
                  </a:tcPr>
                </a:tc>
              </a:tr>
              <a:tr h="491212">
                <a:tc>
                  <a:txBody>
                    <a:bodyPr/>
                    <a:lstStyle/>
                    <a:p>
                      <a:r>
                        <a:rPr lang="fr-FR" dirty="0">
                          <a:solidFill>
                            <a:schemeClr val="tx1"/>
                          </a:solidFill>
                          <a:latin typeface="Source Sans Pro" panose="020B0503030403020204" pitchFamily="34" charset="0"/>
                        </a:rPr>
                        <a:t>Introduction VAP</a:t>
                      </a:r>
                      <a:endParaRPr lang="fr-FR" dirty="0">
                        <a:solidFill>
                          <a:schemeClr val="tx1"/>
                        </a:solidFill>
                        <a:latin typeface="Source Sans Pro" panose="020B0503030403020204" pitchFamily="34" charset="0"/>
                      </a:endParaRPr>
                    </a:p>
                  </a:txBody>
                  <a:tcPr anchor="ctr">
                    <a:solidFill>
                      <a:srgbClr val="FEF3E3"/>
                    </a:solidFill>
                  </a:tcPr>
                </a:tc>
                <a:tc>
                  <a:txBody>
                    <a:bodyPr/>
                    <a:lstStyle/>
                    <a:p>
                      <a:r>
                        <a:rPr lang="fr-FR" dirty="0">
                          <a:solidFill>
                            <a:schemeClr val="tx1"/>
                          </a:solidFill>
                          <a:latin typeface="Source Sans Pro" panose="020B0503030403020204" pitchFamily="34" charset="0"/>
                        </a:rPr>
                        <a:t>35 254</a:t>
                      </a:r>
                      <a:endParaRPr lang="fr-FR" dirty="0">
                        <a:solidFill>
                          <a:schemeClr val="tx1"/>
                        </a:solidFill>
                        <a:latin typeface="Source Sans Pro" panose="020B0503030403020204" pitchFamily="34" charset="0"/>
                      </a:endParaRPr>
                    </a:p>
                  </a:txBody>
                  <a:tcPr anchor="ctr">
                    <a:solidFill>
                      <a:srgbClr val="FEF3E3"/>
                    </a:solidFill>
                  </a:tcPr>
                </a:tc>
                <a:tc>
                  <a:txBody>
                    <a:bodyPr/>
                    <a:lstStyle/>
                    <a:p>
                      <a:r>
                        <a:rPr lang="fr-FR" dirty="0">
                          <a:solidFill>
                            <a:schemeClr val="tx1"/>
                          </a:solidFill>
                          <a:latin typeface="Source Sans Pro" panose="020B0503030403020204" pitchFamily="34" charset="0"/>
                        </a:rPr>
                        <a:t>0</a:t>
                      </a:r>
                      <a:endParaRPr lang="fr-FR" dirty="0">
                        <a:solidFill>
                          <a:schemeClr val="tx1"/>
                        </a:solidFill>
                        <a:latin typeface="Source Sans Pro" panose="020B0503030403020204" pitchFamily="34" charset="0"/>
                      </a:endParaRPr>
                    </a:p>
                  </a:txBody>
                  <a:tcPr anchor="ctr">
                    <a:solidFill>
                      <a:srgbClr val="FEF3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solidFill>
                            <a:schemeClr val="tx1"/>
                          </a:solidFill>
                          <a:latin typeface="Source Sans Pro" panose="020B0503030403020204" pitchFamily="34" charset="0"/>
                        </a:rPr>
                        <a:t>0%</a:t>
                      </a:r>
                      <a:endParaRPr lang="fr-FR" dirty="0">
                        <a:solidFill>
                          <a:schemeClr val="tx1"/>
                        </a:solidFill>
                        <a:latin typeface="Source Sans Pro" panose="020B0503030403020204" pitchFamily="34" charset="0"/>
                      </a:endParaRPr>
                    </a:p>
                  </a:txBody>
                  <a:tcPr anchor="ctr">
                    <a:solidFill>
                      <a:srgbClr val="FEF3E3"/>
                    </a:solidFill>
                  </a:tcPr>
                </a:tc>
              </a:tr>
              <a:tr h="491212">
                <a:tc>
                  <a:txBody>
                    <a:bodyPr/>
                    <a:lstStyle/>
                    <a:p>
                      <a:pPr marL="0" algn="l" defTabSz="914400" rtl="0" eaLnBrk="1" latinLnBrk="0" hangingPunct="1"/>
                      <a:r>
                        <a:rPr lang="fr-FR" sz="1800" kern="1200" dirty="0" err="1">
                          <a:solidFill>
                            <a:schemeClr val="tx1"/>
                          </a:solidFill>
                          <a:latin typeface="Source Sans Pro" panose="020B0503030403020204" pitchFamily="34" charset="0"/>
                          <a:ea typeface="+mn-ea"/>
                          <a:cs typeface="+mn-cs"/>
                        </a:rPr>
                        <a:t>Vacc</a:t>
                      </a:r>
                      <a:r>
                        <a:rPr lang="fr-FR" sz="1800" kern="1200" dirty="0">
                          <a:solidFill>
                            <a:schemeClr val="tx1"/>
                          </a:solidFill>
                          <a:latin typeface="Source Sans Pro" panose="020B0503030403020204" pitchFamily="34" charset="0"/>
                          <a:ea typeface="+mn-ea"/>
                          <a:cs typeface="+mn-cs"/>
                        </a:rPr>
                        <a:t> préventive Choléra</a:t>
                      </a:r>
                      <a:endParaRPr lang="fr-FR" sz="1800" kern="1200" dirty="0">
                        <a:solidFill>
                          <a:schemeClr val="tx1"/>
                        </a:solidFill>
                        <a:latin typeface="Source Sans Pro" panose="020B0503030403020204" pitchFamily="34" charset="0"/>
                        <a:ea typeface="+mn-ea"/>
                        <a:cs typeface="+mn-cs"/>
                      </a:endParaRPr>
                    </a:p>
                  </a:txBody>
                  <a:tcPr anchor="ctr">
                    <a:solidFill>
                      <a:srgbClr val="FEF3E3"/>
                    </a:solidFill>
                  </a:tcPr>
                </a:tc>
                <a:tc>
                  <a:txBody>
                    <a:bodyPr/>
                    <a:lstStyle/>
                    <a:p>
                      <a:r>
                        <a:rPr lang="en-US" sz="1800" b="0" i="0" u="none" strike="noStrike" kern="1200" baseline="0" dirty="0">
                          <a:solidFill>
                            <a:schemeClr val="tx1"/>
                          </a:solidFill>
                          <a:latin typeface="+mn-lt"/>
                          <a:ea typeface="+mn-ea"/>
                          <a:cs typeface="+mn-cs"/>
                        </a:rPr>
                        <a:t>1 439 359	</a:t>
                      </a:r>
                      <a:endParaRPr lang="en-US" sz="1800" b="0" i="0" u="none" strike="noStrike" kern="1200" baseline="0" dirty="0">
                        <a:solidFill>
                          <a:schemeClr val="tx1"/>
                        </a:solidFill>
                        <a:latin typeface="+mn-lt"/>
                        <a:ea typeface="+mn-ea"/>
                        <a:cs typeface="+mn-cs"/>
                      </a:endParaRPr>
                    </a:p>
                  </a:txBody>
                  <a:tcPr anchor="ctr">
                    <a:solidFill>
                      <a:srgbClr val="FEF3E3"/>
                    </a:solidFill>
                  </a:tcPr>
                </a:tc>
                <a:tc>
                  <a:txBody>
                    <a:bodyPr/>
                    <a:lstStyle/>
                    <a:p>
                      <a:r>
                        <a:rPr lang="fr-FR" dirty="0">
                          <a:solidFill>
                            <a:schemeClr val="tx1"/>
                          </a:solidFill>
                          <a:latin typeface="Source Sans Pro" panose="020B0503030403020204" pitchFamily="34" charset="0"/>
                        </a:rPr>
                        <a:t>55 510</a:t>
                      </a:r>
                      <a:endParaRPr lang="fr-FR" dirty="0">
                        <a:solidFill>
                          <a:schemeClr val="tx1"/>
                        </a:solidFill>
                        <a:latin typeface="Source Sans Pro" panose="020B0503030403020204" pitchFamily="34" charset="0"/>
                      </a:endParaRPr>
                    </a:p>
                  </a:txBody>
                  <a:tcPr anchor="ctr">
                    <a:solidFill>
                      <a:srgbClr val="FEF3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solidFill>
                            <a:schemeClr val="tx1"/>
                          </a:solidFill>
                          <a:latin typeface="Source Sans Pro" panose="020B0503030403020204" pitchFamily="34" charset="0"/>
                        </a:rPr>
                        <a:t>4% </a:t>
                      </a:r>
                      <a:endParaRPr lang="fr-FR" dirty="0">
                        <a:solidFill>
                          <a:schemeClr val="tx1"/>
                        </a:solidFill>
                        <a:latin typeface="Source Sans Pro" panose="020B0503030403020204" pitchFamily="34" charset="0"/>
                      </a:endParaRPr>
                    </a:p>
                  </a:txBody>
                  <a:tcPr anchor="ctr">
                    <a:solidFill>
                      <a:srgbClr val="FEF3E3"/>
                    </a:solidFill>
                  </a:tcPr>
                </a:tc>
              </a:tr>
              <a:tr h="491212">
                <a:tc>
                  <a:txBody>
                    <a:bodyPr/>
                    <a:lstStyle/>
                    <a:p>
                      <a:r>
                        <a:rPr lang="fr-FR" dirty="0" err="1">
                          <a:latin typeface="Source Sans Pro" panose="020B0503030403020204" pitchFamily="34" charset="0"/>
                        </a:rPr>
                        <a:t>Vacc</a:t>
                      </a:r>
                      <a:r>
                        <a:rPr lang="fr-FR" dirty="0">
                          <a:latin typeface="Source Sans Pro" panose="020B0503030403020204" pitchFamily="34" charset="0"/>
                        </a:rPr>
                        <a:t> préventive FJ</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3 108 614</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2 179 264</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70.1%</a:t>
                      </a:r>
                      <a:endParaRPr lang="fr-FR" dirty="0">
                        <a:latin typeface="Source Sans Pro" panose="020B0503030403020204" pitchFamily="34" charset="0"/>
                      </a:endParaRPr>
                    </a:p>
                  </a:txBody>
                  <a:tcPr anchor="ctr">
                    <a:solidFill>
                      <a:srgbClr val="FEF3E3"/>
                    </a:solidFill>
                  </a:tcPr>
                </a:tc>
              </a:tr>
              <a:tr h="491212">
                <a:tc>
                  <a:txBody>
                    <a:bodyPr/>
                    <a:lstStyle/>
                    <a:p>
                      <a:r>
                        <a:rPr lang="fr-FR" dirty="0">
                          <a:latin typeface="Source Sans Pro" panose="020B0503030403020204" pitchFamily="34" charset="0"/>
                        </a:rPr>
                        <a:t>TCA</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2 999 779</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1 090 990</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51,2%</a:t>
                      </a:r>
                      <a:endParaRPr lang="fr-FR" dirty="0">
                        <a:latin typeface="Source Sans Pro" panose="020B0503030403020204" pitchFamily="34" charset="0"/>
                      </a:endParaRPr>
                    </a:p>
                  </a:txBody>
                  <a:tcPr anchor="ctr">
                    <a:solidFill>
                      <a:srgbClr val="FEF3E3"/>
                    </a:solidFill>
                  </a:tcPr>
                </a:tc>
              </a:tr>
              <a:tr h="491212">
                <a:tc>
                  <a:txBody>
                    <a:bodyPr/>
                    <a:lstStyle/>
                    <a:p>
                      <a:r>
                        <a:rPr lang="fr-FR" dirty="0">
                          <a:latin typeface="Source Sans Pro" panose="020B0503030403020204" pitchFamily="34" charset="0"/>
                        </a:rPr>
                        <a:t>RR (</a:t>
                      </a:r>
                      <a:r>
                        <a:rPr lang="fr-FR" dirty="0" err="1">
                          <a:latin typeface="Source Sans Pro" panose="020B0503030403020204" pitchFamily="34" charset="0"/>
                        </a:rPr>
                        <a:t>vacc</a:t>
                      </a:r>
                      <a:r>
                        <a:rPr lang="fr-FR" dirty="0">
                          <a:latin typeface="Source Sans Pro" panose="020B0503030403020204" pitchFamily="34" charset="0"/>
                        </a:rPr>
                        <a:t> rattrapage + introduction)</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2 580 570</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797 720</a:t>
                      </a:r>
                      <a:endParaRPr lang="fr-FR" dirty="0">
                        <a:latin typeface="Source Sans Pro" panose="020B0503030403020204" pitchFamily="34" charset="0"/>
                      </a:endParaRPr>
                    </a:p>
                  </a:txBody>
                  <a:tcPr anchor="ctr">
                    <a:solidFill>
                      <a:srgbClr val="FEF3E3"/>
                    </a:solidFill>
                  </a:tcPr>
                </a:tc>
                <a:tc>
                  <a:txBody>
                    <a:bodyPr/>
                    <a:lstStyle/>
                    <a:p>
                      <a:r>
                        <a:rPr lang="fr-FR" dirty="0">
                          <a:latin typeface="Source Sans Pro" panose="020B0503030403020204" pitchFamily="34" charset="0"/>
                        </a:rPr>
                        <a:t>30.91</a:t>
                      </a:r>
                      <a:endParaRPr lang="fr-FR" dirty="0">
                        <a:latin typeface="Source Sans Pro" panose="020B0503030403020204" pitchFamily="34" charset="0"/>
                      </a:endParaRPr>
                    </a:p>
                  </a:txBody>
                  <a:tcPr anchor="ctr">
                    <a:solidFill>
                      <a:srgbClr val="FEF3E3"/>
                    </a:solidFill>
                  </a:tcPr>
                </a:tc>
              </a:tr>
              <a:tr h="491212">
                <a:tc>
                  <a:txBody>
                    <a:bodyPr/>
                    <a:lstStyle/>
                    <a:p>
                      <a:r>
                        <a:rPr lang="fr-FR" b="1" dirty="0">
                          <a:latin typeface="Source Sans Pro" panose="020B0503030403020204" pitchFamily="34" charset="0"/>
                        </a:rPr>
                        <a:t>Total</a:t>
                      </a:r>
                      <a:endParaRPr lang="fr-FR" b="1" dirty="0">
                        <a:latin typeface="Source Sans Pro" panose="020B0503030403020204" pitchFamily="34" charset="0"/>
                      </a:endParaRPr>
                    </a:p>
                  </a:txBody>
                  <a:tcPr anchor="ctr">
                    <a:solidFill>
                      <a:srgbClr val="FEF3E3"/>
                    </a:solidFill>
                  </a:tcPr>
                </a:tc>
                <a:tc>
                  <a:txBody>
                    <a:bodyPr/>
                    <a:lstStyle/>
                    <a:p>
                      <a:r>
                        <a:rPr lang="fr-FR" b="1" dirty="0">
                          <a:latin typeface="Source Sans Pro" panose="020B0503030403020204" pitchFamily="34" charset="0"/>
                        </a:rPr>
                        <a:t>16 898 124</a:t>
                      </a:r>
                      <a:endParaRPr lang="fr-FR" b="1" dirty="0">
                        <a:latin typeface="Source Sans Pro" panose="020B0503030403020204" pitchFamily="34" charset="0"/>
                      </a:endParaRPr>
                    </a:p>
                  </a:txBody>
                  <a:tcPr anchor="ctr">
                    <a:solidFill>
                      <a:srgbClr val="FEF3E3"/>
                    </a:solidFill>
                  </a:tcPr>
                </a:tc>
                <a:tc>
                  <a:txBody>
                    <a:bodyPr/>
                    <a:lstStyle/>
                    <a:p>
                      <a:r>
                        <a:rPr lang="fr-FR" b="1" dirty="0">
                          <a:latin typeface="Source Sans Pro" panose="020B0503030403020204" pitchFamily="34" charset="0"/>
                        </a:rPr>
                        <a:t>10 103 419</a:t>
                      </a:r>
                      <a:endParaRPr lang="fr-FR" b="1" dirty="0">
                        <a:latin typeface="Source Sans Pro" panose="020B0503030403020204" pitchFamily="34" charset="0"/>
                      </a:endParaRPr>
                    </a:p>
                  </a:txBody>
                  <a:tcPr anchor="ctr">
                    <a:solidFill>
                      <a:srgbClr val="FEF3E3"/>
                    </a:solidFill>
                  </a:tcPr>
                </a:tc>
                <a:tc>
                  <a:txBody>
                    <a:bodyPr/>
                    <a:lstStyle/>
                    <a:p>
                      <a:r>
                        <a:rPr lang="fr-FR" b="1" dirty="0">
                          <a:latin typeface="Source Sans Pro" panose="020B0503030403020204" pitchFamily="34" charset="0"/>
                        </a:rPr>
                        <a:t>60%</a:t>
                      </a:r>
                      <a:endParaRPr lang="fr-FR" b="1" dirty="0">
                        <a:latin typeface="Source Sans Pro" panose="020B0503030403020204" pitchFamily="34" charset="0"/>
                      </a:endParaRPr>
                    </a:p>
                  </a:txBody>
                  <a:tcPr anchor="ctr">
                    <a:solidFill>
                      <a:srgbClr val="FEF3E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REDEVABILITE FINANCIERE</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sp>
        <p:nvSpPr>
          <p:cNvPr id="2" name="TextBox 1"/>
          <p:cNvSpPr txBox="1"/>
          <p:nvPr/>
        </p:nvSpPr>
        <p:spPr>
          <a:xfrm>
            <a:off x="496819" y="1570008"/>
            <a:ext cx="11346313" cy="369332"/>
          </a:xfrm>
          <a:prstGeom prst="rect">
            <a:avLst/>
          </a:prstGeom>
          <a:noFill/>
        </p:spPr>
        <p:txBody>
          <a:bodyPr wrap="square" rtlCol="0">
            <a:spAutoFit/>
          </a:bodyPr>
          <a:lstStyle/>
          <a:p>
            <a:r>
              <a:rPr lang="fr-FR" b="1" dirty="0"/>
              <a:t>Avances ouvertes ( dates limites de rapports dépassées)</a:t>
            </a:r>
            <a:endParaRPr lang="en-US" b="1" dirty="0"/>
          </a:p>
        </p:txBody>
      </p:sp>
      <p:graphicFrame>
        <p:nvGraphicFramePr>
          <p:cNvPr id="5" name="Table 4"/>
          <p:cNvGraphicFramePr>
            <a:graphicFrameLocks noGrp="1"/>
          </p:cNvGraphicFramePr>
          <p:nvPr/>
        </p:nvGraphicFramePr>
        <p:xfrm>
          <a:off x="164593" y="2066544"/>
          <a:ext cx="11763599" cy="4729519"/>
        </p:xfrm>
        <a:graphic>
          <a:graphicData uri="http://schemas.openxmlformats.org/drawingml/2006/table">
            <a:tbl>
              <a:tblPr/>
              <a:tblGrid>
                <a:gridCol w="2711050"/>
                <a:gridCol w="1956671"/>
                <a:gridCol w="5280654"/>
                <a:gridCol w="1815224"/>
              </a:tblGrid>
              <a:tr h="518213">
                <a:tc>
                  <a:txBody>
                    <a:bodyPr/>
                    <a:lstStyle/>
                    <a:p>
                      <a:pPr algn="l" fontAlgn="ctr"/>
                      <a:r>
                        <a:rPr lang="en-US" sz="1600" b="1" i="0" u="none" strike="noStrike">
                          <a:solidFill>
                            <a:srgbClr val="000000"/>
                          </a:solidFill>
                          <a:effectLst/>
                          <a:latin typeface="Aptos Narrow" panose="020B0004020202020204" pitchFamily="34" charset="0"/>
                        </a:rPr>
                        <a:t>Partenaire du Mini Santé</a:t>
                      </a:r>
                      <a:endParaRPr lang="en-US" sz="1600" b="1" i="0" u="none" strike="noStrike">
                        <a:solidFill>
                          <a:srgbClr val="000000"/>
                        </a:solidFill>
                        <a:effectLst/>
                        <a:latin typeface="Aptos Narrow" panose="020B0004020202020204" pitchFamily="34" charset="0"/>
                      </a:endParaRPr>
                    </a:p>
                  </a:txBody>
                  <a:tcPr marL="6350" marR="6350" marT="635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fr-FR" sz="1600" b="1" i="0" u="none" strike="noStrike">
                          <a:solidFill>
                            <a:srgbClr val="000000"/>
                          </a:solidFill>
                          <a:effectLst/>
                          <a:latin typeface="Aptos Narrow" panose="020B0004020202020204" pitchFamily="34" charset="0"/>
                        </a:rPr>
                        <a:t>Date limite attendu du rapport </a:t>
                      </a:r>
                      <a:endParaRPr lang="fr-FR" sz="1600" b="1" i="0" u="none" strike="noStrike">
                        <a:solidFill>
                          <a:srgbClr val="000000"/>
                        </a:solidFill>
                        <a:effectLst/>
                        <a:latin typeface="Aptos Narrow" panose="020B0004020202020204" pitchFamily="34" charset="0"/>
                      </a:endParaRPr>
                    </a:p>
                  </a:txBody>
                  <a:tcPr marL="6350" marR="6350" marT="635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sz="1600" b="1" i="0" u="none" strike="noStrike">
                          <a:solidFill>
                            <a:srgbClr val="000000"/>
                          </a:solidFill>
                          <a:effectLst/>
                          <a:latin typeface="Aptos Narrow" panose="020B0004020202020204" pitchFamily="34" charset="0"/>
                        </a:rPr>
                        <a:t> Description</a:t>
                      </a:r>
                      <a:endParaRPr lang="en-US" sz="1600" b="1" i="0" u="none" strike="noStrike">
                        <a:solidFill>
                          <a:srgbClr val="000000"/>
                        </a:solidFill>
                        <a:effectLst/>
                        <a:latin typeface="Aptos Narrow" panose="020B0004020202020204" pitchFamily="34" charset="0"/>
                      </a:endParaRPr>
                    </a:p>
                  </a:txBody>
                  <a:tcPr marL="6350" marR="6350" marT="635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sz="1600" b="1" i="0" u="none" strike="noStrike">
                          <a:solidFill>
                            <a:srgbClr val="000000"/>
                          </a:solidFill>
                          <a:effectLst/>
                          <a:latin typeface="Aptos Narrow" panose="020B0004020202020204" pitchFamily="34" charset="0"/>
                        </a:rPr>
                        <a:t> Montant USD </a:t>
                      </a:r>
                      <a:endParaRPr lang="en-US" sz="1600" b="1" i="0" u="none" strike="noStrike">
                        <a:solidFill>
                          <a:srgbClr val="000000"/>
                        </a:solidFill>
                        <a:effectLst/>
                        <a:latin typeface="Aptos Narrow" panose="020B0004020202020204" pitchFamily="34" charset="0"/>
                      </a:endParaRPr>
                    </a:p>
                  </a:txBody>
                  <a:tcPr marL="6350" marR="6350" marT="635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58451">
                <a:tc>
                  <a:txBody>
                    <a:bodyPr/>
                    <a:lstStyle/>
                    <a:p>
                      <a:pPr algn="l" fontAlgn="b"/>
                      <a:r>
                        <a:rPr lang="en-US" sz="1600" b="0" i="0" u="none" strike="noStrike" dirty="0">
                          <a:solidFill>
                            <a:srgbClr val="000000"/>
                          </a:solidFill>
                          <a:effectLst/>
                          <a:latin typeface="Aptos Narrow" panose="020B0004020202020204" pitchFamily="34" charset="0"/>
                        </a:rPr>
                        <a:t>DPS  HAUT-LOMAMI</a:t>
                      </a:r>
                      <a:endParaRPr lang="en-US" sz="16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Campagne de vaccination réactive contre la rougeole</a:t>
                      </a:r>
                      <a:endParaRPr lang="fr-FR" sz="1600" b="0" i="0" u="none" strike="noStrike">
                        <a:solidFill>
                          <a:srgbClr val="000000"/>
                        </a:solidFill>
                        <a:effectLst/>
                        <a:latin typeface="Aptos Narrow" panose="020B0004020202020204" pitchFamily="3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52,257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KWILU</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8 </a:t>
                      </a:r>
                      <a:r>
                        <a:rPr lang="en-US" sz="1600" b="0" i="0" u="none" strike="noStrike" dirty="0" err="1">
                          <a:solidFill>
                            <a:srgbClr val="000000"/>
                          </a:solidFill>
                          <a:effectLst/>
                          <a:latin typeface="Aptos Narrow" panose="020B0004020202020204" pitchFamily="34" charset="0"/>
                        </a:rPr>
                        <a:t>août</a:t>
                      </a:r>
                      <a:r>
                        <a:rPr lang="en-US" sz="1600" b="0" i="0" u="none" strike="noStrike" dirty="0">
                          <a:solidFill>
                            <a:srgbClr val="000000"/>
                          </a:solidFill>
                          <a:effectLst/>
                          <a:latin typeface="Aptos Narrow" panose="020B0004020202020204" pitchFamily="34" charset="0"/>
                        </a:rPr>
                        <a:t> 2025</a:t>
                      </a:r>
                      <a:endParaRPr lang="en-US"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15,150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TANGANYIKA</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29,114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EQUATEUR</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35,356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ITURI</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7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37,017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LUALABA </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32,819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HAUT KATANGA</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126,305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PEV</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11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endParaRPr lang="fr-FR"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                   144,519 </a:t>
                      </a:r>
                      <a:endParaRPr lang="en-US" sz="1600" b="0" i="0" u="none" strike="noStrike" dirty="0">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EQUATEUR</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27 juillet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Orientations </a:t>
                      </a:r>
                      <a:r>
                        <a:rPr lang="en-US" sz="1600" b="0" i="0" u="none" strike="noStrike" dirty="0" err="1">
                          <a:solidFill>
                            <a:srgbClr val="000000"/>
                          </a:solidFill>
                          <a:effectLst/>
                          <a:latin typeface="Aptos Narrow" panose="020B0004020202020204" pitchFamily="34" charset="0"/>
                        </a:rPr>
                        <a:t>Mashako</a:t>
                      </a:r>
                      <a:r>
                        <a:rPr lang="en-US" sz="1600" b="0" i="0" u="none" strike="noStrike" dirty="0">
                          <a:solidFill>
                            <a:srgbClr val="000000"/>
                          </a:solidFill>
                          <a:effectLst/>
                          <a:latin typeface="Aptos Narrow" panose="020B0004020202020204" pitchFamily="34" charset="0"/>
                        </a:rPr>
                        <a:t> + </a:t>
                      </a:r>
                      <a:r>
                        <a:rPr lang="en-US" sz="1600" b="0" i="0" u="none" strike="noStrike" dirty="0" err="1">
                          <a:solidFill>
                            <a:srgbClr val="000000"/>
                          </a:solidFill>
                          <a:effectLst/>
                          <a:latin typeface="Aptos Narrow" panose="020B0004020202020204" pitchFamily="34" charset="0"/>
                        </a:rPr>
                        <a:t>microplanification</a:t>
                      </a:r>
                      <a:r>
                        <a:rPr lang="en-US" sz="1600" b="0" i="0" u="none" strike="noStrike" dirty="0">
                          <a:solidFill>
                            <a:srgbClr val="000000"/>
                          </a:solidFill>
                          <a:effectLst/>
                          <a:latin typeface="Aptos Narrow" panose="020B0004020202020204" pitchFamily="34" charset="0"/>
                        </a:rPr>
                        <a:t> </a:t>
                      </a:r>
                      <a:r>
                        <a:rPr lang="en-US" sz="1600" b="0" i="0" u="none" strike="noStrike" dirty="0" err="1">
                          <a:solidFill>
                            <a:srgbClr val="000000"/>
                          </a:solidFill>
                          <a:effectLst/>
                          <a:latin typeface="Aptos Narrow" panose="020B0004020202020204" pitchFamily="34" charset="0"/>
                        </a:rPr>
                        <a:t>intégrée</a:t>
                      </a:r>
                      <a:endParaRPr lang="en-US"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                   260,751 </a:t>
                      </a:r>
                      <a:endParaRPr lang="en-US" sz="1600" b="0" i="0" u="none" strike="noStrike" dirty="0">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DPS  MAINDOMBE</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27 juillet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Orientations Mashako + microplanification intégrée</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228,860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341102">
                <a:tc>
                  <a:txBody>
                    <a:bodyPr/>
                    <a:lstStyle/>
                    <a:p>
                      <a:pPr algn="l" fontAlgn="b"/>
                      <a:r>
                        <a:rPr lang="en-US" sz="1600" b="0" i="0" u="none" strike="noStrike">
                          <a:solidFill>
                            <a:srgbClr val="000000"/>
                          </a:solidFill>
                          <a:effectLst/>
                          <a:latin typeface="Aptos Narrow" panose="020B0004020202020204" pitchFamily="34" charset="0"/>
                        </a:rPr>
                        <a:t>PEV</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20 août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Révision du cadre organique et de l’organigramme du PEV.</a:t>
                      </a:r>
                      <a:endParaRPr lang="fr-FR"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37,126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510341">
                <a:tc>
                  <a:txBody>
                    <a:bodyPr/>
                    <a:lstStyle/>
                    <a:p>
                      <a:pPr algn="l" fontAlgn="b"/>
                      <a:r>
                        <a:rPr lang="en-US" sz="1600" b="0" i="0" u="none" strike="noStrike">
                          <a:solidFill>
                            <a:srgbClr val="000000"/>
                          </a:solidFill>
                          <a:effectLst/>
                          <a:latin typeface="Aptos Narrow" panose="020B0004020202020204" pitchFamily="34" charset="0"/>
                        </a:rPr>
                        <a:t>PEV</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15 septembre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Fonctionnement et Supervisin des sites de surveillance Sentinelle</a:t>
                      </a:r>
                      <a:endParaRPr lang="fr-FR"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103,100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a:solidFill>
                            <a:srgbClr val="000000"/>
                          </a:solidFill>
                          <a:effectLst/>
                          <a:latin typeface="Aptos Narrow" panose="020B0004020202020204" pitchFamily="34" charset="0"/>
                        </a:rPr>
                        <a:t>PEV</a:t>
                      </a:r>
                      <a:endParaRPr lang="en-US" sz="1600" b="0"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12 octobre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RDQA septembre - novembre 2025</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33,060 </a:t>
                      </a:r>
                      <a:endParaRPr lang="en-US" sz="1600" b="0" i="0" u="none" strike="noStrike">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tr>
              <a:tr h="258451">
                <a:tc>
                  <a:txBody>
                    <a:bodyPr/>
                    <a:lstStyle/>
                    <a:p>
                      <a:pPr algn="l" fontAlgn="b"/>
                      <a:r>
                        <a:rPr lang="en-US" sz="1600" b="0" i="0" u="none" strike="noStrike" dirty="0">
                          <a:solidFill>
                            <a:schemeClr val="bg1"/>
                          </a:solidFill>
                          <a:effectLst/>
                          <a:highlight>
                            <a:srgbClr val="FF0000"/>
                          </a:highlight>
                          <a:latin typeface="Aptos Narrow" panose="020B0004020202020204" pitchFamily="34" charset="0"/>
                        </a:rPr>
                        <a:t>DPS TSHUAPA</a:t>
                      </a:r>
                      <a:endParaRPr lang="en-US" sz="1600" b="0" i="0" u="none" strike="noStrike" dirty="0">
                        <a:solidFill>
                          <a:schemeClr val="bg1"/>
                        </a:solidFill>
                        <a:effectLst/>
                        <a:highlight>
                          <a:srgbClr val="FF0000"/>
                        </a:highligh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chemeClr val="bg1"/>
                          </a:solidFill>
                          <a:effectLst/>
                          <a:highlight>
                            <a:srgbClr val="FF0000"/>
                          </a:highlight>
                          <a:latin typeface="Aptos Narrow" panose="020B0004020202020204" pitchFamily="34" charset="0"/>
                        </a:rPr>
                        <a:t>1 </a:t>
                      </a:r>
                      <a:r>
                        <a:rPr lang="en-US" sz="1600" b="0" i="0" u="none" strike="noStrike" dirty="0" err="1">
                          <a:solidFill>
                            <a:schemeClr val="bg1"/>
                          </a:solidFill>
                          <a:effectLst/>
                          <a:highlight>
                            <a:srgbClr val="FF0000"/>
                          </a:highlight>
                          <a:latin typeface="Aptos Narrow" panose="020B0004020202020204" pitchFamily="34" charset="0"/>
                        </a:rPr>
                        <a:t>septembre</a:t>
                      </a:r>
                      <a:r>
                        <a:rPr lang="en-US" sz="1600" b="0" i="0" u="none" strike="noStrike" dirty="0">
                          <a:solidFill>
                            <a:schemeClr val="bg1"/>
                          </a:solidFill>
                          <a:effectLst/>
                          <a:highlight>
                            <a:srgbClr val="FF0000"/>
                          </a:highlight>
                          <a:latin typeface="Aptos Narrow" panose="020B0004020202020204" pitchFamily="34" charset="0"/>
                        </a:rPr>
                        <a:t> 2024</a:t>
                      </a:r>
                      <a:endParaRPr lang="en-US" sz="1600" b="0" i="0" u="none" strike="noStrike" dirty="0">
                        <a:solidFill>
                          <a:schemeClr val="bg1"/>
                        </a:solidFill>
                        <a:effectLst/>
                        <a:highlight>
                          <a:srgbClr val="FF0000"/>
                        </a:highlight>
                        <a:latin typeface="Aptos Narrow" panose="020B0004020202020204" pitchFamily="3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chemeClr val="bg1"/>
                          </a:solidFill>
                          <a:effectLst/>
                          <a:highlight>
                            <a:srgbClr val="FF0000"/>
                          </a:highlight>
                          <a:latin typeface="Aptos Narrow" panose="020B0004020202020204" pitchFamily="34" charset="0"/>
                        </a:rPr>
                        <a:t>Vaccination des populations </a:t>
                      </a:r>
                      <a:r>
                        <a:rPr lang="en-US" sz="1600" b="0" i="0" u="none" strike="noStrike" dirty="0" err="1">
                          <a:solidFill>
                            <a:schemeClr val="bg1"/>
                          </a:solidFill>
                          <a:effectLst/>
                          <a:highlight>
                            <a:srgbClr val="FF0000"/>
                          </a:highlight>
                          <a:latin typeface="Aptos Narrow" panose="020B0004020202020204" pitchFamily="34" charset="0"/>
                        </a:rPr>
                        <a:t>spéciales</a:t>
                      </a:r>
                      <a:r>
                        <a:rPr lang="en-US" sz="1600" b="0" i="0" u="none" strike="noStrike" dirty="0">
                          <a:solidFill>
                            <a:schemeClr val="bg1"/>
                          </a:solidFill>
                          <a:effectLst/>
                          <a:highlight>
                            <a:srgbClr val="FF0000"/>
                          </a:highlight>
                          <a:latin typeface="Aptos Narrow" panose="020B0004020202020204" pitchFamily="34" charset="0"/>
                        </a:rPr>
                        <a:t> </a:t>
                      </a:r>
                      <a:endParaRPr lang="en-US" sz="1600" b="0" i="0" u="none" strike="noStrike" dirty="0">
                        <a:solidFill>
                          <a:schemeClr val="bg1"/>
                        </a:solidFill>
                        <a:effectLst/>
                        <a:highlight>
                          <a:srgbClr val="FF0000"/>
                        </a:highlight>
                        <a:latin typeface="Aptos Narrow" panose="020B0004020202020204" pitchFamily="3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chemeClr val="bg1"/>
                          </a:solidFill>
                          <a:effectLst/>
                          <a:highlight>
                            <a:srgbClr val="FF0000"/>
                          </a:highlight>
                          <a:latin typeface="Aptos Narrow" panose="020B0004020202020204" pitchFamily="34" charset="0"/>
                        </a:rPr>
                        <a:t>                     54,613 </a:t>
                      </a:r>
                      <a:endParaRPr lang="en-US" sz="1600" b="0" i="0" u="none" strike="noStrike" dirty="0">
                        <a:solidFill>
                          <a:schemeClr val="bg1"/>
                        </a:solidFill>
                        <a:effectLst/>
                        <a:highlight>
                          <a:srgbClr val="FF0000"/>
                        </a:highligh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r>
              <a:tr h="258451">
                <a:tc>
                  <a:txBody>
                    <a:bodyPr/>
                    <a:lstStyle/>
                    <a:p>
                      <a:pPr algn="l" fontAlgn="b"/>
                      <a:r>
                        <a:rPr lang="en-US" sz="1600" b="1" i="0" u="none" strike="noStrike">
                          <a:solidFill>
                            <a:srgbClr val="000000"/>
                          </a:solidFill>
                          <a:effectLst/>
                          <a:latin typeface="Aptos Narrow" panose="020B0004020202020204" pitchFamily="34" charset="0"/>
                        </a:rPr>
                        <a:t>Total </a:t>
                      </a:r>
                      <a:endParaRPr lang="en-US" sz="1600" b="1" i="0" u="none" strike="noStrike">
                        <a:solidFill>
                          <a:srgbClr val="000000"/>
                        </a:solidFill>
                        <a:effectLst/>
                        <a:latin typeface="Aptos Narrow" panose="020B000402020202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a:t>
                      </a:r>
                      <a:endParaRPr lang="en-US" sz="1600" b="1" i="0" u="none" strike="noStrike" dirty="0">
                        <a:solidFill>
                          <a:srgbClr val="000000"/>
                        </a:solidFill>
                        <a:effectLst/>
                        <a:latin typeface="Aptos Narrow" panose="020B0004020202020204" pitchFamily="3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a:t>
                      </a:r>
                      <a:endParaRPr lang="en-US" sz="1600" b="1" i="0" u="none" strike="noStrike" dirty="0">
                        <a:solidFill>
                          <a:srgbClr val="000000"/>
                        </a:solidFill>
                        <a:effectLst/>
                        <a:latin typeface="Aptos Narrow" panose="020B0004020202020204" pitchFamily="3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1,190,047 </a:t>
                      </a:r>
                      <a:endParaRPr lang="en-US" sz="1600" b="1" i="0" u="none" strike="noStrike" dirty="0">
                        <a:solidFill>
                          <a:srgbClr val="000000"/>
                        </a:solidFill>
                        <a:effectLst/>
                        <a:latin typeface="Aptos Narrow" panose="020B0004020202020204" pitchFamily="34" charset="0"/>
                      </a:endParaRPr>
                    </a:p>
                  </a:txBody>
                  <a:tcPr marL="6350" marR="6350" marT="63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140335" y="1233170"/>
          <a:ext cx="11849735" cy="5311775"/>
        </p:xfrm>
        <a:graphic>
          <a:graphicData uri="http://schemas.openxmlformats.org/drawingml/2006/table">
            <a:tbl>
              <a:tblPr firstRow="1" bandRow="1">
                <a:tableStyleId>{5C22544A-7EE6-4342-B048-85BDC9FD1C3A}</a:tableStyleId>
              </a:tblPr>
              <a:tblGrid>
                <a:gridCol w="2670175"/>
                <a:gridCol w="2692400"/>
                <a:gridCol w="3816985"/>
                <a:gridCol w="2670175"/>
              </a:tblGrid>
              <a:tr h="768350">
                <a:tc>
                  <a:txBody>
                    <a:bodyPr/>
                    <a:lstStyle/>
                    <a:p>
                      <a:r>
                        <a:rPr lang="fr-FR" dirty="0"/>
                        <a:t>Stratégie PAO</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tr>
              <a:tr h="1767840">
                <a:tc>
                  <a:txBody>
                    <a:bodyPr/>
                    <a:lstStyle/>
                    <a:p>
                      <a:r>
                        <a:rPr lang="fr-FR" dirty="0"/>
                        <a:t>Amélioration de la l’atteinte des populations cibles à travers les stratégies traditionnelles de vaccination </a:t>
                      </a:r>
                      <a:endParaRPr lang="en-US" dirty="0"/>
                    </a:p>
                  </a:txBody>
                  <a:tcPr/>
                </a:tc>
                <a:tc>
                  <a:txBody>
                    <a:bodyPr/>
                    <a:lstStyle/>
                    <a:p>
                      <a:r>
                        <a:rPr lang="fr-FR" dirty="0"/>
                        <a:t>Appui à la micro-planification intégrée</a:t>
                      </a:r>
                      <a:endParaRPr lang="en-US" dirty="0"/>
                    </a:p>
                  </a:txBody>
                  <a:tcPr/>
                </a:tc>
                <a:tc>
                  <a:txBody>
                    <a:bodyPr/>
                    <a:lstStyle/>
                    <a:p>
                      <a:r>
                        <a:rPr lang="fr-FR" dirty="0">
                          <a:solidFill>
                            <a:schemeClr val="bg1"/>
                          </a:solidFill>
                          <a:highlight>
                            <a:srgbClr val="008000"/>
                          </a:highlight>
                        </a:rPr>
                        <a:t>Appui aux ateliers d’orientation </a:t>
                      </a:r>
                      <a:r>
                        <a:rPr lang="fr-FR" dirty="0" err="1">
                          <a:solidFill>
                            <a:schemeClr val="bg1"/>
                          </a:solidFill>
                          <a:highlight>
                            <a:srgbClr val="008000"/>
                          </a:highlight>
                        </a:rPr>
                        <a:t>Mashako</a:t>
                      </a:r>
                      <a:r>
                        <a:rPr lang="fr-FR" dirty="0">
                          <a:solidFill>
                            <a:schemeClr val="bg1"/>
                          </a:solidFill>
                          <a:highlight>
                            <a:srgbClr val="008000"/>
                          </a:highlight>
                        </a:rPr>
                        <a:t> 3.0 + Micro-planification intégrée dans </a:t>
                      </a:r>
                      <a:r>
                        <a:rPr lang="fr-FR" dirty="0" err="1">
                          <a:solidFill>
                            <a:schemeClr val="bg1"/>
                          </a:solidFill>
                          <a:highlight>
                            <a:srgbClr val="008000"/>
                          </a:highlight>
                        </a:rPr>
                        <a:t>dans</a:t>
                      </a:r>
                      <a:r>
                        <a:rPr lang="fr-FR" dirty="0">
                          <a:solidFill>
                            <a:schemeClr val="bg1"/>
                          </a:solidFill>
                          <a:highlight>
                            <a:srgbClr val="008000"/>
                          </a:highlight>
                        </a:rPr>
                        <a:t> 4 provinces: </a:t>
                      </a:r>
                      <a:r>
                        <a:rPr lang="fr-FR" dirty="0" err="1">
                          <a:solidFill>
                            <a:schemeClr val="bg1"/>
                          </a:solidFill>
                          <a:highlight>
                            <a:srgbClr val="008000"/>
                          </a:highlight>
                        </a:rPr>
                        <a:t>Tshuapa</a:t>
                      </a:r>
                      <a:r>
                        <a:rPr lang="fr-FR" dirty="0">
                          <a:solidFill>
                            <a:schemeClr val="bg1"/>
                          </a:solidFill>
                          <a:highlight>
                            <a:srgbClr val="008000"/>
                          </a:highlight>
                        </a:rPr>
                        <a:t>, </a:t>
                      </a:r>
                      <a:r>
                        <a:rPr lang="fr-FR" dirty="0" err="1">
                          <a:solidFill>
                            <a:schemeClr val="bg1"/>
                          </a:solidFill>
                          <a:highlight>
                            <a:srgbClr val="008000"/>
                          </a:highlight>
                        </a:rPr>
                        <a:t>Mongala</a:t>
                      </a:r>
                      <a:r>
                        <a:rPr lang="fr-FR" dirty="0">
                          <a:solidFill>
                            <a:schemeClr val="bg1"/>
                          </a:solidFill>
                          <a:highlight>
                            <a:srgbClr val="008000"/>
                          </a:highlight>
                        </a:rPr>
                        <a:t>, </a:t>
                      </a:r>
                      <a:r>
                        <a:rPr lang="fr-FR" dirty="0" err="1">
                          <a:solidFill>
                            <a:schemeClr val="bg1"/>
                          </a:solidFill>
                          <a:highlight>
                            <a:srgbClr val="008000"/>
                          </a:highlight>
                        </a:rPr>
                        <a:t>Maindombe</a:t>
                      </a:r>
                      <a:r>
                        <a:rPr lang="fr-FR" dirty="0">
                          <a:solidFill>
                            <a:schemeClr val="bg1"/>
                          </a:solidFill>
                          <a:highlight>
                            <a:srgbClr val="008000"/>
                          </a:highlight>
                        </a:rPr>
                        <a:t>, Equateur.</a:t>
                      </a:r>
                      <a:endParaRPr lang="en-US" dirty="0">
                        <a:solidFill>
                          <a:schemeClr val="bg1"/>
                        </a:solidFill>
                        <a:highlight>
                          <a:srgbClr val="008000"/>
                        </a:highlight>
                      </a:endParaRPr>
                    </a:p>
                  </a:txBody>
                  <a:tcPr/>
                </a:tc>
                <a:tc>
                  <a:txBody>
                    <a:bodyPr/>
                    <a:lstStyle/>
                    <a:p>
                      <a:r>
                        <a:rPr lang="fr-FR" dirty="0"/>
                        <a:t>56 ZS dans les 4 provinces disposent ou sont en cours de finalisation des micro-plans intégrés.</a:t>
                      </a:r>
                      <a:endParaRPr lang="en-US" dirty="0"/>
                    </a:p>
                  </a:txBody>
                  <a:tcPr/>
                </a:tc>
              </a:tr>
              <a:tr h="1220470">
                <a:tc>
                  <a:txBody>
                    <a:bodyPr/>
                    <a:lstStyle/>
                    <a:p>
                      <a:r>
                        <a:rPr lang="fr-FR" dirty="0"/>
                        <a:t>Vaccination de routine et campagne</a:t>
                      </a:r>
                      <a:endParaRPr lang="en-US" dirty="0"/>
                    </a:p>
                  </a:txBody>
                  <a:tcPr/>
                </a:tc>
                <a:tc>
                  <a:txBody>
                    <a:bodyPr/>
                    <a:lstStyle/>
                    <a:p>
                      <a:r>
                        <a:rPr lang="fr-FR" dirty="0"/>
                        <a:t>Introduire les vaccins RR et VAP</a:t>
                      </a:r>
                      <a:endParaRPr lang="en-US" dirty="0"/>
                    </a:p>
                  </a:txBody>
                  <a:tcPr/>
                </a:tc>
                <a:tc>
                  <a:txBody>
                    <a:bodyPr/>
                    <a:lstStyle/>
                    <a:p>
                      <a:r>
                        <a:rPr lang="fr-FR" dirty="0">
                          <a:solidFill>
                            <a:schemeClr val="bg1"/>
                          </a:solidFill>
                          <a:highlight>
                            <a:srgbClr val="FF0000"/>
                          </a:highlight>
                        </a:rPr>
                        <a:t>VAP: Evaluation post-introduction reportée en février 2026 (lancement du bloc 2 en aout 2025 + gap dans le financement de la RIA) </a:t>
                      </a:r>
                      <a:endParaRPr lang="en-US" dirty="0">
                        <a:solidFill>
                          <a:schemeClr val="bg1"/>
                        </a:solidFill>
                        <a:highlight>
                          <a:srgbClr val="FF0000"/>
                        </a:highlight>
                      </a:endParaRPr>
                    </a:p>
                  </a:txBody>
                  <a:tcPr/>
                </a:tc>
                <a:tc>
                  <a:txBody>
                    <a:bodyPr/>
                    <a:lstStyle/>
                    <a:p>
                      <a:endParaRPr lang="en-US" dirty="0"/>
                    </a:p>
                  </a:txBody>
                  <a:tcPr/>
                </a:tc>
              </a:tr>
              <a:tr h="1555115">
                <a:tc>
                  <a:txBody>
                    <a:bodyPr/>
                    <a:lstStyle/>
                    <a:p>
                      <a:r>
                        <a:rPr lang="fr-FR" dirty="0"/>
                        <a:t>Organisation des AVS de qualité</a:t>
                      </a:r>
                      <a:endParaRPr lang="en-US" dirty="0"/>
                    </a:p>
                  </a:txBody>
                  <a:tcPr/>
                </a:tc>
                <a:tc>
                  <a:txBody>
                    <a:bodyPr/>
                    <a:lstStyle/>
                    <a:p>
                      <a:r>
                        <a:rPr lang="fr-FR" dirty="0"/>
                        <a:t>Organiser la campagne de vaccination préventive contre le FJ dans les 4 provinces du Grand Katanga (Bloc 6) </a:t>
                      </a:r>
                      <a:endParaRPr lang="en-US" dirty="0"/>
                    </a:p>
                  </a:txBody>
                  <a:tcPr/>
                </a:tc>
                <a:tc>
                  <a:txBody>
                    <a:bodyPr/>
                    <a:lstStyle/>
                    <a:p>
                      <a:r>
                        <a:rPr lang="fr-FR" dirty="0">
                          <a:solidFill>
                            <a:schemeClr val="bg1"/>
                          </a:solidFill>
                          <a:highlight>
                            <a:srgbClr val="008000"/>
                          </a:highlight>
                        </a:rPr>
                        <a:t>Appui au bloc 6 de la campagne: préparation, supervision, monitorage indépendant, ECV post-campagne.</a:t>
                      </a:r>
                      <a:endParaRPr lang="en-US" dirty="0">
                        <a:solidFill>
                          <a:schemeClr val="bg1"/>
                        </a:solidFill>
                        <a:highlight>
                          <a:srgbClr val="008000"/>
                        </a:highlight>
                      </a:endParaRPr>
                    </a:p>
                  </a:txBody>
                  <a:tcPr/>
                </a:tc>
                <a:tc>
                  <a:txBody>
                    <a:bodyPr/>
                    <a:lstStyle/>
                    <a:p>
                      <a:r>
                        <a:rPr lang="fr-FR" dirty="0"/>
                        <a:t>Rapport monitorage indépendant disponible.</a:t>
                      </a:r>
                      <a:endParaRPr lang="fr-FR" dirty="0"/>
                    </a:p>
                    <a:p>
                      <a:r>
                        <a:rPr lang="fr-FR" dirty="0"/>
                        <a:t>Rapport ECV post-campagne en cours de finalisation par l’ESPK.</a:t>
                      </a:r>
                      <a:endParaRPr lang="en-US" dirty="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245110" y="1367790"/>
          <a:ext cx="11734165" cy="5248275"/>
        </p:xfrm>
        <a:graphic>
          <a:graphicData uri="http://schemas.openxmlformats.org/drawingml/2006/table">
            <a:tbl>
              <a:tblPr firstRow="1" bandRow="1">
                <a:tableStyleId>{5C22544A-7EE6-4342-B048-85BDC9FD1C3A}</a:tableStyleId>
              </a:tblPr>
              <a:tblGrid>
                <a:gridCol w="2644140"/>
                <a:gridCol w="2665095"/>
                <a:gridCol w="4785995"/>
                <a:gridCol w="1638935"/>
              </a:tblGrid>
              <a:tr h="732790">
                <a:tc>
                  <a:txBody>
                    <a:bodyPr/>
                    <a:lstStyle/>
                    <a:p>
                      <a:r>
                        <a:rPr lang="fr-FR" sz="1600" dirty="0"/>
                        <a:t>Stratégie PAO</a:t>
                      </a:r>
                      <a:endParaRPr lang="en-US" sz="1600" dirty="0"/>
                    </a:p>
                  </a:txBody>
                  <a:tcPr/>
                </a:tc>
                <a:tc>
                  <a:txBody>
                    <a:bodyPr/>
                    <a:lstStyle/>
                    <a:p>
                      <a:r>
                        <a:rPr lang="fr-FR" sz="1600" dirty="0"/>
                        <a:t>Activité</a:t>
                      </a:r>
                      <a:endParaRPr lang="en-US" sz="1600" dirty="0"/>
                    </a:p>
                  </a:txBody>
                  <a:tcPr/>
                </a:tc>
                <a:tc>
                  <a:txBody>
                    <a:bodyPr/>
                    <a:lstStyle/>
                    <a:p>
                      <a:r>
                        <a:rPr lang="fr-FR" sz="1600" dirty="0"/>
                        <a:t>Réalisations de l’OMS</a:t>
                      </a:r>
                      <a:endParaRPr lang="en-US" sz="1600" dirty="0"/>
                    </a:p>
                  </a:txBody>
                  <a:tcPr/>
                </a:tc>
                <a:tc>
                  <a:txBody>
                    <a:bodyPr/>
                    <a:lstStyle/>
                    <a:p>
                      <a:r>
                        <a:rPr lang="fr-FR" sz="1600" dirty="0"/>
                        <a:t>Contribution aux résultats du PEV</a:t>
                      </a:r>
                      <a:endParaRPr lang="en-US" sz="1600" dirty="0"/>
                    </a:p>
                  </a:txBody>
                  <a:tcPr/>
                </a:tc>
              </a:tr>
              <a:tr h="131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Organisation des AVS de qualité</a:t>
                      </a:r>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Organiser la campagne de vaccination préventive contre le FJ dans Ituri et Nord Kivu</a:t>
                      </a:r>
                      <a:endParaRPr lang="en-US" sz="1600" dirty="0"/>
                    </a:p>
                    <a:p>
                      <a:endParaRPr lang="en-US" sz="1600" dirty="0"/>
                    </a:p>
                  </a:txBody>
                  <a:tcPr/>
                </a:tc>
                <a:tc>
                  <a:txBody>
                    <a:bodyPr/>
                    <a:lstStyle/>
                    <a:p>
                      <a:r>
                        <a:rPr lang="fr-FR" sz="2000" dirty="0">
                          <a:solidFill>
                            <a:schemeClr val="bg1"/>
                          </a:solidFill>
                          <a:highlight>
                            <a:srgbClr val="FF0000"/>
                          </a:highlight>
                        </a:rPr>
                        <a:t>Bloc 7 reporté en 2026</a:t>
                      </a:r>
                      <a:endParaRPr lang="fr-FR" sz="2000" dirty="0">
                        <a:solidFill>
                          <a:schemeClr val="bg1"/>
                        </a:solidFill>
                        <a:highlight>
                          <a:srgbClr val="FF0000"/>
                        </a:highlight>
                      </a:endParaRPr>
                    </a:p>
                  </a:txBody>
                  <a:tcPr/>
                </a:tc>
                <a:tc>
                  <a:txBody>
                    <a:bodyPr/>
                    <a:lstStyle/>
                    <a:p>
                      <a:endParaRPr lang="en-US" sz="1600" dirty="0"/>
                    </a:p>
                  </a:txBody>
                  <a:tcPr/>
                </a:tc>
              </a:tr>
              <a:tr h="751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Organisation des AVS de qualité</a:t>
                      </a:r>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Organiser la campagne de vaccination préventive contre le choléra dans les 2 prov du Kivu</a:t>
                      </a:r>
                      <a:endParaRPr lang="en-US" sz="1600" dirty="0"/>
                    </a:p>
                  </a:txBody>
                  <a:tcPr/>
                </a:tc>
                <a:tc>
                  <a:txBody>
                    <a:bodyPr/>
                    <a:lstStyle/>
                    <a:p>
                      <a:r>
                        <a:rPr lang="fr-FR" sz="2000" dirty="0">
                          <a:solidFill>
                            <a:schemeClr val="bg1"/>
                          </a:solidFill>
                          <a:highlight>
                            <a:srgbClr val="FF0000"/>
                          </a:highlight>
                        </a:rPr>
                        <a:t>Campagne préventive reporté en 2026.</a:t>
                      </a:r>
                      <a:endParaRPr lang="fr-FR" sz="2000" dirty="0">
                        <a:solidFill>
                          <a:schemeClr val="bg1"/>
                        </a:solidFill>
                        <a:highlight>
                          <a:srgbClr val="FF0000"/>
                        </a:highlight>
                      </a:endParaRPr>
                    </a:p>
                  </a:txBody>
                  <a:tcPr/>
                </a:tc>
                <a:tc>
                  <a:txBody>
                    <a:bodyPr/>
                    <a:lstStyle/>
                    <a:p>
                      <a:endParaRPr lang="en-US" sz="1600" dirty="0"/>
                    </a:p>
                  </a:txBody>
                  <a:tcPr/>
                </a:tc>
              </a:tr>
              <a:tr h="180149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Organisation des AVS de qualité</a:t>
                      </a:r>
                      <a:endParaRPr lang="en-US" sz="1600" dirty="0"/>
                    </a:p>
                    <a:p>
                      <a:endParaRPr lang="en-US" sz="1600" dirty="0"/>
                    </a:p>
                  </a:txBody>
                  <a:tcPr/>
                </a:tc>
                <a:tc>
                  <a:txBody>
                    <a:bodyPr/>
                    <a:lstStyle/>
                    <a:p>
                      <a:r>
                        <a:rPr lang="fr-FR" sz="1600" dirty="0"/>
                        <a:t>Organiser la campagne de vaccination préventive contre la RR</a:t>
                      </a:r>
                      <a:endParaRPr lang="en-US" sz="1600" dirty="0"/>
                    </a:p>
                  </a:txBody>
                  <a:tcPr/>
                </a:tc>
                <a:tc>
                  <a:txBody>
                    <a:bodyPr/>
                    <a:lstStyle/>
                    <a:p>
                      <a:r>
                        <a:rPr lang="fr-FR" sz="2000" dirty="0">
                          <a:highlight>
                            <a:srgbClr val="FFFF00"/>
                          </a:highlight>
                        </a:rPr>
                        <a:t>Appui apporté au bloc 1 dans 7 provinces: appui à la préparation au niveau central et provincial (déploiement de 7 consultants), appui à la gestion des MAPI, monitorage indépendant, ECV post-campagne en cours de préparation.</a:t>
                      </a:r>
                      <a:endParaRPr lang="fr-FR" sz="2000" dirty="0">
                        <a:highlight>
                          <a:srgbClr val="FFFF00"/>
                        </a:highlight>
                      </a:endParaRPr>
                    </a:p>
                  </a:txBody>
                  <a:tcPr/>
                </a:tc>
                <a:tc>
                  <a:txBody>
                    <a:bodyPr/>
                    <a:lstStyle/>
                    <a:p>
                      <a:r>
                        <a:rPr lang="fr-FR" sz="1600" dirty="0"/>
                        <a:t>Rapport de monitorage indépendant en cours de finalisation.</a:t>
                      </a:r>
                      <a:endParaRPr lang="en-US" sz="1600" dirty="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115570" y="1367790"/>
          <a:ext cx="11810365" cy="5199380"/>
        </p:xfrm>
        <a:graphic>
          <a:graphicData uri="http://schemas.openxmlformats.org/drawingml/2006/table">
            <a:tbl>
              <a:tblPr firstRow="1" bandRow="1">
                <a:tableStyleId>{5C22544A-7EE6-4342-B048-85BDC9FD1C3A}</a:tableStyleId>
              </a:tblPr>
              <a:tblGrid>
                <a:gridCol w="2661285"/>
                <a:gridCol w="2682875"/>
                <a:gridCol w="3804920"/>
                <a:gridCol w="2661285"/>
              </a:tblGrid>
              <a:tr h="718820">
                <a:tc>
                  <a:txBody>
                    <a:bodyPr/>
                    <a:lstStyle/>
                    <a:p>
                      <a:r>
                        <a:rPr lang="fr-FR" dirty="0"/>
                        <a:t>Stratégie PAO</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tr>
              <a:tr h="14630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Amélioration de la qualité des données</a:t>
                      </a:r>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Appuyer l’impression des outils intégrés SNIS</a:t>
                      </a:r>
                      <a:endParaRPr lang="en-US" dirty="0"/>
                    </a:p>
                    <a:p>
                      <a:endParaRPr lang="en-US" dirty="0"/>
                    </a:p>
                  </a:txBody>
                  <a:tcPr/>
                </a:tc>
                <a:tc>
                  <a:txBody>
                    <a:bodyPr/>
                    <a:lstStyle/>
                    <a:p>
                      <a:r>
                        <a:rPr lang="fr-FR" dirty="0">
                          <a:highlight>
                            <a:srgbClr val="FFFF00"/>
                          </a:highlight>
                        </a:rPr>
                        <a:t>653 374 exemplaires du canevas SNIS et intégrés et 27 224 registrés imprimés.</a:t>
                      </a:r>
                      <a:endParaRPr lang="fr-FR" dirty="0">
                        <a:highlight>
                          <a:srgbClr val="FFFF00"/>
                        </a:highlight>
                      </a:endParaRPr>
                    </a:p>
                    <a:p>
                      <a:r>
                        <a:rPr lang="fr-FR" dirty="0">
                          <a:highlight>
                            <a:srgbClr val="FFFF00"/>
                          </a:highlight>
                        </a:rPr>
                        <a:t>Distribution prévue dans 24 749 ESS.</a:t>
                      </a:r>
                      <a:endParaRPr lang="en-US" dirty="0">
                        <a:highlight>
                          <a:srgbClr val="FFFF00"/>
                        </a:highlight>
                      </a:endParaRPr>
                    </a:p>
                  </a:txBody>
                  <a:tcPr/>
                </a:tc>
                <a:tc>
                  <a:txBody>
                    <a:bodyPr/>
                    <a:lstStyle/>
                    <a:p>
                      <a:r>
                        <a:rPr lang="fr-FR" dirty="0"/>
                        <a:t>Disponibilité des canevas SNIS et registres PEV dans les ESS.</a:t>
                      </a:r>
                      <a:endParaRPr lang="en-US" dirty="0"/>
                    </a:p>
                  </a:txBody>
                  <a:tcPr/>
                </a:tc>
              </a:tr>
              <a:tr h="11887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Amélioration de la qualité des données</a:t>
                      </a:r>
                      <a:endParaRPr lang="en-US" dirty="0"/>
                    </a:p>
                    <a:p>
                      <a:endParaRPr lang="en-US" dirty="0"/>
                    </a:p>
                  </a:txBody>
                  <a:tcPr/>
                </a:tc>
                <a:tc>
                  <a:txBody>
                    <a:bodyPr/>
                    <a:lstStyle/>
                    <a:p>
                      <a:r>
                        <a:rPr lang="fr-FR" dirty="0"/>
                        <a:t>Réaliser les ESNIC</a:t>
                      </a:r>
                      <a:endParaRPr lang="en-US" dirty="0"/>
                    </a:p>
                  </a:txBody>
                  <a:tcPr/>
                </a:tc>
                <a:tc>
                  <a:txBody>
                    <a:bodyPr/>
                    <a:lstStyle/>
                    <a:p>
                      <a:r>
                        <a:rPr lang="fr-FR" dirty="0">
                          <a:solidFill>
                            <a:schemeClr val="bg1"/>
                          </a:solidFill>
                          <a:highlight>
                            <a:srgbClr val="008000"/>
                          </a:highlight>
                        </a:rPr>
                        <a:t>Appui à la conduite de l’exercice d’estimation des CV sous-nationales 2024 en utilisant la méthodologie WUENIC.</a:t>
                      </a:r>
                      <a:endParaRPr lang="fr-FR" dirty="0">
                        <a:solidFill>
                          <a:schemeClr val="bg1"/>
                        </a:solidFill>
                        <a:highlight>
                          <a:srgbClr val="0080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ESNIC 2024 réalisées et utilisées dans les estimations WUENIC</a:t>
                      </a:r>
                      <a:endParaRPr lang="en-US" dirty="0"/>
                    </a:p>
                    <a:p>
                      <a:endParaRPr lang="en-US" dirty="0"/>
                    </a:p>
                  </a:txBody>
                  <a:tcPr/>
                </a:tc>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Amélioration de la qualité des données</a:t>
                      </a:r>
                      <a:endParaRPr lang="en-US" dirty="0"/>
                    </a:p>
                    <a:p>
                      <a:endParaRPr lang="en-US" dirty="0"/>
                    </a:p>
                  </a:txBody>
                  <a:tcPr/>
                </a:tc>
                <a:tc>
                  <a:txBody>
                    <a:bodyPr/>
                    <a:lstStyle/>
                    <a:p>
                      <a:r>
                        <a:rPr lang="fr-FR" dirty="0"/>
                        <a:t>Appuyer la réalisation trimestrielle des LQAS</a:t>
                      </a:r>
                      <a:endParaRPr lang="en-US" dirty="0"/>
                    </a:p>
                  </a:txBody>
                  <a:tcPr/>
                </a:tc>
                <a:tc>
                  <a:txBody>
                    <a:bodyPr/>
                    <a:lstStyle/>
                    <a:p>
                      <a:r>
                        <a:rPr lang="fr-FR" dirty="0">
                          <a:solidFill>
                            <a:schemeClr val="bg1"/>
                          </a:solidFill>
                          <a:highlight>
                            <a:srgbClr val="FF0000"/>
                          </a:highlight>
                        </a:rPr>
                        <a:t>Activité reportée à Janvier 2026 –Fonds disponibles au PEV</a:t>
                      </a:r>
                      <a:endParaRPr lang="fr-FR" dirty="0">
                        <a:solidFill>
                          <a:schemeClr val="bg1"/>
                        </a:solidFill>
                        <a:highlight>
                          <a:srgbClr val="FF0000"/>
                        </a:highlight>
                      </a:endParaRPr>
                    </a:p>
                  </a:txBody>
                  <a:tcPr/>
                </a:tc>
                <a:tc>
                  <a:txBody>
                    <a:bodyPr/>
                    <a:lstStyle/>
                    <a:p>
                      <a:endParaRPr lang="en-US" dirty="0"/>
                    </a:p>
                  </a:txBody>
                  <a:tcPr/>
                </a:tc>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Amélioration de la qualité des données</a:t>
                      </a:r>
                      <a:endParaRPr lang="en-US" dirty="0"/>
                    </a:p>
                    <a:p>
                      <a:endParaRPr lang="en-US" dirty="0"/>
                    </a:p>
                  </a:txBody>
                  <a:tcPr/>
                </a:tc>
                <a:tc>
                  <a:txBody>
                    <a:bodyPr/>
                    <a:lstStyle/>
                    <a:p>
                      <a:r>
                        <a:rPr lang="fr-FR" dirty="0"/>
                        <a:t>Appuyer la réalisation des RDQA intégré trimestriels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solidFill>
                            <a:schemeClr val="bg1"/>
                          </a:solidFill>
                          <a:highlight>
                            <a:srgbClr val="FF0000"/>
                          </a:highlight>
                        </a:rPr>
                        <a:t>Activité reportée à Janvier 2026 –Fonds disponibles au PEV</a:t>
                      </a:r>
                      <a:endParaRPr lang="en-US" dirty="0">
                        <a:solidFill>
                          <a:schemeClr val="bg1"/>
                        </a:solidFill>
                        <a:highlight>
                          <a:srgbClr val="FF0000"/>
                        </a:highlight>
                      </a:endParaRPr>
                    </a:p>
                    <a:p>
                      <a:endParaRPr lang="en-US" dirty="0">
                        <a:solidFill>
                          <a:schemeClr val="bg1"/>
                        </a:solidFill>
                        <a:highlight>
                          <a:srgbClr val="FF0000"/>
                        </a:highlight>
                      </a:endParaRPr>
                    </a:p>
                  </a:txBody>
                  <a:tcPr/>
                </a:tc>
                <a:tc>
                  <a:txBody>
                    <a:bodyPr/>
                    <a:lstStyle/>
                    <a:p>
                      <a:endParaRPr lang="en-US" dirty="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0" y="1367790"/>
          <a:ext cx="11848465" cy="5219065"/>
        </p:xfrm>
        <a:graphic>
          <a:graphicData uri="http://schemas.openxmlformats.org/drawingml/2006/table">
            <a:tbl>
              <a:tblPr firstRow="1" bandRow="1">
                <a:tableStyleId>{5C22544A-7EE6-4342-B048-85BDC9FD1C3A}</a:tableStyleId>
              </a:tblPr>
              <a:tblGrid>
                <a:gridCol w="2670175"/>
                <a:gridCol w="2691765"/>
                <a:gridCol w="3816350"/>
                <a:gridCol w="2670175"/>
              </a:tblGrid>
              <a:tr h="774065">
                <a:tc>
                  <a:txBody>
                    <a:bodyPr/>
                    <a:lstStyle/>
                    <a:p>
                      <a:r>
                        <a:rPr lang="fr-FR" sz="1600" dirty="0"/>
                        <a:t>Stratégie PAO</a:t>
                      </a:r>
                      <a:endParaRPr lang="en-US" sz="1600" dirty="0"/>
                    </a:p>
                  </a:txBody>
                  <a:tcPr/>
                </a:tc>
                <a:tc>
                  <a:txBody>
                    <a:bodyPr/>
                    <a:lstStyle/>
                    <a:p>
                      <a:r>
                        <a:rPr lang="fr-FR" sz="1600" dirty="0"/>
                        <a:t>Activité</a:t>
                      </a:r>
                      <a:endParaRPr lang="en-US" sz="1600" dirty="0"/>
                    </a:p>
                  </a:txBody>
                  <a:tcPr/>
                </a:tc>
                <a:tc>
                  <a:txBody>
                    <a:bodyPr/>
                    <a:lstStyle/>
                    <a:p>
                      <a:r>
                        <a:rPr lang="fr-FR" sz="1600" dirty="0"/>
                        <a:t>Réalisations de l’OMS</a:t>
                      </a:r>
                      <a:endParaRPr lang="en-US" sz="1600" dirty="0"/>
                    </a:p>
                  </a:txBody>
                  <a:tcPr/>
                </a:tc>
                <a:tc>
                  <a:txBody>
                    <a:bodyPr/>
                    <a:lstStyle/>
                    <a:p>
                      <a:r>
                        <a:rPr lang="fr-FR" sz="1600" dirty="0"/>
                        <a:t>Contribution aux résultats du PEV</a:t>
                      </a:r>
                      <a:endParaRPr lang="en-US" sz="1600" dirty="0"/>
                    </a:p>
                  </a:txBody>
                  <a:tcPr/>
                </a:tc>
              </a:tr>
              <a:tr h="164528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Amélioration de la qualité des données </a:t>
                      </a:r>
                      <a:endParaRPr lang="en-US" sz="1600" dirty="0"/>
                    </a:p>
                    <a:p>
                      <a:endParaRPr lang="en-US" sz="1600" dirty="0"/>
                    </a:p>
                  </a:txBody>
                  <a:tcPr/>
                </a:tc>
                <a:tc>
                  <a:txBody>
                    <a:bodyPr/>
                    <a:lstStyle/>
                    <a:p>
                      <a:pPr lvl="0"/>
                      <a:r>
                        <a:rPr lang="fr-FR" sz="1600" dirty="0"/>
                        <a:t>Appuyer</a:t>
                      </a:r>
                      <a:r>
                        <a:rPr lang="fr-FR" sz="1800" kern="1200" dirty="0">
                          <a:solidFill>
                            <a:schemeClr val="dk1"/>
                          </a:solidFill>
                          <a:effectLst/>
                          <a:latin typeface="+mn-lt"/>
                          <a:ea typeface="+mn-ea"/>
                          <a:cs typeface="+mn-cs"/>
                        </a:rPr>
                        <a:t> la décentralisation du DHIS2 des Aire de Santé</a:t>
                      </a:r>
                      <a:endParaRPr lang="en-US" sz="1800" kern="1200" dirty="0">
                        <a:solidFill>
                          <a:schemeClr val="dk1"/>
                        </a:solidFill>
                        <a:effectLst/>
                        <a:latin typeface="+mn-lt"/>
                        <a:ea typeface="+mn-ea"/>
                        <a:cs typeface="+mn-cs"/>
                      </a:endParaRPr>
                    </a:p>
                    <a:p>
                      <a:endParaRPr lang="en-US" sz="1600" dirty="0"/>
                    </a:p>
                  </a:txBody>
                  <a:tcPr/>
                </a:tc>
                <a:tc>
                  <a:txBody>
                    <a:bodyPr/>
                    <a:lstStyle/>
                    <a:p>
                      <a:r>
                        <a:rPr lang="fr-FR" sz="1600" dirty="0">
                          <a:solidFill>
                            <a:schemeClr val="bg1"/>
                          </a:solidFill>
                          <a:highlight>
                            <a:srgbClr val="008000"/>
                          </a:highlight>
                        </a:rPr>
                        <a:t>Appui aux expériences pilotes à Kinshasa et dans le Sud Ubangi: formations en cascade, début effectif de la saisie des données </a:t>
                      </a:r>
                      <a:endParaRPr lang="fr-FR" sz="1600" dirty="0">
                        <a:solidFill>
                          <a:schemeClr val="bg1"/>
                        </a:solidFill>
                        <a:highlight>
                          <a:srgbClr val="008000"/>
                        </a:highlight>
                      </a:endParaRPr>
                    </a:p>
                  </a:txBody>
                  <a:tcPr/>
                </a:tc>
                <a:tc>
                  <a:txBody>
                    <a:bodyPr/>
                    <a:lstStyle/>
                    <a:p>
                      <a:r>
                        <a:rPr lang="fr-FR" sz="1600" dirty="0"/>
                        <a:t>Nécessité d’évaluer l’impact de la décentralisation sur la promptitude, complétude et qualité des données.</a:t>
                      </a:r>
                      <a:endParaRPr lang="en-US" sz="1600" dirty="0"/>
                    </a:p>
                  </a:txBody>
                  <a:tcPr/>
                </a:tc>
              </a:tr>
              <a:tr h="87122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Surveillance des MPV et MAPI</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Appuyer la gestion et la prise en charge des MAPI</a:t>
                      </a:r>
                      <a:endParaRPr lang="en-US" sz="1600" dirty="0"/>
                    </a:p>
                  </a:txBody>
                  <a:tcPr/>
                </a:tc>
                <a:tc>
                  <a:txBody>
                    <a:bodyPr/>
                    <a:lstStyle/>
                    <a:p>
                      <a:r>
                        <a:rPr lang="fr-FR" sz="1600" dirty="0">
                          <a:solidFill>
                            <a:schemeClr val="bg1"/>
                          </a:solidFill>
                          <a:highlight>
                            <a:srgbClr val="008000"/>
                          </a:highlight>
                        </a:rPr>
                        <a:t>Appui à 2 réunions du Comité National Indépendants d’Experts MAPI.</a:t>
                      </a:r>
                      <a:endParaRPr lang="fr-FR" sz="1600" dirty="0">
                        <a:solidFill>
                          <a:schemeClr val="bg1"/>
                        </a:solidFill>
                        <a:highlight>
                          <a:srgbClr val="008000"/>
                        </a:highlight>
                      </a:endParaRPr>
                    </a:p>
                  </a:txBody>
                  <a:tcPr/>
                </a:tc>
                <a:tc>
                  <a:txBody>
                    <a:bodyPr/>
                    <a:lstStyle/>
                    <a:p>
                      <a:r>
                        <a:rPr lang="fr-FR" sz="1600" dirty="0"/>
                        <a:t>Mécanisme national d’investigation et classification des MAPI.</a:t>
                      </a:r>
                      <a:endParaRPr lang="en-US" sz="1600" dirty="0"/>
                    </a:p>
                  </a:txBody>
                  <a:tcPr/>
                </a:tc>
              </a:tr>
              <a:tr h="79946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sz="1600" dirty="0"/>
                        <a:t>Surveillance des MPV et MAPI</a:t>
                      </a:r>
                      <a:endParaRPr lang="en-US" sz="1600" dirty="0"/>
                    </a:p>
                  </a:txBody>
                  <a:tcPr/>
                </a:tc>
                <a:tc>
                  <a:txBody>
                    <a:bodyPr/>
                    <a:lstStyle/>
                    <a:p>
                      <a:r>
                        <a:rPr lang="fr-FR" sz="1600" dirty="0"/>
                        <a:t>Renforcer  les activités de surveillance sentinelle</a:t>
                      </a:r>
                      <a:endParaRPr lang="en-US" sz="1600" dirty="0"/>
                    </a:p>
                  </a:txBody>
                  <a:tcPr/>
                </a:tc>
                <a:tc>
                  <a:txBody>
                    <a:bodyPr/>
                    <a:lstStyle/>
                    <a:p>
                      <a:r>
                        <a:rPr lang="fr-FR" sz="1600" dirty="0">
                          <a:highlight>
                            <a:srgbClr val="FFFF00"/>
                          </a:highlight>
                        </a:rPr>
                        <a:t>Financement du fonctionnement des sites sentinelles Rota et Méningites</a:t>
                      </a:r>
                      <a:endParaRPr lang="en-US" sz="1600" dirty="0">
                        <a:highlight>
                          <a:srgbClr val="FFFF00"/>
                        </a:highlight>
                      </a:endParaRPr>
                    </a:p>
                  </a:txBody>
                  <a:tcPr/>
                </a:tc>
                <a:tc>
                  <a:txBody>
                    <a:bodyPr/>
                    <a:lstStyle/>
                    <a:p>
                      <a:r>
                        <a:rPr lang="fr-FR" sz="1600" dirty="0"/>
                        <a:t>Continuité des services des sites sentinelles </a:t>
                      </a:r>
                      <a:endParaRPr lang="en-US" sz="1600" dirty="0"/>
                    </a:p>
                  </a:txBody>
                  <a:tcPr/>
                </a:tc>
              </a:tr>
              <a:tr h="1129030">
                <a:tc>
                  <a:txBody>
                    <a:bodyPr/>
                    <a:lstStyle/>
                    <a:p>
                      <a:r>
                        <a:rPr lang="fr-FR" sz="1600" dirty="0"/>
                        <a:t>Gestion du programme/Plaidoyer et partenariat en faveur du PEV</a:t>
                      </a:r>
                      <a:endParaRPr lang="en-US" sz="1600" dirty="0"/>
                    </a:p>
                  </a:txBody>
                  <a:tcPr/>
                </a:tc>
                <a:tc>
                  <a:txBody>
                    <a:bodyPr/>
                    <a:lstStyle/>
                    <a:p>
                      <a:r>
                        <a:rPr lang="fr-FR" sz="1600" dirty="0"/>
                        <a:t>Appuyer les sessions du GTCV</a:t>
                      </a:r>
                      <a:endParaRPr lang="en-US" sz="1600" dirty="0"/>
                    </a:p>
                  </a:txBody>
                  <a:tcPr/>
                </a:tc>
                <a:tc>
                  <a:txBody>
                    <a:bodyPr/>
                    <a:lstStyle/>
                    <a:p>
                      <a:r>
                        <a:rPr lang="fr-FR" sz="1600" dirty="0">
                          <a:solidFill>
                            <a:schemeClr val="bg1"/>
                          </a:solidFill>
                          <a:highlight>
                            <a:srgbClr val="008000"/>
                          </a:highlight>
                        </a:rPr>
                        <a:t>Appui aux 2 réunions du GTCV planifiées en 2025 + Evaluation externe du GTCV.</a:t>
                      </a:r>
                      <a:endParaRPr lang="fr-FR" sz="1600" dirty="0">
                        <a:solidFill>
                          <a:schemeClr val="bg1"/>
                        </a:solidFill>
                        <a:highlight>
                          <a:srgbClr val="008000"/>
                        </a:highlight>
                      </a:endParaRPr>
                    </a:p>
                  </a:txBody>
                  <a:tcPr/>
                </a:tc>
                <a:tc>
                  <a:txBody>
                    <a:bodyPr/>
                    <a:lstStyle/>
                    <a:p>
                      <a:r>
                        <a:rPr lang="fr-FR" sz="1600" dirty="0"/>
                        <a:t>GTCV fonctionnel</a:t>
                      </a:r>
                      <a:endParaRPr lang="en-US" sz="1600"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241300" y="1256665"/>
          <a:ext cx="11830685" cy="5408295"/>
        </p:xfrm>
        <a:graphic>
          <a:graphicData uri="http://schemas.openxmlformats.org/drawingml/2006/table">
            <a:tbl>
              <a:tblPr firstRow="1" bandRow="1">
                <a:tableStyleId>{5C22544A-7EE6-4342-B048-85BDC9FD1C3A}</a:tableStyleId>
              </a:tblPr>
              <a:tblGrid>
                <a:gridCol w="2014855"/>
                <a:gridCol w="2687320"/>
                <a:gridCol w="4462145"/>
                <a:gridCol w="2666365"/>
              </a:tblGrid>
              <a:tr h="927100">
                <a:tc>
                  <a:txBody>
                    <a:bodyPr/>
                    <a:lstStyle/>
                    <a:p>
                      <a:r>
                        <a:rPr lang="fr-FR" dirty="0"/>
                        <a:t>Stratégie PAO</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tr>
              <a:tr h="2279650">
                <a:tc>
                  <a:txBody>
                    <a:bodyPr/>
                    <a:lstStyle/>
                    <a:p>
                      <a:r>
                        <a:rPr lang="fr-FR" sz="1600" dirty="0"/>
                        <a:t>Gestion du programme/ renforcement des capacités institutionnelles</a:t>
                      </a:r>
                      <a:endParaRPr lang="en-US" sz="1600" dirty="0"/>
                    </a:p>
                  </a:txBody>
                  <a:tcPr/>
                </a:tc>
                <a:tc>
                  <a:txBody>
                    <a:bodyPr/>
                    <a:lstStyle/>
                    <a:p>
                      <a:r>
                        <a:rPr lang="fr-FR" sz="1600" dirty="0"/>
                        <a:t>Introduire le PEV dans le curricula des ISTM/ITM</a:t>
                      </a:r>
                      <a:endParaRPr lang="en-US" sz="1600" dirty="0"/>
                    </a:p>
                  </a:txBody>
                  <a:tcPr/>
                </a:tc>
                <a:tc>
                  <a:txBody>
                    <a:bodyPr/>
                    <a:lstStyle/>
                    <a:p>
                      <a:pPr marL="171450" indent="-171450" algn="just" defTabSz="914400" rtl="0" eaLnBrk="1" fontAlgn="ctr" latinLnBrk="0" hangingPunct="1">
                        <a:buFontTx/>
                        <a:buChar char="-"/>
                      </a:pPr>
                      <a:r>
                        <a:rPr lang="fr-FR" altLang="en-US" sz="1600" kern="1200" dirty="0">
                          <a:solidFill>
                            <a:schemeClr val="dk1"/>
                          </a:solidFill>
                          <a:highlight>
                            <a:srgbClr val="FFFF00"/>
                          </a:highlight>
                          <a:latin typeface="+mn-lt"/>
                          <a:ea typeface="+mn-ea"/>
                          <a:cs typeface="+mn-cs"/>
                        </a:rPr>
                        <a:t>Organisation de l’atelier sur l’intégration dans le curricula des ITM et IM des modules sur la vaccination.</a:t>
                      </a:r>
                      <a:endParaRPr lang="fr-FR" altLang="en-US" sz="1600" kern="1200" dirty="0">
                        <a:solidFill>
                          <a:schemeClr val="dk1"/>
                        </a:solidFill>
                        <a:highlight>
                          <a:srgbClr val="FFFF00"/>
                        </a:highlight>
                        <a:latin typeface="+mn-lt"/>
                        <a:ea typeface="+mn-ea"/>
                        <a:cs typeface="+mn-cs"/>
                      </a:endParaRPr>
                    </a:p>
                    <a:p>
                      <a:pPr marL="171450" indent="-171450" algn="just" defTabSz="914400" rtl="0" eaLnBrk="1" fontAlgn="ctr" latinLnBrk="0" hangingPunct="1">
                        <a:buFontTx/>
                        <a:buChar char="-"/>
                      </a:pPr>
                      <a:r>
                        <a:rPr lang="fr-FR" altLang="en-US" sz="1600" kern="1200" dirty="0">
                          <a:solidFill>
                            <a:schemeClr val="dk1"/>
                          </a:solidFill>
                          <a:highlight>
                            <a:srgbClr val="FFFF00"/>
                          </a:highlight>
                          <a:latin typeface="+mn-lt"/>
                          <a:ea typeface="+mn-ea"/>
                          <a:cs typeface="+mn-cs"/>
                        </a:rPr>
                        <a:t>Élaboration d’un rapport final sur le l’intégration de la vaccination dans le curricula des ITM et IM.</a:t>
                      </a:r>
                      <a:endParaRPr lang="fr-FR" altLang="en-US" sz="1600" kern="1200" dirty="0">
                        <a:solidFill>
                          <a:schemeClr val="dk1"/>
                        </a:solidFill>
                        <a:highlight>
                          <a:srgbClr val="FFFF00"/>
                        </a:highlight>
                        <a:latin typeface="+mn-lt"/>
                        <a:ea typeface="+mn-ea"/>
                        <a:cs typeface="+mn-cs"/>
                      </a:endParaRPr>
                    </a:p>
                  </a:txBody>
                  <a:tcPr/>
                </a:tc>
                <a:tc>
                  <a:txBody>
                    <a:bodyPr/>
                    <a:lstStyle/>
                    <a:p>
                      <a:r>
                        <a:rPr lang="fr-FR" sz="1600" dirty="0"/>
                        <a:t>Processus d’intégration du cours sur le PEV dans le curricula des ITM et IM amorcé.</a:t>
                      </a:r>
                      <a:endParaRPr lang="en-US" sz="1600" dirty="0"/>
                    </a:p>
                  </a:txBody>
                  <a:tcPr/>
                </a:tc>
              </a:tr>
              <a:tr h="2201545">
                <a:tc>
                  <a:txBody>
                    <a:bodyPr/>
                    <a:lstStyle/>
                    <a:p>
                      <a:r>
                        <a:rPr lang="fr-FR" dirty="0"/>
                        <a:t>Gestion du programme/ renforcement des capacités institutionnelles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t>Organiser les supervisions formatives en cascade (NC, NP, NO)</a:t>
                      </a:r>
                      <a:endParaRPr lang="en-US" dirty="0"/>
                    </a:p>
                  </a:txBody>
                  <a:tcPr/>
                </a:tc>
                <a:tc>
                  <a:txBody>
                    <a:bodyPr/>
                    <a:lstStyle/>
                    <a:p>
                      <a:r>
                        <a:rPr lang="fr-FR" dirty="0"/>
                        <a:t>Appui aux supervisions conjointes MCA/MCZ/AT OMS dans 9 Antennes + Développement d’un Dashboard de visualisation des résultats des supervisions</a:t>
                      </a:r>
                      <a:endParaRPr lang="en-US" dirty="0"/>
                    </a:p>
                  </a:txBody>
                  <a:tcPr/>
                </a:tc>
                <a:tc>
                  <a:txBody>
                    <a:bodyPr/>
                    <a:lstStyle/>
                    <a:p>
                      <a:r>
                        <a:rPr lang="fr-FR" dirty="0"/>
                        <a:t>Amélioration de la qualité des données, identification des enfants ayant manqué des rendez-vous du calendrier vaccinal.</a:t>
                      </a:r>
                      <a:endParaRPr lang="en-US"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337600" y="133758"/>
            <a:ext cx="11274900" cy="6155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4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dans le PAO du PEV</a:t>
            </a:r>
            <a:endParaRPr lang="fr-FR" sz="24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fr-FR" sz="24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lang="fr-FR" sz="1900" b="0" i="0" u="none" strike="noStrike" cap="none" noProof="0"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lang="fr-FR" sz="1200" b="1"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noProof="0" smtClean="0">
                <a:solidFill>
                  <a:srgbClr val="1155CC"/>
                </a:solidFill>
                <a:latin typeface="Arial" panose="020B0604020202020204"/>
                <a:ea typeface="Arial" panose="020B0604020202020204"/>
                <a:cs typeface="Arial" panose="020B0604020202020204"/>
                <a:sym typeface="Arial" panose="020B0604020202020204"/>
              </a:rPr>
            </a:fld>
            <a:endParaRPr lang="fr-FR" sz="1200" b="0" i="0" u="none" strike="noStrike" cap="none" noProof="0" dirty="0">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nvPr>
        </p:nvGraphicFramePr>
        <p:xfrm>
          <a:off x="0" y="914369"/>
          <a:ext cx="12080240" cy="5463540"/>
        </p:xfrm>
        <a:graphic>
          <a:graphicData uri="http://schemas.openxmlformats.org/drawingml/2006/table">
            <a:tbl>
              <a:tblPr firstRow="1" bandRow="1">
                <a:tableStyleId>{5C22544A-7EE6-4342-B048-85BDC9FD1C3A}</a:tableStyleId>
              </a:tblPr>
              <a:tblGrid>
                <a:gridCol w="2430780"/>
                <a:gridCol w="2889885"/>
                <a:gridCol w="4674921"/>
                <a:gridCol w="2084654"/>
              </a:tblGrid>
              <a:tr h="391795">
                <a:tc>
                  <a:txBody>
                    <a:bodyPr/>
                    <a:lstStyle/>
                    <a:p>
                      <a:r>
                        <a:rPr lang="fr-FR" sz="2000" dirty="0"/>
                        <a:t>Stratégie PAO</a:t>
                      </a:r>
                      <a:endParaRPr lang="fr-FR" sz="2000" dirty="0"/>
                    </a:p>
                  </a:txBody>
                  <a:tcPr/>
                </a:tc>
                <a:tc>
                  <a:txBody>
                    <a:bodyPr/>
                    <a:lstStyle/>
                    <a:p>
                      <a:r>
                        <a:rPr lang="fr-FR" sz="2000" dirty="0"/>
                        <a:t>Activité</a:t>
                      </a:r>
                      <a:endParaRPr lang="fr-FR" sz="2000" dirty="0"/>
                    </a:p>
                  </a:txBody>
                  <a:tcPr/>
                </a:tc>
                <a:tc>
                  <a:txBody>
                    <a:bodyPr/>
                    <a:lstStyle/>
                    <a:p>
                      <a:r>
                        <a:rPr lang="fr-FR" sz="2000" dirty="0"/>
                        <a:t>Réalisations de l’OMS</a:t>
                      </a:r>
                      <a:endParaRPr lang="fr-FR" sz="2000" dirty="0"/>
                    </a:p>
                  </a:txBody>
                  <a:tcPr/>
                </a:tc>
                <a:tc>
                  <a:txBody>
                    <a:bodyPr/>
                    <a:lstStyle/>
                    <a:p>
                      <a:r>
                        <a:rPr lang="fr-FR" sz="2000" dirty="0"/>
                        <a:t>Résultats </a:t>
                      </a:r>
                      <a:endParaRPr lang="fr-FR" sz="2000" dirty="0"/>
                    </a:p>
                  </a:txBody>
                  <a:tcPr/>
                </a:tc>
              </a:tr>
              <a:tr h="2248535">
                <a:tc>
                  <a:txBody>
                    <a:bodyPr/>
                    <a:lstStyle/>
                    <a:p>
                      <a:pPr>
                        <a:buNone/>
                      </a:pPr>
                      <a:r>
                        <a:rPr lang="fr-FR" sz="2000" dirty="0" err="1">
                          <a:solidFill>
                            <a:schemeClr val="tx1"/>
                          </a:solidFill>
                          <a:effectLst/>
                          <a:sym typeface="+mn-ea"/>
                        </a:rPr>
                        <a:t>Institutionalisation</a:t>
                      </a:r>
                      <a:r>
                        <a:rPr lang="fr-FR" sz="2000" dirty="0">
                          <a:solidFill>
                            <a:schemeClr val="tx1"/>
                          </a:solidFill>
                          <a:effectLst/>
                          <a:sym typeface="+mn-ea"/>
                        </a:rPr>
                        <a:t> et renforcement de la coordination en matière de genre et vaccination au niveau national​</a:t>
                      </a:r>
                      <a:endParaRPr lang="fr-FR" sz="2000" noProof="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altLang="en-US" sz="2000" dirty="0"/>
                        <a:t>Intégration du genre dans les documents stratégiques du PEV</a:t>
                      </a:r>
                      <a:endParaRPr lang="fr-FR" altLang="en-US" sz="2000" dirty="0"/>
                    </a:p>
                  </a:txBody>
                  <a:tcPr/>
                </a:tc>
                <a:tc>
                  <a:txBody>
                    <a:bodyPr/>
                    <a:lstStyle/>
                    <a:p>
                      <a:pPr>
                        <a:buNone/>
                      </a:pPr>
                      <a:r>
                        <a:rPr lang="fr-FR" altLang="en-US" sz="2000" dirty="0">
                          <a:solidFill>
                            <a:schemeClr val="tx1"/>
                          </a:solidFill>
                        </a:rPr>
                        <a:t>Appui à l’élaboration de la stratégie nationale genre et vaccination </a:t>
                      </a:r>
                      <a:endParaRPr lang="fr-FR" altLang="en-US" sz="2000" dirty="0">
                        <a:solidFill>
                          <a:schemeClr val="tx1"/>
                        </a:solidFill>
                      </a:endParaRPr>
                    </a:p>
                    <a:p>
                      <a:pPr>
                        <a:buNone/>
                      </a:pPr>
                      <a:endParaRPr lang="fr-FR" altLang="en-US" sz="1200" dirty="0">
                        <a:solidFill>
                          <a:schemeClr val="tx1"/>
                        </a:solidFill>
                      </a:endParaRPr>
                    </a:p>
                    <a:p>
                      <a:pPr>
                        <a:buNone/>
                      </a:pPr>
                      <a:r>
                        <a:rPr lang="fr-FR" altLang="en-US" sz="2000" dirty="0">
                          <a:solidFill>
                            <a:schemeClr val="tx1"/>
                          </a:solidFill>
                        </a:rPr>
                        <a:t>Appui à l’intégration de la dimension genre dans la SNV, plan de communication en appui à la vaccination,</a:t>
                      </a:r>
                      <a:endParaRPr lang="fr-FR" altLang="en-US" sz="2000" dirty="0">
                        <a:solidFill>
                          <a:schemeClr val="tx1"/>
                        </a:solidFill>
                      </a:endParaRPr>
                    </a:p>
                    <a:p>
                      <a:pPr>
                        <a:buNone/>
                      </a:pPr>
                      <a:endParaRPr lang="fr-FR" altLang="en-US" sz="2000" dirty="0">
                        <a:solidFill>
                          <a:schemeClr val="tx1"/>
                        </a:solidFill>
                      </a:endParaRPr>
                    </a:p>
                  </a:txBody>
                  <a:tcPr/>
                </a:tc>
                <a:tc>
                  <a:txBody>
                    <a:bodyPr/>
                    <a:lstStyle/>
                    <a:p>
                      <a:pPr>
                        <a:buNone/>
                      </a:pPr>
                      <a:r>
                        <a:rPr lang="fr-FR" altLang="en-US" sz="2000" dirty="0">
                          <a:sym typeface="+mn-ea"/>
                        </a:rPr>
                        <a:t>Stratégie nationale genre et vaccination disponible </a:t>
                      </a:r>
                      <a:endParaRPr lang="fr-FR" altLang="en-US" sz="2000" dirty="0"/>
                    </a:p>
                    <a:p>
                      <a:pPr>
                        <a:buNone/>
                      </a:pPr>
                      <a:r>
                        <a:rPr lang="fr-FR" altLang="en-US" sz="2000" dirty="0"/>
                        <a:t>Intégration dimention genre dans SNV</a:t>
                      </a:r>
                      <a:endParaRPr lang="fr-FR" altLang="en-US" sz="2000" dirty="0"/>
                    </a:p>
                  </a:txBody>
                  <a:tcPr/>
                </a:tc>
              </a:tr>
              <a:tr h="615315">
                <a:tc>
                  <a:txBody>
                    <a:bodyPr/>
                    <a:p>
                      <a:pPr>
                        <a:buNone/>
                      </a:pPr>
                      <a:r>
                        <a:rPr lang="fr-FR" altLang="en-US" sz="1800" noProof="0" dirty="0"/>
                        <a:t>SAV</a:t>
                      </a:r>
                      <a:endParaRPr lang="fr-FR" altLang="en-US" sz="1800" noProof="0" dirty="0"/>
                    </a:p>
                  </a:txBody>
                  <a:tcPr/>
                </a:tc>
                <a:tc>
                  <a:txBody>
                    <a:bodyPr/>
                    <a:p>
                      <a:pPr indent="0">
                        <a:spcBef>
                          <a:spcPts val="1200"/>
                        </a:spcBef>
                        <a:spcAft>
                          <a:spcPts val="1200"/>
                        </a:spcAft>
                        <a:buClr>
                          <a:srgbClr val="009ADE"/>
                        </a:buClr>
                        <a:buFont typeface="Source Sans Pro" panose="020B0503030403020204" pitchFamily="34" charset="0"/>
                        <a:buNone/>
                      </a:pPr>
                      <a:r>
                        <a:rPr lang="fr-FR" sz="2000" dirty="0">
                          <a:latin typeface="Source Sans Pro" panose="020B0503030403020204" pitchFamily="34" charset="0"/>
                          <a:sym typeface="Arial" panose="020B0604020202020204"/>
                        </a:rPr>
                        <a:t>Appui technique et financier à de la 15</a:t>
                      </a:r>
                      <a:r>
                        <a:rPr lang="fr-FR" sz="2000" baseline="30000" dirty="0">
                          <a:latin typeface="Source Sans Pro" panose="020B0503030403020204" pitchFamily="34" charset="0"/>
                          <a:sym typeface="Arial" panose="020B0604020202020204"/>
                        </a:rPr>
                        <a:t>ème</a:t>
                      </a:r>
                      <a:r>
                        <a:rPr lang="fr-FR" sz="2000" dirty="0">
                          <a:latin typeface="Source Sans Pro" panose="020B0503030403020204" pitchFamily="34" charset="0"/>
                          <a:sym typeface="Arial" panose="020B0604020202020204"/>
                        </a:rPr>
                        <a:t> édition de la SAV.</a:t>
                      </a:r>
                      <a:endParaRPr lang="fr-FR" altLang="en-US" sz="2000" noProof="0" dirty="0">
                        <a:sym typeface="+mn-ea"/>
                      </a:endParaRPr>
                    </a:p>
                  </a:txBody>
                  <a:tcPr/>
                </a:tc>
                <a:tc>
                  <a:txBody>
                    <a:bodyPr/>
                    <a:p>
                      <a:pPr algn="l" rtl="0">
                        <a:buClrTx/>
                        <a:buSzTx/>
                        <a:buFontTx/>
                        <a:buNone/>
                      </a:pPr>
                      <a:r>
                        <a:rPr lang="fr-FR" sz="2000" b="0" noProof="0" dirty="0">
                          <a:effectLst/>
                          <a:sym typeface="+mn-ea"/>
                        </a:rPr>
                        <a:t>Leaders d' associations féminines et journalistes formés  </a:t>
                      </a:r>
                      <a:endParaRPr lang="fr-FR" sz="2000" b="0" noProof="0" dirty="0">
                        <a:effectLst/>
                        <a:sym typeface="+mn-ea"/>
                      </a:endParaRPr>
                    </a:p>
                    <a:p>
                      <a:pPr algn="l" rtl="0">
                        <a:buClrTx/>
                        <a:buSzTx/>
                        <a:buFontTx/>
                        <a:buNone/>
                      </a:pPr>
                      <a:endParaRPr lang="fr-FR" altLang="en-US" sz="2000" b="0" noProof="0" dirty="0">
                        <a:solidFill>
                          <a:schemeClr val="tx1"/>
                        </a:solidFill>
                        <a:effectLst/>
                        <a:sym typeface="+mn-ea"/>
                      </a:endParaRPr>
                    </a:p>
                  </a:txBody>
                  <a:tcPr/>
                </a:tc>
                <a:tc>
                  <a:txBody>
                    <a:bodyPr/>
                    <a:p>
                      <a:pPr algn="l" rtl="0">
                        <a:buClrTx/>
                        <a:buSzTx/>
                        <a:buFontTx/>
                        <a:buNone/>
                      </a:pPr>
                      <a:r>
                        <a:rPr lang="fr-FR" sz="2000" noProof="0" dirty="0">
                          <a:effectLst/>
                          <a:sym typeface="+mn-ea"/>
                        </a:rPr>
                        <a:t>PVH sensibilisés </a:t>
                      </a:r>
                      <a:endParaRPr lang="fr-FR" altLang="en-US" sz="2000" dirty="0">
                        <a:solidFill>
                          <a:schemeClr val="tx1"/>
                        </a:solidFill>
                        <a:highlight>
                          <a:srgbClr val="008000"/>
                        </a:highlight>
                        <a:sym typeface="+mn-ea"/>
                      </a:endParaRPr>
                    </a:p>
                  </a:txBody>
                  <a:tcPr/>
                </a:tc>
              </a:tr>
              <a:tr h="1653540">
                <a:tc>
                  <a:txBody>
                    <a:bodyPr/>
                    <a:lstStyle/>
                    <a:p>
                      <a:pPr>
                        <a:buNone/>
                      </a:pPr>
                      <a:r>
                        <a:rPr lang="fr-FR" sz="1800" noProof="0" dirty="0">
                          <a:sym typeface="+mn-ea"/>
                        </a:rPr>
                        <a:t>Feuille de route genre et vaccination​</a:t>
                      </a:r>
                      <a:endParaRPr lang="fr-FR" sz="1800" noProof="0" dirty="0"/>
                    </a:p>
                    <a:p>
                      <a:pPr>
                        <a:buNone/>
                      </a:pPr>
                      <a:endParaRPr lang="fr-FR" sz="1800" noProof="0" dirty="0"/>
                    </a:p>
                  </a:txBody>
                  <a:tcPr/>
                </a:tc>
                <a:tc>
                  <a:txBody>
                    <a:bodyPr/>
                    <a:lstStyle/>
                    <a:p>
                      <a:pPr>
                        <a:buNone/>
                      </a:pPr>
                      <a:r>
                        <a:rPr lang="fr-FR" sz="2000" noProof="0" dirty="0">
                          <a:sym typeface="+mn-ea"/>
                        </a:rPr>
                        <a:t>Mise en oeuvre des intervention visant à lever les obstacles à la vaccination liés au genre  au Sud Ubangi.</a:t>
                      </a:r>
                      <a:endParaRPr lang="fr-FR" altLang="en-US" sz="2000" noProof="0" dirty="0">
                        <a:sym typeface="+mn-ea"/>
                      </a:endParaRPr>
                    </a:p>
                  </a:txBody>
                  <a:tcPr/>
                </a:tc>
                <a:tc>
                  <a:txBody>
                    <a:bodyPr/>
                    <a:lstStyle/>
                    <a:p>
                      <a:pPr algn="l" rtl="0">
                        <a:buClrTx/>
                        <a:buSzTx/>
                        <a:buFontTx/>
                        <a:buNone/>
                      </a:pPr>
                      <a:r>
                        <a:rPr lang="fr-FR" sz="2000" dirty="0">
                          <a:solidFill>
                            <a:schemeClr val="tx1"/>
                          </a:solidFill>
                          <a:sym typeface="+mn-ea"/>
                        </a:rPr>
                        <a:t>Formation de 120 personnes sur le genre et vaccination au niveau national, province de sud Ubangui </a:t>
                      </a:r>
                      <a:endParaRPr lang="fr-FR" sz="2000" dirty="0">
                        <a:solidFill>
                          <a:schemeClr val="tx1"/>
                        </a:solidFill>
                        <a:sym typeface="+mn-ea"/>
                      </a:endParaRPr>
                    </a:p>
                  </a:txBody>
                  <a:tcPr/>
                </a:tc>
                <a:tc>
                  <a:txBody>
                    <a:bodyPr/>
                    <a:lstStyle/>
                    <a:p>
                      <a:pPr algn="l" rtl="0">
                        <a:buClrTx/>
                        <a:buSzTx/>
                        <a:buFontTx/>
                        <a:buNone/>
                      </a:pPr>
                      <a:endParaRPr lang="fr-FR" sz="2000" dirty="0">
                        <a:solidFill>
                          <a:schemeClr val="bg1"/>
                        </a:solidFill>
                        <a:highlight>
                          <a:srgbClr val="008000"/>
                        </a:highlight>
                        <a:sym typeface="+mn-ea"/>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 (Polio)</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1"/>
            </p:custDataLst>
          </p:nvPr>
        </p:nvGraphicFramePr>
        <p:xfrm>
          <a:off x="0" y="1367790"/>
          <a:ext cx="11849735" cy="5328285"/>
        </p:xfrm>
        <a:graphic>
          <a:graphicData uri="http://schemas.openxmlformats.org/drawingml/2006/table">
            <a:tbl>
              <a:tblPr firstRow="1" bandRow="1">
                <a:tableStyleId>{5C22544A-7EE6-4342-B048-85BDC9FD1C3A}</a:tableStyleId>
              </a:tblPr>
              <a:tblGrid>
                <a:gridCol w="2670175"/>
                <a:gridCol w="2691130"/>
                <a:gridCol w="3818255"/>
                <a:gridCol w="2670175"/>
              </a:tblGrid>
              <a:tr h="794385">
                <a:tc>
                  <a:txBody>
                    <a:bodyPr/>
                    <a:lstStyle/>
                    <a:p>
                      <a:r>
                        <a:rPr lang="fr-FR" dirty="0"/>
                        <a:t>Stratégie PAO</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tr>
              <a:tr h="1687830">
                <a:tc rowSpan="2">
                  <a:txBody>
                    <a:bodyPr/>
                    <a:lstStyle/>
                    <a:p>
                      <a:r>
                        <a:rPr lang="fr-FR" altLang="en-US" sz="1600" dirty="0"/>
                        <a:t>Surveillance de MEV et MAPI</a:t>
                      </a:r>
                      <a:endParaRPr lang="fr-FR" altLang="en-US" sz="1600" dirty="0"/>
                    </a:p>
                  </a:txBody>
                  <a:tcPr/>
                </a:tc>
                <a:tc>
                  <a:txBody>
                    <a:bodyPr/>
                    <a:lstStyle/>
                    <a:p>
                      <a:r>
                        <a:rPr lang="en-US" altLang="fr-FR" sz="1600" dirty="0"/>
                        <a:t>Appuyer financierement le fonctionnement des 26 sites de surveillance environnementale </a:t>
                      </a:r>
                      <a:endParaRPr lang="en-US" altLang="fr-FR" sz="1600" dirty="0"/>
                    </a:p>
                  </a:txBody>
                  <a:tcPr/>
                </a:tc>
                <a:tc>
                  <a:txBody>
                    <a:bodyPr/>
                    <a:lstStyle/>
                    <a:p>
                      <a:pPr marL="171450" indent="-171450" algn="just" defTabSz="914400" rtl="0" eaLnBrk="1" fontAlgn="ctr" latinLnBrk="0" hangingPunct="1">
                        <a:buFontTx/>
                        <a:buChar char="-"/>
                      </a:pPr>
                      <a:r>
                        <a:rPr lang="fr-FR" altLang="en-US" sz="1600" kern="1200" dirty="0">
                          <a:solidFill>
                            <a:schemeClr val="dk1"/>
                          </a:solidFill>
                          <a:latin typeface="+mn-lt"/>
                          <a:ea typeface="+mn-ea"/>
                          <a:cs typeface="+mn-cs"/>
                        </a:rPr>
                        <a:t>Appui aux collectes des eaux usées de la surveilllance env.</a:t>
                      </a:r>
                      <a:endParaRPr lang="fr-FR" altLang="en-US" sz="1600" kern="1200" dirty="0">
                        <a:solidFill>
                          <a:schemeClr val="dk1"/>
                        </a:solidFill>
                        <a:latin typeface="+mn-lt"/>
                        <a:ea typeface="+mn-ea"/>
                        <a:cs typeface="+mn-cs"/>
                      </a:endParaRPr>
                    </a:p>
                    <a:p>
                      <a:pPr marL="171450" indent="-171450" algn="just" defTabSz="914400" rtl="0" eaLnBrk="1" fontAlgn="ctr" latinLnBrk="0" hangingPunct="1">
                        <a:buFontTx/>
                        <a:buChar char="-"/>
                      </a:pPr>
                      <a:r>
                        <a:rPr lang="fr-FR" altLang="en-US" sz="1600" kern="1200" dirty="0">
                          <a:solidFill>
                            <a:schemeClr val="dk1"/>
                          </a:solidFill>
                          <a:latin typeface="+mn-lt"/>
                          <a:ea typeface="+mn-ea"/>
                          <a:cs typeface="+mn-cs"/>
                        </a:rPr>
                        <a:t>Appui à l’é</a:t>
                      </a:r>
                      <a:r>
                        <a:rPr lang="fr-FR" altLang="en-US" sz="1600">
                          <a:sym typeface="+mn-ea"/>
                        </a:rPr>
                        <a:t>valuation externe de </a:t>
                      </a:r>
                      <a:r>
                        <a:rPr lang="fr-FR" altLang="en-US" sz="1600" dirty="0">
                          <a:sym typeface="+mn-ea"/>
                        </a:rPr>
                        <a:t>sites de surveillance environnementale </a:t>
                      </a:r>
                      <a:r>
                        <a:rPr lang="fr-FR" altLang="en-US" sz="1600" b="0">
                          <a:sym typeface="+mn-ea"/>
                        </a:rPr>
                        <a:t>de 12 sites repartis dans 5 provinces</a:t>
                      </a:r>
                      <a:endParaRPr lang="fr-FR" altLang="en-US" sz="1600" b="0" kern="1200" dirty="0">
                        <a:solidFill>
                          <a:schemeClr val="dk1"/>
                        </a:solidFill>
                        <a:latin typeface="+mn-lt"/>
                        <a:ea typeface="+mn-ea"/>
                        <a:cs typeface="+mn-cs"/>
                      </a:endParaRPr>
                    </a:p>
                  </a:txBody>
                  <a:tcPr/>
                </a:tc>
                <a:tc>
                  <a:txBody>
                    <a:bodyPr/>
                    <a:lstStyle/>
                    <a:p>
                      <a:r>
                        <a:rPr lang="fr-FR" altLang="en-US" sz="1600" dirty="0"/>
                        <a:t>Système de surveillance de la polio dans les eaux usées en place.</a:t>
                      </a:r>
                      <a:endParaRPr lang="fr-FR" altLang="en-US" sz="1600" dirty="0"/>
                    </a:p>
                  </a:txBody>
                  <a:tcPr/>
                </a:tc>
              </a:tr>
              <a:tr h="1423035">
                <a:tc vMerge="1">
                  <a:tcPr/>
                </a:tc>
                <a:tc>
                  <a:txBody>
                    <a:bodyPr/>
                    <a:lstStyle/>
                    <a:p>
                      <a:pPr marL="0" marR="0" lvl="0" algn="l" defTabSz="914400" rtl="0" eaLnBrk="1" fontAlgn="auto" latinLnBrk="0" hangingPunct="1">
                        <a:lnSpc>
                          <a:spcPct val="100000"/>
                        </a:lnSpc>
                        <a:spcBef>
                          <a:spcPts val="0"/>
                        </a:spcBef>
                        <a:buClrTx/>
                        <a:buSzTx/>
                        <a:buFontTx/>
                        <a:buNone/>
                      </a:pPr>
                      <a:r>
                        <a:rPr lang="fr-FR" altLang="en-US" sz="1600">
                          <a:sym typeface="+mn-ea"/>
                        </a:rPr>
                        <a:t>Appui au transport des</a:t>
                      </a:r>
                      <a:r>
                        <a:rPr lang="fr-FR" altLang="en-US" sz="1600" b="0">
                          <a:sym typeface="+mn-ea"/>
                        </a:rPr>
                        <a:t> échantillons de PFA et  et échantillons de SE </a:t>
                      </a:r>
                      <a:r>
                        <a:rPr lang="fr-FR" altLang="en-US" sz="1600">
                          <a:sym typeface="+mn-ea"/>
                        </a:rPr>
                        <a:t>du point de collecte à l’INRB</a:t>
                      </a:r>
                      <a:endParaRPr lang="fr-FR" altLang="en-US" sz="1600"/>
                    </a:p>
                    <a:p>
                      <a:pPr marL="0" marR="0" lvl="0" algn="l" defTabSz="914400" rtl="0" eaLnBrk="1" fontAlgn="auto" latinLnBrk="0" hangingPunct="1">
                        <a:lnSpc>
                          <a:spcPct val="100000"/>
                        </a:lnSpc>
                        <a:spcBef>
                          <a:spcPts val="0"/>
                        </a:spcBef>
                        <a:buClrTx/>
                        <a:buSzTx/>
                        <a:buFontTx/>
                        <a:buNone/>
                      </a:pPr>
                      <a:endParaRPr lang="en-US" altLang="fr-FR" sz="1600" dirty="0"/>
                    </a:p>
                  </a:txBody>
                  <a:tcPr/>
                </a:tc>
                <a:tc>
                  <a:txBody>
                    <a:bodyPr/>
                    <a:lstStyle/>
                    <a:p>
                      <a:pPr algn="l">
                        <a:spcBef>
                          <a:spcPts val="0"/>
                        </a:spcBef>
                        <a:buClrTx/>
                        <a:buSzTx/>
                        <a:buFontTx/>
                      </a:pPr>
                      <a:r>
                        <a:rPr lang="fr-FR" altLang="en-US" sz="1600">
                          <a:sym typeface="+mn-ea"/>
                        </a:rPr>
                        <a:t>Appui au transport des </a:t>
                      </a:r>
                      <a:r>
                        <a:rPr lang="fr-FR" altLang="en-US" sz="1600" b="1">
                          <a:sym typeface="+mn-ea"/>
                        </a:rPr>
                        <a:t>8455 échantillons de PFA et contacts, et 264 échantillons de SE</a:t>
                      </a:r>
                      <a:r>
                        <a:rPr lang="fr-FR" altLang="en-US" sz="1600">
                          <a:sym typeface="+mn-ea"/>
                        </a:rPr>
                        <a:t> du point de collecte à l’INRB</a:t>
                      </a:r>
                      <a:endParaRPr lang="en-US" altLang="fr-FR" sz="1600" dirty="0"/>
                    </a:p>
                  </a:txBody>
                  <a:tcPr/>
                </a:tc>
                <a:tc>
                  <a:txBody>
                    <a:bodyPr/>
                    <a:lstStyle/>
                    <a:p>
                      <a:r>
                        <a:rPr lang="fr-FR" altLang="en-US" sz="1600" dirty="0"/>
                        <a:t>Echantillons de PFA acheminés et analysés au laboratoire.</a:t>
                      </a:r>
                      <a:endParaRPr lang="fr-FR" altLang="en-US" sz="1600" dirty="0"/>
                    </a:p>
                  </a:txBody>
                  <a:tcPr/>
                </a:tc>
              </a:tr>
              <a:tr h="1423035">
                <a:tc>
                  <a:txBody>
                    <a:bodyPr/>
                    <a:lstStyle/>
                    <a:p>
                      <a:pPr algn="l">
                        <a:buClrTx/>
                        <a:buSzTx/>
                        <a:buFontTx/>
                        <a:buNone/>
                      </a:pPr>
                      <a:r>
                        <a:rPr lang="fr-FR" sz="1600" dirty="0">
                          <a:sym typeface="+mn-ea"/>
                        </a:rPr>
                        <a:t>Vaccination de routine et campagne</a:t>
                      </a:r>
                      <a:endParaRPr lang="en-US" sz="1600" dirty="0"/>
                    </a:p>
                    <a:p>
                      <a:pPr algn="l">
                        <a:buClrTx/>
                        <a:buSzTx/>
                        <a:buFontTx/>
                        <a:buNone/>
                      </a:pPr>
                      <a:endParaRPr lang="en-US" altLang="fr-FR" sz="1600" dirty="0"/>
                    </a:p>
                  </a:txBody>
                  <a:tcPr/>
                </a:tc>
                <a:tc>
                  <a:txBody>
                    <a:bodyPr/>
                    <a:lstStyle/>
                    <a:p>
                      <a:pPr marL="0" marR="0" lvl="0" algn="l" defTabSz="914400" rtl="0" eaLnBrk="1" fontAlgn="auto" latinLnBrk="0" hangingPunct="1">
                        <a:lnSpc>
                          <a:spcPct val="100000"/>
                        </a:lnSpc>
                        <a:spcBef>
                          <a:spcPts val="0"/>
                        </a:spcBef>
                        <a:buClrTx/>
                        <a:buSzTx/>
                        <a:buFontTx/>
                        <a:buNone/>
                      </a:pPr>
                      <a:r>
                        <a:rPr lang="fr-FR" altLang="en-US" sz="1600" dirty="0"/>
                        <a:t>Appuyer la micriplanification digitalisée au Haut Katanga</a:t>
                      </a:r>
                      <a:endParaRPr lang="fr-FR" altLang="en-US" sz="1600" dirty="0"/>
                    </a:p>
                  </a:txBody>
                  <a:tcPr/>
                </a:tc>
                <a:tc>
                  <a:txBody>
                    <a:bodyPr/>
                    <a:lstStyle/>
                    <a:p>
                      <a:pPr algn="l">
                        <a:spcBef>
                          <a:spcPts val="0"/>
                        </a:spcBef>
                        <a:buClrTx/>
                        <a:buSzTx/>
                        <a:buFontTx/>
                        <a:buNone/>
                      </a:pPr>
                      <a:r>
                        <a:rPr lang="fr-FR" altLang="en-US" sz="1600" dirty="0"/>
                        <a:t>Appui à l’organisation de la microplanification digitalisées des activités de vaccination au Haut Katanga</a:t>
                      </a:r>
                      <a:endParaRPr lang="fr-FR" altLang="en-US" sz="1600" dirty="0"/>
                    </a:p>
                  </a:txBody>
                  <a:tcPr/>
                </a:tc>
                <a:tc>
                  <a:txBody>
                    <a:bodyPr/>
                    <a:lstStyle/>
                    <a:p>
                      <a:pPr>
                        <a:buNone/>
                      </a:pPr>
                      <a:r>
                        <a:rPr lang="fr-FR" altLang="en-US" sz="1600" dirty="0" err="1"/>
                        <a:t>Microplans</a:t>
                      </a:r>
                      <a:r>
                        <a:rPr lang="fr-FR" altLang="en-US" sz="1600" dirty="0"/>
                        <a:t> digitalisés disponibles.</a:t>
                      </a:r>
                      <a:endParaRPr lang="fr-FR" altLang="en-US" sz="1600"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Réalisations majeures en 2025 (Polio)</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aphicFrame>
        <p:nvGraphicFramePr>
          <p:cNvPr id="3" name="Table 2"/>
          <p:cNvGraphicFramePr>
            <a:graphicFrameLocks noGrp="1"/>
          </p:cNvGraphicFramePr>
          <p:nvPr>
            <p:custDataLst>
              <p:tags r:id="rId3"/>
            </p:custDataLst>
          </p:nvPr>
        </p:nvGraphicFramePr>
        <p:xfrm>
          <a:off x="75565" y="1367790"/>
          <a:ext cx="11971020" cy="5568950"/>
        </p:xfrm>
        <a:graphic>
          <a:graphicData uri="http://schemas.openxmlformats.org/drawingml/2006/table">
            <a:tbl>
              <a:tblPr firstRow="1" bandRow="1">
                <a:tableStyleId>{5C22544A-7EE6-4342-B048-85BDC9FD1C3A}</a:tableStyleId>
              </a:tblPr>
              <a:tblGrid>
                <a:gridCol w="2127885"/>
                <a:gridCol w="3289300"/>
                <a:gridCol w="3856355"/>
                <a:gridCol w="2697480"/>
              </a:tblGrid>
              <a:tr h="875030">
                <a:tc>
                  <a:txBody>
                    <a:bodyPr/>
                    <a:lstStyle/>
                    <a:p>
                      <a:r>
                        <a:rPr lang="fr-FR" sz="2400" dirty="0"/>
                        <a:t>Stratégie PAO</a:t>
                      </a:r>
                      <a:endParaRPr lang="fr-FR" sz="2400" dirty="0"/>
                    </a:p>
                  </a:txBody>
                  <a:tcPr/>
                </a:tc>
                <a:tc>
                  <a:txBody>
                    <a:bodyPr/>
                    <a:lstStyle/>
                    <a:p>
                      <a:r>
                        <a:rPr lang="fr-FR" sz="2400" dirty="0"/>
                        <a:t>Activité</a:t>
                      </a:r>
                      <a:endParaRPr lang="fr-FR" sz="2400" dirty="0"/>
                    </a:p>
                  </a:txBody>
                  <a:tcPr/>
                </a:tc>
                <a:tc>
                  <a:txBody>
                    <a:bodyPr/>
                    <a:lstStyle/>
                    <a:p>
                      <a:r>
                        <a:rPr lang="fr-FR" sz="2400" dirty="0"/>
                        <a:t>Réalisations de l’OMS</a:t>
                      </a:r>
                      <a:endParaRPr lang="fr-FR" sz="2400" dirty="0"/>
                    </a:p>
                  </a:txBody>
                  <a:tcPr/>
                </a:tc>
                <a:tc>
                  <a:txBody>
                    <a:bodyPr/>
                    <a:lstStyle/>
                    <a:p>
                      <a:r>
                        <a:rPr lang="fr-FR" sz="2400" dirty="0"/>
                        <a:t>Contribution aux résultats du PEV</a:t>
                      </a:r>
                      <a:endParaRPr lang="fr-FR" sz="2400" dirty="0"/>
                    </a:p>
                  </a:txBody>
                  <a:tcPr/>
                </a:tc>
              </a:tr>
              <a:tr h="1322705">
                <a:tc rowSpan="2">
                  <a:txBody>
                    <a:bodyPr/>
                    <a:lstStyle/>
                    <a:p>
                      <a:endParaRPr lang="fr-FR" sz="2000" dirty="0"/>
                    </a:p>
                    <a:p>
                      <a:endParaRPr lang="fr-FR" sz="2000" dirty="0"/>
                    </a:p>
                    <a:p>
                      <a:endParaRPr lang="fr-FR" sz="2000" dirty="0"/>
                    </a:p>
                    <a:p>
                      <a:endParaRPr lang="fr-FR" sz="2000" dirty="0"/>
                    </a:p>
                    <a:p>
                      <a:endParaRPr lang="fr-FR" sz="2000" dirty="0"/>
                    </a:p>
                    <a:p>
                      <a:r>
                        <a:rPr lang="fr-FR" sz="2000" dirty="0"/>
                        <a:t>Coordination</a:t>
                      </a:r>
                      <a:endParaRPr lang="fr-FR" sz="2000" dirty="0"/>
                    </a:p>
                  </a:txBody>
                  <a:tcPr/>
                </a:tc>
                <a:tc>
                  <a:txBody>
                    <a:bodyPr/>
                    <a:lstStyle/>
                    <a:p>
                      <a:r>
                        <a:rPr lang="en-US" altLang="fr-FR" sz="2000" dirty="0"/>
                        <a:t>Organiser l'at</a:t>
                      </a:r>
                      <a:r>
                        <a:rPr lang="en-US" altLang="en-US" sz="2000" dirty="0"/>
                        <a:t>é</a:t>
                      </a:r>
                      <a:r>
                        <a:rPr lang="en-US" altLang="fr-FR" sz="2000" dirty="0"/>
                        <a:t>lier de r</a:t>
                      </a:r>
                      <a:r>
                        <a:rPr lang="en-US" altLang="en-US" sz="2000" dirty="0"/>
                        <a:t>é</a:t>
                      </a:r>
                      <a:r>
                        <a:rPr lang="en-US" altLang="fr-FR" sz="2000" dirty="0"/>
                        <a:t>daction de la documentation sur l'avancement vers l'</a:t>
                      </a:r>
                      <a:r>
                        <a:rPr lang="en-US" altLang="en-US" sz="2000" dirty="0"/>
                        <a:t>é</a:t>
                      </a:r>
                      <a:r>
                        <a:rPr lang="fr-FR" altLang="en-US" sz="2000" dirty="0"/>
                        <a:t>radication </a:t>
                      </a:r>
                      <a:r>
                        <a:rPr lang="en-US" altLang="fr-FR" sz="2000" dirty="0"/>
                        <a:t>de la </a:t>
                      </a:r>
                      <a:r>
                        <a:rPr lang="fr-FR" altLang="en-US" sz="2000" dirty="0"/>
                        <a:t>polio</a:t>
                      </a:r>
                      <a:r>
                        <a:rPr lang="en-US" altLang="fr-FR" sz="2000" dirty="0"/>
                        <a:t> 2024.</a:t>
                      </a:r>
                      <a:endParaRPr lang="en-US" altLang="fr-FR" sz="2000" dirty="0"/>
                    </a:p>
                  </a:txBody>
                  <a:tcPr/>
                </a:tc>
                <a:tc>
                  <a:txBody>
                    <a:bodyPr/>
                    <a:lstStyle/>
                    <a:p>
                      <a:pPr indent="0" algn="just" defTabSz="914400" rtl="0" eaLnBrk="1" fontAlgn="ctr" latinLnBrk="0" hangingPunct="1">
                        <a:buFontTx/>
                        <a:buNone/>
                      </a:pPr>
                      <a:r>
                        <a:rPr lang="fr-FR" altLang="en-US" sz="2000" kern="1200" dirty="0">
                          <a:solidFill>
                            <a:schemeClr val="bg1"/>
                          </a:solidFill>
                          <a:highlight>
                            <a:srgbClr val="008000"/>
                          </a:highlight>
                          <a:latin typeface="+mn-lt"/>
                          <a:ea typeface="+mn-ea"/>
                          <a:cs typeface="+mn-cs"/>
                        </a:rPr>
                        <a:t>Organisation de l’atélier d’élaboration du rapport annuel de mise à jour polio</a:t>
                      </a:r>
                      <a:endParaRPr lang="fr-FR" altLang="en-US" sz="2000" kern="1200" dirty="0">
                        <a:solidFill>
                          <a:schemeClr val="bg1"/>
                        </a:solidFill>
                        <a:highlight>
                          <a:srgbClr val="008000"/>
                        </a:highlight>
                        <a:latin typeface="+mn-lt"/>
                        <a:ea typeface="+mn-ea"/>
                        <a:cs typeface="+mn-cs"/>
                      </a:endParaRPr>
                    </a:p>
                  </a:txBody>
                  <a:tcPr/>
                </a:tc>
                <a:tc>
                  <a:txBody>
                    <a:bodyPr/>
                    <a:lstStyle/>
                    <a:p>
                      <a:r>
                        <a:rPr lang="fr-FR" sz="2000" dirty="0"/>
                        <a:t>contribution à l’évaluation des activités de la lutte contre la polio</a:t>
                      </a:r>
                      <a:endParaRPr lang="fr-FR" sz="2000" dirty="0"/>
                    </a:p>
                  </a:txBody>
                  <a:tcPr/>
                </a:tc>
              </a:tr>
              <a:tr h="2516505">
                <a:tc vMerge="1">
                  <a:tcPr/>
                </a:tc>
                <a:tc>
                  <a:txBody>
                    <a:bodyPr/>
                    <a:lstStyle/>
                    <a:p>
                      <a:pPr marL="0" marR="0" lvl="0" algn="l" defTabSz="914400" rtl="0" eaLnBrk="1" fontAlgn="auto" latinLnBrk="0" hangingPunct="1">
                        <a:lnSpc>
                          <a:spcPct val="100000"/>
                        </a:lnSpc>
                        <a:spcBef>
                          <a:spcPts val="0"/>
                        </a:spcBef>
                        <a:buClrTx/>
                        <a:buSzTx/>
                        <a:buFontTx/>
                        <a:buNone/>
                      </a:pPr>
                      <a:r>
                        <a:rPr lang="en-US" altLang="fr-FR" sz="2000" dirty="0">
                          <a:sym typeface="+mn-ea"/>
                        </a:rPr>
                        <a:t>Assurer les fonctionnements des comités polio (Reunion des comités, missions conjointes d'investigations des cas compatibles, mission plaidoyer de CNC)</a:t>
                      </a:r>
                      <a:endParaRPr lang="en-US" altLang="fr-FR" sz="2000" dirty="0">
                        <a:sym typeface="+mn-ea"/>
                      </a:endParaRPr>
                    </a:p>
                  </a:txBody>
                  <a:tcPr/>
                </a:tc>
                <a:tc>
                  <a:txBody>
                    <a:bodyPr/>
                    <a:lstStyle/>
                    <a:p>
                      <a:pPr algn="l">
                        <a:spcBef>
                          <a:spcPts val="0"/>
                        </a:spcBef>
                        <a:buClrTx/>
                        <a:buSzTx/>
                        <a:buFontTx/>
                      </a:pPr>
                      <a:r>
                        <a:rPr lang="en-US" altLang="fr-FR" sz="2000" dirty="0">
                          <a:solidFill>
                            <a:schemeClr val="bg1"/>
                          </a:solidFill>
                          <a:highlight>
                            <a:srgbClr val="008000"/>
                          </a:highlight>
                        </a:rPr>
                        <a:t>Appui à l’organisation de deux réun</a:t>
                      </a:r>
                      <a:r>
                        <a:rPr lang="fr-FR" altLang="en-US" sz="2000" dirty="0">
                          <a:solidFill>
                            <a:schemeClr val="bg1"/>
                          </a:solidFill>
                          <a:highlight>
                            <a:srgbClr val="008000"/>
                          </a:highlight>
                        </a:rPr>
                        <a:t>i</a:t>
                      </a:r>
                      <a:r>
                        <a:rPr lang="en-US" altLang="fr-FR" sz="2000" dirty="0">
                          <a:solidFill>
                            <a:schemeClr val="bg1"/>
                          </a:solidFill>
                          <a:highlight>
                            <a:srgbClr val="008000"/>
                          </a:highlight>
                        </a:rPr>
                        <a:t>ons du CNC, 6 réunions du CNEP et 2 missions du GTNC</a:t>
                      </a:r>
                      <a:endParaRPr lang="en-US" altLang="fr-FR" sz="2000" dirty="0">
                        <a:solidFill>
                          <a:schemeClr val="bg1"/>
                        </a:solidFill>
                        <a:highlight>
                          <a:srgbClr val="008000"/>
                        </a:highlight>
                      </a:endParaRPr>
                    </a:p>
                    <a:p>
                      <a:endParaRPr lang="fr-FR" altLang="en-US" sz="2400" dirty="0">
                        <a:solidFill>
                          <a:schemeClr val="bg1"/>
                        </a:solidFill>
                        <a:highlight>
                          <a:srgbClr val="008000"/>
                        </a:highlight>
                      </a:endParaRPr>
                    </a:p>
                    <a:p>
                      <a:pPr algn="l">
                        <a:spcBef>
                          <a:spcPts val="0"/>
                        </a:spcBef>
                        <a:buClrTx/>
                        <a:buSzTx/>
                        <a:buFontTx/>
                      </a:pPr>
                      <a:r>
                        <a:rPr lang="en-US" altLang="fr-FR" sz="2000" dirty="0">
                          <a:solidFill>
                            <a:schemeClr val="bg1"/>
                          </a:solidFill>
                          <a:highlight>
                            <a:srgbClr val="008000"/>
                          </a:highlight>
                          <a:sym typeface="+mn-ea"/>
                        </a:rPr>
                        <a:t>Appui aux investigations autour de 9 Poliovirus variants confirmés  et 34 compatibles polio</a:t>
                      </a:r>
                      <a:endParaRPr lang="en-US" altLang="fr-FR" sz="2000" dirty="0">
                        <a:solidFill>
                          <a:schemeClr val="bg1"/>
                        </a:solidFill>
                        <a:highlight>
                          <a:srgbClr val="008000"/>
                        </a:highlight>
                        <a:sym typeface="+mn-ea"/>
                      </a:endParaRPr>
                    </a:p>
                  </a:txBody>
                  <a:tcPr/>
                </a:tc>
                <a:tc>
                  <a:txBody>
                    <a:bodyPr/>
                    <a:lstStyle/>
                    <a:p>
                      <a:endParaRPr lang="en-US" sz="2400" dirty="0"/>
                    </a:p>
                    <a:p>
                      <a:endParaRPr lang="en-US" sz="2400" dirty="0"/>
                    </a:p>
                    <a:p>
                      <a:endParaRPr lang="en-US" sz="2400" dirty="0"/>
                    </a:p>
                    <a:p>
                      <a:endParaRPr lang="en-US" sz="2400" dirty="0"/>
                    </a:p>
                    <a:p>
                      <a:pPr algn="l">
                        <a:spcBef>
                          <a:spcPts val="0"/>
                        </a:spcBef>
                        <a:buClrTx/>
                        <a:buSzTx/>
                        <a:buFontTx/>
                      </a:pPr>
                      <a:r>
                        <a:rPr lang="en-US" altLang="fr-FR" sz="2000" dirty="0"/>
                        <a:t>identification de gaps dans les differents domaines de la riposte</a:t>
                      </a:r>
                      <a:endParaRPr lang="en-US" altLang="fr-FR" sz="2000"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409056" y="411029"/>
            <a:ext cx="11434076" cy="953484"/>
            <a:chOff x="290184" y="400187"/>
            <a:chExt cx="11269728" cy="953484"/>
          </a:xfrm>
        </p:grpSpPr>
        <p:grpSp>
          <p:nvGrpSpPr>
            <p:cNvPr id="11" name="Group 10"/>
            <p:cNvGrpSpPr/>
            <p:nvPr/>
          </p:nvGrpSpPr>
          <p:grpSpPr>
            <a:xfrm>
              <a:off x="334395" y="400187"/>
              <a:ext cx="11225517" cy="845516"/>
              <a:chOff x="4248669" y="401638"/>
              <a:chExt cx="11225517" cy="845516"/>
            </a:xfrm>
          </p:grpSpPr>
          <p:sp>
            <p:nvSpPr>
              <p:cNvPr id="15" name="Rectangle 14"/>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IV. Autres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16" name="Flowchart: Off-page Connector 15"/>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p:cNvPicPr>
            <a:picLocks noChangeAspect="1"/>
          </p:cNvPicPr>
          <p:nvPr/>
        </p:nvPicPr>
        <p:blipFill>
          <a:blip/>
          <a:stretch>
            <a:fillRect/>
          </a:stretch>
        </p:blipFill>
        <p:spPr>
          <a:xfrm>
            <a:off x="496819" y="540464"/>
            <a:ext cx="692109" cy="692109"/>
          </a:xfrm>
          <a:prstGeom prst="rect">
            <a:avLst/>
          </a:prstGeom>
        </p:spPr>
      </p:pic>
      <p:sp>
        <p:nvSpPr>
          <p:cNvPr id="2" name="TextBox 1"/>
          <p:cNvSpPr txBox="1"/>
          <p:nvPr/>
        </p:nvSpPr>
        <p:spPr>
          <a:xfrm>
            <a:off x="804672" y="1554480"/>
            <a:ext cx="10853928" cy="369332"/>
          </a:xfrm>
          <a:prstGeom prst="rect">
            <a:avLst/>
          </a:prstGeom>
          <a:noFill/>
        </p:spPr>
        <p:txBody>
          <a:bodyPr wrap="square" rtlCol="0">
            <a:spAutoFit/>
          </a:bodyPr>
          <a:lstStyle/>
          <a:p>
            <a:r>
              <a:rPr lang="fr-FR" dirty="0"/>
              <a:t>Appui dans les dimensions Recherche, communication et genre</a:t>
            </a:r>
            <a:endParaRPr lang="en-US" dirty="0"/>
          </a:p>
        </p:txBody>
      </p:sp>
      <p:grpSp>
        <p:nvGrpSpPr>
          <p:cNvPr id="4" name="Group 3"/>
          <p:cNvGrpSpPr/>
          <p:nvPr/>
        </p:nvGrpSpPr>
        <p:grpSpPr>
          <a:xfrm>
            <a:off x="394987" y="1500027"/>
            <a:ext cx="11373341" cy="5179072"/>
            <a:chOff x="394987" y="1856911"/>
            <a:chExt cx="4287520" cy="4215898"/>
          </a:xfrm>
        </p:grpSpPr>
        <p:sp>
          <p:nvSpPr>
            <p:cNvPr id="5" name="Rectangle 4"/>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33376" y="1981770"/>
              <a:ext cx="3945393" cy="1177529"/>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la réalisation de l’enquête </a:t>
              </a:r>
              <a:r>
                <a:rPr lang="fr-FR" sz="1600" b="1" dirty="0" err="1">
                  <a:latin typeface="Source Sans Pro" panose="020B0503030403020204" pitchFamily="34" charset="0"/>
                  <a:sym typeface="Arial" panose="020B0604020202020204"/>
                </a:rPr>
                <a:t>BeSD</a:t>
              </a:r>
              <a:r>
                <a:rPr lang="fr-FR" sz="1600" dirty="0">
                  <a:latin typeface="Source Sans Pro" panose="020B0503030403020204" pitchFamily="34" charset="0"/>
                  <a:sym typeface="Arial" panose="020B0604020202020204"/>
                </a:rPr>
                <a:t>.</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sym typeface="Arial" panose="020B0604020202020204"/>
                </a:rPr>
                <a:t>Appui technique et financier à l’organisation de la 15</a:t>
              </a:r>
              <a:r>
                <a:rPr lang="fr-FR" sz="1600" baseline="30000" dirty="0">
                  <a:latin typeface="Source Sans Pro" panose="020B0503030403020204" pitchFamily="34" charset="0"/>
                  <a:sym typeface="Arial" panose="020B0604020202020204"/>
                </a:rPr>
                <a:t>ème</a:t>
              </a:r>
              <a:r>
                <a:rPr lang="fr-FR" sz="1600" dirty="0">
                  <a:latin typeface="Source Sans Pro" panose="020B0503030403020204" pitchFamily="34" charset="0"/>
                  <a:sym typeface="Arial" panose="020B0604020202020204"/>
                </a:rPr>
                <a:t> édition de la SAV.</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sym typeface="Arial" panose="020B0604020202020204"/>
                </a:rPr>
                <a:t> Appui technique à l’élaboration de la feuille de route genre et vaccination.</a:t>
              </a:r>
              <a:endParaRPr lang="fr-FR" sz="1600" dirty="0">
                <a:latin typeface="Source Sans Pro" panose="020B0503030403020204" pitchFamily="34" charset="0"/>
                <a:sym typeface="Arial" panose="020B060402020202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409056" y="411029"/>
            <a:ext cx="11511542" cy="953484"/>
            <a:chOff x="290184" y="400187"/>
            <a:chExt cx="11346081" cy="953484"/>
          </a:xfrm>
        </p:grpSpPr>
        <p:grpSp>
          <p:nvGrpSpPr>
            <p:cNvPr id="22" name="Group 21"/>
            <p:cNvGrpSpPr/>
            <p:nvPr/>
          </p:nvGrpSpPr>
          <p:grpSpPr>
            <a:xfrm>
              <a:off x="334395" y="400187"/>
              <a:ext cx="11301870" cy="848374"/>
              <a:chOff x="4248669" y="401638"/>
              <a:chExt cx="11301870" cy="848374"/>
            </a:xfrm>
          </p:grpSpPr>
          <p:sp>
            <p:nvSpPr>
              <p:cNvPr id="29" name="Rectangle 28"/>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panose="02020603050405020304"/>
                  </a:rPr>
                  <a:t>V. Difficultés rencontrées </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30" name="Flowchart: Off-page Connector 2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pSp>
        <p:nvGrpSpPr>
          <p:cNvPr id="3" name="Group 2"/>
          <p:cNvGrpSpPr/>
          <p:nvPr/>
        </p:nvGrpSpPr>
        <p:grpSpPr>
          <a:xfrm>
            <a:off x="394987" y="1500027"/>
            <a:ext cx="5515995" cy="5179071"/>
            <a:chOff x="394987" y="1856911"/>
            <a:chExt cx="4287520" cy="4215898"/>
          </a:xfrm>
        </p:grpSpPr>
        <p:sp>
          <p:nvSpPr>
            <p:cNvPr id="4" name="Rectangle 3"/>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61603" y="2078462"/>
              <a:ext cx="3945393" cy="3758071"/>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Retard dans la signature des </a:t>
              </a:r>
              <a:r>
                <a:rPr lang="fr-FR" sz="1600" dirty="0" err="1">
                  <a:latin typeface="Source Sans Pro" panose="020B0503030403020204" pitchFamily="34" charset="0"/>
                </a:rPr>
                <a:t>MoU</a:t>
              </a:r>
              <a:r>
                <a:rPr lang="fr-FR" sz="1600" dirty="0">
                  <a:latin typeface="Source Sans Pro" panose="020B0503030403020204" pitchFamily="34" charset="0"/>
                </a:rPr>
                <a:t> RSS3 et FAE (Avril 2025)</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Conflits de priorités pour les responsables de gestion de données du PEV et DSNIS, ayant entrainé un retard dans la mise en œuvre des activités d’amélioration de la qualité des données.</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 Retards dans l’organisation des ateliers d’orientation </a:t>
              </a:r>
              <a:r>
                <a:rPr lang="fr-FR" sz="1600" dirty="0" err="1">
                  <a:latin typeface="Source Sans Pro" panose="020B0503030403020204" pitchFamily="34" charset="0"/>
                </a:rPr>
                <a:t>Mashako</a:t>
              </a:r>
              <a:r>
                <a:rPr lang="fr-FR" sz="1600" dirty="0">
                  <a:latin typeface="Source Sans Pro" panose="020B0503030403020204" pitchFamily="34" charset="0"/>
                </a:rPr>
                <a:t> 3.0 qui ont entrainé un retard dans le démarrage des IPVS dans le cadre du Grand Rattrapage.</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Problèmes d’accessibilité de certaines zones de santé dans les deux Kivu et Ituri qui ont compromis la mise en œuvre des activités planifiées.</a:t>
              </a:r>
              <a:endParaRPr lang="fr-FR" sz="1600" dirty="0">
                <a:latin typeface="Source Sans Pro" panose="020B0503030403020204" pitchFamily="34" charset="0"/>
              </a:endParaRPr>
            </a:p>
            <a:p>
              <a:pPr>
                <a:buClr>
                  <a:srgbClr val="009ADE"/>
                </a:buClr>
              </a:pPr>
              <a:endParaRPr lang="en-US" sz="1600" dirty="0">
                <a:latin typeface="Source Sans Pro" panose="020B0503030403020204" pitchFamily="34" charset="0"/>
              </a:endParaRPr>
            </a:p>
          </p:txBody>
        </p:sp>
      </p:grpSp>
      <p:grpSp>
        <p:nvGrpSpPr>
          <p:cNvPr id="6" name="Group 5"/>
          <p:cNvGrpSpPr/>
          <p:nvPr/>
        </p:nvGrpSpPr>
        <p:grpSpPr>
          <a:xfrm>
            <a:off x="6330967" y="1478072"/>
            <a:ext cx="5515996" cy="5409351"/>
            <a:chOff x="394987" y="1856911"/>
            <a:chExt cx="4287520" cy="4381553"/>
          </a:xfrm>
        </p:grpSpPr>
        <p:sp>
          <p:nvSpPr>
            <p:cNvPr id="7" name="Rectangle 6"/>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61602" y="2250728"/>
              <a:ext cx="3995153" cy="3987736"/>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Difficulté à synchroniser le financement des supervisions des MCA/MCZ (fourni par la CAGF) et celui des AT OMS, en vue de l’organisation des supervisions conjointes.</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 Introduction du R21 dans le deuxième bloc intervenu en août 2025, entrainant un report de la mini-PIE à février 2025.</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solidFill>
                    <a:srgbClr val="C00000"/>
                  </a:solidFill>
                  <a:latin typeface="Source Sans Pro" panose="020B0503030403020204" pitchFamily="34" charset="0"/>
                </a:rPr>
                <a:t> </a:t>
              </a:r>
              <a:r>
                <a:rPr lang="fr-FR" sz="1600" dirty="0">
                  <a:latin typeface="Source Sans Pro" panose="020B0503030403020204" pitchFamily="34" charset="0"/>
                </a:rPr>
                <a:t>Gap de financement de la mini-PIE du fait de l’absence de financement de l’étape RIA. </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Arret de financement de l’USAID, principal contributeur des activités de surveillance polio</a:t>
              </a:r>
              <a:endParaRPr lang="fr-FR" sz="1600" dirty="0">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Retard de paiement des acteurs lors des  AVS suite au retard de la validation des listes de présence.</a:t>
              </a:r>
              <a:endParaRPr lang="fr-FR" sz="1600" dirty="0">
                <a:latin typeface="Source Sans Pro" panose="020B0503030403020204" pitchFamily="34" charset="0"/>
              </a:endParaRPr>
            </a:p>
            <a:p>
              <a:endParaRPr lang="fr-FR" sz="1600" dirty="0">
                <a:solidFill>
                  <a:srgbClr val="FFFF00"/>
                </a:solidFill>
                <a:latin typeface="Source Sans Pro" panose="020B0503030403020204" pitchFamily="34"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409056" y="411029"/>
            <a:ext cx="11511542" cy="953484"/>
            <a:chOff x="290184" y="400187"/>
            <a:chExt cx="11346081" cy="953484"/>
          </a:xfrm>
        </p:grpSpPr>
        <p:grpSp>
          <p:nvGrpSpPr>
            <p:cNvPr id="22" name="Group 21"/>
            <p:cNvGrpSpPr/>
            <p:nvPr/>
          </p:nvGrpSpPr>
          <p:grpSpPr>
            <a:xfrm>
              <a:off x="334395" y="400187"/>
              <a:ext cx="11301870" cy="848374"/>
              <a:chOff x="4248669" y="401638"/>
              <a:chExt cx="11301870" cy="848374"/>
            </a:xfrm>
          </p:grpSpPr>
          <p:sp>
            <p:nvSpPr>
              <p:cNvPr id="29" name="Rectangle 28"/>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endParaRPr lang="fr-FR"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VI. </a:t>
                </a:r>
                <a:r>
                  <a:rPr lang="fr-FR" sz="2000" b="1" dirty="0">
                    <a:solidFill>
                      <a:srgbClr val="009ADE"/>
                    </a:solidFill>
                    <a:latin typeface="Source Sans Pro" panose="020B0503030403020204" pitchFamily="34" charset="0"/>
                  </a:rPr>
                  <a:t>Solutions apportées/leçons apprises/Bonnes pratiques</a:t>
                </a:r>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30" name="Flowchart: Off-page Connector 2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pSp>
        <p:nvGrpSpPr>
          <p:cNvPr id="2" name="Group 1"/>
          <p:cNvGrpSpPr/>
          <p:nvPr/>
        </p:nvGrpSpPr>
        <p:grpSpPr>
          <a:xfrm>
            <a:off x="394987" y="1500027"/>
            <a:ext cx="6600173" cy="5179072"/>
            <a:chOff x="394987" y="1856911"/>
            <a:chExt cx="4287520" cy="4215898"/>
          </a:xfrm>
        </p:grpSpPr>
        <p:sp>
          <p:nvSpPr>
            <p:cNvPr id="3" name="Rectangle 2"/>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61603" y="2087336"/>
              <a:ext cx="3945393" cy="3733017"/>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Dashboard intégré du PEV: </a:t>
              </a:r>
              <a:r>
                <a:rPr lang="fr-FR" sz="1600" dirty="0">
                  <a:latin typeface="Source Sans Pro" panose="020B0503030403020204" pitchFamily="34" charset="0"/>
                  <a:sym typeface="Arial" panose="020B0604020202020204"/>
                </a:rPr>
                <a:t>définition du contenu par le PEV, mise en place d’un plan d’appropriation par le PEV, acquisition d’un serveur géré par le PEV pour le déploiement du Dashboard.</a:t>
              </a:r>
              <a:endParaRPr lang="fr-FR" sz="1600" dirty="0">
                <a:latin typeface="Source Sans Pro" panose="020B0503030403020204" pitchFamily="34" charset="0"/>
                <a:sym typeface="Arial" panose="020B0604020202020204"/>
              </a:endParaRPr>
            </a:p>
            <a:p>
              <a:pPr>
                <a:spcBef>
                  <a:spcPts val="1200"/>
                </a:spcBef>
                <a:spcAft>
                  <a:spcPts val="1200"/>
                </a:spcAft>
                <a:buClr>
                  <a:srgbClr val="009ADE"/>
                </a:buClr>
              </a:pPr>
              <a:r>
                <a:rPr lang="fr-FR" sz="1600" dirty="0">
                  <a:latin typeface="Source Sans Pro" panose="020B0503030403020204" pitchFamily="34" charset="0"/>
                </a:rPr>
                <a:t>Lien du Dashboard du PEV en cours de développement: </a:t>
              </a:r>
              <a:r>
                <a:rPr lang="en-US" sz="1600" dirty="0">
                  <a:solidFill>
                    <a:srgbClr val="467886"/>
                  </a:solidFill>
                  <a:latin typeface="Source Sans Pro" panose="020B0503030403020204" pitchFamily="34" charset="0"/>
                  <a:hlinkClick r:id="rId3"/>
                </a:rPr>
                <a:t>worldhealthorg.shinyapps.io/</a:t>
              </a:r>
              <a:r>
                <a:rPr lang="en-US" sz="1600" dirty="0" err="1">
                  <a:solidFill>
                    <a:srgbClr val="467886"/>
                  </a:solidFill>
                  <a:latin typeface="Source Sans Pro" panose="020B0503030403020204" pitchFamily="34" charset="0"/>
                  <a:hlinkClick r:id="rId3"/>
                </a:rPr>
                <a:t>Plateforme</a:t>
              </a:r>
              <a:r>
                <a:rPr lang="en-US" sz="1600" dirty="0">
                  <a:solidFill>
                    <a:srgbClr val="467886"/>
                  </a:solidFill>
                  <a:latin typeface="Source Sans Pro" panose="020B0503030403020204" pitchFamily="34" charset="0"/>
                  <a:hlinkClick r:id="rId3"/>
                </a:rPr>
                <a:t>-Performances-Pev-RDC</a:t>
              </a:r>
              <a:r>
                <a:rPr lang="en-US" sz="1600" dirty="0">
                  <a:solidFill>
                    <a:srgbClr val="009ADE"/>
                  </a:solidFill>
                  <a:latin typeface="Source Sans Pro" panose="020B0503030403020204" pitchFamily="34" charset="0"/>
                  <a:hlinkClick r:id="rId3"/>
                </a:rPr>
                <a:t>/</a:t>
              </a:r>
              <a:endParaRPr lang="en-US" sz="1600" dirty="0">
                <a:solidFill>
                  <a:srgbClr val="009ADE"/>
                </a:solidFill>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Supervisions conjointes Antennes/AT: </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err="1">
                  <a:latin typeface="Source Sans Pro" panose="020B0503030403020204" pitchFamily="34" charset="0"/>
                  <a:sym typeface="Arial" panose="020B0604020202020204"/>
                </a:rPr>
                <a:t>Co-conception</a:t>
              </a:r>
              <a:r>
                <a:rPr lang="fr-FR" sz="1600" dirty="0">
                  <a:latin typeface="Source Sans Pro" panose="020B0503030403020204" pitchFamily="34" charset="0"/>
                  <a:sym typeface="Arial" panose="020B0604020202020204"/>
                </a:rPr>
                <a:t> de l’approche entre le PEV et l’OMS; </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Utilisation du Dashboard intégré pour identifier les zones de santé et aires de santé prioritaires pour les supervisions conjointes, </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Contrôle de qualité des données au niveau des ESS et monitorage rapide de convenance systématiquement organisé lors des supervisions conjointes des aires de santé. </a:t>
              </a:r>
              <a:endParaRPr lang="en-US" sz="1600" dirty="0">
                <a:latin typeface="Source Sans Pro" panose="020B0503030403020204" pitchFamily="34" charset="0"/>
              </a:endParaRPr>
            </a:p>
          </p:txBody>
        </p:sp>
      </p:grpSp>
      <p:grpSp>
        <p:nvGrpSpPr>
          <p:cNvPr id="5" name="Group 4"/>
          <p:cNvGrpSpPr/>
          <p:nvPr/>
        </p:nvGrpSpPr>
        <p:grpSpPr>
          <a:xfrm>
            <a:off x="7242047" y="1478072"/>
            <a:ext cx="4604915" cy="5204838"/>
            <a:chOff x="394987" y="1856911"/>
            <a:chExt cx="4287520" cy="4215898"/>
          </a:xfrm>
        </p:grpSpPr>
        <p:sp>
          <p:nvSpPr>
            <p:cNvPr id="6" name="Rectangle 5"/>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1602" y="1984427"/>
              <a:ext cx="3995153" cy="1520716"/>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RCM BCU: u</a:t>
              </a:r>
              <a:r>
                <a:rPr lang="fr-FR" sz="1600" dirty="0">
                  <a:latin typeface="Source Sans Pro" panose="020B0503030403020204" pitchFamily="34" charset="0"/>
                  <a:sym typeface="Arial" panose="020B0604020202020204"/>
                </a:rPr>
                <a:t>tilisation des pairs  IT (en </a:t>
              </a:r>
              <a:r>
                <a:rPr lang="fr-FR" sz="1600" dirty="0" err="1">
                  <a:latin typeface="Source Sans Pro" panose="020B0503030403020204" pitchFamily="34" charset="0"/>
                  <a:sym typeface="Arial" panose="020B0604020202020204"/>
                </a:rPr>
                <a:t>crossing</a:t>
              </a:r>
              <a:r>
                <a:rPr lang="fr-FR" sz="1600" dirty="0">
                  <a:latin typeface="Source Sans Pro" panose="020B0503030403020204" pitchFamily="34" charset="0"/>
                  <a:sym typeface="Arial" panose="020B0604020202020204"/>
                </a:rPr>
                <a:t>) pour la collecte des données dans les ménages.</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E-learning:</a:t>
              </a:r>
              <a:r>
                <a:rPr lang="fr-FR" sz="1600" dirty="0">
                  <a:latin typeface="Source Sans Pro" panose="020B0503030403020204" pitchFamily="34" charset="0"/>
                  <a:sym typeface="Arial" panose="020B0604020202020204"/>
                </a:rPr>
                <a:t> remboursement des frais internet des IT en lieu et place de l’organisation des sessions de regroupement, permettant de former plus de personnes avec le budget </a:t>
              </a:r>
              <a:r>
                <a:rPr lang="fr-FR" sz="1600" dirty="0">
                  <a:latin typeface="Source Sans Pro" panose="020B0503030403020204" pitchFamily="34" charset="0"/>
                </a:rPr>
                <a:t>disponible. </a:t>
              </a:r>
              <a:endParaRPr lang="fr-FR" sz="1600" dirty="0">
                <a:latin typeface="Source Sans Pro" panose="020B0503030403020204" pitchFamily="34"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409056" y="411029"/>
            <a:ext cx="11511542" cy="953484"/>
            <a:chOff x="290184" y="400187"/>
            <a:chExt cx="11346081" cy="953484"/>
          </a:xfrm>
        </p:grpSpPr>
        <p:grpSp>
          <p:nvGrpSpPr>
            <p:cNvPr id="22" name="Group 21"/>
            <p:cNvGrpSpPr/>
            <p:nvPr/>
          </p:nvGrpSpPr>
          <p:grpSpPr>
            <a:xfrm>
              <a:off x="334395" y="400187"/>
              <a:ext cx="11301870" cy="848374"/>
              <a:chOff x="4248669" y="401638"/>
              <a:chExt cx="11301870" cy="848374"/>
            </a:xfrm>
          </p:grpSpPr>
          <p:sp>
            <p:nvSpPr>
              <p:cNvPr id="29" name="Rectangle 28"/>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endParaRPr lang="fr-FR"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VII. </a:t>
                </a:r>
                <a:r>
                  <a:rPr lang="fr-FR" sz="2000" b="1" dirty="0">
                    <a:solidFill>
                      <a:srgbClr val="009ADE"/>
                    </a:solidFill>
                    <a:latin typeface="Source Sans Pro" panose="020B0503030403020204" pitchFamily="34" charset="0"/>
                  </a:rPr>
                  <a:t>Priorités et engagements en 2026</a:t>
                </a:r>
                <a:endParaRPr lang="fr-FR" sz="2000" b="1" dirty="0">
                  <a:solidFill>
                    <a:srgbClr val="009ADE"/>
                  </a:solidFill>
                  <a:latin typeface="Source Sans Pro" panose="020B0503030403020204" pitchFamily="34" charset="0"/>
                </a:endParaRPr>
              </a:p>
              <a:p>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30" name="Flowchart: Off-page Connector 2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pSp>
        <p:nvGrpSpPr>
          <p:cNvPr id="2" name="Group 1"/>
          <p:cNvGrpSpPr/>
          <p:nvPr/>
        </p:nvGrpSpPr>
        <p:grpSpPr>
          <a:xfrm>
            <a:off x="394987" y="1500027"/>
            <a:ext cx="11373341" cy="5179072"/>
            <a:chOff x="394987" y="1856911"/>
            <a:chExt cx="4287520" cy="4215898"/>
          </a:xfrm>
        </p:grpSpPr>
        <p:sp>
          <p:nvSpPr>
            <p:cNvPr id="3" name="Rectangle 2"/>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33376" y="1981770"/>
              <a:ext cx="3945393" cy="3833232"/>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Poursuite d’appui aux supervisions conjointes MCA/MCZ/AT OMS et documentation de l’impact sur la qualité des données, le rattrapage des enfants et la couverture vaccinale</a:t>
              </a:r>
              <a:r>
                <a:rPr lang="fr-FR" sz="1600" dirty="0">
                  <a:latin typeface="Source Sans Pro" panose="020B0503030403020204" pitchFamily="34" charset="0"/>
                  <a:sym typeface="Arial" panose="020B0604020202020204"/>
                </a:rPr>
                <a:t>.</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Poursuite de l’appui à l’amélioration de la qualité des données</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Réalisation effective des LQAS et RDQA.</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Systématisation de l’appui aux ateliers de validation des données aux différents niveaux de la pyramide sanitaire.</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Ajustement des cibles 2026 et appui aux ESNIC 2025.</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Appui à l’appropriation et vulgarisation du Dashboard intégrée du PEV.</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panose="020B0604020202020204"/>
                </a:rPr>
                <a:t>Poursuite de l’appui à la préparation et diffusion du bulletin mensuel du PEV.</a:t>
              </a:r>
              <a:endParaRPr lang="fr-FR" sz="1600"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l’évaluation post-introduction dans les bloc 1 et 2, et à la mobilisation des ressources pour les 78 zones de santé à faible transmission.</a:t>
              </a:r>
              <a:endParaRPr lang="en-US" sz="1600" dirty="0">
                <a:latin typeface="Source Sans Pro" panose="020B0503030403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409056" y="411029"/>
            <a:ext cx="11511542" cy="953484"/>
            <a:chOff x="290184" y="400187"/>
            <a:chExt cx="11346081" cy="953484"/>
          </a:xfrm>
        </p:grpSpPr>
        <p:grpSp>
          <p:nvGrpSpPr>
            <p:cNvPr id="22" name="Group 21"/>
            <p:cNvGrpSpPr/>
            <p:nvPr/>
          </p:nvGrpSpPr>
          <p:grpSpPr>
            <a:xfrm>
              <a:off x="334395" y="400187"/>
              <a:ext cx="11301870" cy="848374"/>
              <a:chOff x="4248669" y="401638"/>
              <a:chExt cx="11301870" cy="848374"/>
            </a:xfrm>
          </p:grpSpPr>
          <p:sp>
            <p:nvSpPr>
              <p:cNvPr id="29" name="Rectangle 28"/>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endParaRPr lang="fr-FR"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VII. </a:t>
                </a:r>
                <a:r>
                  <a:rPr lang="fr-FR" sz="2000" b="1" dirty="0">
                    <a:solidFill>
                      <a:srgbClr val="009ADE"/>
                    </a:solidFill>
                    <a:latin typeface="Source Sans Pro" panose="020B0503030403020204" pitchFamily="34" charset="0"/>
                  </a:rPr>
                  <a:t>Priorités et engagements en 2026</a:t>
                </a:r>
                <a:endParaRPr lang="fr-FR" sz="2000" b="1" dirty="0">
                  <a:solidFill>
                    <a:srgbClr val="009ADE"/>
                  </a:solidFill>
                  <a:latin typeface="Source Sans Pro" panose="020B0503030403020204" pitchFamily="34" charset="0"/>
                </a:endParaRPr>
              </a:p>
              <a:p>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30" name="Flowchart: Off-page Connector 2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pSp>
        <p:nvGrpSpPr>
          <p:cNvPr id="2" name="Group 1"/>
          <p:cNvGrpSpPr/>
          <p:nvPr/>
        </p:nvGrpSpPr>
        <p:grpSpPr>
          <a:xfrm>
            <a:off x="394987" y="1500027"/>
            <a:ext cx="11373341" cy="5179072"/>
            <a:chOff x="394987" y="1856911"/>
            <a:chExt cx="4287520" cy="4215898"/>
          </a:xfrm>
        </p:grpSpPr>
        <p:sp>
          <p:nvSpPr>
            <p:cNvPr id="3" name="Rectangle 2"/>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33376" y="1981770"/>
              <a:ext cx="4197424" cy="4033663"/>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la campagne de vaccination  préventive contre la fièvre jaune dans le bloc 7: suivi de la préparation, supervisions, acquisition et distribution des kits MAPI, monitorage indépendant et ECV post-campagne.</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la campagne de vaccination  rattrapage/Introduction RR dans les blocs 2 et 3: suivi de la préparation, supervisions, gestion des données, acquisition et distribution des kits MAPI, monitorage indépendant et ECV post-campagne.</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l’introduction du HPV en complémentarité avec le projet Cancer du col/HPV financé par la Banque mondiale.</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à renforcement de la prise en compte de la dimension genre dans le PEV.</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au suivi de la mise en œuvre de l’ECV 2025.</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Appui aux opérations de clôture de l’Initiative BCU.</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Poursuite de l’appui au financement des sessions du GTCV et du Comité National Indépendants des Experts MAPI.</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Poursuite de l’appui au fonctionnement des sites sentinelles Rota et Méningites.</a:t>
              </a:r>
              <a:endParaRPr lang="fr-FR" sz="1600" b="1" dirty="0">
                <a:latin typeface="Source Sans Pro" panose="020B0503030403020204" pitchFamily="34" charset="0"/>
                <a:sym typeface="Arial" panose="020B060402020202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409056" y="411029"/>
            <a:ext cx="11511542" cy="953484"/>
            <a:chOff x="290184" y="400187"/>
            <a:chExt cx="11346081" cy="953484"/>
          </a:xfrm>
        </p:grpSpPr>
        <p:grpSp>
          <p:nvGrpSpPr>
            <p:cNvPr id="22" name="Group 21"/>
            <p:cNvGrpSpPr/>
            <p:nvPr/>
          </p:nvGrpSpPr>
          <p:grpSpPr>
            <a:xfrm>
              <a:off x="334395" y="400187"/>
              <a:ext cx="11301870" cy="848374"/>
              <a:chOff x="4248669" y="401638"/>
              <a:chExt cx="11301870" cy="848374"/>
            </a:xfrm>
          </p:grpSpPr>
          <p:sp>
            <p:nvSpPr>
              <p:cNvPr id="29" name="Rectangle 28"/>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panose="02020603050405020304"/>
                </a:endParaRPr>
              </a:p>
              <a:p>
                <a:r>
                  <a:rPr lang="fr-FR" sz="2000" b="1" dirty="0">
                    <a:solidFill>
                      <a:srgbClr val="009ADE"/>
                    </a:solidFill>
                    <a:latin typeface="Source Sans Pro" panose="020B0503030403020204" pitchFamily="34" charset="0"/>
                  </a:rPr>
                  <a:t> </a:t>
                </a:r>
                <a:endParaRPr lang="fr-FR"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VIII. </a:t>
                </a:r>
                <a:r>
                  <a:rPr lang="fr-FR" sz="2000" b="1" dirty="0">
                    <a:solidFill>
                      <a:srgbClr val="009ADE"/>
                    </a:solidFill>
                    <a:latin typeface="Source Sans Pro" panose="020B0503030403020204" pitchFamily="34" charset="0"/>
                  </a:rPr>
                  <a:t>Besoins de collaboration et plaidoyer</a:t>
                </a:r>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panose="02020603050405020304"/>
                  </a:rPr>
                  <a:t> </a:t>
                </a:r>
                <a:endParaRPr lang="en-US" sz="2000" b="1" dirty="0">
                  <a:solidFill>
                    <a:srgbClr val="009ADE"/>
                  </a:solidFill>
                  <a:latin typeface="Source Sans Pro" panose="020B0503030403020204" pitchFamily="34" charset="0"/>
                </a:endParaRPr>
              </a:p>
            </p:txBody>
          </p:sp>
          <p:sp>
            <p:nvSpPr>
              <p:cNvPr id="30" name="Flowchart: Off-page Connector 29"/>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819" y="540464"/>
            <a:ext cx="692109" cy="692109"/>
          </a:xfrm>
          <a:prstGeom prst="rect">
            <a:avLst/>
          </a:prstGeom>
        </p:spPr>
      </p:pic>
      <p:grpSp>
        <p:nvGrpSpPr>
          <p:cNvPr id="2" name="Group 1"/>
          <p:cNvGrpSpPr/>
          <p:nvPr/>
        </p:nvGrpSpPr>
        <p:grpSpPr>
          <a:xfrm>
            <a:off x="394987" y="1500027"/>
            <a:ext cx="11373341" cy="5179072"/>
            <a:chOff x="394987" y="1856911"/>
            <a:chExt cx="4287520" cy="4215898"/>
          </a:xfrm>
        </p:grpSpPr>
        <p:sp>
          <p:nvSpPr>
            <p:cNvPr id="3" name="Rectangle 2"/>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33376" y="1981770"/>
              <a:ext cx="4197424" cy="2229788"/>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Plaidoyer pour la mobilisation des ressources pour le financement de l’introduction du VAP dans les 78 zones de santé à faible transmission.</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 Plaidoyer pour la systématisation de l’utilisation des cibles ajustées pour le suivi des performances du PEV aux différents niveaux.</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panose="020B0604020202020204"/>
                </a:rPr>
                <a:t> Plaidoyer pour le développement d’une stratégie de l’appui à la continuité des services de vaccination dans les zones non accessibles du fait des problèmes de sécurité. </a:t>
              </a:r>
              <a:endParaRPr lang="fr-FR" sz="1600" b="1" dirty="0">
                <a:latin typeface="Source Sans Pro" panose="020B0503030403020204" pitchFamily="34" charset="0"/>
                <a:sym typeface="Arial" panose="020B0604020202020204"/>
              </a:endParaRPr>
            </a:p>
            <a:p>
              <a:pPr marL="285750" indent="-285750">
                <a:spcBef>
                  <a:spcPts val="1200"/>
                </a:spcBef>
                <a:spcAft>
                  <a:spcPts val="1200"/>
                </a:spcAft>
                <a:buClr>
                  <a:srgbClr val="009ADE"/>
                </a:buClr>
                <a:buFont typeface="Source Sans Pro" panose="020B0503030403020204" pitchFamily="34" charset="0"/>
                <a:buChar char="◉"/>
              </a:pPr>
              <a:endParaRPr lang="fr-FR" sz="1600" b="1" dirty="0">
                <a:latin typeface="Source Sans Pro" panose="020B0503030403020204" pitchFamily="34" charset="0"/>
                <a:sym typeface="Arial" panose="020B0604020202020204"/>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octor giving a baby a vaccination&#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rcRect t="7814" b="7812"/>
          <a:stretch>
            <a:fillRect/>
          </a:stretch>
        </p:blipFill>
        <p:spPr>
          <a:xfrm>
            <a:off x="0" y="1"/>
            <a:ext cx="12192000" cy="6858000"/>
          </a:xfrm>
          <a:prstGeom prst="rect">
            <a:avLst/>
          </a:prstGeom>
        </p:spPr>
      </p:pic>
      <p:sp>
        <p:nvSpPr>
          <p:cNvPr id="6" name="Rectangle 5"/>
          <p:cNvSpPr/>
          <p:nvPr/>
        </p:nvSpPr>
        <p:spPr>
          <a:xfrm>
            <a:off x="0" y="0"/>
            <a:ext cx="12192000" cy="6858000"/>
          </a:xfrm>
          <a:prstGeom prst="rect">
            <a:avLst/>
          </a:prstGeom>
          <a:solidFill>
            <a:srgbClr val="009ADE">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5"/>
          <p:cNvSpPr/>
          <p:nvPr/>
        </p:nvSpPr>
        <p:spPr>
          <a:xfrm>
            <a:off x="1063172" y="-13547"/>
            <a:ext cx="10065658" cy="6895610"/>
          </a:xfrm>
          <a:custGeom>
            <a:avLst/>
            <a:gdLst>
              <a:gd name="connsiteX0" fmla="*/ 0 w 10065658"/>
              <a:gd name="connsiteY0" fmla="*/ 5032829 h 10065658"/>
              <a:gd name="connsiteX1" fmla="*/ 5032829 w 10065658"/>
              <a:gd name="connsiteY1" fmla="*/ 0 h 10065658"/>
              <a:gd name="connsiteX2" fmla="*/ 10065658 w 10065658"/>
              <a:gd name="connsiteY2" fmla="*/ 5032829 h 10065658"/>
              <a:gd name="connsiteX3" fmla="*/ 5032829 w 10065658"/>
              <a:gd name="connsiteY3" fmla="*/ 10065658 h 10065658"/>
              <a:gd name="connsiteX4" fmla="*/ 0 w 10065658"/>
              <a:gd name="connsiteY4" fmla="*/ 5032829 h 10065658"/>
              <a:gd name="connsiteX0-1" fmla="*/ 0 w 10065658"/>
              <a:gd name="connsiteY0-2" fmla="*/ 5032829 h 10065658"/>
              <a:gd name="connsiteX1-3" fmla="*/ 5032829 w 10065658"/>
              <a:gd name="connsiteY1-4" fmla="*/ 0 h 10065658"/>
              <a:gd name="connsiteX2-5" fmla="*/ 6638108 w 10065658"/>
              <a:gd name="connsiteY2-6" fmla="*/ 1597055 h 10065658"/>
              <a:gd name="connsiteX3-7" fmla="*/ 10065658 w 10065658"/>
              <a:gd name="connsiteY3-8" fmla="*/ 5032829 h 10065658"/>
              <a:gd name="connsiteX4-9" fmla="*/ 5032829 w 10065658"/>
              <a:gd name="connsiteY4-10" fmla="*/ 10065658 h 10065658"/>
              <a:gd name="connsiteX5" fmla="*/ 0 w 10065658"/>
              <a:gd name="connsiteY5" fmla="*/ 5032829 h 10065658"/>
              <a:gd name="connsiteX0-11" fmla="*/ 0 w 10065658"/>
              <a:gd name="connsiteY0-12" fmla="*/ 5032829 h 10065658"/>
              <a:gd name="connsiteX1-13" fmla="*/ 3447868 w 10065658"/>
              <a:gd name="connsiteY1-14" fmla="*/ 1590281 h 10065658"/>
              <a:gd name="connsiteX2-15" fmla="*/ 5032829 w 10065658"/>
              <a:gd name="connsiteY2-16" fmla="*/ 0 h 10065658"/>
              <a:gd name="connsiteX3-17" fmla="*/ 6638108 w 10065658"/>
              <a:gd name="connsiteY3-18" fmla="*/ 1597055 h 10065658"/>
              <a:gd name="connsiteX4-19" fmla="*/ 10065658 w 10065658"/>
              <a:gd name="connsiteY4-20" fmla="*/ 5032829 h 10065658"/>
              <a:gd name="connsiteX5-21" fmla="*/ 5032829 w 10065658"/>
              <a:gd name="connsiteY5-22" fmla="*/ 10065658 h 10065658"/>
              <a:gd name="connsiteX6" fmla="*/ 0 w 10065658"/>
              <a:gd name="connsiteY6" fmla="*/ 5032829 h 10065658"/>
              <a:gd name="connsiteX0-23" fmla="*/ 0 w 10065658"/>
              <a:gd name="connsiteY0-24" fmla="*/ 3442548 h 8475377"/>
              <a:gd name="connsiteX1-25" fmla="*/ 3447868 w 10065658"/>
              <a:gd name="connsiteY1-26" fmla="*/ 0 h 8475377"/>
              <a:gd name="connsiteX2-27" fmla="*/ 6638108 w 10065658"/>
              <a:gd name="connsiteY2-28" fmla="*/ 6774 h 8475377"/>
              <a:gd name="connsiteX3-29" fmla="*/ 10065658 w 10065658"/>
              <a:gd name="connsiteY3-30" fmla="*/ 3442548 h 8475377"/>
              <a:gd name="connsiteX4-31" fmla="*/ 5032829 w 10065658"/>
              <a:gd name="connsiteY4-32" fmla="*/ 8475377 h 8475377"/>
              <a:gd name="connsiteX5-33" fmla="*/ 0 w 10065658"/>
              <a:gd name="connsiteY5-34" fmla="*/ 3442548 h 8475377"/>
              <a:gd name="connsiteX0-35" fmla="*/ 0 w 10065658"/>
              <a:gd name="connsiteY0-36" fmla="*/ 3442548 h 8475377"/>
              <a:gd name="connsiteX1-37" fmla="*/ 3447868 w 10065658"/>
              <a:gd name="connsiteY1-38" fmla="*/ 0 h 8475377"/>
              <a:gd name="connsiteX2-39" fmla="*/ 6638108 w 10065658"/>
              <a:gd name="connsiteY2-40" fmla="*/ 6774 h 8475377"/>
              <a:gd name="connsiteX3-41" fmla="*/ 10065658 w 10065658"/>
              <a:gd name="connsiteY3-42" fmla="*/ 3442548 h 8475377"/>
              <a:gd name="connsiteX4-43" fmla="*/ 6604954 w 10065658"/>
              <a:gd name="connsiteY4-44" fmla="*/ 6895610 h 8475377"/>
              <a:gd name="connsiteX5-45" fmla="*/ 5032829 w 10065658"/>
              <a:gd name="connsiteY5-46" fmla="*/ 8475377 h 8475377"/>
              <a:gd name="connsiteX6-47" fmla="*/ 0 w 10065658"/>
              <a:gd name="connsiteY6-48" fmla="*/ 3442548 h 8475377"/>
              <a:gd name="connsiteX0-49" fmla="*/ 0 w 10065658"/>
              <a:gd name="connsiteY0-50" fmla="*/ 3442548 h 8475377"/>
              <a:gd name="connsiteX1-51" fmla="*/ 3447868 w 10065658"/>
              <a:gd name="connsiteY1-52" fmla="*/ 0 h 8475377"/>
              <a:gd name="connsiteX2-53" fmla="*/ 6638108 w 10065658"/>
              <a:gd name="connsiteY2-54" fmla="*/ 6774 h 8475377"/>
              <a:gd name="connsiteX3-55" fmla="*/ 10065658 w 10065658"/>
              <a:gd name="connsiteY3-56" fmla="*/ 3442548 h 8475377"/>
              <a:gd name="connsiteX4-57" fmla="*/ 6604954 w 10065658"/>
              <a:gd name="connsiteY4-58" fmla="*/ 6895610 h 8475377"/>
              <a:gd name="connsiteX5-59" fmla="*/ 5032829 w 10065658"/>
              <a:gd name="connsiteY5-60" fmla="*/ 8475377 h 8475377"/>
              <a:gd name="connsiteX6-61" fmla="*/ 3428617 w 10065658"/>
              <a:gd name="connsiteY6-62" fmla="*/ 6879568 h 8475377"/>
              <a:gd name="connsiteX7" fmla="*/ 0 w 10065658"/>
              <a:gd name="connsiteY7" fmla="*/ 3442548 h 8475377"/>
              <a:gd name="connsiteX0-63" fmla="*/ 0 w 10065658"/>
              <a:gd name="connsiteY0-64" fmla="*/ 3442548 h 6895610"/>
              <a:gd name="connsiteX1-65" fmla="*/ 3447868 w 10065658"/>
              <a:gd name="connsiteY1-66" fmla="*/ 0 h 6895610"/>
              <a:gd name="connsiteX2-67" fmla="*/ 6638108 w 10065658"/>
              <a:gd name="connsiteY2-68" fmla="*/ 6774 h 6895610"/>
              <a:gd name="connsiteX3-69" fmla="*/ 10065658 w 10065658"/>
              <a:gd name="connsiteY3-70" fmla="*/ 3442548 h 6895610"/>
              <a:gd name="connsiteX4-71" fmla="*/ 6604954 w 10065658"/>
              <a:gd name="connsiteY4-72" fmla="*/ 6895610 h 6895610"/>
              <a:gd name="connsiteX5-73" fmla="*/ 3428617 w 10065658"/>
              <a:gd name="connsiteY5-74" fmla="*/ 6879568 h 6895610"/>
              <a:gd name="connsiteX6-75" fmla="*/ 0 w 10065658"/>
              <a:gd name="connsiteY6-76" fmla="*/ 3442548 h 68956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10065658" h="6895610">
                <a:moveTo>
                  <a:pt x="0" y="3442548"/>
                </a:moveTo>
                <a:lnTo>
                  <a:pt x="3447868" y="0"/>
                </a:lnTo>
                <a:lnTo>
                  <a:pt x="6638108" y="6774"/>
                </a:lnTo>
                <a:lnTo>
                  <a:pt x="10065658" y="3442548"/>
                </a:lnTo>
                <a:lnTo>
                  <a:pt x="6604954" y="6895610"/>
                </a:lnTo>
                <a:lnTo>
                  <a:pt x="3428617" y="6879568"/>
                </a:lnTo>
                <a:lnTo>
                  <a:pt x="0" y="3442548"/>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txBox="1"/>
          <p:nvPr/>
        </p:nvSpPr>
        <p:spPr>
          <a:xfrm>
            <a:off x="3189742" y="2692544"/>
            <a:ext cx="5812517"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8000" b="1" i="0" u="none" strike="noStrike" kern="1200" cap="none" spc="0" normalizeH="0" baseline="0" noProof="0" dirty="0">
                <a:ln>
                  <a:noFill/>
                </a:ln>
                <a:solidFill>
                  <a:prstClr val="white"/>
                </a:solidFill>
                <a:effectLst/>
                <a:uLnTx/>
                <a:uFillTx/>
                <a:latin typeface="Source Sans Pro" panose="020B0503030403020204" pitchFamily="34" charset="0"/>
                <a:ea typeface="Segoe UI" panose="020B0502040204020203" charset="0"/>
                <a:cs typeface="Segoe UI" panose="020B0502040204020203" charset="0"/>
              </a:rPr>
              <a:t>MERCI!</a:t>
            </a:r>
            <a:endParaRPr kumimoji="0" lang="en-US" sz="8000" b="1" i="0" u="none" strike="noStrike" kern="1200" cap="none" spc="0" normalizeH="0" baseline="0" noProof="0" dirty="0">
              <a:ln>
                <a:noFill/>
              </a:ln>
              <a:solidFill>
                <a:prstClr val="white"/>
              </a:solidFill>
              <a:effectLst/>
              <a:uLnTx/>
              <a:uFillTx/>
              <a:latin typeface="Source Sans Pro" panose="020B0503030403020204" pitchFamily="34" charset="0"/>
              <a:ea typeface="Segoe UI" panose="020B0502040204020203" charset="0"/>
              <a:cs typeface="Segoe UI" panose="020B0502040204020203" charset="0"/>
            </a:endParaRPr>
          </a:p>
        </p:txBody>
      </p:sp>
      <p:sp>
        <p:nvSpPr>
          <p:cNvPr id="11" name="Oval 10"/>
          <p:cNvSpPr/>
          <p:nvPr/>
        </p:nvSpPr>
        <p:spPr>
          <a:xfrm>
            <a:off x="10889342" y="3189514"/>
            <a:ext cx="478972" cy="47897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23687" y="3189514"/>
            <a:ext cx="478972" cy="47897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767;p38"/>
          <p:cNvSpPr txBox="1"/>
          <p:nvPr/>
        </p:nvSpPr>
        <p:spPr>
          <a:xfrm>
            <a:off x="4736307" y="6269271"/>
            <a:ext cx="2993226" cy="40299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dirty="0" err="1">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vacciner</a:t>
            </a:r>
            <a:r>
              <a:rPr lang="en-GB" sz="1200" b="0"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 </a:t>
            </a:r>
            <a:r>
              <a:rPr lang="en-GB" sz="1200" b="0" i="0" u="none" strike="noStrike" cap="none" dirty="0" err="1">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c'est</a:t>
            </a:r>
            <a:r>
              <a:rPr lang="en-GB" sz="1200" b="0"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 </a:t>
            </a:r>
            <a:r>
              <a:rPr lang="en-GB" sz="1200" b="1"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aimer,</a:t>
            </a:r>
            <a:r>
              <a:rPr lang="en-GB" sz="1200" b="0"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 </a:t>
            </a:r>
            <a:r>
              <a:rPr lang="en-GB" sz="1200" b="0" i="0" u="none" strike="noStrike" cap="none" dirty="0" err="1">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vacciner</a:t>
            </a:r>
            <a:r>
              <a:rPr lang="en-GB" sz="1200" b="0"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 </a:t>
            </a:r>
            <a:r>
              <a:rPr lang="en-GB" sz="1200" b="0" i="0" u="none" strike="noStrike" cap="none" dirty="0" err="1">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c'est</a:t>
            </a:r>
            <a:r>
              <a:rPr lang="en-GB" sz="1200" b="0"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 </a:t>
            </a:r>
            <a:r>
              <a:rPr lang="en-GB" sz="1200" b="1" i="0" u="none" strike="noStrike" cap="none" dirty="0" err="1">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rPr>
              <a:t>protéger</a:t>
            </a:r>
            <a:endParaRPr sz="1200" b="1" i="0" u="none" strike="noStrike" cap="none" dirty="0">
              <a:solidFill>
                <a:schemeClr val="bg1"/>
              </a:solidFill>
              <a:latin typeface="Source Sans Pro" panose="020B0503030403020204" pitchFamily="34" charset="0"/>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p="http://schemas.openxmlformats.org/presentationml/2006/main">
  <p:tag name="TABLE_ENDDRAG_ORIGIN_RECT" val="481*205"/>
  <p:tag name="TABLE_ENDDRAG_RECT" val="478*327*481*205"/>
</p:tagLst>
</file>

<file path=ppt/tags/tag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6.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7.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8.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9.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0.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1.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4.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5.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6.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7.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8.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19.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0.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1.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4.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5.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6.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7.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8.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29.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0.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1.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4.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5.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6.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7.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8.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39.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0.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1.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4.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5.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6.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7.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8.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49.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0.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1.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2.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3.xml><?xml version="1.0" encoding="utf-8"?>
<p:tagLst xmlns:p="http://schemas.openxmlformats.org/presentationml/2006/main">
  <p:tag name="KSO_WM_DIAGRAM_VIRTUALLY_FRAME" val="{&quot;height&quot;:502.1311811023622,&quot;left&quot;:52.962598425196845,&quot;top&quot;:24.886771653543306,&quot;width&quot;:865.2229921259843}"/>
</p:tagLst>
</file>

<file path=ppt/tags/tag54.xml><?xml version="1.0" encoding="utf-8"?>
<p:tagLst xmlns:p="http://schemas.openxmlformats.org/presentationml/2006/main">
  <p:tag name="TABLE_ENDDRAG_ORIGIN_RECT" val="918*413"/>
  <p:tag name="TABLE_ENDDRAG_RECT" val="24*87*918*413"/>
</p:tagLst>
</file>

<file path=ppt/tags/tag55.xml><?xml version="1.0" encoding="utf-8"?>
<p:tagLst xmlns:p="http://schemas.openxmlformats.org/presentationml/2006/main">
  <p:tag name="TABLE_ENDDRAG_ORIGIN_RECT" val="933*478"/>
  <p:tag name="TABLE_ENDDRAG_RECT" val="0*97*933*478"/>
</p:tagLst>
</file>

<file path=ppt/tags/tag56.xml><?xml version="1.0" encoding="utf-8"?>
<p:tagLst xmlns:p="http://schemas.openxmlformats.org/presentationml/2006/main">
  <p:tag name="TABLE_ENDDRAG_ORIGIN_RECT" val="923*425"/>
  <p:tag name="TABLE_ENDDRAG_RECT" val="9*107*923*425"/>
</p:tagLst>
</file>

<file path=ppt/tags/tag57.xml><?xml version="1.0" encoding="utf-8"?>
<p:tagLst xmlns:p="http://schemas.openxmlformats.org/presentationml/2006/main">
  <p:tag name="TABLE_ENDDRAG_ORIGIN_RECT" val="929*403"/>
  <p:tag name="TABLE_ENDDRAG_RECT" val="9*107*929*403"/>
</p:tagLst>
</file>

<file path=ppt/tags/tag58.xml><?xml version="1.0" encoding="utf-8"?>
<p:tagLst xmlns:p="http://schemas.openxmlformats.org/presentationml/2006/main">
  <p:tag name="TABLE_ENDDRAG_ORIGIN_RECT" val="932*410"/>
  <p:tag name="TABLE_ENDDRAG_RECT" val="0*107*932*410"/>
</p:tagLst>
</file>

<file path=ppt/tags/tag59.xml><?xml version="1.0" encoding="utf-8"?>
<p:tagLst xmlns:p="http://schemas.openxmlformats.org/presentationml/2006/main">
  <p:tag name="TABLE_ENDDRAG_ORIGIN_RECT" val="932*481"/>
  <p:tag name="TABLE_ENDDRAG_RECT" val="0*98*932*481"/>
</p:tagLst>
</file>

<file path=ppt/tags/tag60.xml><?xml version="1.0" encoding="utf-8"?>
<p:tagLst xmlns:p="http://schemas.openxmlformats.org/presentationml/2006/main">
  <p:tag name="TABLE_ENDDRAG_ORIGIN_RECT" val="899*355"/>
  <p:tag name="TABLE_ENDDRAG_RECT" val="36*120*900*355"/>
</p:tagLst>
</file>

<file path=ppt/tags/tag61.xml><?xml version="1.0" encoding="utf-8"?>
<p:tagLst xmlns:p="http://schemas.openxmlformats.org/presentationml/2006/main">
  <p:tag name="TABLE_ENDDRAG_ORIGIN_RECT" val="933*419"/>
  <p:tag name="TABLE_ENDDRAG_RECT" val="0*107*933*419"/>
</p:tagLst>
</file>

<file path=ppt/tags/tag62.xml><?xml version="1.0" encoding="utf-8"?>
<p:tagLst xmlns:p="http://schemas.openxmlformats.org/presentationml/2006/main">
  <p:tag name="TABLE_ENDDRAG_ORIGIN_RECT" val="942*407"/>
  <p:tag name="TABLE_ENDDRAG_RECT" val="0*107*942*40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16034</Words>
  <Application>WPS Presentation</Application>
  <PresentationFormat>Widescreen</PresentationFormat>
  <Paragraphs>727</Paragraphs>
  <Slides>21</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21</vt:i4>
      </vt:variant>
    </vt:vector>
  </HeadingPairs>
  <TitlesOfParts>
    <vt:vector size="40" baseType="lpstr">
      <vt:lpstr>Arial</vt:lpstr>
      <vt:lpstr>SimSun</vt:lpstr>
      <vt:lpstr>Wingdings</vt:lpstr>
      <vt:lpstr>Calibri</vt:lpstr>
      <vt:lpstr>Palatino Linotype</vt:lpstr>
      <vt:lpstr>Source Sans Pro</vt:lpstr>
      <vt:lpstr>Wingdings 2</vt:lpstr>
      <vt:lpstr>Times New Roman</vt:lpstr>
      <vt:lpstr>Source Sans Pro</vt:lpstr>
      <vt:lpstr>Aptos Narrow</vt:lpstr>
      <vt:lpstr>Aptos</vt:lpstr>
      <vt:lpstr>Segoe UI</vt:lpstr>
      <vt:lpstr>Microsoft YaHei</vt:lpstr>
      <vt:lpstr>Arial Unicode MS</vt:lpstr>
      <vt:lpstr>Aptos Display</vt:lpstr>
      <vt:lpstr>Segoe UI Variable Display</vt:lpstr>
      <vt:lpstr>Arial</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NZABARINDA, Vivian</dc:creator>
  <cp:lastModifiedBy>Leandre Kambala</cp:lastModifiedBy>
  <cp:revision>56</cp:revision>
  <dcterms:created xsi:type="dcterms:W3CDTF">2025-09-29T08:45:00Z</dcterms:created>
  <dcterms:modified xsi:type="dcterms:W3CDTF">2025-12-16T09:00:12Z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7E6308D22B9F4946B96DD2412D89E834_13</vt:lpwstr>
  </property>
  <property fmtid="{D5CDD505-2E9C-101B-9397-08002B2CF9AE}" pid="3" name="KSOProductBuildVer">
    <vt:lpwstr>1036-12.2.0.23155</vt:lpwstr>
  </property>
</Properties>
</file>